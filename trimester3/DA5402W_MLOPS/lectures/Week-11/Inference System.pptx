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showSpecialPlsOnTitleSld="0">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48" roundtripDataSignature="AMtx7mjgXYDvv4+Xq5czZWHLVxhZO+d/+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20" Type="http://schemas.openxmlformats.org/officeDocument/2006/relationships/slide" Target="slides/slide15.xml"/><Relationship Id="rId42" Type="http://schemas.openxmlformats.org/officeDocument/2006/relationships/slide" Target="slides/slide37.xml"/><Relationship Id="rId41" Type="http://schemas.openxmlformats.org/officeDocument/2006/relationships/slide" Target="slides/slide36.xml"/><Relationship Id="rId22" Type="http://schemas.openxmlformats.org/officeDocument/2006/relationships/slide" Target="slides/slide17.xml"/><Relationship Id="rId44" Type="http://schemas.openxmlformats.org/officeDocument/2006/relationships/slide" Target="slides/slide39.xml"/><Relationship Id="rId21" Type="http://schemas.openxmlformats.org/officeDocument/2006/relationships/slide" Target="slides/slide16.xml"/><Relationship Id="rId43" Type="http://schemas.openxmlformats.org/officeDocument/2006/relationships/slide" Target="slides/slide38.xml"/><Relationship Id="rId24" Type="http://schemas.openxmlformats.org/officeDocument/2006/relationships/slide" Target="slides/slide19.xml"/><Relationship Id="rId46" Type="http://schemas.openxmlformats.org/officeDocument/2006/relationships/slide" Target="slides/slide41.xml"/><Relationship Id="rId23" Type="http://schemas.openxmlformats.org/officeDocument/2006/relationships/slide" Target="slides/slide18.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48" Type="http://customschemas.google.com/relationships/presentationmetadata" Target="metadata"/><Relationship Id="rId25" Type="http://schemas.openxmlformats.org/officeDocument/2006/relationships/slide" Target="slides/slide20.xml"/><Relationship Id="rId47" Type="http://schemas.openxmlformats.org/officeDocument/2006/relationships/slide" Target="slides/slide42.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slide" Target="slides/slide32.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39" Type="http://schemas.openxmlformats.org/officeDocument/2006/relationships/slide" Target="slides/slide34.xml"/><Relationship Id="rId16" Type="http://schemas.openxmlformats.org/officeDocument/2006/relationships/slide" Target="slides/slide11.xml"/><Relationship Id="rId38" Type="http://schemas.openxmlformats.org/officeDocument/2006/relationships/slide" Target="slides/slide33.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6" name="Google Shape;56;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1" name="Google Shape;61;p2: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8" name="Google Shape;68;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What is inference? All of you must have used some LLM, such as ChatGPT or Gemini etc. This is inferencing, the process of running an LLM, giving it a prompt and getting the response from it.</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4" name="Google Shape;74;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The most popular kind is text generation, which is when you give a prompt and get the output. In this example we have ”Large Language Model” has the prompt and get the output as “is awesome and …”</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But there are other kinds as well, this is handled by what we call the LM Head (Language Model Head). One example is Classification, where the LLMs output a binary or multi-class output . You would use this for tasks such as spam classification.</a:t>
            </a:r>
            <a:endParaRPr/>
          </a:p>
          <a:p>
            <a:pPr indent="0" lvl="0" marL="0" rtl="0" algn="l">
              <a:lnSpc>
                <a:spcPct val="100000"/>
              </a:lnSpc>
              <a:spcBef>
                <a:spcPts val="0"/>
              </a:spcBef>
              <a:spcAft>
                <a:spcPts val="0"/>
              </a:spcAft>
              <a:buSzPts val="1100"/>
              <a:buNone/>
            </a:pPr>
            <a:r>
              <a:rPr lang="en"/>
              <a:t>Another kind is translation, where LLMs digest the entire the entire input and spit out the entire output in one go instead of one token at a time.</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5" name="Google Shape;85;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But there are other kinds as well, One example is Classification, where the LLMs output a binary or multi-class output . You would use this for tasks such as spam classification.</a:t>
            </a:r>
            <a:endParaRPr/>
          </a:p>
          <a:p>
            <a:pPr indent="0" lvl="0" marL="0" rtl="0" algn="l">
              <a:lnSpc>
                <a:spcPct val="100000"/>
              </a:lnSpc>
              <a:spcBef>
                <a:spcPts val="0"/>
              </a:spcBef>
              <a:spcAft>
                <a:spcPts val="0"/>
              </a:spcAft>
              <a:buSzPts val="1100"/>
              <a:buNone/>
            </a:pPr>
            <a:r>
              <a:rPr lang="en"/>
              <a:t>Another kind is translation, where LLMs digest the entire the entire input and spit out the entire output in one go instead of one token at a time.</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The way this  is handled is by what we call the LM Head (Language Model Head). Its task is to convert the math output of the model into task specific output format</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5" name="Google Shape;105;p6: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4" name="Google Shape;114;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First, let’s have a reminder of the LLM architecture. </a:t>
            </a:r>
            <a:endParaRPr/>
          </a:p>
          <a:p>
            <a:pPr indent="0" lvl="0" marL="0" rtl="0" algn="l">
              <a:lnSpc>
                <a:spcPct val="100000"/>
              </a:lnSpc>
              <a:spcBef>
                <a:spcPts val="0"/>
              </a:spcBef>
              <a:spcAft>
                <a:spcPts val="0"/>
              </a:spcAft>
              <a:buSzPts val="1100"/>
              <a:buNone/>
            </a:pPr>
            <a:r>
              <a:rPr lang="en"/>
              <a:t>- You have N layers (this varies from model to model). For ex. A small GPT model has around 12 layers, larger Llama models has 32 or 64 layers.</a:t>
            </a:r>
            <a:endParaRPr/>
          </a:p>
          <a:p>
            <a:pPr indent="-171450" lvl="0" marL="171450" rtl="0" algn="l">
              <a:lnSpc>
                <a:spcPct val="100000"/>
              </a:lnSpc>
              <a:spcBef>
                <a:spcPts val="0"/>
              </a:spcBef>
              <a:spcAft>
                <a:spcPts val="0"/>
              </a:spcAft>
              <a:buSzPts val="1100"/>
              <a:buFont typeface="Arial"/>
              <a:buChar char="-"/>
            </a:pPr>
            <a:r>
              <a:rPr lang="en"/>
              <a:t>Take a token “Once” (this representation as text is not correct, it is technically an embedding representation). </a:t>
            </a:r>
            <a:endParaRPr/>
          </a:p>
          <a:p>
            <a:pPr indent="-171450" lvl="0" marL="171450" rtl="0" algn="l">
              <a:lnSpc>
                <a:spcPct val="100000"/>
              </a:lnSpc>
              <a:spcBef>
                <a:spcPts val="0"/>
              </a:spcBef>
              <a:spcAft>
                <a:spcPts val="0"/>
              </a:spcAft>
              <a:buSzPts val="1100"/>
              <a:buFont typeface="Arial"/>
              <a:buChar char="-"/>
            </a:pPr>
            <a:r>
              <a:rPr lang="en"/>
              <a:t>We have a special focus on attention. We have the qkv generation which is used for self attention. The output is used for MLP calculation. These are just the main ones, there are other things that happen like layer normalization, etc.</a:t>
            </a:r>
            <a:endParaRPr/>
          </a:p>
          <a:p>
            <a:pPr indent="-171450" lvl="0" marL="171450" rtl="0" algn="l">
              <a:lnSpc>
                <a:spcPct val="100000"/>
              </a:lnSpc>
              <a:spcBef>
                <a:spcPts val="0"/>
              </a:spcBef>
              <a:spcAft>
                <a:spcPts val="0"/>
              </a:spcAft>
              <a:buSzPts val="1100"/>
              <a:buFont typeface="Arial"/>
              <a:buChar char="-"/>
            </a:pPr>
            <a:r>
              <a:rPr lang="en"/>
              <a:t>This happens for all the tokens. A token goes through the math and we have intermediate output of the second layer, which is represented as b’s and so on, until we get the output of the last layer, represented as x.</a:t>
            </a:r>
            <a:endParaRPr/>
          </a:p>
          <a:p>
            <a:pPr indent="-171450" lvl="0" marL="171450" rtl="0" algn="l">
              <a:lnSpc>
                <a:spcPct val="100000"/>
              </a:lnSpc>
              <a:spcBef>
                <a:spcPts val="0"/>
              </a:spcBef>
              <a:spcAft>
                <a:spcPts val="0"/>
              </a:spcAft>
              <a:buSzPts val="1100"/>
              <a:buFont typeface="Arial"/>
              <a:buChar char="-"/>
            </a:pPr>
            <a:r>
              <a:rPr lang="en"/>
              <a:t>A bit of focus on self-attention, where the words like “Once” and “upon” and influence the third token “a”.</a:t>
            </a:r>
            <a:endParaRPr/>
          </a:p>
          <a:p>
            <a:pPr indent="-171450" lvl="0" marL="171450" rtl="0" algn="l">
              <a:lnSpc>
                <a:spcPct val="100000"/>
              </a:lnSpc>
              <a:spcBef>
                <a:spcPts val="0"/>
              </a:spcBef>
              <a:spcAft>
                <a:spcPts val="0"/>
              </a:spcAft>
              <a:buSzPts val="1100"/>
              <a:buFont typeface="Arial"/>
              <a:buChar char="-"/>
            </a:pPr>
            <a:r>
              <a:rPr lang="en"/>
              <a:t>Causal self-attention is the single directional influence, where only the past tokens can influence the future tokens without the future tokens influencing the past.</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4" name="Google Shape;214;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0" name="Google Shape;220;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Must have used ChatGPT – you know the underlying model they use varies from GPT3 to 4 to 5, and all the variants they had in between. GPT is the model, so what is ChatGPT – the entire interface around serving the model.</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9" name="Google Shape;229;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Forward is used in training as well</a:t>
            </a:r>
            <a:endParaRPr/>
          </a:p>
          <a:p>
            <a:pPr indent="0" lvl="0" marL="0" rtl="0" algn="l">
              <a:lnSpc>
                <a:spcPct val="100000"/>
              </a:lnSpc>
              <a:spcBef>
                <a:spcPts val="0"/>
              </a:spcBef>
              <a:spcAft>
                <a:spcPts val="0"/>
              </a:spcAft>
              <a:buSzPts val="1100"/>
              <a:buNone/>
            </a:pPr>
            <a:r>
              <a:rPr lang="en"/>
              <a:t>Generate also includes the decoding strategy, which I will dive deeper into towards the end of the talk</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1" name="Google Shape;241;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9" name="Google Shape;249;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Auto-regressive nature of LLMs means that decode can only happen for one token at a time</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p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8" name="Google Shape;258;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6" name="Google Shape;266;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p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3" name="Google Shape;283;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p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9" name="Google Shape;289;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p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8" name="Google Shape;298;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p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4" name="Google Shape;304;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2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1" name="Google Shape;311;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Reminder of attention mechanism. A normal token/word needs to be infused with the context surrounding it. With the attention mechanism, a word like bank which is ambiguous is infused with its surrounding words such that the final representation is a different object in the embedding space for the river bank versus the money bank.</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enhances the information content of an input embedding by including information about the input’s context</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How does attention work? Every word/token has 3 representations that are used in the calculation of attention.</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p2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4" name="Google Shape;324;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p2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6" name="Google Shape;336;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p2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5" name="Google Shape;345;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p27: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Take example where we have 2 tokens – once and upon. For calculating the attn of a2 at layer 1, we use the k1 and v1 of a1. Similarly, for attn of b2 at layer 2, we need the k1 and v1 of b2.</a:t>
            </a:r>
            <a:endParaRPr/>
          </a:p>
        </p:txBody>
      </p:sp>
      <p:sp>
        <p:nvSpPr>
          <p:cNvPr id="353" name="Google Shape;353;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p28: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AutoNum type="arabicPeriod"/>
            </a:pPr>
            <a:r>
              <a:rPr lang="en"/>
              <a:t>Assume prompt is “Once upon”</a:t>
            </a:r>
            <a:endParaRPr/>
          </a:p>
          <a:p>
            <a:pPr indent="-298450" lvl="0" marL="457200" rtl="0" algn="l">
              <a:lnSpc>
                <a:spcPct val="100000"/>
              </a:lnSpc>
              <a:spcBef>
                <a:spcPts val="0"/>
              </a:spcBef>
              <a:spcAft>
                <a:spcPts val="0"/>
              </a:spcAft>
              <a:buSzPts val="1100"/>
              <a:buAutoNum type="arabicPeriod"/>
            </a:pPr>
            <a:r>
              <a:rPr lang="en"/>
              <a:t>Roughly going to represent the attention multiplication as Q. sum of K, V since a single token’s query is multiplied with pairs of keys and values</a:t>
            </a:r>
            <a:endParaRPr/>
          </a:p>
          <a:p>
            <a:pPr indent="-298450" lvl="0" marL="457200" rtl="0" algn="l">
              <a:lnSpc>
                <a:spcPct val="100000"/>
              </a:lnSpc>
              <a:spcBef>
                <a:spcPts val="0"/>
              </a:spcBef>
              <a:spcAft>
                <a:spcPts val="0"/>
              </a:spcAft>
              <a:buSzPts val="1100"/>
              <a:buAutoNum type="arabicPeriod"/>
            </a:pPr>
            <a:r>
              <a:rPr lang="en"/>
              <a:t>Start with prefill: a1 mulitipleied with Q, K, V of layer 1 to produce output b1 after MLP, layernorm etc.</a:t>
            </a:r>
            <a:endParaRPr/>
          </a:p>
          <a:p>
            <a:pPr indent="-298450" lvl="0" marL="457200" rtl="0" algn="l">
              <a:lnSpc>
                <a:spcPct val="100000"/>
              </a:lnSpc>
              <a:spcBef>
                <a:spcPts val="0"/>
              </a:spcBef>
              <a:spcAft>
                <a:spcPts val="0"/>
              </a:spcAft>
              <a:buSzPts val="1100"/>
              <a:buAutoNum type="arabicPeriod"/>
            </a:pPr>
            <a:r>
              <a:rPr lang="en"/>
              <a:t>Then goes through layer 2 to get say c1</a:t>
            </a:r>
            <a:endParaRPr/>
          </a:p>
          <a:p>
            <a:pPr indent="-298450" lvl="0" marL="457200" rtl="0" algn="l">
              <a:lnSpc>
                <a:spcPct val="100000"/>
              </a:lnSpc>
              <a:spcBef>
                <a:spcPts val="0"/>
              </a:spcBef>
              <a:spcAft>
                <a:spcPts val="0"/>
              </a:spcAft>
              <a:buSzPts val="1100"/>
              <a:buAutoNum type="arabicPeriod"/>
            </a:pPr>
            <a:r>
              <a:rPr lang="en"/>
              <a:t>What happens to a2? Same, except it also needs k1 and v1 (because of causal self-attention) apart from its own k and v. We get b2, then again use k1 and v1 at layer 2 to compute c2.</a:t>
            </a:r>
            <a:endParaRPr/>
          </a:p>
          <a:p>
            <a:pPr indent="-298450" lvl="0" marL="457200" rtl="0" algn="l">
              <a:lnSpc>
                <a:spcPct val="100000"/>
              </a:lnSpc>
              <a:spcBef>
                <a:spcPts val="0"/>
              </a:spcBef>
              <a:spcAft>
                <a:spcPts val="0"/>
              </a:spcAft>
              <a:buSzPts val="1100"/>
              <a:buAutoNum type="arabicPeriod"/>
            </a:pPr>
            <a:r>
              <a:rPr lang="en"/>
              <a:t>Decode: Multiple by Q, K, V. You again need to do self-attention. Which all ks and vs does it need?</a:t>
            </a:r>
            <a:endParaRPr/>
          </a:p>
        </p:txBody>
      </p:sp>
      <p:sp>
        <p:nvSpPr>
          <p:cNvPr id="418" name="Google Shape;418;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4" name="Shape 504"/>
        <p:cNvGrpSpPr/>
        <p:nvPr/>
      </p:nvGrpSpPr>
      <p:grpSpPr>
        <a:xfrm>
          <a:off x="0" y="0"/>
          <a:ext cx="0" cy="0"/>
          <a:chOff x="0" y="0"/>
          <a:chExt cx="0" cy="0"/>
        </a:xfrm>
      </p:grpSpPr>
      <p:sp>
        <p:nvSpPr>
          <p:cNvPr id="505" name="Google Shape;505;p30: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Take example where we have 2 tokens – once and upon. For calculating the attn of a2 at layer 1, we use the k1 and v1 of a1. Similarly, for attn of b2 at layer 2, we need the k1 and v1 of b2.</a:t>
            </a:r>
            <a:endParaRPr/>
          </a:p>
        </p:txBody>
      </p:sp>
      <p:sp>
        <p:nvSpPr>
          <p:cNvPr id="506" name="Google Shape;506;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8" name="Shape 568"/>
        <p:cNvGrpSpPr/>
        <p:nvPr/>
      </p:nvGrpSpPr>
      <p:grpSpPr>
        <a:xfrm>
          <a:off x="0" y="0"/>
          <a:ext cx="0" cy="0"/>
          <a:chOff x="0" y="0"/>
          <a:chExt cx="0" cy="0"/>
        </a:xfrm>
      </p:grpSpPr>
      <p:sp>
        <p:nvSpPr>
          <p:cNvPr id="569" name="Google Shape;569;p31: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Take example where we have 2 tokens – once and upon. For calculating the attn of a2 at layer 1, we use the k1 and v1 of a1. Similarly, for attn of b2 at layer 2, we need the k1 and v1 of b2.</a:t>
            </a:r>
            <a:endParaRPr/>
          </a:p>
        </p:txBody>
      </p:sp>
      <p:sp>
        <p:nvSpPr>
          <p:cNvPr id="570" name="Google Shape;570;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2" name="Shape 632"/>
        <p:cNvGrpSpPr/>
        <p:nvPr/>
      </p:nvGrpSpPr>
      <p:grpSpPr>
        <a:xfrm>
          <a:off x="0" y="0"/>
          <a:ext cx="0" cy="0"/>
          <a:chOff x="0" y="0"/>
          <a:chExt cx="0" cy="0"/>
        </a:xfrm>
      </p:grpSpPr>
      <p:sp>
        <p:nvSpPr>
          <p:cNvPr id="633" name="Google Shape;633;p32: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34" name="Google Shape;634;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9" name="Shape 729"/>
        <p:cNvGrpSpPr/>
        <p:nvPr/>
      </p:nvGrpSpPr>
      <p:grpSpPr>
        <a:xfrm>
          <a:off x="0" y="0"/>
          <a:ext cx="0" cy="0"/>
          <a:chOff x="0" y="0"/>
          <a:chExt cx="0" cy="0"/>
        </a:xfrm>
      </p:grpSpPr>
      <p:sp>
        <p:nvSpPr>
          <p:cNvPr id="730" name="Google Shape;730;p33: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31" name="Google Shape;731;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7" name="Shape 827"/>
        <p:cNvGrpSpPr/>
        <p:nvPr/>
      </p:nvGrpSpPr>
      <p:grpSpPr>
        <a:xfrm>
          <a:off x="0" y="0"/>
          <a:ext cx="0" cy="0"/>
          <a:chOff x="0" y="0"/>
          <a:chExt cx="0" cy="0"/>
        </a:xfrm>
      </p:grpSpPr>
      <p:sp>
        <p:nvSpPr>
          <p:cNvPr id="828" name="Google Shape;828;p34: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We need one for every red box in this figure</a:t>
            </a:r>
            <a:endParaRPr/>
          </a:p>
        </p:txBody>
      </p:sp>
      <p:sp>
        <p:nvSpPr>
          <p:cNvPr id="829" name="Google Shape;829;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7" name="Shape 927"/>
        <p:cNvGrpSpPr/>
        <p:nvPr/>
      </p:nvGrpSpPr>
      <p:grpSpPr>
        <a:xfrm>
          <a:off x="0" y="0"/>
          <a:ext cx="0" cy="0"/>
          <a:chOff x="0" y="0"/>
          <a:chExt cx="0" cy="0"/>
        </a:xfrm>
      </p:grpSpPr>
      <p:sp>
        <p:nvSpPr>
          <p:cNvPr id="928" name="Google Shape;928;g3f5a7a8b598_0_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29" name="Google Shape;929;g3f5a7a8b598_0_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3" name="Shape 933"/>
        <p:cNvGrpSpPr/>
        <p:nvPr/>
      </p:nvGrpSpPr>
      <p:grpSpPr>
        <a:xfrm>
          <a:off x="0" y="0"/>
          <a:ext cx="0" cy="0"/>
          <a:chOff x="0" y="0"/>
          <a:chExt cx="0" cy="0"/>
        </a:xfrm>
      </p:grpSpPr>
      <p:sp>
        <p:nvSpPr>
          <p:cNvPr id="934" name="Google Shape;934;g3f5a7a8b598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5" name="Google Shape;935;g3f5a7a8b598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1" name="Shape 941"/>
        <p:cNvGrpSpPr/>
        <p:nvPr/>
      </p:nvGrpSpPr>
      <p:grpSpPr>
        <a:xfrm>
          <a:off x="0" y="0"/>
          <a:ext cx="0" cy="0"/>
          <a:chOff x="0" y="0"/>
          <a:chExt cx="0" cy="0"/>
        </a:xfrm>
      </p:grpSpPr>
      <p:sp>
        <p:nvSpPr>
          <p:cNvPr id="942" name="Google Shape;942;p6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43" name="Google Shape;943;p6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7" name="Shape 947"/>
        <p:cNvGrpSpPr/>
        <p:nvPr/>
      </p:nvGrpSpPr>
      <p:grpSpPr>
        <a:xfrm>
          <a:off x="0" y="0"/>
          <a:ext cx="0" cy="0"/>
          <a:chOff x="0" y="0"/>
          <a:chExt cx="0" cy="0"/>
        </a:xfrm>
      </p:grpSpPr>
      <p:sp>
        <p:nvSpPr>
          <p:cNvPr id="948" name="Google Shape;948;p6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49" name="Google Shape;949;p6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We did some simplification – it is not a token</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3" name="Shape 1043"/>
        <p:cNvGrpSpPr/>
        <p:nvPr/>
      </p:nvGrpSpPr>
      <p:grpSpPr>
        <a:xfrm>
          <a:off x="0" y="0"/>
          <a:ext cx="0" cy="0"/>
          <a:chOff x="0" y="0"/>
          <a:chExt cx="0" cy="0"/>
        </a:xfrm>
      </p:grpSpPr>
      <p:sp>
        <p:nvSpPr>
          <p:cNvPr id="1044" name="Google Shape;1044;p6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45" name="Google Shape;1045;p6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7" name="Shape 1057"/>
        <p:cNvGrpSpPr/>
        <p:nvPr/>
      </p:nvGrpSpPr>
      <p:grpSpPr>
        <a:xfrm>
          <a:off x="0" y="0"/>
          <a:ext cx="0" cy="0"/>
          <a:chOff x="0" y="0"/>
          <a:chExt cx="0" cy="0"/>
        </a:xfrm>
      </p:grpSpPr>
      <p:sp>
        <p:nvSpPr>
          <p:cNvPr id="1058" name="Google Shape;1058;p6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59" name="Google Shape;1059;p6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3" name="Shape 1073"/>
        <p:cNvGrpSpPr/>
        <p:nvPr/>
      </p:nvGrpSpPr>
      <p:grpSpPr>
        <a:xfrm>
          <a:off x="0" y="0"/>
          <a:ext cx="0" cy="0"/>
          <a:chOff x="0" y="0"/>
          <a:chExt cx="0" cy="0"/>
        </a:xfrm>
      </p:grpSpPr>
      <p:sp>
        <p:nvSpPr>
          <p:cNvPr id="1074" name="Google Shape;1074;p6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75" name="Google Shape;1075;p6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To get the actual textual output, we need to perform decoding to select a single output token</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7" name="Shape 1087"/>
        <p:cNvGrpSpPr/>
        <p:nvPr/>
      </p:nvGrpSpPr>
      <p:grpSpPr>
        <a:xfrm>
          <a:off x="0" y="0"/>
          <a:ext cx="0" cy="0"/>
          <a:chOff x="0" y="0"/>
          <a:chExt cx="0" cy="0"/>
        </a:xfrm>
      </p:grpSpPr>
      <p:sp>
        <p:nvSpPr>
          <p:cNvPr id="1088" name="Google Shape;1088;p6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89" name="Google Shape;1089;p6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2" name="Shape 1102"/>
        <p:cNvGrpSpPr/>
        <p:nvPr/>
      </p:nvGrpSpPr>
      <p:grpSpPr>
        <a:xfrm>
          <a:off x="0" y="0"/>
          <a:ext cx="0" cy="0"/>
          <a:chOff x="0" y="0"/>
          <a:chExt cx="0" cy="0"/>
        </a:xfrm>
      </p:grpSpPr>
      <p:sp>
        <p:nvSpPr>
          <p:cNvPr id="1103" name="Google Shape;1103;p6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04" name="Google Shape;1104;p6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6" name="Shape 1116"/>
        <p:cNvGrpSpPr/>
        <p:nvPr/>
      </p:nvGrpSpPr>
      <p:grpSpPr>
        <a:xfrm>
          <a:off x="0" y="0"/>
          <a:ext cx="0" cy="0"/>
          <a:chOff x="0" y="0"/>
          <a:chExt cx="0" cy="0"/>
        </a:xfrm>
      </p:grpSpPr>
      <p:sp>
        <p:nvSpPr>
          <p:cNvPr id="1117" name="Google Shape;1117;p6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18" name="Google Shape;1118;p6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9" name="Shape 1129"/>
        <p:cNvGrpSpPr/>
        <p:nvPr/>
      </p:nvGrpSpPr>
      <p:grpSpPr>
        <a:xfrm>
          <a:off x="0" y="0"/>
          <a:ext cx="0" cy="0"/>
          <a:chOff x="0" y="0"/>
          <a:chExt cx="0" cy="0"/>
        </a:xfrm>
      </p:grpSpPr>
      <p:sp>
        <p:nvSpPr>
          <p:cNvPr id="1130" name="Google Shape;1130;p6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31" name="Google Shape;1131;p68: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6" name="Shape 1136"/>
        <p:cNvGrpSpPr/>
        <p:nvPr/>
      </p:nvGrpSpPr>
      <p:grpSpPr>
        <a:xfrm>
          <a:off x="0" y="0"/>
          <a:ext cx="0" cy="0"/>
          <a:chOff x="0" y="0"/>
          <a:chExt cx="0" cy="0"/>
        </a:xfrm>
      </p:grpSpPr>
      <p:sp>
        <p:nvSpPr>
          <p:cNvPr id="1137" name="Google Shape;1137;p7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38" name="Google Shape;1138;p7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0" name="Shape 1150"/>
        <p:cNvGrpSpPr/>
        <p:nvPr/>
      </p:nvGrpSpPr>
      <p:grpSpPr>
        <a:xfrm>
          <a:off x="0" y="0"/>
          <a:ext cx="0" cy="0"/>
          <a:chOff x="0" y="0"/>
          <a:chExt cx="0" cy="0"/>
        </a:xfrm>
      </p:grpSpPr>
      <p:sp>
        <p:nvSpPr>
          <p:cNvPr id="1151" name="Google Shape;1151;p7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52" name="Google Shape;1152;p7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84"/>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1" name="Google Shape;11;p84"/>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8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3" name="Shape 13"/>
        <p:cNvGrpSpPr/>
        <p:nvPr/>
      </p:nvGrpSpPr>
      <p:grpSpPr>
        <a:xfrm>
          <a:off x="0" y="0"/>
          <a:ext cx="0" cy="0"/>
          <a:chOff x="0" y="0"/>
          <a:chExt cx="0" cy="0"/>
        </a:xfrm>
      </p:grpSpPr>
      <p:sp>
        <p:nvSpPr>
          <p:cNvPr id="14" name="Google Shape;14;p8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5" name="Google Shape;15;p8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6" name="Google Shape;16;p8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sp>
        <p:nvSpPr>
          <p:cNvPr id="18" name="Google Shape;18;p86"/>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9" name="Google Shape;19;p8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8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2" name="Google Shape;22;p87"/>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3" name="Google Shape;23;p87"/>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4" name="Google Shape;24;p8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5" name="Shape 25"/>
        <p:cNvGrpSpPr/>
        <p:nvPr/>
      </p:nvGrpSpPr>
      <p:grpSpPr>
        <a:xfrm>
          <a:off x="0" y="0"/>
          <a:ext cx="0" cy="0"/>
          <a:chOff x="0" y="0"/>
          <a:chExt cx="0" cy="0"/>
        </a:xfrm>
      </p:grpSpPr>
      <p:sp>
        <p:nvSpPr>
          <p:cNvPr id="26" name="Google Shape;26;p88"/>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7" name="Google Shape;27;p88"/>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1200"/>
              </a:spcBef>
              <a:spcAft>
                <a:spcPts val="0"/>
              </a:spcAft>
              <a:buClr>
                <a:schemeClr val="dk1"/>
              </a:buClr>
              <a:buSzPts val="1400"/>
              <a:buChar char="○"/>
              <a:defRPr/>
            </a:lvl2pPr>
            <a:lvl3pPr indent="-317500" lvl="2" marL="1371600" algn="l">
              <a:lnSpc>
                <a:spcPct val="90000"/>
              </a:lnSpc>
              <a:spcBef>
                <a:spcPts val="1200"/>
              </a:spcBef>
              <a:spcAft>
                <a:spcPts val="0"/>
              </a:spcAft>
              <a:buClr>
                <a:schemeClr val="dk1"/>
              </a:buClr>
              <a:buSzPts val="1400"/>
              <a:buChar char="■"/>
              <a:defRPr/>
            </a:lvl3pPr>
            <a:lvl4pPr indent="-317500" lvl="3" marL="1828800" algn="l">
              <a:lnSpc>
                <a:spcPct val="90000"/>
              </a:lnSpc>
              <a:spcBef>
                <a:spcPts val="1200"/>
              </a:spcBef>
              <a:spcAft>
                <a:spcPts val="0"/>
              </a:spcAft>
              <a:buClr>
                <a:schemeClr val="dk1"/>
              </a:buClr>
              <a:buSzPts val="1400"/>
              <a:buChar char="●"/>
              <a:defRPr/>
            </a:lvl4pPr>
            <a:lvl5pPr indent="-317500" lvl="4" marL="2286000" algn="l">
              <a:lnSpc>
                <a:spcPct val="90000"/>
              </a:lnSpc>
              <a:spcBef>
                <a:spcPts val="1200"/>
              </a:spcBef>
              <a:spcAft>
                <a:spcPts val="0"/>
              </a:spcAft>
              <a:buClr>
                <a:schemeClr val="dk1"/>
              </a:buClr>
              <a:buSzPts val="1400"/>
              <a:buChar char="○"/>
              <a:defRPr/>
            </a:lvl5pPr>
            <a:lvl6pPr indent="-317500" lvl="5" marL="2743200" algn="l">
              <a:lnSpc>
                <a:spcPct val="90000"/>
              </a:lnSpc>
              <a:spcBef>
                <a:spcPts val="1200"/>
              </a:spcBef>
              <a:spcAft>
                <a:spcPts val="0"/>
              </a:spcAft>
              <a:buClr>
                <a:schemeClr val="dk1"/>
              </a:buClr>
              <a:buSzPts val="1400"/>
              <a:buChar char="■"/>
              <a:defRPr/>
            </a:lvl6pPr>
            <a:lvl7pPr indent="-317500" lvl="6" marL="3200400" algn="l">
              <a:lnSpc>
                <a:spcPct val="90000"/>
              </a:lnSpc>
              <a:spcBef>
                <a:spcPts val="1200"/>
              </a:spcBef>
              <a:spcAft>
                <a:spcPts val="0"/>
              </a:spcAft>
              <a:buClr>
                <a:schemeClr val="dk1"/>
              </a:buClr>
              <a:buSzPts val="1400"/>
              <a:buChar char="●"/>
              <a:defRPr/>
            </a:lvl7pPr>
            <a:lvl8pPr indent="-317500" lvl="7" marL="3657600" algn="l">
              <a:lnSpc>
                <a:spcPct val="90000"/>
              </a:lnSpc>
              <a:spcBef>
                <a:spcPts val="1200"/>
              </a:spcBef>
              <a:spcAft>
                <a:spcPts val="0"/>
              </a:spcAft>
              <a:buClr>
                <a:schemeClr val="dk1"/>
              </a:buClr>
              <a:buSzPts val="1400"/>
              <a:buChar char="○"/>
              <a:defRPr/>
            </a:lvl8pPr>
            <a:lvl9pPr indent="-317500" lvl="8" marL="4114800" algn="l">
              <a:lnSpc>
                <a:spcPct val="90000"/>
              </a:lnSpc>
              <a:spcBef>
                <a:spcPts val="1200"/>
              </a:spcBef>
              <a:spcAft>
                <a:spcPts val="1200"/>
              </a:spcAft>
              <a:buClr>
                <a:schemeClr val="dk1"/>
              </a:buClr>
              <a:buSzPts val="1400"/>
              <a:buChar char="■"/>
              <a:defRPr/>
            </a:lvl9pPr>
          </a:lstStyle>
          <a:p/>
        </p:txBody>
      </p:sp>
      <p:sp>
        <p:nvSpPr>
          <p:cNvPr id="28" name="Google Shape;28;p88"/>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29" name="Google Shape;29;p88"/>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marR="0" rtl="0" algn="ct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30" name="Google Shape;30;p88"/>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1" name="Shape 31"/>
        <p:cNvGrpSpPr/>
        <p:nvPr/>
      </p:nvGrpSpPr>
      <p:grpSpPr>
        <a:xfrm>
          <a:off x="0" y="0"/>
          <a:ext cx="0" cy="0"/>
          <a:chOff x="0" y="0"/>
          <a:chExt cx="0" cy="0"/>
        </a:xfrm>
      </p:grpSpPr>
      <p:sp>
        <p:nvSpPr>
          <p:cNvPr id="32" name="Google Shape;32;p8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3" name="Google Shape;33;p8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4" name="Shape 34"/>
        <p:cNvGrpSpPr/>
        <p:nvPr/>
      </p:nvGrpSpPr>
      <p:grpSpPr>
        <a:xfrm>
          <a:off x="0" y="0"/>
          <a:ext cx="0" cy="0"/>
          <a:chOff x="0" y="0"/>
          <a:chExt cx="0" cy="0"/>
        </a:xfrm>
      </p:grpSpPr>
      <p:sp>
        <p:nvSpPr>
          <p:cNvPr id="35" name="Google Shape;35;p90"/>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6" name="Google Shape;36;p90"/>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7" name="Google Shape;37;p9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8" name="Shape 38"/>
        <p:cNvGrpSpPr/>
        <p:nvPr/>
      </p:nvGrpSpPr>
      <p:grpSpPr>
        <a:xfrm>
          <a:off x="0" y="0"/>
          <a:ext cx="0" cy="0"/>
          <a:chOff x="0" y="0"/>
          <a:chExt cx="0" cy="0"/>
        </a:xfrm>
      </p:grpSpPr>
      <p:sp>
        <p:nvSpPr>
          <p:cNvPr id="39" name="Google Shape;39;p91"/>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40" name="Google Shape;40;p9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1" name="Shape 41"/>
        <p:cNvGrpSpPr/>
        <p:nvPr/>
      </p:nvGrpSpPr>
      <p:grpSpPr>
        <a:xfrm>
          <a:off x="0" y="0"/>
          <a:ext cx="0" cy="0"/>
          <a:chOff x="0" y="0"/>
          <a:chExt cx="0" cy="0"/>
        </a:xfrm>
      </p:grpSpPr>
      <p:sp>
        <p:nvSpPr>
          <p:cNvPr id="42" name="Google Shape;42;p92"/>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 name="Google Shape;43;p92"/>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44" name="Google Shape;44;p92"/>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5" name="Google Shape;45;p92"/>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6" name="Google Shape;46;p9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7" name="Shape 47"/>
        <p:cNvGrpSpPr/>
        <p:nvPr/>
      </p:nvGrpSpPr>
      <p:grpSpPr>
        <a:xfrm>
          <a:off x="0" y="0"/>
          <a:ext cx="0" cy="0"/>
          <a:chOff x="0" y="0"/>
          <a:chExt cx="0" cy="0"/>
        </a:xfrm>
      </p:grpSpPr>
      <p:sp>
        <p:nvSpPr>
          <p:cNvPr id="48" name="Google Shape;48;p93"/>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49" name="Google Shape;49;p9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0" name="Shape 50"/>
        <p:cNvGrpSpPr/>
        <p:nvPr/>
      </p:nvGrpSpPr>
      <p:grpSpPr>
        <a:xfrm>
          <a:off x="0" y="0"/>
          <a:ext cx="0" cy="0"/>
          <a:chOff x="0" y="0"/>
          <a:chExt cx="0" cy="0"/>
        </a:xfrm>
      </p:grpSpPr>
      <p:sp>
        <p:nvSpPr>
          <p:cNvPr id="51" name="Google Shape;51;p94"/>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52" name="Google Shape;52;p94"/>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53" name="Google Shape;53;p9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8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8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8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4.png"/><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2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1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0.png"/><Relationship Id="rId4" Type="http://schemas.openxmlformats.org/officeDocument/2006/relationships/image" Target="../media/image12.png"/><Relationship Id="rId5" Type="http://schemas.openxmlformats.org/officeDocument/2006/relationships/hyperlink" Target="http://q.kt"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1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3.xml"/><Relationship Id="rId3" Type="http://schemas.openxmlformats.org/officeDocument/2006/relationships/image" Target="../media/image9.png"/><Relationship Id="rId4" Type="http://schemas.openxmlformats.org/officeDocument/2006/relationships/image" Target="../media/image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4.xml"/><Relationship Id="rId3" Type="http://schemas.openxmlformats.org/officeDocument/2006/relationships/image" Target="../media/image9.png"/><Relationship Id="rId4" Type="http://schemas.openxmlformats.org/officeDocument/2006/relationships/image" Target="../media/image6.png"/><Relationship Id="rId5" Type="http://schemas.openxmlformats.org/officeDocument/2006/relationships/image" Target="../media/image1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5.xml"/><Relationship Id="rId3" Type="http://schemas.openxmlformats.org/officeDocument/2006/relationships/image" Target="../media/image9.png"/><Relationship Id="rId4" Type="http://schemas.openxmlformats.org/officeDocument/2006/relationships/image" Target="../media/image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6.xml"/><Relationship Id="rId3" Type="http://schemas.openxmlformats.org/officeDocument/2006/relationships/image" Target="../media/image9.png"/><Relationship Id="rId4" Type="http://schemas.openxmlformats.org/officeDocument/2006/relationships/image" Target="../media/image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7.xml"/><Relationship Id="rId3" Type="http://schemas.openxmlformats.org/officeDocument/2006/relationships/image" Target="../media/image9.png"/><Relationship Id="rId4" Type="http://schemas.openxmlformats.org/officeDocument/2006/relationships/image" Target="../media/image6.png"/><Relationship Id="rId5" Type="http://schemas.openxmlformats.org/officeDocument/2006/relationships/image" Target="../media/image1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8.xml"/><Relationship Id="rId3" Type="http://schemas.openxmlformats.org/officeDocument/2006/relationships/image" Target="../media/image9.png"/><Relationship Id="rId4" Type="http://schemas.openxmlformats.org/officeDocument/2006/relationships/image" Target="../media/image6.png"/><Relationship Id="rId5" Type="http://schemas.openxmlformats.org/officeDocument/2006/relationships/image" Target="../media/image1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9.xml"/><Relationship Id="rId3" Type="http://schemas.openxmlformats.org/officeDocument/2006/relationships/image" Target="../media/image9.png"/><Relationship Id="rId4" Type="http://schemas.openxmlformats.org/officeDocument/2006/relationships/image" Target="../media/image6.png"/><Relationship Id="rId5" Type="http://schemas.openxmlformats.org/officeDocument/2006/relationships/image" Target="../media/image1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20.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15.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15.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15.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19.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16.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image" Target="../media/image18.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image" Target="../media/image1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 name="Shape 57"/>
        <p:cNvGrpSpPr/>
        <p:nvPr/>
      </p:nvGrpSpPr>
      <p:grpSpPr>
        <a:xfrm>
          <a:off x="0" y="0"/>
          <a:ext cx="0" cy="0"/>
          <a:chOff x="0" y="0"/>
          <a:chExt cx="0" cy="0"/>
        </a:xfrm>
      </p:grpSpPr>
      <p:sp>
        <p:nvSpPr>
          <p:cNvPr id="58" name="Google Shape;58;p1"/>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SzPts val="5200"/>
              <a:buNone/>
            </a:pPr>
            <a:r>
              <a:rPr lang="en"/>
              <a:t>Inference Systems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 name="Shape 62"/>
        <p:cNvGrpSpPr/>
        <p:nvPr/>
      </p:nvGrpSpPr>
      <p:grpSpPr>
        <a:xfrm>
          <a:off x="0" y="0"/>
          <a:ext cx="0" cy="0"/>
          <a:chOff x="0" y="0"/>
          <a:chExt cx="0" cy="0"/>
        </a:xfrm>
      </p:grpSpPr>
      <p:sp>
        <p:nvSpPr>
          <p:cNvPr id="63" name="Google Shape;63;p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Outline</a:t>
            </a:r>
            <a:endParaRPr/>
          </a:p>
        </p:txBody>
      </p:sp>
      <p:sp>
        <p:nvSpPr>
          <p:cNvPr id="64" name="Google Shape;64;p2"/>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AutoNum type="arabicPeriod"/>
            </a:pPr>
            <a:r>
              <a:rPr lang="en">
                <a:solidFill>
                  <a:schemeClr val="dk1"/>
                </a:solidFill>
              </a:rPr>
              <a:t>Background</a:t>
            </a:r>
            <a:endParaRPr/>
          </a:p>
          <a:p>
            <a:pPr indent="-342900" lvl="0" marL="457200" rtl="0" algn="l">
              <a:lnSpc>
                <a:spcPct val="115000"/>
              </a:lnSpc>
              <a:spcBef>
                <a:spcPts val="0"/>
              </a:spcBef>
              <a:spcAft>
                <a:spcPts val="0"/>
              </a:spcAft>
              <a:buSzPts val="1800"/>
              <a:buAutoNum type="arabicPeriod"/>
            </a:pPr>
            <a:r>
              <a:rPr lang="en">
                <a:solidFill>
                  <a:schemeClr val="dk1"/>
                </a:solidFill>
              </a:rPr>
              <a:t>Core Features – KV Caching, Batching, Paged Attention</a:t>
            </a:r>
            <a:endParaRPr/>
          </a:p>
          <a:p>
            <a:pPr indent="-342900" lvl="0" marL="457200" rtl="0" algn="l">
              <a:lnSpc>
                <a:spcPct val="115000"/>
              </a:lnSpc>
              <a:spcBef>
                <a:spcPts val="0"/>
              </a:spcBef>
              <a:spcAft>
                <a:spcPts val="0"/>
              </a:spcAft>
              <a:buSzPts val="1800"/>
              <a:buAutoNum type="arabicPeriod"/>
            </a:pPr>
            <a:r>
              <a:rPr lang="en">
                <a:solidFill>
                  <a:schemeClr val="dk1"/>
                </a:solidFill>
              </a:rPr>
              <a:t>Decoding</a:t>
            </a:r>
            <a:endParaRPr/>
          </a:p>
          <a:p>
            <a:pPr indent="-342900" lvl="0" marL="457200" rtl="0" algn="l">
              <a:lnSpc>
                <a:spcPct val="115000"/>
              </a:lnSpc>
              <a:spcBef>
                <a:spcPts val="0"/>
              </a:spcBef>
              <a:spcAft>
                <a:spcPts val="0"/>
              </a:spcAft>
              <a:buSzPts val="1800"/>
              <a:buAutoNum type="arabicPeriod"/>
            </a:pPr>
            <a:r>
              <a:rPr lang="en">
                <a:solidFill>
                  <a:schemeClr val="dk1"/>
                </a:solidFill>
              </a:rPr>
              <a:t>Small Inference Demo</a:t>
            </a:r>
            <a:endParaRPr/>
          </a:p>
          <a:p>
            <a:pPr indent="-228600" lvl="0" marL="457200" rtl="0" algn="l">
              <a:lnSpc>
                <a:spcPct val="115000"/>
              </a:lnSpc>
              <a:spcBef>
                <a:spcPts val="0"/>
              </a:spcBef>
              <a:spcAft>
                <a:spcPts val="0"/>
              </a:spcAft>
              <a:buSzPts val="1800"/>
              <a:buNone/>
            </a:pPr>
            <a:r>
              <a:t/>
            </a:r>
            <a:endParaRPr>
              <a:solidFill>
                <a:schemeClr val="dk1"/>
              </a:solidFill>
            </a:endParaRPr>
          </a:p>
        </p:txBody>
      </p:sp>
      <p:sp>
        <p:nvSpPr>
          <p:cNvPr id="65" name="Google Shape;65;p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sp>
        <p:nvSpPr>
          <p:cNvPr id="70" name="Google Shape;70;p3"/>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p>
            <a:pPr indent="0" lvl="0" marL="0" rtl="0" algn="ctr">
              <a:lnSpc>
                <a:spcPct val="100000"/>
              </a:lnSpc>
              <a:spcBef>
                <a:spcPts val="0"/>
              </a:spcBef>
              <a:spcAft>
                <a:spcPts val="0"/>
              </a:spcAft>
              <a:buSzPts val="3600"/>
              <a:buNone/>
            </a:pPr>
            <a:r>
              <a:rPr lang="en"/>
              <a:t>What is inference?</a:t>
            </a:r>
            <a:endParaRPr/>
          </a:p>
        </p:txBody>
      </p:sp>
      <p:sp>
        <p:nvSpPr>
          <p:cNvPr id="71" name="Google Shape;71;p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sp>
        <p:nvSpPr>
          <p:cNvPr id="76" name="Google Shape;76;p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lang="en" sz="2400">
                <a:latin typeface="Calibri"/>
                <a:ea typeface="Calibri"/>
                <a:cs typeface="Calibri"/>
                <a:sym typeface="Calibri"/>
              </a:rPr>
              <a:t>What is inference?</a:t>
            </a:r>
            <a:endParaRPr sz="2400">
              <a:latin typeface="Calibri"/>
              <a:ea typeface="Calibri"/>
              <a:cs typeface="Calibri"/>
              <a:sym typeface="Calibri"/>
            </a:endParaRPr>
          </a:p>
        </p:txBody>
      </p:sp>
      <p:sp>
        <p:nvSpPr>
          <p:cNvPr id="77" name="Google Shape;77;p4"/>
          <p:cNvSpPr txBox="1"/>
          <p:nvPr>
            <p:ph idx="1" type="body"/>
          </p:nvPr>
        </p:nvSpPr>
        <p:spPr>
          <a:xfrm>
            <a:off x="311700" y="1930950"/>
            <a:ext cx="3999900" cy="2637900"/>
          </a:xfrm>
          <a:prstGeom prst="rect">
            <a:avLst/>
          </a:prstGeom>
          <a:noFill/>
          <a:ln>
            <a:noFill/>
          </a:ln>
        </p:spPr>
        <p:txBody>
          <a:bodyPr anchorCtr="0" anchor="t" bIns="91425" lIns="91425" spcFirstLastPara="1" rIns="91425" wrap="square" tIns="91425">
            <a:normAutofit/>
          </a:bodyPr>
          <a:lstStyle/>
          <a:p>
            <a:pPr indent="0" lvl="0" marL="114300" rtl="0" algn="l">
              <a:lnSpc>
                <a:spcPct val="115000"/>
              </a:lnSpc>
              <a:spcBef>
                <a:spcPts val="0"/>
              </a:spcBef>
              <a:spcAft>
                <a:spcPts val="0"/>
              </a:spcAft>
              <a:buClr>
                <a:schemeClr val="dk1"/>
              </a:buClr>
              <a:buSzPts val="1800"/>
              <a:buNone/>
            </a:pPr>
            <a:r>
              <a:rPr lang="en" sz="1800">
                <a:solidFill>
                  <a:schemeClr val="dk1"/>
                </a:solidFill>
                <a:latin typeface="Calibri"/>
                <a:ea typeface="Calibri"/>
                <a:cs typeface="Calibri"/>
                <a:sym typeface="Calibri"/>
              </a:rPr>
              <a:t>Text generation</a:t>
            </a:r>
            <a:endParaRPr sz="1800">
              <a:solidFill>
                <a:schemeClr val="dk1"/>
              </a:solidFill>
              <a:latin typeface="Calibri"/>
              <a:ea typeface="Calibri"/>
              <a:cs typeface="Calibri"/>
              <a:sym typeface="Calibri"/>
            </a:endParaRPr>
          </a:p>
          <a:p>
            <a:pPr indent="0" lvl="0" marL="0" rtl="0" algn="l">
              <a:lnSpc>
                <a:spcPct val="115000"/>
              </a:lnSpc>
              <a:spcBef>
                <a:spcPts val="1200"/>
              </a:spcBef>
              <a:spcAft>
                <a:spcPts val="1200"/>
              </a:spcAft>
              <a:buSzPts val="1400"/>
              <a:buNone/>
            </a:pPr>
            <a:r>
              <a:t/>
            </a:r>
            <a:endParaRPr sz="1800">
              <a:solidFill>
                <a:schemeClr val="dk1"/>
              </a:solidFill>
              <a:latin typeface="Calibri"/>
              <a:ea typeface="Calibri"/>
              <a:cs typeface="Calibri"/>
              <a:sym typeface="Calibri"/>
            </a:endParaRPr>
          </a:p>
        </p:txBody>
      </p:sp>
      <p:sp>
        <p:nvSpPr>
          <p:cNvPr id="78" name="Google Shape;78;p4"/>
          <p:cNvSpPr txBox="1"/>
          <p:nvPr/>
        </p:nvSpPr>
        <p:spPr>
          <a:xfrm>
            <a:off x="0" y="4650800"/>
            <a:ext cx="28647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chemeClr val="dk2"/>
                </a:solidFill>
                <a:latin typeface="Arial"/>
                <a:ea typeface="Arial"/>
                <a:cs typeface="Arial"/>
                <a:sym typeface="Arial"/>
              </a:rPr>
              <a:t>https://magazine.sebastianraschka.com/p/building-a-gpt-style-llm-classifier</a:t>
            </a:r>
            <a:endParaRPr b="0" i="0" sz="1000" u="none" cap="none" strike="noStrike">
              <a:solidFill>
                <a:schemeClr val="dk2"/>
              </a:solidFill>
              <a:latin typeface="Arial"/>
              <a:ea typeface="Arial"/>
              <a:cs typeface="Arial"/>
              <a:sym typeface="Arial"/>
            </a:endParaRPr>
          </a:p>
        </p:txBody>
      </p:sp>
      <p:sp>
        <p:nvSpPr>
          <p:cNvPr id="79" name="Google Shape;79;p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grpSp>
        <p:nvGrpSpPr>
          <p:cNvPr id="80" name="Google Shape;80;p4"/>
          <p:cNvGrpSpPr/>
          <p:nvPr/>
        </p:nvGrpSpPr>
        <p:grpSpPr>
          <a:xfrm>
            <a:off x="2864700" y="520248"/>
            <a:ext cx="5839733" cy="4142969"/>
            <a:chOff x="3204376" y="425881"/>
            <a:chExt cx="5839733" cy="4142969"/>
          </a:xfrm>
        </p:grpSpPr>
        <p:pic>
          <p:nvPicPr>
            <p:cNvPr id="81" name="Google Shape;81;p4"/>
            <p:cNvPicPr preferRelativeResize="0"/>
            <p:nvPr/>
          </p:nvPicPr>
          <p:blipFill rotWithShape="1">
            <a:blip r:embed="rId3">
              <a:alphaModFix/>
            </a:blip>
            <a:srcRect b="6568" l="24487" r="0" t="0"/>
            <a:stretch/>
          </p:blipFill>
          <p:spPr>
            <a:xfrm>
              <a:off x="3204376" y="425881"/>
              <a:ext cx="5839733" cy="4142969"/>
            </a:xfrm>
            <a:prstGeom prst="rect">
              <a:avLst/>
            </a:prstGeom>
            <a:noFill/>
            <a:ln>
              <a:noFill/>
            </a:ln>
          </p:spPr>
        </p:pic>
        <p:sp>
          <p:nvSpPr>
            <p:cNvPr id="82" name="Google Shape;82;p4"/>
            <p:cNvSpPr/>
            <p:nvPr/>
          </p:nvSpPr>
          <p:spPr>
            <a:xfrm>
              <a:off x="3204376" y="1375576"/>
              <a:ext cx="1431234" cy="2813651"/>
            </a:xfrm>
            <a:custGeom>
              <a:rect b="b" l="l" r="r" t="t"/>
              <a:pathLst>
                <a:path extrusionOk="0" h="2813651" w="1431234">
                  <a:moveTo>
                    <a:pt x="0" y="0"/>
                  </a:moveTo>
                  <a:cubicBezTo>
                    <a:pt x="203806" y="-6129"/>
                    <a:pt x="301743" y="7895"/>
                    <a:pt x="462766" y="0"/>
                  </a:cubicBezTo>
                  <a:cubicBezTo>
                    <a:pt x="623789" y="-7895"/>
                    <a:pt x="777379" y="21741"/>
                    <a:pt x="968468" y="0"/>
                  </a:cubicBezTo>
                  <a:cubicBezTo>
                    <a:pt x="1159557" y="-21741"/>
                    <a:pt x="1234787" y="22402"/>
                    <a:pt x="1431234" y="0"/>
                  </a:cubicBezTo>
                  <a:cubicBezTo>
                    <a:pt x="1452674" y="130651"/>
                    <a:pt x="1456173" y="262855"/>
                    <a:pt x="1431234" y="506457"/>
                  </a:cubicBezTo>
                  <a:cubicBezTo>
                    <a:pt x="1406295" y="750059"/>
                    <a:pt x="1418902" y="907488"/>
                    <a:pt x="1431234" y="1012914"/>
                  </a:cubicBezTo>
                  <a:cubicBezTo>
                    <a:pt x="1443566" y="1118340"/>
                    <a:pt x="1428520" y="1359015"/>
                    <a:pt x="1431234" y="1631918"/>
                  </a:cubicBezTo>
                  <a:cubicBezTo>
                    <a:pt x="1433948" y="1904821"/>
                    <a:pt x="1432503" y="1923101"/>
                    <a:pt x="1431234" y="2166511"/>
                  </a:cubicBezTo>
                  <a:cubicBezTo>
                    <a:pt x="1429965" y="2409921"/>
                    <a:pt x="1402446" y="2616748"/>
                    <a:pt x="1431234" y="2813651"/>
                  </a:cubicBezTo>
                  <a:cubicBezTo>
                    <a:pt x="1290976" y="2805413"/>
                    <a:pt x="1110620" y="2818990"/>
                    <a:pt x="954156" y="2813651"/>
                  </a:cubicBezTo>
                  <a:cubicBezTo>
                    <a:pt x="797692" y="2808312"/>
                    <a:pt x="549651" y="2801532"/>
                    <a:pt x="448453" y="2813651"/>
                  </a:cubicBezTo>
                  <a:cubicBezTo>
                    <a:pt x="347255" y="2825770"/>
                    <a:pt x="214985" y="2835075"/>
                    <a:pt x="0" y="2813651"/>
                  </a:cubicBezTo>
                  <a:cubicBezTo>
                    <a:pt x="-25530" y="2650355"/>
                    <a:pt x="-7744" y="2393573"/>
                    <a:pt x="0" y="2194648"/>
                  </a:cubicBezTo>
                  <a:cubicBezTo>
                    <a:pt x="7744" y="1995723"/>
                    <a:pt x="3949" y="1838012"/>
                    <a:pt x="0" y="1716327"/>
                  </a:cubicBezTo>
                  <a:cubicBezTo>
                    <a:pt x="-3949" y="1594642"/>
                    <a:pt x="-18362" y="1364078"/>
                    <a:pt x="0" y="1238006"/>
                  </a:cubicBezTo>
                  <a:cubicBezTo>
                    <a:pt x="18362" y="1111934"/>
                    <a:pt x="-4284" y="873782"/>
                    <a:pt x="0" y="731549"/>
                  </a:cubicBezTo>
                  <a:cubicBezTo>
                    <a:pt x="4284" y="589316"/>
                    <a:pt x="-3693" y="169247"/>
                    <a:pt x="0" y="0"/>
                  </a:cubicBezTo>
                  <a:close/>
                </a:path>
              </a:pathLst>
            </a:custGeom>
            <a:noFill/>
            <a:ln cap="flat" cmpd="sng" w="25400">
              <a:solidFill>
                <a:srgbClr val="FF0000"/>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7">
                                            <p:txEl>
                                              <p:pRg end="1" st="1"/>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lang="en" sz="2400">
                <a:latin typeface="Calibri"/>
                <a:ea typeface="Calibri"/>
                <a:cs typeface="Calibri"/>
                <a:sym typeface="Calibri"/>
              </a:rPr>
              <a:t>What is inference?</a:t>
            </a:r>
            <a:endParaRPr sz="2400">
              <a:latin typeface="Calibri"/>
              <a:ea typeface="Calibri"/>
              <a:cs typeface="Calibri"/>
              <a:sym typeface="Calibri"/>
            </a:endParaRPr>
          </a:p>
        </p:txBody>
      </p:sp>
      <p:sp>
        <p:nvSpPr>
          <p:cNvPr id="88" name="Google Shape;88;p5"/>
          <p:cNvSpPr txBox="1"/>
          <p:nvPr>
            <p:ph idx="1" type="body"/>
          </p:nvPr>
        </p:nvSpPr>
        <p:spPr>
          <a:xfrm>
            <a:off x="311700" y="1930950"/>
            <a:ext cx="3999900" cy="26379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Clr>
                <a:schemeClr val="dk1"/>
              </a:buClr>
              <a:buSzPts val="1800"/>
              <a:buFont typeface="Calibri"/>
              <a:buChar char="●"/>
            </a:pPr>
            <a:r>
              <a:rPr lang="en" sz="1800">
                <a:solidFill>
                  <a:schemeClr val="dk1"/>
                </a:solidFill>
                <a:latin typeface="Calibri"/>
                <a:ea typeface="Calibri"/>
                <a:cs typeface="Calibri"/>
                <a:sym typeface="Calibri"/>
              </a:rPr>
              <a:t>Text generation</a:t>
            </a:r>
            <a:endParaRPr sz="1800">
              <a:solidFill>
                <a:schemeClr val="dk1"/>
              </a:solidFill>
              <a:latin typeface="Calibri"/>
              <a:ea typeface="Calibri"/>
              <a:cs typeface="Calibri"/>
              <a:sym typeface="Calibri"/>
            </a:endParaRPr>
          </a:p>
          <a:p>
            <a:pPr indent="-342900" lvl="0" marL="457200" rtl="0" algn="l">
              <a:lnSpc>
                <a:spcPct val="115000"/>
              </a:lnSpc>
              <a:spcBef>
                <a:spcPts val="0"/>
              </a:spcBef>
              <a:spcAft>
                <a:spcPts val="0"/>
              </a:spcAft>
              <a:buClr>
                <a:srgbClr val="6AA84F"/>
              </a:buClr>
              <a:buSzPts val="1800"/>
              <a:buFont typeface="Calibri"/>
              <a:buChar char="●"/>
            </a:pPr>
            <a:r>
              <a:rPr lang="en" sz="1800">
                <a:solidFill>
                  <a:srgbClr val="6AA84F"/>
                </a:solidFill>
                <a:latin typeface="Calibri"/>
                <a:ea typeface="Calibri"/>
                <a:cs typeface="Calibri"/>
                <a:sym typeface="Calibri"/>
              </a:rPr>
              <a:t>Classification </a:t>
            </a:r>
            <a:endParaRPr/>
          </a:p>
          <a:p>
            <a:pPr indent="-342900" lvl="0" marL="457200" rtl="0" algn="l">
              <a:lnSpc>
                <a:spcPct val="115000"/>
              </a:lnSpc>
              <a:spcBef>
                <a:spcPts val="0"/>
              </a:spcBef>
              <a:spcAft>
                <a:spcPts val="0"/>
              </a:spcAft>
              <a:buClr>
                <a:srgbClr val="43AFE2"/>
              </a:buClr>
              <a:buSzPts val="1800"/>
              <a:buFont typeface="Calibri"/>
              <a:buChar char="●"/>
            </a:pPr>
            <a:r>
              <a:rPr lang="en" sz="1800">
                <a:solidFill>
                  <a:srgbClr val="43AFE2"/>
                </a:solidFill>
                <a:latin typeface="Calibri"/>
                <a:ea typeface="Calibri"/>
                <a:cs typeface="Calibri"/>
                <a:sym typeface="Calibri"/>
              </a:rPr>
              <a:t>Translation</a:t>
            </a:r>
            <a:endParaRPr sz="1800">
              <a:solidFill>
                <a:srgbClr val="43AFE2"/>
              </a:solidFill>
              <a:latin typeface="Calibri"/>
              <a:ea typeface="Calibri"/>
              <a:cs typeface="Calibri"/>
              <a:sym typeface="Calibri"/>
            </a:endParaRPr>
          </a:p>
          <a:p>
            <a:pPr indent="0" lvl="0" marL="0" rtl="0" algn="l">
              <a:lnSpc>
                <a:spcPct val="115000"/>
              </a:lnSpc>
              <a:spcBef>
                <a:spcPts val="1200"/>
              </a:spcBef>
              <a:spcAft>
                <a:spcPts val="1200"/>
              </a:spcAft>
              <a:buSzPts val="1400"/>
              <a:buNone/>
            </a:pPr>
            <a:r>
              <a:t/>
            </a:r>
            <a:endParaRPr sz="1800">
              <a:solidFill>
                <a:schemeClr val="dk1"/>
              </a:solidFill>
              <a:latin typeface="Calibri"/>
              <a:ea typeface="Calibri"/>
              <a:cs typeface="Calibri"/>
              <a:sym typeface="Calibri"/>
            </a:endParaRPr>
          </a:p>
        </p:txBody>
      </p:sp>
      <p:pic>
        <p:nvPicPr>
          <p:cNvPr id="89" name="Google Shape;89;p5"/>
          <p:cNvPicPr preferRelativeResize="0"/>
          <p:nvPr/>
        </p:nvPicPr>
        <p:blipFill rotWithShape="1">
          <a:blip r:embed="rId3">
            <a:alphaModFix/>
          </a:blip>
          <a:srcRect b="6568" l="24794" r="0" t="0"/>
          <a:stretch/>
        </p:blipFill>
        <p:spPr>
          <a:xfrm>
            <a:off x="4311600" y="43762"/>
            <a:ext cx="3049692" cy="2077638"/>
          </a:xfrm>
          <a:prstGeom prst="rect">
            <a:avLst/>
          </a:prstGeom>
          <a:noFill/>
          <a:ln>
            <a:noFill/>
          </a:ln>
        </p:spPr>
      </p:pic>
      <p:cxnSp>
        <p:nvCxnSpPr>
          <p:cNvPr id="90" name="Google Shape;90;p5"/>
          <p:cNvCxnSpPr>
            <a:endCxn id="91" idx="1"/>
          </p:cNvCxnSpPr>
          <p:nvPr/>
        </p:nvCxnSpPr>
        <p:spPr>
          <a:xfrm>
            <a:off x="2144125" y="2494050"/>
            <a:ext cx="1080900" cy="490500"/>
          </a:xfrm>
          <a:prstGeom prst="straightConnector1">
            <a:avLst/>
          </a:prstGeom>
          <a:noFill/>
          <a:ln cap="flat" cmpd="sng" w="28575">
            <a:solidFill>
              <a:srgbClr val="6AA84F"/>
            </a:solidFill>
            <a:prstDash val="solid"/>
            <a:round/>
            <a:headEnd len="sm" w="sm" type="none"/>
            <a:tailEnd len="med" w="med" type="triangle"/>
          </a:ln>
        </p:spPr>
      </p:cxnSp>
      <p:cxnSp>
        <p:nvCxnSpPr>
          <p:cNvPr id="92" name="Google Shape;92;p5"/>
          <p:cNvCxnSpPr>
            <a:endCxn id="93" idx="1"/>
          </p:cNvCxnSpPr>
          <p:nvPr/>
        </p:nvCxnSpPr>
        <p:spPr>
          <a:xfrm>
            <a:off x="1970075" y="2841949"/>
            <a:ext cx="894600" cy="1645500"/>
          </a:xfrm>
          <a:prstGeom prst="straightConnector1">
            <a:avLst/>
          </a:prstGeom>
          <a:noFill/>
          <a:ln cap="flat" cmpd="sng" w="28575">
            <a:solidFill>
              <a:srgbClr val="43AFE2"/>
            </a:solidFill>
            <a:prstDash val="solid"/>
            <a:round/>
            <a:headEnd len="sm" w="sm" type="none"/>
            <a:tailEnd len="med" w="med" type="triangle"/>
          </a:ln>
        </p:spPr>
      </p:cxnSp>
      <p:grpSp>
        <p:nvGrpSpPr>
          <p:cNvPr id="94" name="Google Shape;94;p5"/>
          <p:cNvGrpSpPr/>
          <p:nvPr/>
        </p:nvGrpSpPr>
        <p:grpSpPr>
          <a:xfrm>
            <a:off x="3225025" y="2249100"/>
            <a:ext cx="5756400" cy="1470900"/>
            <a:chOff x="2864675" y="2249100"/>
            <a:chExt cx="5756400" cy="1470900"/>
          </a:xfrm>
        </p:grpSpPr>
        <p:pic>
          <p:nvPicPr>
            <p:cNvPr id="95" name="Google Shape;95;p5"/>
            <p:cNvPicPr preferRelativeResize="0"/>
            <p:nvPr/>
          </p:nvPicPr>
          <p:blipFill rotWithShape="1">
            <a:blip r:embed="rId4">
              <a:alphaModFix/>
            </a:blip>
            <a:srcRect b="46837" l="16458" r="9473" t="4205"/>
            <a:stretch/>
          </p:blipFill>
          <p:spPr>
            <a:xfrm>
              <a:off x="2950650" y="2249100"/>
              <a:ext cx="5595899" cy="1470900"/>
            </a:xfrm>
            <a:prstGeom prst="rect">
              <a:avLst/>
            </a:prstGeom>
            <a:noFill/>
            <a:ln>
              <a:noFill/>
            </a:ln>
          </p:spPr>
        </p:pic>
        <p:sp>
          <p:nvSpPr>
            <p:cNvPr id="91" name="Google Shape;91;p5"/>
            <p:cNvSpPr/>
            <p:nvPr/>
          </p:nvSpPr>
          <p:spPr>
            <a:xfrm>
              <a:off x="2864675" y="2249100"/>
              <a:ext cx="5756400" cy="1470900"/>
            </a:xfrm>
            <a:prstGeom prst="roundRect">
              <a:avLst>
                <a:gd fmla="val 16667" name="adj"/>
              </a:avLst>
            </a:prstGeom>
            <a:noFill/>
            <a:ln cap="flat" cmpd="sng" w="19050">
              <a:solidFill>
                <a:srgbClr val="6AA84F"/>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96" name="Google Shape;96;p5"/>
          <p:cNvSpPr txBox="1"/>
          <p:nvPr/>
        </p:nvSpPr>
        <p:spPr>
          <a:xfrm>
            <a:off x="0" y="4650800"/>
            <a:ext cx="28647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chemeClr val="dk2"/>
                </a:solidFill>
                <a:latin typeface="Arial"/>
                <a:ea typeface="Arial"/>
                <a:cs typeface="Arial"/>
                <a:sym typeface="Arial"/>
              </a:rPr>
              <a:t>https://magazine.sebastianraschka.com/p/building-a-gpt-style-llm-classifier</a:t>
            </a:r>
            <a:endParaRPr b="0" i="0" sz="1000" u="none" cap="none" strike="noStrike">
              <a:solidFill>
                <a:schemeClr val="dk2"/>
              </a:solidFill>
              <a:latin typeface="Arial"/>
              <a:ea typeface="Arial"/>
              <a:cs typeface="Arial"/>
              <a:sym typeface="Arial"/>
            </a:endParaRPr>
          </a:p>
        </p:txBody>
      </p:sp>
      <p:sp>
        <p:nvSpPr>
          <p:cNvPr id="97" name="Google Shape;97;p5"/>
          <p:cNvSpPr/>
          <p:nvPr/>
        </p:nvSpPr>
        <p:spPr>
          <a:xfrm>
            <a:off x="2864675" y="3847700"/>
            <a:ext cx="6228600" cy="1295700"/>
          </a:xfrm>
          <a:prstGeom prst="roundRect">
            <a:avLst>
              <a:gd fmla="val 16667" name="adj"/>
            </a:avLst>
          </a:prstGeom>
          <a:noFill/>
          <a:ln cap="flat" cmpd="sng" w="19050">
            <a:solidFill>
              <a:srgbClr val="43AFE2"/>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98" name="Google Shape;98;p5"/>
          <p:cNvCxnSpPr>
            <a:stCxn id="88" idx="0"/>
            <a:endCxn id="99" idx="1"/>
          </p:cNvCxnSpPr>
          <p:nvPr/>
        </p:nvCxnSpPr>
        <p:spPr>
          <a:xfrm flipH="1" rot="10800000">
            <a:off x="2311650" y="1099350"/>
            <a:ext cx="1836900" cy="831600"/>
          </a:xfrm>
          <a:prstGeom prst="straightConnector1">
            <a:avLst/>
          </a:prstGeom>
          <a:noFill/>
          <a:ln cap="flat" cmpd="sng" w="28575">
            <a:solidFill>
              <a:schemeClr val="dk1"/>
            </a:solidFill>
            <a:prstDash val="solid"/>
            <a:round/>
            <a:headEnd len="sm" w="sm" type="none"/>
            <a:tailEnd len="med" w="med" type="triangle"/>
          </a:ln>
        </p:spPr>
      </p:cxnSp>
      <p:sp>
        <p:nvSpPr>
          <p:cNvPr id="99" name="Google Shape;99;p5"/>
          <p:cNvSpPr/>
          <p:nvPr/>
        </p:nvSpPr>
        <p:spPr>
          <a:xfrm>
            <a:off x="4148550" y="0"/>
            <a:ext cx="3270017" cy="2198513"/>
          </a:xfrm>
          <a:prstGeom prst="roundRect">
            <a:avLst>
              <a:gd fmla="val 16667" name="adj"/>
            </a:avLst>
          </a:prstGeom>
          <a:noFill/>
          <a:ln cap="flat" cmpd="sng" w="19050">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93" name="Google Shape;93;p5"/>
          <p:cNvPicPr preferRelativeResize="0"/>
          <p:nvPr/>
        </p:nvPicPr>
        <p:blipFill rotWithShape="1">
          <a:blip r:embed="rId4">
            <a:alphaModFix/>
          </a:blip>
          <a:srcRect b="0" l="16460" r="1564" t="61005"/>
          <a:stretch/>
        </p:blipFill>
        <p:spPr>
          <a:xfrm>
            <a:off x="2864675" y="3901687"/>
            <a:ext cx="6193351" cy="1171525"/>
          </a:xfrm>
          <a:prstGeom prst="rect">
            <a:avLst/>
          </a:prstGeom>
          <a:noFill/>
          <a:ln>
            <a:noFill/>
          </a:ln>
        </p:spPr>
      </p:pic>
      <p:sp>
        <p:nvSpPr>
          <p:cNvPr id="100" name="Google Shape;100;p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101" name="Google Shape;101;p5"/>
          <p:cNvSpPr/>
          <p:nvPr/>
        </p:nvSpPr>
        <p:spPr>
          <a:xfrm>
            <a:off x="4254325" y="524124"/>
            <a:ext cx="803126" cy="1356239"/>
          </a:xfrm>
          <a:custGeom>
            <a:rect b="b" l="l" r="r" t="t"/>
            <a:pathLst>
              <a:path extrusionOk="0" h="1356239" w="803126">
                <a:moveTo>
                  <a:pt x="0" y="0"/>
                </a:moveTo>
                <a:cubicBezTo>
                  <a:pt x="130936" y="-17473"/>
                  <a:pt x="285957" y="18890"/>
                  <a:pt x="393532" y="0"/>
                </a:cubicBezTo>
                <a:cubicBezTo>
                  <a:pt x="501107" y="-18890"/>
                  <a:pt x="619478" y="6604"/>
                  <a:pt x="803126" y="0"/>
                </a:cubicBezTo>
                <a:cubicBezTo>
                  <a:pt x="780625" y="269802"/>
                  <a:pt x="768649" y="420341"/>
                  <a:pt x="803126" y="705244"/>
                </a:cubicBezTo>
                <a:cubicBezTo>
                  <a:pt x="837603" y="990147"/>
                  <a:pt x="773014" y="1045121"/>
                  <a:pt x="803126" y="1356239"/>
                </a:cubicBezTo>
                <a:cubicBezTo>
                  <a:pt x="618958" y="1337055"/>
                  <a:pt x="550920" y="1342196"/>
                  <a:pt x="417626" y="1356239"/>
                </a:cubicBezTo>
                <a:cubicBezTo>
                  <a:pt x="284332" y="1370282"/>
                  <a:pt x="134665" y="1370885"/>
                  <a:pt x="0" y="1356239"/>
                </a:cubicBezTo>
                <a:cubicBezTo>
                  <a:pt x="1877" y="1112614"/>
                  <a:pt x="24519" y="818483"/>
                  <a:pt x="0" y="650995"/>
                </a:cubicBezTo>
                <a:cubicBezTo>
                  <a:pt x="-24519" y="483507"/>
                  <a:pt x="-20476" y="212417"/>
                  <a:pt x="0" y="0"/>
                </a:cubicBezTo>
                <a:close/>
              </a:path>
            </a:pathLst>
          </a:custGeom>
          <a:noFill/>
          <a:ln cap="flat" cmpd="sng" w="25400">
            <a:solidFill>
              <a:srgbClr val="FF0000"/>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02" name="Google Shape;102;p5"/>
          <p:cNvSpPr/>
          <p:nvPr/>
        </p:nvSpPr>
        <p:spPr>
          <a:xfrm rot="-5614728">
            <a:off x="7462337" y="1177693"/>
            <a:ext cx="238562" cy="980370"/>
          </a:xfrm>
          <a:prstGeom prst="upArrow">
            <a:avLst>
              <a:gd fmla="val 15595" name="adj1"/>
              <a:gd fmla="val 62357" name="adj2"/>
            </a:avLst>
          </a:prstGeom>
          <a:solidFill>
            <a:srgbClr val="FF0000"/>
          </a:solidFill>
          <a:ln cap="flat" cmpd="sng" w="254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6"/>
          <p:cNvSpPr txBox="1"/>
          <p:nvPr>
            <p:ph type="title"/>
          </p:nvPr>
        </p:nvSpPr>
        <p:spPr>
          <a:xfrm>
            <a:off x="311700" y="2150850"/>
            <a:ext cx="5015674" cy="841800"/>
          </a:xfrm>
          <a:prstGeom prst="rect">
            <a:avLst/>
          </a:prstGeom>
          <a:noFill/>
          <a:ln>
            <a:noFill/>
          </a:ln>
        </p:spPr>
        <p:txBody>
          <a:bodyPr anchorCtr="0" anchor="ctr" bIns="91425" lIns="91425" spcFirstLastPara="1" rIns="91425" wrap="square" tIns="91425">
            <a:normAutofit fontScale="90000"/>
          </a:bodyPr>
          <a:lstStyle/>
          <a:p>
            <a:pPr indent="0" lvl="0" marL="0" rtl="0" algn="ctr">
              <a:lnSpc>
                <a:spcPct val="100000"/>
              </a:lnSpc>
              <a:spcBef>
                <a:spcPts val="0"/>
              </a:spcBef>
              <a:spcAft>
                <a:spcPts val="0"/>
              </a:spcAft>
              <a:buSzPct val="111111"/>
              <a:buNone/>
            </a:pPr>
            <a:r>
              <a:rPr lang="en"/>
              <a:t>Transformers Architecture</a:t>
            </a:r>
            <a:endParaRPr/>
          </a:p>
        </p:txBody>
      </p:sp>
      <p:sp>
        <p:nvSpPr>
          <p:cNvPr id="108" name="Google Shape;108;p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grpSp>
        <p:nvGrpSpPr>
          <p:cNvPr id="109" name="Google Shape;109;p6"/>
          <p:cNvGrpSpPr/>
          <p:nvPr/>
        </p:nvGrpSpPr>
        <p:grpSpPr>
          <a:xfrm>
            <a:off x="5327374" y="604151"/>
            <a:ext cx="3236182" cy="4142969"/>
            <a:chOff x="914401" y="-402103"/>
            <a:chExt cx="3236182" cy="4142969"/>
          </a:xfrm>
        </p:grpSpPr>
        <p:pic>
          <p:nvPicPr>
            <p:cNvPr id="110" name="Google Shape;110;p6"/>
            <p:cNvPicPr preferRelativeResize="0"/>
            <p:nvPr/>
          </p:nvPicPr>
          <p:blipFill rotWithShape="1">
            <a:blip r:embed="rId3">
              <a:alphaModFix/>
            </a:blip>
            <a:srcRect b="6568" l="401" r="75026" t="0"/>
            <a:stretch/>
          </p:blipFill>
          <p:spPr>
            <a:xfrm>
              <a:off x="914401" y="-402103"/>
              <a:ext cx="1900362" cy="4142969"/>
            </a:xfrm>
            <a:prstGeom prst="rect">
              <a:avLst/>
            </a:prstGeom>
            <a:noFill/>
            <a:ln>
              <a:noFill/>
            </a:ln>
          </p:spPr>
        </p:pic>
        <p:pic>
          <p:nvPicPr>
            <p:cNvPr id="111" name="Google Shape;111;p6"/>
            <p:cNvPicPr preferRelativeResize="0"/>
            <p:nvPr/>
          </p:nvPicPr>
          <p:blipFill rotWithShape="1">
            <a:blip r:embed="rId3">
              <a:alphaModFix/>
            </a:blip>
            <a:srcRect b="15390" l="24657" r="57762" t="17724"/>
            <a:stretch/>
          </p:blipFill>
          <p:spPr>
            <a:xfrm>
              <a:off x="2790910" y="385224"/>
              <a:ext cx="1359673" cy="2965837"/>
            </a:xfrm>
            <a:prstGeom prst="rect">
              <a:avLst/>
            </a:prstGeom>
            <a:noFill/>
            <a:ln>
              <a:noFill/>
            </a:ln>
          </p:spPr>
        </p:pic>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7"/>
          <p:cNvSpPr/>
          <p:nvPr/>
        </p:nvSpPr>
        <p:spPr>
          <a:xfrm>
            <a:off x="207168" y="1003856"/>
            <a:ext cx="6411000" cy="1540500"/>
          </a:xfrm>
          <a:prstGeom prst="rect">
            <a:avLst/>
          </a:prstGeom>
          <a:noFill/>
          <a:ln cap="flat" cmpd="sng" w="19050">
            <a:solidFill>
              <a:schemeClr val="accent2"/>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117" name="Google Shape;117;p7"/>
          <p:cNvSpPr/>
          <p:nvPr/>
        </p:nvSpPr>
        <p:spPr>
          <a:xfrm>
            <a:off x="802795" y="4483637"/>
            <a:ext cx="1047900" cy="206400"/>
          </a:xfrm>
          <a:prstGeom prst="rect">
            <a:avLst/>
          </a:prstGeom>
          <a:solidFill>
            <a:srgbClr val="BDE1AF"/>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18" name="Google Shape;118;p7"/>
          <p:cNvSpPr/>
          <p:nvPr/>
        </p:nvSpPr>
        <p:spPr>
          <a:xfrm>
            <a:off x="2720210" y="4483637"/>
            <a:ext cx="1047900" cy="206400"/>
          </a:xfrm>
          <a:prstGeom prst="rect">
            <a:avLst/>
          </a:prstGeom>
          <a:solidFill>
            <a:srgbClr val="BDE1AF"/>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19" name="Google Shape;119;p7"/>
          <p:cNvSpPr/>
          <p:nvPr/>
        </p:nvSpPr>
        <p:spPr>
          <a:xfrm>
            <a:off x="4637624" y="4500400"/>
            <a:ext cx="1047900" cy="206400"/>
          </a:xfrm>
          <a:prstGeom prst="rect">
            <a:avLst/>
          </a:prstGeom>
          <a:solidFill>
            <a:srgbClr val="BDE1AF"/>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20" name="Google Shape;120;p7"/>
          <p:cNvSpPr/>
          <p:nvPr/>
        </p:nvSpPr>
        <p:spPr>
          <a:xfrm>
            <a:off x="209462" y="2976323"/>
            <a:ext cx="6411000" cy="1375200"/>
          </a:xfrm>
          <a:prstGeom prst="rect">
            <a:avLst/>
          </a:prstGeom>
          <a:noFill/>
          <a:ln cap="flat" cmpd="sng" w="19050">
            <a:solidFill>
              <a:schemeClr val="accent2"/>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121" name="Google Shape;121;p7"/>
          <p:cNvSpPr txBox="1"/>
          <p:nvPr/>
        </p:nvSpPr>
        <p:spPr>
          <a:xfrm>
            <a:off x="524350" y="4582900"/>
            <a:ext cx="456600"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6AA84F"/>
                </a:solidFill>
                <a:latin typeface="Arial"/>
                <a:ea typeface="Arial"/>
                <a:cs typeface="Arial"/>
                <a:sym typeface="Arial"/>
              </a:rPr>
              <a:t>a</a:t>
            </a:r>
            <a:r>
              <a:rPr b="1" baseline="-25000" i="0" lang="en" sz="1400" u="none" cap="none" strike="noStrike">
                <a:solidFill>
                  <a:srgbClr val="6AA84F"/>
                </a:solidFill>
                <a:latin typeface="Arial"/>
                <a:ea typeface="Arial"/>
                <a:cs typeface="Arial"/>
                <a:sym typeface="Arial"/>
              </a:rPr>
              <a:t>1</a:t>
            </a:r>
            <a:endParaRPr b="1" i="0" sz="1400" u="none" cap="none" strike="noStrike">
              <a:solidFill>
                <a:srgbClr val="6AA84F"/>
              </a:solidFill>
              <a:latin typeface="Arial"/>
              <a:ea typeface="Arial"/>
              <a:cs typeface="Arial"/>
              <a:sym typeface="Arial"/>
            </a:endParaRPr>
          </a:p>
        </p:txBody>
      </p:sp>
      <p:sp>
        <p:nvSpPr>
          <p:cNvPr id="122" name="Google Shape;122;p7"/>
          <p:cNvSpPr txBox="1"/>
          <p:nvPr/>
        </p:nvSpPr>
        <p:spPr>
          <a:xfrm>
            <a:off x="2399603" y="4566150"/>
            <a:ext cx="410100"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6AA84F"/>
                </a:solidFill>
                <a:latin typeface="Arial"/>
                <a:ea typeface="Arial"/>
                <a:cs typeface="Arial"/>
                <a:sym typeface="Arial"/>
              </a:rPr>
              <a:t>a</a:t>
            </a:r>
            <a:r>
              <a:rPr b="1" baseline="-25000" i="0" lang="en" sz="1400" u="none" cap="none" strike="noStrike">
                <a:solidFill>
                  <a:srgbClr val="6AA84F"/>
                </a:solidFill>
                <a:latin typeface="Arial"/>
                <a:ea typeface="Arial"/>
                <a:cs typeface="Arial"/>
                <a:sym typeface="Arial"/>
              </a:rPr>
              <a:t>2</a:t>
            </a:r>
            <a:endParaRPr b="1" i="0" sz="1400" u="none" cap="none" strike="noStrike">
              <a:solidFill>
                <a:srgbClr val="6AA84F"/>
              </a:solidFill>
              <a:latin typeface="Arial"/>
              <a:ea typeface="Arial"/>
              <a:cs typeface="Arial"/>
              <a:sym typeface="Arial"/>
            </a:endParaRPr>
          </a:p>
        </p:txBody>
      </p:sp>
      <p:sp>
        <p:nvSpPr>
          <p:cNvPr id="123" name="Google Shape;123;p7"/>
          <p:cNvSpPr txBox="1"/>
          <p:nvPr/>
        </p:nvSpPr>
        <p:spPr>
          <a:xfrm>
            <a:off x="4347858" y="4566150"/>
            <a:ext cx="410100"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6AA84F"/>
                </a:solidFill>
                <a:latin typeface="Arial"/>
                <a:ea typeface="Arial"/>
                <a:cs typeface="Arial"/>
                <a:sym typeface="Arial"/>
              </a:rPr>
              <a:t>a</a:t>
            </a:r>
            <a:r>
              <a:rPr b="1" baseline="-25000" i="0" lang="en" sz="1400" u="none" cap="none" strike="noStrike">
                <a:solidFill>
                  <a:srgbClr val="6AA84F"/>
                </a:solidFill>
                <a:latin typeface="Arial"/>
                <a:ea typeface="Arial"/>
                <a:cs typeface="Arial"/>
                <a:sym typeface="Arial"/>
              </a:rPr>
              <a:t>3</a:t>
            </a:r>
            <a:endParaRPr b="1" i="0" sz="1400" u="none" cap="none" strike="noStrike">
              <a:solidFill>
                <a:srgbClr val="6AA84F"/>
              </a:solidFill>
              <a:latin typeface="Arial"/>
              <a:ea typeface="Arial"/>
              <a:cs typeface="Arial"/>
              <a:sym typeface="Arial"/>
            </a:endParaRPr>
          </a:p>
        </p:txBody>
      </p:sp>
      <p:sp>
        <p:nvSpPr>
          <p:cNvPr id="124" name="Google Shape;124;p7"/>
          <p:cNvSpPr txBox="1"/>
          <p:nvPr/>
        </p:nvSpPr>
        <p:spPr>
          <a:xfrm>
            <a:off x="994733" y="4646825"/>
            <a:ext cx="752100"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Arial"/>
                <a:ea typeface="Arial"/>
                <a:cs typeface="Arial"/>
                <a:sym typeface="Arial"/>
              </a:rPr>
              <a:t>Once</a:t>
            </a:r>
            <a:endParaRPr b="0" i="0" sz="1100" u="none" cap="none" strike="noStrike">
              <a:solidFill>
                <a:srgbClr val="000000"/>
              </a:solidFill>
              <a:latin typeface="Arial"/>
              <a:ea typeface="Arial"/>
              <a:cs typeface="Arial"/>
              <a:sym typeface="Arial"/>
            </a:endParaRPr>
          </a:p>
        </p:txBody>
      </p:sp>
      <p:sp>
        <p:nvSpPr>
          <p:cNvPr id="125" name="Google Shape;125;p7"/>
          <p:cNvSpPr txBox="1"/>
          <p:nvPr/>
        </p:nvSpPr>
        <p:spPr>
          <a:xfrm>
            <a:off x="2982178" y="4646825"/>
            <a:ext cx="706200"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Arial"/>
                <a:ea typeface="Arial"/>
                <a:cs typeface="Arial"/>
                <a:sym typeface="Arial"/>
              </a:rPr>
              <a:t>upon</a:t>
            </a:r>
            <a:endParaRPr b="0" i="0" sz="1100" u="none" cap="none" strike="noStrike">
              <a:solidFill>
                <a:srgbClr val="000000"/>
              </a:solidFill>
              <a:latin typeface="Arial"/>
              <a:ea typeface="Arial"/>
              <a:cs typeface="Arial"/>
              <a:sym typeface="Arial"/>
            </a:endParaRPr>
          </a:p>
        </p:txBody>
      </p:sp>
      <p:sp>
        <p:nvSpPr>
          <p:cNvPr id="126" name="Google Shape;126;p7"/>
          <p:cNvSpPr txBox="1"/>
          <p:nvPr/>
        </p:nvSpPr>
        <p:spPr>
          <a:xfrm>
            <a:off x="5046069" y="4646823"/>
            <a:ext cx="231000"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Arial"/>
                <a:ea typeface="Arial"/>
                <a:cs typeface="Arial"/>
                <a:sym typeface="Arial"/>
              </a:rPr>
              <a:t>a</a:t>
            </a:r>
            <a:endParaRPr b="0" i="0" sz="1100" u="none" cap="none" strike="noStrike">
              <a:solidFill>
                <a:srgbClr val="000000"/>
              </a:solidFill>
              <a:latin typeface="Arial"/>
              <a:ea typeface="Arial"/>
              <a:cs typeface="Arial"/>
              <a:sym typeface="Arial"/>
            </a:endParaRPr>
          </a:p>
        </p:txBody>
      </p:sp>
      <p:sp>
        <p:nvSpPr>
          <p:cNvPr id="127" name="Google Shape;127;p7"/>
          <p:cNvSpPr/>
          <p:nvPr/>
        </p:nvSpPr>
        <p:spPr>
          <a:xfrm>
            <a:off x="1010845" y="3744883"/>
            <a:ext cx="840000" cy="206400"/>
          </a:xfrm>
          <a:prstGeom prst="rect">
            <a:avLst/>
          </a:prstGeom>
          <a:solidFill>
            <a:srgbClr val="AEDFFF"/>
          </a:solidFill>
          <a:ln cap="flat" cmpd="sng" w="19050">
            <a:solidFill>
              <a:srgbClr val="A5A5A5"/>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28" name="Google Shape;128;p7"/>
          <p:cNvSpPr/>
          <p:nvPr/>
        </p:nvSpPr>
        <p:spPr>
          <a:xfrm>
            <a:off x="906820" y="3848086"/>
            <a:ext cx="840000" cy="206400"/>
          </a:xfrm>
          <a:prstGeom prst="rect">
            <a:avLst/>
          </a:prstGeom>
          <a:solidFill>
            <a:srgbClr val="FDD349"/>
          </a:solidFill>
          <a:ln cap="flat" cmpd="sng" w="19050">
            <a:solidFill>
              <a:srgbClr val="A5A5A5"/>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29" name="Google Shape;129;p7"/>
          <p:cNvSpPr/>
          <p:nvPr/>
        </p:nvSpPr>
        <p:spPr>
          <a:xfrm>
            <a:off x="802795" y="3951289"/>
            <a:ext cx="840000" cy="206400"/>
          </a:xfrm>
          <a:prstGeom prst="rect">
            <a:avLst/>
          </a:prstGeom>
          <a:solidFill>
            <a:srgbClr val="EDD6F0"/>
          </a:solidFill>
          <a:ln cap="flat" cmpd="sng" w="19050">
            <a:solidFill>
              <a:srgbClr val="A5A5A5"/>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30" name="Google Shape;130;p7"/>
          <p:cNvSpPr txBox="1"/>
          <p:nvPr/>
        </p:nvSpPr>
        <p:spPr>
          <a:xfrm>
            <a:off x="520743" y="3951289"/>
            <a:ext cx="383220"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E59DDC"/>
                </a:solidFill>
                <a:latin typeface="Arial"/>
                <a:ea typeface="Arial"/>
                <a:cs typeface="Arial"/>
                <a:sym typeface="Arial"/>
              </a:rPr>
              <a:t>q</a:t>
            </a:r>
            <a:r>
              <a:rPr b="0" baseline="-25000" i="0" lang="en" sz="1400" u="none" cap="none" strike="noStrike">
                <a:solidFill>
                  <a:srgbClr val="E59DDC"/>
                </a:solidFill>
                <a:latin typeface="Arial"/>
                <a:ea typeface="Arial"/>
                <a:cs typeface="Arial"/>
                <a:sym typeface="Arial"/>
              </a:rPr>
              <a:t>1</a:t>
            </a:r>
            <a:endParaRPr b="0" i="0" sz="1400" u="none" cap="none" strike="noStrike">
              <a:solidFill>
                <a:srgbClr val="E59DDC"/>
              </a:solidFill>
              <a:latin typeface="Arial"/>
              <a:ea typeface="Arial"/>
              <a:cs typeface="Arial"/>
              <a:sym typeface="Arial"/>
            </a:endParaRPr>
          </a:p>
        </p:txBody>
      </p:sp>
      <p:sp>
        <p:nvSpPr>
          <p:cNvPr id="131" name="Google Shape;131;p7"/>
          <p:cNvSpPr txBox="1"/>
          <p:nvPr/>
        </p:nvSpPr>
        <p:spPr>
          <a:xfrm>
            <a:off x="570964" y="3779154"/>
            <a:ext cx="297300"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BC86"/>
                </a:solidFill>
                <a:latin typeface="Arial"/>
                <a:ea typeface="Arial"/>
                <a:cs typeface="Arial"/>
                <a:sym typeface="Arial"/>
              </a:rPr>
              <a:t>k</a:t>
            </a:r>
            <a:r>
              <a:rPr b="0" baseline="-25000" i="0" lang="en" sz="1400" u="none" cap="none" strike="noStrike">
                <a:solidFill>
                  <a:srgbClr val="FFBC86"/>
                </a:solidFill>
                <a:latin typeface="Arial"/>
                <a:ea typeface="Arial"/>
                <a:cs typeface="Arial"/>
                <a:sym typeface="Arial"/>
              </a:rPr>
              <a:t>1</a:t>
            </a:r>
            <a:endParaRPr b="0" i="0" sz="1400" u="none" cap="none" strike="noStrike">
              <a:solidFill>
                <a:srgbClr val="FFBC86"/>
              </a:solidFill>
              <a:latin typeface="Arial"/>
              <a:ea typeface="Arial"/>
              <a:cs typeface="Arial"/>
              <a:sym typeface="Arial"/>
            </a:endParaRPr>
          </a:p>
        </p:txBody>
      </p:sp>
      <p:sp>
        <p:nvSpPr>
          <p:cNvPr id="132" name="Google Shape;132;p7"/>
          <p:cNvSpPr txBox="1"/>
          <p:nvPr/>
        </p:nvSpPr>
        <p:spPr>
          <a:xfrm>
            <a:off x="674989" y="3654461"/>
            <a:ext cx="297300"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43AFE2"/>
                </a:solidFill>
                <a:latin typeface="Arial"/>
                <a:ea typeface="Arial"/>
                <a:cs typeface="Arial"/>
                <a:sym typeface="Arial"/>
              </a:rPr>
              <a:t>v</a:t>
            </a:r>
            <a:r>
              <a:rPr b="0" baseline="-25000" i="0" lang="en" sz="1400" u="none" cap="none" strike="noStrike">
                <a:solidFill>
                  <a:srgbClr val="43AFE2"/>
                </a:solidFill>
                <a:latin typeface="Arial"/>
                <a:ea typeface="Arial"/>
                <a:cs typeface="Arial"/>
                <a:sym typeface="Arial"/>
              </a:rPr>
              <a:t>1</a:t>
            </a:r>
            <a:endParaRPr b="0" i="0" sz="1400" u="none" cap="none" strike="noStrike">
              <a:solidFill>
                <a:srgbClr val="43AFE2"/>
              </a:solidFill>
              <a:latin typeface="Arial"/>
              <a:ea typeface="Arial"/>
              <a:cs typeface="Arial"/>
              <a:sym typeface="Arial"/>
            </a:endParaRPr>
          </a:p>
        </p:txBody>
      </p:sp>
      <p:sp>
        <p:nvSpPr>
          <p:cNvPr id="133" name="Google Shape;133;p7"/>
          <p:cNvSpPr/>
          <p:nvPr/>
        </p:nvSpPr>
        <p:spPr>
          <a:xfrm>
            <a:off x="2952386" y="3737045"/>
            <a:ext cx="840000" cy="206400"/>
          </a:xfrm>
          <a:prstGeom prst="rect">
            <a:avLst/>
          </a:prstGeom>
          <a:solidFill>
            <a:srgbClr val="AEDFFF"/>
          </a:solidFill>
          <a:ln cap="flat" cmpd="sng" w="19050">
            <a:solidFill>
              <a:srgbClr val="A5A5A5"/>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34" name="Google Shape;134;p7"/>
          <p:cNvSpPr/>
          <p:nvPr/>
        </p:nvSpPr>
        <p:spPr>
          <a:xfrm>
            <a:off x="2848361" y="3840248"/>
            <a:ext cx="840000" cy="206400"/>
          </a:xfrm>
          <a:prstGeom prst="rect">
            <a:avLst/>
          </a:prstGeom>
          <a:solidFill>
            <a:srgbClr val="FDD349"/>
          </a:solidFill>
          <a:ln cap="flat" cmpd="sng" w="19050">
            <a:solidFill>
              <a:srgbClr val="A5A5A5"/>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35" name="Google Shape;135;p7"/>
          <p:cNvSpPr/>
          <p:nvPr/>
        </p:nvSpPr>
        <p:spPr>
          <a:xfrm>
            <a:off x="2744336" y="3943451"/>
            <a:ext cx="840000" cy="206400"/>
          </a:xfrm>
          <a:prstGeom prst="rect">
            <a:avLst/>
          </a:prstGeom>
          <a:solidFill>
            <a:srgbClr val="EDD6F0"/>
          </a:solidFill>
          <a:ln cap="flat" cmpd="sng" w="19050">
            <a:solidFill>
              <a:srgbClr val="A5A5A5"/>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36" name="Google Shape;136;p7"/>
          <p:cNvSpPr txBox="1"/>
          <p:nvPr/>
        </p:nvSpPr>
        <p:spPr>
          <a:xfrm>
            <a:off x="2462284" y="3943451"/>
            <a:ext cx="367197"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E59DDC"/>
                </a:solidFill>
                <a:latin typeface="Arial"/>
                <a:ea typeface="Arial"/>
                <a:cs typeface="Arial"/>
                <a:sym typeface="Arial"/>
              </a:rPr>
              <a:t>q</a:t>
            </a:r>
            <a:r>
              <a:rPr b="0" baseline="-25000" i="0" lang="en" sz="1400" u="none" cap="none" strike="noStrike">
                <a:solidFill>
                  <a:srgbClr val="E59DDC"/>
                </a:solidFill>
                <a:latin typeface="Arial"/>
                <a:ea typeface="Arial"/>
                <a:cs typeface="Arial"/>
                <a:sym typeface="Arial"/>
              </a:rPr>
              <a:t>2</a:t>
            </a:r>
            <a:endParaRPr b="0" i="0" sz="1400" u="none" cap="none" strike="noStrike">
              <a:solidFill>
                <a:srgbClr val="E59DDC"/>
              </a:solidFill>
              <a:latin typeface="Arial"/>
              <a:ea typeface="Arial"/>
              <a:cs typeface="Arial"/>
              <a:sym typeface="Arial"/>
            </a:endParaRPr>
          </a:p>
        </p:txBody>
      </p:sp>
      <p:sp>
        <p:nvSpPr>
          <p:cNvPr id="137" name="Google Shape;137;p7"/>
          <p:cNvSpPr txBox="1"/>
          <p:nvPr/>
        </p:nvSpPr>
        <p:spPr>
          <a:xfrm>
            <a:off x="2512505" y="3771316"/>
            <a:ext cx="297300"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BC86"/>
                </a:solidFill>
                <a:latin typeface="Arial"/>
                <a:ea typeface="Arial"/>
                <a:cs typeface="Arial"/>
                <a:sym typeface="Arial"/>
              </a:rPr>
              <a:t>k</a:t>
            </a:r>
            <a:r>
              <a:rPr b="0" baseline="-25000" i="0" lang="en" sz="1400" u="none" cap="none" strike="noStrike">
                <a:solidFill>
                  <a:srgbClr val="FFBC86"/>
                </a:solidFill>
                <a:latin typeface="Arial"/>
                <a:ea typeface="Arial"/>
                <a:cs typeface="Arial"/>
                <a:sym typeface="Arial"/>
              </a:rPr>
              <a:t>2</a:t>
            </a:r>
            <a:endParaRPr b="0" i="0" sz="1400" u="none" cap="none" strike="noStrike">
              <a:solidFill>
                <a:srgbClr val="FFBC86"/>
              </a:solidFill>
              <a:latin typeface="Arial"/>
              <a:ea typeface="Arial"/>
              <a:cs typeface="Arial"/>
              <a:sym typeface="Arial"/>
            </a:endParaRPr>
          </a:p>
        </p:txBody>
      </p:sp>
      <p:sp>
        <p:nvSpPr>
          <p:cNvPr id="138" name="Google Shape;138;p7"/>
          <p:cNvSpPr txBox="1"/>
          <p:nvPr/>
        </p:nvSpPr>
        <p:spPr>
          <a:xfrm>
            <a:off x="2616530" y="3646623"/>
            <a:ext cx="297300"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43AFE2"/>
                </a:solidFill>
                <a:latin typeface="Arial"/>
                <a:ea typeface="Arial"/>
                <a:cs typeface="Arial"/>
                <a:sym typeface="Arial"/>
              </a:rPr>
              <a:t>v</a:t>
            </a:r>
            <a:r>
              <a:rPr b="0" baseline="-25000" i="0" lang="en" sz="1400" u="none" cap="none" strike="noStrike">
                <a:solidFill>
                  <a:srgbClr val="43AFE2"/>
                </a:solidFill>
                <a:latin typeface="Arial"/>
                <a:ea typeface="Arial"/>
                <a:cs typeface="Arial"/>
                <a:sym typeface="Arial"/>
              </a:rPr>
              <a:t>2</a:t>
            </a:r>
            <a:endParaRPr b="0" i="0" sz="1400" u="none" cap="none" strike="noStrike">
              <a:solidFill>
                <a:srgbClr val="43AFE2"/>
              </a:solidFill>
              <a:latin typeface="Arial"/>
              <a:ea typeface="Arial"/>
              <a:cs typeface="Arial"/>
              <a:sym typeface="Arial"/>
            </a:endParaRPr>
          </a:p>
        </p:txBody>
      </p:sp>
      <p:sp>
        <p:nvSpPr>
          <p:cNvPr id="139" name="Google Shape;139;p7"/>
          <p:cNvSpPr/>
          <p:nvPr/>
        </p:nvSpPr>
        <p:spPr>
          <a:xfrm>
            <a:off x="4861822" y="3744883"/>
            <a:ext cx="840000" cy="206400"/>
          </a:xfrm>
          <a:prstGeom prst="rect">
            <a:avLst/>
          </a:prstGeom>
          <a:solidFill>
            <a:srgbClr val="AEDFFF"/>
          </a:solidFill>
          <a:ln cap="flat" cmpd="sng" w="19050">
            <a:solidFill>
              <a:srgbClr val="A5A5A5"/>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40" name="Google Shape;140;p7"/>
          <p:cNvSpPr/>
          <p:nvPr/>
        </p:nvSpPr>
        <p:spPr>
          <a:xfrm>
            <a:off x="4757797" y="3848086"/>
            <a:ext cx="840000" cy="206400"/>
          </a:xfrm>
          <a:prstGeom prst="rect">
            <a:avLst/>
          </a:prstGeom>
          <a:solidFill>
            <a:srgbClr val="FDD349"/>
          </a:solidFill>
          <a:ln cap="flat" cmpd="sng" w="19050">
            <a:solidFill>
              <a:srgbClr val="A5A5A5"/>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41" name="Google Shape;141;p7"/>
          <p:cNvSpPr/>
          <p:nvPr/>
        </p:nvSpPr>
        <p:spPr>
          <a:xfrm>
            <a:off x="4653772" y="3951289"/>
            <a:ext cx="840000" cy="206400"/>
          </a:xfrm>
          <a:prstGeom prst="rect">
            <a:avLst/>
          </a:prstGeom>
          <a:solidFill>
            <a:srgbClr val="EDD6F0"/>
          </a:solidFill>
          <a:ln cap="flat" cmpd="sng" w="19050">
            <a:solidFill>
              <a:srgbClr val="A5A5A5"/>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42" name="Google Shape;142;p7"/>
          <p:cNvSpPr txBox="1"/>
          <p:nvPr/>
        </p:nvSpPr>
        <p:spPr>
          <a:xfrm>
            <a:off x="4371719" y="3951289"/>
            <a:ext cx="347521"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E59DDC"/>
                </a:solidFill>
                <a:latin typeface="Arial"/>
                <a:ea typeface="Arial"/>
                <a:cs typeface="Arial"/>
                <a:sym typeface="Arial"/>
              </a:rPr>
              <a:t>q</a:t>
            </a:r>
            <a:r>
              <a:rPr b="0" baseline="-25000" i="0" lang="en" sz="1400" u="none" cap="none" strike="noStrike">
                <a:solidFill>
                  <a:srgbClr val="E59DDC"/>
                </a:solidFill>
                <a:latin typeface="Arial"/>
                <a:ea typeface="Arial"/>
                <a:cs typeface="Arial"/>
                <a:sym typeface="Arial"/>
              </a:rPr>
              <a:t>3</a:t>
            </a:r>
            <a:endParaRPr b="0" i="0" sz="1400" u="none" cap="none" strike="noStrike">
              <a:solidFill>
                <a:srgbClr val="E59DDC"/>
              </a:solidFill>
              <a:latin typeface="Arial"/>
              <a:ea typeface="Arial"/>
              <a:cs typeface="Arial"/>
              <a:sym typeface="Arial"/>
            </a:endParaRPr>
          </a:p>
        </p:txBody>
      </p:sp>
      <p:sp>
        <p:nvSpPr>
          <p:cNvPr id="143" name="Google Shape;143;p7"/>
          <p:cNvSpPr txBox="1"/>
          <p:nvPr/>
        </p:nvSpPr>
        <p:spPr>
          <a:xfrm>
            <a:off x="4421941" y="3779154"/>
            <a:ext cx="297300"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BC86"/>
                </a:solidFill>
                <a:latin typeface="Arial"/>
                <a:ea typeface="Arial"/>
                <a:cs typeface="Arial"/>
                <a:sym typeface="Arial"/>
              </a:rPr>
              <a:t>k</a:t>
            </a:r>
            <a:r>
              <a:rPr b="0" baseline="-25000" i="0" lang="en" sz="1400" u="none" cap="none" strike="noStrike">
                <a:solidFill>
                  <a:srgbClr val="FFBC86"/>
                </a:solidFill>
                <a:latin typeface="Arial"/>
                <a:ea typeface="Arial"/>
                <a:cs typeface="Arial"/>
                <a:sym typeface="Arial"/>
              </a:rPr>
              <a:t>3</a:t>
            </a:r>
            <a:endParaRPr b="0" i="0" sz="1400" u="none" cap="none" strike="noStrike">
              <a:solidFill>
                <a:srgbClr val="FFBC86"/>
              </a:solidFill>
              <a:latin typeface="Arial"/>
              <a:ea typeface="Arial"/>
              <a:cs typeface="Arial"/>
              <a:sym typeface="Arial"/>
            </a:endParaRPr>
          </a:p>
        </p:txBody>
      </p:sp>
      <p:sp>
        <p:nvSpPr>
          <p:cNvPr id="144" name="Google Shape;144;p7"/>
          <p:cNvSpPr txBox="1"/>
          <p:nvPr/>
        </p:nvSpPr>
        <p:spPr>
          <a:xfrm>
            <a:off x="4525966" y="3654461"/>
            <a:ext cx="297300"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43AFE2"/>
                </a:solidFill>
                <a:latin typeface="Arial"/>
                <a:ea typeface="Arial"/>
                <a:cs typeface="Arial"/>
                <a:sym typeface="Arial"/>
              </a:rPr>
              <a:t>v</a:t>
            </a:r>
            <a:r>
              <a:rPr b="0" baseline="-25000" i="0" lang="en" sz="1400" u="none" cap="none" strike="noStrike">
                <a:solidFill>
                  <a:srgbClr val="43AFE2"/>
                </a:solidFill>
                <a:latin typeface="Arial"/>
                <a:ea typeface="Arial"/>
                <a:cs typeface="Arial"/>
                <a:sym typeface="Arial"/>
              </a:rPr>
              <a:t>3</a:t>
            </a:r>
            <a:endParaRPr b="0" i="0" sz="1400" u="none" cap="none" strike="noStrike">
              <a:solidFill>
                <a:srgbClr val="43AFE2"/>
              </a:solidFill>
              <a:latin typeface="Arial"/>
              <a:ea typeface="Arial"/>
              <a:cs typeface="Arial"/>
              <a:sym typeface="Arial"/>
            </a:endParaRPr>
          </a:p>
        </p:txBody>
      </p:sp>
      <p:sp>
        <p:nvSpPr>
          <p:cNvPr id="145" name="Google Shape;145;p7"/>
          <p:cNvSpPr/>
          <p:nvPr/>
        </p:nvSpPr>
        <p:spPr>
          <a:xfrm>
            <a:off x="802795" y="2652459"/>
            <a:ext cx="1047900" cy="206400"/>
          </a:xfrm>
          <a:prstGeom prst="rect">
            <a:avLst/>
          </a:prstGeom>
          <a:solidFill>
            <a:srgbClr val="BDE1AF"/>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46" name="Google Shape;146;p7"/>
          <p:cNvSpPr/>
          <p:nvPr/>
        </p:nvSpPr>
        <p:spPr>
          <a:xfrm>
            <a:off x="2720210" y="2652459"/>
            <a:ext cx="1047900" cy="206400"/>
          </a:xfrm>
          <a:prstGeom prst="rect">
            <a:avLst/>
          </a:prstGeom>
          <a:solidFill>
            <a:srgbClr val="BDE1AF"/>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47" name="Google Shape;147;p7"/>
          <p:cNvSpPr/>
          <p:nvPr/>
        </p:nvSpPr>
        <p:spPr>
          <a:xfrm>
            <a:off x="4637624" y="2669221"/>
            <a:ext cx="1047900" cy="206400"/>
          </a:xfrm>
          <a:prstGeom prst="rect">
            <a:avLst/>
          </a:prstGeom>
          <a:solidFill>
            <a:srgbClr val="BDE1AF"/>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48" name="Google Shape;148;p7"/>
          <p:cNvSpPr txBox="1"/>
          <p:nvPr/>
        </p:nvSpPr>
        <p:spPr>
          <a:xfrm>
            <a:off x="524350" y="2620027"/>
            <a:ext cx="456600"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6AA84F"/>
                </a:solidFill>
                <a:latin typeface="Arial"/>
                <a:ea typeface="Arial"/>
                <a:cs typeface="Arial"/>
                <a:sym typeface="Arial"/>
              </a:rPr>
              <a:t>b</a:t>
            </a:r>
            <a:r>
              <a:rPr b="1" baseline="-25000" i="0" lang="en" sz="1400" u="none" cap="none" strike="noStrike">
                <a:solidFill>
                  <a:srgbClr val="6AA84F"/>
                </a:solidFill>
                <a:latin typeface="Arial"/>
                <a:ea typeface="Arial"/>
                <a:cs typeface="Arial"/>
                <a:sym typeface="Arial"/>
              </a:rPr>
              <a:t>1</a:t>
            </a:r>
            <a:endParaRPr b="1" i="0" sz="1400" u="none" cap="none" strike="noStrike">
              <a:solidFill>
                <a:srgbClr val="6AA84F"/>
              </a:solidFill>
              <a:latin typeface="Arial"/>
              <a:ea typeface="Arial"/>
              <a:cs typeface="Arial"/>
              <a:sym typeface="Arial"/>
            </a:endParaRPr>
          </a:p>
        </p:txBody>
      </p:sp>
      <p:sp>
        <p:nvSpPr>
          <p:cNvPr id="149" name="Google Shape;149;p7"/>
          <p:cNvSpPr txBox="1"/>
          <p:nvPr/>
        </p:nvSpPr>
        <p:spPr>
          <a:xfrm>
            <a:off x="2399603" y="2582552"/>
            <a:ext cx="410100"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6AA84F"/>
                </a:solidFill>
                <a:latin typeface="Arial"/>
                <a:ea typeface="Arial"/>
                <a:cs typeface="Arial"/>
                <a:sym typeface="Arial"/>
              </a:rPr>
              <a:t>b</a:t>
            </a:r>
            <a:r>
              <a:rPr b="1" baseline="-25000" i="0" lang="en" sz="1400" u="none" cap="none" strike="noStrike">
                <a:solidFill>
                  <a:srgbClr val="6AA84F"/>
                </a:solidFill>
                <a:latin typeface="Arial"/>
                <a:ea typeface="Arial"/>
                <a:cs typeface="Arial"/>
                <a:sym typeface="Arial"/>
              </a:rPr>
              <a:t>2</a:t>
            </a:r>
            <a:endParaRPr b="1" i="0" sz="1400" u="none" cap="none" strike="noStrike">
              <a:solidFill>
                <a:srgbClr val="6AA84F"/>
              </a:solidFill>
              <a:latin typeface="Arial"/>
              <a:ea typeface="Arial"/>
              <a:cs typeface="Arial"/>
              <a:sym typeface="Arial"/>
            </a:endParaRPr>
          </a:p>
        </p:txBody>
      </p:sp>
      <p:sp>
        <p:nvSpPr>
          <p:cNvPr id="150" name="Google Shape;150;p7"/>
          <p:cNvSpPr txBox="1"/>
          <p:nvPr/>
        </p:nvSpPr>
        <p:spPr>
          <a:xfrm>
            <a:off x="4347858" y="2582552"/>
            <a:ext cx="456600"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6AA84F"/>
                </a:solidFill>
                <a:latin typeface="Arial"/>
                <a:ea typeface="Arial"/>
                <a:cs typeface="Arial"/>
                <a:sym typeface="Arial"/>
              </a:rPr>
              <a:t>b</a:t>
            </a:r>
            <a:r>
              <a:rPr b="1" baseline="-25000" i="0" lang="en" sz="1400" u="none" cap="none" strike="noStrike">
                <a:solidFill>
                  <a:srgbClr val="6AA84F"/>
                </a:solidFill>
                <a:latin typeface="Arial"/>
                <a:ea typeface="Arial"/>
                <a:cs typeface="Arial"/>
                <a:sym typeface="Arial"/>
              </a:rPr>
              <a:t>3</a:t>
            </a:r>
            <a:endParaRPr b="1" i="0" sz="1400" u="none" cap="none" strike="noStrike">
              <a:solidFill>
                <a:srgbClr val="6AA84F"/>
              </a:solidFill>
              <a:latin typeface="Arial"/>
              <a:ea typeface="Arial"/>
              <a:cs typeface="Arial"/>
              <a:sym typeface="Arial"/>
            </a:endParaRPr>
          </a:p>
        </p:txBody>
      </p:sp>
      <p:cxnSp>
        <p:nvCxnSpPr>
          <p:cNvPr id="151" name="Google Shape;151;p7"/>
          <p:cNvCxnSpPr>
            <a:stCxn id="135" idx="0"/>
            <a:endCxn id="152" idx="2"/>
          </p:cNvCxnSpPr>
          <p:nvPr/>
        </p:nvCxnSpPr>
        <p:spPr>
          <a:xfrm rot="10800000">
            <a:off x="3135536" y="3486251"/>
            <a:ext cx="28800" cy="457200"/>
          </a:xfrm>
          <a:prstGeom prst="straightConnector1">
            <a:avLst/>
          </a:prstGeom>
          <a:noFill/>
          <a:ln cap="flat" cmpd="sng" w="19050">
            <a:solidFill>
              <a:srgbClr val="E59DDC"/>
            </a:solidFill>
            <a:prstDash val="solid"/>
            <a:miter lim="8000"/>
            <a:headEnd len="sm" w="sm" type="none"/>
            <a:tailEnd len="med" w="med" type="triangle"/>
          </a:ln>
        </p:spPr>
      </p:cxnSp>
      <p:cxnSp>
        <p:nvCxnSpPr>
          <p:cNvPr id="153" name="Google Shape;153;p7"/>
          <p:cNvCxnSpPr>
            <a:endCxn id="154" idx="2"/>
          </p:cNvCxnSpPr>
          <p:nvPr/>
        </p:nvCxnSpPr>
        <p:spPr>
          <a:xfrm rot="10800000">
            <a:off x="1215868" y="3525550"/>
            <a:ext cx="13800" cy="410100"/>
          </a:xfrm>
          <a:prstGeom prst="straightConnector1">
            <a:avLst/>
          </a:prstGeom>
          <a:noFill/>
          <a:ln cap="flat" cmpd="sng" w="19050">
            <a:solidFill>
              <a:srgbClr val="E59DDC"/>
            </a:solidFill>
            <a:prstDash val="solid"/>
            <a:miter lim="8000"/>
            <a:headEnd len="sm" w="sm" type="none"/>
            <a:tailEnd len="med" w="med" type="triangle"/>
          </a:ln>
        </p:spPr>
      </p:cxnSp>
      <p:cxnSp>
        <p:nvCxnSpPr>
          <p:cNvPr id="155" name="Google Shape;155;p7"/>
          <p:cNvCxnSpPr>
            <a:endCxn id="156" idx="2"/>
          </p:cNvCxnSpPr>
          <p:nvPr/>
        </p:nvCxnSpPr>
        <p:spPr>
          <a:xfrm flipH="1" rot="10800000">
            <a:off x="5045068" y="3525550"/>
            <a:ext cx="10200" cy="423300"/>
          </a:xfrm>
          <a:prstGeom prst="straightConnector1">
            <a:avLst/>
          </a:prstGeom>
          <a:noFill/>
          <a:ln cap="flat" cmpd="sng" w="19050">
            <a:solidFill>
              <a:srgbClr val="E59DDC"/>
            </a:solidFill>
            <a:prstDash val="solid"/>
            <a:miter lim="8000"/>
            <a:headEnd len="sm" w="sm" type="none"/>
            <a:tailEnd len="med" w="med" type="triangle"/>
          </a:ln>
        </p:spPr>
      </p:cxnSp>
      <p:cxnSp>
        <p:nvCxnSpPr>
          <p:cNvPr id="157" name="Google Shape;157;p7"/>
          <p:cNvCxnSpPr>
            <a:stCxn id="128" idx="0"/>
            <a:endCxn id="152" idx="1"/>
          </p:cNvCxnSpPr>
          <p:nvPr/>
        </p:nvCxnSpPr>
        <p:spPr>
          <a:xfrm flipH="1" rot="10800000">
            <a:off x="1326820" y="3383086"/>
            <a:ext cx="1491600" cy="465000"/>
          </a:xfrm>
          <a:prstGeom prst="straightConnector1">
            <a:avLst/>
          </a:prstGeom>
          <a:noFill/>
          <a:ln cap="flat" cmpd="sng" w="19050">
            <a:solidFill>
              <a:srgbClr val="72C4E9"/>
            </a:solidFill>
            <a:prstDash val="solid"/>
            <a:miter lim="8000"/>
            <a:headEnd len="sm" w="sm" type="none"/>
            <a:tailEnd len="med" w="med" type="triangle"/>
          </a:ln>
        </p:spPr>
      </p:cxnSp>
      <p:cxnSp>
        <p:nvCxnSpPr>
          <p:cNvPr id="158" name="Google Shape;158;p7"/>
          <p:cNvCxnSpPr>
            <a:stCxn id="128" idx="0"/>
            <a:endCxn id="156" idx="1"/>
          </p:cNvCxnSpPr>
          <p:nvPr/>
        </p:nvCxnSpPr>
        <p:spPr>
          <a:xfrm flipH="1" rot="10800000">
            <a:off x="1326820" y="3422386"/>
            <a:ext cx="3411300" cy="425700"/>
          </a:xfrm>
          <a:prstGeom prst="straightConnector1">
            <a:avLst/>
          </a:prstGeom>
          <a:noFill/>
          <a:ln cap="flat" cmpd="sng" w="19050">
            <a:solidFill>
              <a:srgbClr val="72C4E9"/>
            </a:solidFill>
            <a:prstDash val="solid"/>
            <a:miter lim="8000"/>
            <a:headEnd len="sm" w="sm" type="none"/>
            <a:tailEnd len="med" w="med" type="triangle"/>
          </a:ln>
        </p:spPr>
      </p:cxnSp>
      <p:cxnSp>
        <p:nvCxnSpPr>
          <p:cNvPr id="159" name="Google Shape;159;p7"/>
          <p:cNvCxnSpPr>
            <a:stCxn id="134" idx="0"/>
            <a:endCxn id="156" idx="1"/>
          </p:cNvCxnSpPr>
          <p:nvPr/>
        </p:nvCxnSpPr>
        <p:spPr>
          <a:xfrm flipH="1" rot="10800000">
            <a:off x="3268361" y="3422348"/>
            <a:ext cx="1469700" cy="417900"/>
          </a:xfrm>
          <a:prstGeom prst="straightConnector1">
            <a:avLst/>
          </a:prstGeom>
          <a:noFill/>
          <a:ln cap="flat" cmpd="sng" w="19050">
            <a:solidFill>
              <a:srgbClr val="72C4E9"/>
            </a:solidFill>
            <a:prstDash val="solid"/>
            <a:miter lim="8000"/>
            <a:headEnd len="sm" w="sm" type="none"/>
            <a:tailEnd len="med" w="med" type="triangle"/>
          </a:ln>
        </p:spPr>
      </p:cxnSp>
      <p:cxnSp>
        <p:nvCxnSpPr>
          <p:cNvPr id="160" name="Google Shape;160;p7"/>
          <p:cNvCxnSpPr/>
          <p:nvPr/>
        </p:nvCxnSpPr>
        <p:spPr>
          <a:xfrm rot="10800000">
            <a:off x="1227872" y="2851360"/>
            <a:ext cx="0" cy="529200"/>
          </a:xfrm>
          <a:prstGeom prst="straightConnector1">
            <a:avLst/>
          </a:prstGeom>
          <a:noFill/>
          <a:ln cap="flat" cmpd="sng" w="19050">
            <a:solidFill>
              <a:schemeClr val="accent1"/>
            </a:solidFill>
            <a:prstDash val="dash"/>
            <a:miter lim="8000"/>
            <a:headEnd len="sm" w="sm" type="none"/>
            <a:tailEnd len="med" w="med" type="triangle"/>
          </a:ln>
        </p:spPr>
      </p:cxnSp>
      <p:cxnSp>
        <p:nvCxnSpPr>
          <p:cNvPr id="161" name="Google Shape;161;p7"/>
          <p:cNvCxnSpPr/>
          <p:nvPr/>
        </p:nvCxnSpPr>
        <p:spPr>
          <a:xfrm rot="10800000">
            <a:off x="3151609" y="2844274"/>
            <a:ext cx="0" cy="529200"/>
          </a:xfrm>
          <a:prstGeom prst="straightConnector1">
            <a:avLst/>
          </a:prstGeom>
          <a:noFill/>
          <a:ln cap="flat" cmpd="sng" w="19050">
            <a:solidFill>
              <a:schemeClr val="accent1"/>
            </a:solidFill>
            <a:prstDash val="dash"/>
            <a:miter lim="8000"/>
            <a:headEnd len="sm" w="sm" type="none"/>
            <a:tailEnd len="med" w="med" type="triangle"/>
          </a:ln>
        </p:spPr>
      </p:cxnSp>
      <p:cxnSp>
        <p:nvCxnSpPr>
          <p:cNvPr id="162" name="Google Shape;162;p7"/>
          <p:cNvCxnSpPr/>
          <p:nvPr/>
        </p:nvCxnSpPr>
        <p:spPr>
          <a:xfrm rot="10800000">
            <a:off x="5041485" y="2835944"/>
            <a:ext cx="0" cy="529200"/>
          </a:xfrm>
          <a:prstGeom prst="straightConnector1">
            <a:avLst/>
          </a:prstGeom>
          <a:noFill/>
          <a:ln cap="flat" cmpd="sng" w="19050">
            <a:solidFill>
              <a:schemeClr val="accent1"/>
            </a:solidFill>
            <a:prstDash val="dash"/>
            <a:miter lim="8000"/>
            <a:headEnd len="sm" w="sm" type="none"/>
            <a:tailEnd len="med" w="med" type="triangle"/>
          </a:ln>
        </p:spPr>
      </p:cxnSp>
      <p:cxnSp>
        <p:nvCxnSpPr>
          <p:cNvPr id="163" name="Google Shape;163;p7"/>
          <p:cNvCxnSpPr/>
          <p:nvPr/>
        </p:nvCxnSpPr>
        <p:spPr>
          <a:xfrm rot="10800000">
            <a:off x="1202032" y="1353683"/>
            <a:ext cx="0" cy="1130700"/>
          </a:xfrm>
          <a:prstGeom prst="straightConnector1">
            <a:avLst/>
          </a:prstGeom>
          <a:noFill/>
          <a:ln cap="flat" cmpd="sng" w="19050">
            <a:solidFill>
              <a:schemeClr val="accent1"/>
            </a:solidFill>
            <a:prstDash val="dash"/>
            <a:miter lim="8000"/>
            <a:headEnd len="sm" w="sm" type="none"/>
            <a:tailEnd len="med" w="med" type="triangle"/>
          </a:ln>
        </p:spPr>
      </p:cxnSp>
      <p:cxnSp>
        <p:nvCxnSpPr>
          <p:cNvPr id="164" name="Google Shape;164;p7"/>
          <p:cNvCxnSpPr/>
          <p:nvPr/>
        </p:nvCxnSpPr>
        <p:spPr>
          <a:xfrm rot="10800000">
            <a:off x="3125750" y="1346756"/>
            <a:ext cx="6300" cy="1092900"/>
          </a:xfrm>
          <a:prstGeom prst="straightConnector1">
            <a:avLst/>
          </a:prstGeom>
          <a:noFill/>
          <a:ln cap="flat" cmpd="sng" w="19050">
            <a:solidFill>
              <a:schemeClr val="accent1"/>
            </a:solidFill>
            <a:prstDash val="dash"/>
            <a:miter lim="8000"/>
            <a:headEnd len="sm" w="sm" type="none"/>
            <a:tailEnd len="med" w="med" type="triangle"/>
          </a:ln>
        </p:spPr>
      </p:cxnSp>
      <p:sp>
        <p:nvSpPr>
          <p:cNvPr id="165" name="Google Shape;165;p7"/>
          <p:cNvSpPr/>
          <p:nvPr/>
        </p:nvSpPr>
        <p:spPr>
          <a:xfrm>
            <a:off x="1051197" y="1829910"/>
            <a:ext cx="840000" cy="206400"/>
          </a:xfrm>
          <a:prstGeom prst="rect">
            <a:avLst/>
          </a:prstGeom>
          <a:solidFill>
            <a:srgbClr val="AEDFFF"/>
          </a:solidFill>
          <a:ln cap="flat" cmpd="sng" w="19050">
            <a:solidFill>
              <a:srgbClr val="A5A5A5"/>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66" name="Google Shape;166;p7"/>
          <p:cNvSpPr/>
          <p:nvPr/>
        </p:nvSpPr>
        <p:spPr>
          <a:xfrm>
            <a:off x="947172" y="1933113"/>
            <a:ext cx="840000" cy="206400"/>
          </a:xfrm>
          <a:prstGeom prst="rect">
            <a:avLst/>
          </a:prstGeom>
          <a:solidFill>
            <a:srgbClr val="FDD349"/>
          </a:solidFill>
          <a:ln cap="flat" cmpd="sng" w="19050">
            <a:solidFill>
              <a:srgbClr val="A5A5A5"/>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67" name="Google Shape;167;p7"/>
          <p:cNvSpPr/>
          <p:nvPr/>
        </p:nvSpPr>
        <p:spPr>
          <a:xfrm>
            <a:off x="843147" y="2036316"/>
            <a:ext cx="840000" cy="206400"/>
          </a:xfrm>
          <a:prstGeom prst="rect">
            <a:avLst/>
          </a:prstGeom>
          <a:solidFill>
            <a:srgbClr val="EDD6F0"/>
          </a:solidFill>
          <a:ln cap="flat" cmpd="sng" w="19050">
            <a:solidFill>
              <a:srgbClr val="A5A5A5"/>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68" name="Google Shape;168;p7"/>
          <p:cNvSpPr txBox="1"/>
          <p:nvPr/>
        </p:nvSpPr>
        <p:spPr>
          <a:xfrm>
            <a:off x="561094" y="2036316"/>
            <a:ext cx="380447"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E59DDC"/>
                </a:solidFill>
                <a:latin typeface="Arial"/>
                <a:ea typeface="Arial"/>
                <a:cs typeface="Arial"/>
                <a:sym typeface="Arial"/>
              </a:rPr>
              <a:t>q</a:t>
            </a:r>
            <a:r>
              <a:rPr b="0" baseline="-25000" i="0" lang="en" sz="1400" u="none" cap="none" strike="noStrike">
                <a:solidFill>
                  <a:srgbClr val="E59DDC"/>
                </a:solidFill>
                <a:latin typeface="Arial"/>
                <a:ea typeface="Arial"/>
                <a:cs typeface="Arial"/>
                <a:sym typeface="Arial"/>
              </a:rPr>
              <a:t>1</a:t>
            </a:r>
            <a:endParaRPr b="0" i="0" sz="1400" u="none" cap="none" strike="noStrike">
              <a:solidFill>
                <a:srgbClr val="E59DDC"/>
              </a:solidFill>
              <a:latin typeface="Arial"/>
              <a:ea typeface="Arial"/>
              <a:cs typeface="Arial"/>
              <a:sym typeface="Arial"/>
            </a:endParaRPr>
          </a:p>
        </p:txBody>
      </p:sp>
      <p:sp>
        <p:nvSpPr>
          <p:cNvPr id="169" name="Google Shape;169;p7"/>
          <p:cNvSpPr txBox="1"/>
          <p:nvPr/>
        </p:nvSpPr>
        <p:spPr>
          <a:xfrm>
            <a:off x="611316" y="1864181"/>
            <a:ext cx="297300"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BC86"/>
                </a:solidFill>
                <a:latin typeface="Arial"/>
                <a:ea typeface="Arial"/>
                <a:cs typeface="Arial"/>
                <a:sym typeface="Arial"/>
              </a:rPr>
              <a:t>k</a:t>
            </a:r>
            <a:r>
              <a:rPr b="0" baseline="-25000" i="0" lang="en" sz="1400" u="none" cap="none" strike="noStrike">
                <a:solidFill>
                  <a:srgbClr val="FFBC86"/>
                </a:solidFill>
                <a:latin typeface="Arial"/>
                <a:ea typeface="Arial"/>
                <a:cs typeface="Arial"/>
                <a:sym typeface="Arial"/>
              </a:rPr>
              <a:t>1</a:t>
            </a:r>
            <a:endParaRPr b="0" i="0" sz="1400" u="none" cap="none" strike="noStrike">
              <a:solidFill>
                <a:srgbClr val="FFBC86"/>
              </a:solidFill>
              <a:latin typeface="Arial"/>
              <a:ea typeface="Arial"/>
              <a:cs typeface="Arial"/>
              <a:sym typeface="Arial"/>
            </a:endParaRPr>
          </a:p>
        </p:txBody>
      </p:sp>
      <p:sp>
        <p:nvSpPr>
          <p:cNvPr id="170" name="Google Shape;170;p7"/>
          <p:cNvSpPr txBox="1"/>
          <p:nvPr/>
        </p:nvSpPr>
        <p:spPr>
          <a:xfrm>
            <a:off x="715341" y="1739489"/>
            <a:ext cx="297300"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43AFE2"/>
                </a:solidFill>
                <a:latin typeface="Arial"/>
                <a:ea typeface="Arial"/>
                <a:cs typeface="Arial"/>
                <a:sym typeface="Arial"/>
              </a:rPr>
              <a:t>v</a:t>
            </a:r>
            <a:r>
              <a:rPr b="0" baseline="-25000" i="0" lang="en" sz="1400" u="none" cap="none" strike="noStrike">
                <a:solidFill>
                  <a:srgbClr val="43AFE2"/>
                </a:solidFill>
                <a:latin typeface="Arial"/>
                <a:ea typeface="Arial"/>
                <a:cs typeface="Arial"/>
                <a:sym typeface="Arial"/>
              </a:rPr>
              <a:t>1</a:t>
            </a:r>
            <a:endParaRPr b="0" i="0" sz="1400" u="none" cap="none" strike="noStrike">
              <a:solidFill>
                <a:srgbClr val="43AFE2"/>
              </a:solidFill>
              <a:latin typeface="Arial"/>
              <a:ea typeface="Arial"/>
              <a:cs typeface="Arial"/>
              <a:sym typeface="Arial"/>
            </a:endParaRPr>
          </a:p>
        </p:txBody>
      </p:sp>
      <p:sp>
        <p:nvSpPr>
          <p:cNvPr id="171" name="Google Shape;171;p7"/>
          <p:cNvSpPr/>
          <p:nvPr/>
        </p:nvSpPr>
        <p:spPr>
          <a:xfrm>
            <a:off x="2992739" y="1822072"/>
            <a:ext cx="840000" cy="206400"/>
          </a:xfrm>
          <a:prstGeom prst="rect">
            <a:avLst/>
          </a:prstGeom>
          <a:solidFill>
            <a:srgbClr val="AEDFFF"/>
          </a:solidFill>
          <a:ln cap="flat" cmpd="sng" w="19050">
            <a:solidFill>
              <a:srgbClr val="A5A5A5"/>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72" name="Google Shape;172;p7"/>
          <p:cNvSpPr/>
          <p:nvPr/>
        </p:nvSpPr>
        <p:spPr>
          <a:xfrm>
            <a:off x="2888714" y="1925275"/>
            <a:ext cx="840000" cy="206400"/>
          </a:xfrm>
          <a:prstGeom prst="rect">
            <a:avLst/>
          </a:prstGeom>
          <a:solidFill>
            <a:srgbClr val="FDD349"/>
          </a:solidFill>
          <a:ln cap="flat" cmpd="sng" w="19050">
            <a:solidFill>
              <a:srgbClr val="A5A5A5"/>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73" name="Google Shape;173;p7"/>
          <p:cNvSpPr/>
          <p:nvPr/>
        </p:nvSpPr>
        <p:spPr>
          <a:xfrm>
            <a:off x="2784689" y="2028478"/>
            <a:ext cx="840000" cy="206400"/>
          </a:xfrm>
          <a:prstGeom prst="rect">
            <a:avLst/>
          </a:prstGeom>
          <a:solidFill>
            <a:srgbClr val="EDD6F0"/>
          </a:solidFill>
          <a:ln cap="flat" cmpd="sng" w="19050">
            <a:solidFill>
              <a:srgbClr val="A5A5A5"/>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74" name="Google Shape;174;p7"/>
          <p:cNvSpPr txBox="1"/>
          <p:nvPr/>
        </p:nvSpPr>
        <p:spPr>
          <a:xfrm>
            <a:off x="2502636" y="2028478"/>
            <a:ext cx="347521"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E59DDC"/>
                </a:solidFill>
                <a:latin typeface="Arial"/>
                <a:ea typeface="Arial"/>
                <a:cs typeface="Arial"/>
                <a:sym typeface="Arial"/>
              </a:rPr>
              <a:t>q</a:t>
            </a:r>
            <a:r>
              <a:rPr b="0" baseline="-25000" i="0" lang="en" sz="1400" u="none" cap="none" strike="noStrike">
                <a:solidFill>
                  <a:srgbClr val="E59DDC"/>
                </a:solidFill>
                <a:latin typeface="Arial"/>
                <a:ea typeface="Arial"/>
                <a:cs typeface="Arial"/>
                <a:sym typeface="Arial"/>
              </a:rPr>
              <a:t>2</a:t>
            </a:r>
            <a:endParaRPr b="0" i="0" sz="1400" u="none" cap="none" strike="noStrike">
              <a:solidFill>
                <a:srgbClr val="E59DDC"/>
              </a:solidFill>
              <a:latin typeface="Arial"/>
              <a:ea typeface="Arial"/>
              <a:cs typeface="Arial"/>
              <a:sym typeface="Arial"/>
            </a:endParaRPr>
          </a:p>
        </p:txBody>
      </p:sp>
      <p:sp>
        <p:nvSpPr>
          <p:cNvPr id="175" name="Google Shape;175;p7"/>
          <p:cNvSpPr txBox="1"/>
          <p:nvPr/>
        </p:nvSpPr>
        <p:spPr>
          <a:xfrm>
            <a:off x="2552858" y="1856343"/>
            <a:ext cx="297300"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BC86"/>
                </a:solidFill>
                <a:latin typeface="Arial"/>
                <a:ea typeface="Arial"/>
                <a:cs typeface="Arial"/>
                <a:sym typeface="Arial"/>
              </a:rPr>
              <a:t>k</a:t>
            </a:r>
            <a:r>
              <a:rPr b="0" baseline="-25000" i="0" lang="en" sz="1400" u="none" cap="none" strike="noStrike">
                <a:solidFill>
                  <a:srgbClr val="FFBC86"/>
                </a:solidFill>
                <a:latin typeface="Arial"/>
                <a:ea typeface="Arial"/>
                <a:cs typeface="Arial"/>
                <a:sym typeface="Arial"/>
              </a:rPr>
              <a:t>2</a:t>
            </a:r>
            <a:endParaRPr b="0" i="0" sz="1400" u="none" cap="none" strike="noStrike">
              <a:solidFill>
                <a:srgbClr val="FFBC86"/>
              </a:solidFill>
              <a:latin typeface="Arial"/>
              <a:ea typeface="Arial"/>
              <a:cs typeface="Arial"/>
              <a:sym typeface="Arial"/>
            </a:endParaRPr>
          </a:p>
        </p:txBody>
      </p:sp>
      <p:sp>
        <p:nvSpPr>
          <p:cNvPr id="176" name="Google Shape;176;p7"/>
          <p:cNvSpPr txBox="1"/>
          <p:nvPr/>
        </p:nvSpPr>
        <p:spPr>
          <a:xfrm>
            <a:off x="2656883" y="1731650"/>
            <a:ext cx="297300"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43AFE2"/>
                </a:solidFill>
                <a:latin typeface="Arial"/>
                <a:ea typeface="Arial"/>
                <a:cs typeface="Arial"/>
                <a:sym typeface="Arial"/>
              </a:rPr>
              <a:t>v</a:t>
            </a:r>
            <a:r>
              <a:rPr b="0" baseline="-25000" i="0" lang="en" sz="1400" u="none" cap="none" strike="noStrike">
                <a:solidFill>
                  <a:srgbClr val="43AFE2"/>
                </a:solidFill>
                <a:latin typeface="Arial"/>
                <a:ea typeface="Arial"/>
                <a:cs typeface="Arial"/>
                <a:sym typeface="Arial"/>
              </a:rPr>
              <a:t>2</a:t>
            </a:r>
            <a:endParaRPr b="0" i="0" sz="1400" u="none" cap="none" strike="noStrike">
              <a:solidFill>
                <a:srgbClr val="43AFE2"/>
              </a:solidFill>
              <a:latin typeface="Arial"/>
              <a:ea typeface="Arial"/>
              <a:cs typeface="Arial"/>
              <a:sym typeface="Arial"/>
            </a:endParaRPr>
          </a:p>
        </p:txBody>
      </p:sp>
      <p:sp>
        <p:nvSpPr>
          <p:cNvPr id="177" name="Google Shape;177;p7"/>
          <p:cNvSpPr/>
          <p:nvPr/>
        </p:nvSpPr>
        <p:spPr>
          <a:xfrm>
            <a:off x="4902174" y="1829910"/>
            <a:ext cx="840000" cy="206400"/>
          </a:xfrm>
          <a:prstGeom prst="rect">
            <a:avLst/>
          </a:prstGeom>
          <a:solidFill>
            <a:srgbClr val="AEDFFF"/>
          </a:solidFill>
          <a:ln cap="flat" cmpd="sng" w="19050">
            <a:solidFill>
              <a:srgbClr val="A5A5A5"/>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78" name="Google Shape;178;p7"/>
          <p:cNvSpPr/>
          <p:nvPr/>
        </p:nvSpPr>
        <p:spPr>
          <a:xfrm>
            <a:off x="4798149" y="1933113"/>
            <a:ext cx="840000" cy="206400"/>
          </a:xfrm>
          <a:prstGeom prst="rect">
            <a:avLst/>
          </a:prstGeom>
          <a:solidFill>
            <a:srgbClr val="FDD349"/>
          </a:solidFill>
          <a:ln cap="flat" cmpd="sng" w="19050">
            <a:solidFill>
              <a:srgbClr val="A5A5A5"/>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79" name="Google Shape;179;p7"/>
          <p:cNvSpPr/>
          <p:nvPr/>
        </p:nvSpPr>
        <p:spPr>
          <a:xfrm>
            <a:off x="4694124" y="2036316"/>
            <a:ext cx="840000" cy="206400"/>
          </a:xfrm>
          <a:prstGeom prst="rect">
            <a:avLst/>
          </a:prstGeom>
          <a:solidFill>
            <a:srgbClr val="EDD6F0"/>
          </a:solidFill>
          <a:ln cap="flat" cmpd="sng" w="19050">
            <a:solidFill>
              <a:srgbClr val="A5A5A5"/>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80" name="Google Shape;180;p7"/>
          <p:cNvSpPr txBox="1"/>
          <p:nvPr/>
        </p:nvSpPr>
        <p:spPr>
          <a:xfrm>
            <a:off x="4412071" y="2036316"/>
            <a:ext cx="381863"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E59DDC"/>
                </a:solidFill>
                <a:latin typeface="Arial"/>
                <a:ea typeface="Arial"/>
                <a:cs typeface="Arial"/>
                <a:sym typeface="Arial"/>
              </a:rPr>
              <a:t>q</a:t>
            </a:r>
            <a:r>
              <a:rPr b="0" baseline="-25000" i="0" lang="en" sz="1400" u="none" cap="none" strike="noStrike">
                <a:solidFill>
                  <a:srgbClr val="E59DDC"/>
                </a:solidFill>
                <a:latin typeface="Arial"/>
                <a:ea typeface="Arial"/>
                <a:cs typeface="Arial"/>
                <a:sym typeface="Arial"/>
              </a:rPr>
              <a:t>3</a:t>
            </a:r>
            <a:endParaRPr b="0" i="0" sz="1400" u="none" cap="none" strike="noStrike">
              <a:solidFill>
                <a:srgbClr val="E59DDC"/>
              </a:solidFill>
              <a:latin typeface="Arial"/>
              <a:ea typeface="Arial"/>
              <a:cs typeface="Arial"/>
              <a:sym typeface="Arial"/>
            </a:endParaRPr>
          </a:p>
        </p:txBody>
      </p:sp>
      <p:sp>
        <p:nvSpPr>
          <p:cNvPr id="181" name="Google Shape;181;p7"/>
          <p:cNvSpPr txBox="1"/>
          <p:nvPr/>
        </p:nvSpPr>
        <p:spPr>
          <a:xfrm>
            <a:off x="4462293" y="1864181"/>
            <a:ext cx="297300"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BC86"/>
                </a:solidFill>
                <a:latin typeface="Arial"/>
                <a:ea typeface="Arial"/>
                <a:cs typeface="Arial"/>
                <a:sym typeface="Arial"/>
              </a:rPr>
              <a:t>k</a:t>
            </a:r>
            <a:r>
              <a:rPr b="0" baseline="-25000" i="0" lang="en" sz="1400" u="none" cap="none" strike="noStrike">
                <a:solidFill>
                  <a:srgbClr val="FFBC86"/>
                </a:solidFill>
                <a:latin typeface="Arial"/>
                <a:ea typeface="Arial"/>
                <a:cs typeface="Arial"/>
                <a:sym typeface="Arial"/>
              </a:rPr>
              <a:t>3</a:t>
            </a:r>
            <a:endParaRPr b="0" i="0" sz="1400" u="none" cap="none" strike="noStrike">
              <a:solidFill>
                <a:srgbClr val="FFBC86"/>
              </a:solidFill>
              <a:latin typeface="Arial"/>
              <a:ea typeface="Arial"/>
              <a:cs typeface="Arial"/>
              <a:sym typeface="Arial"/>
            </a:endParaRPr>
          </a:p>
        </p:txBody>
      </p:sp>
      <p:sp>
        <p:nvSpPr>
          <p:cNvPr id="182" name="Google Shape;182;p7"/>
          <p:cNvSpPr txBox="1"/>
          <p:nvPr/>
        </p:nvSpPr>
        <p:spPr>
          <a:xfrm>
            <a:off x="4566318" y="1739489"/>
            <a:ext cx="297300"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43AFE2"/>
                </a:solidFill>
                <a:latin typeface="Arial"/>
                <a:ea typeface="Arial"/>
                <a:cs typeface="Arial"/>
                <a:sym typeface="Arial"/>
              </a:rPr>
              <a:t>v</a:t>
            </a:r>
            <a:r>
              <a:rPr b="0" baseline="-25000" i="0" lang="en" sz="1400" u="none" cap="none" strike="noStrike">
                <a:solidFill>
                  <a:srgbClr val="43AFE2"/>
                </a:solidFill>
                <a:latin typeface="Arial"/>
                <a:ea typeface="Arial"/>
                <a:cs typeface="Arial"/>
                <a:sym typeface="Arial"/>
              </a:rPr>
              <a:t>3</a:t>
            </a:r>
            <a:endParaRPr b="0" i="0" sz="1400" u="none" cap="none" strike="noStrike">
              <a:solidFill>
                <a:srgbClr val="43AFE2"/>
              </a:solidFill>
              <a:latin typeface="Arial"/>
              <a:ea typeface="Arial"/>
              <a:cs typeface="Arial"/>
              <a:sym typeface="Arial"/>
            </a:endParaRPr>
          </a:p>
        </p:txBody>
      </p:sp>
      <p:sp>
        <p:nvSpPr>
          <p:cNvPr id="183" name="Google Shape;183;p7"/>
          <p:cNvSpPr txBox="1"/>
          <p:nvPr/>
        </p:nvSpPr>
        <p:spPr>
          <a:xfrm>
            <a:off x="4347858" y="617189"/>
            <a:ext cx="410100"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6AA84F"/>
                </a:solidFill>
                <a:latin typeface="Arial"/>
                <a:ea typeface="Arial"/>
                <a:cs typeface="Arial"/>
                <a:sym typeface="Arial"/>
              </a:rPr>
              <a:t>c</a:t>
            </a:r>
            <a:r>
              <a:rPr b="1" baseline="-25000" i="0" lang="en" sz="1400" u="none" cap="none" strike="noStrike">
                <a:solidFill>
                  <a:srgbClr val="6AA84F"/>
                </a:solidFill>
                <a:latin typeface="Arial"/>
                <a:ea typeface="Arial"/>
                <a:cs typeface="Arial"/>
                <a:sym typeface="Arial"/>
              </a:rPr>
              <a:t>3</a:t>
            </a:r>
            <a:endParaRPr b="1" i="0" sz="1400" u="none" cap="none" strike="noStrike">
              <a:solidFill>
                <a:srgbClr val="6AA84F"/>
              </a:solidFill>
              <a:latin typeface="Arial"/>
              <a:ea typeface="Arial"/>
              <a:cs typeface="Arial"/>
              <a:sym typeface="Arial"/>
            </a:endParaRPr>
          </a:p>
        </p:txBody>
      </p:sp>
      <p:sp>
        <p:nvSpPr>
          <p:cNvPr id="184" name="Google Shape;184;p7"/>
          <p:cNvSpPr txBox="1"/>
          <p:nvPr/>
        </p:nvSpPr>
        <p:spPr>
          <a:xfrm>
            <a:off x="2399603" y="617189"/>
            <a:ext cx="400334"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6AA84F"/>
                </a:solidFill>
                <a:latin typeface="Arial"/>
                <a:ea typeface="Arial"/>
                <a:cs typeface="Arial"/>
                <a:sym typeface="Arial"/>
              </a:rPr>
              <a:t>c</a:t>
            </a:r>
            <a:r>
              <a:rPr b="1" baseline="-25000" i="0" lang="en" sz="1400" u="none" cap="none" strike="noStrike">
                <a:solidFill>
                  <a:srgbClr val="6AA84F"/>
                </a:solidFill>
                <a:latin typeface="Arial"/>
                <a:ea typeface="Arial"/>
                <a:cs typeface="Arial"/>
                <a:sym typeface="Arial"/>
              </a:rPr>
              <a:t>2</a:t>
            </a:r>
            <a:endParaRPr b="1" i="0" sz="1400" u="none" cap="none" strike="noStrike">
              <a:solidFill>
                <a:srgbClr val="6AA84F"/>
              </a:solidFill>
              <a:latin typeface="Arial"/>
              <a:ea typeface="Arial"/>
              <a:cs typeface="Arial"/>
              <a:sym typeface="Arial"/>
            </a:endParaRPr>
          </a:p>
        </p:txBody>
      </p:sp>
      <p:sp>
        <p:nvSpPr>
          <p:cNvPr id="185" name="Google Shape;185;p7"/>
          <p:cNvSpPr txBox="1"/>
          <p:nvPr/>
        </p:nvSpPr>
        <p:spPr>
          <a:xfrm>
            <a:off x="4775872" y="0"/>
            <a:ext cx="595800" cy="215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Arial"/>
                <a:ea typeface="Arial"/>
                <a:cs typeface="Arial"/>
                <a:sym typeface="Arial"/>
              </a:rPr>
              <a:t>time</a:t>
            </a:r>
            <a:endParaRPr b="0" i="0" sz="1400" u="none" cap="none" strike="noStrike">
              <a:solidFill>
                <a:schemeClr val="dk1"/>
              </a:solidFill>
              <a:latin typeface="Arial"/>
              <a:ea typeface="Arial"/>
              <a:cs typeface="Arial"/>
              <a:sym typeface="Arial"/>
            </a:endParaRPr>
          </a:p>
        </p:txBody>
      </p:sp>
      <p:sp>
        <p:nvSpPr>
          <p:cNvPr id="186" name="Google Shape;186;p7"/>
          <p:cNvSpPr txBox="1"/>
          <p:nvPr/>
        </p:nvSpPr>
        <p:spPr>
          <a:xfrm>
            <a:off x="5765507" y="2967700"/>
            <a:ext cx="8802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Arial"/>
                <a:ea typeface="Arial"/>
                <a:cs typeface="Arial"/>
                <a:sym typeface="Arial"/>
              </a:rPr>
              <a:t>Layer 1</a:t>
            </a:r>
            <a:endParaRPr b="0" i="0" sz="1400" u="none" cap="none" strike="noStrike">
              <a:solidFill>
                <a:schemeClr val="dk1"/>
              </a:solidFill>
              <a:latin typeface="Arial"/>
              <a:ea typeface="Arial"/>
              <a:cs typeface="Arial"/>
              <a:sym typeface="Arial"/>
            </a:endParaRPr>
          </a:p>
        </p:txBody>
      </p:sp>
      <p:sp>
        <p:nvSpPr>
          <p:cNvPr id="187" name="Google Shape;187;p7"/>
          <p:cNvSpPr txBox="1"/>
          <p:nvPr/>
        </p:nvSpPr>
        <p:spPr>
          <a:xfrm>
            <a:off x="5742182" y="1022076"/>
            <a:ext cx="8802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Arial"/>
                <a:ea typeface="Arial"/>
                <a:cs typeface="Arial"/>
                <a:sym typeface="Arial"/>
              </a:rPr>
              <a:t>Layer 2</a:t>
            </a:r>
            <a:endParaRPr b="0" i="0" sz="1400" u="none" cap="none" strike="noStrike">
              <a:solidFill>
                <a:schemeClr val="dk1"/>
              </a:solidFill>
              <a:latin typeface="Arial"/>
              <a:ea typeface="Arial"/>
              <a:cs typeface="Arial"/>
              <a:sym typeface="Arial"/>
            </a:endParaRPr>
          </a:p>
        </p:txBody>
      </p:sp>
      <p:sp>
        <p:nvSpPr>
          <p:cNvPr id="154" name="Google Shape;154;p7"/>
          <p:cNvSpPr/>
          <p:nvPr/>
        </p:nvSpPr>
        <p:spPr>
          <a:xfrm>
            <a:off x="898768" y="3319150"/>
            <a:ext cx="634200" cy="206400"/>
          </a:xfrm>
          <a:prstGeom prst="roundRect">
            <a:avLst>
              <a:gd fmla="val 16667" name="adj"/>
            </a:avLst>
          </a:prstGeom>
          <a:solidFill>
            <a:srgbClr val="C27BA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Calibri"/>
                <a:ea typeface="Calibri"/>
                <a:cs typeface="Calibri"/>
                <a:sym typeface="Calibri"/>
              </a:rPr>
              <a:t>attn</a:t>
            </a:r>
            <a:endParaRPr b="0" i="0" sz="1400" u="none" cap="none" strike="noStrike">
              <a:solidFill>
                <a:srgbClr val="000000"/>
              </a:solidFill>
              <a:latin typeface="Calibri"/>
              <a:ea typeface="Calibri"/>
              <a:cs typeface="Calibri"/>
              <a:sym typeface="Calibri"/>
            </a:endParaRPr>
          </a:p>
        </p:txBody>
      </p:sp>
      <p:sp>
        <p:nvSpPr>
          <p:cNvPr id="152" name="Google Shape;152;p7"/>
          <p:cNvSpPr/>
          <p:nvPr/>
        </p:nvSpPr>
        <p:spPr>
          <a:xfrm>
            <a:off x="2818468" y="3279988"/>
            <a:ext cx="634200" cy="206400"/>
          </a:xfrm>
          <a:prstGeom prst="roundRect">
            <a:avLst>
              <a:gd fmla="val 16667" name="adj"/>
            </a:avLst>
          </a:prstGeom>
          <a:solidFill>
            <a:srgbClr val="C27BA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Calibri"/>
                <a:ea typeface="Calibri"/>
                <a:cs typeface="Calibri"/>
                <a:sym typeface="Calibri"/>
              </a:rPr>
              <a:t>attn</a:t>
            </a:r>
            <a:endParaRPr b="0" i="0" sz="1400" u="none" cap="none" strike="noStrike">
              <a:solidFill>
                <a:srgbClr val="000000"/>
              </a:solidFill>
              <a:latin typeface="Calibri"/>
              <a:ea typeface="Calibri"/>
              <a:cs typeface="Calibri"/>
              <a:sym typeface="Calibri"/>
            </a:endParaRPr>
          </a:p>
        </p:txBody>
      </p:sp>
      <p:sp>
        <p:nvSpPr>
          <p:cNvPr id="156" name="Google Shape;156;p7"/>
          <p:cNvSpPr/>
          <p:nvPr/>
        </p:nvSpPr>
        <p:spPr>
          <a:xfrm>
            <a:off x="4738168" y="3319150"/>
            <a:ext cx="634200" cy="206400"/>
          </a:xfrm>
          <a:prstGeom prst="roundRect">
            <a:avLst>
              <a:gd fmla="val 16667" name="adj"/>
            </a:avLst>
          </a:prstGeom>
          <a:solidFill>
            <a:srgbClr val="C27BA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Calibri"/>
                <a:ea typeface="Calibri"/>
                <a:cs typeface="Calibri"/>
                <a:sym typeface="Calibri"/>
              </a:rPr>
              <a:t>attn</a:t>
            </a:r>
            <a:endParaRPr b="0" i="0" sz="1400" u="none" cap="none" strike="noStrike">
              <a:solidFill>
                <a:srgbClr val="000000"/>
              </a:solidFill>
              <a:latin typeface="Calibri"/>
              <a:ea typeface="Calibri"/>
              <a:cs typeface="Calibri"/>
              <a:sym typeface="Calibri"/>
            </a:endParaRPr>
          </a:p>
        </p:txBody>
      </p:sp>
      <p:sp>
        <p:nvSpPr>
          <p:cNvPr id="188" name="Google Shape;188;p7"/>
          <p:cNvSpPr/>
          <p:nvPr/>
        </p:nvSpPr>
        <p:spPr>
          <a:xfrm>
            <a:off x="898768" y="3040852"/>
            <a:ext cx="634200" cy="206400"/>
          </a:xfrm>
          <a:prstGeom prst="roundRect">
            <a:avLst>
              <a:gd fmla="val 16667" name="adj"/>
            </a:avLst>
          </a:prstGeom>
          <a:solidFill>
            <a:srgbClr val="EA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Calibri"/>
                <a:ea typeface="Calibri"/>
                <a:cs typeface="Calibri"/>
                <a:sym typeface="Calibri"/>
              </a:rPr>
              <a:t>MLP</a:t>
            </a:r>
            <a:endParaRPr b="0" i="0" sz="1400" u="none" cap="none" strike="noStrike">
              <a:solidFill>
                <a:srgbClr val="000000"/>
              </a:solidFill>
              <a:latin typeface="Calibri"/>
              <a:ea typeface="Calibri"/>
              <a:cs typeface="Calibri"/>
              <a:sym typeface="Calibri"/>
            </a:endParaRPr>
          </a:p>
        </p:txBody>
      </p:sp>
      <p:sp>
        <p:nvSpPr>
          <p:cNvPr id="189" name="Google Shape;189;p7"/>
          <p:cNvSpPr/>
          <p:nvPr/>
        </p:nvSpPr>
        <p:spPr>
          <a:xfrm>
            <a:off x="2817581" y="3040852"/>
            <a:ext cx="634200" cy="206400"/>
          </a:xfrm>
          <a:prstGeom prst="roundRect">
            <a:avLst>
              <a:gd fmla="val 16667" name="adj"/>
            </a:avLst>
          </a:prstGeom>
          <a:solidFill>
            <a:srgbClr val="EA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Calibri"/>
                <a:ea typeface="Calibri"/>
                <a:cs typeface="Calibri"/>
                <a:sym typeface="Calibri"/>
              </a:rPr>
              <a:t>MLP</a:t>
            </a:r>
            <a:endParaRPr b="0" i="0" sz="1400" u="none" cap="none" strike="noStrike">
              <a:solidFill>
                <a:srgbClr val="000000"/>
              </a:solidFill>
              <a:latin typeface="Calibri"/>
              <a:ea typeface="Calibri"/>
              <a:cs typeface="Calibri"/>
              <a:sym typeface="Calibri"/>
            </a:endParaRPr>
          </a:p>
        </p:txBody>
      </p:sp>
      <p:sp>
        <p:nvSpPr>
          <p:cNvPr id="190" name="Google Shape;190;p7"/>
          <p:cNvSpPr/>
          <p:nvPr/>
        </p:nvSpPr>
        <p:spPr>
          <a:xfrm>
            <a:off x="4736406" y="3040852"/>
            <a:ext cx="634200" cy="206400"/>
          </a:xfrm>
          <a:prstGeom prst="roundRect">
            <a:avLst>
              <a:gd fmla="val 16667" name="adj"/>
            </a:avLst>
          </a:prstGeom>
          <a:solidFill>
            <a:srgbClr val="EA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Calibri"/>
                <a:ea typeface="Calibri"/>
                <a:cs typeface="Calibri"/>
                <a:sym typeface="Calibri"/>
              </a:rPr>
              <a:t>MLP</a:t>
            </a:r>
            <a:endParaRPr b="0" i="0" sz="1400" u="none" cap="none" strike="noStrike">
              <a:solidFill>
                <a:srgbClr val="000000"/>
              </a:solidFill>
              <a:latin typeface="Calibri"/>
              <a:ea typeface="Calibri"/>
              <a:cs typeface="Calibri"/>
              <a:sym typeface="Calibri"/>
            </a:endParaRPr>
          </a:p>
        </p:txBody>
      </p:sp>
      <p:sp>
        <p:nvSpPr>
          <p:cNvPr id="191" name="Google Shape;191;p7"/>
          <p:cNvSpPr/>
          <p:nvPr/>
        </p:nvSpPr>
        <p:spPr>
          <a:xfrm>
            <a:off x="903963" y="1495771"/>
            <a:ext cx="634200" cy="206400"/>
          </a:xfrm>
          <a:prstGeom prst="roundRect">
            <a:avLst>
              <a:gd fmla="val 16667" name="adj"/>
            </a:avLst>
          </a:prstGeom>
          <a:solidFill>
            <a:srgbClr val="C27BA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Calibri"/>
                <a:ea typeface="Calibri"/>
                <a:cs typeface="Calibri"/>
                <a:sym typeface="Calibri"/>
              </a:rPr>
              <a:t>attn</a:t>
            </a:r>
            <a:endParaRPr b="0" i="0" sz="1400" u="none" cap="none" strike="noStrike">
              <a:solidFill>
                <a:srgbClr val="000000"/>
              </a:solidFill>
              <a:latin typeface="Calibri"/>
              <a:ea typeface="Calibri"/>
              <a:cs typeface="Calibri"/>
              <a:sym typeface="Calibri"/>
            </a:endParaRPr>
          </a:p>
        </p:txBody>
      </p:sp>
      <p:sp>
        <p:nvSpPr>
          <p:cNvPr id="192" name="Google Shape;192;p7"/>
          <p:cNvSpPr/>
          <p:nvPr/>
        </p:nvSpPr>
        <p:spPr>
          <a:xfrm>
            <a:off x="2823663" y="1456609"/>
            <a:ext cx="634200" cy="206400"/>
          </a:xfrm>
          <a:prstGeom prst="roundRect">
            <a:avLst>
              <a:gd fmla="val 16667" name="adj"/>
            </a:avLst>
          </a:prstGeom>
          <a:solidFill>
            <a:srgbClr val="C27BA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Calibri"/>
                <a:ea typeface="Calibri"/>
                <a:cs typeface="Calibri"/>
                <a:sym typeface="Calibri"/>
              </a:rPr>
              <a:t>attn</a:t>
            </a:r>
            <a:endParaRPr b="0" i="0" sz="1400" u="none" cap="none" strike="noStrike">
              <a:solidFill>
                <a:srgbClr val="000000"/>
              </a:solidFill>
              <a:latin typeface="Calibri"/>
              <a:ea typeface="Calibri"/>
              <a:cs typeface="Calibri"/>
              <a:sym typeface="Calibri"/>
            </a:endParaRPr>
          </a:p>
        </p:txBody>
      </p:sp>
      <p:sp>
        <p:nvSpPr>
          <p:cNvPr id="193" name="Google Shape;193;p7"/>
          <p:cNvSpPr/>
          <p:nvPr/>
        </p:nvSpPr>
        <p:spPr>
          <a:xfrm>
            <a:off x="4743363" y="1495771"/>
            <a:ext cx="634200" cy="206400"/>
          </a:xfrm>
          <a:prstGeom prst="roundRect">
            <a:avLst>
              <a:gd fmla="val 16667" name="adj"/>
            </a:avLst>
          </a:prstGeom>
          <a:solidFill>
            <a:srgbClr val="C27BA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Calibri"/>
                <a:ea typeface="Calibri"/>
                <a:cs typeface="Calibri"/>
                <a:sym typeface="Calibri"/>
              </a:rPr>
              <a:t>attn</a:t>
            </a:r>
            <a:endParaRPr b="0" i="0" sz="1400" u="none" cap="none" strike="noStrike">
              <a:solidFill>
                <a:srgbClr val="000000"/>
              </a:solidFill>
              <a:latin typeface="Calibri"/>
              <a:ea typeface="Calibri"/>
              <a:cs typeface="Calibri"/>
              <a:sym typeface="Calibri"/>
            </a:endParaRPr>
          </a:p>
        </p:txBody>
      </p:sp>
      <p:sp>
        <p:nvSpPr>
          <p:cNvPr id="194" name="Google Shape;194;p7"/>
          <p:cNvSpPr/>
          <p:nvPr/>
        </p:nvSpPr>
        <p:spPr>
          <a:xfrm>
            <a:off x="903963" y="1217474"/>
            <a:ext cx="634200" cy="206400"/>
          </a:xfrm>
          <a:prstGeom prst="roundRect">
            <a:avLst>
              <a:gd fmla="val 16667" name="adj"/>
            </a:avLst>
          </a:prstGeom>
          <a:solidFill>
            <a:srgbClr val="EA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Calibri"/>
                <a:ea typeface="Calibri"/>
                <a:cs typeface="Calibri"/>
                <a:sym typeface="Calibri"/>
              </a:rPr>
              <a:t>MLP</a:t>
            </a:r>
            <a:endParaRPr b="0" i="0" sz="1400" u="none" cap="none" strike="noStrike">
              <a:solidFill>
                <a:srgbClr val="000000"/>
              </a:solidFill>
              <a:latin typeface="Calibri"/>
              <a:ea typeface="Calibri"/>
              <a:cs typeface="Calibri"/>
              <a:sym typeface="Calibri"/>
            </a:endParaRPr>
          </a:p>
        </p:txBody>
      </p:sp>
      <p:sp>
        <p:nvSpPr>
          <p:cNvPr id="195" name="Google Shape;195;p7"/>
          <p:cNvSpPr/>
          <p:nvPr/>
        </p:nvSpPr>
        <p:spPr>
          <a:xfrm>
            <a:off x="2822776" y="1217474"/>
            <a:ext cx="634200" cy="206400"/>
          </a:xfrm>
          <a:prstGeom prst="roundRect">
            <a:avLst>
              <a:gd fmla="val 16667" name="adj"/>
            </a:avLst>
          </a:prstGeom>
          <a:solidFill>
            <a:srgbClr val="EA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Calibri"/>
                <a:ea typeface="Calibri"/>
                <a:cs typeface="Calibri"/>
                <a:sym typeface="Calibri"/>
              </a:rPr>
              <a:t>MLP</a:t>
            </a:r>
            <a:endParaRPr b="0" i="0" sz="1400" u="none" cap="none" strike="noStrike">
              <a:solidFill>
                <a:srgbClr val="000000"/>
              </a:solidFill>
              <a:latin typeface="Calibri"/>
              <a:ea typeface="Calibri"/>
              <a:cs typeface="Calibri"/>
              <a:sym typeface="Calibri"/>
            </a:endParaRPr>
          </a:p>
        </p:txBody>
      </p:sp>
      <p:sp>
        <p:nvSpPr>
          <p:cNvPr id="196" name="Google Shape;196;p7"/>
          <p:cNvSpPr/>
          <p:nvPr/>
        </p:nvSpPr>
        <p:spPr>
          <a:xfrm>
            <a:off x="4741601" y="1217474"/>
            <a:ext cx="634200" cy="206400"/>
          </a:xfrm>
          <a:prstGeom prst="roundRect">
            <a:avLst>
              <a:gd fmla="val 16667" name="adj"/>
            </a:avLst>
          </a:prstGeom>
          <a:solidFill>
            <a:srgbClr val="EA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Calibri"/>
                <a:ea typeface="Calibri"/>
                <a:cs typeface="Calibri"/>
                <a:sym typeface="Calibri"/>
              </a:rPr>
              <a:t>MLP</a:t>
            </a:r>
            <a:endParaRPr b="0" i="0" sz="1400" u="none" cap="none" strike="noStrike">
              <a:solidFill>
                <a:srgbClr val="000000"/>
              </a:solidFill>
              <a:latin typeface="Calibri"/>
              <a:ea typeface="Calibri"/>
              <a:cs typeface="Calibri"/>
              <a:sym typeface="Calibri"/>
            </a:endParaRPr>
          </a:p>
        </p:txBody>
      </p:sp>
      <p:sp>
        <p:nvSpPr>
          <p:cNvPr id="197" name="Google Shape;197;p7"/>
          <p:cNvSpPr txBox="1"/>
          <p:nvPr/>
        </p:nvSpPr>
        <p:spPr>
          <a:xfrm>
            <a:off x="524350" y="681321"/>
            <a:ext cx="374418"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6AA84F"/>
                </a:solidFill>
                <a:latin typeface="Arial"/>
                <a:ea typeface="Arial"/>
                <a:cs typeface="Arial"/>
                <a:sym typeface="Arial"/>
              </a:rPr>
              <a:t>c</a:t>
            </a:r>
            <a:r>
              <a:rPr b="1" baseline="-25000" i="0" lang="en" sz="1400" u="none" cap="none" strike="noStrike">
                <a:solidFill>
                  <a:srgbClr val="6AA84F"/>
                </a:solidFill>
                <a:latin typeface="Arial"/>
                <a:ea typeface="Arial"/>
                <a:cs typeface="Arial"/>
                <a:sym typeface="Arial"/>
              </a:rPr>
              <a:t>1</a:t>
            </a:r>
            <a:endParaRPr b="1" i="0" sz="1400" u="none" cap="none" strike="noStrike">
              <a:solidFill>
                <a:srgbClr val="6AA84F"/>
              </a:solidFill>
              <a:latin typeface="Arial"/>
              <a:ea typeface="Arial"/>
              <a:cs typeface="Arial"/>
              <a:sym typeface="Arial"/>
            </a:endParaRPr>
          </a:p>
        </p:txBody>
      </p:sp>
      <p:cxnSp>
        <p:nvCxnSpPr>
          <p:cNvPr id="198" name="Google Shape;198;p7"/>
          <p:cNvCxnSpPr/>
          <p:nvPr/>
        </p:nvCxnSpPr>
        <p:spPr>
          <a:xfrm>
            <a:off x="1185468" y="323075"/>
            <a:ext cx="0" cy="289800"/>
          </a:xfrm>
          <a:prstGeom prst="straightConnector1">
            <a:avLst/>
          </a:prstGeom>
          <a:noFill/>
          <a:ln cap="flat" cmpd="sng" w="28575">
            <a:solidFill>
              <a:schemeClr val="accent1"/>
            </a:solidFill>
            <a:prstDash val="dot"/>
            <a:miter lim="80"/>
            <a:headEnd len="sm" w="sm" type="none"/>
            <a:tailEnd len="sm" w="sm" type="none"/>
          </a:ln>
        </p:spPr>
      </p:cxnSp>
      <p:cxnSp>
        <p:nvCxnSpPr>
          <p:cNvPr id="199" name="Google Shape;199;p7"/>
          <p:cNvCxnSpPr/>
          <p:nvPr/>
        </p:nvCxnSpPr>
        <p:spPr>
          <a:xfrm>
            <a:off x="3128893" y="323075"/>
            <a:ext cx="0" cy="289800"/>
          </a:xfrm>
          <a:prstGeom prst="straightConnector1">
            <a:avLst/>
          </a:prstGeom>
          <a:noFill/>
          <a:ln cap="flat" cmpd="sng" w="28575">
            <a:solidFill>
              <a:schemeClr val="accent1"/>
            </a:solidFill>
            <a:prstDash val="dot"/>
            <a:miter lim="80"/>
            <a:headEnd len="sm" w="sm" type="none"/>
            <a:tailEnd len="sm" w="sm" type="none"/>
          </a:ln>
        </p:spPr>
      </p:cxnSp>
      <p:cxnSp>
        <p:nvCxnSpPr>
          <p:cNvPr id="200" name="Google Shape;200;p7"/>
          <p:cNvCxnSpPr/>
          <p:nvPr/>
        </p:nvCxnSpPr>
        <p:spPr>
          <a:xfrm>
            <a:off x="4970618" y="405200"/>
            <a:ext cx="0" cy="289800"/>
          </a:xfrm>
          <a:prstGeom prst="straightConnector1">
            <a:avLst/>
          </a:prstGeom>
          <a:noFill/>
          <a:ln cap="flat" cmpd="sng" w="28575">
            <a:solidFill>
              <a:schemeClr val="accent1"/>
            </a:solidFill>
            <a:prstDash val="dot"/>
            <a:miter lim="80"/>
            <a:headEnd len="sm" w="sm" type="none"/>
            <a:tailEnd len="sm" w="sm" type="none"/>
          </a:ln>
        </p:spPr>
      </p:cxnSp>
      <p:sp>
        <p:nvSpPr>
          <p:cNvPr id="201" name="Google Shape;201;p7"/>
          <p:cNvSpPr txBox="1"/>
          <p:nvPr/>
        </p:nvSpPr>
        <p:spPr>
          <a:xfrm>
            <a:off x="524350" y="121339"/>
            <a:ext cx="422822"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6AA84F"/>
                </a:solidFill>
                <a:latin typeface="Arial"/>
                <a:ea typeface="Arial"/>
                <a:cs typeface="Arial"/>
                <a:sym typeface="Arial"/>
              </a:rPr>
              <a:t>x</a:t>
            </a:r>
            <a:r>
              <a:rPr b="1" baseline="-25000" i="0" lang="en" sz="1400" u="none" cap="none" strike="noStrike">
                <a:solidFill>
                  <a:srgbClr val="6AA84F"/>
                </a:solidFill>
                <a:latin typeface="Arial"/>
                <a:ea typeface="Arial"/>
                <a:cs typeface="Arial"/>
                <a:sym typeface="Arial"/>
              </a:rPr>
              <a:t>1</a:t>
            </a:r>
            <a:endParaRPr b="1" i="0" sz="1400" u="none" cap="none" strike="noStrike">
              <a:solidFill>
                <a:srgbClr val="6AA84F"/>
              </a:solidFill>
              <a:latin typeface="Arial"/>
              <a:ea typeface="Arial"/>
              <a:cs typeface="Arial"/>
              <a:sym typeface="Arial"/>
            </a:endParaRPr>
          </a:p>
        </p:txBody>
      </p:sp>
      <p:sp>
        <p:nvSpPr>
          <p:cNvPr id="202" name="Google Shape;202;p7"/>
          <p:cNvSpPr txBox="1"/>
          <p:nvPr/>
        </p:nvSpPr>
        <p:spPr>
          <a:xfrm>
            <a:off x="2399603" y="121339"/>
            <a:ext cx="385086"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6AA84F"/>
                </a:solidFill>
                <a:latin typeface="Arial"/>
                <a:ea typeface="Arial"/>
                <a:cs typeface="Arial"/>
                <a:sym typeface="Arial"/>
              </a:rPr>
              <a:t>x</a:t>
            </a:r>
            <a:r>
              <a:rPr b="1" baseline="-25000" i="0" lang="en" sz="1400" u="none" cap="none" strike="noStrike">
                <a:solidFill>
                  <a:srgbClr val="6AA84F"/>
                </a:solidFill>
                <a:latin typeface="Arial"/>
                <a:ea typeface="Arial"/>
                <a:cs typeface="Arial"/>
                <a:sym typeface="Arial"/>
              </a:rPr>
              <a:t>2</a:t>
            </a:r>
            <a:endParaRPr b="1" i="0" sz="1400" u="none" cap="none" strike="noStrike">
              <a:solidFill>
                <a:srgbClr val="6AA84F"/>
              </a:solidFill>
              <a:latin typeface="Arial"/>
              <a:ea typeface="Arial"/>
              <a:cs typeface="Arial"/>
              <a:sym typeface="Arial"/>
            </a:endParaRPr>
          </a:p>
        </p:txBody>
      </p:sp>
      <p:sp>
        <p:nvSpPr>
          <p:cNvPr id="203" name="Google Shape;203;p7"/>
          <p:cNvSpPr txBox="1"/>
          <p:nvPr/>
        </p:nvSpPr>
        <p:spPr>
          <a:xfrm>
            <a:off x="4347857" y="121339"/>
            <a:ext cx="427999"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6AA84F"/>
                </a:solidFill>
                <a:latin typeface="Arial"/>
                <a:ea typeface="Arial"/>
                <a:cs typeface="Arial"/>
                <a:sym typeface="Arial"/>
              </a:rPr>
              <a:t>x</a:t>
            </a:r>
            <a:r>
              <a:rPr b="1" baseline="-25000" i="0" lang="en" sz="1400" u="none" cap="none" strike="noStrike">
                <a:solidFill>
                  <a:srgbClr val="6AA84F"/>
                </a:solidFill>
                <a:latin typeface="Arial"/>
                <a:ea typeface="Arial"/>
                <a:cs typeface="Arial"/>
                <a:sym typeface="Arial"/>
              </a:rPr>
              <a:t>3</a:t>
            </a:r>
            <a:endParaRPr b="1" i="0" sz="1400" u="none" cap="none" strike="noStrike">
              <a:solidFill>
                <a:srgbClr val="6AA84F"/>
              </a:solidFill>
              <a:latin typeface="Arial"/>
              <a:ea typeface="Arial"/>
              <a:cs typeface="Arial"/>
              <a:sym typeface="Arial"/>
            </a:endParaRPr>
          </a:p>
        </p:txBody>
      </p:sp>
      <p:sp>
        <p:nvSpPr>
          <p:cNvPr id="204" name="Google Shape;204;p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205" name="Google Shape;205;p7"/>
          <p:cNvSpPr/>
          <p:nvPr/>
        </p:nvSpPr>
        <p:spPr>
          <a:xfrm>
            <a:off x="802795" y="717121"/>
            <a:ext cx="1047900" cy="206400"/>
          </a:xfrm>
          <a:prstGeom prst="rect">
            <a:avLst/>
          </a:prstGeom>
          <a:solidFill>
            <a:srgbClr val="BDE1AF"/>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206" name="Google Shape;206;p7"/>
          <p:cNvSpPr/>
          <p:nvPr/>
        </p:nvSpPr>
        <p:spPr>
          <a:xfrm>
            <a:off x="2701508" y="708949"/>
            <a:ext cx="1047900" cy="206400"/>
          </a:xfrm>
          <a:prstGeom prst="rect">
            <a:avLst/>
          </a:prstGeom>
          <a:solidFill>
            <a:srgbClr val="BDE1AF"/>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207" name="Google Shape;207;p7"/>
          <p:cNvSpPr/>
          <p:nvPr/>
        </p:nvSpPr>
        <p:spPr>
          <a:xfrm>
            <a:off x="4637624" y="693090"/>
            <a:ext cx="1047900" cy="206400"/>
          </a:xfrm>
          <a:prstGeom prst="rect">
            <a:avLst/>
          </a:prstGeom>
          <a:solidFill>
            <a:srgbClr val="BDE1AF"/>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208" name="Google Shape;208;p7"/>
          <p:cNvSpPr txBox="1"/>
          <p:nvPr/>
        </p:nvSpPr>
        <p:spPr>
          <a:xfrm>
            <a:off x="7796026" y="8666"/>
            <a:ext cx="1281712"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Layer / Block</a:t>
            </a:r>
            <a:endParaRPr b="0" i="0" sz="1400" u="none" cap="none" strike="noStrike">
              <a:solidFill>
                <a:srgbClr val="000000"/>
              </a:solidFill>
              <a:latin typeface="Arial"/>
              <a:ea typeface="Arial"/>
              <a:cs typeface="Arial"/>
              <a:sym typeface="Arial"/>
            </a:endParaRPr>
          </a:p>
        </p:txBody>
      </p:sp>
      <p:grpSp>
        <p:nvGrpSpPr>
          <p:cNvPr id="209" name="Google Shape;209;p7"/>
          <p:cNvGrpSpPr/>
          <p:nvPr/>
        </p:nvGrpSpPr>
        <p:grpSpPr>
          <a:xfrm>
            <a:off x="6736075" y="1303332"/>
            <a:ext cx="2279397" cy="2918090"/>
            <a:chOff x="914401" y="-402103"/>
            <a:chExt cx="3236182" cy="4142969"/>
          </a:xfrm>
        </p:grpSpPr>
        <p:pic>
          <p:nvPicPr>
            <p:cNvPr id="210" name="Google Shape;210;p7"/>
            <p:cNvPicPr preferRelativeResize="0"/>
            <p:nvPr/>
          </p:nvPicPr>
          <p:blipFill rotWithShape="1">
            <a:blip r:embed="rId3">
              <a:alphaModFix/>
            </a:blip>
            <a:srcRect b="6568" l="401" r="75026" t="0"/>
            <a:stretch/>
          </p:blipFill>
          <p:spPr>
            <a:xfrm>
              <a:off x="914401" y="-402103"/>
              <a:ext cx="1900362" cy="4142969"/>
            </a:xfrm>
            <a:prstGeom prst="rect">
              <a:avLst/>
            </a:prstGeom>
            <a:noFill/>
            <a:ln>
              <a:noFill/>
            </a:ln>
          </p:spPr>
        </p:pic>
        <p:pic>
          <p:nvPicPr>
            <p:cNvPr id="211" name="Google Shape;211;p7"/>
            <p:cNvPicPr preferRelativeResize="0"/>
            <p:nvPr/>
          </p:nvPicPr>
          <p:blipFill rotWithShape="1">
            <a:blip r:embed="rId3">
              <a:alphaModFix/>
            </a:blip>
            <a:srcRect b="15888" l="24657" r="57762" t="17926"/>
            <a:stretch/>
          </p:blipFill>
          <p:spPr>
            <a:xfrm>
              <a:off x="2790911" y="394164"/>
              <a:ext cx="1359672" cy="2934831"/>
            </a:xfrm>
            <a:prstGeom prst="rect">
              <a:avLst/>
            </a:prstGeom>
            <a:noFill/>
            <a:ln>
              <a:noFill/>
            </a:ln>
          </p:spPr>
        </p:pic>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8"/>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p>
            <a:pPr indent="0" lvl="0" marL="0" rtl="0" algn="ctr">
              <a:lnSpc>
                <a:spcPct val="100000"/>
              </a:lnSpc>
              <a:spcBef>
                <a:spcPts val="0"/>
              </a:spcBef>
              <a:spcAft>
                <a:spcPts val="0"/>
              </a:spcAft>
              <a:buSzPts val="3600"/>
              <a:buNone/>
            </a:pPr>
            <a:r>
              <a:rPr lang="en"/>
              <a:t>Background/Terminology</a:t>
            </a:r>
            <a:endParaRPr/>
          </a:p>
        </p:txBody>
      </p:sp>
      <p:sp>
        <p:nvSpPr>
          <p:cNvPr id="217" name="Google Shape;217;p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pic>
        <p:nvPicPr>
          <p:cNvPr id="222" name="Google Shape;222;p9"/>
          <p:cNvPicPr preferRelativeResize="0"/>
          <p:nvPr/>
        </p:nvPicPr>
        <p:blipFill rotWithShape="1">
          <a:blip r:embed="rId3">
            <a:alphaModFix/>
          </a:blip>
          <a:srcRect b="0" l="0" r="0" t="0"/>
          <a:stretch/>
        </p:blipFill>
        <p:spPr>
          <a:xfrm>
            <a:off x="3460425" y="1387987"/>
            <a:ext cx="5683575" cy="2557625"/>
          </a:xfrm>
          <a:prstGeom prst="rect">
            <a:avLst/>
          </a:prstGeom>
          <a:noFill/>
          <a:ln>
            <a:noFill/>
          </a:ln>
        </p:spPr>
      </p:pic>
      <p:sp>
        <p:nvSpPr>
          <p:cNvPr id="223" name="Google Shape;223;p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latin typeface="Calibri"/>
                <a:ea typeface="Calibri"/>
                <a:cs typeface="Calibri"/>
                <a:sym typeface="Calibri"/>
              </a:rPr>
              <a:t>1. Inference engines</a:t>
            </a:r>
            <a:endParaRPr>
              <a:latin typeface="Calibri"/>
              <a:ea typeface="Calibri"/>
              <a:cs typeface="Calibri"/>
              <a:sym typeface="Calibri"/>
            </a:endParaRPr>
          </a:p>
        </p:txBody>
      </p:sp>
      <p:sp>
        <p:nvSpPr>
          <p:cNvPr id="224" name="Google Shape;224;p9"/>
          <p:cNvSpPr txBox="1"/>
          <p:nvPr>
            <p:ph idx="1" type="body"/>
          </p:nvPr>
        </p:nvSpPr>
        <p:spPr>
          <a:xfrm>
            <a:off x="311700" y="1152475"/>
            <a:ext cx="4742700" cy="3831300"/>
          </a:xfrm>
          <a:prstGeom prst="rect">
            <a:avLst/>
          </a:prstGeom>
          <a:noFill/>
          <a:ln>
            <a:noFill/>
          </a:ln>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Clr>
                <a:schemeClr val="dk1"/>
              </a:buClr>
              <a:buSzPts val="1800"/>
              <a:buFont typeface="Calibri"/>
              <a:buChar char="●"/>
            </a:pPr>
            <a:r>
              <a:rPr lang="en">
                <a:solidFill>
                  <a:schemeClr val="dk1"/>
                </a:solidFill>
                <a:latin typeface="Calibri"/>
                <a:ea typeface="Calibri"/>
                <a:cs typeface="Calibri"/>
                <a:sym typeface="Calibri"/>
              </a:rPr>
              <a:t>Wrap systems concepts around the process of inference</a:t>
            </a:r>
            <a:endParaRPr>
              <a:solidFill>
                <a:schemeClr val="dk1"/>
              </a:solidFill>
              <a:latin typeface="Calibri"/>
              <a:ea typeface="Calibri"/>
              <a:cs typeface="Calibri"/>
              <a:sym typeface="Calibri"/>
            </a:endParaRPr>
          </a:p>
          <a:p>
            <a:pPr indent="-342900" lvl="1" marL="914400" rtl="0" algn="l">
              <a:lnSpc>
                <a:spcPct val="115000"/>
              </a:lnSpc>
              <a:spcBef>
                <a:spcPts val="0"/>
              </a:spcBef>
              <a:spcAft>
                <a:spcPts val="0"/>
              </a:spcAft>
              <a:buClr>
                <a:schemeClr val="dk1"/>
              </a:buClr>
              <a:buSzPts val="1800"/>
              <a:buFont typeface="Calibri"/>
              <a:buChar char="○"/>
            </a:pPr>
            <a:r>
              <a:rPr lang="en" sz="1800">
                <a:solidFill>
                  <a:schemeClr val="dk1"/>
                </a:solidFill>
                <a:latin typeface="Calibri"/>
                <a:ea typeface="Calibri"/>
                <a:cs typeface="Calibri"/>
                <a:sym typeface="Calibri"/>
              </a:rPr>
              <a:t>Batching</a:t>
            </a:r>
            <a:endParaRPr sz="1800">
              <a:solidFill>
                <a:schemeClr val="dk1"/>
              </a:solidFill>
              <a:latin typeface="Calibri"/>
              <a:ea typeface="Calibri"/>
              <a:cs typeface="Calibri"/>
              <a:sym typeface="Calibri"/>
            </a:endParaRPr>
          </a:p>
          <a:p>
            <a:pPr indent="-342900" lvl="1" marL="914400" rtl="0" algn="l">
              <a:lnSpc>
                <a:spcPct val="115000"/>
              </a:lnSpc>
              <a:spcBef>
                <a:spcPts val="0"/>
              </a:spcBef>
              <a:spcAft>
                <a:spcPts val="0"/>
              </a:spcAft>
              <a:buClr>
                <a:schemeClr val="dk1"/>
              </a:buClr>
              <a:buSzPts val="1800"/>
              <a:buFont typeface="Calibri"/>
              <a:buChar char="○"/>
            </a:pPr>
            <a:r>
              <a:rPr lang="en" sz="1800">
                <a:solidFill>
                  <a:schemeClr val="dk1"/>
                </a:solidFill>
                <a:latin typeface="Calibri"/>
                <a:ea typeface="Calibri"/>
                <a:cs typeface="Calibri"/>
                <a:sym typeface="Calibri"/>
              </a:rPr>
              <a:t>Streaming</a:t>
            </a:r>
            <a:endParaRPr sz="1800">
              <a:solidFill>
                <a:schemeClr val="dk1"/>
              </a:solidFill>
              <a:latin typeface="Calibri"/>
              <a:ea typeface="Calibri"/>
              <a:cs typeface="Calibri"/>
              <a:sym typeface="Calibri"/>
            </a:endParaRPr>
          </a:p>
          <a:p>
            <a:pPr indent="-342900" lvl="1" marL="914400" rtl="0" algn="l">
              <a:lnSpc>
                <a:spcPct val="115000"/>
              </a:lnSpc>
              <a:spcBef>
                <a:spcPts val="0"/>
              </a:spcBef>
              <a:spcAft>
                <a:spcPts val="0"/>
              </a:spcAft>
              <a:buClr>
                <a:schemeClr val="dk1"/>
              </a:buClr>
              <a:buSzPts val="1800"/>
              <a:buFont typeface="Calibri"/>
              <a:buChar char="○"/>
            </a:pPr>
            <a:r>
              <a:rPr lang="en" sz="1800">
                <a:solidFill>
                  <a:schemeClr val="dk1"/>
                </a:solidFill>
                <a:latin typeface="Calibri"/>
                <a:ea typeface="Calibri"/>
                <a:cs typeface="Calibri"/>
                <a:sym typeface="Calibri"/>
              </a:rPr>
              <a:t>Fault management</a:t>
            </a:r>
            <a:endParaRPr sz="1800">
              <a:solidFill>
                <a:schemeClr val="dk1"/>
              </a:solidFill>
              <a:latin typeface="Calibri"/>
              <a:ea typeface="Calibri"/>
              <a:cs typeface="Calibri"/>
              <a:sym typeface="Calibri"/>
            </a:endParaRPr>
          </a:p>
          <a:p>
            <a:pPr indent="-342900" lvl="1" marL="914400" rtl="0" algn="l">
              <a:lnSpc>
                <a:spcPct val="115000"/>
              </a:lnSpc>
              <a:spcBef>
                <a:spcPts val="0"/>
              </a:spcBef>
              <a:spcAft>
                <a:spcPts val="0"/>
              </a:spcAft>
              <a:buClr>
                <a:schemeClr val="dk1"/>
              </a:buClr>
              <a:buSzPts val="1800"/>
              <a:buFont typeface="Calibri"/>
              <a:buChar char="○"/>
            </a:pPr>
            <a:r>
              <a:rPr lang="en" sz="1800">
                <a:solidFill>
                  <a:schemeClr val="dk1"/>
                </a:solidFill>
                <a:latin typeface="Calibri"/>
                <a:ea typeface="Calibri"/>
                <a:cs typeface="Calibri"/>
                <a:sym typeface="Calibri"/>
              </a:rPr>
              <a:t>Parallelism (multi-GPUs)</a:t>
            </a:r>
            <a:endParaRPr sz="1800">
              <a:solidFill>
                <a:schemeClr val="dk1"/>
              </a:solidFill>
              <a:latin typeface="Calibri"/>
              <a:ea typeface="Calibri"/>
              <a:cs typeface="Calibri"/>
              <a:sym typeface="Calibri"/>
            </a:endParaRPr>
          </a:p>
          <a:p>
            <a:pPr indent="-342900" lvl="0" marL="457200" rtl="0" algn="l">
              <a:lnSpc>
                <a:spcPct val="115000"/>
              </a:lnSpc>
              <a:spcBef>
                <a:spcPts val="0"/>
              </a:spcBef>
              <a:spcAft>
                <a:spcPts val="0"/>
              </a:spcAft>
              <a:buClr>
                <a:schemeClr val="dk1"/>
              </a:buClr>
              <a:buSzPts val="1800"/>
              <a:buFont typeface="Calibri"/>
              <a:buChar char="●"/>
            </a:pPr>
            <a:r>
              <a:rPr lang="en">
                <a:solidFill>
                  <a:schemeClr val="dk1"/>
                </a:solidFill>
                <a:latin typeface="Calibri"/>
                <a:ea typeface="Calibri"/>
                <a:cs typeface="Calibri"/>
                <a:sym typeface="Calibri"/>
              </a:rPr>
              <a:t>Optimizations:</a:t>
            </a:r>
            <a:endParaRPr>
              <a:solidFill>
                <a:schemeClr val="dk1"/>
              </a:solidFill>
              <a:latin typeface="Calibri"/>
              <a:ea typeface="Calibri"/>
              <a:cs typeface="Calibri"/>
              <a:sym typeface="Calibri"/>
            </a:endParaRPr>
          </a:p>
          <a:p>
            <a:pPr indent="-342900" lvl="1" marL="914400" rtl="0" algn="l">
              <a:lnSpc>
                <a:spcPct val="115000"/>
              </a:lnSpc>
              <a:spcBef>
                <a:spcPts val="0"/>
              </a:spcBef>
              <a:spcAft>
                <a:spcPts val="0"/>
              </a:spcAft>
              <a:buClr>
                <a:schemeClr val="dk1"/>
              </a:buClr>
              <a:buSzPts val="1800"/>
              <a:buFont typeface="Calibri"/>
              <a:buChar char="○"/>
            </a:pPr>
            <a:r>
              <a:rPr lang="en" sz="1800">
                <a:solidFill>
                  <a:schemeClr val="dk1"/>
                </a:solidFill>
                <a:latin typeface="Calibri"/>
                <a:ea typeface="Calibri"/>
                <a:cs typeface="Calibri"/>
                <a:sym typeface="Calibri"/>
              </a:rPr>
              <a:t>Memory storage optimizations</a:t>
            </a:r>
            <a:endParaRPr sz="1800">
              <a:solidFill>
                <a:schemeClr val="dk1"/>
              </a:solidFill>
              <a:latin typeface="Calibri"/>
              <a:ea typeface="Calibri"/>
              <a:cs typeface="Calibri"/>
              <a:sym typeface="Calibri"/>
            </a:endParaRPr>
          </a:p>
          <a:p>
            <a:pPr indent="-342900" lvl="1" marL="914400" rtl="0" algn="l">
              <a:lnSpc>
                <a:spcPct val="115000"/>
              </a:lnSpc>
              <a:spcBef>
                <a:spcPts val="0"/>
              </a:spcBef>
              <a:spcAft>
                <a:spcPts val="0"/>
              </a:spcAft>
              <a:buClr>
                <a:schemeClr val="dk1"/>
              </a:buClr>
              <a:buSzPts val="1800"/>
              <a:buFont typeface="Calibri"/>
              <a:buChar char="○"/>
            </a:pPr>
            <a:r>
              <a:rPr lang="en" sz="1800">
                <a:solidFill>
                  <a:schemeClr val="dk1"/>
                </a:solidFill>
                <a:latin typeface="Calibri"/>
                <a:ea typeface="Calibri"/>
                <a:cs typeface="Calibri"/>
                <a:sym typeface="Calibri"/>
              </a:rPr>
              <a:t>Offloading</a:t>
            </a:r>
            <a:endParaRPr/>
          </a:p>
          <a:p>
            <a:pPr indent="-342900" lvl="1" marL="914400" rtl="0" algn="l">
              <a:lnSpc>
                <a:spcPct val="115000"/>
              </a:lnSpc>
              <a:spcBef>
                <a:spcPts val="0"/>
              </a:spcBef>
              <a:spcAft>
                <a:spcPts val="0"/>
              </a:spcAft>
              <a:buClr>
                <a:schemeClr val="dk1"/>
              </a:buClr>
              <a:buSzPts val="1800"/>
              <a:buFont typeface="Calibri"/>
              <a:buChar char="○"/>
            </a:pPr>
            <a:r>
              <a:rPr lang="en" sz="1800">
                <a:solidFill>
                  <a:schemeClr val="dk1"/>
                </a:solidFill>
                <a:latin typeface="Calibri"/>
                <a:ea typeface="Calibri"/>
                <a:cs typeface="Calibri"/>
                <a:sym typeface="Calibri"/>
              </a:rPr>
              <a:t>Speculative decoding</a:t>
            </a:r>
            <a:endParaRPr sz="1800">
              <a:solidFill>
                <a:schemeClr val="dk1"/>
              </a:solidFill>
              <a:latin typeface="Calibri"/>
              <a:ea typeface="Calibri"/>
              <a:cs typeface="Calibri"/>
              <a:sym typeface="Calibri"/>
            </a:endParaRPr>
          </a:p>
          <a:p>
            <a:pPr indent="-342900" lvl="0" marL="457200" rtl="0" algn="l">
              <a:lnSpc>
                <a:spcPct val="115000"/>
              </a:lnSpc>
              <a:spcBef>
                <a:spcPts val="0"/>
              </a:spcBef>
              <a:spcAft>
                <a:spcPts val="0"/>
              </a:spcAft>
              <a:buClr>
                <a:schemeClr val="dk1"/>
              </a:buClr>
              <a:buSzPts val="1800"/>
              <a:buFont typeface="Calibri"/>
              <a:buChar char="●"/>
            </a:pPr>
            <a:r>
              <a:rPr lang="en">
                <a:solidFill>
                  <a:schemeClr val="dk1"/>
                </a:solidFill>
                <a:latin typeface="Calibri"/>
                <a:ea typeface="Calibri"/>
                <a:cs typeface="Calibri"/>
                <a:sym typeface="Calibri"/>
              </a:rPr>
              <a:t>Most popular open-source is vllm</a:t>
            </a:r>
            <a:endParaRPr>
              <a:solidFill>
                <a:schemeClr val="dk1"/>
              </a:solidFill>
              <a:latin typeface="Calibri"/>
              <a:ea typeface="Calibri"/>
              <a:cs typeface="Calibri"/>
              <a:sym typeface="Calibri"/>
            </a:endParaRPr>
          </a:p>
          <a:p>
            <a:pPr indent="0" lvl="0" marL="457200" rtl="0" algn="l">
              <a:lnSpc>
                <a:spcPct val="115000"/>
              </a:lnSpc>
              <a:spcBef>
                <a:spcPts val="1200"/>
              </a:spcBef>
              <a:spcAft>
                <a:spcPts val="1200"/>
              </a:spcAft>
              <a:buSzPts val="1800"/>
              <a:buNone/>
            </a:pPr>
            <a:r>
              <a:t/>
            </a:r>
            <a:endParaRPr>
              <a:solidFill>
                <a:schemeClr val="dk1"/>
              </a:solidFill>
              <a:latin typeface="Calibri"/>
              <a:ea typeface="Calibri"/>
              <a:cs typeface="Calibri"/>
              <a:sym typeface="Calibri"/>
            </a:endParaRPr>
          </a:p>
        </p:txBody>
      </p:sp>
      <p:sp>
        <p:nvSpPr>
          <p:cNvPr id="225" name="Google Shape;225;p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226" name="Google Shape;226;p9"/>
          <p:cNvSpPr txBox="1"/>
          <p:nvPr/>
        </p:nvSpPr>
        <p:spPr>
          <a:xfrm>
            <a:off x="4181297" y="4959408"/>
            <a:ext cx="5211300" cy="184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chemeClr val="dk2"/>
                </a:solidFill>
                <a:latin typeface="Arial"/>
                <a:ea typeface="Arial"/>
                <a:cs typeface="Arial"/>
                <a:sym typeface="Arial"/>
              </a:rPr>
              <a:t>https://ranjankumar.in/large-language-models-llms-inference-and-serving/</a:t>
            </a:r>
            <a:endParaRPr b="0" i="0" sz="1200" u="none" cap="none" strike="noStrike">
              <a:solidFill>
                <a:schemeClr val="dk2"/>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4">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4">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4">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4">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4">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4">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4">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4">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4">
                                            <p:txEl>
                                              <p:pRg end="10" st="10"/>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1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2. forward vs generate</a:t>
            </a:r>
            <a:endParaRPr/>
          </a:p>
        </p:txBody>
      </p:sp>
      <p:sp>
        <p:nvSpPr>
          <p:cNvPr id="232" name="Google Shape;232;p10"/>
          <p:cNvSpPr txBox="1"/>
          <p:nvPr>
            <p:ph idx="1" type="body"/>
          </p:nvPr>
        </p:nvSpPr>
        <p:spPr>
          <a:xfrm>
            <a:off x="311700" y="1017725"/>
            <a:ext cx="3999900" cy="3416400"/>
          </a:xfrm>
          <a:prstGeom prst="rect">
            <a:avLst/>
          </a:prstGeom>
          <a:noFill/>
          <a:ln>
            <a:noFill/>
          </a:ln>
        </p:spPr>
        <p:txBody>
          <a:bodyPr anchorCtr="0" anchor="t" bIns="91425" lIns="91425" spcFirstLastPara="1" rIns="91425" wrap="square" tIns="91425">
            <a:normAutofit/>
          </a:bodyPr>
          <a:lstStyle/>
          <a:p>
            <a:pPr indent="-355600" lvl="0" marL="457200" rtl="0" algn="l">
              <a:lnSpc>
                <a:spcPct val="115000"/>
              </a:lnSpc>
              <a:spcBef>
                <a:spcPts val="0"/>
              </a:spcBef>
              <a:spcAft>
                <a:spcPts val="0"/>
              </a:spcAft>
              <a:buClr>
                <a:schemeClr val="dk1"/>
              </a:buClr>
              <a:buSzPts val="2000"/>
              <a:buFont typeface="Calibri"/>
              <a:buChar char="●"/>
            </a:pPr>
            <a:r>
              <a:rPr lang="en" sz="2000">
                <a:solidFill>
                  <a:schemeClr val="dk1"/>
                </a:solidFill>
                <a:latin typeface="Calibri"/>
                <a:ea typeface="Calibri"/>
                <a:cs typeface="Calibri"/>
                <a:sym typeface="Calibri"/>
              </a:rPr>
              <a:t>Forward: single forward pass through LLM</a:t>
            </a:r>
            <a:endParaRPr sz="2000">
              <a:solidFill>
                <a:schemeClr val="dk1"/>
              </a:solidFill>
              <a:latin typeface="Calibri"/>
              <a:ea typeface="Calibri"/>
              <a:cs typeface="Calibri"/>
              <a:sym typeface="Calibri"/>
            </a:endParaRPr>
          </a:p>
          <a:p>
            <a:pPr indent="0" lvl="0" marL="457200" rtl="0" algn="l">
              <a:lnSpc>
                <a:spcPct val="115000"/>
              </a:lnSpc>
              <a:spcBef>
                <a:spcPts val="1200"/>
              </a:spcBef>
              <a:spcAft>
                <a:spcPts val="1200"/>
              </a:spcAft>
              <a:buSzPts val="1400"/>
              <a:buNone/>
            </a:pPr>
            <a:r>
              <a:t/>
            </a:r>
            <a:endParaRPr sz="2000">
              <a:solidFill>
                <a:schemeClr val="dk1"/>
              </a:solidFill>
              <a:latin typeface="Calibri"/>
              <a:ea typeface="Calibri"/>
              <a:cs typeface="Calibri"/>
              <a:sym typeface="Calibri"/>
            </a:endParaRPr>
          </a:p>
        </p:txBody>
      </p:sp>
      <p:sp>
        <p:nvSpPr>
          <p:cNvPr id="233" name="Google Shape;233;p10"/>
          <p:cNvSpPr txBox="1"/>
          <p:nvPr>
            <p:ph idx="2" type="body"/>
          </p:nvPr>
        </p:nvSpPr>
        <p:spPr>
          <a:xfrm>
            <a:off x="4832400" y="947525"/>
            <a:ext cx="3999900" cy="3416400"/>
          </a:xfrm>
          <a:prstGeom prst="rect">
            <a:avLst/>
          </a:prstGeom>
          <a:noFill/>
          <a:ln>
            <a:noFill/>
          </a:ln>
        </p:spPr>
        <p:txBody>
          <a:bodyPr anchorCtr="0" anchor="t" bIns="91425" lIns="91425" spcFirstLastPara="1" rIns="91425" wrap="square" tIns="91425">
            <a:normAutofit/>
          </a:bodyPr>
          <a:lstStyle/>
          <a:p>
            <a:pPr indent="-355600" lvl="0" marL="457200" rtl="0" algn="l">
              <a:lnSpc>
                <a:spcPct val="115000"/>
              </a:lnSpc>
              <a:spcBef>
                <a:spcPts val="0"/>
              </a:spcBef>
              <a:spcAft>
                <a:spcPts val="0"/>
              </a:spcAft>
              <a:buClr>
                <a:schemeClr val="dk1"/>
              </a:buClr>
              <a:buSzPts val="2000"/>
              <a:buFont typeface="Calibri"/>
              <a:buChar char="●"/>
            </a:pPr>
            <a:r>
              <a:rPr lang="en" sz="2000">
                <a:solidFill>
                  <a:schemeClr val="dk1"/>
                </a:solidFill>
                <a:latin typeface="Calibri"/>
                <a:ea typeface="Calibri"/>
                <a:cs typeface="Calibri"/>
                <a:sym typeface="Calibri"/>
              </a:rPr>
              <a:t>Generate: Multiple tokens, until EOS or max tokens reached</a:t>
            </a:r>
            <a:endParaRPr/>
          </a:p>
        </p:txBody>
      </p:sp>
      <p:pic>
        <p:nvPicPr>
          <p:cNvPr id="234" name="Google Shape;234;p10"/>
          <p:cNvPicPr preferRelativeResize="0"/>
          <p:nvPr/>
        </p:nvPicPr>
        <p:blipFill rotWithShape="1">
          <a:blip r:embed="rId3">
            <a:alphaModFix/>
          </a:blip>
          <a:srcRect b="6568" l="0" r="56259" t="0"/>
          <a:stretch/>
        </p:blipFill>
        <p:spPr>
          <a:xfrm>
            <a:off x="792500" y="2377525"/>
            <a:ext cx="2214174" cy="2558325"/>
          </a:xfrm>
          <a:prstGeom prst="rect">
            <a:avLst/>
          </a:prstGeom>
          <a:noFill/>
          <a:ln>
            <a:noFill/>
          </a:ln>
        </p:spPr>
      </p:pic>
      <p:pic>
        <p:nvPicPr>
          <p:cNvPr id="235" name="Google Shape;235;p10"/>
          <p:cNvPicPr preferRelativeResize="0"/>
          <p:nvPr/>
        </p:nvPicPr>
        <p:blipFill rotWithShape="1">
          <a:blip r:embed="rId3">
            <a:alphaModFix/>
          </a:blip>
          <a:srcRect b="6568" l="0" r="0" t="0"/>
          <a:stretch/>
        </p:blipFill>
        <p:spPr>
          <a:xfrm>
            <a:off x="3978474" y="2377525"/>
            <a:ext cx="5062150" cy="2558325"/>
          </a:xfrm>
          <a:prstGeom prst="rect">
            <a:avLst/>
          </a:prstGeom>
          <a:noFill/>
          <a:ln>
            <a:noFill/>
          </a:ln>
        </p:spPr>
      </p:pic>
      <p:sp>
        <p:nvSpPr>
          <p:cNvPr id="236" name="Google Shape;236;p10"/>
          <p:cNvSpPr txBox="1"/>
          <p:nvPr/>
        </p:nvSpPr>
        <p:spPr>
          <a:xfrm>
            <a:off x="0" y="4804800"/>
            <a:ext cx="7722300" cy="338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chemeClr val="dk2"/>
                </a:solidFill>
                <a:latin typeface="Arial"/>
                <a:ea typeface="Arial"/>
                <a:cs typeface="Arial"/>
                <a:sym typeface="Arial"/>
              </a:rPr>
              <a:t>source : https://arxiv.org/pdf/2408.05499</a:t>
            </a:r>
            <a:endParaRPr b="0" i="0" sz="1000" u="none" cap="none" strike="noStrike">
              <a:solidFill>
                <a:schemeClr val="dk2"/>
              </a:solidFill>
              <a:latin typeface="Arial"/>
              <a:ea typeface="Arial"/>
              <a:cs typeface="Arial"/>
              <a:sym typeface="Arial"/>
            </a:endParaRPr>
          </a:p>
        </p:txBody>
      </p:sp>
      <p:sp>
        <p:nvSpPr>
          <p:cNvPr id="237" name="Google Shape;237;p1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cxnSp>
        <p:nvCxnSpPr>
          <p:cNvPr id="238" name="Google Shape;238;p10"/>
          <p:cNvCxnSpPr/>
          <p:nvPr/>
        </p:nvCxnSpPr>
        <p:spPr>
          <a:xfrm>
            <a:off x="2480806" y="2450783"/>
            <a:ext cx="0" cy="2485067"/>
          </a:xfrm>
          <a:prstGeom prst="straightConnector1">
            <a:avLst/>
          </a:prstGeom>
          <a:noFill/>
          <a:ln cap="flat" cmpd="sng" w="28575">
            <a:solidFill>
              <a:srgbClr val="FF0000"/>
            </a:solidFill>
            <a:prstDash val="dash"/>
            <a:round/>
            <a:headEnd len="sm" w="sm" type="none"/>
            <a:tailEnd len="med" w="med" type="triangle"/>
          </a:ln>
        </p:spPr>
      </p:cxn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1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solidFill>
                  <a:srgbClr val="92D050"/>
                </a:solidFill>
              </a:rPr>
              <a:t>3.</a:t>
            </a:r>
            <a:r>
              <a:rPr lang="en">
                <a:solidFill>
                  <a:srgbClr val="92D050"/>
                </a:solidFill>
              </a:rPr>
              <a:t> Prefill</a:t>
            </a:r>
            <a:endParaRPr>
              <a:solidFill>
                <a:srgbClr val="92D050"/>
              </a:solidFill>
            </a:endParaRPr>
          </a:p>
        </p:txBody>
      </p:sp>
      <p:sp>
        <p:nvSpPr>
          <p:cNvPr id="244" name="Google Shape;244;p12"/>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Clr>
                <a:schemeClr val="dk1"/>
              </a:buClr>
              <a:buSzPts val="1800"/>
              <a:buFont typeface="Calibri"/>
              <a:buChar char="●"/>
            </a:pPr>
            <a:r>
              <a:rPr lang="en">
                <a:solidFill>
                  <a:schemeClr val="dk1"/>
                </a:solidFill>
                <a:latin typeface="Calibri"/>
                <a:ea typeface="Calibri"/>
                <a:cs typeface="Calibri"/>
                <a:sym typeface="Calibri"/>
              </a:rPr>
              <a:t>Prefill: input/prompt phase. Generation of the first output token (ingestion of the entire input in parallel)</a:t>
            </a:r>
            <a:endParaRPr>
              <a:solidFill>
                <a:schemeClr val="dk1"/>
              </a:solidFill>
              <a:latin typeface="Calibri"/>
              <a:ea typeface="Calibri"/>
              <a:cs typeface="Calibri"/>
              <a:sym typeface="Calibri"/>
            </a:endParaRPr>
          </a:p>
          <a:p>
            <a:pPr indent="0" lvl="0" marL="0" rtl="0" algn="l">
              <a:lnSpc>
                <a:spcPct val="115000"/>
              </a:lnSpc>
              <a:spcBef>
                <a:spcPts val="1200"/>
              </a:spcBef>
              <a:spcAft>
                <a:spcPts val="1200"/>
              </a:spcAft>
              <a:buSzPts val="1800"/>
              <a:buNone/>
            </a:pPr>
            <a:r>
              <a:t/>
            </a:r>
            <a:endParaRPr>
              <a:solidFill>
                <a:schemeClr val="dk1"/>
              </a:solidFill>
              <a:latin typeface="Calibri"/>
              <a:ea typeface="Calibri"/>
              <a:cs typeface="Calibri"/>
              <a:sym typeface="Calibri"/>
            </a:endParaRPr>
          </a:p>
        </p:txBody>
      </p:sp>
      <p:pic>
        <p:nvPicPr>
          <p:cNvPr id="245" name="Google Shape;245;p12"/>
          <p:cNvPicPr preferRelativeResize="0"/>
          <p:nvPr/>
        </p:nvPicPr>
        <p:blipFill rotWithShape="1">
          <a:blip r:embed="rId3">
            <a:alphaModFix/>
          </a:blip>
          <a:srcRect b="20578" l="0" r="54932" t="0"/>
          <a:stretch/>
        </p:blipFill>
        <p:spPr>
          <a:xfrm>
            <a:off x="523875" y="2682750"/>
            <a:ext cx="3648699" cy="1997125"/>
          </a:xfrm>
          <a:prstGeom prst="rect">
            <a:avLst/>
          </a:prstGeom>
          <a:noFill/>
          <a:ln>
            <a:noFill/>
          </a:ln>
        </p:spPr>
      </p:pic>
      <p:sp>
        <p:nvSpPr>
          <p:cNvPr id="246" name="Google Shape;246;p1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solidFill>
                  <a:srgbClr val="92D050"/>
                </a:solidFill>
              </a:rPr>
              <a:t>3. </a:t>
            </a:r>
            <a:r>
              <a:rPr lang="en">
                <a:solidFill>
                  <a:srgbClr val="92D050"/>
                </a:solidFill>
              </a:rPr>
              <a:t>Prefill</a:t>
            </a:r>
            <a:r>
              <a:rPr lang="en"/>
              <a:t> vs </a:t>
            </a:r>
            <a:r>
              <a:rPr lang="en">
                <a:solidFill>
                  <a:srgbClr val="00B0F0"/>
                </a:solidFill>
              </a:rPr>
              <a:t>decode</a:t>
            </a:r>
            <a:endParaRPr>
              <a:solidFill>
                <a:srgbClr val="00B0F0"/>
              </a:solidFill>
            </a:endParaRPr>
          </a:p>
        </p:txBody>
      </p:sp>
      <p:sp>
        <p:nvSpPr>
          <p:cNvPr id="252" name="Google Shape;252;p1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Clr>
                <a:schemeClr val="dk1"/>
              </a:buClr>
              <a:buSzPts val="1800"/>
              <a:buFont typeface="Calibri"/>
              <a:buChar char="●"/>
            </a:pPr>
            <a:r>
              <a:rPr lang="en">
                <a:solidFill>
                  <a:schemeClr val="dk1"/>
                </a:solidFill>
                <a:latin typeface="Calibri"/>
                <a:ea typeface="Calibri"/>
                <a:cs typeface="Calibri"/>
                <a:sym typeface="Calibri"/>
              </a:rPr>
              <a:t>Prefill: input/prompt phase. Generation of the first output token (ingestion of the entire input in parallel)</a:t>
            </a:r>
            <a:endParaRPr>
              <a:solidFill>
                <a:schemeClr val="dk1"/>
              </a:solidFill>
              <a:latin typeface="Calibri"/>
              <a:ea typeface="Calibri"/>
              <a:cs typeface="Calibri"/>
              <a:sym typeface="Calibri"/>
            </a:endParaRPr>
          </a:p>
          <a:p>
            <a:pPr indent="-342900" lvl="0" marL="457200" rtl="0" algn="l">
              <a:lnSpc>
                <a:spcPct val="115000"/>
              </a:lnSpc>
              <a:spcBef>
                <a:spcPts val="0"/>
              </a:spcBef>
              <a:spcAft>
                <a:spcPts val="0"/>
              </a:spcAft>
              <a:buClr>
                <a:schemeClr val="dk1"/>
              </a:buClr>
              <a:buSzPts val="1800"/>
              <a:buFont typeface="Calibri"/>
              <a:buChar char="●"/>
            </a:pPr>
            <a:r>
              <a:rPr lang="en">
                <a:solidFill>
                  <a:schemeClr val="dk1"/>
                </a:solidFill>
                <a:latin typeface="Calibri"/>
                <a:ea typeface="Calibri"/>
                <a:cs typeface="Calibri"/>
                <a:sym typeface="Calibri"/>
              </a:rPr>
              <a:t>Decode: output/generation phase. Decoding of subsequent output tokens (sequential)</a:t>
            </a:r>
            <a:endParaRPr>
              <a:solidFill>
                <a:schemeClr val="dk1"/>
              </a:solidFill>
              <a:latin typeface="Calibri"/>
              <a:ea typeface="Calibri"/>
              <a:cs typeface="Calibri"/>
              <a:sym typeface="Calibri"/>
            </a:endParaRPr>
          </a:p>
        </p:txBody>
      </p:sp>
      <p:pic>
        <p:nvPicPr>
          <p:cNvPr id="253" name="Google Shape;253;p13"/>
          <p:cNvPicPr preferRelativeResize="0"/>
          <p:nvPr/>
        </p:nvPicPr>
        <p:blipFill rotWithShape="1">
          <a:blip r:embed="rId3">
            <a:alphaModFix/>
          </a:blip>
          <a:srcRect b="85524" l="74611" r="6206" t="0"/>
          <a:stretch/>
        </p:blipFill>
        <p:spPr>
          <a:xfrm>
            <a:off x="6862425" y="2682750"/>
            <a:ext cx="1753950" cy="319500"/>
          </a:xfrm>
          <a:prstGeom prst="rect">
            <a:avLst/>
          </a:prstGeom>
          <a:noFill/>
          <a:ln>
            <a:noFill/>
          </a:ln>
        </p:spPr>
      </p:pic>
      <p:pic>
        <p:nvPicPr>
          <p:cNvPr id="254" name="Google Shape;254;p13"/>
          <p:cNvPicPr preferRelativeResize="0"/>
          <p:nvPr/>
        </p:nvPicPr>
        <p:blipFill rotWithShape="1">
          <a:blip r:embed="rId4">
            <a:alphaModFix/>
          </a:blip>
          <a:srcRect b="20578" l="0" r="0" t="0"/>
          <a:stretch/>
        </p:blipFill>
        <p:spPr>
          <a:xfrm>
            <a:off x="523875" y="2682750"/>
            <a:ext cx="8096250" cy="1997125"/>
          </a:xfrm>
          <a:prstGeom prst="rect">
            <a:avLst/>
          </a:prstGeom>
          <a:noFill/>
          <a:ln>
            <a:noFill/>
          </a:ln>
        </p:spPr>
      </p:pic>
      <p:sp>
        <p:nvSpPr>
          <p:cNvPr id="255" name="Google Shape;255;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1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solidFill>
                  <a:srgbClr val="92D050"/>
                </a:solidFill>
              </a:rPr>
              <a:t>3.</a:t>
            </a:r>
            <a:r>
              <a:rPr lang="en">
                <a:solidFill>
                  <a:srgbClr val="92D050"/>
                </a:solidFill>
              </a:rPr>
              <a:t> Prefill</a:t>
            </a:r>
            <a:r>
              <a:rPr lang="en"/>
              <a:t> vs </a:t>
            </a:r>
            <a:r>
              <a:rPr lang="en">
                <a:solidFill>
                  <a:srgbClr val="00B0F0"/>
                </a:solidFill>
              </a:rPr>
              <a:t>decode</a:t>
            </a:r>
            <a:endParaRPr>
              <a:solidFill>
                <a:srgbClr val="00B0F0"/>
              </a:solidFill>
            </a:endParaRPr>
          </a:p>
        </p:txBody>
      </p:sp>
      <p:sp>
        <p:nvSpPr>
          <p:cNvPr id="261" name="Google Shape;261;p16"/>
          <p:cNvSpPr txBox="1"/>
          <p:nvPr>
            <p:ph idx="1" type="body"/>
          </p:nvPr>
        </p:nvSpPr>
        <p:spPr>
          <a:xfrm>
            <a:off x="311701" y="1355303"/>
            <a:ext cx="3999900" cy="2030835"/>
          </a:xfrm>
          <a:prstGeom prst="rect">
            <a:avLst/>
          </a:prstGeom>
          <a:solidFill>
            <a:schemeClr val="lt1"/>
          </a:solidFill>
          <a:ln cap="flat" cmpd="sng" w="25400">
            <a:solidFill>
              <a:srgbClr val="92D050"/>
            </a:solidFill>
            <a:prstDash val="solid"/>
            <a:round/>
            <a:headEnd len="sm" w="sm" type="none"/>
            <a:tailEnd len="sm" w="sm" type="none"/>
          </a:ln>
        </p:spPr>
        <p:txBody>
          <a:bodyPr anchorCtr="0" anchor="t" bIns="91425" lIns="91425" spcFirstLastPara="1" rIns="91425" wrap="square" tIns="91425">
            <a:normAutofit/>
          </a:bodyPr>
          <a:lstStyle/>
          <a:p>
            <a:pPr indent="0" lvl="0" marL="114300" rtl="0" algn="l">
              <a:lnSpc>
                <a:spcPct val="115000"/>
              </a:lnSpc>
              <a:spcBef>
                <a:spcPts val="0"/>
              </a:spcBef>
              <a:spcAft>
                <a:spcPts val="0"/>
              </a:spcAft>
              <a:buClr>
                <a:schemeClr val="dk1"/>
              </a:buClr>
              <a:buSzPts val="1800"/>
              <a:buNone/>
            </a:pPr>
            <a:r>
              <a:rPr lang="en" sz="2400">
                <a:solidFill>
                  <a:schemeClr val="dk1"/>
                </a:solidFill>
                <a:latin typeface="Calibri"/>
                <a:ea typeface="Calibri"/>
                <a:cs typeface="Calibri"/>
                <a:sym typeface="Calibri"/>
              </a:rPr>
              <a:t>Parallel process</a:t>
            </a:r>
            <a:endParaRPr/>
          </a:p>
          <a:p>
            <a:pPr indent="-342900" lvl="0" marL="457200" rtl="0" algn="l">
              <a:lnSpc>
                <a:spcPct val="115000"/>
              </a:lnSpc>
              <a:spcBef>
                <a:spcPts val="0"/>
              </a:spcBef>
              <a:spcAft>
                <a:spcPts val="0"/>
              </a:spcAft>
              <a:buClr>
                <a:schemeClr val="dk1"/>
              </a:buClr>
              <a:buSzPts val="1800"/>
              <a:buFont typeface="Calibri"/>
              <a:buChar char="●"/>
            </a:pPr>
            <a:r>
              <a:rPr lang="en" sz="2400">
                <a:solidFill>
                  <a:schemeClr val="dk1"/>
                </a:solidFill>
                <a:latin typeface="Calibri"/>
                <a:ea typeface="Calibri"/>
                <a:cs typeface="Calibri"/>
                <a:sym typeface="Calibri"/>
              </a:rPr>
              <a:t>Forward of all tokens happens in one iteration</a:t>
            </a:r>
            <a:endParaRPr sz="2400">
              <a:solidFill>
                <a:schemeClr val="dk1"/>
              </a:solidFill>
              <a:latin typeface="Calibri"/>
              <a:ea typeface="Calibri"/>
              <a:cs typeface="Calibri"/>
              <a:sym typeface="Calibri"/>
            </a:endParaRPr>
          </a:p>
        </p:txBody>
      </p:sp>
      <p:sp>
        <p:nvSpPr>
          <p:cNvPr id="262" name="Google Shape;262;p16"/>
          <p:cNvSpPr txBox="1"/>
          <p:nvPr>
            <p:ph idx="2" type="body"/>
          </p:nvPr>
        </p:nvSpPr>
        <p:spPr>
          <a:xfrm>
            <a:off x="4832401" y="2230323"/>
            <a:ext cx="3999900" cy="1905908"/>
          </a:xfrm>
          <a:prstGeom prst="rect">
            <a:avLst/>
          </a:prstGeom>
          <a:solidFill>
            <a:schemeClr val="lt1"/>
          </a:solidFill>
          <a:ln cap="flat" cmpd="sng" w="25400">
            <a:solidFill>
              <a:schemeClr val="accent1"/>
            </a:solidFill>
            <a:prstDash val="solid"/>
            <a:round/>
            <a:headEnd len="sm" w="sm" type="none"/>
            <a:tailEnd len="sm" w="sm" type="none"/>
          </a:ln>
        </p:spPr>
        <p:txBody>
          <a:bodyPr anchorCtr="0" anchor="t" bIns="91425" lIns="91425" spcFirstLastPara="1" rIns="91425" wrap="square" tIns="91425">
            <a:normAutofit/>
          </a:bodyPr>
          <a:lstStyle/>
          <a:p>
            <a:pPr indent="0" lvl="0" marL="139700" rtl="0" algn="l">
              <a:lnSpc>
                <a:spcPct val="115000"/>
              </a:lnSpc>
              <a:spcBef>
                <a:spcPts val="0"/>
              </a:spcBef>
              <a:spcAft>
                <a:spcPts val="0"/>
              </a:spcAft>
              <a:buSzPts val="1400"/>
              <a:buNone/>
            </a:pPr>
            <a:r>
              <a:rPr lang="en" sz="2400">
                <a:solidFill>
                  <a:schemeClr val="dk1"/>
                </a:solidFill>
                <a:latin typeface="Calibri"/>
                <a:ea typeface="Calibri"/>
                <a:cs typeface="Calibri"/>
                <a:sym typeface="Calibri"/>
              </a:rPr>
              <a:t>Sequential Process</a:t>
            </a:r>
            <a:endParaRPr/>
          </a:p>
          <a:p>
            <a:pPr indent="-317500" lvl="0" marL="457200" rtl="0" algn="l">
              <a:lnSpc>
                <a:spcPct val="115000"/>
              </a:lnSpc>
              <a:spcBef>
                <a:spcPts val="0"/>
              </a:spcBef>
              <a:spcAft>
                <a:spcPts val="0"/>
              </a:spcAft>
              <a:buSzPts val="1400"/>
              <a:buChar char="●"/>
            </a:pPr>
            <a:r>
              <a:rPr lang="en" sz="2400">
                <a:solidFill>
                  <a:schemeClr val="dk1"/>
                </a:solidFill>
                <a:latin typeface="Calibri"/>
                <a:ea typeface="Calibri"/>
                <a:cs typeface="Calibri"/>
                <a:sym typeface="Calibri"/>
              </a:rPr>
              <a:t>Forward of one token in one iteration</a:t>
            </a:r>
            <a:endParaRPr/>
          </a:p>
        </p:txBody>
      </p:sp>
      <p:sp>
        <p:nvSpPr>
          <p:cNvPr id="263" name="Google Shape;263;p1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1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4. Metrics</a:t>
            </a:r>
            <a:endParaRPr/>
          </a:p>
        </p:txBody>
      </p:sp>
      <p:sp>
        <p:nvSpPr>
          <p:cNvPr id="269" name="Google Shape;269;p17"/>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355600" lvl="0" marL="457200" rtl="0" algn="l">
              <a:lnSpc>
                <a:spcPct val="115000"/>
              </a:lnSpc>
              <a:spcBef>
                <a:spcPts val="0"/>
              </a:spcBef>
              <a:spcAft>
                <a:spcPts val="0"/>
              </a:spcAft>
              <a:buClr>
                <a:schemeClr val="dk1"/>
              </a:buClr>
              <a:buSzPts val="2000"/>
              <a:buFont typeface="Calibri"/>
              <a:buChar char="●"/>
            </a:pPr>
            <a:r>
              <a:rPr lang="en" sz="2000">
                <a:solidFill>
                  <a:schemeClr val="dk1"/>
                </a:solidFill>
                <a:latin typeface="Calibri"/>
                <a:ea typeface="Calibri"/>
                <a:cs typeface="Calibri"/>
                <a:sym typeface="Calibri"/>
              </a:rPr>
              <a:t>Throughput: Number of Tokens processed per second</a:t>
            </a:r>
            <a:endParaRPr sz="2000">
              <a:solidFill>
                <a:schemeClr val="dk1"/>
              </a:solidFill>
              <a:latin typeface="Calibri"/>
              <a:ea typeface="Calibri"/>
              <a:cs typeface="Calibri"/>
              <a:sym typeface="Calibri"/>
            </a:endParaRPr>
          </a:p>
          <a:p>
            <a:pPr indent="-355600" lvl="0" marL="457200" rtl="0" algn="l">
              <a:lnSpc>
                <a:spcPct val="115000"/>
              </a:lnSpc>
              <a:spcBef>
                <a:spcPts val="0"/>
              </a:spcBef>
              <a:spcAft>
                <a:spcPts val="0"/>
              </a:spcAft>
              <a:buClr>
                <a:schemeClr val="dk1"/>
              </a:buClr>
              <a:buSzPts val="2000"/>
              <a:buFont typeface="Calibri"/>
              <a:buChar char="●"/>
            </a:pPr>
            <a:r>
              <a:rPr lang="en" sz="2000">
                <a:solidFill>
                  <a:schemeClr val="dk1"/>
                </a:solidFill>
                <a:latin typeface="Calibri"/>
                <a:ea typeface="Calibri"/>
                <a:cs typeface="Calibri"/>
                <a:sym typeface="Calibri"/>
              </a:rPr>
              <a:t>Latency:</a:t>
            </a:r>
            <a:endParaRPr sz="2000">
              <a:solidFill>
                <a:schemeClr val="dk1"/>
              </a:solidFill>
              <a:latin typeface="Calibri"/>
              <a:ea typeface="Calibri"/>
              <a:cs typeface="Calibri"/>
              <a:sym typeface="Calibri"/>
            </a:endParaRPr>
          </a:p>
          <a:p>
            <a:pPr indent="-342900" lvl="1" marL="914400" rtl="0" algn="l">
              <a:lnSpc>
                <a:spcPct val="115000"/>
              </a:lnSpc>
              <a:spcBef>
                <a:spcPts val="0"/>
              </a:spcBef>
              <a:spcAft>
                <a:spcPts val="0"/>
              </a:spcAft>
              <a:buClr>
                <a:schemeClr val="dk1"/>
              </a:buClr>
              <a:buSzPts val="1800"/>
              <a:buFont typeface="Calibri"/>
              <a:buChar char="○"/>
            </a:pPr>
            <a:r>
              <a:rPr lang="en" sz="1800">
                <a:solidFill>
                  <a:schemeClr val="dk1"/>
                </a:solidFill>
                <a:latin typeface="Calibri"/>
                <a:ea typeface="Calibri"/>
                <a:cs typeface="Calibri"/>
                <a:sym typeface="Calibri"/>
              </a:rPr>
              <a:t>Time to First Token            (</a:t>
            </a:r>
            <a:r>
              <a:rPr lang="en" sz="1800">
                <a:solidFill>
                  <a:srgbClr val="92D050"/>
                </a:solidFill>
                <a:latin typeface="Calibri"/>
                <a:ea typeface="Calibri"/>
                <a:cs typeface="Calibri"/>
                <a:sym typeface="Calibri"/>
              </a:rPr>
              <a:t>prefill time</a:t>
            </a:r>
            <a:r>
              <a:rPr lang="en" sz="1800">
                <a:solidFill>
                  <a:schemeClr val="dk1"/>
                </a:solidFill>
                <a:latin typeface="Calibri"/>
                <a:ea typeface="Calibri"/>
                <a:cs typeface="Calibri"/>
                <a:sym typeface="Calibri"/>
              </a:rPr>
              <a:t>)</a:t>
            </a:r>
            <a:endParaRPr sz="1800">
              <a:solidFill>
                <a:schemeClr val="dk1"/>
              </a:solidFill>
              <a:latin typeface="Calibri"/>
              <a:ea typeface="Calibri"/>
              <a:cs typeface="Calibri"/>
              <a:sym typeface="Calibri"/>
            </a:endParaRPr>
          </a:p>
          <a:p>
            <a:pPr indent="-342900" lvl="1" marL="914400" rtl="0" algn="l">
              <a:lnSpc>
                <a:spcPct val="115000"/>
              </a:lnSpc>
              <a:spcBef>
                <a:spcPts val="0"/>
              </a:spcBef>
              <a:spcAft>
                <a:spcPts val="0"/>
              </a:spcAft>
              <a:buClr>
                <a:schemeClr val="dk1"/>
              </a:buClr>
              <a:buSzPts val="1800"/>
              <a:buFont typeface="Calibri"/>
              <a:buChar char="○"/>
            </a:pPr>
            <a:r>
              <a:rPr lang="en" sz="1800">
                <a:solidFill>
                  <a:schemeClr val="dk1"/>
                </a:solidFill>
                <a:latin typeface="Calibri"/>
                <a:ea typeface="Calibri"/>
                <a:cs typeface="Calibri"/>
                <a:sym typeface="Calibri"/>
              </a:rPr>
              <a:t>Time between Tokens      (</a:t>
            </a:r>
            <a:r>
              <a:rPr lang="en" sz="1800">
                <a:solidFill>
                  <a:srgbClr val="00B0F0"/>
                </a:solidFill>
                <a:latin typeface="Calibri"/>
                <a:ea typeface="Calibri"/>
                <a:cs typeface="Calibri"/>
                <a:sym typeface="Calibri"/>
              </a:rPr>
              <a:t>decode time</a:t>
            </a:r>
            <a:r>
              <a:rPr lang="en" sz="1800">
                <a:solidFill>
                  <a:schemeClr val="dk1"/>
                </a:solidFill>
                <a:latin typeface="Calibri"/>
                <a:ea typeface="Calibri"/>
                <a:cs typeface="Calibri"/>
                <a:sym typeface="Calibri"/>
              </a:rPr>
              <a:t>)</a:t>
            </a:r>
            <a:endParaRPr sz="1800">
              <a:solidFill>
                <a:schemeClr val="dk1"/>
              </a:solidFill>
              <a:latin typeface="Calibri"/>
              <a:ea typeface="Calibri"/>
              <a:cs typeface="Calibri"/>
              <a:sym typeface="Calibri"/>
            </a:endParaRPr>
          </a:p>
        </p:txBody>
      </p:sp>
      <p:sp>
        <p:nvSpPr>
          <p:cNvPr id="270" name="Google Shape;270;p17"/>
          <p:cNvSpPr txBox="1"/>
          <p:nvPr/>
        </p:nvSpPr>
        <p:spPr>
          <a:xfrm>
            <a:off x="905200" y="4652550"/>
            <a:ext cx="1949700" cy="351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rPr b="0" i="0" lang="en" sz="1500" u="none" cap="none" strike="noStrike">
                <a:solidFill>
                  <a:schemeClr val="dk1"/>
                </a:solidFill>
                <a:latin typeface="Calibri"/>
                <a:ea typeface="Calibri"/>
                <a:cs typeface="Calibri"/>
                <a:sym typeface="Calibri"/>
              </a:rPr>
              <a:t>Time To First Token</a:t>
            </a:r>
            <a:endParaRPr b="0" i="0" sz="1500" u="none" cap="none" strike="noStrike">
              <a:solidFill>
                <a:schemeClr val="dk1"/>
              </a:solidFill>
              <a:latin typeface="Calibri"/>
              <a:ea typeface="Calibri"/>
              <a:cs typeface="Calibri"/>
              <a:sym typeface="Calibri"/>
            </a:endParaRPr>
          </a:p>
        </p:txBody>
      </p:sp>
      <p:cxnSp>
        <p:nvCxnSpPr>
          <p:cNvPr id="271" name="Google Shape;271;p17"/>
          <p:cNvCxnSpPr>
            <a:endCxn id="270" idx="0"/>
          </p:cNvCxnSpPr>
          <p:nvPr/>
        </p:nvCxnSpPr>
        <p:spPr>
          <a:xfrm flipH="1">
            <a:off x="1880050" y="4333050"/>
            <a:ext cx="1000500" cy="319500"/>
          </a:xfrm>
          <a:prstGeom prst="straightConnector1">
            <a:avLst/>
          </a:prstGeom>
          <a:noFill/>
          <a:ln cap="flat" cmpd="sng" w="9525">
            <a:solidFill>
              <a:schemeClr val="dk1"/>
            </a:solidFill>
            <a:prstDash val="solid"/>
            <a:round/>
            <a:headEnd len="sm" w="sm" type="none"/>
            <a:tailEnd len="med" w="med" type="triangle"/>
          </a:ln>
        </p:spPr>
      </p:cxnSp>
      <p:sp>
        <p:nvSpPr>
          <p:cNvPr id="272" name="Google Shape;272;p17"/>
          <p:cNvSpPr txBox="1"/>
          <p:nvPr/>
        </p:nvSpPr>
        <p:spPr>
          <a:xfrm>
            <a:off x="5372625" y="4538300"/>
            <a:ext cx="2321400" cy="351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rPr b="0" i="0" lang="en" sz="1500" u="none" cap="none" strike="noStrike">
                <a:solidFill>
                  <a:schemeClr val="dk1"/>
                </a:solidFill>
                <a:latin typeface="Calibri"/>
                <a:ea typeface="Calibri"/>
                <a:cs typeface="Calibri"/>
                <a:sym typeface="Calibri"/>
              </a:rPr>
              <a:t>Time Between Tokens</a:t>
            </a:r>
            <a:endParaRPr b="0" i="0" sz="15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500"/>
              <a:buFont typeface="Arial"/>
              <a:buNone/>
            </a:pPr>
            <a:r>
              <a:rPr b="0" i="0" lang="en" sz="1500" u="none" cap="none" strike="noStrike">
                <a:solidFill>
                  <a:schemeClr val="dk1"/>
                </a:solidFill>
                <a:latin typeface="Calibri"/>
                <a:ea typeface="Calibri"/>
                <a:cs typeface="Calibri"/>
                <a:sym typeface="Calibri"/>
              </a:rPr>
              <a:t>(inter-token latency)</a:t>
            </a:r>
            <a:endParaRPr b="0" i="0" sz="1500" u="none" cap="none" strike="noStrike">
              <a:solidFill>
                <a:schemeClr val="dk1"/>
              </a:solidFill>
              <a:latin typeface="Calibri"/>
              <a:ea typeface="Calibri"/>
              <a:cs typeface="Calibri"/>
              <a:sym typeface="Calibri"/>
            </a:endParaRPr>
          </a:p>
        </p:txBody>
      </p:sp>
      <p:cxnSp>
        <p:nvCxnSpPr>
          <p:cNvPr id="273" name="Google Shape;273;p17"/>
          <p:cNvCxnSpPr/>
          <p:nvPr/>
        </p:nvCxnSpPr>
        <p:spPr>
          <a:xfrm>
            <a:off x="5469525" y="4300793"/>
            <a:ext cx="1063800" cy="243900"/>
          </a:xfrm>
          <a:prstGeom prst="straightConnector1">
            <a:avLst/>
          </a:prstGeom>
          <a:noFill/>
          <a:ln cap="flat" cmpd="sng" w="9525">
            <a:solidFill>
              <a:schemeClr val="dk1"/>
            </a:solidFill>
            <a:prstDash val="solid"/>
            <a:round/>
            <a:headEnd len="sm" w="sm" type="none"/>
            <a:tailEnd len="med" w="med" type="triangle"/>
          </a:ln>
        </p:spPr>
      </p:cxnSp>
      <p:sp>
        <p:nvSpPr>
          <p:cNvPr id="274" name="Google Shape;274;p17"/>
          <p:cNvSpPr/>
          <p:nvPr/>
        </p:nvSpPr>
        <p:spPr>
          <a:xfrm>
            <a:off x="8458825" y="3239775"/>
            <a:ext cx="561900" cy="12984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5" name="Google Shape;275;p17"/>
          <p:cNvSpPr/>
          <p:nvPr/>
        </p:nvSpPr>
        <p:spPr>
          <a:xfrm>
            <a:off x="3753475" y="3916050"/>
            <a:ext cx="3524400" cy="5727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6" name="Google Shape;276;p17"/>
          <p:cNvSpPr/>
          <p:nvPr/>
        </p:nvSpPr>
        <p:spPr>
          <a:xfrm>
            <a:off x="953125" y="4333050"/>
            <a:ext cx="7601100" cy="7815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77" name="Google Shape;277;p17"/>
          <p:cNvPicPr preferRelativeResize="0"/>
          <p:nvPr/>
        </p:nvPicPr>
        <p:blipFill rotWithShape="1">
          <a:blip r:embed="rId3">
            <a:alphaModFix/>
          </a:blip>
          <a:srcRect b="0" l="0" r="0" t="0"/>
          <a:stretch/>
        </p:blipFill>
        <p:spPr>
          <a:xfrm>
            <a:off x="523875" y="2631675"/>
            <a:ext cx="8096250" cy="2514600"/>
          </a:xfrm>
          <a:prstGeom prst="rect">
            <a:avLst/>
          </a:prstGeom>
          <a:noFill/>
          <a:ln>
            <a:noFill/>
          </a:ln>
        </p:spPr>
      </p:pic>
      <p:sp>
        <p:nvSpPr>
          <p:cNvPr id="278" name="Google Shape;278;p17"/>
          <p:cNvSpPr/>
          <p:nvPr/>
        </p:nvSpPr>
        <p:spPr>
          <a:xfrm>
            <a:off x="2172325" y="4601850"/>
            <a:ext cx="2067000" cy="5415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9" name="Google Shape;279;p17"/>
          <p:cNvSpPr/>
          <p:nvPr/>
        </p:nvSpPr>
        <p:spPr>
          <a:xfrm>
            <a:off x="4239325" y="4601850"/>
            <a:ext cx="4009800" cy="5415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0" name="Google Shape;280;p1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278"/>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279"/>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18"/>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p>
            <a:pPr indent="0" lvl="0" marL="0" rtl="0" algn="ctr">
              <a:lnSpc>
                <a:spcPct val="100000"/>
              </a:lnSpc>
              <a:spcBef>
                <a:spcPts val="0"/>
              </a:spcBef>
              <a:spcAft>
                <a:spcPts val="0"/>
              </a:spcAft>
              <a:buSzPts val="3600"/>
              <a:buNone/>
            </a:pPr>
            <a:r>
              <a:rPr lang="en"/>
              <a:t>Core features</a:t>
            </a:r>
            <a:endParaRPr/>
          </a:p>
        </p:txBody>
      </p:sp>
      <p:sp>
        <p:nvSpPr>
          <p:cNvPr id="286" name="Google Shape;286;p1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1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Core features of inference engines</a:t>
            </a:r>
            <a:endParaRPr/>
          </a:p>
        </p:txBody>
      </p:sp>
      <p:sp>
        <p:nvSpPr>
          <p:cNvPr id="292" name="Google Shape;292;p19"/>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n">
                <a:solidFill>
                  <a:schemeClr val="dk1"/>
                </a:solidFill>
                <a:latin typeface="Calibri"/>
                <a:ea typeface="Calibri"/>
                <a:cs typeface="Calibri"/>
                <a:sym typeface="Calibri"/>
              </a:rPr>
              <a:t>Inference engines such as vllm etc. have many features/optimizations</a:t>
            </a:r>
            <a:endParaRPr>
              <a:solidFill>
                <a:schemeClr val="dk1"/>
              </a:solidFill>
              <a:latin typeface="Calibri"/>
              <a:ea typeface="Calibri"/>
              <a:cs typeface="Calibri"/>
              <a:sym typeface="Calibri"/>
            </a:endParaRPr>
          </a:p>
          <a:p>
            <a:pPr indent="0" lvl="0" marL="0" rtl="0" algn="l">
              <a:lnSpc>
                <a:spcPct val="115000"/>
              </a:lnSpc>
              <a:spcBef>
                <a:spcPts val="1200"/>
              </a:spcBef>
              <a:spcAft>
                <a:spcPts val="0"/>
              </a:spcAft>
              <a:buSzPts val="1800"/>
              <a:buNone/>
            </a:pPr>
            <a:r>
              <a:rPr lang="en">
                <a:solidFill>
                  <a:schemeClr val="dk1"/>
                </a:solidFill>
                <a:latin typeface="Calibri"/>
                <a:ea typeface="Calibri"/>
                <a:cs typeface="Calibri"/>
                <a:sym typeface="Calibri"/>
              </a:rPr>
              <a:t>We will look at 3 such techniques:</a:t>
            </a:r>
            <a:endParaRPr>
              <a:solidFill>
                <a:schemeClr val="dk1"/>
              </a:solidFill>
              <a:latin typeface="Calibri"/>
              <a:ea typeface="Calibri"/>
              <a:cs typeface="Calibri"/>
              <a:sym typeface="Calibri"/>
            </a:endParaRPr>
          </a:p>
          <a:p>
            <a:pPr indent="-342900" lvl="0" marL="457200" rtl="0" algn="l">
              <a:lnSpc>
                <a:spcPct val="115000"/>
              </a:lnSpc>
              <a:spcBef>
                <a:spcPts val="1200"/>
              </a:spcBef>
              <a:spcAft>
                <a:spcPts val="0"/>
              </a:spcAft>
              <a:buClr>
                <a:schemeClr val="dk1"/>
              </a:buClr>
              <a:buSzPts val="1800"/>
              <a:buFont typeface="Calibri"/>
              <a:buAutoNum type="arabicPeriod"/>
            </a:pPr>
            <a:r>
              <a:rPr lang="en">
                <a:solidFill>
                  <a:schemeClr val="dk1"/>
                </a:solidFill>
                <a:latin typeface="Calibri"/>
                <a:ea typeface="Calibri"/>
                <a:cs typeface="Calibri"/>
                <a:sym typeface="Calibri"/>
              </a:rPr>
              <a:t>KV Caching</a:t>
            </a:r>
            <a:endParaRPr>
              <a:solidFill>
                <a:schemeClr val="dk1"/>
              </a:solidFill>
              <a:latin typeface="Calibri"/>
              <a:ea typeface="Calibri"/>
              <a:cs typeface="Calibri"/>
              <a:sym typeface="Calibri"/>
            </a:endParaRPr>
          </a:p>
          <a:p>
            <a:pPr indent="-342900" lvl="0" marL="457200" rtl="0" algn="l">
              <a:lnSpc>
                <a:spcPct val="115000"/>
              </a:lnSpc>
              <a:spcBef>
                <a:spcPts val="0"/>
              </a:spcBef>
              <a:spcAft>
                <a:spcPts val="0"/>
              </a:spcAft>
              <a:buClr>
                <a:schemeClr val="dk1"/>
              </a:buClr>
              <a:buSzPts val="1800"/>
              <a:buFont typeface="Calibri"/>
              <a:buAutoNum type="arabicPeriod"/>
            </a:pPr>
            <a:r>
              <a:rPr lang="en">
                <a:solidFill>
                  <a:schemeClr val="dk1"/>
                </a:solidFill>
                <a:latin typeface="Calibri"/>
                <a:ea typeface="Calibri"/>
                <a:cs typeface="Calibri"/>
                <a:sym typeface="Calibri"/>
              </a:rPr>
              <a:t>Prefix Caching</a:t>
            </a:r>
            <a:endParaRPr>
              <a:solidFill>
                <a:schemeClr val="dk1"/>
              </a:solidFill>
              <a:latin typeface="Calibri"/>
              <a:ea typeface="Calibri"/>
              <a:cs typeface="Calibri"/>
              <a:sym typeface="Calibri"/>
            </a:endParaRPr>
          </a:p>
          <a:p>
            <a:pPr indent="0" lvl="0" marL="457200" rtl="0" algn="l">
              <a:lnSpc>
                <a:spcPct val="115000"/>
              </a:lnSpc>
              <a:spcBef>
                <a:spcPts val="0"/>
              </a:spcBef>
              <a:spcAft>
                <a:spcPts val="0"/>
              </a:spcAft>
              <a:buSzPts val="1800"/>
              <a:buNone/>
            </a:pPr>
            <a:r>
              <a:t/>
            </a:r>
            <a:endParaRPr>
              <a:solidFill>
                <a:schemeClr val="dk1"/>
              </a:solidFill>
              <a:latin typeface="Calibri"/>
              <a:ea typeface="Calibri"/>
              <a:cs typeface="Calibri"/>
              <a:sym typeface="Calibri"/>
            </a:endParaRPr>
          </a:p>
        </p:txBody>
      </p:sp>
      <p:sp>
        <p:nvSpPr>
          <p:cNvPr id="293" name="Google Shape;293;p1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pic>
        <p:nvPicPr>
          <p:cNvPr id="294" name="Google Shape;294;p19"/>
          <p:cNvPicPr preferRelativeResize="0"/>
          <p:nvPr/>
        </p:nvPicPr>
        <p:blipFill>
          <a:blip r:embed="rId3">
            <a:alphaModFix/>
          </a:blip>
          <a:stretch>
            <a:fillRect/>
          </a:stretch>
        </p:blipFill>
        <p:spPr>
          <a:xfrm>
            <a:off x="3155000" y="2051725"/>
            <a:ext cx="5636701" cy="2417901"/>
          </a:xfrm>
          <a:prstGeom prst="rect">
            <a:avLst/>
          </a:prstGeom>
          <a:noFill/>
          <a:ln>
            <a:noFill/>
          </a:ln>
        </p:spPr>
      </p:pic>
      <p:sp>
        <p:nvSpPr>
          <p:cNvPr id="295" name="Google Shape;295;p19"/>
          <p:cNvSpPr txBox="1"/>
          <p:nvPr/>
        </p:nvSpPr>
        <p:spPr>
          <a:xfrm>
            <a:off x="266175" y="4804800"/>
            <a:ext cx="45093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1"/>
                </a:solidFill>
              </a:rPr>
              <a:t>https://docs.vllm.ai/en/latest/design/arch_overview/#process-count-summary</a:t>
            </a:r>
            <a:endParaRPr sz="1000">
              <a:solidFill>
                <a:schemeClr val="dk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p20"/>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p>
            <a:pPr indent="0" lvl="0" marL="0" rtl="0" algn="ctr">
              <a:lnSpc>
                <a:spcPct val="100000"/>
              </a:lnSpc>
              <a:spcBef>
                <a:spcPts val="0"/>
              </a:spcBef>
              <a:spcAft>
                <a:spcPts val="0"/>
              </a:spcAft>
              <a:buSzPts val="3600"/>
              <a:buNone/>
            </a:pPr>
            <a:r>
              <a:rPr lang="en"/>
              <a:t>1. KV Caching</a:t>
            </a:r>
            <a:endParaRPr/>
          </a:p>
        </p:txBody>
      </p:sp>
      <p:sp>
        <p:nvSpPr>
          <p:cNvPr id="301" name="Google Shape;301;p2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2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latin typeface="Calibri"/>
                <a:ea typeface="Calibri"/>
                <a:cs typeface="Calibri"/>
                <a:sym typeface="Calibri"/>
              </a:rPr>
              <a:t>Why KV Caching?</a:t>
            </a:r>
            <a:endParaRPr>
              <a:latin typeface="Calibri"/>
              <a:ea typeface="Calibri"/>
              <a:cs typeface="Calibri"/>
              <a:sym typeface="Calibri"/>
            </a:endParaRPr>
          </a:p>
        </p:txBody>
      </p:sp>
      <p:sp>
        <p:nvSpPr>
          <p:cNvPr id="307" name="Google Shape;307;p21"/>
          <p:cNvSpPr txBox="1"/>
          <p:nvPr>
            <p:ph idx="1" type="body"/>
          </p:nvPr>
        </p:nvSpPr>
        <p:spPr>
          <a:xfrm>
            <a:off x="311700" y="1152475"/>
            <a:ext cx="8520600" cy="1490713"/>
          </a:xfrm>
          <a:prstGeom prst="rect">
            <a:avLst/>
          </a:prstGeom>
          <a:noFill/>
          <a:ln>
            <a:noFill/>
          </a:ln>
        </p:spPr>
        <p:txBody>
          <a:bodyPr anchorCtr="0" anchor="t" bIns="91425" lIns="91425" spcFirstLastPara="1" rIns="91425" wrap="square" tIns="91425">
            <a:normAutofit lnSpcReduction="10000"/>
          </a:bodyPr>
          <a:lstStyle/>
          <a:p>
            <a:pPr indent="0" lvl="0" marL="0" rtl="0" algn="l">
              <a:lnSpc>
                <a:spcPct val="90000"/>
              </a:lnSpc>
              <a:spcBef>
                <a:spcPts val="0"/>
              </a:spcBef>
              <a:spcAft>
                <a:spcPts val="0"/>
              </a:spcAft>
              <a:buSzPts val="1800"/>
              <a:buNone/>
            </a:pPr>
            <a:r>
              <a:rPr lang="en" sz="2100">
                <a:solidFill>
                  <a:srgbClr val="CC0000"/>
                </a:solidFill>
                <a:latin typeface="Calibri"/>
                <a:ea typeface="Calibri"/>
                <a:cs typeface="Calibri"/>
                <a:sym typeface="Calibri"/>
              </a:rPr>
              <a:t>1. What are K and V used for?</a:t>
            </a:r>
            <a:endParaRPr sz="2100">
              <a:solidFill>
                <a:srgbClr val="CC0000"/>
              </a:solidFill>
              <a:latin typeface="Calibri"/>
              <a:ea typeface="Calibri"/>
              <a:cs typeface="Calibri"/>
              <a:sym typeface="Calibri"/>
            </a:endParaRPr>
          </a:p>
          <a:p>
            <a:pPr indent="0" lvl="0" marL="0" rtl="0" algn="l">
              <a:lnSpc>
                <a:spcPct val="90000"/>
              </a:lnSpc>
              <a:spcBef>
                <a:spcPts val="800"/>
              </a:spcBef>
              <a:spcAft>
                <a:spcPts val="0"/>
              </a:spcAft>
              <a:buSzPts val="1800"/>
              <a:buNone/>
            </a:pPr>
            <a:r>
              <a:rPr lang="en" sz="2100">
                <a:solidFill>
                  <a:schemeClr val="dk1"/>
                </a:solidFill>
                <a:latin typeface="Calibri"/>
                <a:ea typeface="Calibri"/>
                <a:cs typeface="Calibri"/>
                <a:sym typeface="Calibri"/>
              </a:rPr>
              <a:t>Self-attention calculation requires Q of current token and K&amp;V of other tokens</a:t>
            </a:r>
            <a:endParaRPr/>
          </a:p>
          <a:p>
            <a:pPr indent="0" lvl="0" marL="0" rtl="0" algn="l">
              <a:lnSpc>
                <a:spcPct val="90000"/>
              </a:lnSpc>
              <a:spcBef>
                <a:spcPts val="800"/>
              </a:spcBef>
              <a:spcAft>
                <a:spcPts val="0"/>
              </a:spcAft>
              <a:buSzPts val="1800"/>
              <a:buNone/>
            </a:pPr>
            <a:r>
              <a:rPr lang="en" sz="2100">
                <a:solidFill>
                  <a:srgbClr val="000000"/>
                </a:solidFill>
                <a:latin typeface="Calibri"/>
                <a:ea typeface="Calibri"/>
                <a:cs typeface="Calibri"/>
                <a:sym typeface="Calibri"/>
              </a:rPr>
              <a:t>Causal self-attention requires K&amp;V of all past tokens</a:t>
            </a:r>
            <a:endParaRPr/>
          </a:p>
          <a:p>
            <a:pPr indent="0" lvl="0" marL="0" rtl="0" algn="l">
              <a:lnSpc>
                <a:spcPct val="115000"/>
              </a:lnSpc>
              <a:spcBef>
                <a:spcPts val="0"/>
              </a:spcBef>
              <a:spcAft>
                <a:spcPts val="1200"/>
              </a:spcAft>
              <a:buSzPts val="1800"/>
              <a:buNone/>
            </a:pPr>
            <a:r>
              <a:t/>
            </a:r>
            <a:endParaRPr>
              <a:latin typeface="Calibri"/>
              <a:ea typeface="Calibri"/>
              <a:cs typeface="Calibri"/>
              <a:sym typeface="Calibri"/>
            </a:endParaRPr>
          </a:p>
        </p:txBody>
      </p:sp>
      <p:sp>
        <p:nvSpPr>
          <p:cNvPr id="308" name="Google Shape;308;p2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pic>
        <p:nvPicPr>
          <p:cNvPr descr="How Attention works in Deep Learning: understanding the attention mechanism  in sequence models | AI Summer" id="313" name="Google Shape;313;p22"/>
          <p:cNvPicPr preferRelativeResize="0"/>
          <p:nvPr/>
        </p:nvPicPr>
        <p:blipFill rotWithShape="1">
          <a:blip r:embed="rId3">
            <a:alphaModFix/>
          </a:blip>
          <a:srcRect b="48005" l="52301" r="0" t="11309"/>
          <a:stretch/>
        </p:blipFill>
        <p:spPr>
          <a:xfrm>
            <a:off x="3805454" y="2520974"/>
            <a:ext cx="3113238" cy="1346651"/>
          </a:xfrm>
          <a:prstGeom prst="rect">
            <a:avLst/>
          </a:prstGeom>
          <a:noFill/>
          <a:ln>
            <a:noFill/>
          </a:ln>
        </p:spPr>
      </p:pic>
      <p:pic>
        <p:nvPicPr>
          <p:cNvPr id="314" name="Google Shape;314;p22"/>
          <p:cNvPicPr preferRelativeResize="0"/>
          <p:nvPr/>
        </p:nvPicPr>
        <p:blipFill rotWithShape="1">
          <a:blip r:embed="rId4">
            <a:alphaModFix/>
          </a:blip>
          <a:srcRect b="0" l="0" r="0" t="0"/>
          <a:stretch/>
        </p:blipFill>
        <p:spPr>
          <a:xfrm>
            <a:off x="0" y="-12"/>
            <a:ext cx="9144003" cy="1571625"/>
          </a:xfrm>
          <a:prstGeom prst="rect">
            <a:avLst/>
          </a:prstGeom>
          <a:noFill/>
          <a:ln>
            <a:noFill/>
          </a:ln>
        </p:spPr>
      </p:pic>
      <p:grpSp>
        <p:nvGrpSpPr>
          <p:cNvPr id="315" name="Google Shape;315;p22"/>
          <p:cNvGrpSpPr/>
          <p:nvPr/>
        </p:nvGrpSpPr>
        <p:grpSpPr>
          <a:xfrm>
            <a:off x="2395779" y="1531181"/>
            <a:ext cx="6748788" cy="3667669"/>
            <a:chOff x="2027400" y="1275875"/>
            <a:chExt cx="7116723" cy="3867625"/>
          </a:xfrm>
        </p:grpSpPr>
        <p:pic>
          <p:nvPicPr>
            <p:cNvPr id="316" name="Google Shape;316;p22"/>
            <p:cNvPicPr preferRelativeResize="0"/>
            <p:nvPr/>
          </p:nvPicPr>
          <p:blipFill rotWithShape="1">
            <a:blip r:embed="rId5">
              <a:alphaModFix/>
            </a:blip>
            <a:srcRect b="0" l="0" r="0" t="0"/>
            <a:stretch/>
          </p:blipFill>
          <p:spPr>
            <a:xfrm>
              <a:off x="2027400" y="1275875"/>
              <a:ext cx="7116723" cy="3867625"/>
            </a:xfrm>
            <a:prstGeom prst="rect">
              <a:avLst/>
            </a:prstGeom>
            <a:noFill/>
            <a:ln>
              <a:noFill/>
            </a:ln>
          </p:spPr>
        </p:pic>
        <p:cxnSp>
          <p:nvCxnSpPr>
            <p:cNvPr id="317" name="Google Shape;317;p22"/>
            <p:cNvCxnSpPr/>
            <p:nvPr/>
          </p:nvCxnSpPr>
          <p:spPr>
            <a:xfrm flipH="1" rot="10800000">
              <a:off x="3899075" y="2294925"/>
              <a:ext cx="1340700" cy="185100"/>
            </a:xfrm>
            <a:prstGeom prst="straightConnector1">
              <a:avLst/>
            </a:prstGeom>
            <a:noFill/>
            <a:ln cap="flat" cmpd="sng" w="9050">
              <a:solidFill>
                <a:schemeClr val="dk1"/>
              </a:solidFill>
              <a:prstDash val="solid"/>
              <a:round/>
              <a:headEnd len="sm" w="sm" type="none"/>
              <a:tailEnd len="med" w="med" type="triangle"/>
            </a:ln>
          </p:spPr>
        </p:cxnSp>
        <p:cxnSp>
          <p:nvCxnSpPr>
            <p:cNvPr id="318" name="Google Shape;318;p22"/>
            <p:cNvCxnSpPr/>
            <p:nvPr/>
          </p:nvCxnSpPr>
          <p:spPr>
            <a:xfrm flipH="1" rot="10800000">
              <a:off x="3899075" y="1650900"/>
              <a:ext cx="2055000" cy="811500"/>
            </a:xfrm>
            <a:prstGeom prst="straightConnector1">
              <a:avLst/>
            </a:prstGeom>
            <a:noFill/>
            <a:ln cap="flat" cmpd="sng" w="9050">
              <a:solidFill>
                <a:schemeClr val="dk1"/>
              </a:solidFill>
              <a:prstDash val="solid"/>
              <a:round/>
              <a:headEnd len="sm" w="sm" type="none"/>
              <a:tailEnd len="med" w="med" type="triangle"/>
            </a:ln>
          </p:spPr>
        </p:cxnSp>
        <p:cxnSp>
          <p:nvCxnSpPr>
            <p:cNvPr id="319" name="Google Shape;319;p22"/>
            <p:cNvCxnSpPr/>
            <p:nvPr/>
          </p:nvCxnSpPr>
          <p:spPr>
            <a:xfrm flipH="1" rot="10800000">
              <a:off x="3899075" y="1968525"/>
              <a:ext cx="1666800" cy="511500"/>
            </a:xfrm>
            <a:prstGeom prst="straightConnector1">
              <a:avLst/>
            </a:prstGeom>
            <a:noFill/>
            <a:ln cap="flat" cmpd="sng" w="9050">
              <a:solidFill>
                <a:schemeClr val="dk1"/>
              </a:solidFill>
              <a:prstDash val="solid"/>
              <a:round/>
              <a:headEnd len="sm" w="sm" type="none"/>
              <a:tailEnd len="med" w="med" type="triangle"/>
            </a:ln>
          </p:spPr>
        </p:cxnSp>
      </p:grpSp>
      <p:sp>
        <p:nvSpPr>
          <p:cNvPr id="320" name="Google Shape;320;p2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321" name="Google Shape;321;p22"/>
          <p:cNvSpPr txBox="1"/>
          <p:nvPr>
            <p:ph type="title"/>
          </p:nvPr>
        </p:nvSpPr>
        <p:spPr>
          <a:xfrm>
            <a:off x="0" y="2360356"/>
            <a:ext cx="2961686" cy="9972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lang="en"/>
              <a:t>Goal of attention:</a:t>
            </a:r>
            <a:br>
              <a:rPr lang="en"/>
            </a:br>
            <a:r>
              <a:rPr lang="en" sz="2200"/>
              <a:t>infusion of context</a:t>
            </a:r>
            <a:endParaRPr sz="22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1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pic>
        <p:nvPicPr>
          <p:cNvPr id="326" name="Google Shape;326;p23"/>
          <p:cNvPicPr preferRelativeResize="0"/>
          <p:nvPr/>
        </p:nvPicPr>
        <p:blipFill rotWithShape="1">
          <a:blip r:embed="rId3">
            <a:alphaModFix/>
          </a:blip>
          <a:srcRect b="0" l="0" r="0" t="0"/>
          <a:stretch/>
        </p:blipFill>
        <p:spPr>
          <a:xfrm>
            <a:off x="1899275" y="1279625"/>
            <a:ext cx="7244726" cy="3863875"/>
          </a:xfrm>
          <a:prstGeom prst="rect">
            <a:avLst/>
          </a:prstGeom>
          <a:noFill/>
          <a:ln>
            <a:noFill/>
          </a:ln>
        </p:spPr>
      </p:pic>
      <p:pic>
        <p:nvPicPr>
          <p:cNvPr id="327" name="Google Shape;327;p23"/>
          <p:cNvPicPr preferRelativeResize="0"/>
          <p:nvPr/>
        </p:nvPicPr>
        <p:blipFill rotWithShape="1">
          <a:blip r:embed="rId4">
            <a:alphaModFix/>
          </a:blip>
          <a:srcRect b="23136" l="0" r="20184" t="0"/>
          <a:stretch/>
        </p:blipFill>
        <p:spPr>
          <a:xfrm>
            <a:off x="0" y="0"/>
            <a:ext cx="6772099" cy="1425825"/>
          </a:xfrm>
          <a:prstGeom prst="rect">
            <a:avLst/>
          </a:prstGeom>
          <a:noFill/>
          <a:ln>
            <a:noFill/>
          </a:ln>
        </p:spPr>
      </p:pic>
      <p:cxnSp>
        <p:nvCxnSpPr>
          <p:cNvPr id="328" name="Google Shape;328;p23"/>
          <p:cNvCxnSpPr/>
          <p:nvPr/>
        </p:nvCxnSpPr>
        <p:spPr>
          <a:xfrm>
            <a:off x="3899075" y="2497675"/>
            <a:ext cx="599700" cy="449700"/>
          </a:xfrm>
          <a:prstGeom prst="straightConnector1">
            <a:avLst/>
          </a:prstGeom>
          <a:noFill/>
          <a:ln cap="flat" cmpd="sng" w="9525">
            <a:solidFill>
              <a:schemeClr val="dk1"/>
            </a:solidFill>
            <a:prstDash val="solid"/>
            <a:round/>
            <a:headEnd len="sm" w="sm" type="none"/>
            <a:tailEnd len="med" w="med" type="triangle"/>
          </a:ln>
        </p:spPr>
      </p:cxnSp>
      <p:cxnSp>
        <p:nvCxnSpPr>
          <p:cNvPr id="329" name="Google Shape;329;p23"/>
          <p:cNvCxnSpPr/>
          <p:nvPr/>
        </p:nvCxnSpPr>
        <p:spPr>
          <a:xfrm flipH="1" rot="10800000">
            <a:off x="3899075" y="2294925"/>
            <a:ext cx="1340700" cy="185100"/>
          </a:xfrm>
          <a:prstGeom prst="straightConnector1">
            <a:avLst/>
          </a:prstGeom>
          <a:noFill/>
          <a:ln cap="flat" cmpd="sng" w="9525">
            <a:solidFill>
              <a:schemeClr val="dk1"/>
            </a:solidFill>
            <a:prstDash val="solid"/>
            <a:round/>
            <a:headEnd len="sm" w="sm" type="none"/>
            <a:tailEnd len="med" w="med" type="triangle"/>
          </a:ln>
        </p:spPr>
      </p:cxnSp>
      <p:cxnSp>
        <p:nvCxnSpPr>
          <p:cNvPr id="330" name="Google Shape;330;p23"/>
          <p:cNvCxnSpPr/>
          <p:nvPr/>
        </p:nvCxnSpPr>
        <p:spPr>
          <a:xfrm flipH="1" rot="10800000">
            <a:off x="3899075" y="1650900"/>
            <a:ext cx="2055000" cy="811500"/>
          </a:xfrm>
          <a:prstGeom prst="straightConnector1">
            <a:avLst/>
          </a:prstGeom>
          <a:noFill/>
          <a:ln cap="flat" cmpd="sng" w="9525">
            <a:solidFill>
              <a:schemeClr val="dk1"/>
            </a:solidFill>
            <a:prstDash val="solid"/>
            <a:round/>
            <a:headEnd len="sm" w="sm" type="none"/>
            <a:tailEnd len="med" w="med" type="triangle"/>
          </a:ln>
        </p:spPr>
      </p:cxnSp>
      <p:cxnSp>
        <p:nvCxnSpPr>
          <p:cNvPr id="331" name="Google Shape;331;p23"/>
          <p:cNvCxnSpPr/>
          <p:nvPr/>
        </p:nvCxnSpPr>
        <p:spPr>
          <a:xfrm flipH="1" rot="10800000">
            <a:off x="3899075" y="1968525"/>
            <a:ext cx="1666800" cy="511500"/>
          </a:xfrm>
          <a:prstGeom prst="straightConnector1">
            <a:avLst/>
          </a:prstGeom>
          <a:noFill/>
          <a:ln cap="flat" cmpd="sng" w="9525">
            <a:solidFill>
              <a:schemeClr val="dk1"/>
            </a:solidFill>
            <a:prstDash val="solid"/>
            <a:round/>
            <a:headEnd len="sm" w="sm" type="none"/>
            <a:tailEnd len="med" w="med" type="triangle"/>
          </a:ln>
        </p:spPr>
      </p:cxnSp>
      <p:sp>
        <p:nvSpPr>
          <p:cNvPr id="332" name="Google Shape;332;p23"/>
          <p:cNvSpPr txBox="1"/>
          <p:nvPr/>
        </p:nvSpPr>
        <p:spPr>
          <a:xfrm>
            <a:off x="0" y="1435675"/>
            <a:ext cx="2743200" cy="1846629"/>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chemeClr val="dk1"/>
                </a:solidFill>
                <a:uFill>
                  <a:noFill/>
                </a:uFill>
                <a:latin typeface="Calibri"/>
                <a:ea typeface="Calibri"/>
                <a:cs typeface="Calibri"/>
                <a:sym typeface="Calibri"/>
                <a:hlinkClick r:id="rId5">
                  <a:extLst>
                    <a:ext uri="{A12FA001-AC4F-418D-AE19-62706E023703}">
                      <ahyp:hlinkClr val="tx"/>
                    </a:ext>
                  </a:extLst>
                </a:hlinkClick>
              </a:rPr>
              <a:t>Q.K</a:t>
            </a:r>
            <a:r>
              <a:rPr b="0" i="0" lang="en" sz="1800" u="none" cap="none" strike="noStrike">
                <a:solidFill>
                  <a:schemeClr val="dk1"/>
                </a:solidFill>
                <a:latin typeface="Calibri"/>
                <a:ea typeface="Calibri"/>
                <a:cs typeface="Calibri"/>
                <a:sym typeface="Calibri"/>
              </a:rPr>
              <a:t> is a score:</a:t>
            </a:r>
            <a:endParaRPr b="0"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chemeClr val="dk1"/>
                </a:solidFill>
                <a:latin typeface="Calibri"/>
                <a:ea typeface="Calibri"/>
                <a:cs typeface="Calibri"/>
                <a:sym typeface="Calibri"/>
              </a:rPr>
              <a:t>how relevant is a past token (</a:t>
            </a:r>
            <a:r>
              <a:rPr b="0" i="0" lang="en" sz="1800" u="none" cap="none" strike="noStrike">
                <a:solidFill>
                  <a:srgbClr val="F7CE06"/>
                </a:solidFill>
                <a:latin typeface="Calibri"/>
                <a:ea typeface="Calibri"/>
                <a:cs typeface="Calibri"/>
                <a:sym typeface="Calibri"/>
              </a:rPr>
              <a:t>through its K representation</a:t>
            </a:r>
            <a:r>
              <a:rPr b="0" i="0" lang="en" sz="1800" u="none" cap="none" strike="noStrike">
                <a:solidFill>
                  <a:schemeClr val="dk1"/>
                </a:solidFill>
                <a:latin typeface="Calibri"/>
                <a:ea typeface="Calibri"/>
                <a:cs typeface="Calibri"/>
                <a:sym typeface="Calibri"/>
              </a:rPr>
              <a:t>) to the current token (</a:t>
            </a:r>
            <a:r>
              <a:rPr b="0" i="0" lang="en" sz="1800" u="none" cap="none" strike="noStrike">
                <a:solidFill>
                  <a:srgbClr val="D883FF"/>
                </a:solidFill>
                <a:latin typeface="Calibri"/>
                <a:ea typeface="Calibri"/>
                <a:cs typeface="Calibri"/>
                <a:sym typeface="Calibri"/>
              </a:rPr>
              <a:t>through its query representation</a:t>
            </a:r>
            <a:r>
              <a:rPr b="0" i="0" lang="en" sz="1800" u="none" cap="none" strike="noStrike">
                <a:solidFill>
                  <a:schemeClr val="dk1"/>
                </a:solidFill>
                <a:latin typeface="Calibri"/>
                <a:ea typeface="Calibri"/>
                <a:cs typeface="Calibri"/>
                <a:sym typeface="Calibri"/>
              </a:rPr>
              <a:t>)</a:t>
            </a:r>
            <a:endParaRPr b="0" i="0" sz="1800" u="none" cap="none" strike="noStrike">
              <a:solidFill>
                <a:schemeClr val="dk1"/>
              </a:solidFill>
              <a:latin typeface="Calibri"/>
              <a:ea typeface="Calibri"/>
              <a:cs typeface="Calibri"/>
              <a:sym typeface="Calibri"/>
            </a:endParaRPr>
          </a:p>
        </p:txBody>
      </p:sp>
      <p:sp>
        <p:nvSpPr>
          <p:cNvPr id="333" name="Google Shape;333;p2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2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t/>
            </a:r>
            <a:endParaRPr/>
          </a:p>
        </p:txBody>
      </p:sp>
      <p:sp>
        <p:nvSpPr>
          <p:cNvPr id="339" name="Google Shape;339;p24"/>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t/>
            </a:r>
            <a:endParaRPr/>
          </a:p>
        </p:txBody>
      </p:sp>
      <p:pic>
        <p:nvPicPr>
          <p:cNvPr id="340" name="Google Shape;340;p24"/>
          <p:cNvPicPr preferRelativeResize="0"/>
          <p:nvPr/>
        </p:nvPicPr>
        <p:blipFill rotWithShape="1">
          <a:blip r:embed="rId3">
            <a:alphaModFix/>
          </a:blip>
          <a:srcRect b="0" l="0" r="0" t="0"/>
          <a:stretch/>
        </p:blipFill>
        <p:spPr>
          <a:xfrm>
            <a:off x="197462" y="0"/>
            <a:ext cx="8749076" cy="5143500"/>
          </a:xfrm>
          <a:prstGeom prst="rect">
            <a:avLst/>
          </a:prstGeom>
          <a:noFill/>
          <a:ln>
            <a:noFill/>
          </a:ln>
        </p:spPr>
      </p:pic>
      <p:sp>
        <p:nvSpPr>
          <p:cNvPr id="341" name="Google Shape;341;p24"/>
          <p:cNvSpPr txBox="1"/>
          <p:nvPr/>
        </p:nvSpPr>
        <p:spPr>
          <a:xfrm>
            <a:off x="122842" y="1978431"/>
            <a:ext cx="4956600" cy="1293000"/>
          </a:xfrm>
          <a:prstGeom prst="rect">
            <a:avLst/>
          </a:prstGeom>
          <a:solidFill>
            <a:schemeClr val="lt1"/>
          </a:solid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chemeClr val="dk1"/>
                </a:solidFill>
                <a:latin typeface="Calibri"/>
                <a:ea typeface="Calibri"/>
                <a:cs typeface="Calibri"/>
                <a:sym typeface="Calibri"/>
              </a:rPr>
              <a:t>Finally, each past token (</a:t>
            </a:r>
            <a:r>
              <a:rPr b="0" i="0" lang="en" sz="1800" u="none" cap="none" strike="noStrike">
                <a:solidFill>
                  <a:srgbClr val="8CB5F8"/>
                </a:solidFill>
                <a:latin typeface="Calibri"/>
                <a:ea typeface="Calibri"/>
                <a:cs typeface="Calibri"/>
                <a:sym typeface="Calibri"/>
              </a:rPr>
              <a:t>through its Value Representation</a:t>
            </a:r>
            <a:r>
              <a:rPr b="0" i="0" lang="en" sz="1800" u="none" cap="none" strike="noStrike">
                <a:solidFill>
                  <a:schemeClr val="dk1"/>
                </a:solidFill>
                <a:latin typeface="Calibri"/>
                <a:ea typeface="Calibri"/>
                <a:cs typeface="Calibri"/>
                <a:sym typeface="Calibri"/>
              </a:rPr>
              <a:t>) is multiplied with the score and summed up to obtain a new representation of the current token</a:t>
            </a:r>
            <a:endParaRPr b="0" i="0" sz="1800" u="none" cap="none" strike="noStrike">
              <a:solidFill>
                <a:schemeClr val="dk1"/>
              </a:solidFill>
              <a:latin typeface="Calibri"/>
              <a:ea typeface="Calibri"/>
              <a:cs typeface="Calibri"/>
              <a:sym typeface="Calibri"/>
            </a:endParaRPr>
          </a:p>
        </p:txBody>
      </p:sp>
      <p:sp>
        <p:nvSpPr>
          <p:cNvPr id="342" name="Google Shape;342;p2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sp>
        <p:nvSpPr>
          <p:cNvPr id="347" name="Google Shape;347;p2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latin typeface="Calibri"/>
                <a:ea typeface="Calibri"/>
                <a:cs typeface="Calibri"/>
                <a:sym typeface="Calibri"/>
              </a:rPr>
              <a:t>Why KV Caching?</a:t>
            </a:r>
            <a:endParaRPr>
              <a:latin typeface="Calibri"/>
              <a:ea typeface="Calibri"/>
              <a:cs typeface="Calibri"/>
              <a:sym typeface="Calibri"/>
            </a:endParaRPr>
          </a:p>
        </p:txBody>
      </p:sp>
      <p:sp>
        <p:nvSpPr>
          <p:cNvPr id="348" name="Google Shape;348;p26"/>
          <p:cNvSpPr txBox="1"/>
          <p:nvPr>
            <p:ph idx="1" type="body"/>
          </p:nvPr>
        </p:nvSpPr>
        <p:spPr>
          <a:xfrm>
            <a:off x="311700" y="1152475"/>
            <a:ext cx="8520600" cy="1490713"/>
          </a:xfrm>
          <a:prstGeom prst="rect">
            <a:avLst/>
          </a:prstGeom>
          <a:noFill/>
          <a:ln>
            <a:noFill/>
          </a:ln>
        </p:spPr>
        <p:txBody>
          <a:bodyPr anchorCtr="0" anchor="t" bIns="91425" lIns="91425" spcFirstLastPara="1" rIns="91425" wrap="square" tIns="91425">
            <a:normAutofit lnSpcReduction="10000"/>
          </a:bodyPr>
          <a:lstStyle/>
          <a:p>
            <a:pPr indent="0" lvl="0" marL="0" rtl="0" algn="l">
              <a:lnSpc>
                <a:spcPct val="90000"/>
              </a:lnSpc>
              <a:spcBef>
                <a:spcPts val="0"/>
              </a:spcBef>
              <a:spcAft>
                <a:spcPts val="0"/>
              </a:spcAft>
              <a:buSzPts val="1800"/>
              <a:buNone/>
            </a:pPr>
            <a:r>
              <a:rPr lang="en" sz="2100">
                <a:solidFill>
                  <a:srgbClr val="CC0000"/>
                </a:solidFill>
                <a:latin typeface="Calibri"/>
                <a:ea typeface="Calibri"/>
                <a:cs typeface="Calibri"/>
                <a:sym typeface="Calibri"/>
              </a:rPr>
              <a:t>1. What are K and V used for?</a:t>
            </a:r>
            <a:endParaRPr sz="2100">
              <a:solidFill>
                <a:srgbClr val="CC0000"/>
              </a:solidFill>
              <a:latin typeface="Calibri"/>
              <a:ea typeface="Calibri"/>
              <a:cs typeface="Calibri"/>
              <a:sym typeface="Calibri"/>
            </a:endParaRPr>
          </a:p>
          <a:p>
            <a:pPr indent="0" lvl="0" marL="0" rtl="0" algn="l">
              <a:lnSpc>
                <a:spcPct val="90000"/>
              </a:lnSpc>
              <a:spcBef>
                <a:spcPts val="800"/>
              </a:spcBef>
              <a:spcAft>
                <a:spcPts val="0"/>
              </a:spcAft>
              <a:buSzPts val="1800"/>
              <a:buNone/>
            </a:pPr>
            <a:r>
              <a:rPr lang="en" sz="2100">
                <a:solidFill>
                  <a:schemeClr val="dk1"/>
                </a:solidFill>
                <a:latin typeface="Calibri"/>
                <a:ea typeface="Calibri"/>
                <a:cs typeface="Calibri"/>
                <a:sym typeface="Calibri"/>
              </a:rPr>
              <a:t>Self-attention calculation requires Q of current token and K&amp;V of other tokens</a:t>
            </a:r>
            <a:endParaRPr/>
          </a:p>
          <a:p>
            <a:pPr indent="0" lvl="0" marL="0" rtl="0" algn="l">
              <a:lnSpc>
                <a:spcPct val="90000"/>
              </a:lnSpc>
              <a:spcBef>
                <a:spcPts val="800"/>
              </a:spcBef>
              <a:spcAft>
                <a:spcPts val="0"/>
              </a:spcAft>
              <a:buSzPts val="1800"/>
              <a:buNone/>
            </a:pPr>
            <a:r>
              <a:rPr lang="en" sz="2100">
                <a:solidFill>
                  <a:srgbClr val="000000"/>
                </a:solidFill>
                <a:latin typeface="Calibri"/>
                <a:ea typeface="Calibri"/>
                <a:cs typeface="Calibri"/>
                <a:sym typeface="Calibri"/>
              </a:rPr>
              <a:t>Causal self-attention requires K&amp;V of all past tokens</a:t>
            </a:r>
            <a:endParaRPr/>
          </a:p>
          <a:p>
            <a:pPr indent="0" lvl="0" marL="0" rtl="0" algn="l">
              <a:lnSpc>
                <a:spcPct val="115000"/>
              </a:lnSpc>
              <a:spcBef>
                <a:spcPts val="0"/>
              </a:spcBef>
              <a:spcAft>
                <a:spcPts val="1200"/>
              </a:spcAft>
              <a:buSzPts val="1800"/>
              <a:buNone/>
            </a:pPr>
            <a:r>
              <a:t/>
            </a:r>
            <a:endParaRPr>
              <a:latin typeface="Calibri"/>
              <a:ea typeface="Calibri"/>
              <a:cs typeface="Calibri"/>
              <a:sym typeface="Calibri"/>
            </a:endParaRPr>
          </a:p>
        </p:txBody>
      </p:sp>
      <p:sp>
        <p:nvSpPr>
          <p:cNvPr id="349" name="Google Shape;349;p2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350" name="Google Shape;350;p26"/>
          <p:cNvSpPr txBox="1"/>
          <p:nvPr/>
        </p:nvSpPr>
        <p:spPr>
          <a:xfrm>
            <a:off x="311700" y="2777938"/>
            <a:ext cx="8275088" cy="1170064"/>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2100"/>
              <a:buFont typeface="Arial"/>
              <a:buNone/>
            </a:pPr>
            <a:r>
              <a:rPr b="0" i="0" lang="en" sz="2100" u="none" cap="none" strike="noStrike">
                <a:solidFill>
                  <a:srgbClr val="CC0000"/>
                </a:solidFill>
                <a:latin typeface="Calibri"/>
                <a:ea typeface="Calibri"/>
                <a:cs typeface="Calibri"/>
                <a:sym typeface="Calibri"/>
              </a:rPr>
              <a:t>2. Why cache K and V?</a:t>
            </a:r>
            <a:endParaRPr b="0" i="0" sz="1400" u="none" cap="none" strike="noStrike">
              <a:solidFill>
                <a:srgbClr val="000000"/>
              </a:solidFill>
              <a:latin typeface="Arial"/>
              <a:ea typeface="Arial"/>
              <a:cs typeface="Arial"/>
              <a:sym typeface="Arial"/>
            </a:endParaRPr>
          </a:p>
          <a:p>
            <a:pPr indent="0" lvl="0" marL="0" marR="0" rtl="0" algn="l">
              <a:lnSpc>
                <a:spcPct val="90000"/>
              </a:lnSpc>
              <a:spcBef>
                <a:spcPts val="800"/>
              </a:spcBef>
              <a:spcAft>
                <a:spcPts val="0"/>
              </a:spcAft>
              <a:buClr>
                <a:srgbClr val="000000"/>
              </a:buClr>
              <a:buSzPts val="2100"/>
              <a:buFont typeface="Arial"/>
              <a:buNone/>
            </a:pPr>
            <a:r>
              <a:rPr b="0" i="0" lang="en" sz="2100" u="none" cap="none" strike="noStrike">
                <a:solidFill>
                  <a:srgbClr val="000000"/>
                </a:solidFill>
                <a:latin typeface="Calibri"/>
                <a:ea typeface="Calibri"/>
                <a:cs typeface="Calibri"/>
                <a:sym typeface="Calibri"/>
              </a:rPr>
              <a:t>Problem: It is recalculated again and again for every token</a:t>
            </a:r>
            <a:endParaRPr b="0" i="0" sz="1400" u="none" cap="none" strike="noStrike">
              <a:solidFill>
                <a:srgbClr val="000000"/>
              </a:solidFill>
              <a:latin typeface="Arial"/>
              <a:ea typeface="Arial"/>
              <a:cs typeface="Arial"/>
              <a:sym typeface="Arial"/>
            </a:endParaRPr>
          </a:p>
          <a:p>
            <a:pPr indent="0" lvl="0" marL="0" marR="0" rtl="0" algn="l">
              <a:lnSpc>
                <a:spcPct val="90000"/>
              </a:lnSpc>
              <a:spcBef>
                <a:spcPts val="800"/>
              </a:spcBef>
              <a:spcAft>
                <a:spcPts val="0"/>
              </a:spcAft>
              <a:buClr>
                <a:srgbClr val="000000"/>
              </a:buClr>
              <a:buSzPts val="2100"/>
              <a:buFont typeface="Arial"/>
              <a:buNone/>
            </a:pPr>
            <a:r>
              <a:rPr b="0" i="0" lang="en" sz="2100" u="none" cap="none" strike="noStrike">
                <a:solidFill>
                  <a:srgbClr val="000000"/>
                </a:solidFill>
                <a:latin typeface="Calibri"/>
                <a:ea typeface="Calibri"/>
                <a:cs typeface="Calibri"/>
                <a:sym typeface="Calibri"/>
              </a:rPr>
              <a:t>Idea: Generate and cache once, reuse for subsequent tokens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p27"/>
          <p:cNvSpPr/>
          <p:nvPr/>
        </p:nvSpPr>
        <p:spPr>
          <a:xfrm>
            <a:off x="207425" y="760500"/>
            <a:ext cx="3948900" cy="1375200"/>
          </a:xfrm>
          <a:prstGeom prst="rect">
            <a:avLst/>
          </a:prstGeom>
          <a:noFill/>
          <a:ln cap="flat" cmpd="sng" w="19050">
            <a:solidFill>
              <a:schemeClr val="accent2"/>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356" name="Google Shape;356;p27"/>
          <p:cNvSpPr/>
          <p:nvPr/>
        </p:nvSpPr>
        <p:spPr>
          <a:xfrm>
            <a:off x="803063" y="4483637"/>
            <a:ext cx="1047900" cy="206400"/>
          </a:xfrm>
          <a:prstGeom prst="rect">
            <a:avLst/>
          </a:prstGeom>
          <a:solidFill>
            <a:srgbClr val="BDE1AF"/>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357" name="Google Shape;357;p27"/>
          <p:cNvSpPr/>
          <p:nvPr/>
        </p:nvSpPr>
        <p:spPr>
          <a:xfrm>
            <a:off x="2720478" y="4483637"/>
            <a:ext cx="1047900" cy="206400"/>
          </a:xfrm>
          <a:prstGeom prst="rect">
            <a:avLst/>
          </a:prstGeom>
          <a:solidFill>
            <a:srgbClr val="BDE1AF"/>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358" name="Google Shape;358;p27"/>
          <p:cNvSpPr/>
          <p:nvPr/>
        </p:nvSpPr>
        <p:spPr>
          <a:xfrm>
            <a:off x="209727" y="2829300"/>
            <a:ext cx="3948900" cy="1375200"/>
          </a:xfrm>
          <a:prstGeom prst="rect">
            <a:avLst/>
          </a:prstGeom>
          <a:noFill/>
          <a:ln cap="flat" cmpd="sng" w="19050">
            <a:solidFill>
              <a:schemeClr val="accent2"/>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359" name="Google Shape;359;p27"/>
          <p:cNvSpPr txBox="1"/>
          <p:nvPr/>
        </p:nvSpPr>
        <p:spPr>
          <a:xfrm>
            <a:off x="524618" y="4582900"/>
            <a:ext cx="456600"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6AA84F"/>
                </a:solidFill>
                <a:latin typeface="Arial"/>
                <a:ea typeface="Arial"/>
                <a:cs typeface="Arial"/>
                <a:sym typeface="Arial"/>
              </a:rPr>
              <a:t>a</a:t>
            </a:r>
            <a:r>
              <a:rPr b="1" baseline="-25000" i="0" lang="en" sz="1400" u="none" cap="none" strike="noStrike">
                <a:solidFill>
                  <a:srgbClr val="6AA84F"/>
                </a:solidFill>
                <a:latin typeface="Arial"/>
                <a:ea typeface="Arial"/>
                <a:cs typeface="Arial"/>
                <a:sym typeface="Arial"/>
              </a:rPr>
              <a:t>1</a:t>
            </a:r>
            <a:endParaRPr b="1" i="0" sz="1400" u="none" cap="none" strike="noStrike">
              <a:solidFill>
                <a:srgbClr val="6AA84F"/>
              </a:solidFill>
              <a:latin typeface="Arial"/>
              <a:ea typeface="Arial"/>
              <a:cs typeface="Arial"/>
              <a:sym typeface="Arial"/>
            </a:endParaRPr>
          </a:p>
        </p:txBody>
      </p:sp>
      <p:sp>
        <p:nvSpPr>
          <p:cNvPr id="360" name="Google Shape;360;p27"/>
          <p:cNvSpPr txBox="1"/>
          <p:nvPr/>
        </p:nvSpPr>
        <p:spPr>
          <a:xfrm>
            <a:off x="2399872" y="4566150"/>
            <a:ext cx="410100"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6AA84F"/>
                </a:solidFill>
                <a:latin typeface="Arial"/>
                <a:ea typeface="Arial"/>
                <a:cs typeface="Arial"/>
                <a:sym typeface="Arial"/>
              </a:rPr>
              <a:t>a</a:t>
            </a:r>
            <a:r>
              <a:rPr b="1" baseline="-25000" i="0" lang="en" sz="1400" u="none" cap="none" strike="noStrike">
                <a:solidFill>
                  <a:srgbClr val="6AA84F"/>
                </a:solidFill>
                <a:latin typeface="Arial"/>
                <a:ea typeface="Arial"/>
                <a:cs typeface="Arial"/>
                <a:sym typeface="Arial"/>
              </a:rPr>
              <a:t>2</a:t>
            </a:r>
            <a:endParaRPr b="1" i="0" sz="1400" u="none" cap="none" strike="noStrike">
              <a:solidFill>
                <a:srgbClr val="6AA84F"/>
              </a:solidFill>
              <a:latin typeface="Arial"/>
              <a:ea typeface="Arial"/>
              <a:cs typeface="Arial"/>
              <a:sym typeface="Arial"/>
            </a:endParaRPr>
          </a:p>
        </p:txBody>
      </p:sp>
      <p:sp>
        <p:nvSpPr>
          <p:cNvPr id="361" name="Google Shape;361;p27"/>
          <p:cNvSpPr txBox="1"/>
          <p:nvPr/>
        </p:nvSpPr>
        <p:spPr>
          <a:xfrm>
            <a:off x="995001" y="4646825"/>
            <a:ext cx="752100"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Arial"/>
                <a:ea typeface="Arial"/>
                <a:cs typeface="Arial"/>
                <a:sym typeface="Arial"/>
              </a:rPr>
              <a:t>Once</a:t>
            </a:r>
            <a:endParaRPr b="0" i="0" sz="1100" u="none" cap="none" strike="noStrike">
              <a:solidFill>
                <a:srgbClr val="000000"/>
              </a:solidFill>
              <a:latin typeface="Arial"/>
              <a:ea typeface="Arial"/>
              <a:cs typeface="Arial"/>
              <a:sym typeface="Arial"/>
            </a:endParaRPr>
          </a:p>
        </p:txBody>
      </p:sp>
      <p:sp>
        <p:nvSpPr>
          <p:cNvPr id="362" name="Google Shape;362;p27"/>
          <p:cNvSpPr txBox="1"/>
          <p:nvPr/>
        </p:nvSpPr>
        <p:spPr>
          <a:xfrm>
            <a:off x="2982447" y="4646825"/>
            <a:ext cx="706200"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Arial"/>
                <a:ea typeface="Arial"/>
                <a:cs typeface="Arial"/>
                <a:sym typeface="Arial"/>
              </a:rPr>
              <a:t>upon</a:t>
            </a:r>
            <a:endParaRPr b="0" i="0" sz="1100" u="none" cap="none" strike="noStrike">
              <a:solidFill>
                <a:srgbClr val="000000"/>
              </a:solidFill>
              <a:latin typeface="Arial"/>
              <a:ea typeface="Arial"/>
              <a:cs typeface="Arial"/>
              <a:sym typeface="Arial"/>
            </a:endParaRPr>
          </a:p>
        </p:txBody>
      </p:sp>
      <p:sp>
        <p:nvSpPr>
          <p:cNvPr id="363" name="Google Shape;363;p27"/>
          <p:cNvSpPr/>
          <p:nvPr/>
        </p:nvSpPr>
        <p:spPr>
          <a:xfrm>
            <a:off x="1011113" y="3597853"/>
            <a:ext cx="840000" cy="206400"/>
          </a:xfrm>
          <a:prstGeom prst="rect">
            <a:avLst/>
          </a:prstGeom>
          <a:solidFill>
            <a:srgbClr val="AEDFFF"/>
          </a:solidFill>
          <a:ln cap="flat" cmpd="sng" w="19050">
            <a:solidFill>
              <a:srgbClr val="A5A5A5"/>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364" name="Google Shape;364;p27"/>
          <p:cNvSpPr/>
          <p:nvPr/>
        </p:nvSpPr>
        <p:spPr>
          <a:xfrm>
            <a:off x="907088" y="3701056"/>
            <a:ext cx="840000" cy="206400"/>
          </a:xfrm>
          <a:prstGeom prst="rect">
            <a:avLst/>
          </a:prstGeom>
          <a:solidFill>
            <a:srgbClr val="FDD349"/>
          </a:solidFill>
          <a:ln cap="flat" cmpd="sng" w="19050">
            <a:solidFill>
              <a:srgbClr val="A5A5A5"/>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365" name="Google Shape;365;p27"/>
          <p:cNvSpPr/>
          <p:nvPr/>
        </p:nvSpPr>
        <p:spPr>
          <a:xfrm>
            <a:off x="803063" y="3804259"/>
            <a:ext cx="840000" cy="206400"/>
          </a:xfrm>
          <a:prstGeom prst="rect">
            <a:avLst/>
          </a:prstGeom>
          <a:solidFill>
            <a:srgbClr val="EDD6F0"/>
          </a:solidFill>
          <a:ln cap="flat" cmpd="sng" w="19050">
            <a:solidFill>
              <a:srgbClr val="A5A5A5"/>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366" name="Google Shape;366;p27"/>
          <p:cNvSpPr txBox="1"/>
          <p:nvPr/>
        </p:nvSpPr>
        <p:spPr>
          <a:xfrm>
            <a:off x="521011" y="3804259"/>
            <a:ext cx="426429"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E59DDC"/>
                </a:solidFill>
                <a:latin typeface="Arial"/>
                <a:ea typeface="Arial"/>
                <a:cs typeface="Arial"/>
                <a:sym typeface="Arial"/>
              </a:rPr>
              <a:t>q</a:t>
            </a:r>
            <a:r>
              <a:rPr b="0" baseline="-25000" i="0" lang="en" sz="1400" u="none" cap="none" strike="noStrike">
                <a:solidFill>
                  <a:srgbClr val="E59DDC"/>
                </a:solidFill>
                <a:latin typeface="Arial"/>
                <a:ea typeface="Arial"/>
                <a:cs typeface="Arial"/>
                <a:sym typeface="Arial"/>
              </a:rPr>
              <a:t>1</a:t>
            </a:r>
            <a:endParaRPr b="0" i="0" sz="1400" u="none" cap="none" strike="noStrike">
              <a:solidFill>
                <a:srgbClr val="E59DDC"/>
              </a:solidFill>
              <a:latin typeface="Arial"/>
              <a:ea typeface="Arial"/>
              <a:cs typeface="Arial"/>
              <a:sym typeface="Arial"/>
            </a:endParaRPr>
          </a:p>
        </p:txBody>
      </p:sp>
      <p:sp>
        <p:nvSpPr>
          <p:cNvPr id="367" name="Google Shape;367;p27"/>
          <p:cNvSpPr txBox="1"/>
          <p:nvPr/>
        </p:nvSpPr>
        <p:spPr>
          <a:xfrm>
            <a:off x="571232" y="3632124"/>
            <a:ext cx="297300"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BC86"/>
                </a:solidFill>
                <a:latin typeface="Arial"/>
                <a:ea typeface="Arial"/>
                <a:cs typeface="Arial"/>
                <a:sym typeface="Arial"/>
              </a:rPr>
              <a:t>k</a:t>
            </a:r>
            <a:r>
              <a:rPr b="0" baseline="-25000" i="0" lang="en" sz="1400" u="none" cap="none" strike="noStrike">
                <a:solidFill>
                  <a:srgbClr val="FFBC86"/>
                </a:solidFill>
                <a:latin typeface="Arial"/>
                <a:ea typeface="Arial"/>
                <a:cs typeface="Arial"/>
                <a:sym typeface="Arial"/>
              </a:rPr>
              <a:t>1</a:t>
            </a:r>
            <a:endParaRPr b="0" i="0" sz="1400" u="none" cap="none" strike="noStrike">
              <a:solidFill>
                <a:srgbClr val="FFBC86"/>
              </a:solidFill>
              <a:latin typeface="Arial"/>
              <a:ea typeface="Arial"/>
              <a:cs typeface="Arial"/>
              <a:sym typeface="Arial"/>
            </a:endParaRPr>
          </a:p>
        </p:txBody>
      </p:sp>
      <p:sp>
        <p:nvSpPr>
          <p:cNvPr id="368" name="Google Shape;368;p27"/>
          <p:cNvSpPr txBox="1"/>
          <p:nvPr/>
        </p:nvSpPr>
        <p:spPr>
          <a:xfrm>
            <a:off x="675257" y="3507431"/>
            <a:ext cx="297300"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43AFE2"/>
                </a:solidFill>
                <a:latin typeface="Arial"/>
                <a:ea typeface="Arial"/>
                <a:cs typeface="Arial"/>
                <a:sym typeface="Arial"/>
              </a:rPr>
              <a:t>v</a:t>
            </a:r>
            <a:r>
              <a:rPr b="0" baseline="-25000" i="0" lang="en" sz="1400" u="none" cap="none" strike="noStrike">
                <a:solidFill>
                  <a:srgbClr val="43AFE2"/>
                </a:solidFill>
                <a:latin typeface="Arial"/>
                <a:ea typeface="Arial"/>
                <a:cs typeface="Arial"/>
                <a:sym typeface="Arial"/>
              </a:rPr>
              <a:t>1</a:t>
            </a:r>
            <a:endParaRPr b="0" i="0" sz="1400" u="none" cap="none" strike="noStrike">
              <a:solidFill>
                <a:srgbClr val="43AFE2"/>
              </a:solidFill>
              <a:latin typeface="Arial"/>
              <a:ea typeface="Arial"/>
              <a:cs typeface="Arial"/>
              <a:sym typeface="Arial"/>
            </a:endParaRPr>
          </a:p>
        </p:txBody>
      </p:sp>
      <p:sp>
        <p:nvSpPr>
          <p:cNvPr id="369" name="Google Shape;369;p27"/>
          <p:cNvSpPr/>
          <p:nvPr/>
        </p:nvSpPr>
        <p:spPr>
          <a:xfrm>
            <a:off x="2952655" y="3590014"/>
            <a:ext cx="840000" cy="206400"/>
          </a:xfrm>
          <a:prstGeom prst="rect">
            <a:avLst/>
          </a:prstGeom>
          <a:solidFill>
            <a:srgbClr val="AEDFFF"/>
          </a:solidFill>
          <a:ln cap="flat" cmpd="sng" w="19050">
            <a:solidFill>
              <a:srgbClr val="A5A5A5"/>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370" name="Google Shape;370;p27"/>
          <p:cNvSpPr/>
          <p:nvPr/>
        </p:nvSpPr>
        <p:spPr>
          <a:xfrm>
            <a:off x="2848630" y="3693218"/>
            <a:ext cx="840000" cy="206400"/>
          </a:xfrm>
          <a:prstGeom prst="rect">
            <a:avLst/>
          </a:prstGeom>
          <a:solidFill>
            <a:srgbClr val="FDD349"/>
          </a:solidFill>
          <a:ln cap="flat" cmpd="sng" w="19050">
            <a:solidFill>
              <a:srgbClr val="A5A5A5"/>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371" name="Google Shape;371;p27"/>
          <p:cNvSpPr/>
          <p:nvPr/>
        </p:nvSpPr>
        <p:spPr>
          <a:xfrm>
            <a:off x="2744605" y="3796421"/>
            <a:ext cx="840000" cy="206400"/>
          </a:xfrm>
          <a:prstGeom prst="rect">
            <a:avLst/>
          </a:prstGeom>
          <a:solidFill>
            <a:srgbClr val="EDD6F0"/>
          </a:solidFill>
          <a:ln cap="flat" cmpd="sng" w="19050">
            <a:solidFill>
              <a:srgbClr val="A5A5A5"/>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372" name="Google Shape;372;p27"/>
          <p:cNvSpPr txBox="1"/>
          <p:nvPr/>
        </p:nvSpPr>
        <p:spPr>
          <a:xfrm>
            <a:off x="2462552" y="3796421"/>
            <a:ext cx="347419"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E59DDC"/>
                </a:solidFill>
                <a:latin typeface="Arial"/>
                <a:ea typeface="Arial"/>
                <a:cs typeface="Arial"/>
                <a:sym typeface="Arial"/>
              </a:rPr>
              <a:t>q</a:t>
            </a:r>
            <a:r>
              <a:rPr b="0" baseline="-25000" i="0" lang="en" sz="1400" u="none" cap="none" strike="noStrike">
                <a:solidFill>
                  <a:srgbClr val="E59DDC"/>
                </a:solidFill>
                <a:latin typeface="Arial"/>
                <a:ea typeface="Arial"/>
                <a:cs typeface="Arial"/>
                <a:sym typeface="Arial"/>
              </a:rPr>
              <a:t>2</a:t>
            </a:r>
            <a:endParaRPr b="0" i="0" sz="1400" u="none" cap="none" strike="noStrike">
              <a:solidFill>
                <a:srgbClr val="E59DDC"/>
              </a:solidFill>
              <a:latin typeface="Arial"/>
              <a:ea typeface="Arial"/>
              <a:cs typeface="Arial"/>
              <a:sym typeface="Arial"/>
            </a:endParaRPr>
          </a:p>
        </p:txBody>
      </p:sp>
      <p:sp>
        <p:nvSpPr>
          <p:cNvPr id="373" name="Google Shape;373;p27"/>
          <p:cNvSpPr txBox="1"/>
          <p:nvPr/>
        </p:nvSpPr>
        <p:spPr>
          <a:xfrm>
            <a:off x="2512774" y="3624286"/>
            <a:ext cx="297300"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BC86"/>
                </a:solidFill>
                <a:latin typeface="Arial"/>
                <a:ea typeface="Arial"/>
                <a:cs typeface="Arial"/>
                <a:sym typeface="Arial"/>
              </a:rPr>
              <a:t>k</a:t>
            </a:r>
            <a:r>
              <a:rPr b="0" baseline="-25000" i="0" lang="en" sz="1400" u="none" cap="none" strike="noStrike">
                <a:solidFill>
                  <a:srgbClr val="FFBC86"/>
                </a:solidFill>
                <a:latin typeface="Arial"/>
                <a:ea typeface="Arial"/>
                <a:cs typeface="Arial"/>
                <a:sym typeface="Arial"/>
              </a:rPr>
              <a:t>2</a:t>
            </a:r>
            <a:endParaRPr b="0" i="0" sz="1400" u="none" cap="none" strike="noStrike">
              <a:solidFill>
                <a:srgbClr val="FFBC86"/>
              </a:solidFill>
              <a:latin typeface="Arial"/>
              <a:ea typeface="Arial"/>
              <a:cs typeface="Arial"/>
              <a:sym typeface="Arial"/>
            </a:endParaRPr>
          </a:p>
        </p:txBody>
      </p:sp>
      <p:sp>
        <p:nvSpPr>
          <p:cNvPr id="374" name="Google Shape;374;p27"/>
          <p:cNvSpPr txBox="1"/>
          <p:nvPr/>
        </p:nvSpPr>
        <p:spPr>
          <a:xfrm>
            <a:off x="2616799" y="3499593"/>
            <a:ext cx="297300"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43AFE2"/>
                </a:solidFill>
                <a:latin typeface="Arial"/>
                <a:ea typeface="Arial"/>
                <a:cs typeface="Arial"/>
                <a:sym typeface="Arial"/>
              </a:rPr>
              <a:t>v</a:t>
            </a:r>
            <a:r>
              <a:rPr b="0" baseline="-25000" i="0" lang="en" sz="1400" u="none" cap="none" strike="noStrike">
                <a:solidFill>
                  <a:srgbClr val="43AFE2"/>
                </a:solidFill>
                <a:latin typeface="Arial"/>
                <a:ea typeface="Arial"/>
                <a:cs typeface="Arial"/>
                <a:sym typeface="Arial"/>
              </a:rPr>
              <a:t>2</a:t>
            </a:r>
            <a:endParaRPr b="0" i="0" sz="1400" u="none" cap="none" strike="noStrike">
              <a:solidFill>
                <a:srgbClr val="43AFE2"/>
              </a:solidFill>
              <a:latin typeface="Arial"/>
              <a:ea typeface="Arial"/>
              <a:cs typeface="Arial"/>
              <a:sym typeface="Arial"/>
            </a:endParaRPr>
          </a:p>
        </p:txBody>
      </p:sp>
      <p:sp>
        <p:nvSpPr>
          <p:cNvPr id="375" name="Google Shape;375;p27"/>
          <p:cNvSpPr/>
          <p:nvPr/>
        </p:nvSpPr>
        <p:spPr>
          <a:xfrm>
            <a:off x="803063" y="2220507"/>
            <a:ext cx="1047900" cy="206400"/>
          </a:xfrm>
          <a:prstGeom prst="rect">
            <a:avLst/>
          </a:prstGeom>
          <a:solidFill>
            <a:srgbClr val="BDE1AF"/>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376" name="Google Shape;376;p27"/>
          <p:cNvSpPr/>
          <p:nvPr/>
        </p:nvSpPr>
        <p:spPr>
          <a:xfrm>
            <a:off x="2720478" y="2220507"/>
            <a:ext cx="1047900" cy="206400"/>
          </a:xfrm>
          <a:prstGeom prst="rect">
            <a:avLst/>
          </a:prstGeom>
          <a:solidFill>
            <a:srgbClr val="BDE1AF"/>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377" name="Google Shape;377;p27"/>
          <p:cNvSpPr txBox="1"/>
          <p:nvPr/>
        </p:nvSpPr>
        <p:spPr>
          <a:xfrm>
            <a:off x="594995" y="2340475"/>
            <a:ext cx="456600"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6AA84F"/>
                </a:solidFill>
                <a:latin typeface="Arial"/>
                <a:ea typeface="Arial"/>
                <a:cs typeface="Arial"/>
                <a:sym typeface="Arial"/>
              </a:rPr>
              <a:t>b</a:t>
            </a:r>
            <a:r>
              <a:rPr b="1" baseline="-25000" i="0" lang="en" sz="1400" u="none" cap="none" strike="noStrike">
                <a:solidFill>
                  <a:srgbClr val="6AA84F"/>
                </a:solidFill>
                <a:latin typeface="Arial"/>
                <a:ea typeface="Arial"/>
                <a:cs typeface="Arial"/>
                <a:sym typeface="Arial"/>
              </a:rPr>
              <a:t>1</a:t>
            </a:r>
            <a:endParaRPr b="1" i="0" sz="1400" u="none" cap="none" strike="noStrike">
              <a:solidFill>
                <a:srgbClr val="6AA84F"/>
              </a:solidFill>
              <a:latin typeface="Arial"/>
              <a:ea typeface="Arial"/>
              <a:cs typeface="Arial"/>
              <a:sym typeface="Arial"/>
            </a:endParaRPr>
          </a:p>
        </p:txBody>
      </p:sp>
      <p:sp>
        <p:nvSpPr>
          <p:cNvPr id="378" name="Google Shape;378;p27"/>
          <p:cNvSpPr txBox="1"/>
          <p:nvPr/>
        </p:nvSpPr>
        <p:spPr>
          <a:xfrm>
            <a:off x="2399872" y="2303000"/>
            <a:ext cx="410100"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6AA84F"/>
                </a:solidFill>
                <a:latin typeface="Arial"/>
                <a:ea typeface="Arial"/>
                <a:cs typeface="Arial"/>
                <a:sym typeface="Arial"/>
              </a:rPr>
              <a:t>b</a:t>
            </a:r>
            <a:r>
              <a:rPr b="1" baseline="-25000" i="0" lang="en" sz="1400" u="none" cap="none" strike="noStrike">
                <a:solidFill>
                  <a:srgbClr val="6AA84F"/>
                </a:solidFill>
                <a:latin typeface="Arial"/>
                <a:ea typeface="Arial"/>
                <a:cs typeface="Arial"/>
                <a:sym typeface="Arial"/>
              </a:rPr>
              <a:t>2</a:t>
            </a:r>
            <a:endParaRPr b="1" i="0" sz="1400" u="none" cap="none" strike="noStrike">
              <a:solidFill>
                <a:srgbClr val="6AA84F"/>
              </a:solidFill>
              <a:latin typeface="Arial"/>
              <a:ea typeface="Arial"/>
              <a:cs typeface="Arial"/>
              <a:sym typeface="Arial"/>
            </a:endParaRPr>
          </a:p>
        </p:txBody>
      </p:sp>
      <p:cxnSp>
        <p:nvCxnSpPr>
          <p:cNvPr id="379" name="Google Shape;379;p27"/>
          <p:cNvCxnSpPr>
            <a:stCxn id="371" idx="0"/>
          </p:cNvCxnSpPr>
          <p:nvPr/>
        </p:nvCxnSpPr>
        <p:spPr>
          <a:xfrm rot="10800000">
            <a:off x="3161005" y="3218321"/>
            <a:ext cx="3600" cy="578100"/>
          </a:xfrm>
          <a:prstGeom prst="straightConnector1">
            <a:avLst/>
          </a:prstGeom>
          <a:noFill/>
          <a:ln cap="flat" cmpd="sng" w="19050">
            <a:solidFill>
              <a:srgbClr val="E59DDC"/>
            </a:solidFill>
            <a:prstDash val="solid"/>
            <a:miter lim="8000"/>
            <a:headEnd len="sm" w="sm" type="none"/>
            <a:tailEnd len="med" w="med" type="triangle"/>
          </a:ln>
        </p:spPr>
      </p:cxnSp>
      <p:cxnSp>
        <p:nvCxnSpPr>
          <p:cNvPr id="380" name="Google Shape;380;p27"/>
          <p:cNvCxnSpPr/>
          <p:nvPr/>
        </p:nvCxnSpPr>
        <p:spPr>
          <a:xfrm rot="10800000">
            <a:off x="1226330" y="3210568"/>
            <a:ext cx="3600" cy="578100"/>
          </a:xfrm>
          <a:prstGeom prst="straightConnector1">
            <a:avLst/>
          </a:prstGeom>
          <a:noFill/>
          <a:ln cap="flat" cmpd="sng" w="19050">
            <a:solidFill>
              <a:srgbClr val="E59DDC"/>
            </a:solidFill>
            <a:prstDash val="solid"/>
            <a:miter lim="8000"/>
            <a:headEnd len="sm" w="sm" type="none"/>
            <a:tailEnd len="med" w="med" type="triangle"/>
          </a:ln>
        </p:spPr>
      </p:cxnSp>
      <p:cxnSp>
        <p:nvCxnSpPr>
          <p:cNvPr id="381" name="Google Shape;381;p27"/>
          <p:cNvCxnSpPr>
            <a:stCxn id="363" idx="0"/>
          </p:cNvCxnSpPr>
          <p:nvPr/>
        </p:nvCxnSpPr>
        <p:spPr>
          <a:xfrm flipH="1" rot="10800000">
            <a:off x="1431113" y="3226153"/>
            <a:ext cx="1422600" cy="371700"/>
          </a:xfrm>
          <a:prstGeom prst="straightConnector1">
            <a:avLst/>
          </a:prstGeom>
          <a:noFill/>
          <a:ln cap="flat" cmpd="sng" w="19050">
            <a:solidFill>
              <a:srgbClr val="72C4E9"/>
            </a:solidFill>
            <a:prstDash val="solid"/>
            <a:miter lim="8000"/>
            <a:headEnd len="sm" w="sm" type="none"/>
            <a:tailEnd len="med" w="med" type="triangle"/>
          </a:ln>
        </p:spPr>
      </p:cxnSp>
      <p:cxnSp>
        <p:nvCxnSpPr>
          <p:cNvPr id="382" name="Google Shape;382;p27"/>
          <p:cNvCxnSpPr/>
          <p:nvPr/>
        </p:nvCxnSpPr>
        <p:spPr>
          <a:xfrm rot="10800000">
            <a:off x="1228141" y="2571809"/>
            <a:ext cx="0" cy="529200"/>
          </a:xfrm>
          <a:prstGeom prst="straightConnector1">
            <a:avLst/>
          </a:prstGeom>
          <a:noFill/>
          <a:ln cap="flat" cmpd="sng" w="19050">
            <a:solidFill>
              <a:schemeClr val="accent1"/>
            </a:solidFill>
            <a:prstDash val="dash"/>
            <a:miter lim="8000"/>
            <a:headEnd len="sm" w="sm" type="none"/>
            <a:tailEnd len="med" w="med" type="triangle"/>
          </a:ln>
        </p:spPr>
      </p:cxnSp>
      <p:cxnSp>
        <p:nvCxnSpPr>
          <p:cNvPr id="383" name="Google Shape;383;p27"/>
          <p:cNvCxnSpPr/>
          <p:nvPr/>
        </p:nvCxnSpPr>
        <p:spPr>
          <a:xfrm rot="10800000">
            <a:off x="3151877" y="2564722"/>
            <a:ext cx="0" cy="529200"/>
          </a:xfrm>
          <a:prstGeom prst="straightConnector1">
            <a:avLst/>
          </a:prstGeom>
          <a:noFill/>
          <a:ln cap="flat" cmpd="sng" w="19050">
            <a:solidFill>
              <a:schemeClr val="accent1"/>
            </a:solidFill>
            <a:prstDash val="dash"/>
            <a:miter lim="8000"/>
            <a:headEnd len="sm" w="sm" type="none"/>
            <a:tailEnd len="med" w="med" type="triangle"/>
          </a:ln>
        </p:spPr>
      </p:cxnSp>
      <p:cxnSp>
        <p:nvCxnSpPr>
          <p:cNvPr id="384" name="Google Shape;384;p27"/>
          <p:cNvCxnSpPr/>
          <p:nvPr/>
        </p:nvCxnSpPr>
        <p:spPr>
          <a:xfrm rot="10800000">
            <a:off x="1202300" y="792522"/>
            <a:ext cx="0" cy="1130700"/>
          </a:xfrm>
          <a:prstGeom prst="straightConnector1">
            <a:avLst/>
          </a:prstGeom>
          <a:noFill/>
          <a:ln cap="flat" cmpd="sng" w="19050">
            <a:solidFill>
              <a:schemeClr val="accent1"/>
            </a:solidFill>
            <a:prstDash val="dash"/>
            <a:miter lim="8000"/>
            <a:headEnd len="sm" w="sm" type="none"/>
            <a:tailEnd len="med" w="med" type="triangle"/>
          </a:ln>
        </p:spPr>
      </p:cxnSp>
      <p:cxnSp>
        <p:nvCxnSpPr>
          <p:cNvPr id="385" name="Google Shape;385;p27"/>
          <p:cNvCxnSpPr/>
          <p:nvPr/>
        </p:nvCxnSpPr>
        <p:spPr>
          <a:xfrm rot="10800000">
            <a:off x="3126018" y="785596"/>
            <a:ext cx="6300" cy="1092900"/>
          </a:xfrm>
          <a:prstGeom prst="straightConnector1">
            <a:avLst/>
          </a:prstGeom>
          <a:noFill/>
          <a:ln cap="flat" cmpd="sng" w="19050">
            <a:solidFill>
              <a:schemeClr val="accent1"/>
            </a:solidFill>
            <a:prstDash val="dash"/>
            <a:miter lim="8000"/>
            <a:headEnd len="sm" w="sm" type="none"/>
            <a:tailEnd len="med" w="med" type="triangle"/>
          </a:ln>
        </p:spPr>
      </p:cxnSp>
      <p:sp>
        <p:nvSpPr>
          <p:cNvPr id="386" name="Google Shape;386;p27"/>
          <p:cNvSpPr txBox="1"/>
          <p:nvPr/>
        </p:nvSpPr>
        <p:spPr>
          <a:xfrm>
            <a:off x="774398" y="2989747"/>
            <a:ext cx="868500" cy="276900"/>
          </a:xfrm>
          <a:prstGeom prst="rect">
            <a:avLst/>
          </a:prstGeom>
          <a:blipFill rotWithShape="1">
            <a:blip r:embed="rId3">
              <a:alphaModFix/>
            </a:blip>
            <a:stretch>
              <a:fillRect b="-22575" l="-4348" r="0" t="-6447"/>
            </a:stretch>
          </a:blip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 </a:t>
            </a:r>
            <a:endParaRPr b="0" i="0" sz="1100" u="none" cap="none" strike="noStrike">
              <a:solidFill>
                <a:srgbClr val="000000"/>
              </a:solidFill>
              <a:latin typeface="Arial"/>
              <a:ea typeface="Arial"/>
              <a:cs typeface="Arial"/>
              <a:sym typeface="Arial"/>
            </a:endParaRPr>
          </a:p>
        </p:txBody>
      </p:sp>
      <p:sp>
        <p:nvSpPr>
          <p:cNvPr id="387" name="Google Shape;387;p27"/>
          <p:cNvSpPr txBox="1"/>
          <p:nvPr/>
        </p:nvSpPr>
        <p:spPr>
          <a:xfrm>
            <a:off x="2744604" y="2985398"/>
            <a:ext cx="880200" cy="276900"/>
          </a:xfrm>
          <a:prstGeom prst="rect">
            <a:avLst/>
          </a:prstGeom>
          <a:blipFill rotWithShape="1">
            <a:blip r:embed="rId4">
              <a:alphaModFix/>
            </a:blip>
            <a:stretch>
              <a:fillRect b="-26657" l="-4298" r="0" t="-6666"/>
            </a:stretch>
          </a:blip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 </a:t>
            </a:r>
            <a:endParaRPr b="0" i="0" sz="1100" u="none" cap="none" strike="noStrike">
              <a:solidFill>
                <a:srgbClr val="000000"/>
              </a:solidFill>
              <a:latin typeface="Arial"/>
              <a:ea typeface="Arial"/>
              <a:cs typeface="Arial"/>
              <a:sym typeface="Arial"/>
            </a:endParaRPr>
          </a:p>
        </p:txBody>
      </p:sp>
      <p:sp>
        <p:nvSpPr>
          <p:cNvPr id="388" name="Google Shape;388;p27"/>
          <p:cNvSpPr/>
          <p:nvPr/>
        </p:nvSpPr>
        <p:spPr>
          <a:xfrm>
            <a:off x="1051466" y="1268750"/>
            <a:ext cx="840000" cy="206400"/>
          </a:xfrm>
          <a:prstGeom prst="rect">
            <a:avLst/>
          </a:prstGeom>
          <a:solidFill>
            <a:srgbClr val="AEDFFF"/>
          </a:solidFill>
          <a:ln cap="flat" cmpd="sng" w="19050">
            <a:solidFill>
              <a:srgbClr val="A5A5A5"/>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389" name="Google Shape;389;p27"/>
          <p:cNvSpPr/>
          <p:nvPr/>
        </p:nvSpPr>
        <p:spPr>
          <a:xfrm>
            <a:off x="947441" y="1371953"/>
            <a:ext cx="840000" cy="206400"/>
          </a:xfrm>
          <a:prstGeom prst="rect">
            <a:avLst/>
          </a:prstGeom>
          <a:solidFill>
            <a:srgbClr val="FDD349"/>
          </a:solidFill>
          <a:ln cap="flat" cmpd="sng" w="19050">
            <a:solidFill>
              <a:srgbClr val="A5A5A5"/>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390" name="Google Shape;390;p27"/>
          <p:cNvSpPr/>
          <p:nvPr/>
        </p:nvSpPr>
        <p:spPr>
          <a:xfrm>
            <a:off x="843416" y="1475156"/>
            <a:ext cx="840000" cy="206400"/>
          </a:xfrm>
          <a:prstGeom prst="rect">
            <a:avLst/>
          </a:prstGeom>
          <a:solidFill>
            <a:srgbClr val="EDD6F0"/>
          </a:solidFill>
          <a:ln cap="flat" cmpd="sng" w="19050">
            <a:solidFill>
              <a:srgbClr val="A5A5A5"/>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391" name="Google Shape;391;p27"/>
          <p:cNvSpPr txBox="1"/>
          <p:nvPr/>
        </p:nvSpPr>
        <p:spPr>
          <a:xfrm>
            <a:off x="561363" y="1475156"/>
            <a:ext cx="419853"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E59DDC"/>
                </a:solidFill>
                <a:latin typeface="Arial"/>
                <a:ea typeface="Arial"/>
                <a:cs typeface="Arial"/>
                <a:sym typeface="Arial"/>
              </a:rPr>
              <a:t>q</a:t>
            </a:r>
            <a:r>
              <a:rPr b="0" baseline="-25000" i="0" lang="en" sz="1400" u="none" cap="none" strike="noStrike">
                <a:solidFill>
                  <a:srgbClr val="E59DDC"/>
                </a:solidFill>
                <a:latin typeface="Arial"/>
                <a:ea typeface="Arial"/>
                <a:cs typeface="Arial"/>
                <a:sym typeface="Arial"/>
              </a:rPr>
              <a:t>1</a:t>
            </a:r>
            <a:endParaRPr b="0" i="0" sz="1400" u="none" cap="none" strike="noStrike">
              <a:solidFill>
                <a:srgbClr val="E59DDC"/>
              </a:solidFill>
              <a:latin typeface="Arial"/>
              <a:ea typeface="Arial"/>
              <a:cs typeface="Arial"/>
              <a:sym typeface="Arial"/>
            </a:endParaRPr>
          </a:p>
        </p:txBody>
      </p:sp>
      <p:sp>
        <p:nvSpPr>
          <p:cNvPr id="392" name="Google Shape;392;p27"/>
          <p:cNvSpPr txBox="1"/>
          <p:nvPr/>
        </p:nvSpPr>
        <p:spPr>
          <a:xfrm>
            <a:off x="611584" y="1303021"/>
            <a:ext cx="297300"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BC86"/>
                </a:solidFill>
                <a:latin typeface="Arial"/>
                <a:ea typeface="Arial"/>
                <a:cs typeface="Arial"/>
                <a:sym typeface="Arial"/>
              </a:rPr>
              <a:t>k</a:t>
            </a:r>
            <a:r>
              <a:rPr b="0" baseline="-25000" i="0" lang="en" sz="1400" u="none" cap="none" strike="noStrike">
                <a:solidFill>
                  <a:srgbClr val="FFBC86"/>
                </a:solidFill>
                <a:latin typeface="Arial"/>
                <a:ea typeface="Arial"/>
                <a:cs typeface="Arial"/>
                <a:sym typeface="Arial"/>
              </a:rPr>
              <a:t>1</a:t>
            </a:r>
            <a:endParaRPr b="0" i="0" sz="1400" u="none" cap="none" strike="noStrike">
              <a:solidFill>
                <a:srgbClr val="FFBC86"/>
              </a:solidFill>
              <a:latin typeface="Arial"/>
              <a:ea typeface="Arial"/>
              <a:cs typeface="Arial"/>
              <a:sym typeface="Arial"/>
            </a:endParaRPr>
          </a:p>
        </p:txBody>
      </p:sp>
      <p:sp>
        <p:nvSpPr>
          <p:cNvPr id="393" name="Google Shape;393;p27"/>
          <p:cNvSpPr txBox="1"/>
          <p:nvPr/>
        </p:nvSpPr>
        <p:spPr>
          <a:xfrm>
            <a:off x="715610" y="1178328"/>
            <a:ext cx="297300"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43AFE2"/>
                </a:solidFill>
                <a:latin typeface="Arial"/>
                <a:ea typeface="Arial"/>
                <a:cs typeface="Arial"/>
                <a:sym typeface="Arial"/>
              </a:rPr>
              <a:t>v</a:t>
            </a:r>
            <a:r>
              <a:rPr b="0" baseline="-25000" i="0" lang="en" sz="1400" u="none" cap="none" strike="noStrike">
                <a:solidFill>
                  <a:srgbClr val="43AFE2"/>
                </a:solidFill>
                <a:latin typeface="Arial"/>
                <a:ea typeface="Arial"/>
                <a:cs typeface="Arial"/>
                <a:sym typeface="Arial"/>
              </a:rPr>
              <a:t>1</a:t>
            </a:r>
            <a:endParaRPr b="0" i="0" sz="1400" u="none" cap="none" strike="noStrike">
              <a:solidFill>
                <a:srgbClr val="43AFE2"/>
              </a:solidFill>
              <a:latin typeface="Arial"/>
              <a:ea typeface="Arial"/>
              <a:cs typeface="Arial"/>
              <a:sym typeface="Arial"/>
            </a:endParaRPr>
          </a:p>
        </p:txBody>
      </p:sp>
      <p:sp>
        <p:nvSpPr>
          <p:cNvPr id="394" name="Google Shape;394;p27"/>
          <p:cNvSpPr/>
          <p:nvPr/>
        </p:nvSpPr>
        <p:spPr>
          <a:xfrm>
            <a:off x="2993007" y="1260911"/>
            <a:ext cx="840000" cy="206400"/>
          </a:xfrm>
          <a:prstGeom prst="rect">
            <a:avLst/>
          </a:prstGeom>
          <a:solidFill>
            <a:srgbClr val="AEDFFF"/>
          </a:solidFill>
          <a:ln cap="flat" cmpd="sng" w="19050">
            <a:solidFill>
              <a:srgbClr val="A5A5A5"/>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395" name="Google Shape;395;p27"/>
          <p:cNvSpPr/>
          <p:nvPr/>
        </p:nvSpPr>
        <p:spPr>
          <a:xfrm>
            <a:off x="2888982" y="1364114"/>
            <a:ext cx="840000" cy="206400"/>
          </a:xfrm>
          <a:prstGeom prst="rect">
            <a:avLst/>
          </a:prstGeom>
          <a:solidFill>
            <a:srgbClr val="FDD349"/>
          </a:solidFill>
          <a:ln cap="flat" cmpd="sng" w="19050">
            <a:solidFill>
              <a:srgbClr val="A5A5A5"/>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396" name="Google Shape;396;p27"/>
          <p:cNvSpPr/>
          <p:nvPr/>
        </p:nvSpPr>
        <p:spPr>
          <a:xfrm>
            <a:off x="2784957" y="1467317"/>
            <a:ext cx="840000" cy="206400"/>
          </a:xfrm>
          <a:prstGeom prst="rect">
            <a:avLst/>
          </a:prstGeom>
          <a:solidFill>
            <a:srgbClr val="EDD6F0"/>
          </a:solidFill>
          <a:ln cap="flat" cmpd="sng" w="19050">
            <a:solidFill>
              <a:srgbClr val="A5A5A5"/>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397" name="Google Shape;397;p27"/>
          <p:cNvSpPr txBox="1"/>
          <p:nvPr/>
        </p:nvSpPr>
        <p:spPr>
          <a:xfrm>
            <a:off x="2502904" y="1467317"/>
            <a:ext cx="386077"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E59DDC"/>
                </a:solidFill>
                <a:latin typeface="Arial"/>
                <a:ea typeface="Arial"/>
                <a:cs typeface="Arial"/>
                <a:sym typeface="Arial"/>
              </a:rPr>
              <a:t>q</a:t>
            </a:r>
            <a:r>
              <a:rPr b="0" baseline="-25000" i="0" lang="en" sz="1400" u="none" cap="none" strike="noStrike">
                <a:solidFill>
                  <a:srgbClr val="E59DDC"/>
                </a:solidFill>
                <a:latin typeface="Arial"/>
                <a:ea typeface="Arial"/>
                <a:cs typeface="Arial"/>
                <a:sym typeface="Arial"/>
              </a:rPr>
              <a:t>2</a:t>
            </a:r>
            <a:endParaRPr b="0" i="0" sz="1400" u="none" cap="none" strike="noStrike">
              <a:solidFill>
                <a:srgbClr val="E59DDC"/>
              </a:solidFill>
              <a:latin typeface="Arial"/>
              <a:ea typeface="Arial"/>
              <a:cs typeface="Arial"/>
              <a:sym typeface="Arial"/>
            </a:endParaRPr>
          </a:p>
        </p:txBody>
      </p:sp>
      <p:sp>
        <p:nvSpPr>
          <p:cNvPr id="398" name="Google Shape;398;p27"/>
          <p:cNvSpPr txBox="1"/>
          <p:nvPr/>
        </p:nvSpPr>
        <p:spPr>
          <a:xfrm>
            <a:off x="2553126" y="1295183"/>
            <a:ext cx="297300"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BC86"/>
                </a:solidFill>
                <a:latin typeface="Arial"/>
                <a:ea typeface="Arial"/>
                <a:cs typeface="Arial"/>
                <a:sym typeface="Arial"/>
              </a:rPr>
              <a:t>k</a:t>
            </a:r>
            <a:r>
              <a:rPr b="0" baseline="-25000" i="0" lang="en" sz="1400" u="none" cap="none" strike="noStrike">
                <a:solidFill>
                  <a:srgbClr val="FFBC86"/>
                </a:solidFill>
                <a:latin typeface="Arial"/>
                <a:ea typeface="Arial"/>
                <a:cs typeface="Arial"/>
                <a:sym typeface="Arial"/>
              </a:rPr>
              <a:t>2</a:t>
            </a:r>
            <a:endParaRPr b="0" i="0" sz="1400" u="none" cap="none" strike="noStrike">
              <a:solidFill>
                <a:srgbClr val="FFBC86"/>
              </a:solidFill>
              <a:latin typeface="Arial"/>
              <a:ea typeface="Arial"/>
              <a:cs typeface="Arial"/>
              <a:sym typeface="Arial"/>
            </a:endParaRPr>
          </a:p>
        </p:txBody>
      </p:sp>
      <p:sp>
        <p:nvSpPr>
          <p:cNvPr id="399" name="Google Shape;399;p27"/>
          <p:cNvSpPr txBox="1"/>
          <p:nvPr/>
        </p:nvSpPr>
        <p:spPr>
          <a:xfrm>
            <a:off x="2657151" y="1170490"/>
            <a:ext cx="297300"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43AFE2"/>
                </a:solidFill>
                <a:latin typeface="Arial"/>
                <a:ea typeface="Arial"/>
                <a:cs typeface="Arial"/>
                <a:sym typeface="Arial"/>
              </a:rPr>
              <a:t>v</a:t>
            </a:r>
            <a:r>
              <a:rPr b="0" baseline="-25000" i="0" lang="en" sz="1400" u="none" cap="none" strike="noStrike">
                <a:solidFill>
                  <a:srgbClr val="43AFE2"/>
                </a:solidFill>
                <a:latin typeface="Arial"/>
                <a:ea typeface="Arial"/>
                <a:cs typeface="Arial"/>
                <a:sym typeface="Arial"/>
              </a:rPr>
              <a:t>2</a:t>
            </a:r>
            <a:endParaRPr b="0" i="0" sz="1400" u="none" cap="none" strike="noStrike">
              <a:solidFill>
                <a:srgbClr val="43AFE2"/>
              </a:solidFill>
              <a:latin typeface="Arial"/>
              <a:ea typeface="Arial"/>
              <a:cs typeface="Arial"/>
              <a:sym typeface="Arial"/>
            </a:endParaRPr>
          </a:p>
        </p:txBody>
      </p:sp>
      <p:cxnSp>
        <p:nvCxnSpPr>
          <p:cNvPr id="400" name="Google Shape;400;p27"/>
          <p:cNvCxnSpPr>
            <a:stCxn id="389" idx="0"/>
          </p:cNvCxnSpPr>
          <p:nvPr/>
        </p:nvCxnSpPr>
        <p:spPr>
          <a:xfrm flipH="1" rot="10800000">
            <a:off x="1367441" y="918653"/>
            <a:ext cx="1805100" cy="453300"/>
          </a:xfrm>
          <a:prstGeom prst="straightConnector1">
            <a:avLst/>
          </a:prstGeom>
          <a:noFill/>
          <a:ln cap="flat" cmpd="sng" w="19050">
            <a:solidFill>
              <a:srgbClr val="72C4E9"/>
            </a:solidFill>
            <a:prstDash val="solid"/>
            <a:miter lim="8000"/>
            <a:headEnd len="sm" w="sm" type="none"/>
            <a:tailEnd len="med" w="med" type="triangle"/>
          </a:ln>
        </p:spPr>
      </p:cxnSp>
      <p:sp>
        <p:nvSpPr>
          <p:cNvPr id="401" name="Google Shape;401;p27"/>
          <p:cNvSpPr txBox="1"/>
          <p:nvPr/>
        </p:nvSpPr>
        <p:spPr>
          <a:xfrm>
            <a:off x="2399874" y="308500"/>
            <a:ext cx="410100"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6AA84F"/>
                </a:solidFill>
                <a:latin typeface="Arial"/>
                <a:ea typeface="Arial"/>
                <a:cs typeface="Arial"/>
                <a:sym typeface="Arial"/>
              </a:rPr>
              <a:t>c</a:t>
            </a:r>
            <a:r>
              <a:rPr b="1" baseline="-25000" i="0" lang="en" sz="1400" u="none" cap="none" strike="noStrike">
                <a:solidFill>
                  <a:srgbClr val="6AA84F"/>
                </a:solidFill>
                <a:latin typeface="Arial"/>
                <a:ea typeface="Arial"/>
                <a:cs typeface="Arial"/>
                <a:sym typeface="Arial"/>
              </a:rPr>
              <a:t>2</a:t>
            </a:r>
            <a:endParaRPr b="1" i="0" sz="1400" u="none" cap="none" strike="noStrike">
              <a:solidFill>
                <a:srgbClr val="6AA84F"/>
              </a:solidFill>
              <a:latin typeface="Arial"/>
              <a:ea typeface="Arial"/>
              <a:cs typeface="Arial"/>
              <a:sym typeface="Arial"/>
            </a:endParaRPr>
          </a:p>
        </p:txBody>
      </p:sp>
      <p:sp>
        <p:nvSpPr>
          <p:cNvPr id="402" name="Google Shape;402;p27"/>
          <p:cNvSpPr txBox="1"/>
          <p:nvPr/>
        </p:nvSpPr>
        <p:spPr>
          <a:xfrm>
            <a:off x="2764698" y="-50525"/>
            <a:ext cx="840000"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6AA84F"/>
                </a:solidFill>
                <a:latin typeface="Arial"/>
                <a:ea typeface="Arial"/>
                <a:cs typeface="Arial"/>
                <a:sym typeface="Arial"/>
              </a:rPr>
              <a:t>x</a:t>
            </a:r>
            <a:r>
              <a:rPr b="1" baseline="-25000" i="0" lang="en" sz="1400" u="none" cap="none" strike="noStrike">
                <a:solidFill>
                  <a:srgbClr val="6AA84F"/>
                </a:solidFill>
                <a:latin typeface="Arial"/>
                <a:ea typeface="Arial"/>
                <a:cs typeface="Arial"/>
                <a:sym typeface="Arial"/>
              </a:rPr>
              <a:t>2 </a:t>
            </a:r>
            <a:r>
              <a:rPr b="1" i="0" lang="en" sz="1400" u="none" cap="none" strike="noStrike">
                <a:solidFill>
                  <a:srgbClr val="6AA84F"/>
                </a:solidFill>
                <a:latin typeface="Arial"/>
                <a:ea typeface="Arial"/>
                <a:cs typeface="Arial"/>
                <a:sym typeface="Arial"/>
              </a:rPr>
              <a:t>= “a”</a:t>
            </a:r>
            <a:endParaRPr b="1" i="0" sz="1400" u="none" cap="none" strike="noStrike">
              <a:solidFill>
                <a:srgbClr val="6AA84F"/>
              </a:solidFill>
              <a:latin typeface="Arial"/>
              <a:ea typeface="Arial"/>
              <a:cs typeface="Arial"/>
              <a:sym typeface="Arial"/>
            </a:endParaRPr>
          </a:p>
        </p:txBody>
      </p:sp>
      <p:sp>
        <p:nvSpPr>
          <p:cNvPr id="403" name="Google Shape;403;p27"/>
          <p:cNvSpPr txBox="1"/>
          <p:nvPr/>
        </p:nvSpPr>
        <p:spPr>
          <a:xfrm>
            <a:off x="1" y="4251350"/>
            <a:ext cx="880200"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BC86"/>
                </a:solidFill>
                <a:latin typeface="Arial"/>
                <a:ea typeface="Arial"/>
                <a:cs typeface="Arial"/>
                <a:sym typeface="Arial"/>
              </a:rPr>
              <a:t>k</a:t>
            </a:r>
            <a:r>
              <a:rPr b="0" baseline="-25000" i="0" lang="en" sz="1400" u="none" cap="none" strike="noStrike">
                <a:solidFill>
                  <a:srgbClr val="FFBC86"/>
                </a:solidFill>
                <a:latin typeface="Arial"/>
                <a:ea typeface="Arial"/>
                <a:cs typeface="Arial"/>
                <a:sym typeface="Arial"/>
              </a:rPr>
              <a:t>1</a:t>
            </a:r>
            <a:r>
              <a:rPr b="0" i="0" lang="en" sz="1400" u="none" cap="none" strike="noStrike">
                <a:solidFill>
                  <a:srgbClr val="FFBC86"/>
                </a:solidFill>
                <a:latin typeface="Arial"/>
                <a:ea typeface="Arial"/>
                <a:cs typeface="Arial"/>
                <a:sym typeface="Arial"/>
              </a:rPr>
              <a:t>= K.</a:t>
            </a:r>
            <a:r>
              <a:rPr b="1" i="0" lang="en" sz="1400" u="none" cap="none" strike="noStrike">
                <a:solidFill>
                  <a:srgbClr val="6AA84F"/>
                </a:solidFill>
                <a:latin typeface="Arial"/>
                <a:ea typeface="Arial"/>
                <a:cs typeface="Arial"/>
                <a:sym typeface="Arial"/>
              </a:rPr>
              <a:t>a</a:t>
            </a:r>
            <a:r>
              <a:rPr b="1" baseline="-25000" i="0" lang="en" sz="1400" u="none" cap="none" strike="noStrike">
                <a:solidFill>
                  <a:srgbClr val="6AA84F"/>
                </a:solidFill>
                <a:latin typeface="Arial"/>
                <a:ea typeface="Arial"/>
                <a:cs typeface="Arial"/>
                <a:sym typeface="Arial"/>
              </a:rPr>
              <a:t>1</a:t>
            </a:r>
            <a:r>
              <a:rPr b="0" baseline="-25000" i="0" lang="en" sz="1400" u="none" cap="none" strike="noStrike">
                <a:solidFill>
                  <a:srgbClr val="FFBC86"/>
                </a:solidFill>
                <a:latin typeface="Arial"/>
                <a:ea typeface="Arial"/>
                <a:cs typeface="Arial"/>
                <a:sym typeface="Arial"/>
              </a:rPr>
              <a:t> </a:t>
            </a:r>
            <a:endParaRPr b="0" i="0" sz="1400" u="none" cap="none" strike="noStrike">
              <a:solidFill>
                <a:srgbClr val="FFBC86"/>
              </a:solidFill>
              <a:latin typeface="Arial"/>
              <a:ea typeface="Arial"/>
              <a:cs typeface="Arial"/>
              <a:sym typeface="Arial"/>
            </a:endParaRPr>
          </a:p>
        </p:txBody>
      </p:sp>
      <p:cxnSp>
        <p:nvCxnSpPr>
          <p:cNvPr id="404" name="Google Shape;404;p27"/>
          <p:cNvCxnSpPr>
            <a:stCxn id="369" idx="0"/>
          </p:cNvCxnSpPr>
          <p:nvPr/>
        </p:nvCxnSpPr>
        <p:spPr>
          <a:xfrm rot="10800000">
            <a:off x="3372655" y="3232714"/>
            <a:ext cx="0" cy="357300"/>
          </a:xfrm>
          <a:prstGeom prst="straightConnector1">
            <a:avLst/>
          </a:prstGeom>
          <a:noFill/>
          <a:ln cap="flat" cmpd="sng" w="19050">
            <a:solidFill>
              <a:srgbClr val="72C4E9"/>
            </a:solidFill>
            <a:prstDash val="solid"/>
            <a:miter lim="8000"/>
            <a:headEnd len="sm" w="sm" type="none"/>
            <a:tailEnd len="med" w="med" type="triangle"/>
          </a:ln>
        </p:spPr>
      </p:cxnSp>
      <p:cxnSp>
        <p:nvCxnSpPr>
          <p:cNvPr id="405" name="Google Shape;405;p27"/>
          <p:cNvCxnSpPr/>
          <p:nvPr/>
        </p:nvCxnSpPr>
        <p:spPr>
          <a:xfrm flipH="1" rot="10800000">
            <a:off x="1346604" y="3272198"/>
            <a:ext cx="1612200" cy="431400"/>
          </a:xfrm>
          <a:prstGeom prst="straightConnector1">
            <a:avLst/>
          </a:prstGeom>
          <a:noFill/>
          <a:ln cap="flat" cmpd="sng" w="19050">
            <a:solidFill>
              <a:srgbClr val="FDD349"/>
            </a:solidFill>
            <a:prstDash val="solid"/>
            <a:round/>
            <a:headEnd len="sm" w="sm" type="none"/>
            <a:tailEnd len="med" w="med" type="triangle"/>
          </a:ln>
        </p:spPr>
      </p:cxnSp>
      <p:cxnSp>
        <p:nvCxnSpPr>
          <p:cNvPr id="406" name="Google Shape;406;p27"/>
          <p:cNvCxnSpPr>
            <a:stCxn id="370" idx="0"/>
          </p:cNvCxnSpPr>
          <p:nvPr/>
        </p:nvCxnSpPr>
        <p:spPr>
          <a:xfrm flipH="1" rot="10800000">
            <a:off x="3268630" y="3226118"/>
            <a:ext cx="5700" cy="467100"/>
          </a:xfrm>
          <a:prstGeom prst="straightConnector1">
            <a:avLst/>
          </a:prstGeom>
          <a:noFill/>
          <a:ln cap="flat" cmpd="sng" w="19050">
            <a:solidFill>
              <a:srgbClr val="FDD349"/>
            </a:solidFill>
            <a:prstDash val="solid"/>
            <a:miter lim="80"/>
            <a:headEnd len="sm" w="sm" type="none"/>
            <a:tailEnd len="med" w="med" type="triangle"/>
          </a:ln>
        </p:spPr>
      </p:cxnSp>
      <p:cxnSp>
        <p:nvCxnSpPr>
          <p:cNvPr id="407" name="Google Shape;407;p27"/>
          <p:cNvCxnSpPr>
            <a:stCxn id="364" idx="0"/>
          </p:cNvCxnSpPr>
          <p:nvPr/>
        </p:nvCxnSpPr>
        <p:spPr>
          <a:xfrm flipH="1" rot="10800000">
            <a:off x="1327088" y="3222856"/>
            <a:ext cx="9300" cy="478200"/>
          </a:xfrm>
          <a:prstGeom prst="straightConnector1">
            <a:avLst/>
          </a:prstGeom>
          <a:noFill/>
          <a:ln cap="flat" cmpd="sng" w="19050">
            <a:solidFill>
              <a:srgbClr val="FDD349"/>
            </a:solidFill>
            <a:prstDash val="solid"/>
            <a:miter lim="80"/>
            <a:headEnd len="sm" w="sm" type="none"/>
            <a:tailEnd len="med" w="med" type="triangle"/>
          </a:ln>
        </p:spPr>
      </p:cxnSp>
      <p:cxnSp>
        <p:nvCxnSpPr>
          <p:cNvPr id="408" name="Google Shape;408;p27"/>
          <p:cNvCxnSpPr>
            <a:stCxn id="363" idx="0"/>
          </p:cNvCxnSpPr>
          <p:nvPr/>
        </p:nvCxnSpPr>
        <p:spPr>
          <a:xfrm flipH="1" rot="10800000">
            <a:off x="1431113" y="3229453"/>
            <a:ext cx="13500" cy="368400"/>
          </a:xfrm>
          <a:prstGeom prst="straightConnector1">
            <a:avLst/>
          </a:prstGeom>
          <a:noFill/>
          <a:ln cap="flat" cmpd="sng" w="19050">
            <a:solidFill>
              <a:srgbClr val="72C4E9"/>
            </a:solidFill>
            <a:prstDash val="solid"/>
            <a:miter lim="80"/>
            <a:headEnd len="sm" w="sm" type="none"/>
            <a:tailEnd len="med" w="med" type="triangle"/>
          </a:ln>
        </p:spPr>
      </p:cxnSp>
      <p:cxnSp>
        <p:nvCxnSpPr>
          <p:cNvPr id="409" name="Google Shape;409;p27"/>
          <p:cNvCxnSpPr>
            <a:stCxn id="389" idx="0"/>
          </p:cNvCxnSpPr>
          <p:nvPr/>
        </p:nvCxnSpPr>
        <p:spPr>
          <a:xfrm rot="10800000">
            <a:off x="1353941" y="943853"/>
            <a:ext cx="13500" cy="428100"/>
          </a:xfrm>
          <a:prstGeom prst="straightConnector1">
            <a:avLst/>
          </a:prstGeom>
          <a:noFill/>
          <a:ln cap="flat" cmpd="sng" w="19050">
            <a:solidFill>
              <a:srgbClr val="72C4E9"/>
            </a:solidFill>
            <a:prstDash val="solid"/>
            <a:miter lim="8000"/>
            <a:headEnd len="sm" w="sm" type="none"/>
            <a:tailEnd len="med" w="med" type="triangle"/>
          </a:ln>
        </p:spPr>
      </p:cxnSp>
      <p:sp>
        <p:nvSpPr>
          <p:cNvPr id="410" name="Google Shape;410;p27"/>
          <p:cNvSpPr txBox="1"/>
          <p:nvPr/>
        </p:nvSpPr>
        <p:spPr>
          <a:xfrm>
            <a:off x="4850650" y="1317625"/>
            <a:ext cx="3609600" cy="12621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E59DDC"/>
                </a:solidFill>
                <a:latin typeface="Arial"/>
                <a:ea typeface="Arial"/>
                <a:cs typeface="Arial"/>
                <a:sym typeface="Arial"/>
              </a:rPr>
              <a:t>q</a:t>
            </a:r>
            <a:r>
              <a:rPr b="0" baseline="-25000" i="0" lang="en" sz="1400" u="none" cap="none" strike="noStrike">
                <a:solidFill>
                  <a:srgbClr val="E59DDC"/>
                </a:solidFill>
                <a:latin typeface="Arial"/>
                <a:ea typeface="Arial"/>
                <a:cs typeface="Arial"/>
                <a:sym typeface="Arial"/>
              </a:rPr>
              <a:t>1 </a:t>
            </a:r>
            <a:r>
              <a:rPr b="0" i="0" lang="en" sz="1400" u="none" cap="none" strike="noStrike">
                <a:solidFill>
                  <a:schemeClr val="dk1"/>
                </a:solidFill>
                <a:latin typeface="Arial"/>
                <a:ea typeface="Arial"/>
                <a:cs typeface="Arial"/>
                <a:sym typeface="Arial"/>
              </a:rPr>
              <a:t>= Q.</a:t>
            </a:r>
            <a:r>
              <a:rPr b="1" i="0" lang="en" sz="1400" u="none" cap="none" strike="noStrike">
                <a:solidFill>
                  <a:srgbClr val="6AA84F"/>
                </a:solidFill>
                <a:latin typeface="Arial"/>
                <a:ea typeface="Arial"/>
                <a:cs typeface="Arial"/>
                <a:sym typeface="Arial"/>
              </a:rPr>
              <a:t>a</a:t>
            </a:r>
            <a:r>
              <a:rPr b="1" baseline="-25000" i="0" lang="en" sz="1400" u="none" cap="none" strike="noStrike">
                <a:solidFill>
                  <a:srgbClr val="6AA84F"/>
                </a:solidFill>
                <a:latin typeface="Arial"/>
                <a:ea typeface="Arial"/>
                <a:cs typeface="Arial"/>
                <a:sym typeface="Arial"/>
              </a:rPr>
              <a:t>1</a:t>
            </a:r>
            <a:r>
              <a:rPr b="0" i="0" lang="en" sz="1400" u="none" cap="none" strike="noStrike">
                <a:solidFill>
                  <a:srgbClr val="E59DDC"/>
                </a:solidFill>
                <a:latin typeface="Arial"/>
                <a:ea typeface="Arial"/>
                <a:cs typeface="Arial"/>
                <a:sym typeface="Arial"/>
              </a:rPr>
              <a:t> </a:t>
            </a:r>
            <a:endParaRPr b="0" i="0" sz="1400" u="none" cap="none" strike="noStrike">
              <a:solidFill>
                <a:srgbClr val="E59DDC"/>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6AA84F"/>
                </a:solidFill>
                <a:latin typeface="Arial"/>
                <a:ea typeface="Arial"/>
                <a:cs typeface="Arial"/>
                <a:sym typeface="Arial"/>
              </a:rPr>
              <a:t>b</a:t>
            </a:r>
            <a:r>
              <a:rPr b="1" baseline="-25000" i="0" lang="en" sz="1400" u="none" cap="none" strike="noStrike">
                <a:solidFill>
                  <a:srgbClr val="6AA84F"/>
                </a:solidFill>
                <a:latin typeface="Arial"/>
                <a:ea typeface="Arial"/>
                <a:cs typeface="Arial"/>
                <a:sym typeface="Arial"/>
              </a:rPr>
              <a:t>1</a:t>
            </a:r>
            <a:r>
              <a:rPr b="0" i="0" lang="en" sz="1400" u="none" cap="none" strike="noStrike">
                <a:solidFill>
                  <a:schemeClr val="dk1"/>
                </a:solidFill>
                <a:latin typeface="Arial"/>
                <a:ea typeface="Arial"/>
                <a:cs typeface="Arial"/>
                <a:sym typeface="Arial"/>
              </a:rPr>
              <a:t>is output after layer 1</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Arial"/>
                <a:ea typeface="Arial"/>
                <a:cs typeface="Arial"/>
                <a:sym typeface="Arial"/>
              </a:rPr>
              <a:t>For every token, only its </a:t>
            </a:r>
            <a:r>
              <a:rPr b="0" i="0" lang="en" sz="1400" u="none" cap="none" strike="noStrike">
                <a:solidFill>
                  <a:srgbClr val="E59DDC"/>
                </a:solidFill>
                <a:latin typeface="Arial"/>
                <a:ea typeface="Arial"/>
                <a:cs typeface="Arial"/>
                <a:sym typeface="Arial"/>
              </a:rPr>
              <a:t>q </a:t>
            </a:r>
            <a:r>
              <a:rPr b="0" i="0" lang="en" sz="1400" u="none" cap="none" strike="noStrike">
                <a:solidFill>
                  <a:schemeClr val="dk1"/>
                </a:solidFill>
                <a:latin typeface="Arial"/>
                <a:ea typeface="Arial"/>
                <a:cs typeface="Arial"/>
                <a:sym typeface="Arial"/>
              </a:rPr>
              <a:t>matters</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400"/>
              <a:buFont typeface="Arial"/>
              <a:buNone/>
            </a:pPr>
            <a:r>
              <a:rPr b="0" i="0" lang="en" sz="1400" u="none" cap="none" strike="noStrike">
                <a:solidFill>
                  <a:schemeClr val="dk1"/>
                </a:solidFill>
                <a:latin typeface="Arial"/>
                <a:ea typeface="Arial"/>
                <a:cs typeface="Arial"/>
                <a:sym typeface="Arial"/>
              </a:rPr>
              <a:t>Causal attention: For every token, only its and past tokens’ </a:t>
            </a:r>
            <a:r>
              <a:rPr b="0" i="0" lang="en" sz="1400" u="none" cap="none" strike="noStrike">
                <a:solidFill>
                  <a:srgbClr val="FFBC86"/>
                </a:solidFill>
                <a:latin typeface="Arial"/>
                <a:ea typeface="Arial"/>
                <a:cs typeface="Arial"/>
                <a:sym typeface="Arial"/>
              </a:rPr>
              <a:t>k</a:t>
            </a:r>
            <a:r>
              <a:rPr b="0" i="0" lang="en" sz="1400" u="none" cap="none" strike="noStrike">
                <a:solidFill>
                  <a:schemeClr val="dk1"/>
                </a:solidFill>
                <a:latin typeface="Arial"/>
                <a:ea typeface="Arial"/>
                <a:cs typeface="Arial"/>
                <a:sym typeface="Arial"/>
              </a:rPr>
              <a:t>,</a:t>
            </a:r>
            <a:r>
              <a:rPr b="0" i="0" lang="en" sz="1400" u="none" cap="none" strike="noStrike">
                <a:solidFill>
                  <a:srgbClr val="43AFE2"/>
                </a:solidFill>
                <a:latin typeface="Arial"/>
                <a:ea typeface="Arial"/>
                <a:cs typeface="Arial"/>
                <a:sym typeface="Arial"/>
              </a:rPr>
              <a:t>v</a:t>
            </a:r>
            <a:r>
              <a:rPr b="0" i="0" lang="en" sz="1400" u="none" cap="none" strike="noStrike">
                <a:solidFill>
                  <a:schemeClr val="dk1"/>
                </a:solidFill>
                <a:latin typeface="Arial"/>
                <a:ea typeface="Arial"/>
                <a:cs typeface="Arial"/>
                <a:sym typeface="Arial"/>
              </a:rPr>
              <a:t> matter</a:t>
            </a:r>
            <a:endParaRPr b="0" i="0" sz="1400" u="none" cap="none" strike="noStrike">
              <a:solidFill>
                <a:schemeClr val="dk1"/>
              </a:solidFill>
              <a:latin typeface="Arial"/>
              <a:ea typeface="Arial"/>
              <a:cs typeface="Arial"/>
              <a:sym typeface="Arial"/>
            </a:endParaRPr>
          </a:p>
        </p:txBody>
      </p:sp>
      <p:sp>
        <p:nvSpPr>
          <p:cNvPr id="411" name="Google Shape;411;p27"/>
          <p:cNvSpPr/>
          <p:nvPr/>
        </p:nvSpPr>
        <p:spPr>
          <a:xfrm>
            <a:off x="2747528" y="386807"/>
            <a:ext cx="1047900" cy="206400"/>
          </a:xfrm>
          <a:prstGeom prst="rect">
            <a:avLst/>
          </a:prstGeom>
          <a:solidFill>
            <a:srgbClr val="BDE1AF"/>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cxnSp>
        <p:nvCxnSpPr>
          <p:cNvPr id="412" name="Google Shape;412;p27"/>
          <p:cNvCxnSpPr/>
          <p:nvPr/>
        </p:nvCxnSpPr>
        <p:spPr>
          <a:xfrm flipH="1" rot="10800000">
            <a:off x="3133926" y="234175"/>
            <a:ext cx="1200" cy="283800"/>
          </a:xfrm>
          <a:prstGeom prst="straightConnector1">
            <a:avLst/>
          </a:prstGeom>
          <a:noFill/>
          <a:ln cap="flat" cmpd="sng" w="19050">
            <a:solidFill>
              <a:schemeClr val="accent1"/>
            </a:solidFill>
            <a:prstDash val="dash"/>
            <a:round/>
            <a:headEnd len="sm" w="sm" type="none"/>
            <a:tailEnd len="sm" w="sm" type="none"/>
          </a:ln>
        </p:spPr>
      </p:cxnSp>
      <p:sp>
        <p:nvSpPr>
          <p:cNvPr id="413" name="Google Shape;413;p27"/>
          <p:cNvSpPr txBox="1"/>
          <p:nvPr/>
        </p:nvSpPr>
        <p:spPr>
          <a:xfrm>
            <a:off x="195925" y="761200"/>
            <a:ext cx="7062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Calibri"/>
                <a:ea typeface="Calibri"/>
                <a:cs typeface="Calibri"/>
                <a:sym typeface="Calibri"/>
              </a:rPr>
              <a:t>Layer 2</a:t>
            </a:r>
            <a:endParaRPr b="0" i="0" sz="1400" u="none" cap="none" strike="noStrike">
              <a:solidFill>
                <a:schemeClr val="dk1"/>
              </a:solidFill>
              <a:latin typeface="Calibri"/>
              <a:ea typeface="Calibri"/>
              <a:cs typeface="Calibri"/>
              <a:sym typeface="Calibri"/>
            </a:endParaRPr>
          </a:p>
        </p:txBody>
      </p:sp>
      <p:sp>
        <p:nvSpPr>
          <p:cNvPr id="414" name="Google Shape;414;p27"/>
          <p:cNvSpPr txBox="1"/>
          <p:nvPr/>
        </p:nvSpPr>
        <p:spPr>
          <a:xfrm>
            <a:off x="195925" y="2829413"/>
            <a:ext cx="7062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Calibri"/>
                <a:ea typeface="Calibri"/>
                <a:cs typeface="Calibri"/>
                <a:sym typeface="Calibri"/>
              </a:rPr>
              <a:t>Layer 1</a:t>
            </a:r>
            <a:endParaRPr b="0" i="0" sz="1400" u="none" cap="none" strike="noStrike">
              <a:solidFill>
                <a:schemeClr val="dk1"/>
              </a:solidFill>
              <a:latin typeface="Calibri"/>
              <a:ea typeface="Calibri"/>
              <a:cs typeface="Calibri"/>
              <a:sym typeface="Calibri"/>
            </a:endParaRPr>
          </a:p>
        </p:txBody>
      </p:sp>
      <p:sp>
        <p:nvSpPr>
          <p:cNvPr id="415" name="Google Shape;415;p27"/>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rm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en"/>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 presetSubtype="0">
                                  <p:stCondLst>
                                    <p:cond delay="0"/>
                                  </p:stCondLst>
                                  <p:childTnLst>
                                    <p:set>
                                      <p:cBhvr>
                                        <p:cTn dur="1" fill="hold">
                                          <p:stCondLst>
                                            <p:cond delay="0"/>
                                          </p:stCondLst>
                                        </p:cTn>
                                        <p:tgtEl>
                                          <p:spTgt spid="35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9" name="Shape 419"/>
        <p:cNvGrpSpPr/>
        <p:nvPr/>
      </p:nvGrpSpPr>
      <p:grpSpPr>
        <a:xfrm>
          <a:off x="0" y="0"/>
          <a:ext cx="0" cy="0"/>
          <a:chOff x="0" y="0"/>
          <a:chExt cx="0" cy="0"/>
        </a:xfrm>
      </p:grpSpPr>
      <p:sp>
        <p:nvSpPr>
          <p:cNvPr id="420" name="Google Shape;420;p28"/>
          <p:cNvSpPr/>
          <p:nvPr/>
        </p:nvSpPr>
        <p:spPr>
          <a:xfrm>
            <a:off x="481925" y="249200"/>
            <a:ext cx="3578100" cy="4721100"/>
          </a:xfrm>
          <a:prstGeom prst="roundRect">
            <a:avLst>
              <a:gd fmla="val 16667" name="adj"/>
            </a:avLst>
          </a:prstGeom>
          <a:noFill/>
          <a:ln cap="flat" cmpd="sng" w="19050">
            <a:solidFill>
              <a:srgbClr val="CC0000"/>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1" name="Google Shape;421;p28"/>
          <p:cNvSpPr/>
          <p:nvPr/>
        </p:nvSpPr>
        <p:spPr>
          <a:xfrm>
            <a:off x="207426" y="907542"/>
            <a:ext cx="6411000" cy="1375200"/>
          </a:xfrm>
          <a:prstGeom prst="rect">
            <a:avLst/>
          </a:prstGeom>
          <a:noFill/>
          <a:ln cap="flat" cmpd="sng" w="19050">
            <a:solidFill>
              <a:schemeClr val="accent2"/>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422" name="Google Shape;422;p28"/>
          <p:cNvSpPr/>
          <p:nvPr/>
        </p:nvSpPr>
        <p:spPr>
          <a:xfrm>
            <a:off x="803063" y="4483637"/>
            <a:ext cx="1047900" cy="206400"/>
          </a:xfrm>
          <a:prstGeom prst="rect">
            <a:avLst/>
          </a:prstGeom>
          <a:solidFill>
            <a:srgbClr val="BDE1AF"/>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423" name="Google Shape;423;p28"/>
          <p:cNvSpPr/>
          <p:nvPr/>
        </p:nvSpPr>
        <p:spPr>
          <a:xfrm>
            <a:off x="2720478" y="4483637"/>
            <a:ext cx="1047900" cy="206400"/>
          </a:xfrm>
          <a:prstGeom prst="rect">
            <a:avLst/>
          </a:prstGeom>
          <a:solidFill>
            <a:srgbClr val="BDE1AF"/>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424" name="Google Shape;424;p28"/>
          <p:cNvSpPr/>
          <p:nvPr/>
        </p:nvSpPr>
        <p:spPr>
          <a:xfrm>
            <a:off x="4637893" y="4500400"/>
            <a:ext cx="1047900" cy="206400"/>
          </a:xfrm>
          <a:prstGeom prst="rect">
            <a:avLst/>
          </a:prstGeom>
          <a:solidFill>
            <a:srgbClr val="BDE1AF"/>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425" name="Google Shape;425;p28"/>
          <p:cNvSpPr/>
          <p:nvPr/>
        </p:nvSpPr>
        <p:spPr>
          <a:xfrm>
            <a:off x="209731" y="2976323"/>
            <a:ext cx="6411000" cy="1375200"/>
          </a:xfrm>
          <a:prstGeom prst="rect">
            <a:avLst/>
          </a:prstGeom>
          <a:noFill/>
          <a:ln cap="flat" cmpd="sng" w="19050">
            <a:solidFill>
              <a:schemeClr val="accent2"/>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426" name="Google Shape;426;p28"/>
          <p:cNvSpPr txBox="1"/>
          <p:nvPr/>
        </p:nvSpPr>
        <p:spPr>
          <a:xfrm>
            <a:off x="524618" y="4582900"/>
            <a:ext cx="456600"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6AA84F"/>
                </a:solidFill>
                <a:latin typeface="Arial"/>
                <a:ea typeface="Arial"/>
                <a:cs typeface="Arial"/>
                <a:sym typeface="Arial"/>
              </a:rPr>
              <a:t>a</a:t>
            </a:r>
            <a:r>
              <a:rPr b="1" baseline="-25000" i="0" lang="en" sz="1400" u="none" cap="none" strike="noStrike">
                <a:solidFill>
                  <a:srgbClr val="6AA84F"/>
                </a:solidFill>
                <a:latin typeface="Arial"/>
                <a:ea typeface="Arial"/>
                <a:cs typeface="Arial"/>
                <a:sym typeface="Arial"/>
              </a:rPr>
              <a:t>1</a:t>
            </a:r>
            <a:endParaRPr b="1" i="0" sz="1400" u="none" cap="none" strike="noStrike">
              <a:solidFill>
                <a:srgbClr val="6AA84F"/>
              </a:solidFill>
              <a:latin typeface="Arial"/>
              <a:ea typeface="Arial"/>
              <a:cs typeface="Arial"/>
              <a:sym typeface="Arial"/>
            </a:endParaRPr>
          </a:p>
        </p:txBody>
      </p:sp>
      <p:sp>
        <p:nvSpPr>
          <p:cNvPr id="427" name="Google Shape;427;p28"/>
          <p:cNvSpPr txBox="1"/>
          <p:nvPr/>
        </p:nvSpPr>
        <p:spPr>
          <a:xfrm>
            <a:off x="2399872" y="4566150"/>
            <a:ext cx="410100"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6AA84F"/>
                </a:solidFill>
                <a:latin typeface="Arial"/>
                <a:ea typeface="Arial"/>
                <a:cs typeface="Arial"/>
                <a:sym typeface="Arial"/>
              </a:rPr>
              <a:t>a</a:t>
            </a:r>
            <a:r>
              <a:rPr b="1" baseline="-25000" i="0" lang="en" sz="1400" u="none" cap="none" strike="noStrike">
                <a:solidFill>
                  <a:srgbClr val="6AA84F"/>
                </a:solidFill>
                <a:latin typeface="Arial"/>
                <a:ea typeface="Arial"/>
                <a:cs typeface="Arial"/>
                <a:sym typeface="Arial"/>
              </a:rPr>
              <a:t>2</a:t>
            </a:r>
            <a:endParaRPr b="1" i="0" sz="1400" u="none" cap="none" strike="noStrike">
              <a:solidFill>
                <a:srgbClr val="6AA84F"/>
              </a:solidFill>
              <a:latin typeface="Arial"/>
              <a:ea typeface="Arial"/>
              <a:cs typeface="Arial"/>
              <a:sym typeface="Arial"/>
            </a:endParaRPr>
          </a:p>
        </p:txBody>
      </p:sp>
      <p:sp>
        <p:nvSpPr>
          <p:cNvPr id="428" name="Google Shape;428;p28"/>
          <p:cNvSpPr txBox="1"/>
          <p:nvPr/>
        </p:nvSpPr>
        <p:spPr>
          <a:xfrm>
            <a:off x="4348127" y="4566150"/>
            <a:ext cx="410100"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6AA84F"/>
                </a:solidFill>
                <a:latin typeface="Arial"/>
                <a:ea typeface="Arial"/>
                <a:cs typeface="Arial"/>
                <a:sym typeface="Arial"/>
              </a:rPr>
              <a:t>a</a:t>
            </a:r>
            <a:r>
              <a:rPr b="1" baseline="-25000" i="0" lang="en" sz="1400" u="none" cap="none" strike="noStrike">
                <a:solidFill>
                  <a:srgbClr val="6AA84F"/>
                </a:solidFill>
                <a:latin typeface="Arial"/>
                <a:ea typeface="Arial"/>
                <a:cs typeface="Arial"/>
                <a:sym typeface="Arial"/>
              </a:rPr>
              <a:t>3</a:t>
            </a:r>
            <a:endParaRPr b="1" i="0" sz="1400" u="none" cap="none" strike="noStrike">
              <a:solidFill>
                <a:srgbClr val="6AA84F"/>
              </a:solidFill>
              <a:latin typeface="Arial"/>
              <a:ea typeface="Arial"/>
              <a:cs typeface="Arial"/>
              <a:sym typeface="Arial"/>
            </a:endParaRPr>
          </a:p>
        </p:txBody>
      </p:sp>
      <p:sp>
        <p:nvSpPr>
          <p:cNvPr id="429" name="Google Shape;429;p28"/>
          <p:cNvSpPr txBox="1"/>
          <p:nvPr/>
        </p:nvSpPr>
        <p:spPr>
          <a:xfrm>
            <a:off x="995001" y="4646825"/>
            <a:ext cx="752100"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Arial"/>
                <a:ea typeface="Arial"/>
                <a:cs typeface="Arial"/>
                <a:sym typeface="Arial"/>
              </a:rPr>
              <a:t>Once</a:t>
            </a:r>
            <a:endParaRPr b="0" i="0" sz="1100" u="none" cap="none" strike="noStrike">
              <a:solidFill>
                <a:srgbClr val="000000"/>
              </a:solidFill>
              <a:latin typeface="Arial"/>
              <a:ea typeface="Arial"/>
              <a:cs typeface="Arial"/>
              <a:sym typeface="Arial"/>
            </a:endParaRPr>
          </a:p>
        </p:txBody>
      </p:sp>
      <p:sp>
        <p:nvSpPr>
          <p:cNvPr id="430" name="Google Shape;430;p28"/>
          <p:cNvSpPr txBox="1"/>
          <p:nvPr/>
        </p:nvSpPr>
        <p:spPr>
          <a:xfrm>
            <a:off x="2982447" y="4646825"/>
            <a:ext cx="706200"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Arial"/>
                <a:ea typeface="Arial"/>
                <a:cs typeface="Arial"/>
                <a:sym typeface="Arial"/>
              </a:rPr>
              <a:t>upon</a:t>
            </a:r>
            <a:endParaRPr b="0" i="0" sz="1100" u="none" cap="none" strike="noStrike">
              <a:solidFill>
                <a:srgbClr val="000000"/>
              </a:solidFill>
              <a:latin typeface="Arial"/>
              <a:ea typeface="Arial"/>
              <a:cs typeface="Arial"/>
              <a:sym typeface="Arial"/>
            </a:endParaRPr>
          </a:p>
        </p:txBody>
      </p:sp>
      <p:sp>
        <p:nvSpPr>
          <p:cNvPr id="431" name="Google Shape;431;p28"/>
          <p:cNvSpPr txBox="1"/>
          <p:nvPr/>
        </p:nvSpPr>
        <p:spPr>
          <a:xfrm>
            <a:off x="5046338" y="4646823"/>
            <a:ext cx="231000"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Arial"/>
                <a:ea typeface="Arial"/>
                <a:cs typeface="Arial"/>
                <a:sym typeface="Arial"/>
              </a:rPr>
              <a:t>a</a:t>
            </a:r>
            <a:endParaRPr b="0" i="0" sz="1100" u="none" cap="none" strike="noStrike">
              <a:solidFill>
                <a:srgbClr val="000000"/>
              </a:solidFill>
              <a:latin typeface="Arial"/>
              <a:ea typeface="Arial"/>
              <a:cs typeface="Arial"/>
              <a:sym typeface="Arial"/>
            </a:endParaRPr>
          </a:p>
        </p:txBody>
      </p:sp>
      <p:sp>
        <p:nvSpPr>
          <p:cNvPr id="432" name="Google Shape;432;p28"/>
          <p:cNvSpPr/>
          <p:nvPr/>
        </p:nvSpPr>
        <p:spPr>
          <a:xfrm>
            <a:off x="1011113" y="3744883"/>
            <a:ext cx="840000" cy="206400"/>
          </a:xfrm>
          <a:prstGeom prst="rect">
            <a:avLst/>
          </a:prstGeom>
          <a:solidFill>
            <a:srgbClr val="AEDFFF"/>
          </a:solidFill>
          <a:ln cap="flat" cmpd="sng" w="19050">
            <a:solidFill>
              <a:srgbClr val="A5A5A5"/>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433" name="Google Shape;433;p28"/>
          <p:cNvSpPr/>
          <p:nvPr/>
        </p:nvSpPr>
        <p:spPr>
          <a:xfrm>
            <a:off x="907088" y="3848086"/>
            <a:ext cx="840000" cy="206400"/>
          </a:xfrm>
          <a:prstGeom prst="rect">
            <a:avLst/>
          </a:prstGeom>
          <a:solidFill>
            <a:srgbClr val="FDD349"/>
          </a:solidFill>
          <a:ln cap="flat" cmpd="sng" w="19050">
            <a:solidFill>
              <a:srgbClr val="A5A5A5"/>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434" name="Google Shape;434;p28"/>
          <p:cNvSpPr/>
          <p:nvPr/>
        </p:nvSpPr>
        <p:spPr>
          <a:xfrm>
            <a:off x="803063" y="3951289"/>
            <a:ext cx="840000" cy="206400"/>
          </a:xfrm>
          <a:prstGeom prst="rect">
            <a:avLst/>
          </a:prstGeom>
          <a:solidFill>
            <a:srgbClr val="EDD6F0"/>
          </a:solidFill>
          <a:ln cap="flat" cmpd="sng" w="19050">
            <a:solidFill>
              <a:srgbClr val="A5A5A5"/>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435" name="Google Shape;435;p28"/>
          <p:cNvSpPr txBox="1"/>
          <p:nvPr/>
        </p:nvSpPr>
        <p:spPr>
          <a:xfrm>
            <a:off x="432974" y="3916583"/>
            <a:ext cx="456600" cy="3462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E59DDC"/>
                </a:solidFill>
                <a:latin typeface="Arial"/>
                <a:ea typeface="Arial"/>
                <a:cs typeface="Arial"/>
                <a:sym typeface="Arial"/>
              </a:rPr>
              <a:t>q</a:t>
            </a:r>
            <a:r>
              <a:rPr b="0" baseline="-25000" i="0" lang="en" sz="1800" u="none" cap="none" strike="noStrike">
                <a:solidFill>
                  <a:srgbClr val="E59DDC"/>
                </a:solidFill>
                <a:latin typeface="Arial"/>
                <a:ea typeface="Arial"/>
                <a:cs typeface="Arial"/>
                <a:sym typeface="Arial"/>
              </a:rPr>
              <a:t>1</a:t>
            </a:r>
            <a:endParaRPr b="0" i="0" sz="1800" u="none" cap="none" strike="noStrike">
              <a:solidFill>
                <a:srgbClr val="E59DDC"/>
              </a:solidFill>
              <a:latin typeface="Arial"/>
              <a:ea typeface="Arial"/>
              <a:cs typeface="Arial"/>
              <a:sym typeface="Arial"/>
            </a:endParaRPr>
          </a:p>
        </p:txBody>
      </p:sp>
      <p:sp>
        <p:nvSpPr>
          <p:cNvPr id="436" name="Google Shape;436;p28"/>
          <p:cNvSpPr txBox="1"/>
          <p:nvPr/>
        </p:nvSpPr>
        <p:spPr>
          <a:xfrm>
            <a:off x="529233" y="3625135"/>
            <a:ext cx="510600" cy="3462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FFBC86"/>
                </a:solidFill>
                <a:latin typeface="Arial"/>
                <a:ea typeface="Arial"/>
                <a:cs typeface="Arial"/>
                <a:sym typeface="Arial"/>
              </a:rPr>
              <a:t>k</a:t>
            </a:r>
            <a:r>
              <a:rPr b="0" baseline="-25000" i="0" lang="en" sz="1800" u="none" cap="none" strike="noStrike">
                <a:solidFill>
                  <a:srgbClr val="FFBC86"/>
                </a:solidFill>
                <a:latin typeface="Arial"/>
                <a:ea typeface="Arial"/>
                <a:cs typeface="Arial"/>
                <a:sym typeface="Arial"/>
              </a:rPr>
              <a:t>1</a:t>
            </a:r>
            <a:endParaRPr b="0" i="0" sz="1800" u="none" cap="none" strike="noStrike">
              <a:solidFill>
                <a:srgbClr val="FFBC86"/>
              </a:solidFill>
              <a:latin typeface="Arial"/>
              <a:ea typeface="Arial"/>
              <a:cs typeface="Arial"/>
              <a:sym typeface="Arial"/>
            </a:endParaRPr>
          </a:p>
        </p:txBody>
      </p:sp>
      <p:sp>
        <p:nvSpPr>
          <p:cNvPr id="437" name="Google Shape;437;p28"/>
          <p:cNvSpPr txBox="1"/>
          <p:nvPr/>
        </p:nvSpPr>
        <p:spPr>
          <a:xfrm>
            <a:off x="734071" y="3405313"/>
            <a:ext cx="456600" cy="3462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43AFE2"/>
                </a:solidFill>
                <a:latin typeface="Arial"/>
                <a:ea typeface="Arial"/>
                <a:cs typeface="Arial"/>
                <a:sym typeface="Arial"/>
              </a:rPr>
              <a:t>v</a:t>
            </a:r>
            <a:r>
              <a:rPr b="0" baseline="-25000" i="0" lang="en" sz="1800" u="none" cap="none" strike="noStrike">
                <a:solidFill>
                  <a:srgbClr val="43AFE2"/>
                </a:solidFill>
                <a:latin typeface="Arial"/>
                <a:ea typeface="Arial"/>
                <a:cs typeface="Arial"/>
                <a:sym typeface="Arial"/>
              </a:rPr>
              <a:t>1</a:t>
            </a:r>
            <a:endParaRPr b="0" i="0" sz="1800" u="none" cap="none" strike="noStrike">
              <a:solidFill>
                <a:srgbClr val="43AFE2"/>
              </a:solidFill>
              <a:latin typeface="Arial"/>
              <a:ea typeface="Arial"/>
              <a:cs typeface="Arial"/>
              <a:sym typeface="Arial"/>
            </a:endParaRPr>
          </a:p>
        </p:txBody>
      </p:sp>
      <p:sp>
        <p:nvSpPr>
          <p:cNvPr id="438" name="Google Shape;438;p28"/>
          <p:cNvSpPr/>
          <p:nvPr/>
        </p:nvSpPr>
        <p:spPr>
          <a:xfrm>
            <a:off x="2952655" y="3737045"/>
            <a:ext cx="840000" cy="206400"/>
          </a:xfrm>
          <a:prstGeom prst="rect">
            <a:avLst/>
          </a:prstGeom>
          <a:solidFill>
            <a:srgbClr val="AEDFFF"/>
          </a:solidFill>
          <a:ln cap="flat" cmpd="sng" w="19050">
            <a:solidFill>
              <a:srgbClr val="A5A5A5"/>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439" name="Google Shape;439;p28"/>
          <p:cNvSpPr/>
          <p:nvPr/>
        </p:nvSpPr>
        <p:spPr>
          <a:xfrm>
            <a:off x="2848630" y="3840248"/>
            <a:ext cx="840000" cy="206400"/>
          </a:xfrm>
          <a:prstGeom prst="rect">
            <a:avLst/>
          </a:prstGeom>
          <a:solidFill>
            <a:srgbClr val="FDD349"/>
          </a:solidFill>
          <a:ln cap="flat" cmpd="sng" w="19050">
            <a:solidFill>
              <a:srgbClr val="A5A5A5"/>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440" name="Google Shape;440;p28"/>
          <p:cNvSpPr/>
          <p:nvPr/>
        </p:nvSpPr>
        <p:spPr>
          <a:xfrm>
            <a:off x="2744605" y="3943451"/>
            <a:ext cx="840000" cy="206400"/>
          </a:xfrm>
          <a:prstGeom prst="rect">
            <a:avLst/>
          </a:prstGeom>
          <a:solidFill>
            <a:srgbClr val="EDD6F0"/>
          </a:solidFill>
          <a:ln cap="flat" cmpd="sng" w="19050">
            <a:solidFill>
              <a:srgbClr val="A5A5A5"/>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441" name="Google Shape;441;p28"/>
          <p:cNvSpPr txBox="1"/>
          <p:nvPr/>
        </p:nvSpPr>
        <p:spPr>
          <a:xfrm>
            <a:off x="2462552" y="3943451"/>
            <a:ext cx="356723"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E59DDC"/>
                </a:solidFill>
                <a:latin typeface="Arial"/>
                <a:ea typeface="Arial"/>
                <a:cs typeface="Arial"/>
                <a:sym typeface="Arial"/>
              </a:rPr>
              <a:t>q</a:t>
            </a:r>
            <a:r>
              <a:rPr b="0" baseline="-25000" i="0" lang="en" sz="1400" u="none" cap="none" strike="noStrike">
                <a:solidFill>
                  <a:srgbClr val="E59DDC"/>
                </a:solidFill>
                <a:latin typeface="Arial"/>
                <a:ea typeface="Arial"/>
                <a:cs typeface="Arial"/>
                <a:sym typeface="Arial"/>
              </a:rPr>
              <a:t>2</a:t>
            </a:r>
            <a:endParaRPr b="0" i="0" sz="1400" u="none" cap="none" strike="noStrike">
              <a:solidFill>
                <a:srgbClr val="E59DDC"/>
              </a:solidFill>
              <a:latin typeface="Arial"/>
              <a:ea typeface="Arial"/>
              <a:cs typeface="Arial"/>
              <a:sym typeface="Arial"/>
            </a:endParaRPr>
          </a:p>
        </p:txBody>
      </p:sp>
      <p:sp>
        <p:nvSpPr>
          <p:cNvPr id="442" name="Google Shape;442;p28"/>
          <p:cNvSpPr txBox="1"/>
          <p:nvPr/>
        </p:nvSpPr>
        <p:spPr>
          <a:xfrm>
            <a:off x="2512774" y="3771316"/>
            <a:ext cx="297300"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BC86"/>
                </a:solidFill>
                <a:latin typeface="Arial"/>
                <a:ea typeface="Arial"/>
                <a:cs typeface="Arial"/>
                <a:sym typeface="Arial"/>
              </a:rPr>
              <a:t>k</a:t>
            </a:r>
            <a:r>
              <a:rPr b="0" baseline="-25000" i="0" lang="en" sz="1400" u="none" cap="none" strike="noStrike">
                <a:solidFill>
                  <a:srgbClr val="FFBC86"/>
                </a:solidFill>
                <a:latin typeface="Arial"/>
                <a:ea typeface="Arial"/>
                <a:cs typeface="Arial"/>
                <a:sym typeface="Arial"/>
              </a:rPr>
              <a:t>2</a:t>
            </a:r>
            <a:endParaRPr b="0" i="0" sz="1400" u="none" cap="none" strike="noStrike">
              <a:solidFill>
                <a:srgbClr val="FFBC86"/>
              </a:solidFill>
              <a:latin typeface="Arial"/>
              <a:ea typeface="Arial"/>
              <a:cs typeface="Arial"/>
              <a:sym typeface="Arial"/>
            </a:endParaRPr>
          </a:p>
        </p:txBody>
      </p:sp>
      <p:sp>
        <p:nvSpPr>
          <p:cNvPr id="443" name="Google Shape;443;p28"/>
          <p:cNvSpPr txBox="1"/>
          <p:nvPr/>
        </p:nvSpPr>
        <p:spPr>
          <a:xfrm>
            <a:off x="2616799" y="3646623"/>
            <a:ext cx="297300"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43AFE2"/>
                </a:solidFill>
                <a:latin typeface="Arial"/>
                <a:ea typeface="Arial"/>
                <a:cs typeface="Arial"/>
                <a:sym typeface="Arial"/>
              </a:rPr>
              <a:t>v</a:t>
            </a:r>
            <a:r>
              <a:rPr b="0" baseline="-25000" i="0" lang="en" sz="1400" u="none" cap="none" strike="noStrike">
                <a:solidFill>
                  <a:srgbClr val="43AFE2"/>
                </a:solidFill>
                <a:latin typeface="Arial"/>
                <a:ea typeface="Arial"/>
                <a:cs typeface="Arial"/>
                <a:sym typeface="Arial"/>
              </a:rPr>
              <a:t>2</a:t>
            </a:r>
            <a:endParaRPr b="0" i="0" sz="1400" u="none" cap="none" strike="noStrike">
              <a:solidFill>
                <a:srgbClr val="43AFE2"/>
              </a:solidFill>
              <a:latin typeface="Arial"/>
              <a:ea typeface="Arial"/>
              <a:cs typeface="Arial"/>
              <a:sym typeface="Arial"/>
            </a:endParaRPr>
          </a:p>
        </p:txBody>
      </p:sp>
      <p:sp>
        <p:nvSpPr>
          <p:cNvPr id="444" name="Google Shape;444;p28"/>
          <p:cNvSpPr/>
          <p:nvPr/>
        </p:nvSpPr>
        <p:spPr>
          <a:xfrm>
            <a:off x="4862090" y="3744883"/>
            <a:ext cx="840000" cy="206400"/>
          </a:xfrm>
          <a:prstGeom prst="rect">
            <a:avLst/>
          </a:prstGeom>
          <a:solidFill>
            <a:srgbClr val="AEDFFF"/>
          </a:solidFill>
          <a:ln cap="flat" cmpd="sng" w="19050">
            <a:solidFill>
              <a:srgbClr val="A5A5A5"/>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445" name="Google Shape;445;p28"/>
          <p:cNvSpPr/>
          <p:nvPr/>
        </p:nvSpPr>
        <p:spPr>
          <a:xfrm>
            <a:off x="4758065" y="3848086"/>
            <a:ext cx="840000" cy="206400"/>
          </a:xfrm>
          <a:prstGeom prst="rect">
            <a:avLst/>
          </a:prstGeom>
          <a:solidFill>
            <a:srgbClr val="FDD349"/>
          </a:solidFill>
          <a:ln cap="flat" cmpd="sng" w="19050">
            <a:solidFill>
              <a:srgbClr val="A5A5A5"/>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446" name="Google Shape;446;p28"/>
          <p:cNvSpPr/>
          <p:nvPr/>
        </p:nvSpPr>
        <p:spPr>
          <a:xfrm>
            <a:off x="4654040" y="3951289"/>
            <a:ext cx="840000" cy="206400"/>
          </a:xfrm>
          <a:prstGeom prst="rect">
            <a:avLst/>
          </a:prstGeom>
          <a:solidFill>
            <a:srgbClr val="EDD6F0"/>
          </a:solidFill>
          <a:ln cap="flat" cmpd="sng" w="19050">
            <a:solidFill>
              <a:srgbClr val="A5A5A5"/>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447" name="Google Shape;447;p28"/>
          <p:cNvSpPr txBox="1"/>
          <p:nvPr/>
        </p:nvSpPr>
        <p:spPr>
          <a:xfrm>
            <a:off x="4371988" y="3951289"/>
            <a:ext cx="426429"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E59DDC"/>
                </a:solidFill>
                <a:latin typeface="Arial"/>
                <a:ea typeface="Arial"/>
                <a:cs typeface="Arial"/>
                <a:sym typeface="Arial"/>
              </a:rPr>
              <a:t>q</a:t>
            </a:r>
            <a:r>
              <a:rPr b="0" baseline="-25000" i="0" lang="en" sz="1400" u="none" cap="none" strike="noStrike">
                <a:solidFill>
                  <a:srgbClr val="E59DDC"/>
                </a:solidFill>
                <a:latin typeface="Arial"/>
                <a:ea typeface="Arial"/>
                <a:cs typeface="Arial"/>
                <a:sym typeface="Arial"/>
              </a:rPr>
              <a:t>3</a:t>
            </a:r>
            <a:endParaRPr b="0" i="0" sz="1400" u="none" cap="none" strike="noStrike">
              <a:solidFill>
                <a:srgbClr val="E59DDC"/>
              </a:solidFill>
              <a:latin typeface="Arial"/>
              <a:ea typeface="Arial"/>
              <a:cs typeface="Arial"/>
              <a:sym typeface="Arial"/>
            </a:endParaRPr>
          </a:p>
        </p:txBody>
      </p:sp>
      <p:sp>
        <p:nvSpPr>
          <p:cNvPr id="448" name="Google Shape;448;p28"/>
          <p:cNvSpPr txBox="1"/>
          <p:nvPr/>
        </p:nvSpPr>
        <p:spPr>
          <a:xfrm>
            <a:off x="4422209" y="3779154"/>
            <a:ext cx="297300"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BC86"/>
                </a:solidFill>
                <a:latin typeface="Arial"/>
                <a:ea typeface="Arial"/>
                <a:cs typeface="Arial"/>
                <a:sym typeface="Arial"/>
              </a:rPr>
              <a:t>k</a:t>
            </a:r>
            <a:r>
              <a:rPr b="0" baseline="-25000" i="0" lang="en" sz="1400" u="none" cap="none" strike="noStrike">
                <a:solidFill>
                  <a:srgbClr val="FFBC86"/>
                </a:solidFill>
                <a:latin typeface="Arial"/>
                <a:ea typeface="Arial"/>
                <a:cs typeface="Arial"/>
                <a:sym typeface="Arial"/>
              </a:rPr>
              <a:t>3</a:t>
            </a:r>
            <a:endParaRPr b="0" i="0" sz="1400" u="none" cap="none" strike="noStrike">
              <a:solidFill>
                <a:srgbClr val="FFBC86"/>
              </a:solidFill>
              <a:latin typeface="Arial"/>
              <a:ea typeface="Arial"/>
              <a:cs typeface="Arial"/>
              <a:sym typeface="Arial"/>
            </a:endParaRPr>
          </a:p>
        </p:txBody>
      </p:sp>
      <p:sp>
        <p:nvSpPr>
          <p:cNvPr id="449" name="Google Shape;449;p28"/>
          <p:cNvSpPr txBox="1"/>
          <p:nvPr/>
        </p:nvSpPr>
        <p:spPr>
          <a:xfrm>
            <a:off x="4526234" y="3654461"/>
            <a:ext cx="297300"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43AFE2"/>
                </a:solidFill>
                <a:latin typeface="Arial"/>
                <a:ea typeface="Arial"/>
                <a:cs typeface="Arial"/>
                <a:sym typeface="Arial"/>
              </a:rPr>
              <a:t>v</a:t>
            </a:r>
            <a:r>
              <a:rPr b="0" baseline="-25000" i="0" lang="en" sz="1400" u="none" cap="none" strike="noStrike">
                <a:solidFill>
                  <a:srgbClr val="43AFE2"/>
                </a:solidFill>
                <a:latin typeface="Arial"/>
                <a:ea typeface="Arial"/>
                <a:cs typeface="Arial"/>
                <a:sym typeface="Arial"/>
              </a:rPr>
              <a:t>3</a:t>
            </a:r>
            <a:endParaRPr b="0" i="0" sz="1400" u="none" cap="none" strike="noStrike">
              <a:solidFill>
                <a:srgbClr val="43AFE2"/>
              </a:solidFill>
              <a:latin typeface="Arial"/>
              <a:ea typeface="Arial"/>
              <a:cs typeface="Arial"/>
              <a:sym typeface="Arial"/>
            </a:endParaRPr>
          </a:p>
        </p:txBody>
      </p:sp>
      <p:sp>
        <p:nvSpPr>
          <p:cNvPr id="450" name="Google Shape;450;p28"/>
          <p:cNvSpPr/>
          <p:nvPr/>
        </p:nvSpPr>
        <p:spPr>
          <a:xfrm>
            <a:off x="803063" y="2367537"/>
            <a:ext cx="1047900" cy="206400"/>
          </a:xfrm>
          <a:prstGeom prst="rect">
            <a:avLst/>
          </a:prstGeom>
          <a:solidFill>
            <a:srgbClr val="BDE1AF"/>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451" name="Google Shape;451;p28"/>
          <p:cNvSpPr/>
          <p:nvPr/>
        </p:nvSpPr>
        <p:spPr>
          <a:xfrm>
            <a:off x="2720478" y="2367537"/>
            <a:ext cx="1047900" cy="206400"/>
          </a:xfrm>
          <a:prstGeom prst="rect">
            <a:avLst/>
          </a:prstGeom>
          <a:solidFill>
            <a:srgbClr val="BDE1AF"/>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452" name="Google Shape;452;p28"/>
          <p:cNvSpPr/>
          <p:nvPr/>
        </p:nvSpPr>
        <p:spPr>
          <a:xfrm>
            <a:off x="4637893" y="2384300"/>
            <a:ext cx="1047900" cy="206400"/>
          </a:xfrm>
          <a:prstGeom prst="rect">
            <a:avLst/>
          </a:prstGeom>
          <a:solidFill>
            <a:srgbClr val="BDE1AF"/>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453" name="Google Shape;453;p28"/>
          <p:cNvSpPr txBox="1"/>
          <p:nvPr/>
        </p:nvSpPr>
        <p:spPr>
          <a:xfrm>
            <a:off x="594995" y="2487505"/>
            <a:ext cx="456600"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6AA84F"/>
                </a:solidFill>
                <a:latin typeface="Arial"/>
                <a:ea typeface="Arial"/>
                <a:cs typeface="Arial"/>
                <a:sym typeface="Arial"/>
              </a:rPr>
              <a:t>b</a:t>
            </a:r>
            <a:r>
              <a:rPr b="1" baseline="-25000" i="0" lang="en" sz="1400" u="none" cap="none" strike="noStrike">
                <a:solidFill>
                  <a:srgbClr val="6AA84F"/>
                </a:solidFill>
                <a:latin typeface="Arial"/>
                <a:ea typeface="Arial"/>
                <a:cs typeface="Arial"/>
                <a:sym typeface="Arial"/>
              </a:rPr>
              <a:t>1</a:t>
            </a:r>
            <a:endParaRPr b="1" i="0" sz="1400" u="none" cap="none" strike="noStrike">
              <a:solidFill>
                <a:srgbClr val="6AA84F"/>
              </a:solidFill>
              <a:latin typeface="Arial"/>
              <a:ea typeface="Arial"/>
              <a:cs typeface="Arial"/>
              <a:sym typeface="Arial"/>
            </a:endParaRPr>
          </a:p>
        </p:txBody>
      </p:sp>
      <p:sp>
        <p:nvSpPr>
          <p:cNvPr id="454" name="Google Shape;454;p28"/>
          <p:cNvSpPr txBox="1"/>
          <p:nvPr/>
        </p:nvSpPr>
        <p:spPr>
          <a:xfrm>
            <a:off x="2399872" y="2450030"/>
            <a:ext cx="410100"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6AA84F"/>
                </a:solidFill>
                <a:latin typeface="Arial"/>
                <a:ea typeface="Arial"/>
                <a:cs typeface="Arial"/>
                <a:sym typeface="Arial"/>
              </a:rPr>
              <a:t>b</a:t>
            </a:r>
            <a:r>
              <a:rPr b="1" baseline="-25000" i="0" lang="en" sz="1400" u="none" cap="none" strike="noStrike">
                <a:solidFill>
                  <a:srgbClr val="6AA84F"/>
                </a:solidFill>
                <a:latin typeface="Arial"/>
                <a:ea typeface="Arial"/>
                <a:cs typeface="Arial"/>
                <a:sym typeface="Arial"/>
              </a:rPr>
              <a:t>2</a:t>
            </a:r>
            <a:endParaRPr b="1" i="0" sz="1400" u="none" cap="none" strike="noStrike">
              <a:solidFill>
                <a:srgbClr val="6AA84F"/>
              </a:solidFill>
              <a:latin typeface="Arial"/>
              <a:ea typeface="Arial"/>
              <a:cs typeface="Arial"/>
              <a:sym typeface="Arial"/>
            </a:endParaRPr>
          </a:p>
        </p:txBody>
      </p:sp>
      <p:sp>
        <p:nvSpPr>
          <p:cNvPr id="455" name="Google Shape;455;p28"/>
          <p:cNvSpPr txBox="1"/>
          <p:nvPr/>
        </p:nvSpPr>
        <p:spPr>
          <a:xfrm>
            <a:off x="4348128" y="2450030"/>
            <a:ext cx="456600"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6AA84F"/>
                </a:solidFill>
                <a:latin typeface="Arial"/>
                <a:ea typeface="Arial"/>
                <a:cs typeface="Arial"/>
                <a:sym typeface="Arial"/>
              </a:rPr>
              <a:t>b</a:t>
            </a:r>
            <a:r>
              <a:rPr b="1" baseline="-25000" i="0" lang="en" sz="1400" u="none" cap="none" strike="noStrike">
                <a:solidFill>
                  <a:srgbClr val="6AA84F"/>
                </a:solidFill>
                <a:latin typeface="Arial"/>
                <a:ea typeface="Arial"/>
                <a:cs typeface="Arial"/>
                <a:sym typeface="Arial"/>
              </a:rPr>
              <a:t>3</a:t>
            </a:r>
            <a:endParaRPr b="1" i="0" sz="1400" u="none" cap="none" strike="noStrike">
              <a:solidFill>
                <a:srgbClr val="6AA84F"/>
              </a:solidFill>
              <a:latin typeface="Arial"/>
              <a:ea typeface="Arial"/>
              <a:cs typeface="Arial"/>
              <a:sym typeface="Arial"/>
            </a:endParaRPr>
          </a:p>
        </p:txBody>
      </p:sp>
      <p:cxnSp>
        <p:nvCxnSpPr>
          <p:cNvPr id="456" name="Google Shape;456;p28"/>
          <p:cNvCxnSpPr>
            <a:stCxn id="440" idx="0"/>
          </p:cNvCxnSpPr>
          <p:nvPr/>
        </p:nvCxnSpPr>
        <p:spPr>
          <a:xfrm rot="10800000">
            <a:off x="3161005" y="3365351"/>
            <a:ext cx="3600" cy="578100"/>
          </a:xfrm>
          <a:prstGeom prst="straightConnector1">
            <a:avLst/>
          </a:prstGeom>
          <a:noFill/>
          <a:ln cap="flat" cmpd="sng" w="19050">
            <a:solidFill>
              <a:srgbClr val="E59DDC"/>
            </a:solidFill>
            <a:prstDash val="solid"/>
            <a:miter lim="8000"/>
            <a:headEnd len="sm" w="sm" type="none"/>
            <a:tailEnd len="med" w="med" type="triangle"/>
          </a:ln>
        </p:spPr>
      </p:cxnSp>
      <p:cxnSp>
        <p:nvCxnSpPr>
          <p:cNvPr id="457" name="Google Shape;457;p28"/>
          <p:cNvCxnSpPr/>
          <p:nvPr/>
        </p:nvCxnSpPr>
        <p:spPr>
          <a:xfrm rot="10800000">
            <a:off x="1226330" y="3357598"/>
            <a:ext cx="3600" cy="578100"/>
          </a:xfrm>
          <a:prstGeom prst="straightConnector1">
            <a:avLst/>
          </a:prstGeom>
          <a:noFill/>
          <a:ln cap="flat" cmpd="sng" w="19050">
            <a:solidFill>
              <a:srgbClr val="E59DDC"/>
            </a:solidFill>
            <a:prstDash val="solid"/>
            <a:miter lim="8000"/>
            <a:headEnd len="sm" w="sm" type="none"/>
            <a:tailEnd len="med" w="med" type="triangle"/>
          </a:ln>
        </p:spPr>
      </p:cxnSp>
      <p:cxnSp>
        <p:nvCxnSpPr>
          <p:cNvPr id="458" name="Google Shape;458;p28"/>
          <p:cNvCxnSpPr/>
          <p:nvPr/>
        </p:nvCxnSpPr>
        <p:spPr>
          <a:xfrm rot="10800000">
            <a:off x="5041733" y="3370807"/>
            <a:ext cx="3600" cy="578100"/>
          </a:xfrm>
          <a:prstGeom prst="straightConnector1">
            <a:avLst/>
          </a:prstGeom>
          <a:noFill/>
          <a:ln cap="flat" cmpd="sng" w="19050">
            <a:solidFill>
              <a:srgbClr val="E59DDC"/>
            </a:solidFill>
            <a:prstDash val="solid"/>
            <a:miter lim="8000"/>
            <a:headEnd len="sm" w="sm" type="none"/>
            <a:tailEnd len="med" w="med" type="triangle"/>
          </a:ln>
        </p:spPr>
      </p:cxnSp>
      <p:cxnSp>
        <p:nvCxnSpPr>
          <p:cNvPr id="459" name="Google Shape;459;p28"/>
          <p:cNvCxnSpPr>
            <a:stCxn id="433" idx="0"/>
          </p:cNvCxnSpPr>
          <p:nvPr/>
        </p:nvCxnSpPr>
        <p:spPr>
          <a:xfrm flipH="1" rot="10800000">
            <a:off x="1327088" y="3394786"/>
            <a:ext cx="1805100" cy="453300"/>
          </a:xfrm>
          <a:prstGeom prst="straightConnector1">
            <a:avLst/>
          </a:prstGeom>
          <a:noFill/>
          <a:ln cap="flat" cmpd="sng" w="19050">
            <a:solidFill>
              <a:srgbClr val="72C4E9"/>
            </a:solidFill>
            <a:prstDash val="solid"/>
            <a:miter lim="8000"/>
            <a:headEnd len="sm" w="sm" type="none"/>
            <a:tailEnd len="med" w="med" type="triangle"/>
          </a:ln>
        </p:spPr>
      </p:cxnSp>
      <p:cxnSp>
        <p:nvCxnSpPr>
          <p:cNvPr id="460" name="Google Shape;460;p28"/>
          <p:cNvCxnSpPr>
            <a:stCxn id="433" idx="0"/>
          </p:cNvCxnSpPr>
          <p:nvPr/>
        </p:nvCxnSpPr>
        <p:spPr>
          <a:xfrm flipH="1" rot="10800000">
            <a:off x="1327088" y="3403786"/>
            <a:ext cx="3665400" cy="444300"/>
          </a:xfrm>
          <a:prstGeom prst="straightConnector1">
            <a:avLst/>
          </a:prstGeom>
          <a:noFill/>
          <a:ln cap="flat" cmpd="sng" w="19050">
            <a:solidFill>
              <a:srgbClr val="72C4E9"/>
            </a:solidFill>
            <a:prstDash val="solid"/>
            <a:miter lim="8000"/>
            <a:headEnd len="sm" w="sm" type="none"/>
            <a:tailEnd len="med" w="med" type="triangle"/>
          </a:ln>
        </p:spPr>
      </p:cxnSp>
      <p:cxnSp>
        <p:nvCxnSpPr>
          <p:cNvPr id="461" name="Google Shape;461;p28"/>
          <p:cNvCxnSpPr>
            <a:stCxn id="439" idx="0"/>
          </p:cNvCxnSpPr>
          <p:nvPr/>
        </p:nvCxnSpPr>
        <p:spPr>
          <a:xfrm flipH="1" rot="10800000">
            <a:off x="3268630" y="3425348"/>
            <a:ext cx="1697100" cy="414900"/>
          </a:xfrm>
          <a:prstGeom prst="straightConnector1">
            <a:avLst/>
          </a:prstGeom>
          <a:noFill/>
          <a:ln cap="flat" cmpd="sng" w="19050">
            <a:solidFill>
              <a:srgbClr val="72C4E9"/>
            </a:solidFill>
            <a:prstDash val="solid"/>
            <a:miter lim="8000"/>
            <a:headEnd len="sm" w="sm" type="none"/>
            <a:tailEnd len="med" w="med" type="triangle"/>
          </a:ln>
        </p:spPr>
      </p:cxnSp>
      <p:cxnSp>
        <p:nvCxnSpPr>
          <p:cNvPr id="462" name="Google Shape;462;p28"/>
          <p:cNvCxnSpPr/>
          <p:nvPr/>
        </p:nvCxnSpPr>
        <p:spPr>
          <a:xfrm rot="10800000">
            <a:off x="1228141" y="2718839"/>
            <a:ext cx="0" cy="529200"/>
          </a:xfrm>
          <a:prstGeom prst="straightConnector1">
            <a:avLst/>
          </a:prstGeom>
          <a:noFill/>
          <a:ln cap="flat" cmpd="sng" w="19050">
            <a:solidFill>
              <a:schemeClr val="accent1"/>
            </a:solidFill>
            <a:prstDash val="dash"/>
            <a:miter lim="8000"/>
            <a:headEnd len="sm" w="sm" type="none"/>
            <a:tailEnd len="med" w="med" type="triangle"/>
          </a:ln>
        </p:spPr>
      </p:cxnSp>
      <p:cxnSp>
        <p:nvCxnSpPr>
          <p:cNvPr id="463" name="Google Shape;463;p28"/>
          <p:cNvCxnSpPr/>
          <p:nvPr/>
        </p:nvCxnSpPr>
        <p:spPr>
          <a:xfrm rot="10800000">
            <a:off x="3151877" y="2711752"/>
            <a:ext cx="0" cy="529200"/>
          </a:xfrm>
          <a:prstGeom prst="straightConnector1">
            <a:avLst/>
          </a:prstGeom>
          <a:noFill/>
          <a:ln cap="flat" cmpd="sng" w="19050">
            <a:solidFill>
              <a:schemeClr val="accent1"/>
            </a:solidFill>
            <a:prstDash val="dash"/>
            <a:miter lim="8000"/>
            <a:headEnd len="sm" w="sm" type="none"/>
            <a:tailEnd len="med" w="med" type="triangle"/>
          </a:ln>
        </p:spPr>
      </p:cxnSp>
      <p:cxnSp>
        <p:nvCxnSpPr>
          <p:cNvPr id="464" name="Google Shape;464;p28"/>
          <p:cNvCxnSpPr/>
          <p:nvPr/>
        </p:nvCxnSpPr>
        <p:spPr>
          <a:xfrm rot="10800000">
            <a:off x="5041754" y="2703422"/>
            <a:ext cx="0" cy="529200"/>
          </a:xfrm>
          <a:prstGeom prst="straightConnector1">
            <a:avLst/>
          </a:prstGeom>
          <a:noFill/>
          <a:ln cap="flat" cmpd="sng" w="19050">
            <a:solidFill>
              <a:schemeClr val="accent1"/>
            </a:solidFill>
            <a:prstDash val="dash"/>
            <a:miter lim="8000"/>
            <a:headEnd len="sm" w="sm" type="none"/>
            <a:tailEnd len="med" w="med" type="triangle"/>
          </a:ln>
        </p:spPr>
      </p:cxnSp>
      <p:cxnSp>
        <p:nvCxnSpPr>
          <p:cNvPr id="465" name="Google Shape;465;p28"/>
          <p:cNvCxnSpPr>
            <a:stCxn id="466" idx="0"/>
          </p:cNvCxnSpPr>
          <p:nvPr/>
        </p:nvCxnSpPr>
        <p:spPr>
          <a:xfrm rot="10800000">
            <a:off x="1208048" y="368377"/>
            <a:ext cx="600" cy="634800"/>
          </a:xfrm>
          <a:prstGeom prst="straightConnector1">
            <a:avLst/>
          </a:prstGeom>
          <a:noFill/>
          <a:ln cap="flat" cmpd="sng" w="19050">
            <a:solidFill>
              <a:schemeClr val="accent1"/>
            </a:solidFill>
            <a:prstDash val="dash"/>
            <a:miter lim="8000"/>
            <a:headEnd len="sm" w="sm" type="none"/>
            <a:tailEnd len="med" w="med" type="triangle"/>
          </a:ln>
        </p:spPr>
      </p:cxnSp>
      <p:cxnSp>
        <p:nvCxnSpPr>
          <p:cNvPr id="467" name="Google Shape;467;p28"/>
          <p:cNvCxnSpPr>
            <a:stCxn id="468" idx="0"/>
          </p:cNvCxnSpPr>
          <p:nvPr/>
        </p:nvCxnSpPr>
        <p:spPr>
          <a:xfrm flipH="1" rot="10800000">
            <a:off x="3184704" y="308528"/>
            <a:ext cx="18300" cy="690300"/>
          </a:xfrm>
          <a:prstGeom prst="straightConnector1">
            <a:avLst/>
          </a:prstGeom>
          <a:noFill/>
          <a:ln cap="flat" cmpd="sng" w="19050">
            <a:solidFill>
              <a:schemeClr val="accent1"/>
            </a:solidFill>
            <a:prstDash val="dash"/>
            <a:miter lim="8000"/>
            <a:headEnd len="sm" w="sm" type="none"/>
            <a:tailEnd len="med" w="med" type="triangle"/>
          </a:ln>
        </p:spPr>
      </p:cxnSp>
      <p:sp>
        <p:nvSpPr>
          <p:cNvPr id="469" name="Google Shape;469;p28"/>
          <p:cNvSpPr txBox="1"/>
          <p:nvPr/>
        </p:nvSpPr>
        <p:spPr>
          <a:xfrm>
            <a:off x="774398" y="3136777"/>
            <a:ext cx="868500" cy="276900"/>
          </a:xfrm>
          <a:prstGeom prst="rect">
            <a:avLst/>
          </a:prstGeom>
          <a:blipFill rotWithShape="1">
            <a:blip r:embed="rId3">
              <a:alphaModFix/>
            </a:blip>
            <a:stretch>
              <a:fillRect b="-22575" l="-4348" r="0" t="-6447"/>
            </a:stretch>
          </a:blip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 </a:t>
            </a:r>
            <a:endParaRPr b="0" i="0" sz="1100" u="none" cap="none" strike="noStrike">
              <a:solidFill>
                <a:srgbClr val="000000"/>
              </a:solidFill>
              <a:latin typeface="Arial"/>
              <a:ea typeface="Arial"/>
              <a:cs typeface="Arial"/>
              <a:sym typeface="Arial"/>
            </a:endParaRPr>
          </a:p>
        </p:txBody>
      </p:sp>
      <p:sp>
        <p:nvSpPr>
          <p:cNvPr id="470" name="Google Shape;470;p28"/>
          <p:cNvSpPr txBox="1"/>
          <p:nvPr/>
        </p:nvSpPr>
        <p:spPr>
          <a:xfrm>
            <a:off x="2744604" y="3132428"/>
            <a:ext cx="880200" cy="276900"/>
          </a:xfrm>
          <a:prstGeom prst="rect">
            <a:avLst/>
          </a:prstGeom>
          <a:blipFill rotWithShape="1">
            <a:blip r:embed="rId4">
              <a:alphaModFix/>
            </a:blip>
            <a:stretch>
              <a:fillRect b="-26657" l="-4298" r="0" t="-6666"/>
            </a:stretch>
          </a:blip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 </a:t>
            </a:r>
            <a:endParaRPr b="0" i="0" sz="1100" u="none" cap="none" strike="noStrike">
              <a:solidFill>
                <a:srgbClr val="000000"/>
              </a:solidFill>
              <a:latin typeface="Arial"/>
              <a:ea typeface="Arial"/>
              <a:cs typeface="Arial"/>
              <a:sym typeface="Arial"/>
            </a:endParaRPr>
          </a:p>
        </p:txBody>
      </p:sp>
      <p:sp>
        <p:nvSpPr>
          <p:cNvPr id="471" name="Google Shape;471;p28"/>
          <p:cNvSpPr txBox="1"/>
          <p:nvPr/>
        </p:nvSpPr>
        <p:spPr>
          <a:xfrm>
            <a:off x="4624328" y="3142237"/>
            <a:ext cx="869700" cy="276900"/>
          </a:xfrm>
          <a:prstGeom prst="rect">
            <a:avLst/>
          </a:prstGeom>
          <a:blipFill rotWithShape="1">
            <a:blip r:embed="rId5">
              <a:alphaModFix/>
            </a:blip>
            <a:stretch>
              <a:fillRect b="-26657" l="-4348" r="0" t="-6666"/>
            </a:stretch>
          </a:blip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 </a:t>
            </a:r>
            <a:endParaRPr b="0" i="0" sz="1100" u="none" cap="none" strike="noStrike">
              <a:solidFill>
                <a:srgbClr val="000000"/>
              </a:solidFill>
              <a:latin typeface="Arial"/>
              <a:ea typeface="Arial"/>
              <a:cs typeface="Arial"/>
              <a:sym typeface="Arial"/>
            </a:endParaRPr>
          </a:p>
        </p:txBody>
      </p:sp>
      <p:sp>
        <p:nvSpPr>
          <p:cNvPr id="472" name="Google Shape;472;p28"/>
          <p:cNvSpPr/>
          <p:nvPr/>
        </p:nvSpPr>
        <p:spPr>
          <a:xfrm>
            <a:off x="1051466" y="1415780"/>
            <a:ext cx="840000" cy="206400"/>
          </a:xfrm>
          <a:prstGeom prst="rect">
            <a:avLst/>
          </a:prstGeom>
          <a:solidFill>
            <a:srgbClr val="AEDFFF"/>
          </a:solidFill>
          <a:ln cap="flat" cmpd="sng" w="19050">
            <a:solidFill>
              <a:srgbClr val="A5A5A5"/>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473" name="Google Shape;473;p28"/>
          <p:cNvSpPr/>
          <p:nvPr/>
        </p:nvSpPr>
        <p:spPr>
          <a:xfrm>
            <a:off x="947441" y="1518983"/>
            <a:ext cx="840000" cy="206400"/>
          </a:xfrm>
          <a:prstGeom prst="rect">
            <a:avLst/>
          </a:prstGeom>
          <a:solidFill>
            <a:srgbClr val="FDD349"/>
          </a:solidFill>
          <a:ln cap="flat" cmpd="sng" w="19050">
            <a:solidFill>
              <a:srgbClr val="A5A5A5"/>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474" name="Google Shape;474;p28"/>
          <p:cNvSpPr/>
          <p:nvPr/>
        </p:nvSpPr>
        <p:spPr>
          <a:xfrm>
            <a:off x="843416" y="1622186"/>
            <a:ext cx="840000" cy="206400"/>
          </a:xfrm>
          <a:prstGeom prst="rect">
            <a:avLst/>
          </a:prstGeom>
          <a:solidFill>
            <a:srgbClr val="EDD6F0"/>
          </a:solidFill>
          <a:ln cap="flat" cmpd="sng" w="19050">
            <a:solidFill>
              <a:srgbClr val="A5A5A5"/>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475" name="Google Shape;475;p28"/>
          <p:cNvSpPr txBox="1"/>
          <p:nvPr/>
        </p:nvSpPr>
        <p:spPr>
          <a:xfrm>
            <a:off x="561364" y="1622186"/>
            <a:ext cx="370450"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E59DDC"/>
                </a:solidFill>
                <a:latin typeface="Arial"/>
                <a:ea typeface="Arial"/>
                <a:cs typeface="Arial"/>
                <a:sym typeface="Arial"/>
              </a:rPr>
              <a:t>q</a:t>
            </a:r>
            <a:r>
              <a:rPr b="0" baseline="-25000" i="0" lang="en" sz="1400" u="none" cap="none" strike="noStrike">
                <a:solidFill>
                  <a:srgbClr val="E59DDC"/>
                </a:solidFill>
                <a:latin typeface="Arial"/>
                <a:ea typeface="Arial"/>
                <a:cs typeface="Arial"/>
                <a:sym typeface="Arial"/>
              </a:rPr>
              <a:t>1</a:t>
            </a:r>
            <a:endParaRPr b="0" i="0" sz="1400" u="none" cap="none" strike="noStrike">
              <a:solidFill>
                <a:srgbClr val="E59DDC"/>
              </a:solidFill>
              <a:latin typeface="Arial"/>
              <a:ea typeface="Arial"/>
              <a:cs typeface="Arial"/>
              <a:sym typeface="Arial"/>
            </a:endParaRPr>
          </a:p>
        </p:txBody>
      </p:sp>
      <p:sp>
        <p:nvSpPr>
          <p:cNvPr id="476" name="Google Shape;476;p28"/>
          <p:cNvSpPr txBox="1"/>
          <p:nvPr/>
        </p:nvSpPr>
        <p:spPr>
          <a:xfrm>
            <a:off x="611584" y="1450051"/>
            <a:ext cx="297300"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BC86"/>
                </a:solidFill>
                <a:latin typeface="Arial"/>
                <a:ea typeface="Arial"/>
                <a:cs typeface="Arial"/>
                <a:sym typeface="Arial"/>
              </a:rPr>
              <a:t>k</a:t>
            </a:r>
            <a:r>
              <a:rPr b="0" baseline="-25000" i="0" lang="en" sz="1400" u="none" cap="none" strike="noStrike">
                <a:solidFill>
                  <a:srgbClr val="FFBC86"/>
                </a:solidFill>
                <a:latin typeface="Arial"/>
                <a:ea typeface="Arial"/>
                <a:cs typeface="Arial"/>
                <a:sym typeface="Arial"/>
              </a:rPr>
              <a:t>1</a:t>
            </a:r>
            <a:endParaRPr b="0" i="0" sz="1400" u="none" cap="none" strike="noStrike">
              <a:solidFill>
                <a:srgbClr val="FFBC86"/>
              </a:solidFill>
              <a:latin typeface="Arial"/>
              <a:ea typeface="Arial"/>
              <a:cs typeface="Arial"/>
              <a:sym typeface="Arial"/>
            </a:endParaRPr>
          </a:p>
        </p:txBody>
      </p:sp>
      <p:sp>
        <p:nvSpPr>
          <p:cNvPr id="477" name="Google Shape;477;p28"/>
          <p:cNvSpPr txBox="1"/>
          <p:nvPr/>
        </p:nvSpPr>
        <p:spPr>
          <a:xfrm>
            <a:off x="715610" y="1325358"/>
            <a:ext cx="297300"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43AFE2"/>
                </a:solidFill>
                <a:latin typeface="Arial"/>
                <a:ea typeface="Arial"/>
                <a:cs typeface="Arial"/>
                <a:sym typeface="Arial"/>
              </a:rPr>
              <a:t>v</a:t>
            </a:r>
            <a:r>
              <a:rPr b="0" baseline="-25000" i="0" lang="en" sz="1400" u="none" cap="none" strike="noStrike">
                <a:solidFill>
                  <a:srgbClr val="43AFE2"/>
                </a:solidFill>
                <a:latin typeface="Arial"/>
                <a:ea typeface="Arial"/>
                <a:cs typeface="Arial"/>
                <a:sym typeface="Arial"/>
              </a:rPr>
              <a:t>1</a:t>
            </a:r>
            <a:endParaRPr b="0" i="0" sz="1400" u="none" cap="none" strike="noStrike">
              <a:solidFill>
                <a:srgbClr val="43AFE2"/>
              </a:solidFill>
              <a:latin typeface="Arial"/>
              <a:ea typeface="Arial"/>
              <a:cs typeface="Arial"/>
              <a:sym typeface="Arial"/>
            </a:endParaRPr>
          </a:p>
        </p:txBody>
      </p:sp>
      <p:sp>
        <p:nvSpPr>
          <p:cNvPr id="478" name="Google Shape;478;p28"/>
          <p:cNvSpPr/>
          <p:nvPr/>
        </p:nvSpPr>
        <p:spPr>
          <a:xfrm>
            <a:off x="2993007" y="1407941"/>
            <a:ext cx="840000" cy="206400"/>
          </a:xfrm>
          <a:prstGeom prst="rect">
            <a:avLst/>
          </a:prstGeom>
          <a:solidFill>
            <a:srgbClr val="AEDFFF"/>
          </a:solidFill>
          <a:ln cap="flat" cmpd="sng" w="19050">
            <a:solidFill>
              <a:srgbClr val="A5A5A5"/>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479" name="Google Shape;479;p28"/>
          <p:cNvSpPr/>
          <p:nvPr/>
        </p:nvSpPr>
        <p:spPr>
          <a:xfrm>
            <a:off x="2888982" y="1511144"/>
            <a:ext cx="840000" cy="206400"/>
          </a:xfrm>
          <a:prstGeom prst="rect">
            <a:avLst/>
          </a:prstGeom>
          <a:solidFill>
            <a:srgbClr val="FDD349"/>
          </a:solidFill>
          <a:ln cap="flat" cmpd="sng" w="19050">
            <a:solidFill>
              <a:srgbClr val="A5A5A5"/>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480" name="Google Shape;480;p28"/>
          <p:cNvSpPr/>
          <p:nvPr/>
        </p:nvSpPr>
        <p:spPr>
          <a:xfrm>
            <a:off x="2784957" y="1614347"/>
            <a:ext cx="840000" cy="206400"/>
          </a:xfrm>
          <a:prstGeom prst="rect">
            <a:avLst/>
          </a:prstGeom>
          <a:solidFill>
            <a:srgbClr val="EDD6F0"/>
          </a:solidFill>
          <a:ln cap="flat" cmpd="sng" w="19050">
            <a:solidFill>
              <a:srgbClr val="A5A5A5"/>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481" name="Google Shape;481;p28"/>
          <p:cNvSpPr txBox="1"/>
          <p:nvPr/>
        </p:nvSpPr>
        <p:spPr>
          <a:xfrm>
            <a:off x="2502905" y="1614347"/>
            <a:ext cx="449750"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E59DDC"/>
                </a:solidFill>
                <a:latin typeface="Arial"/>
                <a:ea typeface="Arial"/>
                <a:cs typeface="Arial"/>
                <a:sym typeface="Arial"/>
              </a:rPr>
              <a:t>q</a:t>
            </a:r>
            <a:r>
              <a:rPr b="0" baseline="-25000" i="0" lang="en" sz="1400" u="none" cap="none" strike="noStrike">
                <a:solidFill>
                  <a:srgbClr val="E59DDC"/>
                </a:solidFill>
                <a:latin typeface="Arial"/>
                <a:ea typeface="Arial"/>
                <a:cs typeface="Arial"/>
                <a:sym typeface="Arial"/>
              </a:rPr>
              <a:t>2</a:t>
            </a:r>
            <a:endParaRPr b="0" i="0" sz="1400" u="none" cap="none" strike="noStrike">
              <a:solidFill>
                <a:srgbClr val="E59DDC"/>
              </a:solidFill>
              <a:latin typeface="Arial"/>
              <a:ea typeface="Arial"/>
              <a:cs typeface="Arial"/>
              <a:sym typeface="Arial"/>
            </a:endParaRPr>
          </a:p>
        </p:txBody>
      </p:sp>
      <p:sp>
        <p:nvSpPr>
          <p:cNvPr id="482" name="Google Shape;482;p28"/>
          <p:cNvSpPr txBox="1"/>
          <p:nvPr/>
        </p:nvSpPr>
        <p:spPr>
          <a:xfrm>
            <a:off x="2553126" y="1442213"/>
            <a:ext cx="297300"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BC86"/>
                </a:solidFill>
                <a:latin typeface="Arial"/>
                <a:ea typeface="Arial"/>
                <a:cs typeface="Arial"/>
                <a:sym typeface="Arial"/>
              </a:rPr>
              <a:t>k</a:t>
            </a:r>
            <a:r>
              <a:rPr b="0" baseline="-25000" i="0" lang="en" sz="1400" u="none" cap="none" strike="noStrike">
                <a:solidFill>
                  <a:srgbClr val="FFBC86"/>
                </a:solidFill>
                <a:latin typeface="Arial"/>
                <a:ea typeface="Arial"/>
                <a:cs typeface="Arial"/>
                <a:sym typeface="Arial"/>
              </a:rPr>
              <a:t>2</a:t>
            </a:r>
            <a:endParaRPr b="0" i="0" sz="1400" u="none" cap="none" strike="noStrike">
              <a:solidFill>
                <a:srgbClr val="FFBC86"/>
              </a:solidFill>
              <a:latin typeface="Arial"/>
              <a:ea typeface="Arial"/>
              <a:cs typeface="Arial"/>
              <a:sym typeface="Arial"/>
            </a:endParaRPr>
          </a:p>
        </p:txBody>
      </p:sp>
      <p:sp>
        <p:nvSpPr>
          <p:cNvPr id="483" name="Google Shape;483;p28"/>
          <p:cNvSpPr txBox="1"/>
          <p:nvPr/>
        </p:nvSpPr>
        <p:spPr>
          <a:xfrm>
            <a:off x="2657151" y="1317520"/>
            <a:ext cx="297300"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43AFE2"/>
                </a:solidFill>
                <a:latin typeface="Arial"/>
                <a:ea typeface="Arial"/>
                <a:cs typeface="Arial"/>
                <a:sym typeface="Arial"/>
              </a:rPr>
              <a:t>v</a:t>
            </a:r>
            <a:r>
              <a:rPr b="0" baseline="-25000" i="0" lang="en" sz="1400" u="none" cap="none" strike="noStrike">
                <a:solidFill>
                  <a:srgbClr val="43AFE2"/>
                </a:solidFill>
                <a:latin typeface="Arial"/>
                <a:ea typeface="Arial"/>
                <a:cs typeface="Arial"/>
                <a:sym typeface="Arial"/>
              </a:rPr>
              <a:t>2</a:t>
            </a:r>
            <a:endParaRPr b="0" i="0" sz="1400" u="none" cap="none" strike="noStrike">
              <a:solidFill>
                <a:srgbClr val="43AFE2"/>
              </a:solidFill>
              <a:latin typeface="Arial"/>
              <a:ea typeface="Arial"/>
              <a:cs typeface="Arial"/>
              <a:sym typeface="Arial"/>
            </a:endParaRPr>
          </a:p>
        </p:txBody>
      </p:sp>
      <p:sp>
        <p:nvSpPr>
          <p:cNvPr id="484" name="Google Shape;484;p28"/>
          <p:cNvSpPr/>
          <p:nvPr/>
        </p:nvSpPr>
        <p:spPr>
          <a:xfrm>
            <a:off x="4902443" y="1415780"/>
            <a:ext cx="840000" cy="206400"/>
          </a:xfrm>
          <a:prstGeom prst="rect">
            <a:avLst/>
          </a:prstGeom>
          <a:solidFill>
            <a:srgbClr val="AEDFFF"/>
          </a:solidFill>
          <a:ln cap="flat" cmpd="sng" w="19050">
            <a:solidFill>
              <a:srgbClr val="A5A5A5"/>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485" name="Google Shape;485;p28"/>
          <p:cNvSpPr/>
          <p:nvPr/>
        </p:nvSpPr>
        <p:spPr>
          <a:xfrm>
            <a:off x="4798418" y="1518983"/>
            <a:ext cx="840000" cy="206400"/>
          </a:xfrm>
          <a:prstGeom prst="rect">
            <a:avLst/>
          </a:prstGeom>
          <a:solidFill>
            <a:srgbClr val="FDD349"/>
          </a:solidFill>
          <a:ln cap="flat" cmpd="sng" w="19050">
            <a:solidFill>
              <a:srgbClr val="A5A5A5"/>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486" name="Google Shape;486;p28"/>
          <p:cNvSpPr/>
          <p:nvPr/>
        </p:nvSpPr>
        <p:spPr>
          <a:xfrm>
            <a:off x="4694393" y="1622186"/>
            <a:ext cx="840000" cy="206400"/>
          </a:xfrm>
          <a:prstGeom prst="rect">
            <a:avLst/>
          </a:prstGeom>
          <a:solidFill>
            <a:srgbClr val="EDD6F0"/>
          </a:solidFill>
          <a:ln cap="flat" cmpd="sng" w="19050">
            <a:solidFill>
              <a:srgbClr val="A5A5A5"/>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487" name="Google Shape;487;p28"/>
          <p:cNvSpPr txBox="1"/>
          <p:nvPr/>
        </p:nvSpPr>
        <p:spPr>
          <a:xfrm>
            <a:off x="4412341" y="1622186"/>
            <a:ext cx="363148"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E59DDC"/>
                </a:solidFill>
                <a:latin typeface="Arial"/>
                <a:ea typeface="Arial"/>
                <a:cs typeface="Arial"/>
                <a:sym typeface="Arial"/>
              </a:rPr>
              <a:t>q</a:t>
            </a:r>
            <a:r>
              <a:rPr b="0" baseline="-25000" i="0" lang="en" sz="1400" u="none" cap="none" strike="noStrike">
                <a:solidFill>
                  <a:srgbClr val="E59DDC"/>
                </a:solidFill>
                <a:latin typeface="Arial"/>
                <a:ea typeface="Arial"/>
                <a:cs typeface="Arial"/>
                <a:sym typeface="Arial"/>
              </a:rPr>
              <a:t>3</a:t>
            </a:r>
            <a:endParaRPr b="0" i="0" sz="1400" u="none" cap="none" strike="noStrike">
              <a:solidFill>
                <a:srgbClr val="E59DDC"/>
              </a:solidFill>
              <a:latin typeface="Arial"/>
              <a:ea typeface="Arial"/>
              <a:cs typeface="Arial"/>
              <a:sym typeface="Arial"/>
            </a:endParaRPr>
          </a:p>
        </p:txBody>
      </p:sp>
      <p:sp>
        <p:nvSpPr>
          <p:cNvPr id="488" name="Google Shape;488;p28"/>
          <p:cNvSpPr txBox="1"/>
          <p:nvPr/>
        </p:nvSpPr>
        <p:spPr>
          <a:xfrm>
            <a:off x="4462562" y="1450051"/>
            <a:ext cx="297300"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BC86"/>
                </a:solidFill>
                <a:latin typeface="Arial"/>
                <a:ea typeface="Arial"/>
                <a:cs typeface="Arial"/>
                <a:sym typeface="Arial"/>
              </a:rPr>
              <a:t>k</a:t>
            </a:r>
            <a:r>
              <a:rPr b="0" baseline="-25000" i="0" lang="en" sz="1400" u="none" cap="none" strike="noStrike">
                <a:solidFill>
                  <a:srgbClr val="FFBC86"/>
                </a:solidFill>
                <a:latin typeface="Arial"/>
                <a:ea typeface="Arial"/>
                <a:cs typeface="Arial"/>
                <a:sym typeface="Arial"/>
              </a:rPr>
              <a:t>3</a:t>
            </a:r>
            <a:endParaRPr b="0" i="0" sz="1400" u="none" cap="none" strike="noStrike">
              <a:solidFill>
                <a:srgbClr val="FFBC86"/>
              </a:solidFill>
              <a:latin typeface="Arial"/>
              <a:ea typeface="Arial"/>
              <a:cs typeface="Arial"/>
              <a:sym typeface="Arial"/>
            </a:endParaRPr>
          </a:p>
        </p:txBody>
      </p:sp>
      <p:sp>
        <p:nvSpPr>
          <p:cNvPr id="489" name="Google Shape;489;p28"/>
          <p:cNvSpPr txBox="1"/>
          <p:nvPr/>
        </p:nvSpPr>
        <p:spPr>
          <a:xfrm>
            <a:off x="4566587" y="1325358"/>
            <a:ext cx="297300"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43AFE2"/>
                </a:solidFill>
                <a:latin typeface="Arial"/>
                <a:ea typeface="Arial"/>
                <a:cs typeface="Arial"/>
                <a:sym typeface="Arial"/>
              </a:rPr>
              <a:t>v</a:t>
            </a:r>
            <a:r>
              <a:rPr b="0" baseline="-25000" i="0" lang="en" sz="1400" u="none" cap="none" strike="noStrike">
                <a:solidFill>
                  <a:srgbClr val="43AFE2"/>
                </a:solidFill>
                <a:latin typeface="Arial"/>
                <a:ea typeface="Arial"/>
                <a:cs typeface="Arial"/>
                <a:sym typeface="Arial"/>
              </a:rPr>
              <a:t>3</a:t>
            </a:r>
            <a:endParaRPr b="0" i="0" sz="1400" u="none" cap="none" strike="noStrike">
              <a:solidFill>
                <a:srgbClr val="43AFE2"/>
              </a:solidFill>
              <a:latin typeface="Arial"/>
              <a:ea typeface="Arial"/>
              <a:cs typeface="Arial"/>
              <a:sym typeface="Arial"/>
            </a:endParaRPr>
          </a:p>
        </p:txBody>
      </p:sp>
      <p:cxnSp>
        <p:nvCxnSpPr>
          <p:cNvPr id="490" name="Google Shape;490;p28"/>
          <p:cNvCxnSpPr>
            <a:stCxn id="473" idx="0"/>
            <a:endCxn id="468" idx="1"/>
          </p:cNvCxnSpPr>
          <p:nvPr/>
        </p:nvCxnSpPr>
        <p:spPr>
          <a:xfrm flipH="1" rot="10800000">
            <a:off x="1367441" y="1137383"/>
            <a:ext cx="1377300" cy="381600"/>
          </a:xfrm>
          <a:prstGeom prst="straightConnector1">
            <a:avLst/>
          </a:prstGeom>
          <a:noFill/>
          <a:ln cap="flat" cmpd="sng" w="19050">
            <a:solidFill>
              <a:srgbClr val="72C4E9"/>
            </a:solidFill>
            <a:prstDash val="solid"/>
            <a:miter lim="8000"/>
            <a:headEnd len="sm" w="sm" type="none"/>
            <a:tailEnd len="med" w="med" type="triangle"/>
          </a:ln>
        </p:spPr>
      </p:cxnSp>
      <p:sp>
        <p:nvSpPr>
          <p:cNvPr id="466" name="Google Shape;466;p28"/>
          <p:cNvSpPr txBox="1"/>
          <p:nvPr/>
        </p:nvSpPr>
        <p:spPr>
          <a:xfrm>
            <a:off x="774398" y="1003177"/>
            <a:ext cx="868500" cy="276900"/>
          </a:xfrm>
          <a:prstGeom prst="rect">
            <a:avLst/>
          </a:prstGeom>
          <a:blipFill rotWithShape="1">
            <a:blip r:embed="rId3">
              <a:alphaModFix/>
            </a:blip>
            <a:stretch>
              <a:fillRect b="-22575" l="-4348" r="0" t="-6447"/>
            </a:stretch>
          </a:blip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 </a:t>
            </a:r>
            <a:endParaRPr b="0" i="0" sz="1100" u="none" cap="none" strike="noStrike">
              <a:solidFill>
                <a:srgbClr val="000000"/>
              </a:solidFill>
              <a:latin typeface="Arial"/>
              <a:ea typeface="Arial"/>
              <a:cs typeface="Arial"/>
              <a:sym typeface="Arial"/>
            </a:endParaRPr>
          </a:p>
        </p:txBody>
      </p:sp>
      <p:sp>
        <p:nvSpPr>
          <p:cNvPr id="468" name="Google Shape;468;p28"/>
          <p:cNvSpPr txBox="1"/>
          <p:nvPr/>
        </p:nvSpPr>
        <p:spPr>
          <a:xfrm>
            <a:off x="2744604" y="998828"/>
            <a:ext cx="880200" cy="276900"/>
          </a:xfrm>
          <a:prstGeom prst="rect">
            <a:avLst/>
          </a:prstGeom>
          <a:blipFill rotWithShape="1">
            <a:blip r:embed="rId4">
              <a:alphaModFix/>
            </a:blip>
            <a:stretch>
              <a:fillRect b="-26657" l="-4298" r="0" t="-6666"/>
            </a:stretch>
          </a:blip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 </a:t>
            </a:r>
            <a:endParaRPr b="0" i="0" sz="1100" u="none" cap="none" strike="noStrike">
              <a:solidFill>
                <a:srgbClr val="000000"/>
              </a:solidFill>
              <a:latin typeface="Arial"/>
              <a:ea typeface="Arial"/>
              <a:cs typeface="Arial"/>
              <a:sym typeface="Arial"/>
            </a:endParaRPr>
          </a:p>
        </p:txBody>
      </p:sp>
      <p:cxnSp>
        <p:nvCxnSpPr>
          <p:cNvPr id="491" name="Google Shape;491;p28"/>
          <p:cNvCxnSpPr>
            <a:stCxn id="473" idx="0"/>
          </p:cNvCxnSpPr>
          <p:nvPr/>
        </p:nvCxnSpPr>
        <p:spPr>
          <a:xfrm rot="10800000">
            <a:off x="1358141" y="1260983"/>
            <a:ext cx="9300" cy="258000"/>
          </a:xfrm>
          <a:prstGeom prst="straightConnector1">
            <a:avLst/>
          </a:prstGeom>
          <a:noFill/>
          <a:ln cap="flat" cmpd="sng" w="19050">
            <a:solidFill>
              <a:srgbClr val="72C4E9"/>
            </a:solidFill>
            <a:prstDash val="solid"/>
            <a:miter lim="8000"/>
            <a:headEnd len="sm" w="sm" type="none"/>
            <a:tailEnd len="med" w="med" type="triangle"/>
          </a:ln>
        </p:spPr>
      </p:cxnSp>
      <p:sp>
        <p:nvSpPr>
          <p:cNvPr id="492" name="Google Shape;492;p28"/>
          <p:cNvSpPr/>
          <p:nvPr/>
        </p:nvSpPr>
        <p:spPr>
          <a:xfrm>
            <a:off x="4315600" y="4423875"/>
            <a:ext cx="1594800" cy="529200"/>
          </a:xfrm>
          <a:prstGeom prst="roundRect">
            <a:avLst>
              <a:gd fmla="val 16667" name="adj"/>
            </a:avLst>
          </a:prstGeom>
          <a:noFill/>
          <a:ln cap="flat" cmpd="sng" w="19050">
            <a:solidFill>
              <a:srgbClr val="6AA84F"/>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3" name="Google Shape;493;p28"/>
          <p:cNvSpPr txBox="1"/>
          <p:nvPr/>
        </p:nvSpPr>
        <p:spPr>
          <a:xfrm>
            <a:off x="4726503" y="998837"/>
            <a:ext cx="869700" cy="276900"/>
          </a:xfrm>
          <a:prstGeom prst="rect">
            <a:avLst/>
          </a:prstGeom>
          <a:blipFill rotWithShape="1">
            <a:blip r:embed="rId5">
              <a:alphaModFix/>
            </a:blip>
            <a:stretch>
              <a:fillRect b="-26657" l="-4348" r="0" t="-6666"/>
            </a:stretch>
          </a:blip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 </a:t>
            </a:r>
            <a:endParaRPr b="0" i="0" sz="1100" u="none" cap="none" strike="noStrike">
              <a:solidFill>
                <a:srgbClr val="000000"/>
              </a:solidFill>
              <a:latin typeface="Arial"/>
              <a:ea typeface="Arial"/>
              <a:cs typeface="Arial"/>
              <a:sym typeface="Arial"/>
            </a:endParaRPr>
          </a:p>
        </p:txBody>
      </p:sp>
      <p:cxnSp>
        <p:nvCxnSpPr>
          <p:cNvPr id="494" name="Google Shape;494;p28"/>
          <p:cNvCxnSpPr>
            <a:stCxn id="433" idx="0"/>
          </p:cNvCxnSpPr>
          <p:nvPr/>
        </p:nvCxnSpPr>
        <p:spPr>
          <a:xfrm flipH="1" rot="10800000">
            <a:off x="1327088" y="3397486"/>
            <a:ext cx="2400" cy="450600"/>
          </a:xfrm>
          <a:prstGeom prst="straightConnector1">
            <a:avLst/>
          </a:prstGeom>
          <a:noFill/>
          <a:ln cap="flat" cmpd="sng" w="19050">
            <a:solidFill>
              <a:srgbClr val="72C4E9"/>
            </a:solidFill>
            <a:prstDash val="solid"/>
            <a:miter lim="8000"/>
            <a:headEnd len="sm" w="sm" type="none"/>
            <a:tailEnd len="med" w="med" type="triangle"/>
          </a:ln>
        </p:spPr>
      </p:cxnSp>
      <p:cxnSp>
        <p:nvCxnSpPr>
          <p:cNvPr id="495" name="Google Shape;495;p28"/>
          <p:cNvCxnSpPr/>
          <p:nvPr/>
        </p:nvCxnSpPr>
        <p:spPr>
          <a:xfrm flipH="1" rot="10800000">
            <a:off x="3251288" y="3385086"/>
            <a:ext cx="2400" cy="450600"/>
          </a:xfrm>
          <a:prstGeom prst="straightConnector1">
            <a:avLst/>
          </a:prstGeom>
          <a:noFill/>
          <a:ln cap="flat" cmpd="sng" w="19050">
            <a:solidFill>
              <a:srgbClr val="72C4E9"/>
            </a:solidFill>
            <a:prstDash val="solid"/>
            <a:miter lim="8000"/>
            <a:headEnd len="sm" w="sm" type="none"/>
            <a:tailEnd len="med" w="med" type="triangle"/>
          </a:ln>
        </p:spPr>
      </p:cxnSp>
      <p:cxnSp>
        <p:nvCxnSpPr>
          <p:cNvPr id="496" name="Google Shape;496;p28"/>
          <p:cNvCxnSpPr/>
          <p:nvPr/>
        </p:nvCxnSpPr>
        <p:spPr>
          <a:xfrm flipH="1" rot="10800000">
            <a:off x="5178713" y="3393473"/>
            <a:ext cx="2400" cy="450600"/>
          </a:xfrm>
          <a:prstGeom prst="straightConnector1">
            <a:avLst/>
          </a:prstGeom>
          <a:noFill/>
          <a:ln cap="flat" cmpd="sng" w="19050">
            <a:solidFill>
              <a:srgbClr val="72C4E9"/>
            </a:solidFill>
            <a:prstDash val="solid"/>
            <a:miter lim="8000"/>
            <a:headEnd len="sm" w="sm" type="none"/>
            <a:tailEnd len="med" w="med" type="triangle"/>
          </a:ln>
        </p:spPr>
      </p:cxnSp>
      <p:sp>
        <p:nvSpPr>
          <p:cNvPr id="497" name="Google Shape;497;p28"/>
          <p:cNvSpPr txBox="1"/>
          <p:nvPr/>
        </p:nvSpPr>
        <p:spPr>
          <a:xfrm>
            <a:off x="6931625" y="2298800"/>
            <a:ext cx="1377300" cy="453300"/>
          </a:xfrm>
          <a:prstGeom prst="rect">
            <a:avLst/>
          </a:prstGeom>
          <a:blipFill rotWithShape="1">
            <a:blip r:embed="rId5">
              <a:alphaModFix/>
            </a:blip>
            <a:stretch>
              <a:fillRect b="-26657" l="-4348" r="0" t="-6666"/>
            </a:stretch>
          </a:blip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 </a:t>
            </a:r>
            <a:endParaRPr b="0" i="0" sz="1100" u="none" cap="none" strike="noStrike">
              <a:solidFill>
                <a:srgbClr val="000000"/>
              </a:solidFill>
              <a:latin typeface="Arial"/>
              <a:ea typeface="Arial"/>
              <a:cs typeface="Arial"/>
              <a:sym typeface="Arial"/>
            </a:endParaRPr>
          </a:p>
        </p:txBody>
      </p:sp>
      <p:cxnSp>
        <p:nvCxnSpPr>
          <p:cNvPr id="498" name="Google Shape;498;p28"/>
          <p:cNvCxnSpPr/>
          <p:nvPr/>
        </p:nvCxnSpPr>
        <p:spPr>
          <a:xfrm flipH="1" rot="10800000">
            <a:off x="5315325" y="2330325"/>
            <a:ext cx="1768800" cy="824400"/>
          </a:xfrm>
          <a:prstGeom prst="straightConnector1">
            <a:avLst/>
          </a:prstGeom>
          <a:noFill/>
          <a:ln cap="flat" cmpd="sng" w="9525">
            <a:solidFill>
              <a:schemeClr val="dk2"/>
            </a:solidFill>
            <a:prstDash val="solid"/>
            <a:round/>
            <a:headEnd len="sm" w="sm" type="none"/>
            <a:tailEnd len="sm" w="sm" type="none"/>
          </a:ln>
        </p:spPr>
      </p:cxnSp>
      <p:cxnSp>
        <p:nvCxnSpPr>
          <p:cNvPr id="499" name="Google Shape;499;p28"/>
          <p:cNvCxnSpPr/>
          <p:nvPr/>
        </p:nvCxnSpPr>
        <p:spPr>
          <a:xfrm flipH="1" rot="10800000">
            <a:off x="5339325" y="2754575"/>
            <a:ext cx="1809000" cy="672300"/>
          </a:xfrm>
          <a:prstGeom prst="straightConnector1">
            <a:avLst/>
          </a:prstGeom>
          <a:noFill/>
          <a:ln cap="flat" cmpd="sng" w="9525">
            <a:solidFill>
              <a:schemeClr val="dk2"/>
            </a:solidFill>
            <a:prstDash val="solid"/>
            <a:round/>
            <a:headEnd len="sm" w="sm" type="none"/>
            <a:tailEnd len="sm" w="sm" type="none"/>
          </a:ln>
        </p:spPr>
      </p:cxnSp>
      <p:cxnSp>
        <p:nvCxnSpPr>
          <p:cNvPr id="500" name="Google Shape;500;p28"/>
          <p:cNvCxnSpPr>
            <a:stCxn id="473" idx="0"/>
            <a:endCxn id="493" idx="1"/>
          </p:cNvCxnSpPr>
          <p:nvPr/>
        </p:nvCxnSpPr>
        <p:spPr>
          <a:xfrm flipH="1" rot="10800000">
            <a:off x="1367441" y="1137383"/>
            <a:ext cx="3359100" cy="381600"/>
          </a:xfrm>
          <a:prstGeom prst="straightConnector1">
            <a:avLst/>
          </a:prstGeom>
          <a:noFill/>
          <a:ln cap="flat" cmpd="sng" w="19050">
            <a:solidFill>
              <a:srgbClr val="72C4E9"/>
            </a:solidFill>
            <a:prstDash val="solid"/>
            <a:miter lim="8000"/>
            <a:headEnd len="sm" w="sm" type="none"/>
            <a:tailEnd len="med" w="med" type="triangle"/>
          </a:ln>
        </p:spPr>
      </p:cxnSp>
      <p:sp>
        <p:nvSpPr>
          <p:cNvPr id="501" name="Google Shape;501;p28"/>
          <p:cNvSpPr txBox="1"/>
          <p:nvPr/>
        </p:nvSpPr>
        <p:spPr>
          <a:xfrm>
            <a:off x="4412341" y="190425"/>
            <a:ext cx="36654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CC0000"/>
                </a:solidFill>
                <a:latin typeface="Calibri"/>
                <a:ea typeface="Calibri"/>
                <a:cs typeface="Calibri"/>
                <a:sym typeface="Calibri"/>
              </a:rPr>
              <a:t>Why is KV recomputed?</a:t>
            </a:r>
            <a:endParaRPr b="0" i="0" sz="1800" u="none" cap="none" strike="noStrike">
              <a:solidFill>
                <a:srgbClr val="CC0000"/>
              </a:solidFill>
              <a:latin typeface="Calibri"/>
              <a:ea typeface="Calibri"/>
              <a:cs typeface="Calibri"/>
              <a:sym typeface="Calibri"/>
            </a:endParaRPr>
          </a:p>
        </p:txBody>
      </p:sp>
      <p:sp>
        <p:nvSpPr>
          <p:cNvPr id="502" name="Google Shape;502;p28"/>
          <p:cNvSpPr txBox="1"/>
          <p:nvPr/>
        </p:nvSpPr>
        <p:spPr>
          <a:xfrm>
            <a:off x="6735050" y="2861700"/>
            <a:ext cx="2373000" cy="1662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chemeClr val="dk1"/>
                </a:solidFill>
                <a:latin typeface="Calibri"/>
                <a:ea typeface="Calibri"/>
                <a:cs typeface="Calibri"/>
                <a:sym typeface="Calibri"/>
              </a:rPr>
              <a:t>1. We need the K and V of all tokens in the past, at every layer</a:t>
            </a:r>
            <a:endParaRPr b="0"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chemeClr val="dk1"/>
                </a:solidFill>
                <a:latin typeface="Calibri"/>
                <a:ea typeface="Calibri"/>
                <a:cs typeface="Calibri"/>
                <a:sym typeface="Calibri"/>
              </a:rPr>
              <a:t>2. This requires calculation of b1, b2 etc. for all past tokens</a:t>
            </a:r>
            <a:endParaRPr b="0" i="0" sz="1800" u="none" cap="none" strike="noStrike">
              <a:solidFill>
                <a:schemeClr val="dk1"/>
              </a:solidFill>
              <a:latin typeface="Calibri"/>
              <a:ea typeface="Calibri"/>
              <a:cs typeface="Calibri"/>
              <a:sym typeface="Calibri"/>
            </a:endParaRPr>
          </a:p>
        </p:txBody>
      </p:sp>
      <p:sp>
        <p:nvSpPr>
          <p:cNvPr id="503" name="Google Shape;503;p28"/>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rm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en"/>
              <a:t>‹#›</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7" name="Shape 507"/>
        <p:cNvGrpSpPr/>
        <p:nvPr/>
      </p:nvGrpSpPr>
      <p:grpSpPr>
        <a:xfrm>
          <a:off x="0" y="0"/>
          <a:ext cx="0" cy="0"/>
          <a:chOff x="0" y="0"/>
          <a:chExt cx="0" cy="0"/>
        </a:xfrm>
      </p:grpSpPr>
      <p:sp>
        <p:nvSpPr>
          <p:cNvPr id="508" name="Google Shape;508;p30"/>
          <p:cNvSpPr/>
          <p:nvPr/>
        </p:nvSpPr>
        <p:spPr>
          <a:xfrm>
            <a:off x="207425" y="760500"/>
            <a:ext cx="3948900" cy="1375200"/>
          </a:xfrm>
          <a:prstGeom prst="rect">
            <a:avLst/>
          </a:prstGeom>
          <a:noFill/>
          <a:ln cap="flat" cmpd="sng" w="19050">
            <a:solidFill>
              <a:schemeClr val="accent2"/>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509" name="Google Shape;509;p30"/>
          <p:cNvSpPr/>
          <p:nvPr/>
        </p:nvSpPr>
        <p:spPr>
          <a:xfrm>
            <a:off x="803063" y="4483637"/>
            <a:ext cx="1047900" cy="206400"/>
          </a:xfrm>
          <a:prstGeom prst="rect">
            <a:avLst/>
          </a:prstGeom>
          <a:solidFill>
            <a:srgbClr val="BDE1AF"/>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510" name="Google Shape;510;p30"/>
          <p:cNvSpPr/>
          <p:nvPr/>
        </p:nvSpPr>
        <p:spPr>
          <a:xfrm>
            <a:off x="2720478" y="4483637"/>
            <a:ext cx="1047900" cy="206400"/>
          </a:xfrm>
          <a:prstGeom prst="rect">
            <a:avLst/>
          </a:prstGeom>
          <a:solidFill>
            <a:srgbClr val="BDE1AF"/>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511" name="Google Shape;511;p30"/>
          <p:cNvSpPr/>
          <p:nvPr/>
        </p:nvSpPr>
        <p:spPr>
          <a:xfrm>
            <a:off x="209727" y="2829300"/>
            <a:ext cx="3948900" cy="1375200"/>
          </a:xfrm>
          <a:prstGeom prst="rect">
            <a:avLst/>
          </a:prstGeom>
          <a:noFill/>
          <a:ln cap="flat" cmpd="sng" w="19050">
            <a:solidFill>
              <a:schemeClr val="accent2"/>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512" name="Google Shape;512;p30"/>
          <p:cNvSpPr txBox="1"/>
          <p:nvPr/>
        </p:nvSpPr>
        <p:spPr>
          <a:xfrm>
            <a:off x="524618" y="4582900"/>
            <a:ext cx="456600"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6AA84F"/>
                </a:solidFill>
                <a:latin typeface="Arial"/>
                <a:ea typeface="Arial"/>
                <a:cs typeface="Arial"/>
                <a:sym typeface="Arial"/>
              </a:rPr>
              <a:t>a</a:t>
            </a:r>
            <a:r>
              <a:rPr b="1" baseline="-25000" i="0" lang="en" sz="1400" u="none" cap="none" strike="noStrike">
                <a:solidFill>
                  <a:srgbClr val="6AA84F"/>
                </a:solidFill>
                <a:latin typeface="Arial"/>
                <a:ea typeface="Arial"/>
                <a:cs typeface="Arial"/>
                <a:sym typeface="Arial"/>
              </a:rPr>
              <a:t>1</a:t>
            </a:r>
            <a:endParaRPr b="1" i="0" sz="1400" u="none" cap="none" strike="noStrike">
              <a:solidFill>
                <a:srgbClr val="6AA84F"/>
              </a:solidFill>
              <a:latin typeface="Arial"/>
              <a:ea typeface="Arial"/>
              <a:cs typeface="Arial"/>
              <a:sym typeface="Arial"/>
            </a:endParaRPr>
          </a:p>
        </p:txBody>
      </p:sp>
      <p:sp>
        <p:nvSpPr>
          <p:cNvPr id="513" name="Google Shape;513;p30"/>
          <p:cNvSpPr txBox="1"/>
          <p:nvPr/>
        </p:nvSpPr>
        <p:spPr>
          <a:xfrm>
            <a:off x="2399872" y="4566150"/>
            <a:ext cx="410100"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6AA84F"/>
                </a:solidFill>
                <a:latin typeface="Arial"/>
                <a:ea typeface="Arial"/>
                <a:cs typeface="Arial"/>
                <a:sym typeface="Arial"/>
              </a:rPr>
              <a:t>a</a:t>
            </a:r>
            <a:r>
              <a:rPr b="1" baseline="-25000" i="0" lang="en" sz="1400" u="none" cap="none" strike="noStrike">
                <a:solidFill>
                  <a:srgbClr val="6AA84F"/>
                </a:solidFill>
                <a:latin typeface="Arial"/>
                <a:ea typeface="Arial"/>
                <a:cs typeface="Arial"/>
                <a:sym typeface="Arial"/>
              </a:rPr>
              <a:t>2</a:t>
            </a:r>
            <a:endParaRPr b="1" i="0" sz="1400" u="none" cap="none" strike="noStrike">
              <a:solidFill>
                <a:srgbClr val="6AA84F"/>
              </a:solidFill>
              <a:latin typeface="Arial"/>
              <a:ea typeface="Arial"/>
              <a:cs typeface="Arial"/>
              <a:sym typeface="Arial"/>
            </a:endParaRPr>
          </a:p>
        </p:txBody>
      </p:sp>
      <p:sp>
        <p:nvSpPr>
          <p:cNvPr id="514" name="Google Shape;514;p30"/>
          <p:cNvSpPr txBox="1"/>
          <p:nvPr/>
        </p:nvSpPr>
        <p:spPr>
          <a:xfrm>
            <a:off x="995001" y="4646825"/>
            <a:ext cx="752100"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Arial"/>
                <a:ea typeface="Arial"/>
                <a:cs typeface="Arial"/>
                <a:sym typeface="Arial"/>
              </a:rPr>
              <a:t>Once</a:t>
            </a:r>
            <a:endParaRPr b="0" i="0" sz="1100" u="none" cap="none" strike="noStrike">
              <a:solidFill>
                <a:srgbClr val="000000"/>
              </a:solidFill>
              <a:latin typeface="Arial"/>
              <a:ea typeface="Arial"/>
              <a:cs typeface="Arial"/>
              <a:sym typeface="Arial"/>
            </a:endParaRPr>
          </a:p>
        </p:txBody>
      </p:sp>
      <p:sp>
        <p:nvSpPr>
          <p:cNvPr id="515" name="Google Shape;515;p30"/>
          <p:cNvSpPr txBox="1"/>
          <p:nvPr/>
        </p:nvSpPr>
        <p:spPr>
          <a:xfrm>
            <a:off x="2982447" y="4646825"/>
            <a:ext cx="706200"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Arial"/>
                <a:ea typeface="Arial"/>
                <a:cs typeface="Arial"/>
                <a:sym typeface="Arial"/>
              </a:rPr>
              <a:t>upon</a:t>
            </a:r>
            <a:endParaRPr b="0" i="0" sz="1100" u="none" cap="none" strike="noStrike">
              <a:solidFill>
                <a:srgbClr val="000000"/>
              </a:solidFill>
              <a:latin typeface="Arial"/>
              <a:ea typeface="Arial"/>
              <a:cs typeface="Arial"/>
              <a:sym typeface="Arial"/>
            </a:endParaRPr>
          </a:p>
        </p:txBody>
      </p:sp>
      <p:sp>
        <p:nvSpPr>
          <p:cNvPr id="516" name="Google Shape;516;p30"/>
          <p:cNvSpPr/>
          <p:nvPr/>
        </p:nvSpPr>
        <p:spPr>
          <a:xfrm>
            <a:off x="1011113" y="3597853"/>
            <a:ext cx="840000" cy="206400"/>
          </a:xfrm>
          <a:prstGeom prst="rect">
            <a:avLst/>
          </a:prstGeom>
          <a:solidFill>
            <a:srgbClr val="AEDFFF"/>
          </a:solidFill>
          <a:ln cap="flat" cmpd="sng" w="19050">
            <a:solidFill>
              <a:srgbClr val="A5A5A5"/>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517" name="Google Shape;517;p30"/>
          <p:cNvSpPr/>
          <p:nvPr/>
        </p:nvSpPr>
        <p:spPr>
          <a:xfrm>
            <a:off x="907088" y="3701056"/>
            <a:ext cx="840000" cy="206400"/>
          </a:xfrm>
          <a:prstGeom prst="rect">
            <a:avLst/>
          </a:prstGeom>
          <a:solidFill>
            <a:srgbClr val="FDD349"/>
          </a:solidFill>
          <a:ln cap="flat" cmpd="sng" w="19050">
            <a:solidFill>
              <a:srgbClr val="A5A5A5"/>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518" name="Google Shape;518;p30"/>
          <p:cNvSpPr/>
          <p:nvPr/>
        </p:nvSpPr>
        <p:spPr>
          <a:xfrm>
            <a:off x="803063" y="3804259"/>
            <a:ext cx="840000" cy="206400"/>
          </a:xfrm>
          <a:prstGeom prst="rect">
            <a:avLst/>
          </a:prstGeom>
          <a:solidFill>
            <a:srgbClr val="EDD6F0"/>
          </a:solidFill>
          <a:ln cap="flat" cmpd="sng" w="19050">
            <a:solidFill>
              <a:srgbClr val="A5A5A5"/>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519" name="Google Shape;519;p30"/>
          <p:cNvSpPr txBox="1"/>
          <p:nvPr/>
        </p:nvSpPr>
        <p:spPr>
          <a:xfrm>
            <a:off x="521011" y="3804259"/>
            <a:ext cx="426429"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E59DDC"/>
                </a:solidFill>
                <a:latin typeface="Arial"/>
                <a:ea typeface="Arial"/>
                <a:cs typeface="Arial"/>
                <a:sym typeface="Arial"/>
              </a:rPr>
              <a:t>q</a:t>
            </a:r>
            <a:r>
              <a:rPr b="0" baseline="-25000" i="0" lang="en" sz="1400" u="none" cap="none" strike="noStrike">
                <a:solidFill>
                  <a:srgbClr val="E59DDC"/>
                </a:solidFill>
                <a:latin typeface="Arial"/>
                <a:ea typeface="Arial"/>
                <a:cs typeface="Arial"/>
                <a:sym typeface="Arial"/>
              </a:rPr>
              <a:t>1</a:t>
            </a:r>
            <a:endParaRPr b="0" i="0" sz="1400" u="none" cap="none" strike="noStrike">
              <a:solidFill>
                <a:srgbClr val="E59DDC"/>
              </a:solidFill>
              <a:latin typeface="Arial"/>
              <a:ea typeface="Arial"/>
              <a:cs typeface="Arial"/>
              <a:sym typeface="Arial"/>
            </a:endParaRPr>
          </a:p>
        </p:txBody>
      </p:sp>
      <p:sp>
        <p:nvSpPr>
          <p:cNvPr id="520" name="Google Shape;520;p30"/>
          <p:cNvSpPr txBox="1"/>
          <p:nvPr/>
        </p:nvSpPr>
        <p:spPr>
          <a:xfrm>
            <a:off x="571232" y="3632124"/>
            <a:ext cx="297300"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BC86"/>
                </a:solidFill>
                <a:latin typeface="Arial"/>
                <a:ea typeface="Arial"/>
                <a:cs typeface="Arial"/>
                <a:sym typeface="Arial"/>
              </a:rPr>
              <a:t>k</a:t>
            </a:r>
            <a:r>
              <a:rPr b="0" baseline="-25000" i="0" lang="en" sz="1400" u="none" cap="none" strike="noStrike">
                <a:solidFill>
                  <a:srgbClr val="FFBC86"/>
                </a:solidFill>
                <a:latin typeface="Arial"/>
                <a:ea typeface="Arial"/>
                <a:cs typeface="Arial"/>
                <a:sym typeface="Arial"/>
              </a:rPr>
              <a:t>1</a:t>
            </a:r>
            <a:endParaRPr b="0" i="0" sz="1400" u="none" cap="none" strike="noStrike">
              <a:solidFill>
                <a:srgbClr val="FFBC86"/>
              </a:solidFill>
              <a:latin typeface="Arial"/>
              <a:ea typeface="Arial"/>
              <a:cs typeface="Arial"/>
              <a:sym typeface="Arial"/>
            </a:endParaRPr>
          </a:p>
        </p:txBody>
      </p:sp>
      <p:sp>
        <p:nvSpPr>
          <p:cNvPr id="521" name="Google Shape;521;p30"/>
          <p:cNvSpPr txBox="1"/>
          <p:nvPr/>
        </p:nvSpPr>
        <p:spPr>
          <a:xfrm>
            <a:off x="675257" y="3507431"/>
            <a:ext cx="297300"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43AFE2"/>
                </a:solidFill>
                <a:latin typeface="Arial"/>
                <a:ea typeface="Arial"/>
                <a:cs typeface="Arial"/>
                <a:sym typeface="Arial"/>
              </a:rPr>
              <a:t>v</a:t>
            </a:r>
            <a:r>
              <a:rPr b="0" baseline="-25000" i="0" lang="en" sz="1400" u="none" cap="none" strike="noStrike">
                <a:solidFill>
                  <a:srgbClr val="43AFE2"/>
                </a:solidFill>
                <a:latin typeface="Arial"/>
                <a:ea typeface="Arial"/>
                <a:cs typeface="Arial"/>
                <a:sym typeface="Arial"/>
              </a:rPr>
              <a:t>1</a:t>
            </a:r>
            <a:endParaRPr b="0" i="0" sz="1400" u="none" cap="none" strike="noStrike">
              <a:solidFill>
                <a:srgbClr val="43AFE2"/>
              </a:solidFill>
              <a:latin typeface="Arial"/>
              <a:ea typeface="Arial"/>
              <a:cs typeface="Arial"/>
              <a:sym typeface="Arial"/>
            </a:endParaRPr>
          </a:p>
        </p:txBody>
      </p:sp>
      <p:sp>
        <p:nvSpPr>
          <p:cNvPr id="522" name="Google Shape;522;p30"/>
          <p:cNvSpPr/>
          <p:nvPr/>
        </p:nvSpPr>
        <p:spPr>
          <a:xfrm>
            <a:off x="2952655" y="3590014"/>
            <a:ext cx="840000" cy="206400"/>
          </a:xfrm>
          <a:prstGeom prst="rect">
            <a:avLst/>
          </a:prstGeom>
          <a:solidFill>
            <a:srgbClr val="AEDFFF"/>
          </a:solidFill>
          <a:ln cap="flat" cmpd="sng" w="19050">
            <a:solidFill>
              <a:srgbClr val="A5A5A5"/>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523" name="Google Shape;523;p30"/>
          <p:cNvSpPr/>
          <p:nvPr/>
        </p:nvSpPr>
        <p:spPr>
          <a:xfrm>
            <a:off x="2848630" y="3693218"/>
            <a:ext cx="840000" cy="206400"/>
          </a:xfrm>
          <a:prstGeom prst="rect">
            <a:avLst/>
          </a:prstGeom>
          <a:solidFill>
            <a:srgbClr val="FDD349"/>
          </a:solidFill>
          <a:ln cap="flat" cmpd="sng" w="19050">
            <a:solidFill>
              <a:srgbClr val="A5A5A5"/>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524" name="Google Shape;524;p30"/>
          <p:cNvSpPr/>
          <p:nvPr/>
        </p:nvSpPr>
        <p:spPr>
          <a:xfrm>
            <a:off x="2744605" y="3796421"/>
            <a:ext cx="840000" cy="206400"/>
          </a:xfrm>
          <a:prstGeom prst="rect">
            <a:avLst/>
          </a:prstGeom>
          <a:solidFill>
            <a:srgbClr val="EDD6F0"/>
          </a:solidFill>
          <a:ln cap="flat" cmpd="sng" w="19050">
            <a:solidFill>
              <a:srgbClr val="A5A5A5"/>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525" name="Google Shape;525;p30"/>
          <p:cNvSpPr txBox="1"/>
          <p:nvPr/>
        </p:nvSpPr>
        <p:spPr>
          <a:xfrm>
            <a:off x="2462552" y="3796421"/>
            <a:ext cx="347419"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E59DDC"/>
                </a:solidFill>
                <a:latin typeface="Arial"/>
                <a:ea typeface="Arial"/>
                <a:cs typeface="Arial"/>
                <a:sym typeface="Arial"/>
              </a:rPr>
              <a:t>q</a:t>
            </a:r>
            <a:r>
              <a:rPr b="0" baseline="-25000" i="0" lang="en" sz="1400" u="none" cap="none" strike="noStrike">
                <a:solidFill>
                  <a:srgbClr val="E59DDC"/>
                </a:solidFill>
                <a:latin typeface="Arial"/>
                <a:ea typeface="Arial"/>
                <a:cs typeface="Arial"/>
                <a:sym typeface="Arial"/>
              </a:rPr>
              <a:t>2</a:t>
            </a:r>
            <a:endParaRPr b="0" i="0" sz="1400" u="none" cap="none" strike="noStrike">
              <a:solidFill>
                <a:srgbClr val="E59DDC"/>
              </a:solidFill>
              <a:latin typeface="Arial"/>
              <a:ea typeface="Arial"/>
              <a:cs typeface="Arial"/>
              <a:sym typeface="Arial"/>
            </a:endParaRPr>
          </a:p>
        </p:txBody>
      </p:sp>
      <p:sp>
        <p:nvSpPr>
          <p:cNvPr id="526" name="Google Shape;526;p30"/>
          <p:cNvSpPr txBox="1"/>
          <p:nvPr/>
        </p:nvSpPr>
        <p:spPr>
          <a:xfrm>
            <a:off x="2512774" y="3624286"/>
            <a:ext cx="297300"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BC86"/>
                </a:solidFill>
                <a:latin typeface="Arial"/>
                <a:ea typeface="Arial"/>
                <a:cs typeface="Arial"/>
                <a:sym typeface="Arial"/>
              </a:rPr>
              <a:t>k</a:t>
            </a:r>
            <a:r>
              <a:rPr b="0" baseline="-25000" i="0" lang="en" sz="1400" u="none" cap="none" strike="noStrike">
                <a:solidFill>
                  <a:srgbClr val="FFBC86"/>
                </a:solidFill>
                <a:latin typeface="Arial"/>
                <a:ea typeface="Arial"/>
                <a:cs typeface="Arial"/>
                <a:sym typeface="Arial"/>
              </a:rPr>
              <a:t>2</a:t>
            </a:r>
            <a:endParaRPr b="0" i="0" sz="1400" u="none" cap="none" strike="noStrike">
              <a:solidFill>
                <a:srgbClr val="FFBC86"/>
              </a:solidFill>
              <a:latin typeface="Arial"/>
              <a:ea typeface="Arial"/>
              <a:cs typeface="Arial"/>
              <a:sym typeface="Arial"/>
            </a:endParaRPr>
          </a:p>
        </p:txBody>
      </p:sp>
      <p:sp>
        <p:nvSpPr>
          <p:cNvPr id="527" name="Google Shape;527;p30"/>
          <p:cNvSpPr txBox="1"/>
          <p:nvPr/>
        </p:nvSpPr>
        <p:spPr>
          <a:xfrm>
            <a:off x="2616799" y="3499593"/>
            <a:ext cx="297300"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43AFE2"/>
                </a:solidFill>
                <a:latin typeface="Arial"/>
                <a:ea typeface="Arial"/>
                <a:cs typeface="Arial"/>
                <a:sym typeface="Arial"/>
              </a:rPr>
              <a:t>v</a:t>
            </a:r>
            <a:r>
              <a:rPr b="0" baseline="-25000" i="0" lang="en" sz="1400" u="none" cap="none" strike="noStrike">
                <a:solidFill>
                  <a:srgbClr val="43AFE2"/>
                </a:solidFill>
                <a:latin typeface="Arial"/>
                <a:ea typeface="Arial"/>
                <a:cs typeface="Arial"/>
                <a:sym typeface="Arial"/>
              </a:rPr>
              <a:t>2</a:t>
            </a:r>
            <a:endParaRPr b="0" i="0" sz="1400" u="none" cap="none" strike="noStrike">
              <a:solidFill>
                <a:srgbClr val="43AFE2"/>
              </a:solidFill>
              <a:latin typeface="Arial"/>
              <a:ea typeface="Arial"/>
              <a:cs typeface="Arial"/>
              <a:sym typeface="Arial"/>
            </a:endParaRPr>
          </a:p>
        </p:txBody>
      </p:sp>
      <p:sp>
        <p:nvSpPr>
          <p:cNvPr id="528" name="Google Shape;528;p30"/>
          <p:cNvSpPr/>
          <p:nvPr/>
        </p:nvSpPr>
        <p:spPr>
          <a:xfrm>
            <a:off x="803063" y="2220507"/>
            <a:ext cx="1047900" cy="206400"/>
          </a:xfrm>
          <a:prstGeom prst="rect">
            <a:avLst/>
          </a:prstGeom>
          <a:solidFill>
            <a:srgbClr val="BDE1AF"/>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529" name="Google Shape;529;p30"/>
          <p:cNvSpPr/>
          <p:nvPr/>
        </p:nvSpPr>
        <p:spPr>
          <a:xfrm>
            <a:off x="2720478" y="2220507"/>
            <a:ext cx="1047900" cy="206400"/>
          </a:xfrm>
          <a:prstGeom prst="rect">
            <a:avLst/>
          </a:prstGeom>
          <a:solidFill>
            <a:srgbClr val="BDE1AF"/>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530" name="Google Shape;530;p30"/>
          <p:cNvSpPr txBox="1"/>
          <p:nvPr/>
        </p:nvSpPr>
        <p:spPr>
          <a:xfrm>
            <a:off x="594995" y="2340475"/>
            <a:ext cx="456600"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6AA84F"/>
                </a:solidFill>
                <a:latin typeface="Arial"/>
                <a:ea typeface="Arial"/>
                <a:cs typeface="Arial"/>
                <a:sym typeface="Arial"/>
              </a:rPr>
              <a:t>b</a:t>
            </a:r>
            <a:r>
              <a:rPr b="1" baseline="-25000" i="0" lang="en" sz="1400" u="none" cap="none" strike="noStrike">
                <a:solidFill>
                  <a:srgbClr val="6AA84F"/>
                </a:solidFill>
                <a:latin typeface="Arial"/>
                <a:ea typeface="Arial"/>
                <a:cs typeface="Arial"/>
                <a:sym typeface="Arial"/>
              </a:rPr>
              <a:t>1</a:t>
            </a:r>
            <a:endParaRPr b="1" i="0" sz="1400" u="none" cap="none" strike="noStrike">
              <a:solidFill>
                <a:srgbClr val="6AA84F"/>
              </a:solidFill>
              <a:latin typeface="Arial"/>
              <a:ea typeface="Arial"/>
              <a:cs typeface="Arial"/>
              <a:sym typeface="Arial"/>
            </a:endParaRPr>
          </a:p>
        </p:txBody>
      </p:sp>
      <p:sp>
        <p:nvSpPr>
          <p:cNvPr id="531" name="Google Shape;531;p30"/>
          <p:cNvSpPr txBox="1"/>
          <p:nvPr/>
        </p:nvSpPr>
        <p:spPr>
          <a:xfrm>
            <a:off x="2399872" y="2303000"/>
            <a:ext cx="410100"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6AA84F"/>
                </a:solidFill>
                <a:latin typeface="Arial"/>
                <a:ea typeface="Arial"/>
                <a:cs typeface="Arial"/>
                <a:sym typeface="Arial"/>
              </a:rPr>
              <a:t>b</a:t>
            </a:r>
            <a:r>
              <a:rPr b="1" baseline="-25000" i="0" lang="en" sz="1400" u="none" cap="none" strike="noStrike">
                <a:solidFill>
                  <a:srgbClr val="6AA84F"/>
                </a:solidFill>
                <a:latin typeface="Arial"/>
                <a:ea typeface="Arial"/>
                <a:cs typeface="Arial"/>
                <a:sym typeface="Arial"/>
              </a:rPr>
              <a:t>2</a:t>
            </a:r>
            <a:endParaRPr b="1" i="0" sz="1400" u="none" cap="none" strike="noStrike">
              <a:solidFill>
                <a:srgbClr val="6AA84F"/>
              </a:solidFill>
              <a:latin typeface="Arial"/>
              <a:ea typeface="Arial"/>
              <a:cs typeface="Arial"/>
              <a:sym typeface="Arial"/>
            </a:endParaRPr>
          </a:p>
        </p:txBody>
      </p:sp>
      <p:cxnSp>
        <p:nvCxnSpPr>
          <p:cNvPr id="532" name="Google Shape;532;p30"/>
          <p:cNvCxnSpPr>
            <a:stCxn id="524" idx="0"/>
          </p:cNvCxnSpPr>
          <p:nvPr/>
        </p:nvCxnSpPr>
        <p:spPr>
          <a:xfrm rot="10800000">
            <a:off x="3161005" y="3218321"/>
            <a:ext cx="3600" cy="578100"/>
          </a:xfrm>
          <a:prstGeom prst="straightConnector1">
            <a:avLst/>
          </a:prstGeom>
          <a:noFill/>
          <a:ln cap="flat" cmpd="sng" w="19050">
            <a:solidFill>
              <a:srgbClr val="E59DDC"/>
            </a:solidFill>
            <a:prstDash val="solid"/>
            <a:miter lim="8000"/>
            <a:headEnd len="sm" w="sm" type="none"/>
            <a:tailEnd len="med" w="med" type="triangle"/>
          </a:ln>
        </p:spPr>
      </p:cxnSp>
      <p:cxnSp>
        <p:nvCxnSpPr>
          <p:cNvPr id="533" name="Google Shape;533;p30"/>
          <p:cNvCxnSpPr/>
          <p:nvPr/>
        </p:nvCxnSpPr>
        <p:spPr>
          <a:xfrm rot="10800000">
            <a:off x="1226330" y="3210568"/>
            <a:ext cx="3600" cy="578100"/>
          </a:xfrm>
          <a:prstGeom prst="straightConnector1">
            <a:avLst/>
          </a:prstGeom>
          <a:noFill/>
          <a:ln cap="flat" cmpd="sng" w="19050">
            <a:solidFill>
              <a:srgbClr val="E59DDC"/>
            </a:solidFill>
            <a:prstDash val="solid"/>
            <a:miter lim="8000"/>
            <a:headEnd len="sm" w="sm" type="none"/>
            <a:tailEnd len="med" w="med" type="triangle"/>
          </a:ln>
        </p:spPr>
      </p:cxnSp>
      <p:cxnSp>
        <p:nvCxnSpPr>
          <p:cNvPr id="534" name="Google Shape;534;p30"/>
          <p:cNvCxnSpPr>
            <a:stCxn id="516" idx="0"/>
          </p:cNvCxnSpPr>
          <p:nvPr/>
        </p:nvCxnSpPr>
        <p:spPr>
          <a:xfrm flipH="1" rot="10800000">
            <a:off x="1431113" y="3226153"/>
            <a:ext cx="1422600" cy="371700"/>
          </a:xfrm>
          <a:prstGeom prst="straightConnector1">
            <a:avLst/>
          </a:prstGeom>
          <a:noFill/>
          <a:ln cap="flat" cmpd="sng" w="19050">
            <a:solidFill>
              <a:srgbClr val="72C4E9"/>
            </a:solidFill>
            <a:prstDash val="solid"/>
            <a:miter lim="8000"/>
            <a:headEnd len="sm" w="sm" type="none"/>
            <a:tailEnd len="med" w="med" type="triangle"/>
          </a:ln>
        </p:spPr>
      </p:cxnSp>
      <p:cxnSp>
        <p:nvCxnSpPr>
          <p:cNvPr id="535" name="Google Shape;535;p30"/>
          <p:cNvCxnSpPr/>
          <p:nvPr/>
        </p:nvCxnSpPr>
        <p:spPr>
          <a:xfrm rot="10800000">
            <a:off x="1228141" y="2571809"/>
            <a:ext cx="0" cy="529200"/>
          </a:xfrm>
          <a:prstGeom prst="straightConnector1">
            <a:avLst/>
          </a:prstGeom>
          <a:noFill/>
          <a:ln cap="flat" cmpd="sng" w="19050">
            <a:solidFill>
              <a:schemeClr val="accent1"/>
            </a:solidFill>
            <a:prstDash val="dash"/>
            <a:miter lim="8000"/>
            <a:headEnd len="sm" w="sm" type="none"/>
            <a:tailEnd len="med" w="med" type="triangle"/>
          </a:ln>
        </p:spPr>
      </p:cxnSp>
      <p:cxnSp>
        <p:nvCxnSpPr>
          <p:cNvPr id="536" name="Google Shape;536;p30"/>
          <p:cNvCxnSpPr/>
          <p:nvPr/>
        </p:nvCxnSpPr>
        <p:spPr>
          <a:xfrm rot="10800000">
            <a:off x="3151877" y="2564722"/>
            <a:ext cx="0" cy="529200"/>
          </a:xfrm>
          <a:prstGeom prst="straightConnector1">
            <a:avLst/>
          </a:prstGeom>
          <a:noFill/>
          <a:ln cap="flat" cmpd="sng" w="19050">
            <a:solidFill>
              <a:schemeClr val="accent1"/>
            </a:solidFill>
            <a:prstDash val="dash"/>
            <a:miter lim="8000"/>
            <a:headEnd len="sm" w="sm" type="none"/>
            <a:tailEnd len="med" w="med" type="triangle"/>
          </a:ln>
        </p:spPr>
      </p:cxnSp>
      <p:cxnSp>
        <p:nvCxnSpPr>
          <p:cNvPr id="537" name="Google Shape;537;p30"/>
          <p:cNvCxnSpPr/>
          <p:nvPr/>
        </p:nvCxnSpPr>
        <p:spPr>
          <a:xfrm rot="10800000">
            <a:off x="1202300" y="792522"/>
            <a:ext cx="0" cy="1130700"/>
          </a:xfrm>
          <a:prstGeom prst="straightConnector1">
            <a:avLst/>
          </a:prstGeom>
          <a:noFill/>
          <a:ln cap="flat" cmpd="sng" w="19050">
            <a:solidFill>
              <a:schemeClr val="accent1"/>
            </a:solidFill>
            <a:prstDash val="dash"/>
            <a:miter lim="8000"/>
            <a:headEnd len="sm" w="sm" type="none"/>
            <a:tailEnd len="med" w="med" type="triangle"/>
          </a:ln>
        </p:spPr>
      </p:cxnSp>
      <p:cxnSp>
        <p:nvCxnSpPr>
          <p:cNvPr id="538" name="Google Shape;538;p30"/>
          <p:cNvCxnSpPr/>
          <p:nvPr/>
        </p:nvCxnSpPr>
        <p:spPr>
          <a:xfrm rot="10800000">
            <a:off x="3126018" y="785596"/>
            <a:ext cx="6300" cy="1092900"/>
          </a:xfrm>
          <a:prstGeom prst="straightConnector1">
            <a:avLst/>
          </a:prstGeom>
          <a:noFill/>
          <a:ln cap="flat" cmpd="sng" w="19050">
            <a:solidFill>
              <a:schemeClr val="accent1"/>
            </a:solidFill>
            <a:prstDash val="dash"/>
            <a:miter lim="8000"/>
            <a:headEnd len="sm" w="sm" type="none"/>
            <a:tailEnd len="med" w="med" type="triangle"/>
          </a:ln>
        </p:spPr>
      </p:cxnSp>
      <p:sp>
        <p:nvSpPr>
          <p:cNvPr id="539" name="Google Shape;539;p30"/>
          <p:cNvSpPr txBox="1"/>
          <p:nvPr/>
        </p:nvSpPr>
        <p:spPr>
          <a:xfrm>
            <a:off x="774398" y="2989747"/>
            <a:ext cx="868500" cy="276900"/>
          </a:xfrm>
          <a:prstGeom prst="rect">
            <a:avLst/>
          </a:prstGeom>
          <a:blipFill rotWithShape="1">
            <a:blip r:embed="rId3">
              <a:alphaModFix/>
            </a:blip>
            <a:stretch>
              <a:fillRect b="-22575" l="-4348" r="0" t="-6447"/>
            </a:stretch>
          </a:blip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 </a:t>
            </a:r>
            <a:endParaRPr b="0" i="0" sz="1100" u="none" cap="none" strike="noStrike">
              <a:solidFill>
                <a:srgbClr val="000000"/>
              </a:solidFill>
              <a:latin typeface="Arial"/>
              <a:ea typeface="Arial"/>
              <a:cs typeface="Arial"/>
              <a:sym typeface="Arial"/>
            </a:endParaRPr>
          </a:p>
        </p:txBody>
      </p:sp>
      <p:sp>
        <p:nvSpPr>
          <p:cNvPr id="540" name="Google Shape;540;p30"/>
          <p:cNvSpPr txBox="1"/>
          <p:nvPr/>
        </p:nvSpPr>
        <p:spPr>
          <a:xfrm>
            <a:off x="2744604" y="2985398"/>
            <a:ext cx="880200" cy="276900"/>
          </a:xfrm>
          <a:prstGeom prst="rect">
            <a:avLst/>
          </a:prstGeom>
          <a:blipFill rotWithShape="1">
            <a:blip r:embed="rId4">
              <a:alphaModFix/>
            </a:blip>
            <a:stretch>
              <a:fillRect b="-26657" l="-4298" r="0" t="-6666"/>
            </a:stretch>
          </a:blip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 </a:t>
            </a:r>
            <a:endParaRPr b="0" i="0" sz="1100" u="none" cap="none" strike="noStrike">
              <a:solidFill>
                <a:srgbClr val="000000"/>
              </a:solidFill>
              <a:latin typeface="Arial"/>
              <a:ea typeface="Arial"/>
              <a:cs typeface="Arial"/>
              <a:sym typeface="Arial"/>
            </a:endParaRPr>
          </a:p>
        </p:txBody>
      </p:sp>
      <p:sp>
        <p:nvSpPr>
          <p:cNvPr id="541" name="Google Shape;541;p30"/>
          <p:cNvSpPr/>
          <p:nvPr/>
        </p:nvSpPr>
        <p:spPr>
          <a:xfrm>
            <a:off x="1051466" y="1268750"/>
            <a:ext cx="840000" cy="206400"/>
          </a:xfrm>
          <a:prstGeom prst="rect">
            <a:avLst/>
          </a:prstGeom>
          <a:solidFill>
            <a:srgbClr val="AEDFFF"/>
          </a:solidFill>
          <a:ln cap="flat" cmpd="sng" w="19050">
            <a:solidFill>
              <a:srgbClr val="A5A5A5"/>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542" name="Google Shape;542;p30"/>
          <p:cNvSpPr/>
          <p:nvPr/>
        </p:nvSpPr>
        <p:spPr>
          <a:xfrm>
            <a:off x="947441" y="1371953"/>
            <a:ext cx="840000" cy="206400"/>
          </a:xfrm>
          <a:prstGeom prst="rect">
            <a:avLst/>
          </a:prstGeom>
          <a:solidFill>
            <a:srgbClr val="FDD349"/>
          </a:solidFill>
          <a:ln cap="flat" cmpd="sng" w="19050">
            <a:solidFill>
              <a:srgbClr val="A5A5A5"/>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543" name="Google Shape;543;p30"/>
          <p:cNvSpPr/>
          <p:nvPr/>
        </p:nvSpPr>
        <p:spPr>
          <a:xfrm>
            <a:off x="843416" y="1475156"/>
            <a:ext cx="840000" cy="206400"/>
          </a:xfrm>
          <a:prstGeom prst="rect">
            <a:avLst/>
          </a:prstGeom>
          <a:solidFill>
            <a:srgbClr val="EDD6F0"/>
          </a:solidFill>
          <a:ln cap="flat" cmpd="sng" w="19050">
            <a:solidFill>
              <a:srgbClr val="A5A5A5"/>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544" name="Google Shape;544;p30"/>
          <p:cNvSpPr txBox="1"/>
          <p:nvPr/>
        </p:nvSpPr>
        <p:spPr>
          <a:xfrm>
            <a:off x="561363" y="1475156"/>
            <a:ext cx="419853"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E59DDC"/>
                </a:solidFill>
                <a:latin typeface="Arial"/>
                <a:ea typeface="Arial"/>
                <a:cs typeface="Arial"/>
                <a:sym typeface="Arial"/>
              </a:rPr>
              <a:t>q</a:t>
            </a:r>
            <a:r>
              <a:rPr b="0" baseline="-25000" i="0" lang="en" sz="1400" u="none" cap="none" strike="noStrike">
                <a:solidFill>
                  <a:srgbClr val="E59DDC"/>
                </a:solidFill>
                <a:latin typeface="Arial"/>
                <a:ea typeface="Arial"/>
                <a:cs typeface="Arial"/>
                <a:sym typeface="Arial"/>
              </a:rPr>
              <a:t>1</a:t>
            </a:r>
            <a:endParaRPr b="0" i="0" sz="1400" u="none" cap="none" strike="noStrike">
              <a:solidFill>
                <a:srgbClr val="E59DDC"/>
              </a:solidFill>
              <a:latin typeface="Arial"/>
              <a:ea typeface="Arial"/>
              <a:cs typeface="Arial"/>
              <a:sym typeface="Arial"/>
            </a:endParaRPr>
          </a:p>
        </p:txBody>
      </p:sp>
      <p:sp>
        <p:nvSpPr>
          <p:cNvPr id="545" name="Google Shape;545;p30"/>
          <p:cNvSpPr txBox="1"/>
          <p:nvPr/>
        </p:nvSpPr>
        <p:spPr>
          <a:xfrm>
            <a:off x="611584" y="1303021"/>
            <a:ext cx="297300"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BC86"/>
                </a:solidFill>
                <a:latin typeface="Arial"/>
                <a:ea typeface="Arial"/>
                <a:cs typeface="Arial"/>
                <a:sym typeface="Arial"/>
              </a:rPr>
              <a:t>k</a:t>
            </a:r>
            <a:r>
              <a:rPr b="0" baseline="-25000" i="0" lang="en" sz="1400" u="none" cap="none" strike="noStrike">
                <a:solidFill>
                  <a:srgbClr val="FFBC86"/>
                </a:solidFill>
                <a:latin typeface="Arial"/>
                <a:ea typeface="Arial"/>
                <a:cs typeface="Arial"/>
                <a:sym typeface="Arial"/>
              </a:rPr>
              <a:t>1</a:t>
            </a:r>
            <a:endParaRPr b="0" i="0" sz="1400" u="none" cap="none" strike="noStrike">
              <a:solidFill>
                <a:srgbClr val="FFBC86"/>
              </a:solidFill>
              <a:latin typeface="Arial"/>
              <a:ea typeface="Arial"/>
              <a:cs typeface="Arial"/>
              <a:sym typeface="Arial"/>
            </a:endParaRPr>
          </a:p>
        </p:txBody>
      </p:sp>
      <p:sp>
        <p:nvSpPr>
          <p:cNvPr id="546" name="Google Shape;546;p30"/>
          <p:cNvSpPr txBox="1"/>
          <p:nvPr/>
        </p:nvSpPr>
        <p:spPr>
          <a:xfrm>
            <a:off x="715610" y="1178328"/>
            <a:ext cx="297300"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43AFE2"/>
                </a:solidFill>
                <a:latin typeface="Arial"/>
                <a:ea typeface="Arial"/>
                <a:cs typeface="Arial"/>
                <a:sym typeface="Arial"/>
              </a:rPr>
              <a:t>v</a:t>
            </a:r>
            <a:r>
              <a:rPr b="0" baseline="-25000" i="0" lang="en" sz="1400" u="none" cap="none" strike="noStrike">
                <a:solidFill>
                  <a:srgbClr val="43AFE2"/>
                </a:solidFill>
                <a:latin typeface="Arial"/>
                <a:ea typeface="Arial"/>
                <a:cs typeface="Arial"/>
                <a:sym typeface="Arial"/>
              </a:rPr>
              <a:t>1</a:t>
            </a:r>
            <a:endParaRPr b="0" i="0" sz="1400" u="none" cap="none" strike="noStrike">
              <a:solidFill>
                <a:srgbClr val="43AFE2"/>
              </a:solidFill>
              <a:latin typeface="Arial"/>
              <a:ea typeface="Arial"/>
              <a:cs typeface="Arial"/>
              <a:sym typeface="Arial"/>
            </a:endParaRPr>
          </a:p>
        </p:txBody>
      </p:sp>
      <p:sp>
        <p:nvSpPr>
          <p:cNvPr id="547" name="Google Shape;547;p30"/>
          <p:cNvSpPr/>
          <p:nvPr/>
        </p:nvSpPr>
        <p:spPr>
          <a:xfrm>
            <a:off x="2993007" y="1260911"/>
            <a:ext cx="840000" cy="206400"/>
          </a:xfrm>
          <a:prstGeom prst="rect">
            <a:avLst/>
          </a:prstGeom>
          <a:solidFill>
            <a:srgbClr val="AEDFFF"/>
          </a:solidFill>
          <a:ln cap="flat" cmpd="sng" w="19050">
            <a:solidFill>
              <a:srgbClr val="A5A5A5"/>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548" name="Google Shape;548;p30"/>
          <p:cNvSpPr/>
          <p:nvPr/>
        </p:nvSpPr>
        <p:spPr>
          <a:xfrm>
            <a:off x="2888982" y="1364114"/>
            <a:ext cx="840000" cy="206400"/>
          </a:xfrm>
          <a:prstGeom prst="rect">
            <a:avLst/>
          </a:prstGeom>
          <a:solidFill>
            <a:srgbClr val="FDD349"/>
          </a:solidFill>
          <a:ln cap="flat" cmpd="sng" w="19050">
            <a:solidFill>
              <a:srgbClr val="A5A5A5"/>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549" name="Google Shape;549;p30"/>
          <p:cNvSpPr/>
          <p:nvPr/>
        </p:nvSpPr>
        <p:spPr>
          <a:xfrm>
            <a:off x="2784957" y="1467317"/>
            <a:ext cx="840000" cy="206400"/>
          </a:xfrm>
          <a:prstGeom prst="rect">
            <a:avLst/>
          </a:prstGeom>
          <a:solidFill>
            <a:srgbClr val="EDD6F0"/>
          </a:solidFill>
          <a:ln cap="flat" cmpd="sng" w="19050">
            <a:solidFill>
              <a:srgbClr val="A5A5A5"/>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550" name="Google Shape;550;p30"/>
          <p:cNvSpPr txBox="1"/>
          <p:nvPr/>
        </p:nvSpPr>
        <p:spPr>
          <a:xfrm>
            <a:off x="2502904" y="1467317"/>
            <a:ext cx="386077"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E59DDC"/>
                </a:solidFill>
                <a:latin typeface="Arial"/>
                <a:ea typeface="Arial"/>
                <a:cs typeface="Arial"/>
                <a:sym typeface="Arial"/>
              </a:rPr>
              <a:t>q</a:t>
            </a:r>
            <a:r>
              <a:rPr b="0" baseline="-25000" i="0" lang="en" sz="1400" u="none" cap="none" strike="noStrike">
                <a:solidFill>
                  <a:srgbClr val="E59DDC"/>
                </a:solidFill>
                <a:latin typeface="Arial"/>
                <a:ea typeface="Arial"/>
                <a:cs typeface="Arial"/>
                <a:sym typeface="Arial"/>
              </a:rPr>
              <a:t>2</a:t>
            </a:r>
            <a:endParaRPr b="0" i="0" sz="1400" u="none" cap="none" strike="noStrike">
              <a:solidFill>
                <a:srgbClr val="E59DDC"/>
              </a:solidFill>
              <a:latin typeface="Arial"/>
              <a:ea typeface="Arial"/>
              <a:cs typeface="Arial"/>
              <a:sym typeface="Arial"/>
            </a:endParaRPr>
          </a:p>
        </p:txBody>
      </p:sp>
      <p:sp>
        <p:nvSpPr>
          <p:cNvPr id="551" name="Google Shape;551;p30"/>
          <p:cNvSpPr txBox="1"/>
          <p:nvPr/>
        </p:nvSpPr>
        <p:spPr>
          <a:xfrm>
            <a:off x="2553126" y="1295183"/>
            <a:ext cx="297300"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BC86"/>
                </a:solidFill>
                <a:latin typeface="Arial"/>
                <a:ea typeface="Arial"/>
                <a:cs typeface="Arial"/>
                <a:sym typeface="Arial"/>
              </a:rPr>
              <a:t>k</a:t>
            </a:r>
            <a:r>
              <a:rPr b="0" baseline="-25000" i="0" lang="en" sz="1400" u="none" cap="none" strike="noStrike">
                <a:solidFill>
                  <a:srgbClr val="FFBC86"/>
                </a:solidFill>
                <a:latin typeface="Arial"/>
                <a:ea typeface="Arial"/>
                <a:cs typeface="Arial"/>
                <a:sym typeface="Arial"/>
              </a:rPr>
              <a:t>2</a:t>
            </a:r>
            <a:endParaRPr b="0" i="0" sz="1400" u="none" cap="none" strike="noStrike">
              <a:solidFill>
                <a:srgbClr val="FFBC86"/>
              </a:solidFill>
              <a:latin typeface="Arial"/>
              <a:ea typeface="Arial"/>
              <a:cs typeface="Arial"/>
              <a:sym typeface="Arial"/>
            </a:endParaRPr>
          </a:p>
        </p:txBody>
      </p:sp>
      <p:sp>
        <p:nvSpPr>
          <p:cNvPr id="552" name="Google Shape;552;p30"/>
          <p:cNvSpPr txBox="1"/>
          <p:nvPr/>
        </p:nvSpPr>
        <p:spPr>
          <a:xfrm>
            <a:off x="2657151" y="1170490"/>
            <a:ext cx="297300"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43AFE2"/>
                </a:solidFill>
                <a:latin typeface="Arial"/>
                <a:ea typeface="Arial"/>
                <a:cs typeface="Arial"/>
                <a:sym typeface="Arial"/>
              </a:rPr>
              <a:t>v</a:t>
            </a:r>
            <a:r>
              <a:rPr b="0" baseline="-25000" i="0" lang="en" sz="1400" u="none" cap="none" strike="noStrike">
                <a:solidFill>
                  <a:srgbClr val="43AFE2"/>
                </a:solidFill>
                <a:latin typeface="Arial"/>
                <a:ea typeface="Arial"/>
                <a:cs typeface="Arial"/>
                <a:sym typeface="Arial"/>
              </a:rPr>
              <a:t>2</a:t>
            </a:r>
            <a:endParaRPr b="0" i="0" sz="1400" u="none" cap="none" strike="noStrike">
              <a:solidFill>
                <a:srgbClr val="43AFE2"/>
              </a:solidFill>
              <a:latin typeface="Arial"/>
              <a:ea typeface="Arial"/>
              <a:cs typeface="Arial"/>
              <a:sym typeface="Arial"/>
            </a:endParaRPr>
          </a:p>
        </p:txBody>
      </p:sp>
      <p:cxnSp>
        <p:nvCxnSpPr>
          <p:cNvPr id="553" name="Google Shape;553;p30"/>
          <p:cNvCxnSpPr>
            <a:stCxn id="542" idx="0"/>
          </p:cNvCxnSpPr>
          <p:nvPr/>
        </p:nvCxnSpPr>
        <p:spPr>
          <a:xfrm flipH="1" rot="10800000">
            <a:off x="1367441" y="918653"/>
            <a:ext cx="1805100" cy="453300"/>
          </a:xfrm>
          <a:prstGeom prst="straightConnector1">
            <a:avLst/>
          </a:prstGeom>
          <a:noFill/>
          <a:ln cap="flat" cmpd="sng" w="19050">
            <a:solidFill>
              <a:srgbClr val="72C4E9"/>
            </a:solidFill>
            <a:prstDash val="solid"/>
            <a:miter lim="8000"/>
            <a:headEnd len="sm" w="sm" type="none"/>
            <a:tailEnd len="med" w="med" type="triangle"/>
          </a:ln>
        </p:spPr>
      </p:cxnSp>
      <p:sp>
        <p:nvSpPr>
          <p:cNvPr id="554" name="Google Shape;554;p30"/>
          <p:cNvSpPr txBox="1"/>
          <p:nvPr/>
        </p:nvSpPr>
        <p:spPr>
          <a:xfrm>
            <a:off x="2399874" y="308500"/>
            <a:ext cx="410100"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6AA84F"/>
                </a:solidFill>
                <a:latin typeface="Arial"/>
                <a:ea typeface="Arial"/>
                <a:cs typeface="Arial"/>
                <a:sym typeface="Arial"/>
              </a:rPr>
              <a:t>c</a:t>
            </a:r>
            <a:r>
              <a:rPr b="1" baseline="-25000" i="0" lang="en" sz="1400" u="none" cap="none" strike="noStrike">
                <a:solidFill>
                  <a:srgbClr val="6AA84F"/>
                </a:solidFill>
                <a:latin typeface="Arial"/>
                <a:ea typeface="Arial"/>
                <a:cs typeface="Arial"/>
                <a:sym typeface="Arial"/>
              </a:rPr>
              <a:t>2</a:t>
            </a:r>
            <a:endParaRPr b="1" i="0" sz="1400" u="none" cap="none" strike="noStrike">
              <a:solidFill>
                <a:srgbClr val="6AA84F"/>
              </a:solidFill>
              <a:latin typeface="Arial"/>
              <a:ea typeface="Arial"/>
              <a:cs typeface="Arial"/>
              <a:sym typeface="Arial"/>
            </a:endParaRPr>
          </a:p>
        </p:txBody>
      </p:sp>
      <p:sp>
        <p:nvSpPr>
          <p:cNvPr id="555" name="Google Shape;555;p30"/>
          <p:cNvSpPr txBox="1"/>
          <p:nvPr/>
        </p:nvSpPr>
        <p:spPr>
          <a:xfrm>
            <a:off x="2764698" y="-50525"/>
            <a:ext cx="840000"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6AA84F"/>
                </a:solidFill>
                <a:latin typeface="Arial"/>
                <a:ea typeface="Arial"/>
                <a:cs typeface="Arial"/>
                <a:sym typeface="Arial"/>
              </a:rPr>
              <a:t>x</a:t>
            </a:r>
            <a:r>
              <a:rPr b="1" baseline="-25000" i="0" lang="en" sz="1400" u="none" cap="none" strike="noStrike">
                <a:solidFill>
                  <a:srgbClr val="6AA84F"/>
                </a:solidFill>
                <a:latin typeface="Arial"/>
                <a:ea typeface="Arial"/>
                <a:cs typeface="Arial"/>
                <a:sym typeface="Arial"/>
              </a:rPr>
              <a:t>2 </a:t>
            </a:r>
            <a:r>
              <a:rPr b="1" i="0" lang="en" sz="1400" u="none" cap="none" strike="noStrike">
                <a:solidFill>
                  <a:srgbClr val="6AA84F"/>
                </a:solidFill>
                <a:latin typeface="Arial"/>
                <a:ea typeface="Arial"/>
                <a:cs typeface="Arial"/>
                <a:sym typeface="Arial"/>
              </a:rPr>
              <a:t>= “a”</a:t>
            </a:r>
            <a:endParaRPr b="1" i="0" sz="1400" u="none" cap="none" strike="noStrike">
              <a:solidFill>
                <a:srgbClr val="6AA84F"/>
              </a:solidFill>
              <a:latin typeface="Arial"/>
              <a:ea typeface="Arial"/>
              <a:cs typeface="Arial"/>
              <a:sym typeface="Arial"/>
            </a:endParaRPr>
          </a:p>
        </p:txBody>
      </p:sp>
      <p:sp>
        <p:nvSpPr>
          <p:cNvPr id="556" name="Google Shape;556;p30"/>
          <p:cNvSpPr txBox="1"/>
          <p:nvPr/>
        </p:nvSpPr>
        <p:spPr>
          <a:xfrm>
            <a:off x="1" y="4251350"/>
            <a:ext cx="880200"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BC86"/>
                </a:solidFill>
                <a:latin typeface="Arial"/>
                <a:ea typeface="Arial"/>
                <a:cs typeface="Arial"/>
                <a:sym typeface="Arial"/>
              </a:rPr>
              <a:t>k</a:t>
            </a:r>
            <a:r>
              <a:rPr b="0" baseline="-25000" i="0" lang="en" sz="1400" u="none" cap="none" strike="noStrike">
                <a:solidFill>
                  <a:srgbClr val="FFBC86"/>
                </a:solidFill>
                <a:latin typeface="Arial"/>
                <a:ea typeface="Arial"/>
                <a:cs typeface="Arial"/>
                <a:sym typeface="Arial"/>
              </a:rPr>
              <a:t>1</a:t>
            </a:r>
            <a:r>
              <a:rPr b="0" i="0" lang="en" sz="1400" u="none" cap="none" strike="noStrike">
                <a:solidFill>
                  <a:srgbClr val="FFBC86"/>
                </a:solidFill>
                <a:latin typeface="Arial"/>
                <a:ea typeface="Arial"/>
                <a:cs typeface="Arial"/>
                <a:sym typeface="Arial"/>
              </a:rPr>
              <a:t>= K.</a:t>
            </a:r>
            <a:r>
              <a:rPr b="1" i="0" lang="en" sz="1400" u="none" cap="none" strike="noStrike">
                <a:solidFill>
                  <a:srgbClr val="6AA84F"/>
                </a:solidFill>
                <a:latin typeface="Arial"/>
                <a:ea typeface="Arial"/>
                <a:cs typeface="Arial"/>
                <a:sym typeface="Arial"/>
              </a:rPr>
              <a:t>a</a:t>
            </a:r>
            <a:r>
              <a:rPr b="1" baseline="-25000" i="0" lang="en" sz="1400" u="none" cap="none" strike="noStrike">
                <a:solidFill>
                  <a:srgbClr val="6AA84F"/>
                </a:solidFill>
                <a:latin typeface="Arial"/>
                <a:ea typeface="Arial"/>
                <a:cs typeface="Arial"/>
                <a:sym typeface="Arial"/>
              </a:rPr>
              <a:t>1</a:t>
            </a:r>
            <a:r>
              <a:rPr b="0" baseline="-25000" i="0" lang="en" sz="1400" u="none" cap="none" strike="noStrike">
                <a:solidFill>
                  <a:srgbClr val="FFBC86"/>
                </a:solidFill>
                <a:latin typeface="Arial"/>
                <a:ea typeface="Arial"/>
                <a:cs typeface="Arial"/>
                <a:sym typeface="Arial"/>
              </a:rPr>
              <a:t> </a:t>
            </a:r>
            <a:endParaRPr b="0" i="0" sz="1400" u="none" cap="none" strike="noStrike">
              <a:solidFill>
                <a:srgbClr val="FFBC86"/>
              </a:solidFill>
              <a:latin typeface="Arial"/>
              <a:ea typeface="Arial"/>
              <a:cs typeface="Arial"/>
              <a:sym typeface="Arial"/>
            </a:endParaRPr>
          </a:p>
        </p:txBody>
      </p:sp>
      <p:cxnSp>
        <p:nvCxnSpPr>
          <p:cNvPr id="557" name="Google Shape;557;p30"/>
          <p:cNvCxnSpPr>
            <a:stCxn id="522" idx="0"/>
          </p:cNvCxnSpPr>
          <p:nvPr/>
        </p:nvCxnSpPr>
        <p:spPr>
          <a:xfrm rot="10800000">
            <a:off x="3372655" y="3232714"/>
            <a:ext cx="0" cy="357300"/>
          </a:xfrm>
          <a:prstGeom prst="straightConnector1">
            <a:avLst/>
          </a:prstGeom>
          <a:noFill/>
          <a:ln cap="flat" cmpd="sng" w="19050">
            <a:solidFill>
              <a:srgbClr val="72C4E9"/>
            </a:solidFill>
            <a:prstDash val="solid"/>
            <a:miter lim="8000"/>
            <a:headEnd len="sm" w="sm" type="none"/>
            <a:tailEnd len="med" w="med" type="triangle"/>
          </a:ln>
        </p:spPr>
      </p:cxnSp>
      <p:cxnSp>
        <p:nvCxnSpPr>
          <p:cNvPr id="558" name="Google Shape;558;p30"/>
          <p:cNvCxnSpPr/>
          <p:nvPr/>
        </p:nvCxnSpPr>
        <p:spPr>
          <a:xfrm flipH="1" rot="10800000">
            <a:off x="1346604" y="3272198"/>
            <a:ext cx="1612200" cy="431400"/>
          </a:xfrm>
          <a:prstGeom prst="straightConnector1">
            <a:avLst/>
          </a:prstGeom>
          <a:noFill/>
          <a:ln cap="flat" cmpd="sng" w="19050">
            <a:solidFill>
              <a:srgbClr val="FDD349"/>
            </a:solidFill>
            <a:prstDash val="solid"/>
            <a:round/>
            <a:headEnd len="sm" w="sm" type="none"/>
            <a:tailEnd len="med" w="med" type="triangle"/>
          </a:ln>
        </p:spPr>
      </p:cxnSp>
      <p:cxnSp>
        <p:nvCxnSpPr>
          <p:cNvPr id="559" name="Google Shape;559;p30"/>
          <p:cNvCxnSpPr>
            <a:stCxn id="523" idx="0"/>
          </p:cNvCxnSpPr>
          <p:nvPr/>
        </p:nvCxnSpPr>
        <p:spPr>
          <a:xfrm flipH="1" rot="10800000">
            <a:off x="3268630" y="3226118"/>
            <a:ext cx="5700" cy="467100"/>
          </a:xfrm>
          <a:prstGeom prst="straightConnector1">
            <a:avLst/>
          </a:prstGeom>
          <a:noFill/>
          <a:ln cap="flat" cmpd="sng" w="19050">
            <a:solidFill>
              <a:srgbClr val="FDD349"/>
            </a:solidFill>
            <a:prstDash val="solid"/>
            <a:miter lim="80"/>
            <a:headEnd len="sm" w="sm" type="none"/>
            <a:tailEnd len="med" w="med" type="triangle"/>
          </a:ln>
        </p:spPr>
      </p:cxnSp>
      <p:cxnSp>
        <p:nvCxnSpPr>
          <p:cNvPr id="560" name="Google Shape;560;p30"/>
          <p:cNvCxnSpPr>
            <a:stCxn id="517" idx="0"/>
          </p:cNvCxnSpPr>
          <p:nvPr/>
        </p:nvCxnSpPr>
        <p:spPr>
          <a:xfrm flipH="1" rot="10800000">
            <a:off x="1327088" y="3222856"/>
            <a:ext cx="9300" cy="478200"/>
          </a:xfrm>
          <a:prstGeom prst="straightConnector1">
            <a:avLst/>
          </a:prstGeom>
          <a:noFill/>
          <a:ln cap="flat" cmpd="sng" w="19050">
            <a:solidFill>
              <a:srgbClr val="FDD349"/>
            </a:solidFill>
            <a:prstDash val="solid"/>
            <a:miter lim="80"/>
            <a:headEnd len="sm" w="sm" type="none"/>
            <a:tailEnd len="med" w="med" type="triangle"/>
          </a:ln>
        </p:spPr>
      </p:cxnSp>
      <p:cxnSp>
        <p:nvCxnSpPr>
          <p:cNvPr id="561" name="Google Shape;561;p30"/>
          <p:cNvCxnSpPr>
            <a:stCxn id="516" idx="0"/>
          </p:cNvCxnSpPr>
          <p:nvPr/>
        </p:nvCxnSpPr>
        <p:spPr>
          <a:xfrm flipH="1" rot="10800000">
            <a:off x="1431113" y="3229453"/>
            <a:ext cx="13500" cy="368400"/>
          </a:xfrm>
          <a:prstGeom prst="straightConnector1">
            <a:avLst/>
          </a:prstGeom>
          <a:noFill/>
          <a:ln cap="flat" cmpd="sng" w="19050">
            <a:solidFill>
              <a:srgbClr val="72C4E9"/>
            </a:solidFill>
            <a:prstDash val="solid"/>
            <a:miter lim="80"/>
            <a:headEnd len="sm" w="sm" type="none"/>
            <a:tailEnd len="med" w="med" type="triangle"/>
          </a:ln>
        </p:spPr>
      </p:cxnSp>
      <p:cxnSp>
        <p:nvCxnSpPr>
          <p:cNvPr id="562" name="Google Shape;562;p30"/>
          <p:cNvCxnSpPr>
            <a:stCxn id="542" idx="0"/>
          </p:cNvCxnSpPr>
          <p:nvPr/>
        </p:nvCxnSpPr>
        <p:spPr>
          <a:xfrm rot="10800000">
            <a:off x="1353941" y="943853"/>
            <a:ext cx="13500" cy="428100"/>
          </a:xfrm>
          <a:prstGeom prst="straightConnector1">
            <a:avLst/>
          </a:prstGeom>
          <a:noFill/>
          <a:ln cap="flat" cmpd="sng" w="19050">
            <a:solidFill>
              <a:srgbClr val="72C4E9"/>
            </a:solidFill>
            <a:prstDash val="solid"/>
            <a:miter lim="8000"/>
            <a:headEnd len="sm" w="sm" type="none"/>
            <a:tailEnd len="med" w="med" type="triangle"/>
          </a:ln>
        </p:spPr>
      </p:cxnSp>
      <p:sp>
        <p:nvSpPr>
          <p:cNvPr id="563" name="Google Shape;563;p30"/>
          <p:cNvSpPr/>
          <p:nvPr/>
        </p:nvSpPr>
        <p:spPr>
          <a:xfrm>
            <a:off x="2747528" y="386807"/>
            <a:ext cx="1047900" cy="206400"/>
          </a:xfrm>
          <a:prstGeom prst="rect">
            <a:avLst/>
          </a:prstGeom>
          <a:solidFill>
            <a:srgbClr val="BDE1AF"/>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cxnSp>
        <p:nvCxnSpPr>
          <p:cNvPr id="564" name="Google Shape;564;p30"/>
          <p:cNvCxnSpPr/>
          <p:nvPr/>
        </p:nvCxnSpPr>
        <p:spPr>
          <a:xfrm flipH="1" rot="10800000">
            <a:off x="3133926" y="234175"/>
            <a:ext cx="1200" cy="283800"/>
          </a:xfrm>
          <a:prstGeom prst="straightConnector1">
            <a:avLst/>
          </a:prstGeom>
          <a:noFill/>
          <a:ln cap="flat" cmpd="sng" w="19050">
            <a:solidFill>
              <a:schemeClr val="accent1"/>
            </a:solidFill>
            <a:prstDash val="dash"/>
            <a:round/>
            <a:headEnd len="sm" w="sm" type="none"/>
            <a:tailEnd len="sm" w="sm" type="none"/>
          </a:ln>
        </p:spPr>
      </p:cxnSp>
      <p:sp>
        <p:nvSpPr>
          <p:cNvPr id="565" name="Google Shape;565;p30"/>
          <p:cNvSpPr txBox="1"/>
          <p:nvPr/>
        </p:nvSpPr>
        <p:spPr>
          <a:xfrm>
            <a:off x="195925" y="761200"/>
            <a:ext cx="7062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Calibri"/>
                <a:ea typeface="Calibri"/>
                <a:cs typeface="Calibri"/>
                <a:sym typeface="Calibri"/>
              </a:rPr>
              <a:t>Layer 2</a:t>
            </a:r>
            <a:endParaRPr b="0" i="0" sz="1400" u="none" cap="none" strike="noStrike">
              <a:solidFill>
                <a:schemeClr val="dk1"/>
              </a:solidFill>
              <a:latin typeface="Calibri"/>
              <a:ea typeface="Calibri"/>
              <a:cs typeface="Calibri"/>
              <a:sym typeface="Calibri"/>
            </a:endParaRPr>
          </a:p>
        </p:txBody>
      </p:sp>
      <p:sp>
        <p:nvSpPr>
          <p:cNvPr id="566" name="Google Shape;566;p30"/>
          <p:cNvSpPr txBox="1"/>
          <p:nvPr/>
        </p:nvSpPr>
        <p:spPr>
          <a:xfrm>
            <a:off x="195925" y="2829413"/>
            <a:ext cx="7062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Calibri"/>
                <a:ea typeface="Calibri"/>
                <a:cs typeface="Calibri"/>
                <a:sym typeface="Calibri"/>
              </a:rPr>
              <a:t>Layer 1</a:t>
            </a:r>
            <a:endParaRPr b="0" i="0" sz="1400" u="none" cap="none" strike="noStrike">
              <a:solidFill>
                <a:schemeClr val="dk1"/>
              </a:solidFill>
              <a:latin typeface="Calibri"/>
              <a:ea typeface="Calibri"/>
              <a:cs typeface="Calibri"/>
              <a:sym typeface="Calibri"/>
            </a:endParaRPr>
          </a:p>
        </p:txBody>
      </p:sp>
      <p:sp>
        <p:nvSpPr>
          <p:cNvPr id="567" name="Google Shape;567;p30"/>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rm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en"/>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 presetSubtype="0">
                                  <p:stCondLst>
                                    <p:cond delay="0"/>
                                  </p:stCondLst>
                                  <p:childTnLst>
                                    <p:set>
                                      <p:cBhvr>
                                        <p:cTn dur="1" fill="hold">
                                          <p:stCondLst>
                                            <p:cond delay="0"/>
                                          </p:stCondLst>
                                        </p:cTn>
                                        <p:tgtEl>
                                          <p:spTgt spid="50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1" name="Shape 571"/>
        <p:cNvGrpSpPr/>
        <p:nvPr/>
      </p:nvGrpSpPr>
      <p:grpSpPr>
        <a:xfrm>
          <a:off x="0" y="0"/>
          <a:ext cx="0" cy="0"/>
          <a:chOff x="0" y="0"/>
          <a:chExt cx="0" cy="0"/>
        </a:xfrm>
      </p:grpSpPr>
      <p:sp>
        <p:nvSpPr>
          <p:cNvPr id="572" name="Google Shape;572;p31"/>
          <p:cNvSpPr/>
          <p:nvPr/>
        </p:nvSpPr>
        <p:spPr>
          <a:xfrm>
            <a:off x="207425" y="760500"/>
            <a:ext cx="3948900" cy="1375200"/>
          </a:xfrm>
          <a:prstGeom prst="rect">
            <a:avLst/>
          </a:prstGeom>
          <a:noFill/>
          <a:ln cap="flat" cmpd="sng" w="19050">
            <a:solidFill>
              <a:schemeClr val="accent2"/>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573" name="Google Shape;573;p31"/>
          <p:cNvSpPr/>
          <p:nvPr/>
        </p:nvSpPr>
        <p:spPr>
          <a:xfrm>
            <a:off x="803063" y="4483637"/>
            <a:ext cx="1047900" cy="206400"/>
          </a:xfrm>
          <a:prstGeom prst="rect">
            <a:avLst/>
          </a:prstGeom>
          <a:solidFill>
            <a:srgbClr val="BDE1AF"/>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574" name="Google Shape;574;p31"/>
          <p:cNvSpPr/>
          <p:nvPr/>
        </p:nvSpPr>
        <p:spPr>
          <a:xfrm>
            <a:off x="2720478" y="4483637"/>
            <a:ext cx="1047900" cy="206400"/>
          </a:xfrm>
          <a:prstGeom prst="rect">
            <a:avLst/>
          </a:prstGeom>
          <a:solidFill>
            <a:srgbClr val="BDE1AF"/>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575" name="Google Shape;575;p31"/>
          <p:cNvSpPr/>
          <p:nvPr/>
        </p:nvSpPr>
        <p:spPr>
          <a:xfrm>
            <a:off x="209727" y="2829300"/>
            <a:ext cx="3948900" cy="1375200"/>
          </a:xfrm>
          <a:prstGeom prst="rect">
            <a:avLst/>
          </a:prstGeom>
          <a:noFill/>
          <a:ln cap="flat" cmpd="sng" w="19050">
            <a:solidFill>
              <a:schemeClr val="accent2"/>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576" name="Google Shape;576;p31"/>
          <p:cNvSpPr txBox="1"/>
          <p:nvPr/>
        </p:nvSpPr>
        <p:spPr>
          <a:xfrm>
            <a:off x="524618" y="4582900"/>
            <a:ext cx="456600"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6AA84F"/>
                </a:solidFill>
                <a:latin typeface="Arial"/>
                <a:ea typeface="Arial"/>
                <a:cs typeface="Arial"/>
                <a:sym typeface="Arial"/>
              </a:rPr>
              <a:t>a</a:t>
            </a:r>
            <a:r>
              <a:rPr b="1" baseline="-25000" i="0" lang="en" sz="1400" u="none" cap="none" strike="noStrike">
                <a:solidFill>
                  <a:srgbClr val="6AA84F"/>
                </a:solidFill>
                <a:latin typeface="Arial"/>
                <a:ea typeface="Arial"/>
                <a:cs typeface="Arial"/>
                <a:sym typeface="Arial"/>
              </a:rPr>
              <a:t>1</a:t>
            </a:r>
            <a:endParaRPr b="1" i="0" sz="1400" u="none" cap="none" strike="noStrike">
              <a:solidFill>
                <a:srgbClr val="6AA84F"/>
              </a:solidFill>
              <a:latin typeface="Arial"/>
              <a:ea typeface="Arial"/>
              <a:cs typeface="Arial"/>
              <a:sym typeface="Arial"/>
            </a:endParaRPr>
          </a:p>
        </p:txBody>
      </p:sp>
      <p:sp>
        <p:nvSpPr>
          <p:cNvPr id="577" name="Google Shape;577;p31"/>
          <p:cNvSpPr txBox="1"/>
          <p:nvPr/>
        </p:nvSpPr>
        <p:spPr>
          <a:xfrm>
            <a:off x="2399872" y="4566150"/>
            <a:ext cx="410100"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6AA84F"/>
                </a:solidFill>
                <a:latin typeface="Arial"/>
                <a:ea typeface="Arial"/>
                <a:cs typeface="Arial"/>
                <a:sym typeface="Arial"/>
              </a:rPr>
              <a:t>a</a:t>
            </a:r>
            <a:r>
              <a:rPr b="1" baseline="-25000" i="0" lang="en" sz="1400" u="none" cap="none" strike="noStrike">
                <a:solidFill>
                  <a:srgbClr val="6AA84F"/>
                </a:solidFill>
                <a:latin typeface="Arial"/>
                <a:ea typeface="Arial"/>
                <a:cs typeface="Arial"/>
                <a:sym typeface="Arial"/>
              </a:rPr>
              <a:t>2</a:t>
            </a:r>
            <a:endParaRPr b="1" i="0" sz="1400" u="none" cap="none" strike="noStrike">
              <a:solidFill>
                <a:srgbClr val="6AA84F"/>
              </a:solidFill>
              <a:latin typeface="Arial"/>
              <a:ea typeface="Arial"/>
              <a:cs typeface="Arial"/>
              <a:sym typeface="Arial"/>
            </a:endParaRPr>
          </a:p>
        </p:txBody>
      </p:sp>
      <p:sp>
        <p:nvSpPr>
          <p:cNvPr id="578" name="Google Shape;578;p31"/>
          <p:cNvSpPr txBox="1"/>
          <p:nvPr/>
        </p:nvSpPr>
        <p:spPr>
          <a:xfrm>
            <a:off x="995001" y="4646825"/>
            <a:ext cx="752100"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Arial"/>
                <a:ea typeface="Arial"/>
                <a:cs typeface="Arial"/>
                <a:sym typeface="Arial"/>
              </a:rPr>
              <a:t>Once</a:t>
            </a:r>
            <a:endParaRPr b="0" i="0" sz="1100" u="none" cap="none" strike="noStrike">
              <a:solidFill>
                <a:srgbClr val="000000"/>
              </a:solidFill>
              <a:latin typeface="Arial"/>
              <a:ea typeface="Arial"/>
              <a:cs typeface="Arial"/>
              <a:sym typeface="Arial"/>
            </a:endParaRPr>
          </a:p>
        </p:txBody>
      </p:sp>
      <p:sp>
        <p:nvSpPr>
          <p:cNvPr id="579" name="Google Shape;579;p31"/>
          <p:cNvSpPr txBox="1"/>
          <p:nvPr/>
        </p:nvSpPr>
        <p:spPr>
          <a:xfrm>
            <a:off x="2982447" y="4646825"/>
            <a:ext cx="706200"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Arial"/>
                <a:ea typeface="Arial"/>
                <a:cs typeface="Arial"/>
                <a:sym typeface="Arial"/>
              </a:rPr>
              <a:t>upon</a:t>
            </a:r>
            <a:endParaRPr b="0" i="0" sz="1100" u="none" cap="none" strike="noStrike">
              <a:solidFill>
                <a:srgbClr val="000000"/>
              </a:solidFill>
              <a:latin typeface="Arial"/>
              <a:ea typeface="Arial"/>
              <a:cs typeface="Arial"/>
              <a:sym typeface="Arial"/>
            </a:endParaRPr>
          </a:p>
        </p:txBody>
      </p:sp>
      <p:sp>
        <p:nvSpPr>
          <p:cNvPr id="580" name="Google Shape;580;p31"/>
          <p:cNvSpPr/>
          <p:nvPr/>
        </p:nvSpPr>
        <p:spPr>
          <a:xfrm>
            <a:off x="1011113" y="3597853"/>
            <a:ext cx="840000" cy="206400"/>
          </a:xfrm>
          <a:prstGeom prst="rect">
            <a:avLst/>
          </a:prstGeom>
          <a:solidFill>
            <a:srgbClr val="C00000"/>
          </a:solidFill>
          <a:ln cap="flat" cmpd="sng" w="19050">
            <a:solidFill>
              <a:srgbClr val="A5A5A5"/>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581" name="Google Shape;581;p31"/>
          <p:cNvSpPr/>
          <p:nvPr/>
        </p:nvSpPr>
        <p:spPr>
          <a:xfrm>
            <a:off x="907088" y="3701056"/>
            <a:ext cx="840000" cy="206400"/>
          </a:xfrm>
          <a:prstGeom prst="rect">
            <a:avLst/>
          </a:prstGeom>
          <a:solidFill>
            <a:srgbClr val="C00000"/>
          </a:solidFill>
          <a:ln cap="flat" cmpd="sng" w="19050">
            <a:solidFill>
              <a:srgbClr val="A5A5A5"/>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582" name="Google Shape;582;p31"/>
          <p:cNvSpPr/>
          <p:nvPr/>
        </p:nvSpPr>
        <p:spPr>
          <a:xfrm>
            <a:off x="803063" y="3804259"/>
            <a:ext cx="840000" cy="206400"/>
          </a:xfrm>
          <a:prstGeom prst="rect">
            <a:avLst/>
          </a:prstGeom>
          <a:solidFill>
            <a:srgbClr val="EDD6F0"/>
          </a:solidFill>
          <a:ln cap="flat" cmpd="sng" w="19050">
            <a:solidFill>
              <a:srgbClr val="A5A5A5"/>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583" name="Google Shape;583;p31"/>
          <p:cNvSpPr txBox="1"/>
          <p:nvPr/>
        </p:nvSpPr>
        <p:spPr>
          <a:xfrm>
            <a:off x="521011" y="3804259"/>
            <a:ext cx="426429"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E59DDC"/>
                </a:solidFill>
                <a:latin typeface="Arial"/>
                <a:ea typeface="Arial"/>
                <a:cs typeface="Arial"/>
                <a:sym typeface="Arial"/>
              </a:rPr>
              <a:t>q</a:t>
            </a:r>
            <a:r>
              <a:rPr b="0" baseline="-25000" i="0" lang="en" sz="1400" u="none" cap="none" strike="noStrike">
                <a:solidFill>
                  <a:srgbClr val="E59DDC"/>
                </a:solidFill>
                <a:latin typeface="Arial"/>
                <a:ea typeface="Arial"/>
                <a:cs typeface="Arial"/>
                <a:sym typeface="Arial"/>
              </a:rPr>
              <a:t>1</a:t>
            </a:r>
            <a:endParaRPr b="0" i="0" sz="1400" u="none" cap="none" strike="noStrike">
              <a:solidFill>
                <a:srgbClr val="E59DDC"/>
              </a:solidFill>
              <a:latin typeface="Arial"/>
              <a:ea typeface="Arial"/>
              <a:cs typeface="Arial"/>
              <a:sym typeface="Arial"/>
            </a:endParaRPr>
          </a:p>
        </p:txBody>
      </p:sp>
      <p:sp>
        <p:nvSpPr>
          <p:cNvPr id="584" name="Google Shape;584;p31"/>
          <p:cNvSpPr txBox="1"/>
          <p:nvPr/>
        </p:nvSpPr>
        <p:spPr>
          <a:xfrm>
            <a:off x="571232" y="3632124"/>
            <a:ext cx="297300"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BC86"/>
                </a:solidFill>
                <a:latin typeface="Arial"/>
                <a:ea typeface="Arial"/>
                <a:cs typeface="Arial"/>
                <a:sym typeface="Arial"/>
              </a:rPr>
              <a:t>k</a:t>
            </a:r>
            <a:r>
              <a:rPr b="0" baseline="-25000" i="0" lang="en" sz="1400" u="none" cap="none" strike="noStrike">
                <a:solidFill>
                  <a:srgbClr val="FFBC86"/>
                </a:solidFill>
                <a:latin typeface="Arial"/>
                <a:ea typeface="Arial"/>
                <a:cs typeface="Arial"/>
                <a:sym typeface="Arial"/>
              </a:rPr>
              <a:t>1</a:t>
            </a:r>
            <a:endParaRPr b="0" i="0" sz="1400" u="none" cap="none" strike="noStrike">
              <a:solidFill>
                <a:srgbClr val="FFBC86"/>
              </a:solidFill>
              <a:latin typeface="Arial"/>
              <a:ea typeface="Arial"/>
              <a:cs typeface="Arial"/>
              <a:sym typeface="Arial"/>
            </a:endParaRPr>
          </a:p>
        </p:txBody>
      </p:sp>
      <p:sp>
        <p:nvSpPr>
          <p:cNvPr id="585" name="Google Shape;585;p31"/>
          <p:cNvSpPr txBox="1"/>
          <p:nvPr/>
        </p:nvSpPr>
        <p:spPr>
          <a:xfrm>
            <a:off x="675257" y="3507431"/>
            <a:ext cx="297300"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43AFE2"/>
                </a:solidFill>
                <a:latin typeface="Arial"/>
                <a:ea typeface="Arial"/>
                <a:cs typeface="Arial"/>
                <a:sym typeface="Arial"/>
              </a:rPr>
              <a:t>v</a:t>
            </a:r>
            <a:r>
              <a:rPr b="0" baseline="-25000" i="0" lang="en" sz="1400" u="none" cap="none" strike="noStrike">
                <a:solidFill>
                  <a:srgbClr val="43AFE2"/>
                </a:solidFill>
                <a:latin typeface="Arial"/>
                <a:ea typeface="Arial"/>
                <a:cs typeface="Arial"/>
                <a:sym typeface="Arial"/>
              </a:rPr>
              <a:t>1</a:t>
            </a:r>
            <a:endParaRPr b="0" i="0" sz="1400" u="none" cap="none" strike="noStrike">
              <a:solidFill>
                <a:srgbClr val="43AFE2"/>
              </a:solidFill>
              <a:latin typeface="Arial"/>
              <a:ea typeface="Arial"/>
              <a:cs typeface="Arial"/>
              <a:sym typeface="Arial"/>
            </a:endParaRPr>
          </a:p>
        </p:txBody>
      </p:sp>
      <p:sp>
        <p:nvSpPr>
          <p:cNvPr id="586" name="Google Shape;586;p31"/>
          <p:cNvSpPr/>
          <p:nvPr/>
        </p:nvSpPr>
        <p:spPr>
          <a:xfrm>
            <a:off x="2952655" y="3590014"/>
            <a:ext cx="840000" cy="206400"/>
          </a:xfrm>
          <a:prstGeom prst="rect">
            <a:avLst/>
          </a:prstGeom>
          <a:solidFill>
            <a:srgbClr val="C00000"/>
          </a:solidFill>
          <a:ln cap="flat" cmpd="sng" w="19050">
            <a:solidFill>
              <a:srgbClr val="A5A5A5"/>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587" name="Google Shape;587;p31"/>
          <p:cNvSpPr/>
          <p:nvPr/>
        </p:nvSpPr>
        <p:spPr>
          <a:xfrm>
            <a:off x="2848630" y="3693218"/>
            <a:ext cx="840000" cy="206400"/>
          </a:xfrm>
          <a:prstGeom prst="rect">
            <a:avLst/>
          </a:prstGeom>
          <a:solidFill>
            <a:srgbClr val="C00000"/>
          </a:solidFill>
          <a:ln cap="flat" cmpd="sng" w="19050">
            <a:solidFill>
              <a:srgbClr val="A5A5A5"/>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588" name="Google Shape;588;p31"/>
          <p:cNvSpPr/>
          <p:nvPr/>
        </p:nvSpPr>
        <p:spPr>
          <a:xfrm>
            <a:off x="2744605" y="3796421"/>
            <a:ext cx="840000" cy="206400"/>
          </a:xfrm>
          <a:prstGeom prst="rect">
            <a:avLst/>
          </a:prstGeom>
          <a:solidFill>
            <a:srgbClr val="EDD6F0"/>
          </a:solidFill>
          <a:ln cap="flat" cmpd="sng" w="19050">
            <a:solidFill>
              <a:srgbClr val="A5A5A5"/>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589" name="Google Shape;589;p31"/>
          <p:cNvSpPr txBox="1"/>
          <p:nvPr/>
        </p:nvSpPr>
        <p:spPr>
          <a:xfrm>
            <a:off x="2462552" y="3796421"/>
            <a:ext cx="347419"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E59DDC"/>
                </a:solidFill>
                <a:latin typeface="Arial"/>
                <a:ea typeface="Arial"/>
                <a:cs typeface="Arial"/>
                <a:sym typeface="Arial"/>
              </a:rPr>
              <a:t>q</a:t>
            </a:r>
            <a:r>
              <a:rPr b="0" baseline="-25000" i="0" lang="en" sz="1400" u="none" cap="none" strike="noStrike">
                <a:solidFill>
                  <a:srgbClr val="E59DDC"/>
                </a:solidFill>
                <a:latin typeface="Arial"/>
                <a:ea typeface="Arial"/>
                <a:cs typeface="Arial"/>
                <a:sym typeface="Arial"/>
              </a:rPr>
              <a:t>2</a:t>
            </a:r>
            <a:endParaRPr b="0" i="0" sz="1400" u="none" cap="none" strike="noStrike">
              <a:solidFill>
                <a:srgbClr val="E59DDC"/>
              </a:solidFill>
              <a:latin typeface="Arial"/>
              <a:ea typeface="Arial"/>
              <a:cs typeface="Arial"/>
              <a:sym typeface="Arial"/>
            </a:endParaRPr>
          </a:p>
        </p:txBody>
      </p:sp>
      <p:sp>
        <p:nvSpPr>
          <p:cNvPr id="590" name="Google Shape;590;p31"/>
          <p:cNvSpPr txBox="1"/>
          <p:nvPr/>
        </p:nvSpPr>
        <p:spPr>
          <a:xfrm>
            <a:off x="2512774" y="3624286"/>
            <a:ext cx="297300"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BC86"/>
                </a:solidFill>
                <a:latin typeface="Arial"/>
                <a:ea typeface="Arial"/>
                <a:cs typeface="Arial"/>
                <a:sym typeface="Arial"/>
              </a:rPr>
              <a:t>k</a:t>
            </a:r>
            <a:r>
              <a:rPr b="0" baseline="-25000" i="0" lang="en" sz="1400" u="none" cap="none" strike="noStrike">
                <a:solidFill>
                  <a:srgbClr val="FFBC86"/>
                </a:solidFill>
                <a:latin typeface="Arial"/>
                <a:ea typeface="Arial"/>
                <a:cs typeface="Arial"/>
                <a:sym typeface="Arial"/>
              </a:rPr>
              <a:t>2</a:t>
            </a:r>
            <a:endParaRPr b="0" i="0" sz="1400" u="none" cap="none" strike="noStrike">
              <a:solidFill>
                <a:srgbClr val="FFBC86"/>
              </a:solidFill>
              <a:latin typeface="Arial"/>
              <a:ea typeface="Arial"/>
              <a:cs typeface="Arial"/>
              <a:sym typeface="Arial"/>
            </a:endParaRPr>
          </a:p>
        </p:txBody>
      </p:sp>
      <p:sp>
        <p:nvSpPr>
          <p:cNvPr id="591" name="Google Shape;591;p31"/>
          <p:cNvSpPr txBox="1"/>
          <p:nvPr/>
        </p:nvSpPr>
        <p:spPr>
          <a:xfrm>
            <a:off x="2616799" y="3499593"/>
            <a:ext cx="297300"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43AFE2"/>
                </a:solidFill>
                <a:latin typeface="Arial"/>
                <a:ea typeface="Arial"/>
                <a:cs typeface="Arial"/>
                <a:sym typeface="Arial"/>
              </a:rPr>
              <a:t>v</a:t>
            </a:r>
            <a:r>
              <a:rPr b="0" baseline="-25000" i="0" lang="en" sz="1400" u="none" cap="none" strike="noStrike">
                <a:solidFill>
                  <a:srgbClr val="43AFE2"/>
                </a:solidFill>
                <a:latin typeface="Arial"/>
                <a:ea typeface="Arial"/>
                <a:cs typeface="Arial"/>
                <a:sym typeface="Arial"/>
              </a:rPr>
              <a:t>2</a:t>
            </a:r>
            <a:endParaRPr b="0" i="0" sz="1400" u="none" cap="none" strike="noStrike">
              <a:solidFill>
                <a:srgbClr val="43AFE2"/>
              </a:solidFill>
              <a:latin typeface="Arial"/>
              <a:ea typeface="Arial"/>
              <a:cs typeface="Arial"/>
              <a:sym typeface="Arial"/>
            </a:endParaRPr>
          </a:p>
        </p:txBody>
      </p:sp>
      <p:sp>
        <p:nvSpPr>
          <p:cNvPr id="592" name="Google Shape;592;p31"/>
          <p:cNvSpPr/>
          <p:nvPr/>
        </p:nvSpPr>
        <p:spPr>
          <a:xfrm>
            <a:off x="803063" y="2220507"/>
            <a:ext cx="1047900" cy="206400"/>
          </a:xfrm>
          <a:prstGeom prst="rect">
            <a:avLst/>
          </a:prstGeom>
          <a:solidFill>
            <a:srgbClr val="BDE1AF"/>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593" name="Google Shape;593;p31"/>
          <p:cNvSpPr/>
          <p:nvPr/>
        </p:nvSpPr>
        <p:spPr>
          <a:xfrm>
            <a:off x="2720478" y="2220507"/>
            <a:ext cx="1047900" cy="206400"/>
          </a:xfrm>
          <a:prstGeom prst="rect">
            <a:avLst/>
          </a:prstGeom>
          <a:solidFill>
            <a:srgbClr val="BDE1AF"/>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594" name="Google Shape;594;p31"/>
          <p:cNvSpPr txBox="1"/>
          <p:nvPr/>
        </p:nvSpPr>
        <p:spPr>
          <a:xfrm>
            <a:off x="594995" y="2340475"/>
            <a:ext cx="456600"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6AA84F"/>
                </a:solidFill>
                <a:latin typeface="Arial"/>
                <a:ea typeface="Arial"/>
                <a:cs typeface="Arial"/>
                <a:sym typeface="Arial"/>
              </a:rPr>
              <a:t>b</a:t>
            </a:r>
            <a:r>
              <a:rPr b="1" baseline="-25000" i="0" lang="en" sz="1400" u="none" cap="none" strike="noStrike">
                <a:solidFill>
                  <a:srgbClr val="6AA84F"/>
                </a:solidFill>
                <a:latin typeface="Arial"/>
                <a:ea typeface="Arial"/>
                <a:cs typeface="Arial"/>
                <a:sym typeface="Arial"/>
              </a:rPr>
              <a:t>1</a:t>
            </a:r>
            <a:endParaRPr b="1" i="0" sz="1400" u="none" cap="none" strike="noStrike">
              <a:solidFill>
                <a:srgbClr val="6AA84F"/>
              </a:solidFill>
              <a:latin typeface="Arial"/>
              <a:ea typeface="Arial"/>
              <a:cs typeface="Arial"/>
              <a:sym typeface="Arial"/>
            </a:endParaRPr>
          </a:p>
        </p:txBody>
      </p:sp>
      <p:sp>
        <p:nvSpPr>
          <p:cNvPr id="595" name="Google Shape;595;p31"/>
          <p:cNvSpPr txBox="1"/>
          <p:nvPr/>
        </p:nvSpPr>
        <p:spPr>
          <a:xfrm>
            <a:off x="2399872" y="2303000"/>
            <a:ext cx="410100"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6AA84F"/>
                </a:solidFill>
                <a:latin typeface="Arial"/>
                <a:ea typeface="Arial"/>
                <a:cs typeface="Arial"/>
                <a:sym typeface="Arial"/>
              </a:rPr>
              <a:t>b</a:t>
            </a:r>
            <a:r>
              <a:rPr b="1" baseline="-25000" i="0" lang="en" sz="1400" u="none" cap="none" strike="noStrike">
                <a:solidFill>
                  <a:srgbClr val="6AA84F"/>
                </a:solidFill>
                <a:latin typeface="Arial"/>
                <a:ea typeface="Arial"/>
                <a:cs typeface="Arial"/>
                <a:sym typeface="Arial"/>
              </a:rPr>
              <a:t>2</a:t>
            </a:r>
            <a:endParaRPr b="1" i="0" sz="1400" u="none" cap="none" strike="noStrike">
              <a:solidFill>
                <a:srgbClr val="6AA84F"/>
              </a:solidFill>
              <a:latin typeface="Arial"/>
              <a:ea typeface="Arial"/>
              <a:cs typeface="Arial"/>
              <a:sym typeface="Arial"/>
            </a:endParaRPr>
          </a:p>
        </p:txBody>
      </p:sp>
      <p:cxnSp>
        <p:nvCxnSpPr>
          <p:cNvPr id="596" name="Google Shape;596;p31"/>
          <p:cNvCxnSpPr>
            <a:stCxn id="588" idx="0"/>
          </p:cNvCxnSpPr>
          <p:nvPr/>
        </p:nvCxnSpPr>
        <p:spPr>
          <a:xfrm rot="10800000">
            <a:off x="3161005" y="3218321"/>
            <a:ext cx="3600" cy="578100"/>
          </a:xfrm>
          <a:prstGeom prst="straightConnector1">
            <a:avLst/>
          </a:prstGeom>
          <a:noFill/>
          <a:ln cap="flat" cmpd="sng" w="19050">
            <a:solidFill>
              <a:srgbClr val="E59DDC"/>
            </a:solidFill>
            <a:prstDash val="solid"/>
            <a:miter lim="8000"/>
            <a:headEnd len="sm" w="sm" type="none"/>
            <a:tailEnd len="med" w="med" type="triangle"/>
          </a:ln>
        </p:spPr>
      </p:cxnSp>
      <p:cxnSp>
        <p:nvCxnSpPr>
          <p:cNvPr id="597" name="Google Shape;597;p31"/>
          <p:cNvCxnSpPr/>
          <p:nvPr/>
        </p:nvCxnSpPr>
        <p:spPr>
          <a:xfrm rot="10800000">
            <a:off x="1226330" y="3210568"/>
            <a:ext cx="3600" cy="578100"/>
          </a:xfrm>
          <a:prstGeom prst="straightConnector1">
            <a:avLst/>
          </a:prstGeom>
          <a:noFill/>
          <a:ln cap="flat" cmpd="sng" w="19050">
            <a:solidFill>
              <a:srgbClr val="E59DDC"/>
            </a:solidFill>
            <a:prstDash val="solid"/>
            <a:miter lim="8000"/>
            <a:headEnd len="sm" w="sm" type="none"/>
            <a:tailEnd len="med" w="med" type="triangle"/>
          </a:ln>
        </p:spPr>
      </p:cxnSp>
      <p:cxnSp>
        <p:nvCxnSpPr>
          <p:cNvPr id="598" name="Google Shape;598;p31"/>
          <p:cNvCxnSpPr>
            <a:stCxn id="580" idx="0"/>
          </p:cNvCxnSpPr>
          <p:nvPr/>
        </p:nvCxnSpPr>
        <p:spPr>
          <a:xfrm flipH="1" rot="10800000">
            <a:off x="1431113" y="3226153"/>
            <a:ext cx="1422600" cy="371700"/>
          </a:xfrm>
          <a:prstGeom prst="straightConnector1">
            <a:avLst/>
          </a:prstGeom>
          <a:noFill/>
          <a:ln cap="flat" cmpd="sng" w="19050">
            <a:solidFill>
              <a:srgbClr val="72C4E9"/>
            </a:solidFill>
            <a:prstDash val="solid"/>
            <a:miter lim="8000"/>
            <a:headEnd len="sm" w="sm" type="none"/>
            <a:tailEnd len="med" w="med" type="triangle"/>
          </a:ln>
        </p:spPr>
      </p:cxnSp>
      <p:cxnSp>
        <p:nvCxnSpPr>
          <p:cNvPr id="599" name="Google Shape;599;p31"/>
          <p:cNvCxnSpPr/>
          <p:nvPr/>
        </p:nvCxnSpPr>
        <p:spPr>
          <a:xfrm rot="10800000">
            <a:off x="1228141" y="2571809"/>
            <a:ext cx="0" cy="529200"/>
          </a:xfrm>
          <a:prstGeom prst="straightConnector1">
            <a:avLst/>
          </a:prstGeom>
          <a:noFill/>
          <a:ln cap="flat" cmpd="sng" w="19050">
            <a:solidFill>
              <a:schemeClr val="accent1"/>
            </a:solidFill>
            <a:prstDash val="dash"/>
            <a:miter lim="8000"/>
            <a:headEnd len="sm" w="sm" type="none"/>
            <a:tailEnd len="med" w="med" type="triangle"/>
          </a:ln>
        </p:spPr>
      </p:cxnSp>
      <p:cxnSp>
        <p:nvCxnSpPr>
          <p:cNvPr id="600" name="Google Shape;600;p31"/>
          <p:cNvCxnSpPr/>
          <p:nvPr/>
        </p:nvCxnSpPr>
        <p:spPr>
          <a:xfrm rot="10800000">
            <a:off x="3151877" y="2564722"/>
            <a:ext cx="0" cy="529200"/>
          </a:xfrm>
          <a:prstGeom prst="straightConnector1">
            <a:avLst/>
          </a:prstGeom>
          <a:noFill/>
          <a:ln cap="flat" cmpd="sng" w="19050">
            <a:solidFill>
              <a:schemeClr val="accent1"/>
            </a:solidFill>
            <a:prstDash val="dash"/>
            <a:miter lim="8000"/>
            <a:headEnd len="sm" w="sm" type="none"/>
            <a:tailEnd len="med" w="med" type="triangle"/>
          </a:ln>
        </p:spPr>
      </p:cxnSp>
      <p:cxnSp>
        <p:nvCxnSpPr>
          <p:cNvPr id="601" name="Google Shape;601;p31"/>
          <p:cNvCxnSpPr/>
          <p:nvPr/>
        </p:nvCxnSpPr>
        <p:spPr>
          <a:xfrm rot="10800000">
            <a:off x="1202300" y="792522"/>
            <a:ext cx="0" cy="1130700"/>
          </a:xfrm>
          <a:prstGeom prst="straightConnector1">
            <a:avLst/>
          </a:prstGeom>
          <a:noFill/>
          <a:ln cap="flat" cmpd="sng" w="19050">
            <a:solidFill>
              <a:schemeClr val="accent1"/>
            </a:solidFill>
            <a:prstDash val="dash"/>
            <a:miter lim="8000"/>
            <a:headEnd len="sm" w="sm" type="none"/>
            <a:tailEnd len="med" w="med" type="triangle"/>
          </a:ln>
        </p:spPr>
      </p:cxnSp>
      <p:cxnSp>
        <p:nvCxnSpPr>
          <p:cNvPr id="602" name="Google Shape;602;p31"/>
          <p:cNvCxnSpPr/>
          <p:nvPr/>
        </p:nvCxnSpPr>
        <p:spPr>
          <a:xfrm rot="10800000">
            <a:off x="3126018" y="785596"/>
            <a:ext cx="6300" cy="1092900"/>
          </a:xfrm>
          <a:prstGeom prst="straightConnector1">
            <a:avLst/>
          </a:prstGeom>
          <a:noFill/>
          <a:ln cap="flat" cmpd="sng" w="19050">
            <a:solidFill>
              <a:schemeClr val="accent1"/>
            </a:solidFill>
            <a:prstDash val="dash"/>
            <a:miter lim="8000"/>
            <a:headEnd len="sm" w="sm" type="none"/>
            <a:tailEnd len="med" w="med" type="triangle"/>
          </a:ln>
        </p:spPr>
      </p:cxnSp>
      <p:sp>
        <p:nvSpPr>
          <p:cNvPr id="603" name="Google Shape;603;p31"/>
          <p:cNvSpPr txBox="1"/>
          <p:nvPr/>
        </p:nvSpPr>
        <p:spPr>
          <a:xfrm>
            <a:off x="774398" y="2989747"/>
            <a:ext cx="868500" cy="276900"/>
          </a:xfrm>
          <a:prstGeom prst="rect">
            <a:avLst/>
          </a:prstGeom>
          <a:blipFill rotWithShape="1">
            <a:blip r:embed="rId3">
              <a:alphaModFix/>
            </a:blip>
            <a:stretch>
              <a:fillRect b="-22575" l="-4348" r="0" t="-6447"/>
            </a:stretch>
          </a:blip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 </a:t>
            </a:r>
            <a:endParaRPr b="0" i="0" sz="1100" u="none" cap="none" strike="noStrike">
              <a:solidFill>
                <a:srgbClr val="000000"/>
              </a:solidFill>
              <a:latin typeface="Arial"/>
              <a:ea typeface="Arial"/>
              <a:cs typeface="Arial"/>
              <a:sym typeface="Arial"/>
            </a:endParaRPr>
          </a:p>
        </p:txBody>
      </p:sp>
      <p:sp>
        <p:nvSpPr>
          <p:cNvPr id="604" name="Google Shape;604;p31"/>
          <p:cNvSpPr txBox="1"/>
          <p:nvPr/>
        </p:nvSpPr>
        <p:spPr>
          <a:xfrm>
            <a:off x="2744604" y="2985398"/>
            <a:ext cx="880200" cy="276900"/>
          </a:xfrm>
          <a:prstGeom prst="rect">
            <a:avLst/>
          </a:prstGeom>
          <a:blipFill rotWithShape="1">
            <a:blip r:embed="rId4">
              <a:alphaModFix/>
            </a:blip>
            <a:stretch>
              <a:fillRect b="-26657" l="-4298" r="0" t="-6666"/>
            </a:stretch>
          </a:blip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 </a:t>
            </a:r>
            <a:endParaRPr b="0" i="0" sz="1100" u="none" cap="none" strike="noStrike">
              <a:solidFill>
                <a:srgbClr val="000000"/>
              </a:solidFill>
              <a:latin typeface="Arial"/>
              <a:ea typeface="Arial"/>
              <a:cs typeface="Arial"/>
              <a:sym typeface="Arial"/>
            </a:endParaRPr>
          </a:p>
        </p:txBody>
      </p:sp>
      <p:sp>
        <p:nvSpPr>
          <p:cNvPr id="605" name="Google Shape;605;p31"/>
          <p:cNvSpPr/>
          <p:nvPr/>
        </p:nvSpPr>
        <p:spPr>
          <a:xfrm>
            <a:off x="1051466" y="1268750"/>
            <a:ext cx="840000" cy="206400"/>
          </a:xfrm>
          <a:prstGeom prst="rect">
            <a:avLst/>
          </a:prstGeom>
          <a:solidFill>
            <a:srgbClr val="C00000"/>
          </a:solidFill>
          <a:ln cap="flat" cmpd="sng" w="19050">
            <a:solidFill>
              <a:srgbClr val="A5A5A5"/>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606" name="Google Shape;606;p31"/>
          <p:cNvSpPr/>
          <p:nvPr/>
        </p:nvSpPr>
        <p:spPr>
          <a:xfrm>
            <a:off x="947441" y="1371953"/>
            <a:ext cx="840000" cy="206400"/>
          </a:xfrm>
          <a:prstGeom prst="rect">
            <a:avLst/>
          </a:prstGeom>
          <a:solidFill>
            <a:srgbClr val="C00000"/>
          </a:solidFill>
          <a:ln cap="flat" cmpd="sng" w="19050">
            <a:solidFill>
              <a:srgbClr val="A5A5A5"/>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607" name="Google Shape;607;p31"/>
          <p:cNvSpPr/>
          <p:nvPr/>
        </p:nvSpPr>
        <p:spPr>
          <a:xfrm>
            <a:off x="843416" y="1475156"/>
            <a:ext cx="840000" cy="206400"/>
          </a:xfrm>
          <a:prstGeom prst="rect">
            <a:avLst/>
          </a:prstGeom>
          <a:solidFill>
            <a:srgbClr val="EDD6F0"/>
          </a:solidFill>
          <a:ln cap="flat" cmpd="sng" w="19050">
            <a:solidFill>
              <a:srgbClr val="A5A5A5"/>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608" name="Google Shape;608;p31"/>
          <p:cNvSpPr txBox="1"/>
          <p:nvPr/>
        </p:nvSpPr>
        <p:spPr>
          <a:xfrm>
            <a:off x="561363" y="1475156"/>
            <a:ext cx="419853"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E59DDC"/>
                </a:solidFill>
                <a:latin typeface="Arial"/>
                <a:ea typeface="Arial"/>
                <a:cs typeface="Arial"/>
                <a:sym typeface="Arial"/>
              </a:rPr>
              <a:t>q</a:t>
            </a:r>
            <a:r>
              <a:rPr b="0" baseline="-25000" i="0" lang="en" sz="1400" u="none" cap="none" strike="noStrike">
                <a:solidFill>
                  <a:srgbClr val="E59DDC"/>
                </a:solidFill>
                <a:latin typeface="Arial"/>
                <a:ea typeface="Arial"/>
                <a:cs typeface="Arial"/>
                <a:sym typeface="Arial"/>
              </a:rPr>
              <a:t>1</a:t>
            </a:r>
            <a:endParaRPr b="0" i="0" sz="1400" u="none" cap="none" strike="noStrike">
              <a:solidFill>
                <a:srgbClr val="E59DDC"/>
              </a:solidFill>
              <a:latin typeface="Arial"/>
              <a:ea typeface="Arial"/>
              <a:cs typeface="Arial"/>
              <a:sym typeface="Arial"/>
            </a:endParaRPr>
          </a:p>
        </p:txBody>
      </p:sp>
      <p:sp>
        <p:nvSpPr>
          <p:cNvPr id="609" name="Google Shape;609;p31"/>
          <p:cNvSpPr txBox="1"/>
          <p:nvPr/>
        </p:nvSpPr>
        <p:spPr>
          <a:xfrm>
            <a:off x="611584" y="1303021"/>
            <a:ext cx="297300"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BC86"/>
                </a:solidFill>
                <a:latin typeface="Arial"/>
                <a:ea typeface="Arial"/>
                <a:cs typeface="Arial"/>
                <a:sym typeface="Arial"/>
              </a:rPr>
              <a:t>k</a:t>
            </a:r>
            <a:r>
              <a:rPr b="0" baseline="-25000" i="0" lang="en" sz="1400" u="none" cap="none" strike="noStrike">
                <a:solidFill>
                  <a:srgbClr val="FFBC86"/>
                </a:solidFill>
                <a:latin typeface="Arial"/>
                <a:ea typeface="Arial"/>
                <a:cs typeface="Arial"/>
                <a:sym typeface="Arial"/>
              </a:rPr>
              <a:t>1</a:t>
            </a:r>
            <a:endParaRPr b="0" i="0" sz="1400" u="none" cap="none" strike="noStrike">
              <a:solidFill>
                <a:srgbClr val="FFBC86"/>
              </a:solidFill>
              <a:latin typeface="Arial"/>
              <a:ea typeface="Arial"/>
              <a:cs typeface="Arial"/>
              <a:sym typeface="Arial"/>
            </a:endParaRPr>
          </a:p>
        </p:txBody>
      </p:sp>
      <p:sp>
        <p:nvSpPr>
          <p:cNvPr id="610" name="Google Shape;610;p31"/>
          <p:cNvSpPr txBox="1"/>
          <p:nvPr/>
        </p:nvSpPr>
        <p:spPr>
          <a:xfrm>
            <a:off x="715610" y="1178328"/>
            <a:ext cx="297300"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43AFE2"/>
                </a:solidFill>
                <a:latin typeface="Arial"/>
                <a:ea typeface="Arial"/>
                <a:cs typeface="Arial"/>
                <a:sym typeface="Arial"/>
              </a:rPr>
              <a:t>v</a:t>
            </a:r>
            <a:r>
              <a:rPr b="0" baseline="-25000" i="0" lang="en" sz="1400" u="none" cap="none" strike="noStrike">
                <a:solidFill>
                  <a:srgbClr val="43AFE2"/>
                </a:solidFill>
                <a:latin typeface="Arial"/>
                <a:ea typeface="Arial"/>
                <a:cs typeface="Arial"/>
                <a:sym typeface="Arial"/>
              </a:rPr>
              <a:t>1</a:t>
            </a:r>
            <a:endParaRPr b="0" i="0" sz="1400" u="none" cap="none" strike="noStrike">
              <a:solidFill>
                <a:srgbClr val="43AFE2"/>
              </a:solidFill>
              <a:latin typeface="Arial"/>
              <a:ea typeface="Arial"/>
              <a:cs typeface="Arial"/>
              <a:sym typeface="Arial"/>
            </a:endParaRPr>
          </a:p>
        </p:txBody>
      </p:sp>
      <p:sp>
        <p:nvSpPr>
          <p:cNvPr id="611" name="Google Shape;611;p31"/>
          <p:cNvSpPr/>
          <p:nvPr/>
        </p:nvSpPr>
        <p:spPr>
          <a:xfrm>
            <a:off x="2993007" y="1260911"/>
            <a:ext cx="840000" cy="206400"/>
          </a:xfrm>
          <a:prstGeom prst="rect">
            <a:avLst/>
          </a:prstGeom>
          <a:solidFill>
            <a:srgbClr val="C00000"/>
          </a:solidFill>
          <a:ln cap="flat" cmpd="sng" w="19050">
            <a:solidFill>
              <a:srgbClr val="A5A5A5"/>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612" name="Google Shape;612;p31"/>
          <p:cNvSpPr/>
          <p:nvPr/>
        </p:nvSpPr>
        <p:spPr>
          <a:xfrm>
            <a:off x="2888982" y="1364114"/>
            <a:ext cx="840000" cy="206400"/>
          </a:xfrm>
          <a:prstGeom prst="rect">
            <a:avLst/>
          </a:prstGeom>
          <a:solidFill>
            <a:srgbClr val="C00000"/>
          </a:solidFill>
          <a:ln cap="flat" cmpd="sng" w="19050">
            <a:solidFill>
              <a:srgbClr val="A5A5A5"/>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613" name="Google Shape;613;p31"/>
          <p:cNvSpPr/>
          <p:nvPr/>
        </p:nvSpPr>
        <p:spPr>
          <a:xfrm>
            <a:off x="2784957" y="1467317"/>
            <a:ext cx="840000" cy="206400"/>
          </a:xfrm>
          <a:prstGeom prst="rect">
            <a:avLst/>
          </a:prstGeom>
          <a:solidFill>
            <a:srgbClr val="EDD6F0"/>
          </a:solidFill>
          <a:ln cap="flat" cmpd="sng" w="19050">
            <a:solidFill>
              <a:srgbClr val="A5A5A5"/>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614" name="Google Shape;614;p31"/>
          <p:cNvSpPr txBox="1"/>
          <p:nvPr/>
        </p:nvSpPr>
        <p:spPr>
          <a:xfrm>
            <a:off x="2502904" y="1467317"/>
            <a:ext cx="386077"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E59DDC"/>
                </a:solidFill>
                <a:latin typeface="Arial"/>
                <a:ea typeface="Arial"/>
                <a:cs typeface="Arial"/>
                <a:sym typeface="Arial"/>
              </a:rPr>
              <a:t>q</a:t>
            </a:r>
            <a:r>
              <a:rPr b="0" baseline="-25000" i="0" lang="en" sz="1400" u="none" cap="none" strike="noStrike">
                <a:solidFill>
                  <a:srgbClr val="E59DDC"/>
                </a:solidFill>
                <a:latin typeface="Arial"/>
                <a:ea typeface="Arial"/>
                <a:cs typeface="Arial"/>
                <a:sym typeface="Arial"/>
              </a:rPr>
              <a:t>2</a:t>
            </a:r>
            <a:endParaRPr b="0" i="0" sz="1400" u="none" cap="none" strike="noStrike">
              <a:solidFill>
                <a:srgbClr val="E59DDC"/>
              </a:solidFill>
              <a:latin typeface="Arial"/>
              <a:ea typeface="Arial"/>
              <a:cs typeface="Arial"/>
              <a:sym typeface="Arial"/>
            </a:endParaRPr>
          </a:p>
        </p:txBody>
      </p:sp>
      <p:sp>
        <p:nvSpPr>
          <p:cNvPr id="615" name="Google Shape;615;p31"/>
          <p:cNvSpPr txBox="1"/>
          <p:nvPr/>
        </p:nvSpPr>
        <p:spPr>
          <a:xfrm>
            <a:off x="2553126" y="1295183"/>
            <a:ext cx="297300"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BC86"/>
                </a:solidFill>
                <a:latin typeface="Arial"/>
                <a:ea typeface="Arial"/>
                <a:cs typeface="Arial"/>
                <a:sym typeface="Arial"/>
              </a:rPr>
              <a:t>k</a:t>
            </a:r>
            <a:r>
              <a:rPr b="0" baseline="-25000" i="0" lang="en" sz="1400" u="none" cap="none" strike="noStrike">
                <a:solidFill>
                  <a:srgbClr val="FFBC86"/>
                </a:solidFill>
                <a:latin typeface="Arial"/>
                <a:ea typeface="Arial"/>
                <a:cs typeface="Arial"/>
                <a:sym typeface="Arial"/>
              </a:rPr>
              <a:t>2</a:t>
            </a:r>
            <a:endParaRPr b="0" i="0" sz="1400" u="none" cap="none" strike="noStrike">
              <a:solidFill>
                <a:srgbClr val="FFBC86"/>
              </a:solidFill>
              <a:latin typeface="Arial"/>
              <a:ea typeface="Arial"/>
              <a:cs typeface="Arial"/>
              <a:sym typeface="Arial"/>
            </a:endParaRPr>
          </a:p>
        </p:txBody>
      </p:sp>
      <p:sp>
        <p:nvSpPr>
          <p:cNvPr id="616" name="Google Shape;616;p31"/>
          <p:cNvSpPr txBox="1"/>
          <p:nvPr/>
        </p:nvSpPr>
        <p:spPr>
          <a:xfrm>
            <a:off x="2657151" y="1170490"/>
            <a:ext cx="297300"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43AFE2"/>
                </a:solidFill>
                <a:latin typeface="Arial"/>
                <a:ea typeface="Arial"/>
                <a:cs typeface="Arial"/>
                <a:sym typeface="Arial"/>
              </a:rPr>
              <a:t>v</a:t>
            </a:r>
            <a:r>
              <a:rPr b="0" baseline="-25000" i="0" lang="en" sz="1400" u="none" cap="none" strike="noStrike">
                <a:solidFill>
                  <a:srgbClr val="43AFE2"/>
                </a:solidFill>
                <a:latin typeface="Arial"/>
                <a:ea typeface="Arial"/>
                <a:cs typeface="Arial"/>
                <a:sym typeface="Arial"/>
              </a:rPr>
              <a:t>2</a:t>
            </a:r>
            <a:endParaRPr b="0" i="0" sz="1400" u="none" cap="none" strike="noStrike">
              <a:solidFill>
                <a:srgbClr val="43AFE2"/>
              </a:solidFill>
              <a:latin typeface="Arial"/>
              <a:ea typeface="Arial"/>
              <a:cs typeface="Arial"/>
              <a:sym typeface="Arial"/>
            </a:endParaRPr>
          </a:p>
        </p:txBody>
      </p:sp>
      <p:cxnSp>
        <p:nvCxnSpPr>
          <p:cNvPr id="617" name="Google Shape;617;p31"/>
          <p:cNvCxnSpPr>
            <a:stCxn id="606" idx="0"/>
          </p:cNvCxnSpPr>
          <p:nvPr/>
        </p:nvCxnSpPr>
        <p:spPr>
          <a:xfrm flipH="1" rot="10800000">
            <a:off x="1367441" y="918653"/>
            <a:ext cx="1805100" cy="453300"/>
          </a:xfrm>
          <a:prstGeom prst="straightConnector1">
            <a:avLst/>
          </a:prstGeom>
          <a:noFill/>
          <a:ln cap="flat" cmpd="sng" w="19050">
            <a:solidFill>
              <a:srgbClr val="72C4E9"/>
            </a:solidFill>
            <a:prstDash val="solid"/>
            <a:miter lim="8000"/>
            <a:headEnd len="sm" w="sm" type="none"/>
            <a:tailEnd len="med" w="med" type="triangle"/>
          </a:ln>
        </p:spPr>
      </p:cxnSp>
      <p:sp>
        <p:nvSpPr>
          <p:cNvPr id="618" name="Google Shape;618;p31"/>
          <p:cNvSpPr txBox="1"/>
          <p:nvPr/>
        </p:nvSpPr>
        <p:spPr>
          <a:xfrm>
            <a:off x="2399874" y="308500"/>
            <a:ext cx="410100"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6AA84F"/>
                </a:solidFill>
                <a:latin typeface="Arial"/>
                <a:ea typeface="Arial"/>
                <a:cs typeface="Arial"/>
                <a:sym typeface="Arial"/>
              </a:rPr>
              <a:t>c</a:t>
            </a:r>
            <a:r>
              <a:rPr b="1" baseline="-25000" i="0" lang="en" sz="1400" u="none" cap="none" strike="noStrike">
                <a:solidFill>
                  <a:srgbClr val="6AA84F"/>
                </a:solidFill>
                <a:latin typeface="Arial"/>
                <a:ea typeface="Arial"/>
                <a:cs typeface="Arial"/>
                <a:sym typeface="Arial"/>
              </a:rPr>
              <a:t>2</a:t>
            </a:r>
            <a:endParaRPr b="1" i="0" sz="1400" u="none" cap="none" strike="noStrike">
              <a:solidFill>
                <a:srgbClr val="6AA84F"/>
              </a:solidFill>
              <a:latin typeface="Arial"/>
              <a:ea typeface="Arial"/>
              <a:cs typeface="Arial"/>
              <a:sym typeface="Arial"/>
            </a:endParaRPr>
          </a:p>
        </p:txBody>
      </p:sp>
      <p:sp>
        <p:nvSpPr>
          <p:cNvPr id="619" name="Google Shape;619;p31"/>
          <p:cNvSpPr txBox="1"/>
          <p:nvPr/>
        </p:nvSpPr>
        <p:spPr>
          <a:xfrm>
            <a:off x="2764698" y="-50525"/>
            <a:ext cx="840000"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6AA84F"/>
                </a:solidFill>
                <a:latin typeface="Arial"/>
                <a:ea typeface="Arial"/>
                <a:cs typeface="Arial"/>
                <a:sym typeface="Arial"/>
              </a:rPr>
              <a:t>x</a:t>
            </a:r>
            <a:r>
              <a:rPr b="1" baseline="-25000" i="0" lang="en" sz="1400" u="none" cap="none" strike="noStrike">
                <a:solidFill>
                  <a:srgbClr val="6AA84F"/>
                </a:solidFill>
                <a:latin typeface="Arial"/>
                <a:ea typeface="Arial"/>
                <a:cs typeface="Arial"/>
                <a:sym typeface="Arial"/>
              </a:rPr>
              <a:t>2 </a:t>
            </a:r>
            <a:r>
              <a:rPr b="1" i="0" lang="en" sz="1400" u="none" cap="none" strike="noStrike">
                <a:solidFill>
                  <a:srgbClr val="6AA84F"/>
                </a:solidFill>
                <a:latin typeface="Arial"/>
                <a:ea typeface="Arial"/>
                <a:cs typeface="Arial"/>
                <a:sym typeface="Arial"/>
              </a:rPr>
              <a:t>= “a”</a:t>
            </a:r>
            <a:endParaRPr b="1" i="0" sz="1400" u="none" cap="none" strike="noStrike">
              <a:solidFill>
                <a:srgbClr val="6AA84F"/>
              </a:solidFill>
              <a:latin typeface="Arial"/>
              <a:ea typeface="Arial"/>
              <a:cs typeface="Arial"/>
              <a:sym typeface="Arial"/>
            </a:endParaRPr>
          </a:p>
        </p:txBody>
      </p:sp>
      <p:sp>
        <p:nvSpPr>
          <p:cNvPr id="620" name="Google Shape;620;p31"/>
          <p:cNvSpPr txBox="1"/>
          <p:nvPr/>
        </p:nvSpPr>
        <p:spPr>
          <a:xfrm>
            <a:off x="1" y="4251350"/>
            <a:ext cx="880200"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BC86"/>
                </a:solidFill>
                <a:latin typeface="Arial"/>
                <a:ea typeface="Arial"/>
                <a:cs typeface="Arial"/>
                <a:sym typeface="Arial"/>
              </a:rPr>
              <a:t>k</a:t>
            </a:r>
            <a:r>
              <a:rPr b="0" baseline="-25000" i="0" lang="en" sz="1400" u="none" cap="none" strike="noStrike">
                <a:solidFill>
                  <a:srgbClr val="FFBC86"/>
                </a:solidFill>
                <a:latin typeface="Arial"/>
                <a:ea typeface="Arial"/>
                <a:cs typeface="Arial"/>
                <a:sym typeface="Arial"/>
              </a:rPr>
              <a:t>1</a:t>
            </a:r>
            <a:r>
              <a:rPr b="0" i="0" lang="en" sz="1400" u="none" cap="none" strike="noStrike">
                <a:solidFill>
                  <a:srgbClr val="FFBC86"/>
                </a:solidFill>
                <a:latin typeface="Arial"/>
                <a:ea typeface="Arial"/>
                <a:cs typeface="Arial"/>
                <a:sym typeface="Arial"/>
              </a:rPr>
              <a:t>= K.</a:t>
            </a:r>
            <a:r>
              <a:rPr b="1" i="0" lang="en" sz="1400" u="none" cap="none" strike="noStrike">
                <a:solidFill>
                  <a:srgbClr val="6AA84F"/>
                </a:solidFill>
                <a:latin typeface="Arial"/>
                <a:ea typeface="Arial"/>
                <a:cs typeface="Arial"/>
                <a:sym typeface="Arial"/>
              </a:rPr>
              <a:t>a</a:t>
            </a:r>
            <a:r>
              <a:rPr b="1" baseline="-25000" i="0" lang="en" sz="1400" u="none" cap="none" strike="noStrike">
                <a:solidFill>
                  <a:srgbClr val="6AA84F"/>
                </a:solidFill>
                <a:latin typeface="Arial"/>
                <a:ea typeface="Arial"/>
                <a:cs typeface="Arial"/>
                <a:sym typeface="Arial"/>
              </a:rPr>
              <a:t>1</a:t>
            </a:r>
            <a:r>
              <a:rPr b="0" baseline="-25000" i="0" lang="en" sz="1400" u="none" cap="none" strike="noStrike">
                <a:solidFill>
                  <a:srgbClr val="FFBC86"/>
                </a:solidFill>
                <a:latin typeface="Arial"/>
                <a:ea typeface="Arial"/>
                <a:cs typeface="Arial"/>
                <a:sym typeface="Arial"/>
              </a:rPr>
              <a:t> </a:t>
            </a:r>
            <a:endParaRPr b="0" i="0" sz="1400" u="none" cap="none" strike="noStrike">
              <a:solidFill>
                <a:srgbClr val="FFBC86"/>
              </a:solidFill>
              <a:latin typeface="Arial"/>
              <a:ea typeface="Arial"/>
              <a:cs typeface="Arial"/>
              <a:sym typeface="Arial"/>
            </a:endParaRPr>
          </a:p>
        </p:txBody>
      </p:sp>
      <p:cxnSp>
        <p:nvCxnSpPr>
          <p:cNvPr id="621" name="Google Shape;621;p31"/>
          <p:cNvCxnSpPr>
            <a:stCxn id="586" idx="0"/>
          </p:cNvCxnSpPr>
          <p:nvPr/>
        </p:nvCxnSpPr>
        <p:spPr>
          <a:xfrm rot="10800000">
            <a:off x="3372655" y="3232714"/>
            <a:ext cx="0" cy="357300"/>
          </a:xfrm>
          <a:prstGeom prst="straightConnector1">
            <a:avLst/>
          </a:prstGeom>
          <a:noFill/>
          <a:ln cap="flat" cmpd="sng" w="19050">
            <a:solidFill>
              <a:srgbClr val="72C4E9"/>
            </a:solidFill>
            <a:prstDash val="solid"/>
            <a:miter lim="8000"/>
            <a:headEnd len="sm" w="sm" type="none"/>
            <a:tailEnd len="med" w="med" type="triangle"/>
          </a:ln>
        </p:spPr>
      </p:cxnSp>
      <p:cxnSp>
        <p:nvCxnSpPr>
          <p:cNvPr id="622" name="Google Shape;622;p31"/>
          <p:cNvCxnSpPr/>
          <p:nvPr/>
        </p:nvCxnSpPr>
        <p:spPr>
          <a:xfrm flipH="1" rot="10800000">
            <a:off x="1346604" y="3272198"/>
            <a:ext cx="1612200" cy="431400"/>
          </a:xfrm>
          <a:prstGeom prst="straightConnector1">
            <a:avLst/>
          </a:prstGeom>
          <a:noFill/>
          <a:ln cap="flat" cmpd="sng" w="19050">
            <a:solidFill>
              <a:srgbClr val="FDD349"/>
            </a:solidFill>
            <a:prstDash val="solid"/>
            <a:round/>
            <a:headEnd len="sm" w="sm" type="none"/>
            <a:tailEnd len="med" w="med" type="triangle"/>
          </a:ln>
        </p:spPr>
      </p:cxnSp>
      <p:cxnSp>
        <p:nvCxnSpPr>
          <p:cNvPr id="623" name="Google Shape;623;p31"/>
          <p:cNvCxnSpPr>
            <a:stCxn id="587" idx="0"/>
          </p:cNvCxnSpPr>
          <p:nvPr/>
        </p:nvCxnSpPr>
        <p:spPr>
          <a:xfrm flipH="1" rot="10800000">
            <a:off x="3268630" y="3226118"/>
            <a:ext cx="5700" cy="467100"/>
          </a:xfrm>
          <a:prstGeom prst="straightConnector1">
            <a:avLst/>
          </a:prstGeom>
          <a:noFill/>
          <a:ln cap="flat" cmpd="sng" w="19050">
            <a:solidFill>
              <a:srgbClr val="FDD349"/>
            </a:solidFill>
            <a:prstDash val="solid"/>
            <a:miter lim="80"/>
            <a:headEnd len="sm" w="sm" type="none"/>
            <a:tailEnd len="med" w="med" type="triangle"/>
          </a:ln>
        </p:spPr>
      </p:cxnSp>
      <p:cxnSp>
        <p:nvCxnSpPr>
          <p:cNvPr id="624" name="Google Shape;624;p31"/>
          <p:cNvCxnSpPr>
            <a:stCxn id="581" idx="0"/>
          </p:cNvCxnSpPr>
          <p:nvPr/>
        </p:nvCxnSpPr>
        <p:spPr>
          <a:xfrm flipH="1" rot="10800000">
            <a:off x="1327088" y="3222856"/>
            <a:ext cx="9300" cy="478200"/>
          </a:xfrm>
          <a:prstGeom prst="straightConnector1">
            <a:avLst/>
          </a:prstGeom>
          <a:noFill/>
          <a:ln cap="flat" cmpd="sng" w="19050">
            <a:solidFill>
              <a:srgbClr val="FDD349"/>
            </a:solidFill>
            <a:prstDash val="solid"/>
            <a:miter lim="80"/>
            <a:headEnd len="sm" w="sm" type="none"/>
            <a:tailEnd len="med" w="med" type="triangle"/>
          </a:ln>
        </p:spPr>
      </p:cxnSp>
      <p:cxnSp>
        <p:nvCxnSpPr>
          <p:cNvPr id="625" name="Google Shape;625;p31"/>
          <p:cNvCxnSpPr>
            <a:stCxn id="580" idx="0"/>
          </p:cNvCxnSpPr>
          <p:nvPr/>
        </p:nvCxnSpPr>
        <p:spPr>
          <a:xfrm flipH="1" rot="10800000">
            <a:off x="1431113" y="3229453"/>
            <a:ext cx="13500" cy="368400"/>
          </a:xfrm>
          <a:prstGeom prst="straightConnector1">
            <a:avLst/>
          </a:prstGeom>
          <a:noFill/>
          <a:ln cap="flat" cmpd="sng" w="19050">
            <a:solidFill>
              <a:srgbClr val="72C4E9"/>
            </a:solidFill>
            <a:prstDash val="solid"/>
            <a:miter lim="80"/>
            <a:headEnd len="sm" w="sm" type="none"/>
            <a:tailEnd len="med" w="med" type="triangle"/>
          </a:ln>
        </p:spPr>
      </p:cxnSp>
      <p:cxnSp>
        <p:nvCxnSpPr>
          <p:cNvPr id="626" name="Google Shape;626;p31"/>
          <p:cNvCxnSpPr>
            <a:stCxn id="606" idx="0"/>
          </p:cNvCxnSpPr>
          <p:nvPr/>
        </p:nvCxnSpPr>
        <p:spPr>
          <a:xfrm rot="10800000">
            <a:off x="1353941" y="943853"/>
            <a:ext cx="13500" cy="428100"/>
          </a:xfrm>
          <a:prstGeom prst="straightConnector1">
            <a:avLst/>
          </a:prstGeom>
          <a:noFill/>
          <a:ln cap="flat" cmpd="sng" w="19050">
            <a:solidFill>
              <a:srgbClr val="72C4E9"/>
            </a:solidFill>
            <a:prstDash val="solid"/>
            <a:miter lim="8000"/>
            <a:headEnd len="sm" w="sm" type="none"/>
            <a:tailEnd len="med" w="med" type="triangle"/>
          </a:ln>
        </p:spPr>
      </p:cxnSp>
      <p:sp>
        <p:nvSpPr>
          <p:cNvPr id="627" name="Google Shape;627;p31"/>
          <p:cNvSpPr/>
          <p:nvPr/>
        </p:nvSpPr>
        <p:spPr>
          <a:xfrm>
            <a:off x="2747528" y="386807"/>
            <a:ext cx="1047900" cy="206400"/>
          </a:xfrm>
          <a:prstGeom prst="rect">
            <a:avLst/>
          </a:prstGeom>
          <a:solidFill>
            <a:srgbClr val="BDE1AF"/>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cxnSp>
        <p:nvCxnSpPr>
          <p:cNvPr id="628" name="Google Shape;628;p31"/>
          <p:cNvCxnSpPr/>
          <p:nvPr/>
        </p:nvCxnSpPr>
        <p:spPr>
          <a:xfrm flipH="1" rot="10800000">
            <a:off x="3133926" y="234175"/>
            <a:ext cx="1200" cy="283800"/>
          </a:xfrm>
          <a:prstGeom prst="straightConnector1">
            <a:avLst/>
          </a:prstGeom>
          <a:noFill/>
          <a:ln cap="flat" cmpd="sng" w="19050">
            <a:solidFill>
              <a:schemeClr val="accent1"/>
            </a:solidFill>
            <a:prstDash val="dash"/>
            <a:round/>
            <a:headEnd len="sm" w="sm" type="none"/>
            <a:tailEnd len="sm" w="sm" type="none"/>
          </a:ln>
        </p:spPr>
      </p:cxnSp>
      <p:sp>
        <p:nvSpPr>
          <p:cNvPr id="629" name="Google Shape;629;p31"/>
          <p:cNvSpPr txBox="1"/>
          <p:nvPr/>
        </p:nvSpPr>
        <p:spPr>
          <a:xfrm>
            <a:off x="195925" y="761200"/>
            <a:ext cx="7062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Calibri"/>
                <a:ea typeface="Calibri"/>
                <a:cs typeface="Calibri"/>
                <a:sym typeface="Calibri"/>
              </a:rPr>
              <a:t>Layer 2</a:t>
            </a:r>
            <a:endParaRPr b="0" i="0" sz="1400" u="none" cap="none" strike="noStrike">
              <a:solidFill>
                <a:schemeClr val="dk1"/>
              </a:solidFill>
              <a:latin typeface="Calibri"/>
              <a:ea typeface="Calibri"/>
              <a:cs typeface="Calibri"/>
              <a:sym typeface="Calibri"/>
            </a:endParaRPr>
          </a:p>
        </p:txBody>
      </p:sp>
      <p:sp>
        <p:nvSpPr>
          <p:cNvPr id="630" name="Google Shape;630;p31"/>
          <p:cNvSpPr txBox="1"/>
          <p:nvPr/>
        </p:nvSpPr>
        <p:spPr>
          <a:xfrm>
            <a:off x="195925" y="2829413"/>
            <a:ext cx="7062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Calibri"/>
                <a:ea typeface="Calibri"/>
                <a:cs typeface="Calibri"/>
                <a:sym typeface="Calibri"/>
              </a:rPr>
              <a:t>Layer 1</a:t>
            </a:r>
            <a:endParaRPr b="0" i="0" sz="1400" u="none" cap="none" strike="noStrike">
              <a:solidFill>
                <a:schemeClr val="dk1"/>
              </a:solidFill>
              <a:latin typeface="Calibri"/>
              <a:ea typeface="Calibri"/>
              <a:cs typeface="Calibri"/>
              <a:sym typeface="Calibri"/>
            </a:endParaRPr>
          </a:p>
        </p:txBody>
      </p:sp>
      <p:sp>
        <p:nvSpPr>
          <p:cNvPr id="631" name="Google Shape;631;p31"/>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rm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en"/>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 presetSubtype="0">
                                  <p:stCondLst>
                                    <p:cond delay="0"/>
                                  </p:stCondLst>
                                  <p:childTnLst>
                                    <p:set>
                                      <p:cBhvr>
                                        <p:cTn dur="1" fill="hold">
                                          <p:stCondLst>
                                            <p:cond delay="0"/>
                                          </p:stCondLst>
                                        </p:cTn>
                                        <p:tgtEl>
                                          <p:spTgt spid="57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5" name="Shape 635"/>
        <p:cNvGrpSpPr/>
        <p:nvPr/>
      </p:nvGrpSpPr>
      <p:grpSpPr>
        <a:xfrm>
          <a:off x="0" y="0"/>
          <a:ext cx="0" cy="0"/>
          <a:chOff x="0" y="0"/>
          <a:chExt cx="0" cy="0"/>
        </a:xfrm>
      </p:grpSpPr>
      <p:sp>
        <p:nvSpPr>
          <p:cNvPr id="636" name="Google Shape;636;p32"/>
          <p:cNvSpPr/>
          <p:nvPr/>
        </p:nvSpPr>
        <p:spPr>
          <a:xfrm>
            <a:off x="207425" y="593200"/>
            <a:ext cx="6483600" cy="1542600"/>
          </a:xfrm>
          <a:prstGeom prst="rect">
            <a:avLst/>
          </a:prstGeom>
          <a:noFill/>
          <a:ln cap="flat" cmpd="sng" w="19050">
            <a:solidFill>
              <a:schemeClr val="accent2"/>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637" name="Google Shape;637;p32"/>
          <p:cNvSpPr/>
          <p:nvPr/>
        </p:nvSpPr>
        <p:spPr>
          <a:xfrm>
            <a:off x="803063" y="4483637"/>
            <a:ext cx="1047900" cy="206400"/>
          </a:xfrm>
          <a:prstGeom prst="rect">
            <a:avLst/>
          </a:prstGeom>
          <a:solidFill>
            <a:srgbClr val="BDE1AF"/>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638" name="Google Shape;638;p32"/>
          <p:cNvSpPr/>
          <p:nvPr/>
        </p:nvSpPr>
        <p:spPr>
          <a:xfrm>
            <a:off x="2720478" y="4483637"/>
            <a:ext cx="1047900" cy="206400"/>
          </a:xfrm>
          <a:prstGeom prst="rect">
            <a:avLst/>
          </a:prstGeom>
          <a:solidFill>
            <a:srgbClr val="BDE1AF"/>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639" name="Google Shape;639;p32"/>
          <p:cNvSpPr/>
          <p:nvPr/>
        </p:nvSpPr>
        <p:spPr>
          <a:xfrm>
            <a:off x="209724" y="2829300"/>
            <a:ext cx="6483600" cy="1375200"/>
          </a:xfrm>
          <a:prstGeom prst="rect">
            <a:avLst/>
          </a:prstGeom>
          <a:noFill/>
          <a:ln cap="flat" cmpd="sng" w="19050">
            <a:solidFill>
              <a:schemeClr val="accent2"/>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640" name="Google Shape;640;p32"/>
          <p:cNvSpPr txBox="1"/>
          <p:nvPr/>
        </p:nvSpPr>
        <p:spPr>
          <a:xfrm>
            <a:off x="524618" y="4582900"/>
            <a:ext cx="456600"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6AA84F"/>
                </a:solidFill>
                <a:latin typeface="Arial"/>
                <a:ea typeface="Arial"/>
                <a:cs typeface="Arial"/>
                <a:sym typeface="Arial"/>
              </a:rPr>
              <a:t>a</a:t>
            </a:r>
            <a:r>
              <a:rPr b="1" baseline="-25000" i="0" lang="en" sz="1400" u="none" cap="none" strike="noStrike">
                <a:solidFill>
                  <a:srgbClr val="6AA84F"/>
                </a:solidFill>
                <a:latin typeface="Arial"/>
                <a:ea typeface="Arial"/>
                <a:cs typeface="Arial"/>
                <a:sym typeface="Arial"/>
              </a:rPr>
              <a:t>1</a:t>
            </a:r>
            <a:endParaRPr b="1" i="0" sz="1400" u="none" cap="none" strike="noStrike">
              <a:solidFill>
                <a:srgbClr val="6AA84F"/>
              </a:solidFill>
              <a:latin typeface="Arial"/>
              <a:ea typeface="Arial"/>
              <a:cs typeface="Arial"/>
              <a:sym typeface="Arial"/>
            </a:endParaRPr>
          </a:p>
        </p:txBody>
      </p:sp>
      <p:sp>
        <p:nvSpPr>
          <p:cNvPr id="641" name="Google Shape;641;p32"/>
          <p:cNvSpPr txBox="1"/>
          <p:nvPr/>
        </p:nvSpPr>
        <p:spPr>
          <a:xfrm>
            <a:off x="2399872" y="4566150"/>
            <a:ext cx="410100"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6AA84F"/>
                </a:solidFill>
                <a:latin typeface="Arial"/>
                <a:ea typeface="Arial"/>
                <a:cs typeface="Arial"/>
                <a:sym typeface="Arial"/>
              </a:rPr>
              <a:t>a</a:t>
            </a:r>
            <a:r>
              <a:rPr b="1" baseline="-25000" i="0" lang="en" sz="1400" u="none" cap="none" strike="noStrike">
                <a:solidFill>
                  <a:srgbClr val="6AA84F"/>
                </a:solidFill>
                <a:latin typeface="Arial"/>
                <a:ea typeface="Arial"/>
                <a:cs typeface="Arial"/>
                <a:sym typeface="Arial"/>
              </a:rPr>
              <a:t>2</a:t>
            </a:r>
            <a:endParaRPr b="1" i="0" sz="1400" u="none" cap="none" strike="noStrike">
              <a:solidFill>
                <a:srgbClr val="6AA84F"/>
              </a:solidFill>
              <a:latin typeface="Arial"/>
              <a:ea typeface="Arial"/>
              <a:cs typeface="Arial"/>
              <a:sym typeface="Arial"/>
            </a:endParaRPr>
          </a:p>
        </p:txBody>
      </p:sp>
      <p:sp>
        <p:nvSpPr>
          <p:cNvPr id="642" name="Google Shape;642;p32"/>
          <p:cNvSpPr txBox="1"/>
          <p:nvPr/>
        </p:nvSpPr>
        <p:spPr>
          <a:xfrm>
            <a:off x="995001" y="4646825"/>
            <a:ext cx="752100"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Arial"/>
                <a:ea typeface="Arial"/>
                <a:cs typeface="Arial"/>
                <a:sym typeface="Arial"/>
              </a:rPr>
              <a:t>Once</a:t>
            </a:r>
            <a:endParaRPr b="0" i="0" sz="1100" u="none" cap="none" strike="noStrike">
              <a:solidFill>
                <a:srgbClr val="000000"/>
              </a:solidFill>
              <a:latin typeface="Arial"/>
              <a:ea typeface="Arial"/>
              <a:cs typeface="Arial"/>
              <a:sym typeface="Arial"/>
            </a:endParaRPr>
          </a:p>
        </p:txBody>
      </p:sp>
      <p:sp>
        <p:nvSpPr>
          <p:cNvPr id="643" name="Google Shape;643;p32"/>
          <p:cNvSpPr txBox="1"/>
          <p:nvPr/>
        </p:nvSpPr>
        <p:spPr>
          <a:xfrm>
            <a:off x="2982447" y="4646825"/>
            <a:ext cx="706200"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Arial"/>
                <a:ea typeface="Arial"/>
                <a:cs typeface="Arial"/>
                <a:sym typeface="Arial"/>
              </a:rPr>
              <a:t>upon</a:t>
            </a:r>
            <a:endParaRPr b="0" i="0" sz="1100" u="none" cap="none" strike="noStrike">
              <a:solidFill>
                <a:srgbClr val="000000"/>
              </a:solidFill>
              <a:latin typeface="Arial"/>
              <a:ea typeface="Arial"/>
              <a:cs typeface="Arial"/>
              <a:sym typeface="Arial"/>
            </a:endParaRPr>
          </a:p>
        </p:txBody>
      </p:sp>
      <p:sp>
        <p:nvSpPr>
          <p:cNvPr id="644" name="Google Shape;644;p32"/>
          <p:cNvSpPr/>
          <p:nvPr/>
        </p:nvSpPr>
        <p:spPr>
          <a:xfrm>
            <a:off x="1011113" y="3597853"/>
            <a:ext cx="840000" cy="206400"/>
          </a:xfrm>
          <a:prstGeom prst="rect">
            <a:avLst/>
          </a:prstGeom>
          <a:solidFill>
            <a:srgbClr val="AEDFFF"/>
          </a:solidFill>
          <a:ln cap="flat" cmpd="sng" w="19050">
            <a:solidFill>
              <a:srgbClr val="A5A5A5"/>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645" name="Google Shape;645;p32"/>
          <p:cNvSpPr/>
          <p:nvPr/>
        </p:nvSpPr>
        <p:spPr>
          <a:xfrm>
            <a:off x="907088" y="3701056"/>
            <a:ext cx="840000" cy="206400"/>
          </a:xfrm>
          <a:prstGeom prst="rect">
            <a:avLst/>
          </a:prstGeom>
          <a:solidFill>
            <a:srgbClr val="FDD349"/>
          </a:solidFill>
          <a:ln cap="flat" cmpd="sng" w="19050">
            <a:solidFill>
              <a:srgbClr val="A5A5A5"/>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646" name="Google Shape;646;p32"/>
          <p:cNvSpPr/>
          <p:nvPr/>
        </p:nvSpPr>
        <p:spPr>
          <a:xfrm>
            <a:off x="803063" y="3804259"/>
            <a:ext cx="840000" cy="206400"/>
          </a:xfrm>
          <a:prstGeom prst="rect">
            <a:avLst/>
          </a:prstGeom>
          <a:solidFill>
            <a:srgbClr val="EDD6F0"/>
          </a:solidFill>
          <a:ln cap="flat" cmpd="sng" w="19050">
            <a:solidFill>
              <a:srgbClr val="A5A5A5"/>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647" name="Google Shape;647;p32"/>
          <p:cNvSpPr txBox="1"/>
          <p:nvPr/>
        </p:nvSpPr>
        <p:spPr>
          <a:xfrm>
            <a:off x="521011" y="3804259"/>
            <a:ext cx="397741"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E59DDC"/>
                </a:solidFill>
                <a:latin typeface="Arial"/>
                <a:ea typeface="Arial"/>
                <a:cs typeface="Arial"/>
                <a:sym typeface="Arial"/>
              </a:rPr>
              <a:t>q</a:t>
            </a:r>
            <a:r>
              <a:rPr b="0" baseline="-25000" i="0" lang="en" sz="1400" u="none" cap="none" strike="noStrike">
                <a:solidFill>
                  <a:srgbClr val="E59DDC"/>
                </a:solidFill>
                <a:latin typeface="Arial"/>
                <a:ea typeface="Arial"/>
                <a:cs typeface="Arial"/>
                <a:sym typeface="Arial"/>
              </a:rPr>
              <a:t>1</a:t>
            </a:r>
            <a:endParaRPr b="0" i="0" sz="1400" u="none" cap="none" strike="noStrike">
              <a:solidFill>
                <a:srgbClr val="E59DDC"/>
              </a:solidFill>
              <a:latin typeface="Arial"/>
              <a:ea typeface="Arial"/>
              <a:cs typeface="Arial"/>
              <a:sym typeface="Arial"/>
            </a:endParaRPr>
          </a:p>
        </p:txBody>
      </p:sp>
      <p:sp>
        <p:nvSpPr>
          <p:cNvPr id="648" name="Google Shape;648;p32"/>
          <p:cNvSpPr txBox="1"/>
          <p:nvPr/>
        </p:nvSpPr>
        <p:spPr>
          <a:xfrm>
            <a:off x="571232" y="3632124"/>
            <a:ext cx="297300"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BC86"/>
                </a:solidFill>
                <a:latin typeface="Arial"/>
                <a:ea typeface="Arial"/>
                <a:cs typeface="Arial"/>
                <a:sym typeface="Arial"/>
              </a:rPr>
              <a:t>k</a:t>
            </a:r>
            <a:r>
              <a:rPr b="0" baseline="-25000" i="0" lang="en" sz="1400" u="none" cap="none" strike="noStrike">
                <a:solidFill>
                  <a:srgbClr val="FFBC86"/>
                </a:solidFill>
                <a:latin typeface="Arial"/>
                <a:ea typeface="Arial"/>
                <a:cs typeface="Arial"/>
                <a:sym typeface="Arial"/>
              </a:rPr>
              <a:t>1</a:t>
            </a:r>
            <a:endParaRPr b="0" i="0" sz="1400" u="none" cap="none" strike="noStrike">
              <a:solidFill>
                <a:srgbClr val="FFBC86"/>
              </a:solidFill>
              <a:latin typeface="Arial"/>
              <a:ea typeface="Arial"/>
              <a:cs typeface="Arial"/>
              <a:sym typeface="Arial"/>
            </a:endParaRPr>
          </a:p>
        </p:txBody>
      </p:sp>
      <p:sp>
        <p:nvSpPr>
          <p:cNvPr id="649" name="Google Shape;649;p32"/>
          <p:cNvSpPr txBox="1"/>
          <p:nvPr/>
        </p:nvSpPr>
        <p:spPr>
          <a:xfrm>
            <a:off x="675257" y="3507431"/>
            <a:ext cx="297300"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43AFE2"/>
                </a:solidFill>
                <a:latin typeface="Arial"/>
                <a:ea typeface="Arial"/>
                <a:cs typeface="Arial"/>
                <a:sym typeface="Arial"/>
              </a:rPr>
              <a:t>v</a:t>
            </a:r>
            <a:r>
              <a:rPr b="0" baseline="-25000" i="0" lang="en" sz="1400" u="none" cap="none" strike="noStrike">
                <a:solidFill>
                  <a:srgbClr val="43AFE2"/>
                </a:solidFill>
                <a:latin typeface="Arial"/>
                <a:ea typeface="Arial"/>
                <a:cs typeface="Arial"/>
                <a:sym typeface="Arial"/>
              </a:rPr>
              <a:t>1</a:t>
            </a:r>
            <a:endParaRPr b="0" i="0" sz="1400" u="none" cap="none" strike="noStrike">
              <a:solidFill>
                <a:srgbClr val="43AFE2"/>
              </a:solidFill>
              <a:latin typeface="Arial"/>
              <a:ea typeface="Arial"/>
              <a:cs typeface="Arial"/>
              <a:sym typeface="Arial"/>
            </a:endParaRPr>
          </a:p>
        </p:txBody>
      </p:sp>
      <p:sp>
        <p:nvSpPr>
          <p:cNvPr id="650" name="Google Shape;650;p32"/>
          <p:cNvSpPr/>
          <p:nvPr/>
        </p:nvSpPr>
        <p:spPr>
          <a:xfrm>
            <a:off x="2952655" y="3590014"/>
            <a:ext cx="840000" cy="206400"/>
          </a:xfrm>
          <a:prstGeom prst="rect">
            <a:avLst/>
          </a:prstGeom>
          <a:solidFill>
            <a:srgbClr val="AEDFFF"/>
          </a:solidFill>
          <a:ln cap="flat" cmpd="sng" w="19050">
            <a:solidFill>
              <a:srgbClr val="A5A5A5"/>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651" name="Google Shape;651;p32"/>
          <p:cNvSpPr/>
          <p:nvPr/>
        </p:nvSpPr>
        <p:spPr>
          <a:xfrm>
            <a:off x="2848630" y="3693218"/>
            <a:ext cx="840000" cy="206400"/>
          </a:xfrm>
          <a:prstGeom prst="rect">
            <a:avLst/>
          </a:prstGeom>
          <a:solidFill>
            <a:srgbClr val="FDD349"/>
          </a:solidFill>
          <a:ln cap="flat" cmpd="sng" w="19050">
            <a:solidFill>
              <a:srgbClr val="A5A5A5"/>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652" name="Google Shape;652;p32"/>
          <p:cNvSpPr/>
          <p:nvPr/>
        </p:nvSpPr>
        <p:spPr>
          <a:xfrm>
            <a:off x="2744605" y="3796421"/>
            <a:ext cx="840000" cy="206400"/>
          </a:xfrm>
          <a:prstGeom prst="rect">
            <a:avLst/>
          </a:prstGeom>
          <a:solidFill>
            <a:srgbClr val="EDD6F0"/>
          </a:solidFill>
          <a:ln cap="flat" cmpd="sng" w="19050">
            <a:solidFill>
              <a:srgbClr val="A5A5A5"/>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653" name="Google Shape;653;p32"/>
          <p:cNvSpPr txBox="1"/>
          <p:nvPr/>
        </p:nvSpPr>
        <p:spPr>
          <a:xfrm>
            <a:off x="2462553" y="3796421"/>
            <a:ext cx="335856"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E59DDC"/>
                </a:solidFill>
                <a:latin typeface="Arial"/>
                <a:ea typeface="Arial"/>
                <a:cs typeface="Arial"/>
                <a:sym typeface="Arial"/>
              </a:rPr>
              <a:t>q</a:t>
            </a:r>
            <a:r>
              <a:rPr b="0" baseline="-25000" i="0" lang="en" sz="1400" u="none" cap="none" strike="noStrike">
                <a:solidFill>
                  <a:srgbClr val="E59DDC"/>
                </a:solidFill>
                <a:latin typeface="Arial"/>
                <a:ea typeface="Arial"/>
                <a:cs typeface="Arial"/>
                <a:sym typeface="Arial"/>
              </a:rPr>
              <a:t>2</a:t>
            </a:r>
            <a:endParaRPr b="0" i="0" sz="1400" u="none" cap="none" strike="noStrike">
              <a:solidFill>
                <a:srgbClr val="E59DDC"/>
              </a:solidFill>
              <a:latin typeface="Arial"/>
              <a:ea typeface="Arial"/>
              <a:cs typeface="Arial"/>
              <a:sym typeface="Arial"/>
            </a:endParaRPr>
          </a:p>
        </p:txBody>
      </p:sp>
      <p:sp>
        <p:nvSpPr>
          <p:cNvPr id="654" name="Google Shape;654;p32"/>
          <p:cNvSpPr txBox="1"/>
          <p:nvPr/>
        </p:nvSpPr>
        <p:spPr>
          <a:xfrm>
            <a:off x="2512774" y="3624286"/>
            <a:ext cx="297300"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BC86"/>
                </a:solidFill>
                <a:latin typeface="Arial"/>
                <a:ea typeface="Arial"/>
                <a:cs typeface="Arial"/>
                <a:sym typeface="Arial"/>
              </a:rPr>
              <a:t>k</a:t>
            </a:r>
            <a:r>
              <a:rPr b="0" baseline="-25000" i="0" lang="en" sz="1400" u="none" cap="none" strike="noStrike">
                <a:solidFill>
                  <a:srgbClr val="FFBC86"/>
                </a:solidFill>
                <a:latin typeface="Arial"/>
                <a:ea typeface="Arial"/>
                <a:cs typeface="Arial"/>
                <a:sym typeface="Arial"/>
              </a:rPr>
              <a:t>2</a:t>
            </a:r>
            <a:endParaRPr b="0" i="0" sz="1400" u="none" cap="none" strike="noStrike">
              <a:solidFill>
                <a:srgbClr val="FFBC86"/>
              </a:solidFill>
              <a:latin typeface="Arial"/>
              <a:ea typeface="Arial"/>
              <a:cs typeface="Arial"/>
              <a:sym typeface="Arial"/>
            </a:endParaRPr>
          </a:p>
        </p:txBody>
      </p:sp>
      <p:sp>
        <p:nvSpPr>
          <p:cNvPr id="655" name="Google Shape;655;p32"/>
          <p:cNvSpPr txBox="1"/>
          <p:nvPr/>
        </p:nvSpPr>
        <p:spPr>
          <a:xfrm>
            <a:off x="2616799" y="3499593"/>
            <a:ext cx="297300"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43AFE2"/>
                </a:solidFill>
                <a:latin typeface="Arial"/>
                <a:ea typeface="Arial"/>
                <a:cs typeface="Arial"/>
                <a:sym typeface="Arial"/>
              </a:rPr>
              <a:t>v</a:t>
            </a:r>
            <a:r>
              <a:rPr b="0" baseline="-25000" i="0" lang="en" sz="1400" u="none" cap="none" strike="noStrike">
                <a:solidFill>
                  <a:srgbClr val="43AFE2"/>
                </a:solidFill>
                <a:latin typeface="Arial"/>
                <a:ea typeface="Arial"/>
                <a:cs typeface="Arial"/>
                <a:sym typeface="Arial"/>
              </a:rPr>
              <a:t>2</a:t>
            </a:r>
            <a:endParaRPr b="0" i="0" sz="1400" u="none" cap="none" strike="noStrike">
              <a:solidFill>
                <a:srgbClr val="43AFE2"/>
              </a:solidFill>
              <a:latin typeface="Arial"/>
              <a:ea typeface="Arial"/>
              <a:cs typeface="Arial"/>
              <a:sym typeface="Arial"/>
            </a:endParaRPr>
          </a:p>
        </p:txBody>
      </p:sp>
      <p:sp>
        <p:nvSpPr>
          <p:cNvPr id="656" name="Google Shape;656;p32"/>
          <p:cNvSpPr/>
          <p:nvPr/>
        </p:nvSpPr>
        <p:spPr>
          <a:xfrm>
            <a:off x="803063" y="2220507"/>
            <a:ext cx="1047900" cy="206400"/>
          </a:xfrm>
          <a:prstGeom prst="rect">
            <a:avLst/>
          </a:prstGeom>
          <a:solidFill>
            <a:srgbClr val="BDE1AF"/>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657" name="Google Shape;657;p32"/>
          <p:cNvSpPr/>
          <p:nvPr/>
        </p:nvSpPr>
        <p:spPr>
          <a:xfrm>
            <a:off x="2720478" y="2220507"/>
            <a:ext cx="1047900" cy="206400"/>
          </a:xfrm>
          <a:prstGeom prst="rect">
            <a:avLst/>
          </a:prstGeom>
          <a:solidFill>
            <a:srgbClr val="BDE1AF"/>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658" name="Google Shape;658;p32"/>
          <p:cNvSpPr txBox="1"/>
          <p:nvPr/>
        </p:nvSpPr>
        <p:spPr>
          <a:xfrm>
            <a:off x="594995" y="2340475"/>
            <a:ext cx="456600"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6AA84F"/>
                </a:solidFill>
                <a:latin typeface="Arial"/>
                <a:ea typeface="Arial"/>
                <a:cs typeface="Arial"/>
                <a:sym typeface="Arial"/>
              </a:rPr>
              <a:t>b</a:t>
            </a:r>
            <a:r>
              <a:rPr b="1" baseline="-25000" i="0" lang="en" sz="1400" u="none" cap="none" strike="noStrike">
                <a:solidFill>
                  <a:srgbClr val="6AA84F"/>
                </a:solidFill>
                <a:latin typeface="Arial"/>
                <a:ea typeface="Arial"/>
                <a:cs typeface="Arial"/>
                <a:sym typeface="Arial"/>
              </a:rPr>
              <a:t>1</a:t>
            </a:r>
            <a:endParaRPr b="1" i="0" sz="1400" u="none" cap="none" strike="noStrike">
              <a:solidFill>
                <a:srgbClr val="6AA84F"/>
              </a:solidFill>
              <a:latin typeface="Arial"/>
              <a:ea typeface="Arial"/>
              <a:cs typeface="Arial"/>
              <a:sym typeface="Arial"/>
            </a:endParaRPr>
          </a:p>
        </p:txBody>
      </p:sp>
      <p:sp>
        <p:nvSpPr>
          <p:cNvPr id="659" name="Google Shape;659;p32"/>
          <p:cNvSpPr txBox="1"/>
          <p:nvPr/>
        </p:nvSpPr>
        <p:spPr>
          <a:xfrm>
            <a:off x="2399872" y="2303000"/>
            <a:ext cx="410100"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6AA84F"/>
                </a:solidFill>
                <a:latin typeface="Arial"/>
                <a:ea typeface="Arial"/>
                <a:cs typeface="Arial"/>
                <a:sym typeface="Arial"/>
              </a:rPr>
              <a:t>b</a:t>
            </a:r>
            <a:r>
              <a:rPr b="1" baseline="-25000" i="0" lang="en" sz="1400" u="none" cap="none" strike="noStrike">
                <a:solidFill>
                  <a:srgbClr val="6AA84F"/>
                </a:solidFill>
                <a:latin typeface="Arial"/>
                <a:ea typeface="Arial"/>
                <a:cs typeface="Arial"/>
                <a:sym typeface="Arial"/>
              </a:rPr>
              <a:t>2</a:t>
            </a:r>
            <a:endParaRPr b="1" i="0" sz="1400" u="none" cap="none" strike="noStrike">
              <a:solidFill>
                <a:srgbClr val="6AA84F"/>
              </a:solidFill>
              <a:latin typeface="Arial"/>
              <a:ea typeface="Arial"/>
              <a:cs typeface="Arial"/>
              <a:sym typeface="Arial"/>
            </a:endParaRPr>
          </a:p>
        </p:txBody>
      </p:sp>
      <p:cxnSp>
        <p:nvCxnSpPr>
          <p:cNvPr id="660" name="Google Shape;660;p32"/>
          <p:cNvCxnSpPr>
            <a:stCxn id="652" idx="0"/>
          </p:cNvCxnSpPr>
          <p:nvPr/>
        </p:nvCxnSpPr>
        <p:spPr>
          <a:xfrm rot="10800000">
            <a:off x="3161005" y="3218321"/>
            <a:ext cx="3600" cy="578100"/>
          </a:xfrm>
          <a:prstGeom prst="straightConnector1">
            <a:avLst/>
          </a:prstGeom>
          <a:noFill/>
          <a:ln cap="flat" cmpd="sng" w="19050">
            <a:solidFill>
              <a:srgbClr val="E59DDC"/>
            </a:solidFill>
            <a:prstDash val="solid"/>
            <a:miter lim="8000"/>
            <a:headEnd len="sm" w="sm" type="none"/>
            <a:tailEnd len="med" w="med" type="triangle"/>
          </a:ln>
        </p:spPr>
      </p:cxnSp>
      <p:cxnSp>
        <p:nvCxnSpPr>
          <p:cNvPr id="661" name="Google Shape;661;p32"/>
          <p:cNvCxnSpPr/>
          <p:nvPr/>
        </p:nvCxnSpPr>
        <p:spPr>
          <a:xfrm rot="10800000">
            <a:off x="1226330" y="3210568"/>
            <a:ext cx="3600" cy="578100"/>
          </a:xfrm>
          <a:prstGeom prst="straightConnector1">
            <a:avLst/>
          </a:prstGeom>
          <a:noFill/>
          <a:ln cap="flat" cmpd="sng" w="19050">
            <a:solidFill>
              <a:srgbClr val="E59DDC"/>
            </a:solidFill>
            <a:prstDash val="solid"/>
            <a:miter lim="8000"/>
            <a:headEnd len="sm" w="sm" type="none"/>
            <a:tailEnd len="med" w="med" type="triangle"/>
          </a:ln>
        </p:spPr>
      </p:cxnSp>
      <p:cxnSp>
        <p:nvCxnSpPr>
          <p:cNvPr id="662" name="Google Shape;662;p32"/>
          <p:cNvCxnSpPr>
            <a:stCxn id="645" idx="0"/>
            <a:endCxn id="663" idx="1"/>
          </p:cNvCxnSpPr>
          <p:nvPr/>
        </p:nvCxnSpPr>
        <p:spPr>
          <a:xfrm flipH="1" rot="10800000">
            <a:off x="1327088" y="3123856"/>
            <a:ext cx="3722400" cy="577200"/>
          </a:xfrm>
          <a:prstGeom prst="straightConnector1">
            <a:avLst/>
          </a:prstGeom>
          <a:noFill/>
          <a:ln cap="flat" cmpd="sng" w="19050">
            <a:solidFill>
              <a:srgbClr val="FF0000"/>
            </a:solidFill>
            <a:prstDash val="solid"/>
            <a:miter lim="8000"/>
            <a:headEnd len="sm" w="sm" type="none"/>
            <a:tailEnd len="med" w="med" type="triangle"/>
          </a:ln>
        </p:spPr>
      </p:cxnSp>
      <p:cxnSp>
        <p:nvCxnSpPr>
          <p:cNvPr id="664" name="Google Shape;664;p32"/>
          <p:cNvCxnSpPr/>
          <p:nvPr/>
        </p:nvCxnSpPr>
        <p:spPr>
          <a:xfrm rot="10800000">
            <a:off x="1228141" y="2571809"/>
            <a:ext cx="0" cy="529200"/>
          </a:xfrm>
          <a:prstGeom prst="straightConnector1">
            <a:avLst/>
          </a:prstGeom>
          <a:noFill/>
          <a:ln cap="flat" cmpd="sng" w="19050">
            <a:solidFill>
              <a:schemeClr val="accent1"/>
            </a:solidFill>
            <a:prstDash val="dash"/>
            <a:miter lim="8000"/>
            <a:headEnd len="sm" w="sm" type="none"/>
            <a:tailEnd len="med" w="med" type="triangle"/>
          </a:ln>
        </p:spPr>
      </p:cxnSp>
      <p:cxnSp>
        <p:nvCxnSpPr>
          <p:cNvPr id="665" name="Google Shape;665;p32"/>
          <p:cNvCxnSpPr/>
          <p:nvPr/>
        </p:nvCxnSpPr>
        <p:spPr>
          <a:xfrm rot="10800000">
            <a:off x="3151877" y="2564722"/>
            <a:ext cx="0" cy="529200"/>
          </a:xfrm>
          <a:prstGeom prst="straightConnector1">
            <a:avLst/>
          </a:prstGeom>
          <a:noFill/>
          <a:ln cap="flat" cmpd="sng" w="19050">
            <a:solidFill>
              <a:schemeClr val="accent1"/>
            </a:solidFill>
            <a:prstDash val="dash"/>
            <a:miter lim="8000"/>
            <a:headEnd len="sm" w="sm" type="none"/>
            <a:tailEnd len="med" w="med" type="triangle"/>
          </a:ln>
        </p:spPr>
      </p:cxnSp>
      <p:cxnSp>
        <p:nvCxnSpPr>
          <p:cNvPr id="666" name="Google Shape;666;p32"/>
          <p:cNvCxnSpPr/>
          <p:nvPr/>
        </p:nvCxnSpPr>
        <p:spPr>
          <a:xfrm rot="10800000">
            <a:off x="1202300" y="792522"/>
            <a:ext cx="0" cy="1130700"/>
          </a:xfrm>
          <a:prstGeom prst="straightConnector1">
            <a:avLst/>
          </a:prstGeom>
          <a:noFill/>
          <a:ln cap="flat" cmpd="sng" w="19050">
            <a:solidFill>
              <a:schemeClr val="accent1"/>
            </a:solidFill>
            <a:prstDash val="dash"/>
            <a:miter lim="8000"/>
            <a:headEnd len="sm" w="sm" type="none"/>
            <a:tailEnd len="med" w="med" type="triangle"/>
          </a:ln>
        </p:spPr>
      </p:cxnSp>
      <p:cxnSp>
        <p:nvCxnSpPr>
          <p:cNvPr id="667" name="Google Shape;667;p32"/>
          <p:cNvCxnSpPr/>
          <p:nvPr/>
        </p:nvCxnSpPr>
        <p:spPr>
          <a:xfrm rot="10800000">
            <a:off x="3126018" y="785596"/>
            <a:ext cx="6300" cy="1092900"/>
          </a:xfrm>
          <a:prstGeom prst="straightConnector1">
            <a:avLst/>
          </a:prstGeom>
          <a:noFill/>
          <a:ln cap="flat" cmpd="sng" w="19050">
            <a:solidFill>
              <a:schemeClr val="accent1"/>
            </a:solidFill>
            <a:prstDash val="dash"/>
            <a:miter lim="8000"/>
            <a:headEnd len="sm" w="sm" type="none"/>
            <a:tailEnd len="med" w="med" type="triangle"/>
          </a:ln>
        </p:spPr>
      </p:cxnSp>
      <p:sp>
        <p:nvSpPr>
          <p:cNvPr id="668" name="Google Shape;668;p32"/>
          <p:cNvSpPr txBox="1"/>
          <p:nvPr/>
        </p:nvSpPr>
        <p:spPr>
          <a:xfrm>
            <a:off x="774398" y="2989747"/>
            <a:ext cx="868500" cy="276900"/>
          </a:xfrm>
          <a:prstGeom prst="rect">
            <a:avLst/>
          </a:prstGeom>
          <a:blipFill rotWithShape="1">
            <a:blip r:embed="rId3">
              <a:alphaModFix/>
            </a:blip>
            <a:stretch>
              <a:fillRect b="-22575" l="-4348" r="0" t="-6447"/>
            </a:stretch>
          </a:blip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 </a:t>
            </a:r>
            <a:endParaRPr b="0" i="0" sz="1100" u="none" cap="none" strike="noStrike">
              <a:solidFill>
                <a:srgbClr val="000000"/>
              </a:solidFill>
              <a:latin typeface="Arial"/>
              <a:ea typeface="Arial"/>
              <a:cs typeface="Arial"/>
              <a:sym typeface="Arial"/>
            </a:endParaRPr>
          </a:p>
        </p:txBody>
      </p:sp>
      <p:sp>
        <p:nvSpPr>
          <p:cNvPr id="669" name="Google Shape;669;p32"/>
          <p:cNvSpPr txBox="1"/>
          <p:nvPr/>
        </p:nvSpPr>
        <p:spPr>
          <a:xfrm>
            <a:off x="2744604" y="2985398"/>
            <a:ext cx="880200" cy="276900"/>
          </a:xfrm>
          <a:prstGeom prst="rect">
            <a:avLst/>
          </a:prstGeom>
          <a:blipFill rotWithShape="1">
            <a:blip r:embed="rId4">
              <a:alphaModFix/>
            </a:blip>
            <a:stretch>
              <a:fillRect b="-26657" l="-4298" r="0" t="-6666"/>
            </a:stretch>
          </a:blip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 </a:t>
            </a:r>
            <a:endParaRPr b="0" i="0" sz="1100" u="none" cap="none" strike="noStrike">
              <a:solidFill>
                <a:srgbClr val="000000"/>
              </a:solidFill>
              <a:latin typeface="Arial"/>
              <a:ea typeface="Arial"/>
              <a:cs typeface="Arial"/>
              <a:sym typeface="Arial"/>
            </a:endParaRPr>
          </a:p>
        </p:txBody>
      </p:sp>
      <p:sp>
        <p:nvSpPr>
          <p:cNvPr id="670" name="Google Shape;670;p32"/>
          <p:cNvSpPr/>
          <p:nvPr/>
        </p:nvSpPr>
        <p:spPr>
          <a:xfrm>
            <a:off x="1051466" y="1268750"/>
            <a:ext cx="840000" cy="206400"/>
          </a:xfrm>
          <a:prstGeom prst="rect">
            <a:avLst/>
          </a:prstGeom>
          <a:solidFill>
            <a:srgbClr val="AEDFFF"/>
          </a:solidFill>
          <a:ln cap="flat" cmpd="sng" w="19050">
            <a:solidFill>
              <a:srgbClr val="A5A5A5"/>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671" name="Google Shape;671;p32"/>
          <p:cNvSpPr/>
          <p:nvPr/>
        </p:nvSpPr>
        <p:spPr>
          <a:xfrm>
            <a:off x="947441" y="1371953"/>
            <a:ext cx="840000" cy="206400"/>
          </a:xfrm>
          <a:prstGeom prst="rect">
            <a:avLst/>
          </a:prstGeom>
          <a:solidFill>
            <a:srgbClr val="FDD349"/>
          </a:solidFill>
          <a:ln cap="flat" cmpd="sng" w="19050">
            <a:solidFill>
              <a:srgbClr val="A5A5A5"/>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672" name="Google Shape;672;p32"/>
          <p:cNvSpPr/>
          <p:nvPr/>
        </p:nvSpPr>
        <p:spPr>
          <a:xfrm>
            <a:off x="843416" y="1475156"/>
            <a:ext cx="840000" cy="206400"/>
          </a:xfrm>
          <a:prstGeom prst="rect">
            <a:avLst/>
          </a:prstGeom>
          <a:solidFill>
            <a:srgbClr val="EDD6F0"/>
          </a:solidFill>
          <a:ln cap="flat" cmpd="sng" w="19050">
            <a:solidFill>
              <a:srgbClr val="A5A5A5"/>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673" name="Google Shape;673;p32"/>
          <p:cNvSpPr txBox="1"/>
          <p:nvPr/>
        </p:nvSpPr>
        <p:spPr>
          <a:xfrm>
            <a:off x="561364" y="1475156"/>
            <a:ext cx="396738"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E59DDC"/>
                </a:solidFill>
                <a:latin typeface="Arial"/>
                <a:ea typeface="Arial"/>
                <a:cs typeface="Arial"/>
                <a:sym typeface="Arial"/>
              </a:rPr>
              <a:t>q</a:t>
            </a:r>
            <a:r>
              <a:rPr b="0" baseline="-25000" i="0" lang="en" sz="1400" u="none" cap="none" strike="noStrike">
                <a:solidFill>
                  <a:srgbClr val="E59DDC"/>
                </a:solidFill>
                <a:latin typeface="Arial"/>
                <a:ea typeface="Arial"/>
                <a:cs typeface="Arial"/>
                <a:sym typeface="Arial"/>
              </a:rPr>
              <a:t>1</a:t>
            </a:r>
            <a:endParaRPr b="0" i="0" sz="1400" u="none" cap="none" strike="noStrike">
              <a:solidFill>
                <a:srgbClr val="E59DDC"/>
              </a:solidFill>
              <a:latin typeface="Arial"/>
              <a:ea typeface="Arial"/>
              <a:cs typeface="Arial"/>
              <a:sym typeface="Arial"/>
            </a:endParaRPr>
          </a:p>
        </p:txBody>
      </p:sp>
      <p:sp>
        <p:nvSpPr>
          <p:cNvPr id="674" name="Google Shape;674;p32"/>
          <p:cNvSpPr txBox="1"/>
          <p:nvPr/>
        </p:nvSpPr>
        <p:spPr>
          <a:xfrm>
            <a:off x="611584" y="1303021"/>
            <a:ext cx="297300"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BC86"/>
                </a:solidFill>
                <a:latin typeface="Arial"/>
                <a:ea typeface="Arial"/>
                <a:cs typeface="Arial"/>
                <a:sym typeface="Arial"/>
              </a:rPr>
              <a:t>k</a:t>
            </a:r>
            <a:r>
              <a:rPr b="0" baseline="-25000" i="0" lang="en" sz="1400" u="none" cap="none" strike="noStrike">
                <a:solidFill>
                  <a:srgbClr val="FFBC86"/>
                </a:solidFill>
                <a:latin typeface="Arial"/>
                <a:ea typeface="Arial"/>
                <a:cs typeface="Arial"/>
                <a:sym typeface="Arial"/>
              </a:rPr>
              <a:t>1</a:t>
            </a:r>
            <a:endParaRPr b="0" i="0" sz="1400" u="none" cap="none" strike="noStrike">
              <a:solidFill>
                <a:srgbClr val="FFBC86"/>
              </a:solidFill>
              <a:latin typeface="Arial"/>
              <a:ea typeface="Arial"/>
              <a:cs typeface="Arial"/>
              <a:sym typeface="Arial"/>
            </a:endParaRPr>
          </a:p>
        </p:txBody>
      </p:sp>
      <p:sp>
        <p:nvSpPr>
          <p:cNvPr id="675" name="Google Shape;675;p32"/>
          <p:cNvSpPr txBox="1"/>
          <p:nvPr/>
        </p:nvSpPr>
        <p:spPr>
          <a:xfrm>
            <a:off x="715610" y="1178328"/>
            <a:ext cx="297300"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43AFE2"/>
                </a:solidFill>
                <a:latin typeface="Arial"/>
                <a:ea typeface="Arial"/>
                <a:cs typeface="Arial"/>
                <a:sym typeface="Arial"/>
              </a:rPr>
              <a:t>v</a:t>
            </a:r>
            <a:r>
              <a:rPr b="0" baseline="-25000" i="0" lang="en" sz="1400" u="none" cap="none" strike="noStrike">
                <a:solidFill>
                  <a:srgbClr val="43AFE2"/>
                </a:solidFill>
                <a:latin typeface="Arial"/>
                <a:ea typeface="Arial"/>
                <a:cs typeface="Arial"/>
                <a:sym typeface="Arial"/>
              </a:rPr>
              <a:t>1</a:t>
            </a:r>
            <a:endParaRPr b="0" i="0" sz="1400" u="none" cap="none" strike="noStrike">
              <a:solidFill>
                <a:srgbClr val="43AFE2"/>
              </a:solidFill>
              <a:latin typeface="Arial"/>
              <a:ea typeface="Arial"/>
              <a:cs typeface="Arial"/>
              <a:sym typeface="Arial"/>
            </a:endParaRPr>
          </a:p>
        </p:txBody>
      </p:sp>
      <p:sp>
        <p:nvSpPr>
          <p:cNvPr id="676" name="Google Shape;676;p32"/>
          <p:cNvSpPr/>
          <p:nvPr/>
        </p:nvSpPr>
        <p:spPr>
          <a:xfrm>
            <a:off x="2993007" y="1260911"/>
            <a:ext cx="840000" cy="206400"/>
          </a:xfrm>
          <a:prstGeom prst="rect">
            <a:avLst/>
          </a:prstGeom>
          <a:solidFill>
            <a:srgbClr val="AEDFFF"/>
          </a:solidFill>
          <a:ln cap="flat" cmpd="sng" w="19050">
            <a:solidFill>
              <a:srgbClr val="A5A5A5"/>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677" name="Google Shape;677;p32"/>
          <p:cNvSpPr/>
          <p:nvPr/>
        </p:nvSpPr>
        <p:spPr>
          <a:xfrm>
            <a:off x="2888982" y="1364114"/>
            <a:ext cx="840000" cy="206400"/>
          </a:xfrm>
          <a:prstGeom prst="rect">
            <a:avLst/>
          </a:prstGeom>
          <a:solidFill>
            <a:srgbClr val="FDD349"/>
          </a:solidFill>
          <a:ln cap="flat" cmpd="sng" w="19050">
            <a:solidFill>
              <a:srgbClr val="A5A5A5"/>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678" name="Google Shape;678;p32"/>
          <p:cNvSpPr/>
          <p:nvPr/>
        </p:nvSpPr>
        <p:spPr>
          <a:xfrm>
            <a:off x="2784957" y="1467317"/>
            <a:ext cx="840000" cy="206400"/>
          </a:xfrm>
          <a:prstGeom prst="rect">
            <a:avLst/>
          </a:prstGeom>
          <a:solidFill>
            <a:srgbClr val="EDD6F0"/>
          </a:solidFill>
          <a:ln cap="flat" cmpd="sng" w="19050">
            <a:solidFill>
              <a:srgbClr val="A5A5A5"/>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679" name="Google Shape;679;p32"/>
          <p:cNvSpPr txBox="1"/>
          <p:nvPr/>
        </p:nvSpPr>
        <p:spPr>
          <a:xfrm>
            <a:off x="2502905" y="1467317"/>
            <a:ext cx="464506"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E59DDC"/>
                </a:solidFill>
                <a:latin typeface="Arial"/>
                <a:ea typeface="Arial"/>
                <a:cs typeface="Arial"/>
                <a:sym typeface="Arial"/>
              </a:rPr>
              <a:t>q</a:t>
            </a:r>
            <a:r>
              <a:rPr b="0" baseline="-25000" i="0" lang="en" sz="1400" u="none" cap="none" strike="noStrike">
                <a:solidFill>
                  <a:srgbClr val="E59DDC"/>
                </a:solidFill>
                <a:latin typeface="Arial"/>
                <a:ea typeface="Arial"/>
                <a:cs typeface="Arial"/>
                <a:sym typeface="Arial"/>
              </a:rPr>
              <a:t>2</a:t>
            </a:r>
            <a:endParaRPr b="0" i="0" sz="1400" u="none" cap="none" strike="noStrike">
              <a:solidFill>
                <a:srgbClr val="E59DDC"/>
              </a:solidFill>
              <a:latin typeface="Arial"/>
              <a:ea typeface="Arial"/>
              <a:cs typeface="Arial"/>
              <a:sym typeface="Arial"/>
            </a:endParaRPr>
          </a:p>
        </p:txBody>
      </p:sp>
      <p:sp>
        <p:nvSpPr>
          <p:cNvPr id="680" name="Google Shape;680;p32"/>
          <p:cNvSpPr txBox="1"/>
          <p:nvPr/>
        </p:nvSpPr>
        <p:spPr>
          <a:xfrm>
            <a:off x="2553126" y="1295183"/>
            <a:ext cx="297300"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BC86"/>
                </a:solidFill>
                <a:latin typeface="Arial"/>
                <a:ea typeface="Arial"/>
                <a:cs typeface="Arial"/>
                <a:sym typeface="Arial"/>
              </a:rPr>
              <a:t>k</a:t>
            </a:r>
            <a:r>
              <a:rPr b="0" baseline="-25000" i="0" lang="en" sz="1400" u="none" cap="none" strike="noStrike">
                <a:solidFill>
                  <a:srgbClr val="FFBC86"/>
                </a:solidFill>
                <a:latin typeface="Arial"/>
                <a:ea typeface="Arial"/>
                <a:cs typeface="Arial"/>
                <a:sym typeface="Arial"/>
              </a:rPr>
              <a:t>2</a:t>
            </a:r>
            <a:endParaRPr b="0" i="0" sz="1400" u="none" cap="none" strike="noStrike">
              <a:solidFill>
                <a:srgbClr val="FFBC86"/>
              </a:solidFill>
              <a:latin typeface="Arial"/>
              <a:ea typeface="Arial"/>
              <a:cs typeface="Arial"/>
              <a:sym typeface="Arial"/>
            </a:endParaRPr>
          </a:p>
        </p:txBody>
      </p:sp>
      <p:sp>
        <p:nvSpPr>
          <p:cNvPr id="681" name="Google Shape;681;p32"/>
          <p:cNvSpPr txBox="1"/>
          <p:nvPr/>
        </p:nvSpPr>
        <p:spPr>
          <a:xfrm>
            <a:off x="2657151" y="1170490"/>
            <a:ext cx="297300"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43AFE2"/>
                </a:solidFill>
                <a:latin typeface="Arial"/>
                <a:ea typeface="Arial"/>
                <a:cs typeface="Arial"/>
                <a:sym typeface="Arial"/>
              </a:rPr>
              <a:t>v</a:t>
            </a:r>
            <a:r>
              <a:rPr b="0" baseline="-25000" i="0" lang="en" sz="1400" u="none" cap="none" strike="noStrike">
                <a:solidFill>
                  <a:srgbClr val="43AFE2"/>
                </a:solidFill>
                <a:latin typeface="Arial"/>
                <a:ea typeface="Arial"/>
                <a:cs typeface="Arial"/>
                <a:sym typeface="Arial"/>
              </a:rPr>
              <a:t>2</a:t>
            </a:r>
            <a:endParaRPr b="0" i="0" sz="1400" u="none" cap="none" strike="noStrike">
              <a:solidFill>
                <a:srgbClr val="43AFE2"/>
              </a:solidFill>
              <a:latin typeface="Arial"/>
              <a:ea typeface="Arial"/>
              <a:cs typeface="Arial"/>
              <a:sym typeface="Arial"/>
            </a:endParaRPr>
          </a:p>
        </p:txBody>
      </p:sp>
      <p:sp>
        <p:nvSpPr>
          <p:cNvPr id="682" name="Google Shape;682;p32"/>
          <p:cNvSpPr txBox="1"/>
          <p:nvPr/>
        </p:nvSpPr>
        <p:spPr>
          <a:xfrm>
            <a:off x="1" y="4251350"/>
            <a:ext cx="880200"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BC86"/>
                </a:solidFill>
                <a:latin typeface="Arial"/>
                <a:ea typeface="Arial"/>
                <a:cs typeface="Arial"/>
                <a:sym typeface="Arial"/>
              </a:rPr>
              <a:t>k</a:t>
            </a:r>
            <a:r>
              <a:rPr b="0" baseline="-25000" i="0" lang="en" sz="1400" u="none" cap="none" strike="noStrike">
                <a:solidFill>
                  <a:srgbClr val="FFBC86"/>
                </a:solidFill>
                <a:latin typeface="Arial"/>
                <a:ea typeface="Arial"/>
                <a:cs typeface="Arial"/>
                <a:sym typeface="Arial"/>
              </a:rPr>
              <a:t>1</a:t>
            </a:r>
            <a:r>
              <a:rPr b="0" i="0" lang="en" sz="1400" u="none" cap="none" strike="noStrike">
                <a:solidFill>
                  <a:srgbClr val="FFBC86"/>
                </a:solidFill>
                <a:latin typeface="Arial"/>
                <a:ea typeface="Arial"/>
                <a:cs typeface="Arial"/>
                <a:sym typeface="Arial"/>
              </a:rPr>
              <a:t>= K.</a:t>
            </a:r>
            <a:r>
              <a:rPr b="1" i="0" lang="en" sz="1400" u="none" cap="none" strike="noStrike">
                <a:solidFill>
                  <a:srgbClr val="6AA84F"/>
                </a:solidFill>
                <a:latin typeface="Arial"/>
                <a:ea typeface="Arial"/>
                <a:cs typeface="Arial"/>
                <a:sym typeface="Arial"/>
              </a:rPr>
              <a:t>a</a:t>
            </a:r>
            <a:r>
              <a:rPr b="1" baseline="-25000" i="0" lang="en" sz="1400" u="none" cap="none" strike="noStrike">
                <a:solidFill>
                  <a:srgbClr val="6AA84F"/>
                </a:solidFill>
                <a:latin typeface="Arial"/>
                <a:ea typeface="Arial"/>
                <a:cs typeface="Arial"/>
                <a:sym typeface="Arial"/>
              </a:rPr>
              <a:t>1</a:t>
            </a:r>
            <a:r>
              <a:rPr b="0" baseline="-25000" i="0" lang="en" sz="1400" u="none" cap="none" strike="noStrike">
                <a:solidFill>
                  <a:srgbClr val="FFBC86"/>
                </a:solidFill>
                <a:latin typeface="Arial"/>
                <a:ea typeface="Arial"/>
                <a:cs typeface="Arial"/>
                <a:sym typeface="Arial"/>
              </a:rPr>
              <a:t> </a:t>
            </a:r>
            <a:endParaRPr b="0" i="0" sz="1400" u="none" cap="none" strike="noStrike">
              <a:solidFill>
                <a:srgbClr val="FFBC86"/>
              </a:solidFill>
              <a:latin typeface="Arial"/>
              <a:ea typeface="Arial"/>
              <a:cs typeface="Arial"/>
              <a:sym typeface="Arial"/>
            </a:endParaRPr>
          </a:p>
        </p:txBody>
      </p:sp>
      <p:cxnSp>
        <p:nvCxnSpPr>
          <p:cNvPr id="683" name="Google Shape;683;p32"/>
          <p:cNvCxnSpPr>
            <a:stCxn id="650" idx="0"/>
          </p:cNvCxnSpPr>
          <p:nvPr/>
        </p:nvCxnSpPr>
        <p:spPr>
          <a:xfrm rot="10800000">
            <a:off x="3372655" y="3232714"/>
            <a:ext cx="0" cy="357300"/>
          </a:xfrm>
          <a:prstGeom prst="straightConnector1">
            <a:avLst/>
          </a:prstGeom>
          <a:noFill/>
          <a:ln cap="flat" cmpd="sng" w="19050">
            <a:solidFill>
              <a:srgbClr val="72C4E9"/>
            </a:solidFill>
            <a:prstDash val="solid"/>
            <a:miter lim="8000"/>
            <a:headEnd len="sm" w="sm" type="none"/>
            <a:tailEnd len="med" w="med" type="triangle"/>
          </a:ln>
        </p:spPr>
      </p:cxnSp>
      <p:cxnSp>
        <p:nvCxnSpPr>
          <p:cNvPr id="684" name="Google Shape;684;p32"/>
          <p:cNvCxnSpPr>
            <a:stCxn id="651" idx="0"/>
          </p:cNvCxnSpPr>
          <p:nvPr/>
        </p:nvCxnSpPr>
        <p:spPr>
          <a:xfrm flipH="1" rot="10800000">
            <a:off x="3268630" y="3226118"/>
            <a:ext cx="5700" cy="467100"/>
          </a:xfrm>
          <a:prstGeom prst="straightConnector1">
            <a:avLst/>
          </a:prstGeom>
          <a:noFill/>
          <a:ln cap="flat" cmpd="sng" w="19050">
            <a:solidFill>
              <a:srgbClr val="FDD349"/>
            </a:solidFill>
            <a:prstDash val="solid"/>
            <a:miter lim="80"/>
            <a:headEnd len="sm" w="sm" type="none"/>
            <a:tailEnd len="med" w="med" type="triangle"/>
          </a:ln>
        </p:spPr>
      </p:cxnSp>
      <p:cxnSp>
        <p:nvCxnSpPr>
          <p:cNvPr id="685" name="Google Shape;685;p32"/>
          <p:cNvCxnSpPr>
            <a:stCxn id="645" idx="0"/>
          </p:cNvCxnSpPr>
          <p:nvPr/>
        </p:nvCxnSpPr>
        <p:spPr>
          <a:xfrm flipH="1" rot="10800000">
            <a:off x="1327088" y="3222856"/>
            <a:ext cx="9300" cy="478200"/>
          </a:xfrm>
          <a:prstGeom prst="straightConnector1">
            <a:avLst/>
          </a:prstGeom>
          <a:noFill/>
          <a:ln cap="flat" cmpd="sng" w="19050">
            <a:solidFill>
              <a:srgbClr val="FDD349"/>
            </a:solidFill>
            <a:prstDash val="solid"/>
            <a:miter lim="80"/>
            <a:headEnd len="sm" w="sm" type="none"/>
            <a:tailEnd len="med" w="med" type="triangle"/>
          </a:ln>
        </p:spPr>
      </p:cxnSp>
      <p:cxnSp>
        <p:nvCxnSpPr>
          <p:cNvPr id="686" name="Google Shape;686;p32"/>
          <p:cNvCxnSpPr>
            <a:stCxn id="644" idx="0"/>
          </p:cNvCxnSpPr>
          <p:nvPr/>
        </p:nvCxnSpPr>
        <p:spPr>
          <a:xfrm flipH="1" rot="10800000">
            <a:off x="1431113" y="3229453"/>
            <a:ext cx="13500" cy="368400"/>
          </a:xfrm>
          <a:prstGeom prst="straightConnector1">
            <a:avLst/>
          </a:prstGeom>
          <a:noFill/>
          <a:ln cap="flat" cmpd="sng" w="19050">
            <a:solidFill>
              <a:srgbClr val="72C4E9"/>
            </a:solidFill>
            <a:prstDash val="solid"/>
            <a:miter lim="80"/>
            <a:headEnd len="sm" w="sm" type="none"/>
            <a:tailEnd len="med" w="med" type="triangle"/>
          </a:ln>
        </p:spPr>
      </p:cxnSp>
      <p:cxnSp>
        <p:nvCxnSpPr>
          <p:cNvPr id="687" name="Google Shape;687;p32"/>
          <p:cNvCxnSpPr>
            <a:stCxn id="671" idx="0"/>
          </p:cNvCxnSpPr>
          <p:nvPr/>
        </p:nvCxnSpPr>
        <p:spPr>
          <a:xfrm rot="10800000">
            <a:off x="1353941" y="943853"/>
            <a:ext cx="13500" cy="428100"/>
          </a:xfrm>
          <a:prstGeom prst="straightConnector1">
            <a:avLst/>
          </a:prstGeom>
          <a:noFill/>
          <a:ln cap="flat" cmpd="sng" w="19050">
            <a:solidFill>
              <a:srgbClr val="72C4E9"/>
            </a:solidFill>
            <a:prstDash val="solid"/>
            <a:miter lim="8000"/>
            <a:headEnd len="sm" w="sm" type="none"/>
            <a:tailEnd len="med" w="med" type="triangle"/>
          </a:ln>
        </p:spPr>
      </p:cxnSp>
      <p:sp>
        <p:nvSpPr>
          <p:cNvPr id="688" name="Google Shape;688;p32"/>
          <p:cNvSpPr/>
          <p:nvPr/>
        </p:nvSpPr>
        <p:spPr>
          <a:xfrm>
            <a:off x="4963664" y="4483637"/>
            <a:ext cx="1047900" cy="206400"/>
          </a:xfrm>
          <a:prstGeom prst="rect">
            <a:avLst/>
          </a:prstGeom>
          <a:solidFill>
            <a:srgbClr val="BDE1AF"/>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689" name="Google Shape;689;p32"/>
          <p:cNvSpPr txBox="1"/>
          <p:nvPr/>
        </p:nvSpPr>
        <p:spPr>
          <a:xfrm>
            <a:off x="4643058" y="4566150"/>
            <a:ext cx="410100"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6AA84F"/>
                </a:solidFill>
                <a:latin typeface="Arial"/>
                <a:ea typeface="Arial"/>
                <a:cs typeface="Arial"/>
                <a:sym typeface="Arial"/>
              </a:rPr>
              <a:t>a</a:t>
            </a:r>
            <a:r>
              <a:rPr b="1" baseline="-25000" i="0" lang="en" sz="1400" u="none" cap="none" strike="noStrike">
                <a:solidFill>
                  <a:srgbClr val="6AA84F"/>
                </a:solidFill>
                <a:latin typeface="Arial"/>
                <a:ea typeface="Arial"/>
                <a:cs typeface="Arial"/>
                <a:sym typeface="Arial"/>
              </a:rPr>
              <a:t>3</a:t>
            </a:r>
            <a:endParaRPr b="1" i="0" sz="1400" u="none" cap="none" strike="noStrike">
              <a:solidFill>
                <a:srgbClr val="6AA84F"/>
              </a:solidFill>
              <a:latin typeface="Arial"/>
              <a:ea typeface="Arial"/>
              <a:cs typeface="Arial"/>
              <a:sym typeface="Arial"/>
            </a:endParaRPr>
          </a:p>
        </p:txBody>
      </p:sp>
      <p:sp>
        <p:nvSpPr>
          <p:cNvPr id="690" name="Google Shape;690;p32"/>
          <p:cNvSpPr txBox="1"/>
          <p:nvPr/>
        </p:nvSpPr>
        <p:spPr>
          <a:xfrm>
            <a:off x="5225633" y="4646825"/>
            <a:ext cx="706200"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Arial"/>
                <a:ea typeface="Arial"/>
                <a:cs typeface="Arial"/>
                <a:sym typeface="Arial"/>
              </a:rPr>
              <a:t>a</a:t>
            </a:r>
            <a:endParaRPr b="0" i="0" sz="1100" u="none" cap="none" strike="noStrike">
              <a:solidFill>
                <a:srgbClr val="000000"/>
              </a:solidFill>
              <a:latin typeface="Arial"/>
              <a:ea typeface="Arial"/>
              <a:cs typeface="Arial"/>
              <a:sym typeface="Arial"/>
            </a:endParaRPr>
          </a:p>
        </p:txBody>
      </p:sp>
      <p:sp>
        <p:nvSpPr>
          <p:cNvPr id="691" name="Google Shape;691;p32"/>
          <p:cNvSpPr/>
          <p:nvPr/>
        </p:nvSpPr>
        <p:spPr>
          <a:xfrm>
            <a:off x="5195841" y="3590014"/>
            <a:ext cx="840000" cy="206400"/>
          </a:xfrm>
          <a:prstGeom prst="rect">
            <a:avLst/>
          </a:prstGeom>
          <a:solidFill>
            <a:srgbClr val="AEDFFF"/>
          </a:solidFill>
          <a:ln cap="flat" cmpd="sng" w="19050">
            <a:solidFill>
              <a:srgbClr val="A5A5A5"/>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692" name="Google Shape;692;p32"/>
          <p:cNvSpPr/>
          <p:nvPr/>
        </p:nvSpPr>
        <p:spPr>
          <a:xfrm>
            <a:off x="5091816" y="3693218"/>
            <a:ext cx="840000" cy="206400"/>
          </a:xfrm>
          <a:prstGeom prst="rect">
            <a:avLst/>
          </a:prstGeom>
          <a:solidFill>
            <a:srgbClr val="FDD349"/>
          </a:solidFill>
          <a:ln cap="flat" cmpd="sng" w="19050">
            <a:solidFill>
              <a:srgbClr val="A5A5A5"/>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693" name="Google Shape;693;p32"/>
          <p:cNvSpPr/>
          <p:nvPr/>
        </p:nvSpPr>
        <p:spPr>
          <a:xfrm>
            <a:off x="4987791" y="3796421"/>
            <a:ext cx="840000" cy="206400"/>
          </a:xfrm>
          <a:prstGeom prst="rect">
            <a:avLst/>
          </a:prstGeom>
          <a:solidFill>
            <a:srgbClr val="EDD6F0"/>
          </a:solidFill>
          <a:ln cap="flat" cmpd="sng" w="19050">
            <a:solidFill>
              <a:srgbClr val="A5A5A5"/>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694" name="Google Shape;694;p32"/>
          <p:cNvSpPr txBox="1"/>
          <p:nvPr/>
        </p:nvSpPr>
        <p:spPr>
          <a:xfrm>
            <a:off x="4705739" y="3796421"/>
            <a:ext cx="381240"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E59DDC"/>
                </a:solidFill>
                <a:latin typeface="Arial"/>
                <a:ea typeface="Arial"/>
                <a:cs typeface="Arial"/>
                <a:sym typeface="Arial"/>
              </a:rPr>
              <a:t>q</a:t>
            </a:r>
            <a:r>
              <a:rPr b="0" baseline="-25000" i="0" lang="en" sz="1400" u="none" cap="none" strike="noStrike">
                <a:solidFill>
                  <a:srgbClr val="E59DDC"/>
                </a:solidFill>
                <a:latin typeface="Arial"/>
                <a:ea typeface="Arial"/>
                <a:cs typeface="Arial"/>
                <a:sym typeface="Arial"/>
              </a:rPr>
              <a:t>3</a:t>
            </a:r>
            <a:endParaRPr b="0" i="0" sz="1400" u="none" cap="none" strike="noStrike">
              <a:solidFill>
                <a:srgbClr val="E59DDC"/>
              </a:solidFill>
              <a:latin typeface="Arial"/>
              <a:ea typeface="Arial"/>
              <a:cs typeface="Arial"/>
              <a:sym typeface="Arial"/>
            </a:endParaRPr>
          </a:p>
        </p:txBody>
      </p:sp>
      <p:sp>
        <p:nvSpPr>
          <p:cNvPr id="695" name="Google Shape;695;p32"/>
          <p:cNvSpPr txBox="1"/>
          <p:nvPr/>
        </p:nvSpPr>
        <p:spPr>
          <a:xfrm>
            <a:off x="4755960" y="3624286"/>
            <a:ext cx="297300"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BC86"/>
                </a:solidFill>
                <a:latin typeface="Arial"/>
                <a:ea typeface="Arial"/>
                <a:cs typeface="Arial"/>
                <a:sym typeface="Arial"/>
              </a:rPr>
              <a:t>k</a:t>
            </a:r>
            <a:r>
              <a:rPr b="0" baseline="-25000" i="0" lang="en" sz="1400" u="none" cap="none" strike="noStrike">
                <a:solidFill>
                  <a:srgbClr val="FFBC86"/>
                </a:solidFill>
                <a:latin typeface="Arial"/>
                <a:ea typeface="Arial"/>
                <a:cs typeface="Arial"/>
                <a:sym typeface="Arial"/>
              </a:rPr>
              <a:t>3</a:t>
            </a:r>
            <a:endParaRPr b="0" i="0" sz="1400" u="none" cap="none" strike="noStrike">
              <a:solidFill>
                <a:srgbClr val="FFBC86"/>
              </a:solidFill>
              <a:latin typeface="Arial"/>
              <a:ea typeface="Arial"/>
              <a:cs typeface="Arial"/>
              <a:sym typeface="Arial"/>
            </a:endParaRPr>
          </a:p>
        </p:txBody>
      </p:sp>
      <p:sp>
        <p:nvSpPr>
          <p:cNvPr id="696" name="Google Shape;696;p32"/>
          <p:cNvSpPr txBox="1"/>
          <p:nvPr/>
        </p:nvSpPr>
        <p:spPr>
          <a:xfrm>
            <a:off x="4859985" y="3499593"/>
            <a:ext cx="297300"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43AFE2"/>
                </a:solidFill>
                <a:latin typeface="Arial"/>
                <a:ea typeface="Arial"/>
                <a:cs typeface="Arial"/>
                <a:sym typeface="Arial"/>
              </a:rPr>
              <a:t>v</a:t>
            </a:r>
            <a:r>
              <a:rPr b="0" baseline="-25000" i="0" lang="en" sz="1400" u="none" cap="none" strike="noStrike">
                <a:solidFill>
                  <a:srgbClr val="43AFE2"/>
                </a:solidFill>
                <a:latin typeface="Arial"/>
                <a:ea typeface="Arial"/>
                <a:cs typeface="Arial"/>
                <a:sym typeface="Arial"/>
              </a:rPr>
              <a:t>3</a:t>
            </a:r>
            <a:endParaRPr b="0" i="0" sz="1400" u="none" cap="none" strike="noStrike">
              <a:solidFill>
                <a:srgbClr val="43AFE2"/>
              </a:solidFill>
              <a:latin typeface="Arial"/>
              <a:ea typeface="Arial"/>
              <a:cs typeface="Arial"/>
              <a:sym typeface="Arial"/>
            </a:endParaRPr>
          </a:p>
        </p:txBody>
      </p:sp>
      <p:sp>
        <p:nvSpPr>
          <p:cNvPr id="697" name="Google Shape;697;p32"/>
          <p:cNvSpPr/>
          <p:nvPr/>
        </p:nvSpPr>
        <p:spPr>
          <a:xfrm>
            <a:off x="4883839" y="2247020"/>
            <a:ext cx="1047900" cy="206400"/>
          </a:xfrm>
          <a:prstGeom prst="rect">
            <a:avLst/>
          </a:prstGeom>
          <a:solidFill>
            <a:srgbClr val="BDE1AF"/>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698" name="Google Shape;698;p32"/>
          <p:cNvSpPr txBox="1"/>
          <p:nvPr/>
        </p:nvSpPr>
        <p:spPr>
          <a:xfrm>
            <a:off x="4643058" y="2303000"/>
            <a:ext cx="410100"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6AA84F"/>
                </a:solidFill>
                <a:latin typeface="Arial"/>
                <a:ea typeface="Arial"/>
                <a:cs typeface="Arial"/>
                <a:sym typeface="Arial"/>
              </a:rPr>
              <a:t>b</a:t>
            </a:r>
            <a:r>
              <a:rPr b="1" baseline="-25000" i="0" lang="en" sz="1400" u="none" cap="none" strike="noStrike">
                <a:solidFill>
                  <a:srgbClr val="6AA84F"/>
                </a:solidFill>
                <a:latin typeface="Arial"/>
                <a:ea typeface="Arial"/>
                <a:cs typeface="Arial"/>
                <a:sym typeface="Arial"/>
              </a:rPr>
              <a:t>3</a:t>
            </a:r>
            <a:endParaRPr b="1" i="0" sz="1400" u="none" cap="none" strike="noStrike">
              <a:solidFill>
                <a:srgbClr val="6AA84F"/>
              </a:solidFill>
              <a:latin typeface="Arial"/>
              <a:ea typeface="Arial"/>
              <a:cs typeface="Arial"/>
              <a:sym typeface="Arial"/>
            </a:endParaRPr>
          </a:p>
        </p:txBody>
      </p:sp>
      <p:cxnSp>
        <p:nvCxnSpPr>
          <p:cNvPr id="699" name="Google Shape;699;p32"/>
          <p:cNvCxnSpPr>
            <a:stCxn id="693" idx="0"/>
          </p:cNvCxnSpPr>
          <p:nvPr/>
        </p:nvCxnSpPr>
        <p:spPr>
          <a:xfrm rot="10800000">
            <a:off x="5404191" y="3218321"/>
            <a:ext cx="3600" cy="578100"/>
          </a:xfrm>
          <a:prstGeom prst="straightConnector1">
            <a:avLst/>
          </a:prstGeom>
          <a:noFill/>
          <a:ln cap="flat" cmpd="sng" w="19050">
            <a:solidFill>
              <a:srgbClr val="E59DDC"/>
            </a:solidFill>
            <a:prstDash val="solid"/>
            <a:miter lim="8000"/>
            <a:headEnd len="sm" w="sm" type="none"/>
            <a:tailEnd len="med" w="med" type="triangle"/>
          </a:ln>
        </p:spPr>
      </p:cxnSp>
      <p:cxnSp>
        <p:nvCxnSpPr>
          <p:cNvPr id="700" name="Google Shape;700;p32"/>
          <p:cNvCxnSpPr/>
          <p:nvPr/>
        </p:nvCxnSpPr>
        <p:spPr>
          <a:xfrm rot="10800000">
            <a:off x="5395064" y="2564722"/>
            <a:ext cx="0" cy="529200"/>
          </a:xfrm>
          <a:prstGeom prst="straightConnector1">
            <a:avLst/>
          </a:prstGeom>
          <a:noFill/>
          <a:ln cap="flat" cmpd="sng" w="19050">
            <a:solidFill>
              <a:schemeClr val="accent1"/>
            </a:solidFill>
            <a:prstDash val="dash"/>
            <a:miter lim="8000"/>
            <a:headEnd len="sm" w="sm" type="none"/>
            <a:tailEnd len="med" w="med" type="triangle"/>
          </a:ln>
        </p:spPr>
      </p:cxnSp>
      <p:cxnSp>
        <p:nvCxnSpPr>
          <p:cNvPr id="701" name="Google Shape;701;p32"/>
          <p:cNvCxnSpPr>
            <a:stCxn id="691" idx="0"/>
          </p:cNvCxnSpPr>
          <p:nvPr/>
        </p:nvCxnSpPr>
        <p:spPr>
          <a:xfrm rot="10800000">
            <a:off x="5615841" y="3232714"/>
            <a:ext cx="0" cy="357300"/>
          </a:xfrm>
          <a:prstGeom prst="straightConnector1">
            <a:avLst/>
          </a:prstGeom>
          <a:noFill/>
          <a:ln cap="flat" cmpd="sng" w="19050">
            <a:solidFill>
              <a:srgbClr val="72C4E9"/>
            </a:solidFill>
            <a:prstDash val="solid"/>
            <a:miter lim="8000"/>
            <a:headEnd len="sm" w="sm" type="none"/>
            <a:tailEnd len="med" w="med" type="triangle"/>
          </a:ln>
        </p:spPr>
      </p:cxnSp>
      <p:cxnSp>
        <p:nvCxnSpPr>
          <p:cNvPr id="702" name="Google Shape;702;p32"/>
          <p:cNvCxnSpPr>
            <a:stCxn id="692" idx="0"/>
          </p:cNvCxnSpPr>
          <p:nvPr/>
        </p:nvCxnSpPr>
        <p:spPr>
          <a:xfrm flipH="1" rot="10800000">
            <a:off x="5511816" y="3226118"/>
            <a:ext cx="5700" cy="467100"/>
          </a:xfrm>
          <a:prstGeom prst="straightConnector1">
            <a:avLst/>
          </a:prstGeom>
          <a:noFill/>
          <a:ln cap="flat" cmpd="sng" w="19050">
            <a:solidFill>
              <a:srgbClr val="FDD349"/>
            </a:solidFill>
            <a:prstDash val="solid"/>
            <a:miter lim="80"/>
            <a:headEnd len="sm" w="sm" type="none"/>
            <a:tailEnd len="med" w="med" type="triangle"/>
          </a:ln>
        </p:spPr>
      </p:cxnSp>
      <p:sp>
        <p:nvSpPr>
          <p:cNvPr id="663" name="Google Shape;663;p32"/>
          <p:cNvSpPr txBox="1"/>
          <p:nvPr/>
        </p:nvSpPr>
        <p:spPr>
          <a:xfrm>
            <a:off x="5049565" y="2985398"/>
            <a:ext cx="869700" cy="276900"/>
          </a:xfrm>
          <a:prstGeom prst="rect">
            <a:avLst/>
          </a:prstGeom>
          <a:blipFill rotWithShape="1">
            <a:blip r:embed="rId5">
              <a:alphaModFix/>
            </a:blip>
            <a:stretch>
              <a:fillRect b="-26657" l="-4348" r="0" t="-6666"/>
            </a:stretch>
          </a:blip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 </a:t>
            </a:r>
            <a:endParaRPr b="0" i="0" sz="1100" u="none" cap="none" strike="noStrike">
              <a:solidFill>
                <a:srgbClr val="000000"/>
              </a:solidFill>
              <a:latin typeface="Arial"/>
              <a:ea typeface="Arial"/>
              <a:cs typeface="Arial"/>
              <a:sym typeface="Arial"/>
            </a:endParaRPr>
          </a:p>
        </p:txBody>
      </p:sp>
      <p:cxnSp>
        <p:nvCxnSpPr>
          <p:cNvPr id="703" name="Google Shape;703;p32"/>
          <p:cNvCxnSpPr/>
          <p:nvPr/>
        </p:nvCxnSpPr>
        <p:spPr>
          <a:xfrm rot="10800000">
            <a:off x="5408540" y="810061"/>
            <a:ext cx="25800" cy="1061100"/>
          </a:xfrm>
          <a:prstGeom prst="straightConnector1">
            <a:avLst/>
          </a:prstGeom>
          <a:noFill/>
          <a:ln cap="flat" cmpd="sng" w="19050">
            <a:solidFill>
              <a:schemeClr val="accent1"/>
            </a:solidFill>
            <a:prstDash val="dash"/>
            <a:miter lim="8000"/>
            <a:headEnd len="sm" w="sm" type="none"/>
            <a:tailEnd len="med" w="med" type="triangle"/>
          </a:ln>
        </p:spPr>
      </p:cxnSp>
      <p:sp>
        <p:nvSpPr>
          <p:cNvPr id="704" name="Google Shape;704;p32"/>
          <p:cNvSpPr/>
          <p:nvPr/>
        </p:nvSpPr>
        <p:spPr>
          <a:xfrm>
            <a:off x="5295029" y="1301655"/>
            <a:ext cx="840000" cy="206400"/>
          </a:xfrm>
          <a:prstGeom prst="rect">
            <a:avLst/>
          </a:prstGeom>
          <a:solidFill>
            <a:srgbClr val="AEDFFF"/>
          </a:solidFill>
          <a:ln cap="flat" cmpd="sng" w="19050">
            <a:solidFill>
              <a:srgbClr val="A5A5A5"/>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705" name="Google Shape;705;p32"/>
          <p:cNvSpPr/>
          <p:nvPr/>
        </p:nvSpPr>
        <p:spPr>
          <a:xfrm>
            <a:off x="5191004" y="1404858"/>
            <a:ext cx="840000" cy="206400"/>
          </a:xfrm>
          <a:prstGeom prst="rect">
            <a:avLst/>
          </a:prstGeom>
          <a:solidFill>
            <a:srgbClr val="FDD349"/>
          </a:solidFill>
          <a:ln cap="flat" cmpd="sng" w="19050">
            <a:solidFill>
              <a:srgbClr val="A5A5A5"/>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706" name="Google Shape;706;p32"/>
          <p:cNvSpPr/>
          <p:nvPr/>
        </p:nvSpPr>
        <p:spPr>
          <a:xfrm>
            <a:off x="5086979" y="1508061"/>
            <a:ext cx="840000" cy="206400"/>
          </a:xfrm>
          <a:prstGeom prst="rect">
            <a:avLst/>
          </a:prstGeom>
          <a:solidFill>
            <a:srgbClr val="EDD6F0"/>
          </a:solidFill>
          <a:ln cap="flat" cmpd="sng" w="19050">
            <a:solidFill>
              <a:srgbClr val="A5A5A5"/>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707" name="Google Shape;707;p32"/>
          <p:cNvSpPr txBox="1"/>
          <p:nvPr/>
        </p:nvSpPr>
        <p:spPr>
          <a:xfrm>
            <a:off x="4804927" y="1508061"/>
            <a:ext cx="379776"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E59DDC"/>
                </a:solidFill>
                <a:latin typeface="Arial"/>
                <a:ea typeface="Arial"/>
                <a:cs typeface="Arial"/>
                <a:sym typeface="Arial"/>
              </a:rPr>
              <a:t>q</a:t>
            </a:r>
            <a:r>
              <a:rPr b="0" baseline="-25000" i="0" lang="en" sz="1400" u="none" cap="none" strike="noStrike">
                <a:solidFill>
                  <a:srgbClr val="E59DDC"/>
                </a:solidFill>
                <a:latin typeface="Arial"/>
                <a:ea typeface="Arial"/>
                <a:cs typeface="Arial"/>
                <a:sym typeface="Arial"/>
              </a:rPr>
              <a:t>3</a:t>
            </a:r>
            <a:endParaRPr b="0" i="0" sz="1400" u="none" cap="none" strike="noStrike">
              <a:solidFill>
                <a:srgbClr val="E59DDC"/>
              </a:solidFill>
              <a:latin typeface="Arial"/>
              <a:ea typeface="Arial"/>
              <a:cs typeface="Arial"/>
              <a:sym typeface="Arial"/>
            </a:endParaRPr>
          </a:p>
        </p:txBody>
      </p:sp>
      <p:sp>
        <p:nvSpPr>
          <p:cNvPr id="708" name="Google Shape;708;p32"/>
          <p:cNvSpPr txBox="1"/>
          <p:nvPr/>
        </p:nvSpPr>
        <p:spPr>
          <a:xfrm>
            <a:off x="4855148" y="1335926"/>
            <a:ext cx="297300"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BC86"/>
                </a:solidFill>
                <a:latin typeface="Arial"/>
                <a:ea typeface="Arial"/>
                <a:cs typeface="Arial"/>
                <a:sym typeface="Arial"/>
              </a:rPr>
              <a:t>k</a:t>
            </a:r>
            <a:r>
              <a:rPr b="0" baseline="-25000" i="0" lang="en" sz="1400" u="none" cap="none" strike="noStrike">
                <a:solidFill>
                  <a:srgbClr val="FFBC86"/>
                </a:solidFill>
                <a:latin typeface="Arial"/>
                <a:ea typeface="Arial"/>
                <a:cs typeface="Arial"/>
                <a:sym typeface="Arial"/>
              </a:rPr>
              <a:t>3</a:t>
            </a:r>
            <a:endParaRPr b="0" i="0" sz="1400" u="none" cap="none" strike="noStrike">
              <a:solidFill>
                <a:srgbClr val="FFBC86"/>
              </a:solidFill>
              <a:latin typeface="Arial"/>
              <a:ea typeface="Arial"/>
              <a:cs typeface="Arial"/>
              <a:sym typeface="Arial"/>
            </a:endParaRPr>
          </a:p>
        </p:txBody>
      </p:sp>
      <p:sp>
        <p:nvSpPr>
          <p:cNvPr id="709" name="Google Shape;709;p32"/>
          <p:cNvSpPr txBox="1"/>
          <p:nvPr/>
        </p:nvSpPr>
        <p:spPr>
          <a:xfrm>
            <a:off x="4959173" y="1211233"/>
            <a:ext cx="297300"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43AFE2"/>
                </a:solidFill>
                <a:latin typeface="Arial"/>
                <a:ea typeface="Arial"/>
                <a:cs typeface="Arial"/>
                <a:sym typeface="Arial"/>
              </a:rPr>
              <a:t>v</a:t>
            </a:r>
            <a:r>
              <a:rPr b="0" baseline="-25000" i="0" lang="en" sz="1400" u="none" cap="none" strike="noStrike">
                <a:solidFill>
                  <a:srgbClr val="43AFE2"/>
                </a:solidFill>
                <a:latin typeface="Arial"/>
                <a:ea typeface="Arial"/>
                <a:cs typeface="Arial"/>
                <a:sym typeface="Arial"/>
              </a:rPr>
              <a:t>3</a:t>
            </a:r>
            <a:endParaRPr b="0" i="0" sz="1400" u="none" cap="none" strike="noStrike">
              <a:solidFill>
                <a:srgbClr val="43AFE2"/>
              </a:solidFill>
              <a:latin typeface="Arial"/>
              <a:ea typeface="Arial"/>
              <a:cs typeface="Arial"/>
              <a:sym typeface="Arial"/>
            </a:endParaRPr>
          </a:p>
        </p:txBody>
      </p:sp>
      <p:sp>
        <p:nvSpPr>
          <p:cNvPr id="710" name="Google Shape;710;p32"/>
          <p:cNvSpPr txBox="1"/>
          <p:nvPr/>
        </p:nvSpPr>
        <p:spPr>
          <a:xfrm>
            <a:off x="4592935" y="254818"/>
            <a:ext cx="410100"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6AA84F"/>
                </a:solidFill>
                <a:latin typeface="Arial"/>
                <a:ea typeface="Arial"/>
                <a:cs typeface="Arial"/>
                <a:sym typeface="Arial"/>
              </a:rPr>
              <a:t>c</a:t>
            </a:r>
            <a:r>
              <a:rPr b="1" baseline="-25000" i="0" lang="en" sz="1400" u="none" cap="none" strike="noStrike">
                <a:solidFill>
                  <a:srgbClr val="6AA84F"/>
                </a:solidFill>
                <a:latin typeface="Arial"/>
                <a:ea typeface="Arial"/>
                <a:cs typeface="Arial"/>
                <a:sym typeface="Arial"/>
              </a:rPr>
              <a:t>3</a:t>
            </a:r>
            <a:endParaRPr b="1" i="0" sz="1400" u="none" cap="none" strike="noStrike">
              <a:solidFill>
                <a:srgbClr val="6AA84F"/>
              </a:solidFill>
              <a:latin typeface="Arial"/>
              <a:ea typeface="Arial"/>
              <a:cs typeface="Arial"/>
              <a:sym typeface="Arial"/>
            </a:endParaRPr>
          </a:p>
        </p:txBody>
      </p:sp>
      <p:cxnSp>
        <p:nvCxnSpPr>
          <p:cNvPr id="711" name="Google Shape;711;p32"/>
          <p:cNvCxnSpPr>
            <a:stCxn id="651" idx="0"/>
            <a:endCxn id="663" idx="2"/>
          </p:cNvCxnSpPr>
          <p:nvPr/>
        </p:nvCxnSpPr>
        <p:spPr>
          <a:xfrm flipH="1" rot="10800000">
            <a:off x="3268630" y="3262418"/>
            <a:ext cx="2215800" cy="430800"/>
          </a:xfrm>
          <a:prstGeom prst="straightConnector1">
            <a:avLst/>
          </a:prstGeom>
          <a:noFill/>
          <a:ln cap="flat" cmpd="sng" w="19050">
            <a:solidFill>
              <a:srgbClr val="FF0000"/>
            </a:solidFill>
            <a:prstDash val="solid"/>
            <a:miter lim="8000"/>
            <a:headEnd len="sm" w="sm" type="none"/>
            <a:tailEnd len="med" w="med" type="triangle"/>
          </a:ln>
        </p:spPr>
      </p:cxnSp>
      <p:cxnSp>
        <p:nvCxnSpPr>
          <p:cNvPr id="712" name="Google Shape;712;p32"/>
          <p:cNvCxnSpPr>
            <a:stCxn id="671" idx="0"/>
          </p:cNvCxnSpPr>
          <p:nvPr/>
        </p:nvCxnSpPr>
        <p:spPr>
          <a:xfrm flipH="1" rot="10800000">
            <a:off x="1367441" y="875753"/>
            <a:ext cx="3655500" cy="496200"/>
          </a:xfrm>
          <a:prstGeom prst="straightConnector1">
            <a:avLst/>
          </a:prstGeom>
          <a:noFill/>
          <a:ln cap="flat" cmpd="sng" w="19050">
            <a:solidFill>
              <a:srgbClr val="FF0000"/>
            </a:solidFill>
            <a:prstDash val="solid"/>
            <a:miter lim="8000"/>
            <a:headEnd len="sm" w="sm" type="none"/>
            <a:tailEnd len="med" w="med" type="triangle"/>
          </a:ln>
        </p:spPr>
      </p:cxnSp>
      <p:sp>
        <p:nvSpPr>
          <p:cNvPr id="713" name="Google Shape;713;p32"/>
          <p:cNvSpPr txBox="1"/>
          <p:nvPr/>
        </p:nvSpPr>
        <p:spPr>
          <a:xfrm>
            <a:off x="4986590" y="569173"/>
            <a:ext cx="869700" cy="276900"/>
          </a:xfrm>
          <a:prstGeom prst="rect">
            <a:avLst/>
          </a:prstGeom>
          <a:blipFill rotWithShape="1">
            <a:blip r:embed="rId5">
              <a:alphaModFix/>
            </a:blip>
            <a:stretch>
              <a:fillRect b="-26657" l="-4348" r="0" t="-6666"/>
            </a:stretch>
          </a:blip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 </a:t>
            </a:r>
            <a:endParaRPr b="0" i="0" sz="1100" u="none" cap="none" strike="noStrike">
              <a:solidFill>
                <a:srgbClr val="000000"/>
              </a:solidFill>
              <a:latin typeface="Arial"/>
              <a:ea typeface="Arial"/>
              <a:cs typeface="Arial"/>
              <a:sym typeface="Arial"/>
            </a:endParaRPr>
          </a:p>
        </p:txBody>
      </p:sp>
      <p:sp>
        <p:nvSpPr>
          <p:cNvPr id="714" name="Google Shape;714;p32"/>
          <p:cNvSpPr/>
          <p:nvPr/>
        </p:nvSpPr>
        <p:spPr>
          <a:xfrm>
            <a:off x="4897489" y="333132"/>
            <a:ext cx="1047900" cy="206400"/>
          </a:xfrm>
          <a:prstGeom prst="rect">
            <a:avLst/>
          </a:prstGeom>
          <a:solidFill>
            <a:srgbClr val="BDE1AF"/>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cxnSp>
        <p:nvCxnSpPr>
          <p:cNvPr id="715" name="Google Shape;715;p32"/>
          <p:cNvCxnSpPr>
            <a:stCxn id="677" idx="0"/>
          </p:cNvCxnSpPr>
          <p:nvPr/>
        </p:nvCxnSpPr>
        <p:spPr>
          <a:xfrm flipH="1" rot="10800000">
            <a:off x="3308982" y="979514"/>
            <a:ext cx="1921800" cy="384600"/>
          </a:xfrm>
          <a:prstGeom prst="straightConnector1">
            <a:avLst/>
          </a:prstGeom>
          <a:noFill/>
          <a:ln cap="flat" cmpd="sng" w="19050">
            <a:solidFill>
              <a:srgbClr val="FF0000"/>
            </a:solidFill>
            <a:prstDash val="solid"/>
            <a:miter lim="8000"/>
            <a:headEnd len="sm" w="sm" type="none"/>
            <a:tailEnd len="med" w="med" type="triangle"/>
          </a:ln>
        </p:spPr>
      </p:cxnSp>
      <p:sp>
        <p:nvSpPr>
          <p:cNvPr id="716" name="Google Shape;716;p32"/>
          <p:cNvSpPr/>
          <p:nvPr/>
        </p:nvSpPr>
        <p:spPr>
          <a:xfrm>
            <a:off x="917488" y="3689118"/>
            <a:ext cx="840000" cy="206400"/>
          </a:xfrm>
          <a:prstGeom prst="rect">
            <a:avLst/>
          </a:prstGeom>
          <a:solidFill>
            <a:srgbClr val="CC0000"/>
          </a:solidFill>
          <a:ln cap="flat" cmpd="sng" w="19050">
            <a:solidFill>
              <a:srgbClr val="A5A5A5"/>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717" name="Google Shape;717;p32"/>
          <p:cNvSpPr/>
          <p:nvPr/>
        </p:nvSpPr>
        <p:spPr>
          <a:xfrm>
            <a:off x="1011113" y="3590028"/>
            <a:ext cx="840000" cy="206400"/>
          </a:xfrm>
          <a:prstGeom prst="rect">
            <a:avLst/>
          </a:prstGeom>
          <a:solidFill>
            <a:srgbClr val="CC0000"/>
          </a:solidFill>
          <a:ln cap="flat" cmpd="sng" w="19050">
            <a:solidFill>
              <a:srgbClr val="A5A5A5"/>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718" name="Google Shape;718;p32"/>
          <p:cNvSpPr/>
          <p:nvPr/>
        </p:nvSpPr>
        <p:spPr>
          <a:xfrm>
            <a:off x="922788" y="1364118"/>
            <a:ext cx="840000" cy="206400"/>
          </a:xfrm>
          <a:prstGeom prst="rect">
            <a:avLst/>
          </a:prstGeom>
          <a:solidFill>
            <a:srgbClr val="CC0000"/>
          </a:solidFill>
          <a:ln cap="flat" cmpd="sng" w="19050">
            <a:solidFill>
              <a:srgbClr val="A5A5A5"/>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719" name="Google Shape;719;p32"/>
          <p:cNvSpPr/>
          <p:nvPr/>
        </p:nvSpPr>
        <p:spPr>
          <a:xfrm>
            <a:off x="1026813" y="1268753"/>
            <a:ext cx="840000" cy="206400"/>
          </a:xfrm>
          <a:prstGeom prst="rect">
            <a:avLst/>
          </a:prstGeom>
          <a:solidFill>
            <a:srgbClr val="CC0000"/>
          </a:solidFill>
          <a:ln cap="flat" cmpd="sng" w="19050">
            <a:solidFill>
              <a:srgbClr val="A5A5A5"/>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720" name="Google Shape;720;p32"/>
          <p:cNvSpPr/>
          <p:nvPr/>
        </p:nvSpPr>
        <p:spPr>
          <a:xfrm>
            <a:off x="2858426" y="3685581"/>
            <a:ext cx="840000" cy="206400"/>
          </a:xfrm>
          <a:prstGeom prst="rect">
            <a:avLst/>
          </a:prstGeom>
          <a:solidFill>
            <a:srgbClr val="CC0000"/>
          </a:solidFill>
          <a:ln cap="flat" cmpd="sng" w="19050">
            <a:solidFill>
              <a:srgbClr val="A5A5A5"/>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721" name="Google Shape;721;p32"/>
          <p:cNvSpPr/>
          <p:nvPr/>
        </p:nvSpPr>
        <p:spPr>
          <a:xfrm>
            <a:off x="2935538" y="3590015"/>
            <a:ext cx="840000" cy="206400"/>
          </a:xfrm>
          <a:prstGeom prst="rect">
            <a:avLst/>
          </a:prstGeom>
          <a:solidFill>
            <a:srgbClr val="CC0000"/>
          </a:solidFill>
          <a:ln cap="flat" cmpd="sng" w="19050">
            <a:solidFill>
              <a:srgbClr val="A5A5A5"/>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722" name="Google Shape;722;p32"/>
          <p:cNvSpPr/>
          <p:nvPr/>
        </p:nvSpPr>
        <p:spPr>
          <a:xfrm>
            <a:off x="3005313" y="1254678"/>
            <a:ext cx="840000" cy="206400"/>
          </a:xfrm>
          <a:prstGeom prst="rect">
            <a:avLst/>
          </a:prstGeom>
          <a:solidFill>
            <a:srgbClr val="CC0000"/>
          </a:solidFill>
          <a:ln cap="flat" cmpd="sng" w="19050">
            <a:solidFill>
              <a:srgbClr val="A5A5A5"/>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723" name="Google Shape;723;p32"/>
          <p:cNvSpPr/>
          <p:nvPr/>
        </p:nvSpPr>
        <p:spPr>
          <a:xfrm>
            <a:off x="2876176" y="1364118"/>
            <a:ext cx="840000" cy="206400"/>
          </a:xfrm>
          <a:prstGeom prst="rect">
            <a:avLst/>
          </a:prstGeom>
          <a:solidFill>
            <a:srgbClr val="CC0000"/>
          </a:solidFill>
          <a:ln cap="flat" cmpd="sng" w="19050">
            <a:solidFill>
              <a:srgbClr val="A5A5A5"/>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724" name="Google Shape;724;p32"/>
          <p:cNvSpPr/>
          <p:nvPr/>
        </p:nvSpPr>
        <p:spPr>
          <a:xfrm>
            <a:off x="5200838" y="3590015"/>
            <a:ext cx="840000" cy="206400"/>
          </a:xfrm>
          <a:prstGeom prst="rect">
            <a:avLst/>
          </a:prstGeom>
          <a:solidFill>
            <a:srgbClr val="CC0000"/>
          </a:solidFill>
          <a:ln cap="flat" cmpd="sng" w="19050">
            <a:solidFill>
              <a:srgbClr val="A5A5A5"/>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725" name="Google Shape;725;p32"/>
          <p:cNvSpPr/>
          <p:nvPr/>
        </p:nvSpPr>
        <p:spPr>
          <a:xfrm>
            <a:off x="5095663" y="3701040"/>
            <a:ext cx="840000" cy="206400"/>
          </a:xfrm>
          <a:prstGeom prst="rect">
            <a:avLst/>
          </a:prstGeom>
          <a:solidFill>
            <a:srgbClr val="CC0000"/>
          </a:solidFill>
          <a:ln cap="flat" cmpd="sng" w="19050">
            <a:solidFill>
              <a:srgbClr val="A5A5A5"/>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726" name="Google Shape;726;p32"/>
          <p:cNvSpPr/>
          <p:nvPr/>
        </p:nvSpPr>
        <p:spPr>
          <a:xfrm>
            <a:off x="5295013" y="1290065"/>
            <a:ext cx="840000" cy="206400"/>
          </a:xfrm>
          <a:prstGeom prst="rect">
            <a:avLst/>
          </a:prstGeom>
          <a:solidFill>
            <a:srgbClr val="CC0000"/>
          </a:solidFill>
          <a:ln cap="flat" cmpd="sng" w="19050">
            <a:solidFill>
              <a:srgbClr val="A5A5A5"/>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727" name="Google Shape;727;p32"/>
          <p:cNvSpPr/>
          <p:nvPr/>
        </p:nvSpPr>
        <p:spPr>
          <a:xfrm>
            <a:off x="5207588" y="1394465"/>
            <a:ext cx="840000" cy="206400"/>
          </a:xfrm>
          <a:prstGeom prst="rect">
            <a:avLst/>
          </a:prstGeom>
          <a:solidFill>
            <a:srgbClr val="CC0000"/>
          </a:solidFill>
          <a:ln cap="flat" cmpd="sng" w="19050">
            <a:solidFill>
              <a:srgbClr val="A5A5A5"/>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728" name="Google Shape;728;p32"/>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rm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en"/>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1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1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2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2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1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1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2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2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2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2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0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2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2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2" name="Shape 732"/>
        <p:cNvGrpSpPr/>
        <p:nvPr/>
      </p:nvGrpSpPr>
      <p:grpSpPr>
        <a:xfrm>
          <a:off x="0" y="0"/>
          <a:ext cx="0" cy="0"/>
          <a:chOff x="0" y="0"/>
          <a:chExt cx="0" cy="0"/>
        </a:xfrm>
      </p:grpSpPr>
      <p:sp>
        <p:nvSpPr>
          <p:cNvPr id="733" name="Google Shape;733;p33"/>
          <p:cNvSpPr/>
          <p:nvPr/>
        </p:nvSpPr>
        <p:spPr>
          <a:xfrm>
            <a:off x="207425" y="593200"/>
            <a:ext cx="6483600" cy="1542600"/>
          </a:xfrm>
          <a:prstGeom prst="rect">
            <a:avLst/>
          </a:prstGeom>
          <a:noFill/>
          <a:ln cap="flat" cmpd="sng" w="19050">
            <a:solidFill>
              <a:schemeClr val="accent2"/>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734" name="Google Shape;734;p33"/>
          <p:cNvSpPr/>
          <p:nvPr/>
        </p:nvSpPr>
        <p:spPr>
          <a:xfrm>
            <a:off x="803063" y="4483637"/>
            <a:ext cx="1047900" cy="206400"/>
          </a:xfrm>
          <a:prstGeom prst="rect">
            <a:avLst/>
          </a:prstGeom>
          <a:solidFill>
            <a:schemeClr val="lt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735" name="Google Shape;735;p33"/>
          <p:cNvSpPr/>
          <p:nvPr/>
        </p:nvSpPr>
        <p:spPr>
          <a:xfrm>
            <a:off x="2720478" y="4483637"/>
            <a:ext cx="1047900" cy="206400"/>
          </a:xfrm>
          <a:prstGeom prst="rect">
            <a:avLst/>
          </a:prstGeom>
          <a:solidFill>
            <a:schemeClr val="lt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736" name="Google Shape;736;p33"/>
          <p:cNvSpPr/>
          <p:nvPr/>
        </p:nvSpPr>
        <p:spPr>
          <a:xfrm>
            <a:off x="209724" y="2829300"/>
            <a:ext cx="6483600" cy="1375200"/>
          </a:xfrm>
          <a:prstGeom prst="rect">
            <a:avLst/>
          </a:prstGeom>
          <a:noFill/>
          <a:ln cap="flat" cmpd="sng" w="19050">
            <a:solidFill>
              <a:schemeClr val="accent2"/>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737" name="Google Shape;737;p33"/>
          <p:cNvSpPr txBox="1"/>
          <p:nvPr/>
        </p:nvSpPr>
        <p:spPr>
          <a:xfrm>
            <a:off x="524618" y="4582900"/>
            <a:ext cx="456600"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A5A5A5"/>
                </a:solidFill>
                <a:latin typeface="Arial"/>
                <a:ea typeface="Arial"/>
                <a:cs typeface="Arial"/>
                <a:sym typeface="Arial"/>
              </a:rPr>
              <a:t>a</a:t>
            </a:r>
            <a:r>
              <a:rPr b="1" baseline="-25000" i="0" lang="en" sz="1400" u="none" cap="none" strike="noStrike">
                <a:solidFill>
                  <a:srgbClr val="A5A5A5"/>
                </a:solidFill>
                <a:latin typeface="Arial"/>
                <a:ea typeface="Arial"/>
                <a:cs typeface="Arial"/>
                <a:sym typeface="Arial"/>
              </a:rPr>
              <a:t>1</a:t>
            </a:r>
            <a:endParaRPr b="1" i="0" sz="1400" u="none" cap="none" strike="noStrike">
              <a:solidFill>
                <a:srgbClr val="A5A5A5"/>
              </a:solidFill>
              <a:latin typeface="Arial"/>
              <a:ea typeface="Arial"/>
              <a:cs typeface="Arial"/>
              <a:sym typeface="Arial"/>
            </a:endParaRPr>
          </a:p>
        </p:txBody>
      </p:sp>
      <p:sp>
        <p:nvSpPr>
          <p:cNvPr id="738" name="Google Shape;738;p33"/>
          <p:cNvSpPr txBox="1"/>
          <p:nvPr/>
        </p:nvSpPr>
        <p:spPr>
          <a:xfrm>
            <a:off x="2399872" y="4566150"/>
            <a:ext cx="410100"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A5A5A5"/>
                </a:solidFill>
                <a:latin typeface="Arial"/>
                <a:ea typeface="Arial"/>
                <a:cs typeface="Arial"/>
                <a:sym typeface="Arial"/>
              </a:rPr>
              <a:t>a</a:t>
            </a:r>
            <a:r>
              <a:rPr b="1" baseline="-25000" i="0" lang="en" sz="1400" u="none" cap="none" strike="noStrike">
                <a:solidFill>
                  <a:srgbClr val="A5A5A5"/>
                </a:solidFill>
                <a:latin typeface="Arial"/>
                <a:ea typeface="Arial"/>
                <a:cs typeface="Arial"/>
                <a:sym typeface="Arial"/>
              </a:rPr>
              <a:t>2</a:t>
            </a:r>
            <a:endParaRPr b="1" i="0" sz="1400" u="none" cap="none" strike="noStrike">
              <a:solidFill>
                <a:srgbClr val="A5A5A5"/>
              </a:solidFill>
              <a:latin typeface="Arial"/>
              <a:ea typeface="Arial"/>
              <a:cs typeface="Arial"/>
              <a:sym typeface="Arial"/>
            </a:endParaRPr>
          </a:p>
        </p:txBody>
      </p:sp>
      <p:sp>
        <p:nvSpPr>
          <p:cNvPr id="739" name="Google Shape;739;p33"/>
          <p:cNvSpPr txBox="1"/>
          <p:nvPr/>
        </p:nvSpPr>
        <p:spPr>
          <a:xfrm>
            <a:off x="995001" y="4646825"/>
            <a:ext cx="752100"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A5A5A5"/>
                </a:solidFill>
                <a:latin typeface="Arial"/>
                <a:ea typeface="Arial"/>
                <a:cs typeface="Arial"/>
                <a:sym typeface="Arial"/>
              </a:rPr>
              <a:t>Once</a:t>
            </a:r>
            <a:endParaRPr b="0" i="0" sz="1100" u="none" cap="none" strike="noStrike">
              <a:solidFill>
                <a:srgbClr val="A5A5A5"/>
              </a:solidFill>
              <a:latin typeface="Arial"/>
              <a:ea typeface="Arial"/>
              <a:cs typeface="Arial"/>
              <a:sym typeface="Arial"/>
            </a:endParaRPr>
          </a:p>
        </p:txBody>
      </p:sp>
      <p:sp>
        <p:nvSpPr>
          <p:cNvPr id="740" name="Google Shape;740;p33"/>
          <p:cNvSpPr txBox="1"/>
          <p:nvPr/>
        </p:nvSpPr>
        <p:spPr>
          <a:xfrm>
            <a:off x="2982447" y="4646825"/>
            <a:ext cx="706200"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A5A5A5"/>
                </a:solidFill>
                <a:latin typeface="Arial"/>
                <a:ea typeface="Arial"/>
                <a:cs typeface="Arial"/>
                <a:sym typeface="Arial"/>
              </a:rPr>
              <a:t>upon</a:t>
            </a:r>
            <a:endParaRPr b="0" i="0" sz="1100" u="none" cap="none" strike="noStrike">
              <a:solidFill>
                <a:srgbClr val="A5A5A5"/>
              </a:solidFill>
              <a:latin typeface="Arial"/>
              <a:ea typeface="Arial"/>
              <a:cs typeface="Arial"/>
              <a:sym typeface="Arial"/>
            </a:endParaRPr>
          </a:p>
        </p:txBody>
      </p:sp>
      <p:sp>
        <p:nvSpPr>
          <p:cNvPr id="741" name="Google Shape;741;p33"/>
          <p:cNvSpPr/>
          <p:nvPr/>
        </p:nvSpPr>
        <p:spPr>
          <a:xfrm>
            <a:off x="1011113" y="3597853"/>
            <a:ext cx="840000" cy="206400"/>
          </a:xfrm>
          <a:prstGeom prst="rect">
            <a:avLst/>
          </a:prstGeom>
          <a:solidFill>
            <a:srgbClr val="AEDFFF"/>
          </a:solidFill>
          <a:ln cap="flat" cmpd="sng" w="19050">
            <a:solidFill>
              <a:srgbClr val="A5A5A5"/>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742" name="Google Shape;742;p33"/>
          <p:cNvSpPr/>
          <p:nvPr/>
        </p:nvSpPr>
        <p:spPr>
          <a:xfrm>
            <a:off x="907088" y="3701056"/>
            <a:ext cx="840000" cy="206400"/>
          </a:xfrm>
          <a:prstGeom prst="rect">
            <a:avLst/>
          </a:prstGeom>
          <a:solidFill>
            <a:srgbClr val="FDD349"/>
          </a:solidFill>
          <a:ln cap="flat" cmpd="sng" w="19050">
            <a:solidFill>
              <a:srgbClr val="A5A5A5"/>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743" name="Google Shape;743;p33"/>
          <p:cNvSpPr/>
          <p:nvPr/>
        </p:nvSpPr>
        <p:spPr>
          <a:xfrm>
            <a:off x="803063" y="3804259"/>
            <a:ext cx="840000" cy="206400"/>
          </a:xfrm>
          <a:prstGeom prst="rect">
            <a:avLst/>
          </a:prstGeom>
          <a:solidFill>
            <a:schemeClr val="lt2"/>
          </a:solidFill>
          <a:ln cap="flat" cmpd="sng" w="19050">
            <a:solidFill>
              <a:srgbClr val="A5A5A5"/>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744" name="Google Shape;744;p33"/>
          <p:cNvSpPr txBox="1"/>
          <p:nvPr/>
        </p:nvSpPr>
        <p:spPr>
          <a:xfrm>
            <a:off x="521012" y="3804259"/>
            <a:ext cx="386076"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E59DDC"/>
                </a:solidFill>
                <a:latin typeface="Arial"/>
                <a:ea typeface="Arial"/>
                <a:cs typeface="Arial"/>
                <a:sym typeface="Arial"/>
              </a:rPr>
              <a:t>q</a:t>
            </a:r>
            <a:r>
              <a:rPr b="0" baseline="-25000" i="0" lang="en" sz="1400" u="none" cap="none" strike="noStrike">
                <a:solidFill>
                  <a:srgbClr val="E59DDC"/>
                </a:solidFill>
                <a:latin typeface="Arial"/>
                <a:ea typeface="Arial"/>
                <a:cs typeface="Arial"/>
                <a:sym typeface="Arial"/>
              </a:rPr>
              <a:t>1</a:t>
            </a:r>
            <a:endParaRPr b="0" i="0" sz="1400" u="none" cap="none" strike="noStrike">
              <a:solidFill>
                <a:srgbClr val="E59DDC"/>
              </a:solidFill>
              <a:latin typeface="Arial"/>
              <a:ea typeface="Arial"/>
              <a:cs typeface="Arial"/>
              <a:sym typeface="Arial"/>
            </a:endParaRPr>
          </a:p>
        </p:txBody>
      </p:sp>
      <p:sp>
        <p:nvSpPr>
          <p:cNvPr id="745" name="Google Shape;745;p33"/>
          <p:cNvSpPr txBox="1"/>
          <p:nvPr/>
        </p:nvSpPr>
        <p:spPr>
          <a:xfrm>
            <a:off x="571232" y="3632124"/>
            <a:ext cx="297300"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BC86"/>
                </a:solidFill>
                <a:latin typeface="Arial"/>
                <a:ea typeface="Arial"/>
                <a:cs typeface="Arial"/>
                <a:sym typeface="Arial"/>
              </a:rPr>
              <a:t>k</a:t>
            </a:r>
            <a:r>
              <a:rPr b="0" baseline="-25000" i="0" lang="en" sz="1400" u="none" cap="none" strike="noStrike">
                <a:solidFill>
                  <a:srgbClr val="FFBC86"/>
                </a:solidFill>
                <a:latin typeface="Arial"/>
                <a:ea typeface="Arial"/>
                <a:cs typeface="Arial"/>
                <a:sym typeface="Arial"/>
              </a:rPr>
              <a:t>1</a:t>
            </a:r>
            <a:endParaRPr b="0" i="0" sz="1400" u="none" cap="none" strike="noStrike">
              <a:solidFill>
                <a:srgbClr val="FFBC86"/>
              </a:solidFill>
              <a:latin typeface="Arial"/>
              <a:ea typeface="Arial"/>
              <a:cs typeface="Arial"/>
              <a:sym typeface="Arial"/>
            </a:endParaRPr>
          </a:p>
        </p:txBody>
      </p:sp>
      <p:sp>
        <p:nvSpPr>
          <p:cNvPr id="746" name="Google Shape;746;p33"/>
          <p:cNvSpPr txBox="1"/>
          <p:nvPr/>
        </p:nvSpPr>
        <p:spPr>
          <a:xfrm>
            <a:off x="675257" y="3507431"/>
            <a:ext cx="297300"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43AFE2"/>
                </a:solidFill>
                <a:latin typeface="Arial"/>
                <a:ea typeface="Arial"/>
                <a:cs typeface="Arial"/>
                <a:sym typeface="Arial"/>
              </a:rPr>
              <a:t>v</a:t>
            </a:r>
            <a:r>
              <a:rPr b="0" baseline="-25000" i="0" lang="en" sz="1400" u="none" cap="none" strike="noStrike">
                <a:solidFill>
                  <a:srgbClr val="43AFE2"/>
                </a:solidFill>
                <a:latin typeface="Arial"/>
                <a:ea typeface="Arial"/>
                <a:cs typeface="Arial"/>
                <a:sym typeface="Arial"/>
              </a:rPr>
              <a:t>1</a:t>
            </a:r>
            <a:endParaRPr b="0" i="0" sz="1400" u="none" cap="none" strike="noStrike">
              <a:solidFill>
                <a:srgbClr val="43AFE2"/>
              </a:solidFill>
              <a:latin typeface="Arial"/>
              <a:ea typeface="Arial"/>
              <a:cs typeface="Arial"/>
              <a:sym typeface="Arial"/>
            </a:endParaRPr>
          </a:p>
        </p:txBody>
      </p:sp>
      <p:sp>
        <p:nvSpPr>
          <p:cNvPr id="747" name="Google Shape;747;p33"/>
          <p:cNvSpPr/>
          <p:nvPr/>
        </p:nvSpPr>
        <p:spPr>
          <a:xfrm>
            <a:off x="2952655" y="3590014"/>
            <a:ext cx="840000" cy="206400"/>
          </a:xfrm>
          <a:prstGeom prst="rect">
            <a:avLst/>
          </a:prstGeom>
          <a:solidFill>
            <a:srgbClr val="AEDFFF"/>
          </a:solidFill>
          <a:ln cap="flat" cmpd="sng" w="19050">
            <a:solidFill>
              <a:srgbClr val="A5A5A5"/>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748" name="Google Shape;748;p33"/>
          <p:cNvSpPr/>
          <p:nvPr/>
        </p:nvSpPr>
        <p:spPr>
          <a:xfrm>
            <a:off x="2848630" y="3693218"/>
            <a:ext cx="840000" cy="206400"/>
          </a:xfrm>
          <a:prstGeom prst="rect">
            <a:avLst/>
          </a:prstGeom>
          <a:solidFill>
            <a:srgbClr val="FDD349"/>
          </a:solidFill>
          <a:ln cap="flat" cmpd="sng" w="19050">
            <a:solidFill>
              <a:srgbClr val="A5A5A5"/>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749" name="Google Shape;749;p33"/>
          <p:cNvSpPr/>
          <p:nvPr/>
        </p:nvSpPr>
        <p:spPr>
          <a:xfrm>
            <a:off x="2744605" y="3796421"/>
            <a:ext cx="840000" cy="206400"/>
          </a:xfrm>
          <a:prstGeom prst="rect">
            <a:avLst/>
          </a:prstGeom>
          <a:solidFill>
            <a:schemeClr val="lt2"/>
          </a:solidFill>
          <a:ln cap="flat" cmpd="sng" w="19050">
            <a:solidFill>
              <a:srgbClr val="A5A5A5"/>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750" name="Google Shape;750;p33"/>
          <p:cNvSpPr txBox="1"/>
          <p:nvPr/>
        </p:nvSpPr>
        <p:spPr>
          <a:xfrm>
            <a:off x="2462552" y="3796421"/>
            <a:ext cx="386075"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E59DDC"/>
                </a:solidFill>
                <a:latin typeface="Arial"/>
                <a:ea typeface="Arial"/>
                <a:cs typeface="Arial"/>
                <a:sym typeface="Arial"/>
              </a:rPr>
              <a:t>q</a:t>
            </a:r>
            <a:r>
              <a:rPr b="0" baseline="-25000" i="0" lang="en" sz="1400" u="none" cap="none" strike="noStrike">
                <a:solidFill>
                  <a:srgbClr val="E59DDC"/>
                </a:solidFill>
                <a:latin typeface="Arial"/>
                <a:ea typeface="Arial"/>
                <a:cs typeface="Arial"/>
                <a:sym typeface="Arial"/>
              </a:rPr>
              <a:t>2</a:t>
            </a:r>
            <a:endParaRPr b="0" i="0" sz="1400" u="none" cap="none" strike="noStrike">
              <a:solidFill>
                <a:srgbClr val="E59DDC"/>
              </a:solidFill>
              <a:latin typeface="Arial"/>
              <a:ea typeface="Arial"/>
              <a:cs typeface="Arial"/>
              <a:sym typeface="Arial"/>
            </a:endParaRPr>
          </a:p>
        </p:txBody>
      </p:sp>
      <p:sp>
        <p:nvSpPr>
          <p:cNvPr id="751" name="Google Shape;751;p33"/>
          <p:cNvSpPr txBox="1"/>
          <p:nvPr/>
        </p:nvSpPr>
        <p:spPr>
          <a:xfrm>
            <a:off x="2512774" y="3624286"/>
            <a:ext cx="297300"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BC86"/>
                </a:solidFill>
                <a:latin typeface="Arial"/>
                <a:ea typeface="Arial"/>
                <a:cs typeface="Arial"/>
                <a:sym typeface="Arial"/>
              </a:rPr>
              <a:t>k</a:t>
            </a:r>
            <a:r>
              <a:rPr b="0" baseline="-25000" i="0" lang="en" sz="1400" u="none" cap="none" strike="noStrike">
                <a:solidFill>
                  <a:srgbClr val="FFBC86"/>
                </a:solidFill>
                <a:latin typeface="Arial"/>
                <a:ea typeface="Arial"/>
                <a:cs typeface="Arial"/>
                <a:sym typeface="Arial"/>
              </a:rPr>
              <a:t>2</a:t>
            </a:r>
            <a:endParaRPr b="0" i="0" sz="1400" u="none" cap="none" strike="noStrike">
              <a:solidFill>
                <a:srgbClr val="FFBC86"/>
              </a:solidFill>
              <a:latin typeface="Arial"/>
              <a:ea typeface="Arial"/>
              <a:cs typeface="Arial"/>
              <a:sym typeface="Arial"/>
            </a:endParaRPr>
          </a:p>
        </p:txBody>
      </p:sp>
      <p:sp>
        <p:nvSpPr>
          <p:cNvPr id="752" name="Google Shape;752;p33"/>
          <p:cNvSpPr txBox="1"/>
          <p:nvPr/>
        </p:nvSpPr>
        <p:spPr>
          <a:xfrm>
            <a:off x="2616799" y="3499593"/>
            <a:ext cx="297300"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43AFE2"/>
                </a:solidFill>
                <a:latin typeface="Arial"/>
                <a:ea typeface="Arial"/>
                <a:cs typeface="Arial"/>
                <a:sym typeface="Arial"/>
              </a:rPr>
              <a:t>v</a:t>
            </a:r>
            <a:r>
              <a:rPr b="0" baseline="-25000" i="0" lang="en" sz="1400" u="none" cap="none" strike="noStrike">
                <a:solidFill>
                  <a:srgbClr val="43AFE2"/>
                </a:solidFill>
                <a:latin typeface="Arial"/>
                <a:ea typeface="Arial"/>
                <a:cs typeface="Arial"/>
                <a:sym typeface="Arial"/>
              </a:rPr>
              <a:t>2</a:t>
            </a:r>
            <a:endParaRPr b="0" i="0" sz="1400" u="none" cap="none" strike="noStrike">
              <a:solidFill>
                <a:srgbClr val="43AFE2"/>
              </a:solidFill>
              <a:latin typeface="Arial"/>
              <a:ea typeface="Arial"/>
              <a:cs typeface="Arial"/>
              <a:sym typeface="Arial"/>
            </a:endParaRPr>
          </a:p>
        </p:txBody>
      </p:sp>
      <p:sp>
        <p:nvSpPr>
          <p:cNvPr id="753" name="Google Shape;753;p33"/>
          <p:cNvSpPr/>
          <p:nvPr/>
        </p:nvSpPr>
        <p:spPr>
          <a:xfrm>
            <a:off x="803063" y="2220507"/>
            <a:ext cx="1047900" cy="206400"/>
          </a:xfrm>
          <a:prstGeom prst="rect">
            <a:avLst/>
          </a:prstGeom>
          <a:solidFill>
            <a:schemeClr val="lt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754" name="Google Shape;754;p33"/>
          <p:cNvSpPr/>
          <p:nvPr/>
        </p:nvSpPr>
        <p:spPr>
          <a:xfrm>
            <a:off x="2720478" y="2220507"/>
            <a:ext cx="1047900" cy="206400"/>
          </a:xfrm>
          <a:prstGeom prst="rect">
            <a:avLst/>
          </a:prstGeom>
          <a:solidFill>
            <a:schemeClr val="lt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755" name="Google Shape;755;p33"/>
          <p:cNvSpPr txBox="1"/>
          <p:nvPr/>
        </p:nvSpPr>
        <p:spPr>
          <a:xfrm>
            <a:off x="594995" y="2340475"/>
            <a:ext cx="456600"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A5A5A5"/>
                </a:solidFill>
                <a:latin typeface="Arial"/>
                <a:ea typeface="Arial"/>
                <a:cs typeface="Arial"/>
                <a:sym typeface="Arial"/>
              </a:rPr>
              <a:t>b</a:t>
            </a:r>
            <a:r>
              <a:rPr b="1" baseline="-25000" i="0" lang="en" sz="1400" u="none" cap="none" strike="noStrike">
                <a:solidFill>
                  <a:srgbClr val="A5A5A5"/>
                </a:solidFill>
                <a:latin typeface="Arial"/>
                <a:ea typeface="Arial"/>
                <a:cs typeface="Arial"/>
                <a:sym typeface="Arial"/>
              </a:rPr>
              <a:t>1</a:t>
            </a:r>
            <a:endParaRPr b="1" i="0" sz="1400" u="none" cap="none" strike="noStrike">
              <a:solidFill>
                <a:srgbClr val="A5A5A5"/>
              </a:solidFill>
              <a:latin typeface="Arial"/>
              <a:ea typeface="Arial"/>
              <a:cs typeface="Arial"/>
              <a:sym typeface="Arial"/>
            </a:endParaRPr>
          </a:p>
        </p:txBody>
      </p:sp>
      <p:sp>
        <p:nvSpPr>
          <p:cNvPr id="756" name="Google Shape;756;p33"/>
          <p:cNvSpPr txBox="1"/>
          <p:nvPr/>
        </p:nvSpPr>
        <p:spPr>
          <a:xfrm>
            <a:off x="2399872" y="2303000"/>
            <a:ext cx="410100"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A5A5A5"/>
                </a:solidFill>
                <a:latin typeface="Arial"/>
                <a:ea typeface="Arial"/>
                <a:cs typeface="Arial"/>
                <a:sym typeface="Arial"/>
              </a:rPr>
              <a:t>b</a:t>
            </a:r>
            <a:r>
              <a:rPr b="1" baseline="-25000" i="0" lang="en" sz="1400" u="none" cap="none" strike="noStrike">
                <a:solidFill>
                  <a:srgbClr val="A5A5A5"/>
                </a:solidFill>
                <a:latin typeface="Arial"/>
                <a:ea typeface="Arial"/>
                <a:cs typeface="Arial"/>
                <a:sym typeface="Arial"/>
              </a:rPr>
              <a:t>2</a:t>
            </a:r>
            <a:endParaRPr b="1" i="0" sz="1400" u="none" cap="none" strike="noStrike">
              <a:solidFill>
                <a:srgbClr val="A5A5A5"/>
              </a:solidFill>
              <a:latin typeface="Arial"/>
              <a:ea typeface="Arial"/>
              <a:cs typeface="Arial"/>
              <a:sym typeface="Arial"/>
            </a:endParaRPr>
          </a:p>
        </p:txBody>
      </p:sp>
      <p:cxnSp>
        <p:nvCxnSpPr>
          <p:cNvPr id="757" name="Google Shape;757;p33"/>
          <p:cNvCxnSpPr>
            <a:stCxn id="749" idx="0"/>
          </p:cNvCxnSpPr>
          <p:nvPr/>
        </p:nvCxnSpPr>
        <p:spPr>
          <a:xfrm rot="10800000">
            <a:off x="3161005" y="3218321"/>
            <a:ext cx="3600" cy="578100"/>
          </a:xfrm>
          <a:prstGeom prst="straightConnector1">
            <a:avLst/>
          </a:prstGeom>
          <a:noFill/>
          <a:ln cap="flat" cmpd="sng" w="19050">
            <a:solidFill>
              <a:srgbClr val="E59DDC"/>
            </a:solidFill>
            <a:prstDash val="solid"/>
            <a:miter lim="8000"/>
            <a:headEnd len="sm" w="sm" type="none"/>
            <a:tailEnd len="med" w="med" type="triangle"/>
          </a:ln>
        </p:spPr>
      </p:cxnSp>
      <p:cxnSp>
        <p:nvCxnSpPr>
          <p:cNvPr id="758" name="Google Shape;758;p33"/>
          <p:cNvCxnSpPr/>
          <p:nvPr/>
        </p:nvCxnSpPr>
        <p:spPr>
          <a:xfrm rot="10800000">
            <a:off x="1226330" y="3210568"/>
            <a:ext cx="3600" cy="578100"/>
          </a:xfrm>
          <a:prstGeom prst="straightConnector1">
            <a:avLst/>
          </a:prstGeom>
          <a:noFill/>
          <a:ln cap="flat" cmpd="sng" w="19050">
            <a:solidFill>
              <a:srgbClr val="E59DDC"/>
            </a:solidFill>
            <a:prstDash val="solid"/>
            <a:miter lim="8000"/>
            <a:headEnd len="sm" w="sm" type="none"/>
            <a:tailEnd len="med" w="med" type="triangle"/>
          </a:ln>
        </p:spPr>
      </p:cxnSp>
      <p:cxnSp>
        <p:nvCxnSpPr>
          <p:cNvPr id="759" name="Google Shape;759;p33"/>
          <p:cNvCxnSpPr>
            <a:stCxn id="742" idx="0"/>
            <a:endCxn id="760" idx="1"/>
          </p:cNvCxnSpPr>
          <p:nvPr/>
        </p:nvCxnSpPr>
        <p:spPr>
          <a:xfrm flipH="1" rot="10800000">
            <a:off x="1327088" y="3123856"/>
            <a:ext cx="3722400" cy="577200"/>
          </a:xfrm>
          <a:prstGeom prst="straightConnector1">
            <a:avLst/>
          </a:prstGeom>
          <a:noFill/>
          <a:ln cap="flat" cmpd="sng" w="19050">
            <a:solidFill>
              <a:srgbClr val="FF0000"/>
            </a:solidFill>
            <a:prstDash val="solid"/>
            <a:miter lim="8000"/>
            <a:headEnd len="sm" w="sm" type="none"/>
            <a:tailEnd len="med" w="med" type="triangle"/>
          </a:ln>
        </p:spPr>
      </p:cxnSp>
      <p:cxnSp>
        <p:nvCxnSpPr>
          <p:cNvPr id="761" name="Google Shape;761;p33"/>
          <p:cNvCxnSpPr/>
          <p:nvPr/>
        </p:nvCxnSpPr>
        <p:spPr>
          <a:xfrm rot="10800000">
            <a:off x="1228141" y="2571809"/>
            <a:ext cx="0" cy="529200"/>
          </a:xfrm>
          <a:prstGeom prst="straightConnector1">
            <a:avLst/>
          </a:prstGeom>
          <a:noFill/>
          <a:ln cap="flat" cmpd="sng" w="19050">
            <a:solidFill>
              <a:schemeClr val="accent1"/>
            </a:solidFill>
            <a:prstDash val="dash"/>
            <a:miter lim="8000"/>
            <a:headEnd len="sm" w="sm" type="none"/>
            <a:tailEnd len="med" w="med" type="triangle"/>
          </a:ln>
        </p:spPr>
      </p:cxnSp>
      <p:cxnSp>
        <p:nvCxnSpPr>
          <p:cNvPr id="762" name="Google Shape;762;p33"/>
          <p:cNvCxnSpPr/>
          <p:nvPr/>
        </p:nvCxnSpPr>
        <p:spPr>
          <a:xfrm rot="10800000">
            <a:off x="3151877" y="2564722"/>
            <a:ext cx="0" cy="529200"/>
          </a:xfrm>
          <a:prstGeom prst="straightConnector1">
            <a:avLst/>
          </a:prstGeom>
          <a:noFill/>
          <a:ln cap="flat" cmpd="sng" w="19050">
            <a:solidFill>
              <a:schemeClr val="accent1"/>
            </a:solidFill>
            <a:prstDash val="dash"/>
            <a:miter lim="8000"/>
            <a:headEnd len="sm" w="sm" type="none"/>
            <a:tailEnd len="med" w="med" type="triangle"/>
          </a:ln>
        </p:spPr>
      </p:cxnSp>
      <p:cxnSp>
        <p:nvCxnSpPr>
          <p:cNvPr id="763" name="Google Shape;763;p33"/>
          <p:cNvCxnSpPr/>
          <p:nvPr/>
        </p:nvCxnSpPr>
        <p:spPr>
          <a:xfrm rot="10800000">
            <a:off x="1202300" y="792522"/>
            <a:ext cx="0" cy="1130700"/>
          </a:xfrm>
          <a:prstGeom prst="straightConnector1">
            <a:avLst/>
          </a:prstGeom>
          <a:noFill/>
          <a:ln cap="flat" cmpd="sng" w="19050">
            <a:solidFill>
              <a:schemeClr val="accent1"/>
            </a:solidFill>
            <a:prstDash val="dash"/>
            <a:miter lim="8000"/>
            <a:headEnd len="sm" w="sm" type="none"/>
            <a:tailEnd len="med" w="med" type="triangle"/>
          </a:ln>
        </p:spPr>
      </p:cxnSp>
      <p:cxnSp>
        <p:nvCxnSpPr>
          <p:cNvPr id="764" name="Google Shape;764;p33"/>
          <p:cNvCxnSpPr/>
          <p:nvPr/>
        </p:nvCxnSpPr>
        <p:spPr>
          <a:xfrm rot="10800000">
            <a:off x="3126018" y="785596"/>
            <a:ext cx="6300" cy="1092900"/>
          </a:xfrm>
          <a:prstGeom prst="straightConnector1">
            <a:avLst/>
          </a:prstGeom>
          <a:noFill/>
          <a:ln cap="flat" cmpd="sng" w="19050">
            <a:solidFill>
              <a:schemeClr val="accent1"/>
            </a:solidFill>
            <a:prstDash val="dash"/>
            <a:miter lim="8000"/>
            <a:headEnd len="sm" w="sm" type="none"/>
            <a:tailEnd len="med" w="med" type="triangle"/>
          </a:ln>
        </p:spPr>
      </p:cxnSp>
      <p:sp>
        <p:nvSpPr>
          <p:cNvPr id="765" name="Google Shape;765;p33"/>
          <p:cNvSpPr txBox="1"/>
          <p:nvPr/>
        </p:nvSpPr>
        <p:spPr>
          <a:xfrm>
            <a:off x="774398" y="2989747"/>
            <a:ext cx="868500" cy="276900"/>
          </a:xfrm>
          <a:prstGeom prst="rect">
            <a:avLst/>
          </a:prstGeom>
          <a:blipFill rotWithShape="1">
            <a:blip r:embed="rId3">
              <a:alphaModFix/>
            </a:blip>
            <a:stretch>
              <a:fillRect b="-22575" l="-4348" r="0" t="-6447"/>
            </a:stretch>
          </a:blip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 </a:t>
            </a:r>
            <a:endParaRPr b="0" i="0" sz="1100" u="none" cap="none" strike="noStrike">
              <a:solidFill>
                <a:srgbClr val="000000"/>
              </a:solidFill>
              <a:latin typeface="Arial"/>
              <a:ea typeface="Arial"/>
              <a:cs typeface="Arial"/>
              <a:sym typeface="Arial"/>
            </a:endParaRPr>
          </a:p>
        </p:txBody>
      </p:sp>
      <p:sp>
        <p:nvSpPr>
          <p:cNvPr id="766" name="Google Shape;766;p33"/>
          <p:cNvSpPr txBox="1"/>
          <p:nvPr/>
        </p:nvSpPr>
        <p:spPr>
          <a:xfrm>
            <a:off x="2744604" y="2985398"/>
            <a:ext cx="880200" cy="276900"/>
          </a:xfrm>
          <a:prstGeom prst="rect">
            <a:avLst/>
          </a:prstGeom>
          <a:blipFill rotWithShape="1">
            <a:blip r:embed="rId4">
              <a:alphaModFix/>
            </a:blip>
            <a:stretch>
              <a:fillRect b="-26657" l="-4298" r="0" t="-6666"/>
            </a:stretch>
          </a:blip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 </a:t>
            </a:r>
            <a:endParaRPr b="0" i="0" sz="1100" u="none" cap="none" strike="noStrike">
              <a:solidFill>
                <a:srgbClr val="000000"/>
              </a:solidFill>
              <a:latin typeface="Arial"/>
              <a:ea typeface="Arial"/>
              <a:cs typeface="Arial"/>
              <a:sym typeface="Arial"/>
            </a:endParaRPr>
          </a:p>
        </p:txBody>
      </p:sp>
      <p:sp>
        <p:nvSpPr>
          <p:cNvPr id="767" name="Google Shape;767;p33"/>
          <p:cNvSpPr/>
          <p:nvPr/>
        </p:nvSpPr>
        <p:spPr>
          <a:xfrm>
            <a:off x="1051466" y="1268750"/>
            <a:ext cx="840000" cy="206400"/>
          </a:xfrm>
          <a:prstGeom prst="rect">
            <a:avLst/>
          </a:prstGeom>
          <a:solidFill>
            <a:srgbClr val="AEDFFF"/>
          </a:solidFill>
          <a:ln cap="flat" cmpd="sng" w="19050">
            <a:solidFill>
              <a:srgbClr val="A5A5A5"/>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768" name="Google Shape;768;p33"/>
          <p:cNvSpPr/>
          <p:nvPr/>
        </p:nvSpPr>
        <p:spPr>
          <a:xfrm>
            <a:off x="947441" y="1371953"/>
            <a:ext cx="840000" cy="206400"/>
          </a:xfrm>
          <a:prstGeom prst="rect">
            <a:avLst/>
          </a:prstGeom>
          <a:solidFill>
            <a:srgbClr val="FDD349"/>
          </a:solidFill>
          <a:ln cap="flat" cmpd="sng" w="19050">
            <a:solidFill>
              <a:srgbClr val="A5A5A5"/>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769" name="Google Shape;769;p33"/>
          <p:cNvSpPr/>
          <p:nvPr/>
        </p:nvSpPr>
        <p:spPr>
          <a:xfrm>
            <a:off x="843416" y="1475156"/>
            <a:ext cx="840000" cy="206400"/>
          </a:xfrm>
          <a:prstGeom prst="rect">
            <a:avLst/>
          </a:prstGeom>
          <a:solidFill>
            <a:schemeClr val="lt2"/>
          </a:solidFill>
          <a:ln cap="flat" cmpd="sng" w="19050">
            <a:solidFill>
              <a:srgbClr val="A5A5A5"/>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770" name="Google Shape;770;p33"/>
          <p:cNvSpPr txBox="1"/>
          <p:nvPr/>
        </p:nvSpPr>
        <p:spPr>
          <a:xfrm>
            <a:off x="561363" y="1475156"/>
            <a:ext cx="433635"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E59DDC"/>
                </a:solidFill>
                <a:latin typeface="Arial"/>
                <a:ea typeface="Arial"/>
                <a:cs typeface="Arial"/>
                <a:sym typeface="Arial"/>
              </a:rPr>
              <a:t>q</a:t>
            </a:r>
            <a:r>
              <a:rPr b="0" baseline="-25000" i="0" lang="en" sz="1400" u="none" cap="none" strike="noStrike">
                <a:solidFill>
                  <a:srgbClr val="E59DDC"/>
                </a:solidFill>
                <a:latin typeface="Arial"/>
                <a:ea typeface="Arial"/>
                <a:cs typeface="Arial"/>
                <a:sym typeface="Arial"/>
              </a:rPr>
              <a:t>1</a:t>
            </a:r>
            <a:endParaRPr b="0" i="0" sz="1400" u="none" cap="none" strike="noStrike">
              <a:solidFill>
                <a:srgbClr val="E59DDC"/>
              </a:solidFill>
              <a:latin typeface="Arial"/>
              <a:ea typeface="Arial"/>
              <a:cs typeface="Arial"/>
              <a:sym typeface="Arial"/>
            </a:endParaRPr>
          </a:p>
        </p:txBody>
      </p:sp>
      <p:sp>
        <p:nvSpPr>
          <p:cNvPr id="771" name="Google Shape;771;p33"/>
          <p:cNvSpPr txBox="1"/>
          <p:nvPr/>
        </p:nvSpPr>
        <p:spPr>
          <a:xfrm>
            <a:off x="611584" y="1303021"/>
            <a:ext cx="297300"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BC86"/>
                </a:solidFill>
                <a:latin typeface="Arial"/>
                <a:ea typeface="Arial"/>
                <a:cs typeface="Arial"/>
                <a:sym typeface="Arial"/>
              </a:rPr>
              <a:t>k</a:t>
            </a:r>
            <a:r>
              <a:rPr b="0" baseline="-25000" i="0" lang="en" sz="1400" u="none" cap="none" strike="noStrike">
                <a:solidFill>
                  <a:srgbClr val="FFBC86"/>
                </a:solidFill>
                <a:latin typeface="Arial"/>
                <a:ea typeface="Arial"/>
                <a:cs typeface="Arial"/>
                <a:sym typeface="Arial"/>
              </a:rPr>
              <a:t>1</a:t>
            </a:r>
            <a:endParaRPr b="0" i="0" sz="1400" u="none" cap="none" strike="noStrike">
              <a:solidFill>
                <a:srgbClr val="FFBC86"/>
              </a:solidFill>
              <a:latin typeface="Arial"/>
              <a:ea typeface="Arial"/>
              <a:cs typeface="Arial"/>
              <a:sym typeface="Arial"/>
            </a:endParaRPr>
          </a:p>
        </p:txBody>
      </p:sp>
      <p:sp>
        <p:nvSpPr>
          <p:cNvPr id="772" name="Google Shape;772;p33"/>
          <p:cNvSpPr txBox="1"/>
          <p:nvPr/>
        </p:nvSpPr>
        <p:spPr>
          <a:xfrm>
            <a:off x="715610" y="1178328"/>
            <a:ext cx="297300"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43AFE2"/>
                </a:solidFill>
                <a:latin typeface="Arial"/>
                <a:ea typeface="Arial"/>
                <a:cs typeface="Arial"/>
                <a:sym typeface="Arial"/>
              </a:rPr>
              <a:t>v</a:t>
            </a:r>
            <a:r>
              <a:rPr b="0" baseline="-25000" i="0" lang="en" sz="1400" u="none" cap="none" strike="noStrike">
                <a:solidFill>
                  <a:srgbClr val="43AFE2"/>
                </a:solidFill>
                <a:latin typeface="Arial"/>
                <a:ea typeface="Arial"/>
                <a:cs typeface="Arial"/>
                <a:sym typeface="Arial"/>
              </a:rPr>
              <a:t>1</a:t>
            </a:r>
            <a:endParaRPr b="0" i="0" sz="1400" u="none" cap="none" strike="noStrike">
              <a:solidFill>
                <a:srgbClr val="43AFE2"/>
              </a:solidFill>
              <a:latin typeface="Arial"/>
              <a:ea typeface="Arial"/>
              <a:cs typeface="Arial"/>
              <a:sym typeface="Arial"/>
            </a:endParaRPr>
          </a:p>
        </p:txBody>
      </p:sp>
      <p:sp>
        <p:nvSpPr>
          <p:cNvPr id="773" name="Google Shape;773;p33"/>
          <p:cNvSpPr/>
          <p:nvPr/>
        </p:nvSpPr>
        <p:spPr>
          <a:xfrm>
            <a:off x="2993007" y="1260911"/>
            <a:ext cx="840000" cy="206400"/>
          </a:xfrm>
          <a:prstGeom prst="rect">
            <a:avLst/>
          </a:prstGeom>
          <a:solidFill>
            <a:srgbClr val="AEDFFF"/>
          </a:solidFill>
          <a:ln cap="flat" cmpd="sng" w="19050">
            <a:solidFill>
              <a:srgbClr val="A5A5A5"/>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774" name="Google Shape;774;p33"/>
          <p:cNvSpPr/>
          <p:nvPr/>
        </p:nvSpPr>
        <p:spPr>
          <a:xfrm>
            <a:off x="2888982" y="1364114"/>
            <a:ext cx="840000" cy="206400"/>
          </a:xfrm>
          <a:prstGeom prst="rect">
            <a:avLst/>
          </a:prstGeom>
          <a:solidFill>
            <a:srgbClr val="FDD349"/>
          </a:solidFill>
          <a:ln cap="flat" cmpd="sng" w="19050">
            <a:solidFill>
              <a:srgbClr val="A5A5A5"/>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775" name="Google Shape;775;p33"/>
          <p:cNvSpPr/>
          <p:nvPr/>
        </p:nvSpPr>
        <p:spPr>
          <a:xfrm>
            <a:off x="2784957" y="1467317"/>
            <a:ext cx="840000" cy="206400"/>
          </a:xfrm>
          <a:prstGeom prst="rect">
            <a:avLst/>
          </a:prstGeom>
          <a:solidFill>
            <a:schemeClr val="lt2"/>
          </a:solidFill>
          <a:ln cap="flat" cmpd="sng" w="19050">
            <a:solidFill>
              <a:srgbClr val="A5A5A5"/>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776" name="Google Shape;776;p33"/>
          <p:cNvSpPr txBox="1"/>
          <p:nvPr/>
        </p:nvSpPr>
        <p:spPr>
          <a:xfrm>
            <a:off x="2502904" y="1467317"/>
            <a:ext cx="383435" cy="284663"/>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E59DDC"/>
                </a:solidFill>
                <a:latin typeface="Arial"/>
                <a:ea typeface="Arial"/>
                <a:cs typeface="Arial"/>
                <a:sym typeface="Arial"/>
              </a:rPr>
              <a:t>q</a:t>
            </a:r>
            <a:r>
              <a:rPr b="0" baseline="-25000" i="0" lang="en" sz="1400" u="none" cap="none" strike="noStrike">
                <a:solidFill>
                  <a:srgbClr val="E59DDC"/>
                </a:solidFill>
                <a:latin typeface="Arial"/>
                <a:ea typeface="Arial"/>
                <a:cs typeface="Arial"/>
                <a:sym typeface="Arial"/>
              </a:rPr>
              <a:t>2</a:t>
            </a:r>
            <a:endParaRPr b="0" i="0" sz="1400" u="none" cap="none" strike="noStrike">
              <a:solidFill>
                <a:srgbClr val="E59DDC"/>
              </a:solidFill>
              <a:latin typeface="Arial"/>
              <a:ea typeface="Arial"/>
              <a:cs typeface="Arial"/>
              <a:sym typeface="Arial"/>
            </a:endParaRPr>
          </a:p>
        </p:txBody>
      </p:sp>
      <p:sp>
        <p:nvSpPr>
          <p:cNvPr id="777" name="Google Shape;777;p33"/>
          <p:cNvSpPr txBox="1"/>
          <p:nvPr/>
        </p:nvSpPr>
        <p:spPr>
          <a:xfrm>
            <a:off x="2553126" y="1295183"/>
            <a:ext cx="297300"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BC86"/>
                </a:solidFill>
                <a:latin typeface="Arial"/>
                <a:ea typeface="Arial"/>
                <a:cs typeface="Arial"/>
                <a:sym typeface="Arial"/>
              </a:rPr>
              <a:t>k</a:t>
            </a:r>
            <a:r>
              <a:rPr b="0" baseline="-25000" i="0" lang="en" sz="1400" u="none" cap="none" strike="noStrike">
                <a:solidFill>
                  <a:srgbClr val="FFBC86"/>
                </a:solidFill>
                <a:latin typeface="Arial"/>
                <a:ea typeface="Arial"/>
                <a:cs typeface="Arial"/>
                <a:sym typeface="Arial"/>
              </a:rPr>
              <a:t>2</a:t>
            </a:r>
            <a:endParaRPr b="0" i="0" sz="1400" u="none" cap="none" strike="noStrike">
              <a:solidFill>
                <a:srgbClr val="FFBC86"/>
              </a:solidFill>
              <a:latin typeface="Arial"/>
              <a:ea typeface="Arial"/>
              <a:cs typeface="Arial"/>
              <a:sym typeface="Arial"/>
            </a:endParaRPr>
          </a:p>
        </p:txBody>
      </p:sp>
      <p:sp>
        <p:nvSpPr>
          <p:cNvPr id="778" name="Google Shape;778;p33"/>
          <p:cNvSpPr txBox="1"/>
          <p:nvPr/>
        </p:nvSpPr>
        <p:spPr>
          <a:xfrm>
            <a:off x="2657151" y="1170490"/>
            <a:ext cx="297300"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43AFE2"/>
                </a:solidFill>
                <a:latin typeface="Arial"/>
                <a:ea typeface="Arial"/>
                <a:cs typeface="Arial"/>
                <a:sym typeface="Arial"/>
              </a:rPr>
              <a:t>v</a:t>
            </a:r>
            <a:r>
              <a:rPr b="0" baseline="-25000" i="0" lang="en" sz="1400" u="none" cap="none" strike="noStrike">
                <a:solidFill>
                  <a:srgbClr val="43AFE2"/>
                </a:solidFill>
                <a:latin typeface="Arial"/>
                <a:ea typeface="Arial"/>
                <a:cs typeface="Arial"/>
                <a:sym typeface="Arial"/>
              </a:rPr>
              <a:t>2</a:t>
            </a:r>
            <a:endParaRPr b="0" i="0" sz="1400" u="none" cap="none" strike="noStrike">
              <a:solidFill>
                <a:srgbClr val="43AFE2"/>
              </a:solidFill>
              <a:latin typeface="Arial"/>
              <a:ea typeface="Arial"/>
              <a:cs typeface="Arial"/>
              <a:sym typeface="Arial"/>
            </a:endParaRPr>
          </a:p>
        </p:txBody>
      </p:sp>
      <p:cxnSp>
        <p:nvCxnSpPr>
          <p:cNvPr id="779" name="Google Shape;779;p33"/>
          <p:cNvCxnSpPr>
            <a:stCxn id="747" idx="0"/>
          </p:cNvCxnSpPr>
          <p:nvPr/>
        </p:nvCxnSpPr>
        <p:spPr>
          <a:xfrm rot="10800000">
            <a:off x="3372655" y="3232714"/>
            <a:ext cx="0" cy="357300"/>
          </a:xfrm>
          <a:prstGeom prst="straightConnector1">
            <a:avLst/>
          </a:prstGeom>
          <a:noFill/>
          <a:ln cap="flat" cmpd="sng" w="19050">
            <a:solidFill>
              <a:srgbClr val="72C4E9"/>
            </a:solidFill>
            <a:prstDash val="solid"/>
            <a:miter lim="8000"/>
            <a:headEnd len="sm" w="sm" type="none"/>
            <a:tailEnd len="med" w="med" type="triangle"/>
          </a:ln>
        </p:spPr>
      </p:cxnSp>
      <p:cxnSp>
        <p:nvCxnSpPr>
          <p:cNvPr id="780" name="Google Shape;780;p33"/>
          <p:cNvCxnSpPr>
            <a:stCxn id="748" idx="0"/>
          </p:cNvCxnSpPr>
          <p:nvPr/>
        </p:nvCxnSpPr>
        <p:spPr>
          <a:xfrm flipH="1" rot="10800000">
            <a:off x="3268630" y="3226118"/>
            <a:ext cx="5700" cy="467100"/>
          </a:xfrm>
          <a:prstGeom prst="straightConnector1">
            <a:avLst/>
          </a:prstGeom>
          <a:noFill/>
          <a:ln cap="flat" cmpd="sng" w="19050">
            <a:solidFill>
              <a:srgbClr val="FDD349"/>
            </a:solidFill>
            <a:prstDash val="solid"/>
            <a:miter lim="80"/>
            <a:headEnd len="sm" w="sm" type="none"/>
            <a:tailEnd len="med" w="med" type="triangle"/>
          </a:ln>
        </p:spPr>
      </p:cxnSp>
      <p:cxnSp>
        <p:nvCxnSpPr>
          <p:cNvPr id="781" name="Google Shape;781;p33"/>
          <p:cNvCxnSpPr>
            <a:stCxn id="742" idx="0"/>
          </p:cNvCxnSpPr>
          <p:nvPr/>
        </p:nvCxnSpPr>
        <p:spPr>
          <a:xfrm flipH="1" rot="10800000">
            <a:off x="1327088" y="3222856"/>
            <a:ext cx="9300" cy="478200"/>
          </a:xfrm>
          <a:prstGeom prst="straightConnector1">
            <a:avLst/>
          </a:prstGeom>
          <a:noFill/>
          <a:ln cap="flat" cmpd="sng" w="19050">
            <a:solidFill>
              <a:srgbClr val="FDD349"/>
            </a:solidFill>
            <a:prstDash val="solid"/>
            <a:miter lim="80"/>
            <a:headEnd len="sm" w="sm" type="none"/>
            <a:tailEnd len="med" w="med" type="triangle"/>
          </a:ln>
        </p:spPr>
      </p:cxnSp>
      <p:cxnSp>
        <p:nvCxnSpPr>
          <p:cNvPr id="782" name="Google Shape;782;p33"/>
          <p:cNvCxnSpPr>
            <a:stCxn id="741" idx="0"/>
          </p:cNvCxnSpPr>
          <p:nvPr/>
        </p:nvCxnSpPr>
        <p:spPr>
          <a:xfrm flipH="1" rot="10800000">
            <a:off x="1431113" y="3229453"/>
            <a:ext cx="13500" cy="368400"/>
          </a:xfrm>
          <a:prstGeom prst="straightConnector1">
            <a:avLst/>
          </a:prstGeom>
          <a:noFill/>
          <a:ln cap="flat" cmpd="sng" w="19050">
            <a:solidFill>
              <a:srgbClr val="72C4E9"/>
            </a:solidFill>
            <a:prstDash val="solid"/>
            <a:miter lim="80"/>
            <a:headEnd len="sm" w="sm" type="none"/>
            <a:tailEnd len="med" w="med" type="triangle"/>
          </a:ln>
        </p:spPr>
      </p:cxnSp>
      <p:cxnSp>
        <p:nvCxnSpPr>
          <p:cNvPr id="783" name="Google Shape;783;p33"/>
          <p:cNvCxnSpPr>
            <a:stCxn id="768" idx="0"/>
          </p:cNvCxnSpPr>
          <p:nvPr/>
        </p:nvCxnSpPr>
        <p:spPr>
          <a:xfrm rot="10800000">
            <a:off x="1353941" y="943853"/>
            <a:ext cx="13500" cy="428100"/>
          </a:xfrm>
          <a:prstGeom prst="straightConnector1">
            <a:avLst/>
          </a:prstGeom>
          <a:noFill/>
          <a:ln cap="flat" cmpd="sng" w="19050">
            <a:solidFill>
              <a:srgbClr val="72C4E9"/>
            </a:solidFill>
            <a:prstDash val="solid"/>
            <a:miter lim="8000"/>
            <a:headEnd len="sm" w="sm" type="none"/>
            <a:tailEnd len="med" w="med" type="triangle"/>
          </a:ln>
        </p:spPr>
      </p:cxnSp>
      <p:sp>
        <p:nvSpPr>
          <p:cNvPr id="784" name="Google Shape;784;p33"/>
          <p:cNvSpPr/>
          <p:nvPr/>
        </p:nvSpPr>
        <p:spPr>
          <a:xfrm>
            <a:off x="4963664" y="4483637"/>
            <a:ext cx="1047900" cy="206400"/>
          </a:xfrm>
          <a:prstGeom prst="rect">
            <a:avLst/>
          </a:prstGeom>
          <a:solidFill>
            <a:srgbClr val="BDE1AF"/>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785" name="Google Shape;785;p33"/>
          <p:cNvSpPr txBox="1"/>
          <p:nvPr/>
        </p:nvSpPr>
        <p:spPr>
          <a:xfrm>
            <a:off x="4643058" y="4566150"/>
            <a:ext cx="410100"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6AA84F"/>
                </a:solidFill>
                <a:latin typeface="Arial"/>
                <a:ea typeface="Arial"/>
                <a:cs typeface="Arial"/>
                <a:sym typeface="Arial"/>
              </a:rPr>
              <a:t>a</a:t>
            </a:r>
            <a:r>
              <a:rPr b="1" baseline="-25000" i="0" lang="en" sz="1400" u="none" cap="none" strike="noStrike">
                <a:solidFill>
                  <a:srgbClr val="6AA84F"/>
                </a:solidFill>
                <a:latin typeface="Arial"/>
                <a:ea typeface="Arial"/>
                <a:cs typeface="Arial"/>
                <a:sym typeface="Arial"/>
              </a:rPr>
              <a:t>3</a:t>
            </a:r>
            <a:endParaRPr b="1" i="0" sz="1400" u="none" cap="none" strike="noStrike">
              <a:solidFill>
                <a:srgbClr val="6AA84F"/>
              </a:solidFill>
              <a:latin typeface="Arial"/>
              <a:ea typeface="Arial"/>
              <a:cs typeface="Arial"/>
              <a:sym typeface="Arial"/>
            </a:endParaRPr>
          </a:p>
        </p:txBody>
      </p:sp>
      <p:sp>
        <p:nvSpPr>
          <p:cNvPr id="786" name="Google Shape;786;p33"/>
          <p:cNvSpPr txBox="1"/>
          <p:nvPr/>
        </p:nvSpPr>
        <p:spPr>
          <a:xfrm>
            <a:off x="5225633" y="4646825"/>
            <a:ext cx="706200"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Arial"/>
                <a:ea typeface="Arial"/>
                <a:cs typeface="Arial"/>
                <a:sym typeface="Arial"/>
              </a:rPr>
              <a:t>a</a:t>
            </a:r>
            <a:endParaRPr b="0" i="0" sz="1100" u="none" cap="none" strike="noStrike">
              <a:solidFill>
                <a:srgbClr val="000000"/>
              </a:solidFill>
              <a:latin typeface="Arial"/>
              <a:ea typeface="Arial"/>
              <a:cs typeface="Arial"/>
              <a:sym typeface="Arial"/>
            </a:endParaRPr>
          </a:p>
        </p:txBody>
      </p:sp>
      <p:sp>
        <p:nvSpPr>
          <p:cNvPr id="787" name="Google Shape;787;p33"/>
          <p:cNvSpPr/>
          <p:nvPr/>
        </p:nvSpPr>
        <p:spPr>
          <a:xfrm>
            <a:off x="5195841" y="3590014"/>
            <a:ext cx="840000" cy="206400"/>
          </a:xfrm>
          <a:prstGeom prst="rect">
            <a:avLst/>
          </a:prstGeom>
          <a:solidFill>
            <a:srgbClr val="AEDFFF"/>
          </a:solidFill>
          <a:ln cap="flat" cmpd="sng" w="19050">
            <a:solidFill>
              <a:srgbClr val="A5A5A5"/>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788" name="Google Shape;788;p33"/>
          <p:cNvSpPr/>
          <p:nvPr/>
        </p:nvSpPr>
        <p:spPr>
          <a:xfrm>
            <a:off x="5091816" y="3693218"/>
            <a:ext cx="840000" cy="206400"/>
          </a:xfrm>
          <a:prstGeom prst="rect">
            <a:avLst/>
          </a:prstGeom>
          <a:solidFill>
            <a:srgbClr val="FDD349"/>
          </a:solidFill>
          <a:ln cap="flat" cmpd="sng" w="19050">
            <a:solidFill>
              <a:srgbClr val="A5A5A5"/>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789" name="Google Shape;789;p33"/>
          <p:cNvSpPr/>
          <p:nvPr/>
        </p:nvSpPr>
        <p:spPr>
          <a:xfrm>
            <a:off x="4987791" y="3796421"/>
            <a:ext cx="840000" cy="206400"/>
          </a:xfrm>
          <a:prstGeom prst="rect">
            <a:avLst/>
          </a:prstGeom>
          <a:solidFill>
            <a:srgbClr val="EDD6F0"/>
          </a:solidFill>
          <a:ln cap="flat" cmpd="sng" w="19050">
            <a:solidFill>
              <a:srgbClr val="A5A5A5"/>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790" name="Google Shape;790;p33"/>
          <p:cNvSpPr txBox="1"/>
          <p:nvPr/>
        </p:nvSpPr>
        <p:spPr>
          <a:xfrm>
            <a:off x="4705738" y="3796421"/>
            <a:ext cx="343749"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E59DDC"/>
                </a:solidFill>
                <a:latin typeface="Arial"/>
                <a:ea typeface="Arial"/>
                <a:cs typeface="Arial"/>
                <a:sym typeface="Arial"/>
              </a:rPr>
              <a:t>q</a:t>
            </a:r>
            <a:r>
              <a:rPr b="0" baseline="-25000" i="0" lang="en" sz="1400" u="none" cap="none" strike="noStrike">
                <a:solidFill>
                  <a:srgbClr val="E59DDC"/>
                </a:solidFill>
                <a:latin typeface="Arial"/>
                <a:ea typeface="Arial"/>
                <a:cs typeface="Arial"/>
                <a:sym typeface="Arial"/>
              </a:rPr>
              <a:t>3</a:t>
            </a:r>
            <a:endParaRPr b="0" i="0" sz="1400" u="none" cap="none" strike="noStrike">
              <a:solidFill>
                <a:srgbClr val="E59DDC"/>
              </a:solidFill>
              <a:latin typeface="Arial"/>
              <a:ea typeface="Arial"/>
              <a:cs typeface="Arial"/>
              <a:sym typeface="Arial"/>
            </a:endParaRPr>
          </a:p>
        </p:txBody>
      </p:sp>
      <p:sp>
        <p:nvSpPr>
          <p:cNvPr id="791" name="Google Shape;791;p33"/>
          <p:cNvSpPr txBox="1"/>
          <p:nvPr/>
        </p:nvSpPr>
        <p:spPr>
          <a:xfrm>
            <a:off x="4755960" y="3624286"/>
            <a:ext cx="297300"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BC86"/>
                </a:solidFill>
                <a:latin typeface="Arial"/>
                <a:ea typeface="Arial"/>
                <a:cs typeface="Arial"/>
                <a:sym typeface="Arial"/>
              </a:rPr>
              <a:t>k</a:t>
            </a:r>
            <a:r>
              <a:rPr b="0" baseline="-25000" i="0" lang="en" sz="1400" u="none" cap="none" strike="noStrike">
                <a:solidFill>
                  <a:srgbClr val="FFBC86"/>
                </a:solidFill>
                <a:latin typeface="Arial"/>
                <a:ea typeface="Arial"/>
                <a:cs typeface="Arial"/>
                <a:sym typeface="Arial"/>
              </a:rPr>
              <a:t>3</a:t>
            </a:r>
            <a:endParaRPr b="0" i="0" sz="1400" u="none" cap="none" strike="noStrike">
              <a:solidFill>
                <a:srgbClr val="FFBC86"/>
              </a:solidFill>
              <a:latin typeface="Arial"/>
              <a:ea typeface="Arial"/>
              <a:cs typeface="Arial"/>
              <a:sym typeface="Arial"/>
            </a:endParaRPr>
          </a:p>
        </p:txBody>
      </p:sp>
      <p:sp>
        <p:nvSpPr>
          <p:cNvPr id="792" name="Google Shape;792;p33"/>
          <p:cNvSpPr txBox="1"/>
          <p:nvPr/>
        </p:nvSpPr>
        <p:spPr>
          <a:xfrm>
            <a:off x="4859985" y="3499593"/>
            <a:ext cx="297300"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43AFE2"/>
                </a:solidFill>
                <a:latin typeface="Arial"/>
                <a:ea typeface="Arial"/>
                <a:cs typeface="Arial"/>
                <a:sym typeface="Arial"/>
              </a:rPr>
              <a:t>v</a:t>
            </a:r>
            <a:r>
              <a:rPr b="0" baseline="-25000" i="0" lang="en" sz="1400" u="none" cap="none" strike="noStrike">
                <a:solidFill>
                  <a:srgbClr val="43AFE2"/>
                </a:solidFill>
                <a:latin typeface="Arial"/>
                <a:ea typeface="Arial"/>
                <a:cs typeface="Arial"/>
                <a:sym typeface="Arial"/>
              </a:rPr>
              <a:t>3</a:t>
            </a:r>
            <a:endParaRPr b="0" i="0" sz="1400" u="none" cap="none" strike="noStrike">
              <a:solidFill>
                <a:srgbClr val="43AFE2"/>
              </a:solidFill>
              <a:latin typeface="Arial"/>
              <a:ea typeface="Arial"/>
              <a:cs typeface="Arial"/>
              <a:sym typeface="Arial"/>
            </a:endParaRPr>
          </a:p>
        </p:txBody>
      </p:sp>
      <p:sp>
        <p:nvSpPr>
          <p:cNvPr id="793" name="Google Shape;793;p33"/>
          <p:cNvSpPr/>
          <p:nvPr/>
        </p:nvSpPr>
        <p:spPr>
          <a:xfrm>
            <a:off x="4883839" y="2247020"/>
            <a:ext cx="1047900" cy="206400"/>
          </a:xfrm>
          <a:prstGeom prst="rect">
            <a:avLst/>
          </a:prstGeom>
          <a:solidFill>
            <a:srgbClr val="BDE1AF"/>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794" name="Google Shape;794;p33"/>
          <p:cNvSpPr txBox="1"/>
          <p:nvPr/>
        </p:nvSpPr>
        <p:spPr>
          <a:xfrm>
            <a:off x="4643058" y="2303000"/>
            <a:ext cx="410100"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6AA84F"/>
                </a:solidFill>
                <a:latin typeface="Arial"/>
                <a:ea typeface="Arial"/>
                <a:cs typeface="Arial"/>
                <a:sym typeface="Arial"/>
              </a:rPr>
              <a:t>b</a:t>
            </a:r>
            <a:r>
              <a:rPr b="1" baseline="-25000" i="0" lang="en" sz="1400" u="none" cap="none" strike="noStrike">
                <a:solidFill>
                  <a:srgbClr val="6AA84F"/>
                </a:solidFill>
                <a:latin typeface="Arial"/>
                <a:ea typeface="Arial"/>
                <a:cs typeface="Arial"/>
                <a:sym typeface="Arial"/>
              </a:rPr>
              <a:t>3</a:t>
            </a:r>
            <a:endParaRPr b="1" i="0" sz="1400" u="none" cap="none" strike="noStrike">
              <a:solidFill>
                <a:srgbClr val="6AA84F"/>
              </a:solidFill>
              <a:latin typeface="Arial"/>
              <a:ea typeface="Arial"/>
              <a:cs typeface="Arial"/>
              <a:sym typeface="Arial"/>
            </a:endParaRPr>
          </a:p>
        </p:txBody>
      </p:sp>
      <p:cxnSp>
        <p:nvCxnSpPr>
          <p:cNvPr id="795" name="Google Shape;795;p33"/>
          <p:cNvCxnSpPr>
            <a:stCxn id="789" idx="0"/>
          </p:cNvCxnSpPr>
          <p:nvPr/>
        </p:nvCxnSpPr>
        <p:spPr>
          <a:xfrm rot="10800000">
            <a:off x="5404191" y="3218321"/>
            <a:ext cx="3600" cy="578100"/>
          </a:xfrm>
          <a:prstGeom prst="straightConnector1">
            <a:avLst/>
          </a:prstGeom>
          <a:noFill/>
          <a:ln cap="flat" cmpd="sng" w="19050">
            <a:solidFill>
              <a:srgbClr val="E59DDC"/>
            </a:solidFill>
            <a:prstDash val="solid"/>
            <a:miter lim="8000"/>
            <a:headEnd len="sm" w="sm" type="none"/>
            <a:tailEnd len="med" w="med" type="triangle"/>
          </a:ln>
        </p:spPr>
      </p:cxnSp>
      <p:cxnSp>
        <p:nvCxnSpPr>
          <p:cNvPr id="796" name="Google Shape;796;p33"/>
          <p:cNvCxnSpPr/>
          <p:nvPr/>
        </p:nvCxnSpPr>
        <p:spPr>
          <a:xfrm rot="10800000">
            <a:off x="5395064" y="2564722"/>
            <a:ext cx="0" cy="529200"/>
          </a:xfrm>
          <a:prstGeom prst="straightConnector1">
            <a:avLst/>
          </a:prstGeom>
          <a:noFill/>
          <a:ln cap="flat" cmpd="sng" w="19050">
            <a:solidFill>
              <a:schemeClr val="accent1"/>
            </a:solidFill>
            <a:prstDash val="dash"/>
            <a:miter lim="8000"/>
            <a:headEnd len="sm" w="sm" type="none"/>
            <a:tailEnd len="med" w="med" type="triangle"/>
          </a:ln>
        </p:spPr>
      </p:cxnSp>
      <p:cxnSp>
        <p:nvCxnSpPr>
          <p:cNvPr id="797" name="Google Shape;797;p33"/>
          <p:cNvCxnSpPr>
            <a:stCxn id="787" idx="0"/>
          </p:cNvCxnSpPr>
          <p:nvPr/>
        </p:nvCxnSpPr>
        <p:spPr>
          <a:xfrm rot="10800000">
            <a:off x="5615841" y="3232714"/>
            <a:ext cx="0" cy="357300"/>
          </a:xfrm>
          <a:prstGeom prst="straightConnector1">
            <a:avLst/>
          </a:prstGeom>
          <a:noFill/>
          <a:ln cap="flat" cmpd="sng" w="19050">
            <a:solidFill>
              <a:srgbClr val="72C4E9"/>
            </a:solidFill>
            <a:prstDash val="solid"/>
            <a:miter lim="8000"/>
            <a:headEnd len="sm" w="sm" type="none"/>
            <a:tailEnd len="med" w="med" type="triangle"/>
          </a:ln>
        </p:spPr>
      </p:cxnSp>
      <p:cxnSp>
        <p:nvCxnSpPr>
          <p:cNvPr id="798" name="Google Shape;798;p33"/>
          <p:cNvCxnSpPr>
            <a:stCxn id="788" idx="0"/>
          </p:cNvCxnSpPr>
          <p:nvPr/>
        </p:nvCxnSpPr>
        <p:spPr>
          <a:xfrm flipH="1" rot="10800000">
            <a:off x="5511816" y="3226118"/>
            <a:ext cx="5700" cy="467100"/>
          </a:xfrm>
          <a:prstGeom prst="straightConnector1">
            <a:avLst/>
          </a:prstGeom>
          <a:noFill/>
          <a:ln cap="flat" cmpd="sng" w="19050">
            <a:solidFill>
              <a:srgbClr val="FDD349"/>
            </a:solidFill>
            <a:prstDash val="solid"/>
            <a:miter lim="80"/>
            <a:headEnd len="sm" w="sm" type="none"/>
            <a:tailEnd len="med" w="med" type="triangle"/>
          </a:ln>
        </p:spPr>
      </p:cxnSp>
      <p:sp>
        <p:nvSpPr>
          <p:cNvPr id="760" name="Google Shape;760;p33"/>
          <p:cNvSpPr txBox="1"/>
          <p:nvPr/>
        </p:nvSpPr>
        <p:spPr>
          <a:xfrm>
            <a:off x="5049565" y="2985398"/>
            <a:ext cx="869700" cy="276900"/>
          </a:xfrm>
          <a:prstGeom prst="rect">
            <a:avLst/>
          </a:prstGeom>
          <a:blipFill rotWithShape="1">
            <a:blip r:embed="rId5">
              <a:alphaModFix/>
            </a:blip>
            <a:stretch>
              <a:fillRect b="-26657" l="-4348" r="0" t="-6666"/>
            </a:stretch>
          </a:blip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 </a:t>
            </a:r>
            <a:endParaRPr b="0" i="0" sz="1100" u="none" cap="none" strike="noStrike">
              <a:solidFill>
                <a:srgbClr val="000000"/>
              </a:solidFill>
              <a:latin typeface="Arial"/>
              <a:ea typeface="Arial"/>
              <a:cs typeface="Arial"/>
              <a:sym typeface="Arial"/>
            </a:endParaRPr>
          </a:p>
        </p:txBody>
      </p:sp>
      <p:cxnSp>
        <p:nvCxnSpPr>
          <p:cNvPr id="799" name="Google Shape;799;p33"/>
          <p:cNvCxnSpPr/>
          <p:nvPr/>
        </p:nvCxnSpPr>
        <p:spPr>
          <a:xfrm rot="10800000">
            <a:off x="5408540" y="810061"/>
            <a:ext cx="25800" cy="1061100"/>
          </a:xfrm>
          <a:prstGeom prst="straightConnector1">
            <a:avLst/>
          </a:prstGeom>
          <a:noFill/>
          <a:ln cap="flat" cmpd="sng" w="19050">
            <a:solidFill>
              <a:schemeClr val="accent1"/>
            </a:solidFill>
            <a:prstDash val="dash"/>
            <a:miter lim="8000"/>
            <a:headEnd len="sm" w="sm" type="none"/>
            <a:tailEnd len="med" w="med" type="triangle"/>
          </a:ln>
        </p:spPr>
      </p:cxnSp>
      <p:sp>
        <p:nvSpPr>
          <p:cNvPr id="800" name="Google Shape;800;p33"/>
          <p:cNvSpPr/>
          <p:nvPr/>
        </p:nvSpPr>
        <p:spPr>
          <a:xfrm>
            <a:off x="5295029" y="1301655"/>
            <a:ext cx="840000" cy="206400"/>
          </a:xfrm>
          <a:prstGeom prst="rect">
            <a:avLst/>
          </a:prstGeom>
          <a:solidFill>
            <a:srgbClr val="AEDFFF"/>
          </a:solidFill>
          <a:ln cap="flat" cmpd="sng" w="19050">
            <a:solidFill>
              <a:srgbClr val="A5A5A5"/>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801" name="Google Shape;801;p33"/>
          <p:cNvSpPr/>
          <p:nvPr/>
        </p:nvSpPr>
        <p:spPr>
          <a:xfrm>
            <a:off x="5191004" y="1404858"/>
            <a:ext cx="840000" cy="206400"/>
          </a:xfrm>
          <a:prstGeom prst="rect">
            <a:avLst/>
          </a:prstGeom>
          <a:solidFill>
            <a:srgbClr val="FDD349"/>
          </a:solidFill>
          <a:ln cap="flat" cmpd="sng" w="19050">
            <a:solidFill>
              <a:srgbClr val="A5A5A5"/>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802" name="Google Shape;802;p33"/>
          <p:cNvSpPr/>
          <p:nvPr/>
        </p:nvSpPr>
        <p:spPr>
          <a:xfrm>
            <a:off x="5086979" y="1508061"/>
            <a:ext cx="840000" cy="206400"/>
          </a:xfrm>
          <a:prstGeom prst="rect">
            <a:avLst/>
          </a:prstGeom>
          <a:solidFill>
            <a:srgbClr val="EDD6F0"/>
          </a:solidFill>
          <a:ln cap="flat" cmpd="sng" w="19050">
            <a:solidFill>
              <a:srgbClr val="A5A5A5"/>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803" name="Google Shape;803;p33"/>
          <p:cNvSpPr txBox="1"/>
          <p:nvPr/>
        </p:nvSpPr>
        <p:spPr>
          <a:xfrm>
            <a:off x="4804927" y="1508061"/>
            <a:ext cx="341220"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E59DDC"/>
                </a:solidFill>
                <a:latin typeface="Arial"/>
                <a:ea typeface="Arial"/>
                <a:cs typeface="Arial"/>
                <a:sym typeface="Arial"/>
              </a:rPr>
              <a:t>q</a:t>
            </a:r>
            <a:r>
              <a:rPr b="0" baseline="-25000" i="0" lang="en" sz="1400" u="none" cap="none" strike="noStrike">
                <a:solidFill>
                  <a:srgbClr val="E59DDC"/>
                </a:solidFill>
                <a:latin typeface="Arial"/>
                <a:ea typeface="Arial"/>
                <a:cs typeface="Arial"/>
                <a:sym typeface="Arial"/>
              </a:rPr>
              <a:t>3</a:t>
            </a:r>
            <a:endParaRPr b="0" i="0" sz="1400" u="none" cap="none" strike="noStrike">
              <a:solidFill>
                <a:srgbClr val="E59DDC"/>
              </a:solidFill>
              <a:latin typeface="Arial"/>
              <a:ea typeface="Arial"/>
              <a:cs typeface="Arial"/>
              <a:sym typeface="Arial"/>
            </a:endParaRPr>
          </a:p>
        </p:txBody>
      </p:sp>
      <p:sp>
        <p:nvSpPr>
          <p:cNvPr id="804" name="Google Shape;804;p33"/>
          <p:cNvSpPr txBox="1"/>
          <p:nvPr/>
        </p:nvSpPr>
        <p:spPr>
          <a:xfrm>
            <a:off x="4855148" y="1335926"/>
            <a:ext cx="297300"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BC86"/>
                </a:solidFill>
                <a:latin typeface="Arial"/>
                <a:ea typeface="Arial"/>
                <a:cs typeface="Arial"/>
                <a:sym typeface="Arial"/>
              </a:rPr>
              <a:t>k</a:t>
            </a:r>
            <a:r>
              <a:rPr b="0" baseline="-25000" i="0" lang="en" sz="1400" u="none" cap="none" strike="noStrike">
                <a:solidFill>
                  <a:srgbClr val="FFBC86"/>
                </a:solidFill>
                <a:latin typeface="Arial"/>
                <a:ea typeface="Arial"/>
                <a:cs typeface="Arial"/>
                <a:sym typeface="Arial"/>
              </a:rPr>
              <a:t>3</a:t>
            </a:r>
            <a:endParaRPr b="0" i="0" sz="1400" u="none" cap="none" strike="noStrike">
              <a:solidFill>
                <a:srgbClr val="FFBC86"/>
              </a:solidFill>
              <a:latin typeface="Arial"/>
              <a:ea typeface="Arial"/>
              <a:cs typeface="Arial"/>
              <a:sym typeface="Arial"/>
            </a:endParaRPr>
          </a:p>
        </p:txBody>
      </p:sp>
      <p:sp>
        <p:nvSpPr>
          <p:cNvPr id="805" name="Google Shape;805;p33"/>
          <p:cNvSpPr txBox="1"/>
          <p:nvPr/>
        </p:nvSpPr>
        <p:spPr>
          <a:xfrm>
            <a:off x="4959173" y="1211233"/>
            <a:ext cx="297300"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43AFE2"/>
                </a:solidFill>
                <a:latin typeface="Arial"/>
                <a:ea typeface="Arial"/>
                <a:cs typeface="Arial"/>
                <a:sym typeface="Arial"/>
              </a:rPr>
              <a:t>v</a:t>
            </a:r>
            <a:r>
              <a:rPr b="0" baseline="-25000" i="0" lang="en" sz="1400" u="none" cap="none" strike="noStrike">
                <a:solidFill>
                  <a:srgbClr val="43AFE2"/>
                </a:solidFill>
                <a:latin typeface="Arial"/>
                <a:ea typeface="Arial"/>
                <a:cs typeface="Arial"/>
                <a:sym typeface="Arial"/>
              </a:rPr>
              <a:t>3</a:t>
            </a:r>
            <a:endParaRPr b="0" i="0" sz="1400" u="none" cap="none" strike="noStrike">
              <a:solidFill>
                <a:srgbClr val="43AFE2"/>
              </a:solidFill>
              <a:latin typeface="Arial"/>
              <a:ea typeface="Arial"/>
              <a:cs typeface="Arial"/>
              <a:sym typeface="Arial"/>
            </a:endParaRPr>
          </a:p>
        </p:txBody>
      </p:sp>
      <p:sp>
        <p:nvSpPr>
          <p:cNvPr id="806" name="Google Shape;806;p33"/>
          <p:cNvSpPr txBox="1"/>
          <p:nvPr/>
        </p:nvSpPr>
        <p:spPr>
          <a:xfrm>
            <a:off x="4592935" y="254818"/>
            <a:ext cx="410100"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6AA84F"/>
                </a:solidFill>
                <a:latin typeface="Arial"/>
                <a:ea typeface="Arial"/>
                <a:cs typeface="Arial"/>
                <a:sym typeface="Arial"/>
              </a:rPr>
              <a:t>c</a:t>
            </a:r>
            <a:r>
              <a:rPr b="1" baseline="-25000" i="0" lang="en" sz="1400" u="none" cap="none" strike="noStrike">
                <a:solidFill>
                  <a:srgbClr val="6AA84F"/>
                </a:solidFill>
                <a:latin typeface="Arial"/>
                <a:ea typeface="Arial"/>
                <a:cs typeface="Arial"/>
                <a:sym typeface="Arial"/>
              </a:rPr>
              <a:t>3</a:t>
            </a:r>
            <a:endParaRPr b="1" i="0" sz="1400" u="none" cap="none" strike="noStrike">
              <a:solidFill>
                <a:srgbClr val="6AA84F"/>
              </a:solidFill>
              <a:latin typeface="Arial"/>
              <a:ea typeface="Arial"/>
              <a:cs typeface="Arial"/>
              <a:sym typeface="Arial"/>
            </a:endParaRPr>
          </a:p>
        </p:txBody>
      </p:sp>
      <p:cxnSp>
        <p:nvCxnSpPr>
          <p:cNvPr id="807" name="Google Shape;807;p33"/>
          <p:cNvCxnSpPr>
            <a:stCxn id="748" idx="0"/>
            <a:endCxn id="760" idx="2"/>
          </p:cNvCxnSpPr>
          <p:nvPr/>
        </p:nvCxnSpPr>
        <p:spPr>
          <a:xfrm flipH="1" rot="10800000">
            <a:off x="3268630" y="3262418"/>
            <a:ext cx="2215800" cy="430800"/>
          </a:xfrm>
          <a:prstGeom prst="straightConnector1">
            <a:avLst/>
          </a:prstGeom>
          <a:noFill/>
          <a:ln cap="flat" cmpd="sng" w="19050">
            <a:solidFill>
              <a:srgbClr val="FF0000"/>
            </a:solidFill>
            <a:prstDash val="solid"/>
            <a:miter lim="8000"/>
            <a:headEnd len="sm" w="sm" type="none"/>
            <a:tailEnd len="med" w="med" type="triangle"/>
          </a:ln>
        </p:spPr>
      </p:cxnSp>
      <p:cxnSp>
        <p:nvCxnSpPr>
          <p:cNvPr id="808" name="Google Shape;808;p33"/>
          <p:cNvCxnSpPr>
            <a:stCxn id="768" idx="0"/>
          </p:cNvCxnSpPr>
          <p:nvPr/>
        </p:nvCxnSpPr>
        <p:spPr>
          <a:xfrm flipH="1" rot="10800000">
            <a:off x="1367441" y="875753"/>
            <a:ext cx="3655500" cy="496200"/>
          </a:xfrm>
          <a:prstGeom prst="straightConnector1">
            <a:avLst/>
          </a:prstGeom>
          <a:noFill/>
          <a:ln cap="flat" cmpd="sng" w="19050">
            <a:solidFill>
              <a:srgbClr val="FF0000"/>
            </a:solidFill>
            <a:prstDash val="solid"/>
            <a:miter lim="8000"/>
            <a:headEnd len="sm" w="sm" type="none"/>
            <a:tailEnd len="med" w="med" type="triangle"/>
          </a:ln>
        </p:spPr>
      </p:cxnSp>
      <p:sp>
        <p:nvSpPr>
          <p:cNvPr id="809" name="Google Shape;809;p33"/>
          <p:cNvSpPr txBox="1"/>
          <p:nvPr/>
        </p:nvSpPr>
        <p:spPr>
          <a:xfrm>
            <a:off x="4986590" y="569173"/>
            <a:ext cx="869700" cy="276900"/>
          </a:xfrm>
          <a:prstGeom prst="rect">
            <a:avLst/>
          </a:prstGeom>
          <a:blipFill rotWithShape="1">
            <a:blip r:embed="rId5">
              <a:alphaModFix/>
            </a:blip>
            <a:stretch>
              <a:fillRect b="-26657" l="-4348" r="0" t="-6666"/>
            </a:stretch>
          </a:blip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 </a:t>
            </a:r>
            <a:endParaRPr b="0" i="0" sz="1100" u="none" cap="none" strike="noStrike">
              <a:solidFill>
                <a:srgbClr val="000000"/>
              </a:solidFill>
              <a:latin typeface="Arial"/>
              <a:ea typeface="Arial"/>
              <a:cs typeface="Arial"/>
              <a:sym typeface="Arial"/>
            </a:endParaRPr>
          </a:p>
        </p:txBody>
      </p:sp>
      <p:sp>
        <p:nvSpPr>
          <p:cNvPr id="810" name="Google Shape;810;p33"/>
          <p:cNvSpPr/>
          <p:nvPr/>
        </p:nvSpPr>
        <p:spPr>
          <a:xfrm>
            <a:off x="4897489" y="333132"/>
            <a:ext cx="1047900" cy="206400"/>
          </a:xfrm>
          <a:prstGeom prst="rect">
            <a:avLst/>
          </a:prstGeom>
          <a:solidFill>
            <a:srgbClr val="BDE1AF"/>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cxnSp>
        <p:nvCxnSpPr>
          <p:cNvPr id="811" name="Google Shape;811;p33"/>
          <p:cNvCxnSpPr>
            <a:stCxn id="774" idx="0"/>
          </p:cNvCxnSpPr>
          <p:nvPr/>
        </p:nvCxnSpPr>
        <p:spPr>
          <a:xfrm flipH="1" rot="10800000">
            <a:off x="3308982" y="979514"/>
            <a:ext cx="1921800" cy="384600"/>
          </a:xfrm>
          <a:prstGeom prst="straightConnector1">
            <a:avLst/>
          </a:prstGeom>
          <a:noFill/>
          <a:ln cap="flat" cmpd="sng" w="19050">
            <a:solidFill>
              <a:srgbClr val="FF0000"/>
            </a:solidFill>
            <a:prstDash val="solid"/>
            <a:miter lim="8000"/>
            <a:headEnd len="sm" w="sm" type="none"/>
            <a:tailEnd len="med" w="med" type="triangle"/>
          </a:ln>
        </p:spPr>
      </p:cxnSp>
      <p:sp>
        <p:nvSpPr>
          <p:cNvPr id="812" name="Google Shape;812;p33"/>
          <p:cNvSpPr/>
          <p:nvPr/>
        </p:nvSpPr>
        <p:spPr>
          <a:xfrm>
            <a:off x="917488" y="3689118"/>
            <a:ext cx="840000" cy="206400"/>
          </a:xfrm>
          <a:prstGeom prst="rect">
            <a:avLst/>
          </a:prstGeom>
          <a:solidFill>
            <a:srgbClr val="CC0000"/>
          </a:solidFill>
          <a:ln cap="flat" cmpd="sng" w="19050">
            <a:solidFill>
              <a:srgbClr val="A5A5A5"/>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813" name="Google Shape;813;p33"/>
          <p:cNvSpPr/>
          <p:nvPr/>
        </p:nvSpPr>
        <p:spPr>
          <a:xfrm>
            <a:off x="1011113" y="3590028"/>
            <a:ext cx="840000" cy="206400"/>
          </a:xfrm>
          <a:prstGeom prst="rect">
            <a:avLst/>
          </a:prstGeom>
          <a:solidFill>
            <a:srgbClr val="CC0000"/>
          </a:solidFill>
          <a:ln cap="flat" cmpd="sng" w="19050">
            <a:solidFill>
              <a:srgbClr val="A5A5A5"/>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814" name="Google Shape;814;p33"/>
          <p:cNvSpPr/>
          <p:nvPr/>
        </p:nvSpPr>
        <p:spPr>
          <a:xfrm>
            <a:off x="922788" y="1364118"/>
            <a:ext cx="840000" cy="206400"/>
          </a:xfrm>
          <a:prstGeom prst="rect">
            <a:avLst/>
          </a:prstGeom>
          <a:solidFill>
            <a:srgbClr val="CC0000"/>
          </a:solidFill>
          <a:ln cap="flat" cmpd="sng" w="19050">
            <a:solidFill>
              <a:srgbClr val="A5A5A5"/>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815" name="Google Shape;815;p33"/>
          <p:cNvSpPr/>
          <p:nvPr/>
        </p:nvSpPr>
        <p:spPr>
          <a:xfrm>
            <a:off x="1026813" y="1268753"/>
            <a:ext cx="840000" cy="206400"/>
          </a:xfrm>
          <a:prstGeom prst="rect">
            <a:avLst/>
          </a:prstGeom>
          <a:solidFill>
            <a:srgbClr val="CC0000"/>
          </a:solidFill>
          <a:ln cap="flat" cmpd="sng" w="19050">
            <a:solidFill>
              <a:srgbClr val="A5A5A5"/>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816" name="Google Shape;816;p33"/>
          <p:cNvSpPr/>
          <p:nvPr/>
        </p:nvSpPr>
        <p:spPr>
          <a:xfrm>
            <a:off x="2858426" y="3685581"/>
            <a:ext cx="840000" cy="206400"/>
          </a:xfrm>
          <a:prstGeom prst="rect">
            <a:avLst/>
          </a:prstGeom>
          <a:solidFill>
            <a:srgbClr val="CC0000"/>
          </a:solidFill>
          <a:ln cap="flat" cmpd="sng" w="19050">
            <a:solidFill>
              <a:srgbClr val="A5A5A5"/>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817" name="Google Shape;817;p33"/>
          <p:cNvSpPr/>
          <p:nvPr/>
        </p:nvSpPr>
        <p:spPr>
          <a:xfrm>
            <a:off x="2935538" y="3590015"/>
            <a:ext cx="840000" cy="206400"/>
          </a:xfrm>
          <a:prstGeom prst="rect">
            <a:avLst/>
          </a:prstGeom>
          <a:solidFill>
            <a:srgbClr val="CC0000"/>
          </a:solidFill>
          <a:ln cap="flat" cmpd="sng" w="19050">
            <a:solidFill>
              <a:srgbClr val="A5A5A5"/>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818" name="Google Shape;818;p33"/>
          <p:cNvSpPr/>
          <p:nvPr/>
        </p:nvSpPr>
        <p:spPr>
          <a:xfrm>
            <a:off x="3005313" y="1254678"/>
            <a:ext cx="840000" cy="206400"/>
          </a:xfrm>
          <a:prstGeom prst="rect">
            <a:avLst/>
          </a:prstGeom>
          <a:solidFill>
            <a:srgbClr val="CC0000"/>
          </a:solidFill>
          <a:ln cap="flat" cmpd="sng" w="19050">
            <a:solidFill>
              <a:srgbClr val="A5A5A5"/>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819" name="Google Shape;819;p33"/>
          <p:cNvSpPr/>
          <p:nvPr/>
        </p:nvSpPr>
        <p:spPr>
          <a:xfrm>
            <a:off x="2876176" y="1364118"/>
            <a:ext cx="840000" cy="206400"/>
          </a:xfrm>
          <a:prstGeom prst="rect">
            <a:avLst/>
          </a:prstGeom>
          <a:solidFill>
            <a:srgbClr val="CC0000"/>
          </a:solidFill>
          <a:ln cap="flat" cmpd="sng" w="19050">
            <a:solidFill>
              <a:srgbClr val="A5A5A5"/>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820" name="Google Shape;820;p33"/>
          <p:cNvSpPr/>
          <p:nvPr/>
        </p:nvSpPr>
        <p:spPr>
          <a:xfrm>
            <a:off x="5200838" y="3590015"/>
            <a:ext cx="840000" cy="206400"/>
          </a:xfrm>
          <a:prstGeom prst="rect">
            <a:avLst/>
          </a:prstGeom>
          <a:solidFill>
            <a:srgbClr val="CC0000"/>
          </a:solidFill>
          <a:ln cap="flat" cmpd="sng" w="19050">
            <a:solidFill>
              <a:srgbClr val="A5A5A5"/>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821" name="Google Shape;821;p33"/>
          <p:cNvSpPr/>
          <p:nvPr/>
        </p:nvSpPr>
        <p:spPr>
          <a:xfrm>
            <a:off x="5095663" y="3701040"/>
            <a:ext cx="840000" cy="206400"/>
          </a:xfrm>
          <a:prstGeom prst="rect">
            <a:avLst/>
          </a:prstGeom>
          <a:solidFill>
            <a:srgbClr val="CC0000"/>
          </a:solidFill>
          <a:ln cap="flat" cmpd="sng" w="19050">
            <a:solidFill>
              <a:srgbClr val="A5A5A5"/>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822" name="Google Shape;822;p33"/>
          <p:cNvSpPr/>
          <p:nvPr/>
        </p:nvSpPr>
        <p:spPr>
          <a:xfrm>
            <a:off x="5295013" y="1290065"/>
            <a:ext cx="840000" cy="206400"/>
          </a:xfrm>
          <a:prstGeom prst="rect">
            <a:avLst/>
          </a:prstGeom>
          <a:solidFill>
            <a:srgbClr val="CC0000"/>
          </a:solidFill>
          <a:ln cap="flat" cmpd="sng" w="19050">
            <a:solidFill>
              <a:srgbClr val="A5A5A5"/>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823" name="Google Shape;823;p33"/>
          <p:cNvSpPr/>
          <p:nvPr/>
        </p:nvSpPr>
        <p:spPr>
          <a:xfrm>
            <a:off x="5207588" y="1394465"/>
            <a:ext cx="840000" cy="206400"/>
          </a:xfrm>
          <a:prstGeom prst="rect">
            <a:avLst/>
          </a:prstGeom>
          <a:solidFill>
            <a:srgbClr val="CC0000"/>
          </a:solidFill>
          <a:ln cap="flat" cmpd="sng" w="19050">
            <a:solidFill>
              <a:srgbClr val="A5A5A5"/>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824" name="Google Shape;824;p33"/>
          <p:cNvSpPr txBox="1"/>
          <p:nvPr/>
        </p:nvSpPr>
        <p:spPr>
          <a:xfrm>
            <a:off x="6852650" y="2709825"/>
            <a:ext cx="2230500" cy="1293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chemeClr val="dk1"/>
                </a:solidFill>
                <a:latin typeface="Calibri"/>
                <a:ea typeface="Calibri"/>
                <a:cs typeface="Calibri"/>
                <a:sym typeface="Calibri"/>
              </a:rPr>
              <a:t>We don’t pass entire input for every decode run, only the last token</a:t>
            </a:r>
            <a:endParaRPr b="0" i="0" sz="1800" u="none" cap="none" strike="noStrike">
              <a:solidFill>
                <a:schemeClr val="dk1"/>
              </a:solidFill>
              <a:latin typeface="Calibri"/>
              <a:ea typeface="Calibri"/>
              <a:cs typeface="Calibri"/>
              <a:sym typeface="Calibri"/>
            </a:endParaRPr>
          </a:p>
        </p:txBody>
      </p:sp>
      <p:sp>
        <p:nvSpPr>
          <p:cNvPr id="825" name="Google Shape;825;p33"/>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rm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en"/>
              <a:t>‹#›</a:t>
            </a:fld>
            <a:endParaRPr/>
          </a:p>
        </p:txBody>
      </p:sp>
      <p:sp>
        <p:nvSpPr>
          <p:cNvPr id="826" name="Google Shape;826;p33"/>
          <p:cNvSpPr/>
          <p:nvPr/>
        </p:nvSpPr>
        <p:spPr>
          <a:xfrm>
            <a:off x="2719346" y="3880237"/>
            <a:ext cx="4635611" cy="1230990"/>
          </a:xfrm>
          <a:custGeom>
            <a:rect b="b" l="l" r="r" t="t"/>
            <a:pathLst>
              <a:path extrusionOk="0" h="1230990" w="4635611">
                <a:moveTo>
                  <a:pt x="4635611" y="0"/>
                </a:moveTo>
                <a:cubicBezTo>
                  <a:pt x="3725849" y="496956"/>
                  <a:pt x="2816087" y="993913"/>
                  <a:pt x="2043485" y="1160890"/>
                </a:cubicBezTo>
                <a:cubicBezTo>
                  <a:pt x="1270883" y="1327867"/>
                  <a:pt x="635441" y="1164865"/>
                  <a:pt x="0" y="1001864"/>
                </a:cubicBezTo>
              </a:path>
            </a:pathLst>
          </a:custGeom>
          <a:noFill/>
          <a:ln cap="flat" cmpd="sng" w="25400">
            <a:solidFill>
              <a:srgbClr val="9B9B9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1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1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1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1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1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1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1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1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2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2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2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2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2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0" name="Shape 830"/>
        <p:cNvGrpSpPr/>
        <p:nvPr/>
      </p:nvGrpSpPr>
      <p:grpSpPr>
        <a:xfrm>
          <a:off x="0" y="0"/>
          <a:ext cx="0" cy="0"/>
          <a:chOff x="0" y="0"/>
          <a:chExt cx="0" cy="0"/>
        </a:xfrm>
      </p:grpSpPr>
      <p:sp>
        <p:nvSpPr>
          <p:cNvPr id="831" name="Google Shape;831;p34"/>
          <p:cNvSpPr/>
          <p:nvPr/>
        </p:nvSpPr>
        <p:spPr>
          <a:xfrm>
            <a:off x="207425" y="593200"/>
            <a:ext cx="6483600" cy="1542600"/>
          </a:xfrm>
          <a:prstGeom prst="rect">
            <a:avLst/>
          </a:prstGeom>
          <a:noFill/>
          <a:ln cap="flat" cmpd="sng" w="19050">
            <a:solidFill>
              <a:schemeClr val="accent2"/>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832" name="Google Shape;832;p34"/>
          <p:cNvSpPr/>
          <p:nvPr/>
        </p:nvSpPr>
        <p:spPr>
          <a:xfrm>
            <a:off x="803063" y="4483637"/>
            <a:ext cx="1047900" cy="206400"/>
          </a:xfrm>
          <a:prstGeom prst="rect">
            <a:avLst/>
          </a:prstGeom>
          <a:solidFill>
            <a:schemeClr val="lt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833" name="Google Shape;833;p34"/>
          <p:cNvSpPr/>
          <p:nvPr/>
        </p:nvSpPr>
        <p:spPr>
          <a:xfrm>
            <a:off x="2720478" y="4483637"/>
            <a:ext cx="1047900" cy="206400"/>
          </a:xfrm>
          <a:prstGeom prst="rect">
            <a:avLst/>
          </a:prstGeom>
          <a:solidFill>
            <a:schemeClr val="lt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834" name="Google Shape;834;p34"/>
          <p:cNvSpPr/>
          <p:nvPr/>
        </p:nvSpPr>
        <p:spPr>
          <a:xfrm>
            <a:off x="209724" y="2829300"/>
            <a:ext cx="6483600" cy="1375200"/>
          </a:xfrm>
          <a:prstGeom prst="rect">
            <a:avLst/>
          </a:prstGeom>
          <a:noFill/>
          <a:ln cap="flat" cmpd="sng" w="19050">
            <a:solidFill>
              <a:schemeClr val="accent2"/>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835" name="Google Shape;835;p34"/>
          <p:cNvSpPr txBox="1"/>
          <p:nvPr/>
        </p:nvSpPr>
        <p:spPr>
          <a:xfrm>
            <a:off x="524618" y="4582900"/>
            <a:ext cx="456600"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A5A5A5"/>
                </a:solidFill>
                <a:latin typeface="Arial"/>
                <a:ea typeface="Arial"/>
                <a:cs typeface="Arial"/>
                <a:sym typeface="Arial"/>
              </a:rPr>
              <a:t>a</a:t>
            </a:r>
            <a:r>
              <a:rPr b="1" baseline="-25000" i="0" lang="en" sz="1400" u="none" cap="none" strike="noStrike">
                <a:solidFill>
                  <a:srgbClr val="A5A5A5"/>
                </a:solidFill>
                <a:latin typeface="Arial"/>
                <a:ea typeface="Arial"/>
                <a:cs typeface="Arial"/>
                <a:sym typeface="Arial"/>
              </a:rPr>
              <a:t>1</a:t>
            </a:r>
            <a:endParaRPr b="1" i="0" sz="1400" u="none" cap="none" strike="noStrike">
              <a:solidFill>
                <a:srgbClr val="A5A5A5"/>
              </a:solidFill>
              <a:latin typeface="Arial"/>
              <a:ea typeface="Arial"/>
              <a:cs typeface="Arial"/>
              <a:sym typeface="Arial"/>
            </a:endParaRPr>
          </a:p>
        </p:txBody>
      </p:sp>
      <p:sp>
        <p:nvSpPr>
          <p:cNvPr id="836" name="Google Shape;836;p34"/>
          <p:cNvSpPr txBox="1"/>
          <p:nvPr/>
        </p:nvSpPr>
        <p:spPr>
          <a:xfrm>
            <a:off x="2399872" y="4566150"/>
            <a:ext cx="410100"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A5A5A5"/>
                </a:solidFill>
                <a:latin typeface="Arial"/>
                <a:ea typeface="Arial"/>
                <a:cs typeface="Arial"/>
                <a:sym typeface="Arial"/>
              </a:rPr>
              <a:t>a</a:t>
            </a:r>
            <a:r>
              <a:rPr b="1" baseline="-25000" i="0" lang="en" sz="1400" u="none" cap="none" strike="noStrike">
                <a:solidFill>
                  <a:srgbClr val="A5A5A5"/>
                </a:solidFill>
                <a:latin typeface="Arial"/>
                <a:ea typeface="Arial"/>
                <a:cs typeface="Arial"/>
                <a:sym typeface="Arial"/>
              </a:rPr>
              <a:t>2</a:t>
            </a:r>
            <a:endParaRPr b="1" i="0" sz="1400" u="none" cap="none" strike="noStrike">
              <a:solidFill>
                <a:srgbClr val="A5A5A5"/>
              </a:solidFill>
              <a:latin typeface="Arial"/>
              <a:ea typeface="Arial"/>
              <a:cs typeface="Arial"/>
              <a:sym typeface="Arial"/>
            </a:endParaRPr>
          </a:p>
        </p:txBody>
      </p:sp>
      <p:sp>
        <p:nvSpPr>
          <p:cNvPr id="837" name="Google Shape;837;p34"/>
          <p:cNvSpPr txBox="1"/>
          <p:nvPr/>
        </p:nvSpPr>
        <p:spPr>
          <a:xfrm>
            <a:off x="995001" y="4646825"/>
            <a:ext cx="752100"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A5A5A5"/>
                </a:solidFill>
                <a:latin typeface="Arial"/>
                <a:ea typeface="Arial"/>
                <a:cs typeface="Arial"/>
                <a:sym typeface="Arial"/>
              </a:rPr>
              <a:t>Once</a:t>
            </a:r>
            <a:endParaRPr b="0" i="0" sz="1100" u="none" cap="none" strike="noStrike">
              <a:solidFill>
                <a:srgbClr val="A5A5A5"/>
              </a:solidFill>
              <a:latin typeface="Arial"/>
              <a:ea typeface="Arial"/>
              <a:cs typeface="Arial"/>
              <a:sym typeface="Arial"/>
            </a:endParaRPr>
          </a:p>
        </p:txBody>
      </p:sp>
      <p:sp>
        <p:nvSpPr>
          <p:cNvPr id="838" name="Google Shape;838;p34"/>
          <p:cNvSpPr txBox="1"/>
          <p:nvPr/>
        </p:nvSpPr>
        <p:spPr>
          <a:xfrm>
            <a:off x="2982447" y="4646825"/>
            <a:ext cx="706200"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A5A5A5"/>
                </a:solidFill>
                <a:latin typeface="Arial"/>
                <a:ea typeface="Arial"/>
                <a:cs typeface="Arial"/>
                <a:sym typeface="Arial"/>
              </a:rPr>
              <a:t>upon</a:t>
            </a:r>
            <a:endParaRPr b="0" i="0" sz="1100" u="none" cap="none" strike="noStrike">
              <a:solidFill>
                <a:srgbClr val="A5A5A5"/>
              </a:solidFill>
              <a:latin typeface="Arial"/>
              <a:ea typeface="Arial"/>
              <a:cs typeface="Arial"/>
              <a:sym typeface="Arial"/>
            </a:endParaRPr>
          </a:p>
        </p:txBody>
      </p:sp>
      <p:sp>
        <p:nvSpPr>
          <p:cNvPr id="839" name="Google Shape;839;p34"/>
          <p:cNvSpPr/>
          <p:nvPr/>
        </p:nvSpPr>
        <p:spPr>
          <a:xfrm>
            <a:off x="1011113" y="3597853"/>
            <a:ext cx="840000" cy="206400"/>
          </a:xfrm>
          <a:prstGeom prst="rect">
            <a:avLst/>
          </a:prstGeom>
          <a:solidFill>
            <a:srgbClr val="AEDFFF"/>
          </a:solidFill>
          <a:ln cap="flat" cmpd="sng" w="19050">
            <a:solidFill>
              <a:srgbClr val="A5A5A5"/>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840" name="Google Shape;840;p34"/>
          <p:cNvSpPr/>
          <p:nvPr/>
        </p:nvSpPr>
        <p:spPr>
          <a:xfrm>
            <a:off x="907088" y="3701056"/>
            <a:ext cx="840000" cy="206400"/>
          </a:xfrm>
          <a:prstGeom prst="rect">
            <a:avLst/>
          </a:prstGeom>
          <a:solidFill>
            <a:srgbClr val="FDD349"/>
          </a:solidFill>
          <a:ln cap="flat" cmpd="sng" w="19050">
            <a:solidFill>
              <a:srgbClr val="A5A5A5"/>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841" name="Google Shape;841;p34"/>
          <p:cNvSpPr/>
          <p:nvPr/>
        </p:nvSpPr>
        <p:spPr>
          <a:xfrm>
            <a:off x="803063" y="3804259"/>
            <a:ext cx="840000" cy="206400"/>
          </a:xfrm>
          <a:prstGeom prst="rect">
            <a:avLst/>
          </a:prstGeom>
          <a:solidFill>
            <a:schemeClr val="lt2"/>
          </a:solidFill>
          <a:ln cap="flat" cmpd="sng" w="19050">
            <a:solidFill>
              <a:srgbClr val="A5A5A5"/>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842" name="Google Shape;842;p34"/>
          <p:cNvSpPr txBox="1"/>
          <p:nvPr/>
        </p:nvSpPr>
        <p:spPr>
          <a:xfrm>
            <a:off x="521011" y="3804259"/>
            <a:ext cx="359189"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E59DDC"/>
                </a:solidFill>
                <a:latin typeface="Arial"/>
                <a:ea typeface="Arial"/>
                <a:cs typeface="Arial"/>
                <a:sym typeface="Arial"/>
              </a:rPr>
              <a:t>q</a:t>
            </a:r>
            <a:r>
              <a:rPr b="0" baseline="-25000" i="0" lang="en" sz="1400" u="none" cap="none" strike="noStrike">
                <a:solidFill>
                  <a:srgbClr val="E59DDC"/>
                </a:solidFill>
                <a:latin typeface="Arial"/>
                <a:ea typeface="Arial"/>
                <a:cs typeface="Arial"/>
                <a:sym typeface="Arial"/>
              </a:rPr>
              <a:t>1</a:t>
            </a:r>
            <a:endParaRPr b="0" i="0" sz="1400" u="none" cap="none" strike="noStrike">
              <a:solidFill>
                <a:srgbClr val="E59DDC"/>
              </a:solidFill>
              <a:latin typeface="Arial"/>
              <a:ea typeface="Arial"/>
              <a:cs typeface="Arial"/>
              <a:sym typeface="Arial"/>
            </a:endParaRPr>
          </a:p>
        </p:txBody>
      </p:sp>
      <p:sp>
        <p:nvSpPr>
          <p:cNvPr id="843" name="Google Shape;843;p34"/>
          <p:cNvSpPr txBox="1"/>
          <p:nvPr/>
        </p:nvSpPr>
        <p:spPr>
          <a:xfrm>
            <a:off x="571232" y="3632124"/>
            <a:ext cx="297300"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BC86"/>
                </a:solidFill>
                <a:latin typeface="Arial"/>
                <a:ea typeface="Arial"/>
                <a:cs typeface="Arial"/>
                <a:sym typeface="Arial"/>
              </a:rPr>
              <a:t>k</a:t>
            </a:r>
            <a:r>
              <a:rPr b="0" baseline="-25000" i="0" lang="en" sz="1400" u="none" cap="none" strike="noStrike">
                <a:solidFill>
                  <a:srgbClr val="FFBC86"/>
                </a:solidFill>
                <a:latin typeface="Arial"/>
                <a:ea typeface="Arial"/>
                <a:cs typeface="Arial"/>
                <a:sym typeface="Arial"/>
              </a:rPr>
              <a:t>1</a:t>
            </a:r>
            <a:endParaRPr b="0" i="0" sz="1400" u="none" cap="none" strike="noStrike">
              <a:solidFill>
                <a:srgbClr val="FFBC86"/>
              </a:solidFill>
              <a:latin typeface="Arial"/>
              <a:ea typeface="Arial"/>
              <a:cs typeface="Arial"/>
              <a:sym typeface="Arial"/>
            </a:endParaRPr>
          </a:p>
        </p:txBody>
      </p:sp>
      <p:sp>
        <p:nvSpPr>
          <p:cNvPr id="844" name="Google Shape;844;p34"/>
          <p:cNvSpPr txBox="1"/>
          <p:nvPr/>
        </p:nvSpPr>
        <p:spPr>
          <a:xfrm>
            <a:off x="675257" y="3507431"/>
            <a:ext cx="297300"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43AFE2"/>
                </a:solidFill>
                <a:latin typeface="Arial"/>
                <a:ea typeface="Arial"/>
                <a:cs typeface="Arial"/>
                <a:sym typeface="Arial"/>
              </a:rPr>
              <a:t>v</a:t>
            </a:r>
            <a:r>
              <a:rPr b="0" baseline="-25000" i="0" lang="en" sz="1400" u="none" cap="none" strike="noStrike">
                <a:solidFill>
                  <a:srgbClr val="43AFE2"/>
                </a:solidFill>
                <a:latin typeface="Arial"/>
                <a:ea typeface="Arial"/>
                <a:cs typeface="Arial"/>
                <a:sym typeface="Arial"/>
              </a:rPr>
              <a:t>1</a:t>
            </a:r>
            <a:endParaRPr b="0" i="0" sz="1400" u="none" cap="none" strike="noStrike">
              <a:solidFill>
                <a:srgbClr val="43AFE2"/>
              </a:solidFill>
              <a:latin typeface="Arial"/>
              <a:ea typeface="Arial"/>
              <a:cs typeface="Arial"/>
              <a:sym typeface="Arial"/>
            </a:endParaRPr>
          </a:p>
        </p:txBody>
      </p:sp>
      <p:sp>
        <p:nvSpPr>
          <p:cNvPr id="845" name="Google Shape;845;p34"/>
          <p:cNvSpPr/>
          <p:nvPr/>
        </p:nvSpPr>
        <p:spPr>
          <a:xfrm>
            <a:off x="2952655" y="3590014"/>
            <a:ext cx="840000" cy="206400"/>
          </a:xfrm>
          <a:prstGeom prst="rect">
            <a:avLst/>
          </a:prstGeom>
          <a:solidFill>
            <a:srgbClr val="AEDFFF"/>
          </a:solidFill>
          <a:ln cap="flat" cmpd="sng" w="19050">
            <a:solidFill>
              <a:srgbClr val="A5A5A5"/>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846" name="Google Shape;846;p34"/>
          <p:cNvSpPr/>
          <p:nvPr/>
        </p:nvSpPr>
        <p:spPr>
          <a:xfrm>
            <a:off x="2848630" y="3693218"/>
            <a:ext cx="840000" cy="206400"/>
          </a:xfrm>
          <a:prstGeom prst="rect">
            <a:avLst/>
          </a:prstGeom>
          <a:solidFill>
            <a:srgbClr val="FDD349"/>
          </a:solidFill>
          <a:ln cap="flat" cmpd="sng" w="19050">
            <a:solidFill>
              <a:srgbClr val="A5A5A5"/>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847" name="Google Shape;847;p34"/>
          <p:cNvSpPr/>
          <p:nvPr/>
        </p:nvSpPr>
        <p:spPr>
          <a:xfrm>
            <a:off x="2744605" y="3796421"/>
            <a:ext cx="840000" cy="206400"/>
          </a:xfrm>
          <a:prstGeom prst="rect">
            <a:avLst/>
          </a:prstGeom>
          <a:solidFill>
            <a:schemeClr val="lt2"/>
          </a:solidFill>
          <a:ln cap="flat" cmpd="sng" w="19050">
            <a:solidFill>
              <a:srgbClr val="A5A5A5"/>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848" name="Google Shape;848;p34"/>
          <p:cNvSpPr txBox="1"/>
          <p:nvPr/>
        </p:nvSpPr>
        <p:spPr>
          <a:xfrm>
            <a:off x="2462552" y="3796421"/>
            <a:ext cx="386077"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E59DDC"/>
                </a:solidFill>
                <a:latin typeface="Arial"/>
                <a:ea typeface="Arial"/>
                <a:cs typeface="Arial"/>
                <a:sym typeface="Arial"/>
              </a:rPr>
              <a:t>q</a:t>
            </a:r>
            <a:r>
              <a:rPr b="0" baseline="-25000" i="0" lang="en" sz="1400" u="none" cap="none" strike="noStrike">
                <a:solidFill>
                  <a:srgbClr val="E59DDC"/>
                </a:solidFill>
                <a:latin typeface="Arial"/>
                <a:ea typeface="Arial"/>
                <a:cs typeface="Arial"/>
                <a:sym typeface="Arial"/>
              </a:rPr>
              <a:t>2</a:t>
            </a:r>
            <a:endParaRPr b="0" i="0" sz="1400" u="none" cap="none" strike="noStrike">
              <a:solidFill>
                <a:srgbClr val="E59DDC"/>
              </a:solidFill>
              <a:latin typeface="Arial"/>
              <a:ea typeface="Arial"/>
              <a:cs typeface="Arial"/>
              <a:sym typeface="Arial"/>
            </a:endParaRPr>
          </a:p>
        </p:txBody>
      </p:sp>
      <p:sp>
        <p:nvSpPr>
          <p:cNvPr id="849" name="Google Shape;849;p34"/>
          <p:cNvSpPr txBox="1"/>
          <p:nvPr/>
        </p:nvSpPr>
        <p:spPr>
          <a:xfrm>
            <a:off x="2512774" y="3624286"/>
            <a:ext cx="297300"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BC86"/>
                </a:solidFill>
                <a:latin typeface="Arial"/>
                <a:ea typeface="Arial"/>
                <a:cs typeface="Arial"/>
                <a:sym typeface="Arial"/>
              </a:rPr>
              <a:t>k</a:t>
            </a:r>
            <a:r>
              <a:rPr b="0" baseline="-25000" i="0" lang="en" sz="1400" u="none" cap="none" strike="noStrike">
                <a:solidFill>
                  <a:srgbClr val="FFBC86"/>
                </a:solidFill>
                <a:latin typeface="Arial"/>
                <a:ea typeface="Arial"/>
                <a:cs typeface="Arial"/>
                <a:sym typeface="Arial"/>
              </a:rPr>
              <a:t>2</a:t>
            </a:r>
            <a:endParaRPr b="0" i="0" sz="1400" u="none" cap="none" strike="noStrike">
              <a:solidFill>
                <a:srgbClr val="FFBC86"/>
              </a:solidFill>
              <a:latin typeface="Arial"/>
              <a:ea typeface="Arial"/>
              <a:cs typeface="Arial"/>
              <a:sym typeface="Arial"/>
            </a:endParaRPr>
          </a:p>
        </p:txBody>
      </p:sp>
      <p:sp>
        <p:nvSpPr>
          <p:cNvPr id="850" name="Google Shape;850;p34"/>
          <p:cNvSpPr txBox="1"/>
          <p:nvPr/>
        </p:nvSpPr>
        <p:spPr>
          <a:xfrm>
            <a:off x="2616799" y="3499593"/>
            <a:ext cx="297300"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43AFE2"/>
                </a:solidFill>
                <a:latin typeface="Arial"/>
                <a:ea typeface="Arial"/>
                <a:cs typeface="Arial"/>
                <a:sym typeface="Arial"/>
              </a:rPr>
              <a:t>v</a:t>
            </a:r>
            <a:r>
              <a:rPr b="0" baseline="-25000" i="0" lang="en" sz="1400" u="none" cap="none" strike="noStrike">
                <a:solidFill>
                  <a:srgbClr val="43AFE2"/>
                </a:solidFill>
                <a:latin typeface="Arial"/>
                <a:ea typeface="Arial"/>
                <a:cs typeface="Arial"/>
                <a:sym typeface="Arial"/>
              </a:rPr>
              <a:t>2</a:t>
            </a:r>
            <a:endParaRPr b="0" i="0" sz="1400" u="none" cap="none" strike="noStrike">
              <a:solidFill>
                <a:srgbClr val="43AFE2"/>
              </a:solidFill>
              <a:latin typeface="Arial"/>
              <a:ea typeface="Arial"/>
              <a:cs typeface="Arial"/>
              <a:sym typeface="Arial"/>
            </a:endParaRPr>
          </a:p>
        </p:txBody>
      </p:sp>
      <p:sp>
        <p:nvSpPr>
          <p:cNvPr id="851" name="Google Shape;851;p34"/>
          <p:cNvSpPr/>
          <p:nvPr/>
        </p:nvSpPr>
        <p:spPr>
          <a:xfrm>
            <a:off x="803063" y="2220507"/>
            <a:ext cx="1047900" cy="206400"/>
          </a:xfrm>
          <a:prstGeom prst="rect">
            <a:avLst/>
          </a:prstGeom>
          <a:solidFill>
            <a:schemeClr val="lt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852" name="Google Shape;852;p34"/>
          <p:cNvSpPr/>
          <p:nvPr/>
        </p:nvSpPr>
        <p:spPr>
          <a:xfrm>
            <a:off x="2720478" y="2220507"/>
            <a:ext cx="1047900" cy="206400"/>
          </a:xfrm>
          <a:prstGeom prst="rect">
            <a:avLst/>
          </a:prstGeom>
          <a:solidFill>
            <a:schemeClr val="lt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853" name="Google Shape;853;p34"/>
          <p:cNvSpPr txBox="1"/>
          <p:nvPr/>
        </p:nvSpPr>
        <p:spPr>
          <a:xfrm>
            <a:off x="594995" y="2340475"/>
            <a:ext cx="456600"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A5A5A5"/>
                </a:solidFill>
                <a:latin typeface="Arial"/>
                <a:ea typeface="Arial"/>
                <a:cs typeface="Arial"/>
                <a:sym typeface="Arial"/>
              </a:rPr>
              <a:t>b</a:t>
            </a:r>
            <a:r>
              <a:rPr b="1" baseline="-25000" i="0" lang="en" sz="1400" u="none" cap="none" strike="noStrike">
                <a:solidFill>
                  <a:srgbClr val="A5A5A5"/>
                </a:solidFill>
                <a:latin typeface="Arial"/>
                <a:ea typeface="Arial"/>
                <a:cs typeface="Arial"/>
                <a:sym typeface="Arial"/>
              </a:rPr>
              <a:t>1</a:t>
            </a:r>
            <a:endParaRPr b="1" i="0" sz="1400" u="none" cap="none" strike="noStrike">
              <a:solidFill>
                <a:srgbClr val="A5A5A5"/>
              </a:solidFill>
              <a:latin typeface="Arial"/>
              <a:ea typeface="Arial"/>
              <a:cs typeface="Arial"/>
              <a:sym typeface="Arial"/>
            </a:endParaRPr>
          </a:p>
        </p:txBody>
      </p:sp>
      <p:sp>
        <p:nvSpPr>
          <p:cNvPr id="854" name="Google Shape;854;p34"/>
          <p:cNvSpPr txBox="1"/>
          <p:nvPr/>
        </p:nvSpPr>
        <p:spPr>
          <a:xfrm>
            <a:off x="2399872" y="2303000"/>
            <a:ext cx="410100"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A5A5A5"/>
                </a:solidFill>
                <a:latin typeface="Arial"/>
                <a:ea typeface="Arial"/>
                <a:cs typeface="Arial"/>
                <a:sym typeface="Arial"/>
              </a:rPr>
              <a:t>b</a:t>
            </a:r>
            <a:r>
              <a:rPr b="1" baseline="-25000" i="0" lang="en" sz="1400" u="none" cap="none" strike="noStrike">
                <a:solidFill>
                  <a:srgbClr val="A5A5A5"/>
                </a:solidFill>
                <a:latin typeface="Arial"/>
                <a:ea typeface="Arial"/>
                <a:cs typeface="Arial"/>
                <a:sym typeface="Arial"/>
              </a:rPr>
              <a:t>2</a:t>
            </a:r>
            <a:endParaRPr b="1" i="0" sz="1400" u="none" cap="none" strike="noStrike">
              <a:solidFill>
                <a:srgbClr val="A5A5A5"/>
              </a:solidFill>
              <a:latin typeface="Arial"/>
              <a:ea typeface="Arial"/>
              <a:cs typeface="Arial"/>
              <a:sym typeface="Arial"/>
            </a:endParaRPr>
          </a:p>
        </p:txBody>
      </p:sp>
      <p:cxnSp>
        <p:nvCxnSpPr>
          <p:cNvPr id="855" name="Google Shape;855;p34"/>
          <p:cNvCxnSpPr>
            <a:stCxn id="847" idx="0"/>
          </p:cNvCxnSpPr>
          <p:nvPr/>
        </p:nvCxnSpPr>
        <p:spPr>
          <a:xfrm rot="10800000">
            <a:off x="3161005" y="3218321"/>
            <a:ext cx="3600" cy="578100"/>
          </a:xfrm>
          <a:prstGeom prst="straightConnector1">
            <a:avLst/>
          </a:prstGeom>
          <a:noFill/>
          <a:ln cap="flat" cmpd="sng" w="19050">
            <a:solidFill>
              <a:srgbClr val="E59DDC"/>
            </a:solidFill>
            <a:prstDash val="solid"/>
            <a:miter lim="8000"/>
            <a:headEnd len="sm" w="sm" type="none"/>
            <a:tailEnd len="med" w="med" type="triangle"/>
          </a:ln>
        </p:spPr>
      </p:cxnSp>
      <p:cxnSp>
        <p:nvCxnSpPr>
          <p:cNvPr id="856" name="Google Shape;856;p34"/>
          <p:cNvCxnSpPr/>
          <p:nvPr/>
        </p:nvCxnSpPr>
        <p:spPr>
          <a:xfrm rot="10800000">
            <a:off x="1226330" y="3210568"/>
            <a:ext cx="3600" cy="578100"/>
          </a:xfrm>
          <a:prstGeom prst="straightConnector1">
            <a:avLst/>
          </a:prstGeom>
          <a:noFill/>
          <a:ln cap="flat" cmpd="sng" w="19050">
            <a:solidFill>
              <a:srgbClr val="E59DDC"/>
            </a:solidFill>
            <a:prstDash val="solid"/>
            <a:miter lim="8000"/>
            <a:headEnd len="sm" w="sm" type="none"/>
            <a:tailEnd len="med" w="med" type="triangle"/>
          </a:ln>
        </p:spPr>
      </p:cxnSp>
      <p:cxnSp>
        <p:nvCxnSpPr>
          <p:cNvPr id="857" name="Google Shape;857;p34"/>
          <p:cNvCxnSpPr>
            <a:stCxn id="840" idx="0"/>
            <a:endCxn id="858" idx="1"/>
          </p:cNvCxnSpPr>
          <p:nvPr/>
        </p:nvCxnSpPr>
        <p:spPr>
          <a:xfrm flipH="1" rot="10800000">
            <a:off x="1327088" y="3123856"/>
            <a:ext cx="3722400" cy="577200"/>
          </a:xfrm>
          <a:prstGeom prst="straightConnector1">
            <a:avLst/>
          </a:prstGeom>
          <a:noFill/>
          <a:ln cap="flat" cmpd="sng" w="19050">
            <a:solidFill>
              <a:srgbClr val="FF0000"/>
            </a:solidFill>
            <a:prstDash val="solid"/>
            <a:miter lim="8000"/>
            <a:headEnd len="sm" w="sm" type="none"/>
            <a:tailEnd len="med" w="med" type="triangle"/>
          </a:ln>
        </p:spPr>
      </p:cxnSp>
      <p:cxnSp>
        <p:nvCxnSpPr>
          <p:cNvPr id="859" name="Google Shape;859;p34"/>
          <p:cNvCxnSpPr/>
          <p:nvPr/>
        </p:nvCxnSpPr>
        <p:spPr>
          <a:xfrm rot="10800000">
            <a:off x="1228141" y="2571809"/>
            <a:ext cx="0" cy="529200"/>
          </a:xfrm>
          <a:prstGeom prst="straightConnector1">
            <a:avLst/>
          </a:prstGeom>
          <a:noFill/>
          <a:ln cap="flat" cmpd="sng" w="19050">
            <a:solidFill>
              <a:schemeClr val="accent1"/>
            </a:solidFill>
            <a:prstDash val="dash"/>
            <a:miter lim="8000"/>
            <a:headEnd len="sm" w="sm" type="none"/>
            <a:tailEnd len="med" w="med" type="triangle"/>
          </a:ln>
        </p:spPr>
      </p:cxnSp>
      <p:cxnSp>
        <p:nvCxnSpPr>
          <p:cNvPr id="860" name="Google Shape;860;p34"/>
          <p:cNvCxnSpPr/>
          <p:nvPr/>
        </p:nvCxnSpPr>
        <p:spPr>
          <a:xfrm rot="10800000">
            <a:off x="3151877" y="2564722"/>
            <a:ext cx="0" cy="529200"/>
          </a:xfrm>
          <a:prstGeom prst="straightConnector1">
            <a:avLst/>
          </a:prstGeom>
          <a:noFill/>
          <a:ln cap="flat" cmpd="sng" w="19050">
            <a:solidFill>
              <a:schemeClr val="accent1"/>
            </a:solidFill>
            <a:prstDash val="dash"/>
            <a:miter lim="8000"/>
            <a:headEnd len="sm" w="sm" type="none"/>
            <a:tailEnd len="med" w="med" type="triangle"/>
          </a:ln>
        </p:spPr>
      </p:cxnSp>
      <p:cxnSp>
        <p:nvCxnSpPr>
          <p:cNvPr id="861" name="Google Shape;861;p34"/>
          <p:cNvCxnSpPr/>
          <p:nvPr/>
        </p:nvCxnSpPr>
        <p:spPr>
          <a:xfrm rot="10800000">
            <a:off x="1202300" y="792522"/>
            <a:ext cx="0" cy="1130700"/>
          </a:xfrm>
          <a:prstGeom prst="straightConnector1">
            <a:avLst/>
          </a:prstGeom>
          <a:noFill/>
          <a:ln cap="flat" cmpd="sng" w="19050">
            <a:solidFill>
              <a:schemeClr val="accent1"/>
            </a:solidFill>
            <a:prstDash val="dash"/>
            <a:miter lim="8000"/>
            <a:headEnd len="sm" w="sm" type="none"/>
            <a:tailEnd len="med" w="med" type="triangle"/>
          </a:ln>
        </p:spPr>
      </p:cxnSp>
      <p:cxnSp>
        <p:nvCxnSpPr>
          <p:cNvPr id="862" name="Google Shape;862;p34"/>
          <p:cNvCxnSpPr/>
          <p:nvPr/>
        </p:nvCxnSpPr>
        <p:spPr>
          <a:xfrm rot="10800000">
            <a:off x="3126018" y="785596"/>
            <a:ext cx="6300" cy="1092900"/>
          </a:xfrm>
          <a:prstGeom prst="straightConnector1">
            <a:avLst/>
          </a:prstGeom>
          <a:noFill/>
          <a:ln cap="flat" cmpd="sng" w="19050">
            <a:solidFill>
              <a:schemeClr val="accent1"/>
            </a:solidFill>
            <a:prstDash val="dash"/>
            <a:miter lim="8000"/>
            <a:headEnd len="sm" w="sm" type="none"/>
            <a:tailEnd len="med" w="med" type="triangle"/>
          </a:ln>
        </p:spPr>
      </p:cxnSp>
      <p:sp>
        <p:nvSpPr>
          <p:cNvPr id="863" name="Google Shape;863;p34"/>
          <p:cNvSpPr txBox="1"/>
          <p:nvPr/>
        </p:nvSpPr>
        <p:spPr>
          <a:xfrm>
            <a:off x="774398" y="2989747"/>
            <a:ext cx="868500" cy="276900"/>
          </a:xfrm>
          <a:prstGeom prst="rect">
            <a:avLst/>
          </a:prstGeom>
          <a:blipFill rotWithShape="1">
            <a:blip r:embed="rId3">
              <a:alphaModFix/>
            </a:blip>
            <a:stretch>
              <a:fillRect b="-22575" l="-4348" r="0" t="-6447"/>
            </a:stretch>
          </a:blip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 </a:t>
            </a:r>
            <a:endParaRPr b="0" i="0" sz="1100" u="none" cap="none" strike="noStrike">
              <a:solidFill>
                <a:srgbClr val="000000"/>
              </a:solidFill>
              <a:latin typeface="Arial"/>
              <a:ea typeface="Arial"/>
              <a:cs typeface="Arial"/>
              <a:sym typeface="Arial"/>
            </a:endParaRPr>
          </a:p>
        </p:txBody>
      </p:sp>
      <p:sp>
        <p:nvSpPr>
          <p:cNvPr id="864" name="Google Shape;864;p34"/>
          <p:cNvSpPr txBox="1"/>
          <p:nvPr/>
        </p:nvSpPr>
        <p:spPr>
          <a:xfrm>
            <a:off x="2744604" y="2985398"/>
            <a:ext cx="880200" cy="276900"/>
          </a:xfrm>
          <a:prstGeom prst="rect">
            <a:avLst/>
          </a:prstGeom>
          <a:blipFill rotWithShape="1">
            <a:blip r:embed="rId4">
              <a:alphaModFix/>
            </a:blip>
            <a:stretch>
              <a:fillRect b="-26657" l="-4298" r="0" t="-6666"/>
            </a:stretch>
          </a:blip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 </a:t>
            </a:r>
            <a:endParaRPr b="0" i="0" sz="1100" u="none" cap="none" strike="noStrike">
              <a:solidFill>
                <a:srgbClr val="000000"/>
              </a:solidFill>
              <a:latin typeface="Arial"/>
              <a:ea typeface="Arial"/>
              <a:cs typeface="Arial"/>
              <a:sym typeface="Arial"/>
            </a:endParaRPr>
          </a:p>
        </p:txBody>
      </p:sp>
      <p:sp>
        <p:nvSpPr>
          <p:cNvPr id="865" name="Google Shape;865;p34"/>
          <p:cNvSpPr/>
          <p:nvPr/>
        </p:nvSpPr>
        <p:spPr>
          <a:xfrm>
            <a:off x="1051466" y="1268750"/>
            <a:ext cx="840000" cy="206400"/>
          </a:xfrm>
          <a:prstGeom prst="rect">
            <a:avLst/>
          </a:prstGeom>
          <a:solidFill>
            <a:srgbClr val="AEDFFF"/>
          </a:solidFill>
          <a:ln cap="flat" cmpd="sng" w="19050">
            <a:solidFill>
              <a:srgbClr val="A5A5A5"/>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866" name="Google Shape;866;p34"/>
          <p:cNvSpPr/>
          <p:nvPr/>
        </p:nvSpPr>
        <p:spPr>
          <a:xfrm>
            <a:off x="947441" y="1371953"/>
            <a:ext cx="840000" cy="206400"/>
          </a:xfrm>
          <a:prstGeom prst="rect">
            <a:avLst/>
          </a:prstGeom>
          <a:solidFill>
            <a:srgbClr val="FDD349"/>
          </a:solidFill>
          <a:ln cap="flat" cmpd="sng" w="19050">
            <a:solidFill>
              <a:srgbClr val="A5A5A5"/>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867" name="Google Shape;867;p34"/>
          <p:cNvSpPr/>
          <p:nvPr/>
        </p:nvSpPr>
        <p:spPr>
          <a:xfrm>
            <a:off x="843416" y="1475156"/>
            <a:ext cx="840000" cy="206400"/>
          </a:xfrm>
          <a:prstGeom prst="rect">
            <a:avLst/>
          </a:prstGeom>
          <a:solidFill>
            <a:schemeClr val="lt2"/>
          </a:solidFill>
          <a:ln cap="flat" cmpd="sng" w="19050">
            <a:solidFill>
              <a:srgbClr val="A5A5A5"/>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868" name="Google Shape;868;p34"/>
          <p:cNvSpPr txBox="1"/>
          <p:nvPr/>
        </p:nvSpPr>
        <p:spPr>
          <a:xfrm>
            <a:off x="561364" y="1475156"/>
            <a:ext cx="345724"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E59DDC"/>
                </a:solidFill>
                <a:latin typeface="Arial"/>
                <a:ea typeface="Arial"/>
                <a:cs typeface="Arial"/>
                <a:sym typeface="Arial"/>
              </a:rPr>
              <a:t>q</a:t>
            </a:r>
            <a:r>
              <a:rPr b="0" baseline="-25000" i="0" lang="en" sz="1400" u="none" cap="none" strike="noStrike">
                <a:solidFill>
                  <a:srgbClr val="E59DDC"/>
                </a:solidFill>
                <a:latin typeface="Arial"/>
                <a:ea typeface="Arial"/>
                <a:cs typeface="Arial"/>
                <a:sym typeface="Arial"/>
              </a:rPr>
              <a:t>1</a:t>
            </a:r>
            <a:endParaRPr b="0" i="0" sz="1400" u="none" cap="none" strike="noStrike">
              <a:solidFill>
                <a:srgbClr val="E59DDC"/>
              </a:solidFill>
              <a:latin typeface="Arial"/>
              <a:ea typeface="Arial"/>
              <a:cs typeface="Arial"/>
              <a:sym typeface="Arial"/>
            </a:endParaRPr>
          </a:p>
        </p:txBody>
      </p:sp>
      <p:sp>
        <p:nvSpPr>
          <p:cNvPr id="869" name="Google Shape;869;p34"/>
          <p:cNvSpPr txBox="1"/>
          <p:nvPr/>
        </p:nvSpPr>
        <p:spPr>
          <a:xfrm>
            <a:off x="611584" y="1303021"/>
            <a:ext cx="297300"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BC86"/>
                </a:solidFill>
                <a:latin typeface="Arial"/>
                <a:ea typeface="Arial"/>
                <a:cs typeface="Arial"/>
                <a:sym typeface="Arial"/>
              </a:rPr>
              <a:t>k</a:t>
            </a:r>
            <a:r>
              <a:rPr b="0" baseline="-25000" i="0" lang="en" sz="1400" u="none" cap="none" strike="noStrike">
                <a:solidFill>
                  <a:srgbClr val="FFBC86"/>
                </a:solidFill>
                <a:latin typeface="Arial"/>
                <a:ea typeface="Arial"/>
                <a:cs typeface="Arial"/>
                <a:sym typeface="Arial"/>
              </a:rPr>
              <a:t>1</a:t>
            </a:r>
            <a:endParaRPr b="0" i="0" sz="1400" u="none" cap="none" strike="noStrike">
              <a:solidFill>
                <a:srgbClr val="FFBC86"/>
              </a:solidFill>
              <a:latin typeface="Arial"/>
              <a:ea typeface="Arial"/>
              <a:cs typeface="Arial"/>
              <a:sym typeface="Arial"/>
            </a:endParaRPr>
          </a:p>
        </p:txBody>
      </p:sp>
      <p:sp>
        <p:nvSpPr>
          <p:cNvPr id="870" name="Google Shape;870;p34"/>
          <p:cNvSpPr txBox="1"/>
          <p:nvPr/>
        </p:nvSpPr>
        <p:spPr>
          <a:xfrm>
            <a:off x="715610" y="1178328"/>
            <a:ext cx="297300"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43AFE2"/>
                </a:solidFill>
                <a:latin typeface="Arial"/>
                <a:ea typeface="Arial"/>
                <a:cs typeface="Arial"/>
                <a:sym typeface="Arial"/>
              </a:rPr>
              <a:t>v</a:t>
            </a:r>
            <a:r>
              <a:rPr b="0" baseline="-25000" i="0" lang="en" sz="1400" u="none" cap="none" strike="noStrike">
                <a:solidFill>
                  <a:srgbClr val="43AFE2"/>
                </a:solidFill>
                <a:latin typeface="Arial"/>
                <a:ea typeface="Arial"/>
                <a:cs typeface="Arial"/>
                <a:sym typeface="Arial"/>
              </a:rPr>
              <a:t>1</a:t>
            </a:r>
            <a:endParaRPr b="0" i="0" sz="1400" u="none" cap="none" strike="noStrike">
              <a:solidFill>
                <a:srgbClr val="43AFE2"/>
              </a:solidFill>
              <a:latin typeface="Arial"/>
              <a:ea typeface="Arial"/>
              <a:cs typeface="Arial"/>
              <a:sym typeface="Arial"/>
            </a:endParaRPr>
          </a:p>
        </p:txBody>
      </p:sp>
      <p:sp>
        <p:nvSpPr>
          <p:cNvPr id="871" name="Google Shape;871;p34"/>
          <p:cNvSpPr/>
          <p:nvPr/>
        </p:nvSpPr>
        <p:spPr>
          <a:xfrm>
            <a:off x="2993007" y="1260911"/>
            <a:ext cx="840000" cy="206400"/>
          </a:xfrm>
          <a:prstGeom prst="rect">
            <a:avLst/>
          </a:prstGeom>
          <a:solidFill>
            <a:srgbClr val="AEDFFF"/>
          </a:solidFill>
          <a:ln cap="flat" cmpd="sng" w="19050">
            <a:solidFill>
              <a:srgbClr val="A5A5A5"/>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872" name="Google Shape;872;p34"/>
          <p:cNvSpPr/>
          <p:nvPr/>
        </p:nvSpPr>
        <p:spPr>
          <a:xfrm>
            <a:off x="2888982" y="1364114"/>
            <a:ext cx="840000" cy="206400"/>
          </a:xfrm>
          <a:prstGeom prst="rect">
            <a:avLst/>
          </a:prstGeom>
          <a:solidFill>
            <a:srgbClr val="FDD349"/>
          </a:solidFill>
          <a:ln cap="flat" cmpd="sng" w="19050">
            <a:solidFill>
              <a:srgbClr val="A5A5A5"/>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873" name="Google Shape;873;p34"/>
          <p:cNvSpPr/>
          <p:nvPr/>
        </p:nvSpPr>
        <p:spPr>
          <a:xfrm>
            <a:off x="2784957" y="1467317"/>
            <a:ext cx="840000" cy="206400"/>
          </a:xfrm>
          <a:prstGeom prst="rect">
            <a:avLst/>
          </a:prstGeom>
          <a:solidFill>
            <a:schemeClr val="lt2"/>
          </a:solidFill>
          <a:ln cap="flat" cmpd="sng" w="19050">
            <a:solidFill>
              <a:srgbClr val="A5A5A5"/>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874" name="Google Shape;874;p34"/>
          <p:cNvSpPr txBox="1"/>
          <p:nvPr/>
        </p:nvSpPr>
        <p:spPr>
          <a:xfrm>
            <a:off x="2502905" y="1467317"/>
            <a:ext cx="451546"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E59DDC"/>
                </a:solidFill>
                <a:latin typeface="Arial"/>
                <a:ea typeface="Arial"/>
                <a:cs typeface="Arial"/>
                <a:sym typeface="Arial"/>
              </a:rPr>
              <a:t>q</a:t>
            </a:r>
            <a:r>
              <a:rPr b="0" baseline="-25000" i="0" lang="en" sz="1400" u="none" cap="none" strike="noStrike">
                <a:solidFill>
                  <a:srgbClr val="E59DDC"/>
                </a:solidFill>
                <a:latin typeface="Arial"/>
                <a:ea typeface="Arial"/>
                <a:cs typeface="Arial"/>
                <a:sym typeface="Arial"/>
              </a:rPr>
              <a:t>2</a:t>
            </a:r>
            <a:endParaRPr b="0" i="0" sz="1400" u="none" cap="none" strike="noStrike">
              <a:solidFill>
                <a:srgbClr val="E59DDC"/>
              </a:solidFill>
              <a:latin typeface="Arial"/>
              <a:ea typeface="Arial"/>
              <a:cs typeface="Arial"/>
              <a:sym typeface="Arial"/>
            </a:endParaRPr>
          </a:p>
        </p:txBody>
      </p:sp>
      <p:sp>
        <p:nvSpPr>
          <p:cNvPr id="875" name="Google Shape;875;p34"/>
          <p:cNvSpPr txBox="1"/>
          <p:nvPr/>
        </p:nvSpPr>
        <p:spPr>
          <a:xfrm>
            <a:off x="2553126" y="1295183"/>
            <a:ext cx="297300"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BC86"/>
                </a:solidFill>
                <a:latin typeface="Arial"/>
                <a:ea typeface="Arial"/>
                <a:cs typeface="Arial"/>
                <a:sym typeface="Arial"/>
              </a:rPr>
              <a:t>k</a:t>
            </a:r>
            <a:r>
              <a:rPr b="0" baseline="-25000" i="0" lang="en" sz="1400" u="none" cap="none" strike="noStrike">
                <a:solidFill>
                  <a:srgbClr val="FFBC86"/>
                </a:solidFill>
                <a:latin typeface="Arial"/>
                <a:ea typeface="Arial"/>
                <a:cs typeface="Arial"/>
                <a:sym typeface="Arial"/>
              </a:rPr>
              <a:t>2</a:t>
            </a:r>
            <a:endParaRPr b="0" i="0" sz="1400" u="none" cap="none" strike="noStrike">
              <a:solidFill>
                <a:srgbClr val="FFBC86"/>
              </a:solidFill>
              <a:latin typeface="Arial"/>
              <a:ea typeface="Arial"/>
              <a:cs typeface="Arial"/>
              <a:sym typeface="Arial"/>
            </a:endParaRPr>
          </a:p>
        </p:txBody>
      </p:sp>
      <p:sp>
        <p:nvSpPr>
          <p:cNvPr id="876" name="Google Shape;876;p34"/>
          <p:cNvSpPr txBox="1"/>
          <p:nvPr/>
        </p:nvSpPr>
        <p:spPr>
          <a:xfrm>
            <a:off x="2657151" y="1170490"/>
            <a:ext cx="297300"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43AFE2"/>
                </a:solidFill>
                <a:latin typeface="Arial"/>
                <a:ea typeface="Arial"/>
                <a:cs typeface="Arial"/>
                <a:sym typeface="Arial"/>
              </a:rPr>
              <a:t>v</a:t>
            </a:r>
            <a:r>
              <a:rPr b="0" baseline="-25000" i="0" lang="en" sz="1400" u="none" cap="none" strike="noStrike">
                <a:solidFill>
                  <a:srgbClr val="43AFE2"/>
                </a:solidFill>
                <a:latin typeface="Arial"/>
                <a:ea typeface="Arial"/>
                <a:cs typeface="Arial"/>
                <a:sym typeface="Arial"/>
              </a:rPr>
              <a:t>2</a:t>
            </a:r>
            <a:endParaRPr b="0" i="0" sz="1400" u="none" cap="none" strike="noStrike">
              <a:solidFill>
                <a:srgbClr val="43AFE2"/>
              </a:solidFill>
              <a:latin typeface="Arial"/>
              <a:ea typeface="Arial"/>
              <a:cs typeface="Arial"/>
              <a:sym typeface="Arial"/>
            </a:endParaRPr>
          </a:p>
        </p:txBody>
      </p:sp>
      <p:cxnSp>
        <p:nvCxnSpPr>
          <p:cNvPr id="877" name="Google Shape;877;p34"/>
          <p:cNvCxnSpPr>
            <a:stCxn id="845" idx="0"/>
          </p:cNvCxnSpPr>
          <p:nvPr/>
        </p:nvCxnSpPr>
        <p:spPr>
          <a:xfrm rot="10800000">
            <a:off x="3372655" y="3232714"/>
            <a:ext cx="0" cy="357300"/>
          </a:xfrm>
          <a:prstGeom prst="straightConnector1">
            <a:avLst/>
          </a:prstGeom>
          <a:noFill/>
          <a:ln cap="flat" cmpd="sng" w="19050">
            <a:solidFill>
              <a:srgbClr val="72C4E9"/>
            </a:solidFill>
            <a:prstDash val="solid"/>
            <a:miter lim="8000"/>
            <a:headEnd len="sm" w="sm" type="none"/>
            <a:tailEnd len="med" w="med" type="triangle"/>
          </a:ln>
        </p:spPr>
      </p:cxnSp>
      <p:cxnSp>
        <p:nvCxnSpPr>
          <p:cNvPr id="878" name="Google Shape;878;p34"/>
          <p:cNvCxnSpPr>
            <a:stCxn id="846" idx="0"/>
          </p:cNvCxnSpPr>
          <p:nvPr/>
        </p:nvCxnSpPr>
        <p:spPr>
          <a:xfrm flipH="1" rot="10800000">
            <a:off x="3268630" y="3226118"/>
            <a:ext cx="5700" cy="467100"/>
          </a:xfrm>
          <a:prstGeom prst="straightConnector1">
            <a:avLst/>
          </a:prstGeom>
          <a:noFill/>
          <a:ln cap="flat" cmpd="sng" w="19050">
            <a:solidFill>
              <a:srgbClr val="FDD349"/>
            </a:solidFill>
            <a:prstDash val="solid"/>
            <a:miter lim="80"/>
            <a:headEnd len="sm" w="sm" type="none"/>
            <a:tailEnd len="med" w="med" type="triangle"/>
          </a:ln>
        </p:spPr>
      </p:cxnSp>
      <p:cxnSp>
        <p:nvCxnSpPr>
          <p:cNvPr id="879" name="Google Shape;879;p34"/>
          <p:cNvCxnSpPr>
            <a:stCxn id="840" idx="0"/>
          </p:cNvCxnSpPr>
          <p:nvPr/>
        </p:nvCxnSpPr>
        <p:spPr>
          <a:xfrm flipH="1" rot="10800000">
            <a:off x="1327088" y="3222856"/>
            <a:ext cx="9300" cy="478200"/>
          </a:xfrm>
          <a:prstGeom prst="straightConnector1">
            <a:avLst/>
          </a:prstGeom>
          <a:noFill/>
          <a:ln cap="flat" cmpd="sng" w="19050">
            <a:solidFill>
              <a:srgbClr val="FDD349"/>
            </a:solidFill>
            <a:prstDash val="solid"/>
            <a:miter lim="80"/>
            <a:headEnd len="sm" w="sm" type="none"/>
            <a:tailEnd len="med" w="med" type="triangle"/>
          </a:ln>
        </p:spPr>
      </p:cxnSp>
      <p:cxnSp>
        <p:nvCxnSpPr>
          <p:cNvPr id="880" name="Google Shape;880;p34"/>
          <p:cNvCxnSpPr>
            <a:stCxn id="839" idx="0"/>
          </p:cNvCxnSpPr>
          <p:nvPr/>
        </p:nvCxnSpPr>
        <p:spPr>
          <a:xfrm flipH="1" rot="10800000">
            <a:off x="1431113" y="3229453"/>
            <a:ext cx="13500" cy="368400"/>
          </a:xfrm>
          <a:prstGeom prst="straightConnector1">
            <a:avLst/>
          </a:prstGeom>
          <a:noFill/>
          <a:ln cap="flat" cmpd="sng" w="19050">
            <a:solidFill>
              <a:srgbClr val="72C4E9"/>
            </a:solidFill>
            <a:prstDash val="solid"/>
            <a:miter lim="80"/>
            <a:headEnd len="sm" w="sm" type="none"/>
            <a:tailEnd len="med" w="med" type="triangle"/>
          </a:ln>
        </p:spPr>
      </p:cxnSp>
      <p:cxnSp>
        <p:nvCxnSpPr>
          <p:cNvPr id="881" name="Google Shape;881;p34"/>
          <p:cNvCxnSpPr>
            <a:stCxn id="866" idx="0"/>
          </p:cNvCxnSpPr>
          <p:nvPr/>
        </p:nvCxnSpPr>
        <p:spPr>
          <a:xfrm rot="10800000">
            <a:off x="1353941" y="943853"/>
            <a:ext cx="13500" cy="428100"/>
          </a:xfrm>
          <a:prstGeom prst="straightConnector1">
            <a:avLst/>
          </a:prstGeom>
          <a:noFill/>
          <a:ln cap="flat" cmpd="sng" w="19050">
            <a:solidFill>
              <a:srgbClr val="72C4E9"/>
            </a:solidFill>
            <a:prstDash val="solid"/>
            <a:miter lim="8000"/>
            <a:headEnd len="sm" w="sm" type="none"/>
            <a:tailEnd len="med" w="med" type="triangle"/>
          </a:ln>
        </p:spPr>
      </p:cxnSp>
      <p:sp>
        <p:nvSpPr>
          <p:cNvPr id="882" name="Google Shape;882;p34"/>
          <p:cNvSpPr/>
          <p:nvPr/>
        </p:nvSpPr>
        <p:spPr>
          <a:xfrm>
            <a:off x="4963664" y="4483637"/>
            <a:ext cx="1047900" cy="206400"/>
          </a:xfrm>
          <a:prstGeom prst="rect">
            <a:avLst/>
          </a:prstGeom>
          <a:solidFill>
            <a:srgbClr val="BDE1AF"/>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883" name="Google Shape;883;p34"/>
          <p:cNvSpPr txBox="1"/>
          <p:nvPr/>
        </p:nvSpPr>
        <p:spPr>
          <a:xfrm>
            <a:off x="4643058" y="4566150"/>
            <a:ext cx="410100"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6AA84F"/>
                </a:solidFill>
                <a:latin typeface="Arial"/>
                <a:ea typeface="Arial"/>
                <a:cs typeface="Arial"/>
                <a:sym typeface="Arial"/>
              </a:rPr>
              <a:t>a</a:t>
            </a:r>
            <a:r>
              <a:rPr b="1" baseline="-25000" i="0" lang="en" sz="1400" u="none" cap="none" strike="noStrike">
                <a:solidFill>
                  <a:srgbClr val="6AA84F"/>
                </a:solidFill>
                <a:latin typeface="Arial"/>
                <a:ea typeface="Arial"/>
                <a:cs typeface="Arial"/>
                <a:sym typeface="Arial"/>
              </a:rPr>
              <a:t>3</a:t>
            </a:r>
            <a:endParaRPr b="1" i="0" sz="1400" u="none" cap="none" strike="noStrike">
              <a:solidFill>
                <a:srgbClr val="6AA84F"/>
              </a:solidFill>
              <a:latin typeface="Arial"/>
              <a:ea typeface="Arial"/>
              <a:cs typeface="Arial"/>
              <a:sym typeface="Arial"/>
            </a:endParaRPr>
          </a:p>
        </p:txBody>
      </p:sp>
      <p:sp>
        <p:nvSpPr>
          <p:cNvPr id="884" name="Google Shape;884;p34"/>
          <p:cNvSpPr txBox="1"/>
          <p:nvPr/>
        </p:nvSpPr>
        <p:spPr>
          <a:xfrm>
            <a:off x="5225633" y="4646825"/>
            <a:ext cx="706200"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Arial"/>
                <a:ea typeface="Arial"/>
                <a:cs typeface="Arial"/>
                <a:sym typeface="Arial"/>
              </a:rPr>
              <a:t>a</a:t>
            </a:r>
            <a:endParaRPr b="0" i="0" sz="1100" u="none" cap="none" strike="noStrike">
              <a:solidFill>
                <a:srgbClr val="000000"/>
              </a:solidFill>
              <a:latin typeface="Arial"/>
              <a:ea typeface="Arial"/>
              <a:cs typeface="Arial"/>
              <a:sym typeface="Arial"/>
            </a:endParaRPr>
          </a:p>
        </p:txBody>
      </p:sp>
      <p:sp>
        <p:nvSpPr>
          <p:cNvPr id="885" name="Google Shape;885;p34"/>
          <p:cNvSpPr/>
          <p:nvPr/>
        </p:nvSpPr>
        <p:spPr>
          <a:xfrm>
            <a:off x="5195841" y="3590014"/>
            <a:ext cx="840000" cy="206400"/>
          </a:xfrm>
          <a:prstGeom prst="rect">
            <a:avLst/>
          </a:prstGeom>
          <a:solidFill>
            <a:srgbClr val="AEDFFF"/>
          </a:solidFill>
          <a:ln cap="flat" cmpd="sng" w="19050">
            <a:solidFill>
              <a:srgbClr val="A5A5A5"/>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886" name="Google Shape;886;p34"/>
          <p:cNvSpPr/>
          <p:nvPr/>
        </p:nvSpPr>
        <p:spPr>
          <a:xfrm>
            <a:off x="5091816" y="3693218"/>
            <a:ext cx="840000" cy="206400"/>
          </a:xfrm>
          <a:prstGeom prst="rect">
            <a:avLst/>
          </a:prstGeom>
          <a:solidFill>
            <a:srgbClr val="FDD349"/>
          </a:solidFill>
          <a:ln cap="flat" cmpd="sng" w="19050">
            <a:solidFill>
              <a:srgbClr val="A5A5A5"/>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887" name="Google Shape;887;p34"/>
          <p:cNvSpPr/>
          <p:nvPr/>
        </p:nvSpPr>
        <p:spPr>
          <a:xfrm>
            <a:off x="4987791" y="3796421"/>
            <a:ext cx="840000" cy="206400"/>
          </a:xfrm>
          <a:prstGeom prst="rect">
            <a:avLst/>
          </a:prstGeom>
          <a:solidFill>
            <a:srgbClr val="EDD6F0"/>
          </a:solidFill>
          <a:ln cap="flat" cmpd="sng" w="19050">
            <a:solidFill>
              <a:srgbClr val="A5A5A5"/>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888" name="Google Shape;888;p34"/>
          <p:cNvSpPr txBox="1"/>
          <p:nvPr/>
        </p:nvSpPr>
        <p:spPr>
          <a:xfrm>
            <a:off x="4705739" y="3796421"/>
            <a:ext cx="381240"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E59DDC"/>
                </a:solidFill>
                <a:latin typeface="Arial"/>
                <a:ea typeface="Arial"/>
                <a:cs typeface="Arial"/>
                <a:sym typeface="Arial"/>
              </a:rPr>
              <a:t>q</a:t>
            </a:r>
            <a:r>
              <a:rPr b="0" baseline="-25000" i="0" lang="en" sz="1400" u="none" cap="none" strike="noStrike">
                <a:solidFill>
                  <a:srgbClr val="E59DDC"/>
                </a:solidFill>
                <a:latin typeface="Arial"/>
                <a:ea typeface="Arial"/>
                <a:cs typeface="Arial"/>
                <a:sym typeface="Arial"/>
              </a:rPr>
              <a:t>3</a:t>
            </a:r>
            <a:endParaRPr b="0" i="0" sz="1400" u="none" cap="none" strike="noStrike">
              <a:solidFill>
                <a:srgbClr val="E59DDC"/>
              </a:solidFill>
              <a:latin typeface="Arial"/>
              <a:ea typeface="Arial"/>
              <a:cs typeface="Arial"/>
              <a:sym typeface="Arial"/>
            </a:endParaRPr>
          </a:p>
        </p:txBody>
      </p:sp>
      <p:sp>
        <p:nvSpPr>
          <p:cNvPr id="889" name="Google Shape;889;p34"/>
          <p:cNvSpPr txBox="1"/>
          <p:nvPr/>
        </p:nvSpPr>
        <p:spPr>
          <a:xfrm>
            <a:off x="4755960" y="3624286"/>
            <a:ext cx="297300"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BC86"/>
                </a:solidFill>
                <a:latin typeface="Arial"/>
                <a:ea typeface="Arial"/>
                <a:cs typeface="Arial"/>
                <a:sym typeface="Arial"/>
              </a:rPr>
              <a:t>k</a:t>
            </a:r>
            <a:r>
              <a:rPr b="0" baseline="-25000" i="0" lang="en" sz="1400" u="none" cap="none" strike="noStrike">
                <a:solidFill>
                  <a:srgbClr val="FFBC86"/>
                </a:solidFill>
                <a:latin typeface="Arial"/>
                <a:ea typeface="Arial"/>
                <a:cs typeface="Arial"/>
                <a:sym typeface="Arial"/>
              </a:rPr>
              <a:t>3</a:t>
            </a:r>
            <a:endParaRPr b="0" i="0" sz="1400" u="none" cap="none" strike="noStrike">
              <a:solidFill>
                <a:srgbClr val="FFBC86"/>
              </a:solidFill>
              <a:latin typeface="Arial"/>
              <a:ea typeface="Arial"/>
              <a:cs typeface="Arial"/>
              <a:sym typeface="Arial"/>
            </a:endParaRPr>
          </a:p>
        </p:txBody>
      </p:sp>
      <p:sp>
        <p:nvSpPr>
          <p:cNvPr id="890" name="Google Shape;890;p34"/>
          <p:cNvSpPr txBox="1"/>
          <p:nvPr/>
        </p:nvSpPr>
        <p:spPr>
          <a:xfrm>
            <a:off x="4859985" y="3499593"/>
            <a:ext cx="297300"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43AFE2"/>
                </a:solidFill>
                <a:latin typeface="Arial"/>
                <a:ea typeface="Arial"/>
                <a:cs typeface="Arial"/>
                <a:sym typeface="Arial"/>
              </a:rPr>
              <a:t>v</a:t>
            </a:r>
            <a:r>
              <a:rPr b="0" baseline="-25000" i="0" lang="en" sz="1400" u="none" cap="none" strike="noStrike">
                <a:solidFill>
                  <a:srgbClr val="43AFE2"/>
                </a:solidFill>
                <a:latin typeface="Arial"/>
                <a:ea typeface="Arial"/>
                <a:cs typeface="Arial"/>
                <a:sym typeface="Arial"/>
              </a:rPr>
              <a:t>3</a:t>
            </a:r>
            <a:endParaRPr b="0" i="0" sz="1400" u="none" cap="none" strike="noStrike">
              <a:solidFill>
                <a:srgbClr val="43AFE2"/>
              </a:solidFill>
              <a:latin typeface="Arial"/>
              <a:ea typeface="Arial"/>
              <a:cs typeface="Arial"/>
              <a:sym typeface="Arial"/>
            </a:endParaRPr>
          </a:p>
        </p:txBody>
      </p:sp>
      <p:sp>
        <p:nvSpPr>
          <p:cNvPr id="891" name="Google Shape;891;p34"/>
          <p:cNvSpPr/>
          <p:nvPr/>
        </p:nvSpPr>
        <p:spPr>
          <a:xfrm>
            <a:off x="4883839" y="2247020"/>
            <a:ext cx="1047900" cy="206400"/>
          </a:xfrm>
          <a:prstGeom prst="rect">
            <a:avLst/>
          </a:prstGeom>
          <a:solidFill>
            <a:srgbClr val="BDE1AF"/>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892" name="Google Shape;892;p34"/>
          <p:cNvSpPr txBox="1"/>
          <p:nvPr/>
        </p:nvSpPr>
        <p:spPr>
          <a:xfrm>
            <a:off x="4643058" y="2303000"/>
            <a:ext cx="410100"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6AA84F"/>
                </a:solidFill>
                <a:latin typeface="Arial"/>
                <a:ea typeface="Arial"/>
                <a:cs typeface="Arial"/>
                <a:sym typeface="Arial"/>
              </a:rPr>
              <a:t>b</a:t>
            </a:r>
            <a:r>
              <a:rPr b="1" baseline="-25000" i="0" lang="en" sz="1400" u="none" cap="none" strike="noStrike">
                <a:solidFill>
                  <a:srgbClr val="6AA84F"/>
                </a:solidFill>
                <a:latin typeface="Arial"/>
                <a:ea typeface="Arial"/>
                <a:cs typeface="Arial"/>
                <a:sym typeface="Arial"/>
              </a:rPr>
              <a:t>3</a:t>
            </a:r>
            <a:endParaRPr b="1" i="0" sz="1400" u="none" cap="none" strike="noStrike">
              <a:solidFill>
                <a:srgbClr val="6AA84F"/>
              </a:solidFill>
              <a:latin typeface="Arial"/>
              <a:ea typeface="Arial"/>
              <a:cs typeface="Arial"/>
              <a:sym typeface="Arial"/>
            </a:endParaRPr>
          </a:p>
        </p:txBody>
      </p:sp>
      <p:cxnSp>
        <p:nvCxnSpPr>
          <p:cNvPr id="893" name="Google Shape;893;p34"/>
          <p:cNvCxnSpPr>
            <a:stCxn id="887" idx="0"/>
          </p:cNvCxnSpPr>
          <p:nvPr/>
        </p:nvCxnSpPr>
        <p:spPr>
          <a:xfrm rot="10800000">
            <a:off x="5404191" y="3218321"/>
            <a:ext cx="3600" cy="578100"/>
          </a:xfrm>
          <a:prstGeom prst="straightConnector1">
            <a:avLst/>
          </a:prstGeom>
          <a:noFill/>
          <a:ln cap="flat" cmpd="sng" w="19050">
            <a:solidFill>
              <a:srgbClr val="E59DDC"/>
            </a:solidFill>
            <a:prstDash val="solid"/>
            <a:miter lim="8000"/>
            <a:headEnd len="sm" w="sm" type="none"/>
            <a:tailEnd len="med" w="med" type="triangle"/>
          </a:ln>
        </p:spPr>
      </p:cxnSp>
      <p:cxnSp>
        <p:nvCxnSpPr>
          <p:cNvPr id="894" name="Google Shape;894;p34"/>
          <p:cNvCxnSpPr/>
          <p:nvPr/>
        </p:nvCxnSpPr>
        <p:spPr>
          <a:xfrm rot="10800000">
            <a:off x="5395064" y="2564722"/>
            <a:ext cx="0" cy="529200"/>
          </a:xfrm>
          <a:prstGeom prst="straightConnector1">
            <a:avLst/>
          </a:prstGeom>
          <a:noFill/>
          <a:ln cap="flat" cmpd="sng" w="19050">
            <a:solidFill>
              <a:schemeClr val="accent1"/>
            </a:solidFill>
            <a:prstDash val="dash"/>
            <a:miter lim="8000"/>
            <a:headEnd len="sm" w="sm" type="none"/>
            <a:tailEnd len="med" w="med" type="triangle"/>
          </a:ln>
        </p:spPr>
      </p:cxnSp>
      <p:cxnSp>
        <p:nvCxnSpPr>
          <p:cNvPr id="895" name="Google Shape;895;p34"/>
          <p:cNvCxnSpPr>
            <a:stCxn id="885" idx="0"/>
          </p:cNvCxnSpPr>
          <p:nvPr/>
        </p:nvCxnSpPr>
        <p:spPr>
          <a:xfrm rot="10800000">
            <a:off x="5615841" y="3232714"/>
            <a:ext cx="0" cy="357300"/>
          </a:xfrm>
          <a:prstGeom prst="straightConnector1">
            <a:avLst/>
          </a:prstGeom>
          <a:noFill/>
          <a:ln cap="flat" cmpd="sng" w="19050">
            <a:solidFill>
              <a:srgbClr val="72C4E9"/>
            </a:solidFill>
            <a:prstDash val="solid"/>
            <a:miter lim="8000"/>
            <a:headEnd len="sm" w="sm" type="none"/>
            <a:tailEnd len="med" w="med" type="triangle"/>
          </a:ln>
        </p:spPr>
      </p:cxnSp>
      <p:cxnSp>
        <p:nvCxnSpPr>
          <p:cNvPr id="896" name="Google Shape;896;p34"/>
          <p:cNvCxnSpPr>
            <a:stCxn id="886" idx="0"/>
          </p:cNvCxnSpPr>
          <p:nvPr/>
        </p:nvCxnSpPr>
        <p:spPr>
          <a:xfrm flipH="1" rot="10800000">
            <a:off x="5511816" y="3226118"/>
            <a:ext cx="5700" cy="467100"/>
          </a:xfrm>
          <a:prstGeom prst="straightConnector1">
            <a:avLst/>
          </a:prstGeom>
          <a:noFill/>
          <a:ln cap="flat" cmpd="sng" w="19050">
            <a:solidFill>
              <a:srgbClr val="FDD349"/>
            </a:solidFill>
            <a:prstDash val="solid"/>
            <a:miter lim="80"/>
            <a:headEnd len="sm" w="sm" type="none"/>
            <a:tailEnd len="med" w="med" type="triangle"/>
          </a:ln>
        </p:spPr>
      </p:cxnSp>
      <p:sp>
        <p:nvSpPr>
          <p:cNvPr id="858" name="Google Shape;858;p34"/>
          <p:cNvSpPr txBox="1"/>
          <p:nvPr/>
        </p:nvSpPr>
        <p:spPr>
          <a:xfrm>
            <a:off x="5049565" y="2985398"/>
            <a:ext cx="869700" cy="276900"/>
          </a:xfrm>
          <a:prstGeom prst="rect">
            <a:avLst/>
          </a:prstGeom>
          <a:blipFill rotWithShape="1">
            <a:blip r:embed="rId5">
              <a:alphaModFix/>
            </a:blip>
            <a:stretch>
              <a:fillRect b="-26657" l="-4348" r="0" t="-6666"/>
            </a:stretch>
          </a:blip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 </a:t>
            </a:r>
            <a:endParaRPr b="0" i="0" sz="1100" u="none" cap="none" strike="noStrike">
              <a:solidFill>
                <a:srgbClr val="000000"/>
              </a:solidFill>
              <a:latin typeface="Arial"/>
              <a:ea typeface="Arial"/>
              <a:cs typeface="Arial"/>
              <a:sym typeface="Arial"/>
            </a:endParaRPr>
          </a:p>
        </p:txBody>
      </p:sp>
      <p:cxnSp>
        <p:nvCxnSpPr>
          <p:cNvPr id="897" name="Google Shape;897;p34"/>
          <p:cNvCxnSpPr/>
          <p:nvPr/>
        </p:nvCxnSpPr>
        <p:spPr>
          <a:xfrm rot="10800000">
            <a:off x="5408540" y="810061"/>
            <a:ext cx="25800" cy="1061100"/>
          </a:xfrm>
          <a:prstGeom prst="straightConnector1">
            <a:avLst/>
          </a:prstGeom>
          <a:noFill/>
          <a:ln cap="flat" cmpd="sng" w="19050">
            <a:solidFill>
              <a:schemeClr val="accent1"/>
            </a:solidFill>
            <a:prstDash val="dash"/>
            <a:miter lim="8000"/>
            <a:headEnd len="sm" w="sm" type="none"/>
            <a:tailEnd len="med" w="med" type="triangle"/>
          </a:ln>
        </p:spPr>
      </p:cxnSp>
      <p:sp>
        <p:nvSpPr>
          <p:cNvPr id="898" name="Google Shape;898;p34"/>
          <p:cNvSpPr/>
          <p:nvPr/>
        </p:nvSpPr>
        <p:spPr>
          <a:xfrm>
            <a:off x="5295029" y="1301655"/>
            <a:ext cx="840000" cy="206400"/>
          </a:xfrm>
          <a:prstGeom prst="rect">
            <a:avLst/>
          </a:prstGeom>
          <a:solidFill>
            <a:srgbClr val="AEDFFF"/>
          </a:solidFill>
          <a:ln cap="flat" cmpd="sng" w="19050">
            <a:solidFill>
              <a:srgbClr val="A5A5A5"/>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899" name="Google Shape;899;p34"/>
          <p:cNvSpPr/>
          <p:nvPr/>
        </p:nvSpPr>
        <p:spPr>
          <a:xfrm>
            <a:off x="5191004" y="1404858"/>
            <a:ext cx="840000" cy="206400"/>
          </a:xfrm>
          <a:prstGeom prst="rect">
            <a:avLst/>
          </a:prstGeom>
          <a:solidFill>
            <a:srgbClr val="FDD349"/>
          </a:solidFill>
          <a:ln cap="flat" cmpd="sng" w="19050">
            <a:solidFill>
              <a:srgbClr val="A5A5A5"/>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900" name="Google Shape;900;p34"/>
          <p:cNvSpPr/>
          <p:nvPr/>
        </p:nvSpPr>
        <p:spPr>
          <a:xfrm>
            <a:off x="5086979" y="1508061"/>
            <a:ext cx="840000" cy="206400"/>
          </a:xfrm>
          <a:prstGeom prst="rect">
            <a:avLst/>
          </a:prstGeom>
          <a:solidFill>
            <a:srgbClr val="EDD6F0"/>
          </a:solidFill>
          <a:ln cap="flat" cmpd="sng" w="19050">
            <a:solidFill>
              <a:srgbClr val="A5A5A5"/>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901" name="Google Shape;901;p34"/>
          <p:cNvSpPr txBox="1"/>
          <p:nvPr/>
        </p:nvSpPr>
        <p:spPr>
          <a:xfrm>
            <a:off x="4804926" y="1508061"/>
            <a:ext cx="321721"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E59DDC"/>
                </a:solidFill>
                <a:latin typeface="Arial"/>
                <a:ea typeface="Arial"/>
                <a:cs typeface="Arial"/>
                <a:sym typeface="Arial"/>
              </a:rPr>
              <a:t>q</a:t>
            </a:r>
            <a:r>
              <a:rPr b="0" baseline="-25000" i="0" lang="en" sz="1400" u="none" cap="none" strike="noStrike">
                <a:solidFill>
                  <a:srgbClr val="E59DDC"/>
                </a:solidFill>
                <a:latin typeface="Arial"/>
                <a:ea typeface="Arial"/>
                <a:cs typeface="Arial"/>
                <a:sym typeface="Arial"/>
              </a:rPr>
              <a:t>3</a:t>
            </a:r>
            <a:endParaRPr b="0" i="0" sz="1400" u="none" cap="none" strike="noStrike">
              <a:solidFill>
                <a:srgbClr val="E59DDC"/>
              </a:solidFill>
              <a:latin typeface="Arial"/>
              <a:ea typeface="Arial"/>
              <a:cs typeface="Arial"/>
              <a:sym typeface="Arial"/>
            </a:endParaRPr>
          </a:p>
        </p:txBody>
      </p:sp>
      <p:sp>
        <p:nvSpPr>
          <p:cNvPr id="902" name="Google Shape;902;p34"/>
          <p:cNvSpPr txBox="1"/>
          <p:nvPr/>
        </p:nvSpPr>
        <p:spPr>
          <a:xfrm>
            <a:off x="4855148" y="1335926"/>
            <a:ext cx="297300"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BC86"/>
                </a:solidFill>
                <a:latin typeface="Arial"/>
                <a:ea typeface="Arial"/>
                <a:cs typeface="Arial"/>
                <a:sym typeface="Arial"/>
              </a:rPr>
              <a:t>k</a:t>
            </a:r>
            <a:r>
              <a:rPr b="0" baseline="-25000" i="0" lang="en" sz="1400" u="none" cap="none" strike="noStrike">
                <a:solidFill>
                  <a:srgbClr val="FFBC86"/>
                </a:solidFill>
                <a:latin typeface="Arial"/>
                <a:ea typeface="Arial"/>
                <a:cs typeface="Arial"/>
                <a:sym typeface="Arial"/>
              </a:rPr>
              <a:t>3</a:t>
            </a:r>
            <a:endParaRPr b="0" i="0" sz="1400" u="none" cap="none" strike="noStrike">
              <a:solidFill>
                <a:srgbClr val="FFBC86"/>
              </a:solidFill>
              <a:latin typeface="Arial"/>
              <a:ea typeface="Arial"/>
              <a:cs typeface="Arial"/>
              <a:sym typeface="Arial"/>
            </a:endParaRPr>
          </a:p>
        </p:txBody>
      </p:sp>
      <p:sp>
        <p:nvSpPr>
          <p:cNvPr id="903" name="Google Shape;903;p34"/>
          <p:cNvSpPr txBox="1"/>
          <p:nvPr/>
        </p:nvSpPr>
        <p:spPr>
          <a:xfrm>
            <a:off x="4959173" y="1211233"/>
            <a:ext cx="297300"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43AFE2"/>
                </a:solidFill>
                <a:latin typeface="Arial"/>
                <a:ea typeface="Arial"/>
                <a:cs typeface="Arial"/>
                <a:sym typeface="Arial"/>
              </a:rPr>
              <a:t>v</a:t>
            </a:r>
            <a:r>
              <a:rPr b="0" baseline="-25000" i="0" lang="en" sz="1400" u="none" cap="none" strike="noStrike">
                <a:solidFill>
                  <a:srgbClr val="43AFE2"/>
                </a:solidFill>
                <a:latin typeface="Arial"/>
                <a:ea typeface="Arial"/>
                <a:cs typeface="Arial"/>
                <a:sym typeface="Arial"/>
              </a:rPr>
              <a:t>3</a:t>
            </a:r>
            <a:endParaRPr b="0" i="0" sz="1400" u="none" cap="none" strike="noStrike">
              <a:solidFill>
                <a:srgbClr val="43AFE2"/>
              </a:solidFill>
              <a:latin typeface="Arial"/>
              <a:ea typeface="Arial"/>
              <a:cs typeface="Arial"/>
              <a:sym typeface="Arial"/>
            </a:endParaRPr>
          </a:p>
        </p:txBody>
      </p:sp>
      <p:sp>
        <p:nvSpPr>
          <p:cNvPr id="904" name="Google Shape;904;p34"/>
          <p:cNvSpPr txBox="1"/>
          <p:nvPr/>
        </p:nvSpPr>
        <p:spPr>
          <a:xfrm>
            <a:off x="4592935" y="254818"/>
            <a:ext cx="410100"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6AA84F"/>
                </a:solidFill>
                <a:latin typeface="Arial"/>
                <a:ea typeface="Arial"/>
                <a:cs typeface="Arial"/>
                <a:sym typeface="Arial"/>
              </a:rPr>
              <a:t>c</a:t>
            </a:r>
            <a:r>
              <a:rPr b="1" baseline="-25000" i="0" lang="en" sz="1400" u="none" cap="none" strike="noStrike">
                <a:solidFill>
                  <a:srgbClr val="6AA84F"/>
                </a:solidFill>
                <a:latin typeface="Arial"/>
                <a:ea typeface="Arial"/>
                <a:cs typeface="Arial"/>
                <a:sym typeface="Arial"/>
              </a:rPr>
              <a:t>3</a:t>
            </a:r>
            <a:endParaRPr b="1" i="0" sz="1400" u="none" cap="none" strike="noStrike">
              <a:solidFill>
                <a:srgbClr val="6AA84F"/>
              </a:solidFill>
              <a:latin typeface="Arial"/>
              <a:ea typeface="Arial"/>
              <a:cs typeface="Arial"/>
              <a:sym typeface="Arial"/>
            </a:endParaRPr>
          </a:p>
        </p:txBody>
      </p:sp>
      <p:cxnSp>
        <p:nvCxnSpPr>
          <p:cNvPr id="905" name="Google Shape;905;p34"/>
          <p:cNvCxnSpPr>
            <a:stCxn id="846" idx="0"/>
            <a:endCxn id="858" idx="2"/>
          </p:cNvCxnSpPr>
          <p:nvPr/>
        </p:nvCxnSpPr>
        <p:spPr>
          <a:xfrm flipH="1" rot="10800000">
            <a:off x="3268630" y="3262418"/>
            <a:ext cx="2215800" cy="430800"/>
          </a:xfrm>
          <a:prstGeom prst="straightConnector1">
            <a:avLst/>
          </a:prstGeom>
          <a:noFill/>
          <a:ln cap="flat" cmpd="sng" w="19050">
            <a:solidFill>
              <a:srgbClr val="FF0000"/>
            </a:solidFill>
            <a:prstDash val="solid"/>
            <a:miter lim="8000"/>
            <a:headEnd len="sm" w="sm" type="none"/>
            <a:tailEnd len="med" w="med" type="triangle"/>
          </a:ln>
        </p:spPr>
      </p:cxnSp>
      <p:cxnSp>
        <p:nvCxnSpPr>
          <p:cNvPr id="906" name="Google Shape;906;p34"/>
          <p:cNvCxnSpPr>
            <a:stCxn id="866" idx="0"/>
          </p:cNvCxnSpPr>
          <p:nvPr/>
        </p:nvCxnSpPr>
        <p:spPr>
          <a:xfrm flipH="1" rot="10800000">
            <a:off x="1367441" y="875753"/>
            <a:ext cx="3655500" cy="496200"/>
          </a:xfrm>
          <a:prstGeom prst="straightConnector1">
            <a:avLst/>
          </a:prstGeom>
          <a:noFill/>
          <a:ln cap="flat" cmpd="sng" w="19050">
            <a:solidFill>
              <a:srgbClr val="FF0000"/>
            </a:solidFill>
            <a:prstDash val="solid"/>
            <a:miter lim="8000"/>
            <a:headEnd len="sm" w="sm" type="none"/>
            <a:tailEnd len="med" w="med" type="triangle"/>
          </a:ln>
        </p:spPr>
      </p:cxnSp>
      <p:sp>
        <p:nvSpPr>
          <p:cNvPr id="907" name="Google Shape;907;p34"/>
          <p:cNvSpPr txBox="1"/>
          <p:nvPr/>
        </p:nvSpPr>
        <p:spPr>
          <a:xfrm>
            <a:off x="4986590" y="569173"/>
            <a:ext cx="869700" cy="276900"/>
          </a:xfrm>
          <a:prstGeom prst="rect">
            <a:avLst/>
          </a:prstGeom>
          <a:blipFill rotWithShape="1">
            <a:blip r:embed="rId5">
              <a:alphaModFix/>
            </a:blip>
            <a:stretch>
              <a:fillRect b="-26657" l="-4348" r="0" t="-6666"/>
            </a:stretch>
          </a:blip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 </a:t>
            </a:r>
            <a:endParaRPr b="0" i="0" sz="1100" u="none" cap="none" strike="noStrike">
              <a:solidFill>
                <a:srgbClr val="000000"/>
              </a:solidFill>
              <a:latin typeface="Arial"/>
              <a:ea typeface="Arial"/>
              <a:cs typeface="Arial"/>
              <a:sym typeface="Arial"/>
            </a:endParaRPr>
          </a:p>
        </p:txBody>
      </p:sp>
      <p:sp>
        <p:nvSpPr>
          <p:cNvPr id="908" name="Google Shape;908;p34"/>
          <p:cNvSpPr/>
          <p:nvPr/>
        </p:nvSpPr>
        <p:spPr>
          <a:xfrm>
            <a:off x="4897489" y="333132"/>
            <a:ext cx="1047900" cy="206400"/>
          </a:xfrm>
          <a:prstGeom prst="rect">
            <a:avLst/>
          </a:prstGeom>
          <a:solidFill>
            <a:srgbClr val="BDE1AF"/>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cxnSp>
        <p:nvCxnSpPr>
          <p:cNvPr id="909" name="Google Shape;909;p34"/>
          <p:cNvCxnSpPr>
            <a:stCxn id="872" idx="0"/>
          </p:cNvCxnSpPr>
          <p:nvPr/>
        </p:nvCxnSpPr>
        <p:spPr>
          <a:xfrm flipH="1" rot="10800000">
            <a:off x="3308982" y="979514"/>
            <a:ext cx="1921800" cy="384600"/>
          </a:xfrm>
          <a:prstGeom prst="straightConnector1">
            <a:avLst/>
          </a:prstGeom>
          <a:noFill/>
          <a:ln cap="flat" cmpd="sng" w="19050">
            <a:solidFill>
              <a:srgbClr val="FF0000"/>
            </a:solidFill>
            <a:prstDash val="solid"/>
            <a:miter lim="8000"/>
            <a:headEnd len="sm" w="sm" type="none"/>
            <a:tailEnd len="med" w="med" type="triangle"/>
          </a:ln>
        </p:spPr>
      </p:cxnSp>
      <p:sp>
        <p:nvSpPr>
          <p:cNvPr id="910" name="Google Shape;910;p34"/>
          <p:cNvSpPr/>
          <p:nvPr/>
        </p:nvSpPr>
        <p:spPr>
          <a:xfrm>
            <a:off x="917488" y="3689118"/>
            <a:ext cx="840000" cy="206400"/>
          </a:xfrm>
          <a:prstGeom prst="rect">
            <a:avLst/>
          </a:prstGeom>
          <a:solidFill>
            <a:srgbClr val="CC0000"/>
          </a:solidFill>
          <a:ln cap="flat" cmpd="sng" w="19050">
            <a:solidFill>
              <a:srgbClr val="A5A5A5"/>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911" name="Google Shape;911;p34"/>
          <p:cNvSpPr/>
          <p:nvPr/>
        </p:nvSpPr>
        <p:spPr>
          <a:xfrm>
            <a:off x="1011113" y="3590028"/>
            <a:ext cx="840000" cy="206400"/>
          </a:xfrm>
          <a:prstGeom prst="rect">
            <a:avLst/>
          </a:prstGeom>
          <a:solidFill>
            <a:srgbClr val="CC0000"/>
          </a:solidFill>
          <a:ln cap="flat" cmpd="sng" w="19050">
            <a:solidFill>
              <a:srgbClr val="A5A5A5"/>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912" name="Google Shape;912;p34"/>
          <p:cNvSpPr/>
          <p:nvPr/>
        </p:nvSpPr>
        <p:spPr>
          <a:xfrm>
            <a:off x="922788" y="1364118"/>
            <a:ext cx="840000" cy="206400"/>
          </a:xfrm>
          <a:prstGeom prst="rect">
            <a:avLst/>
          </a:prstGeom>
          <a:solidFill>
            <a:srgbClr val="CC0000"/>
          </a:solidFill>
          <a:ln cap="flat" cmpd="sng" w="19050">
            <a:solidFill>
              <a:srgbClr val="A5A5A5"/>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913" name="Google Shape;913;p34"/>
          <p:cNvSpPr/>
          <p:nvPr/>
        </p:nvSpPr>
        <p:spPr>
          <a:xfrm>
            <a:off x="1026813" y="1268753"/>
            <a:ext cx="840000" cy="206400"/>
          </a:xfrm>
          <a:prstGeom prst="rect">
            <a:avLst/>
          </a:prstGeom>
          <a:solidFill>
            <a:srgbClr val="CC0000"/>
          </a:solidFill>
          <a:ln cap="flat" cmpd="sng" w="19050">
            <a:solidFill>
              <a:srgbClr val="A5A5A5"/>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914" name="Google Shape;914;p34"/>
          <p:cNvSpPr/>
          <p:nvPr/>
        </p:nvSpPr>
        <p:spPr>
          <a:xfrm>
            <a:off x="2858426" y="3685581"/>
            <a:ext cx="840000" cy="206400"/>
          </a:xfrm>
          <a:prstGeom prst="rect">
            <a:avLst/>
          </a:prstGeom>
          <a:solidFill>
            <a:srgbClr val="CC0000"/>
          </a:solidFill>
          <a:ln cap="flat" cmpd="sng" w="19050">
            <a:solidFill>
              <a:srgbClr val="A5A5A5"/>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915" name="Google Shape;915;p34"/>
          <p:cNvSpPr/>
          <p:nvPr/>
        </p:nvSpPr>
        <p:spPr>
          <a:xfrm>
            <a:off x="2935538" y="3590015"/>
            <a:ext cx="840000" cy="206400"/>
          </a:xfrm>
          <a:prstGeom prst="rect">
            <a:avLst/>
          </a:prstGeom>
          <a:solidFill>
            <a:srgbClr val="CC0000"/>
          </a:solidFill>
          <a:ln cap="flat" cmpd="sng" w="19050">
            <a:solidFill>
              <a:srgbClr val="A5A5A5"/>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916" name="Google Shape;916;p34"/>
          <p:cNvSpPr/>
          <p:nvPr/>
        </p:nvSpPr>
        <p:spPr>
          <a:xfrm>
            <a:off x="3005313" y="1254678"/>
            <a:ext cx="840000" cy="206400"/>
          </a:xfrm>
          <a:prstGeom prst="rect">
            <a:avLst/>
          </a:prstGeom>
          <a:solidFill>
            <a:srgbClr val="CC0000"/>
          </a:solidFill>
          <a:ln cap="flat" cmpd="sng" w="19050">
            <a:solidFill>
              <a:srgbClr val="A5A5A5"/>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917" name="Google Shape;917;p34"/>
          <p:cNvSpPr/>
          <p:nvPr/>
        </p:nvSpPr>
        <p:spPr>
          <a:xfrm>
            <a:off x="2876176" y="1364118"/>
            <a:ext cx="840000" cy="206400"/>
          </a:xfrm>
          <a:prstGeom prst="rect">
            <a:avLst/>
          </a:prstGeom>
          <a:solidFill>
            <a:srgbClr val="CC0000"/>
          </a:solidFill>
          <a:ln cap="flat" cmpd="sng" w="19050">
            <a:solidFill>
              <a:srgbClr val="A5A5A5"/>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918" name="Google Shape;918;p34"/>
          <p:cNvSpPr/>
          <p:nvPr/>
        </p:nvSpPr>
        <p:spPr>
          <a:xfrm>
            <a:off x="5200838" y="3590015"/>
            <a:ext cx="840000" cy="206400"/>
          </a:xfrm>
          <a:prstGeom prst="rect">
            <a:avLst/>
          </a:prstGeom>
          <a:solidFill>
            <a:srgbClr val="CC0000"/>
          </a:solidFill>
          <a:ln cap="flat" cmpd="sng" w="19050">
            <a:solidFill>
              <a:srgbClr val="A5A5A5"/>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919" name="Google Shape;919;p34"/>
          <p:cNvSpPr/>
          <p:nvPr/>
        </p:nvSpPr>
        <p:spPr>
          <a:xfrm>
            <a:off x="5095663" y="3701040"/>
            <a:ext cx="840000" cy="206400"/>
          </a:xfrm>
          <a:prstGeom prst="rect">
            <a:avLst/>
          </a:prstGeom>
          <a:solidFill>
            <a:srgbClr val="CC0000"/>
          </a:solidFill>
          <a:ln cap="flat" cmpd="sng" w="19050">
            <a:solidFill>
              <a:srgbClr val="A5A5A5"/>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920" name="Google Shape;920;p34"/>
          <p:cNvSpPr/>
          <p:nvPr/>
        </p:nvSpPr>
        <p:spPr>
          <a:xfrm>
            <a:off x="5295013" y="1290065"/>
            <a:ext cx="840000" cy="206400"/>
          </a:xfrm>
          <a:prstGeom prst="rect">
            <a:avLst/>
          </a:prstGeom>
          <a:solidFill>
            <a:srgbClr val="CC0000"/>
          </a:solidFill>
          <a:ln cap="flat" cmpd="sng" w="19050">
            <a:solidFill>
              <a:srgbClr val="A5A5A5"/>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921" name="Google Shape;921;p34"/>
          <p:cNvSpPr/>
          <p:nvPr/>
        </p:nvSpPr>
        <p:spPr>
          <a:xfrm>
            <a:off x="5207588" y="1394465"/>
            <a:ext cx="840000" cy="206400"/>
          </a:xfrm>
          <a:prstGeom prst="rect">
            <a:avLst/>
          </a:prstGeom>
          <a:solidFill>
            <a:srgbClr val="CC0000"/>
          </a:solidFill>
          <a:ln cap="flat" cmpd="sng" w="19050">
            <a:solidFill>
              <a:srgbClr val="A5A5A5"/>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922" name="Google Shape;922;p34"/>
          <p:cNvSpPr txBox="1"/>
          <p:nvPr/>
        </p:nvSpPr>
        <p:spPr>
          <a:xfrm>
            <a:off x="6742925" y="2113375"/>
            <a:ext cx="2401200" cy="2955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chemeClr val="dk1"/>
                </a:solidFill>
                <a:latin typeface="Calibri"/>
                <a:ea typeface="Calibri"/>
                <a:cs typeface="Calibri"/>
                <a:sym typeface="Calibri"/>
              </a:rPr>
              <a:t>How many KVs are we storing?</a:t>
            </a:r>
            <a:endParaRPr b="0"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chemeClr val="dk1"/>
                </a:solidFill>
                <a:latin typeface="Calibri"/>
                <a:ea typeface="Calibri"/>
                <a:cs typeface="Calibri"/>
                <a:sym typeface="Calibri"/>
              </a:rPr>
              <a:t>Num layers x </a:t>
            </a:r>
            <a:endParaRPr b="0"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chemeClr val="dk1"/>
                </a:solidFill>
                <a:latin typeface="Calibri"/>
                <a:ea typeface="Calibri"/>
                <a:cs typeface="Calibri"/>
                <a:sym typeface="Calibri"/>
              </a:rPr>
              <a:t>Num tokens x</a:t>
            </a:r>
            <a:endParaRPr b="0"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chemeClr val="dk1"/>
                </a:solidFill>
                <a:latin typeface="Calibri"/>
                <a:ea typeface="Calibri"/>
                <a:cs typeface="Calibri"/>
                <a:sym typeface="Calibri"/>
              </a:rPr>
              <a:t>2</a:t>
            </a:r>
            <a:endParaRPr b="0"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chemeClr val="dk1"/>
                </a:solidFill>
                <a:latin typeface="Calibri"/>
                <a:ea typeface="Calibri"/>
                <a:cs typeface="Calibri"/>
                <a:sym typeface="Calibri"/>
              </a:rPr>
              <a:t>Size of K/V?:</a:t>
            </a:r>
            <a:endParaRPr b="0"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chemeClr val="dk1"/>
                </a:solidFill>
                <a:latin typeface="Calibri"/>
                <a:ea typeface="Calibri"/>
                <a:cs typeface="Calibri"/>
                <a:sym typeface="Calibri"/>
              </a:rPr>
              <a:t>Embedding size</a:t>
            </a:r>
            <a:endParaRPr b="0"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23" name="Google Shape;923;p34"/>
          <p:cNvSpPr txBox="1"/>
          <p:nvPr>
            <p:ph type="title"/>
          </p:nvPr>
        </p:nvSpPr>
        <p:spPr>
          <a:xfrm>
            <a:off x="6852650" y="-18725"/>
            <a:ext cx="2230500" cy="1996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SzPts val="1400"/>
              <a:buNone/>
            </a:pPr>
            <a:r>
              <a:rPr lang="en"/>
              <a:t>What is the size of the KV cache?</a:t>
            </a:r>
            <a:endParaRPr/>
          </a:p>
        </p:txBody>
      </p:sp>
      <p:sp>
        <p:nvSpPr>
          <p:cNvPr id="924" name="Google Shape;924;p34"/>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rm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en"/>
              <a:t>‹#›</a:t>
            </a:fld>
            <a:endParaRPr/>
          </a:p>
        </p:txBody>
      </p:sp>
      <p:cxnSp>
        <p:nvCxnSpPr>
          <p:cNvPr id="925" name="Google Shape;925;p34"/>
          <p:cNvCxnSpPr/>
          <p:nvPr/>
        </p:nvCxnSpPr>
        <p:spPr>
          <a:xfrm>
            <a:off x="6321287" y="943853"/>
            <a:ext cx="0" cy="2860400"/>
          </a:xfrm>
          <a:prstGeom prst="straightConnector1">
            <a:avLst/>
          </a:prstGeom>
          <a:noFill/>
          <a:ln cap="flat" cmpd="sng" w="25400">
            <a:solidFill>
              <a:schemeClr val="accent1"/>
            </a:solidFill>
            <a:prstDash val="solid"/>
            <a:round/>
            <a:headEnd len="med" w="med" type="triangle"/>
            <a:tailEnd len="med" w="med" type="triangle"/>
          </a:ln>
          <a:effectLst>
            <a:outerShdw blurRad="40000" rotWithShape="0" dir="5400000" dist="20000">
              <a:srgbClr val="000000">
                <a:alpha val="38039"/>
              </a:srgbClr>
            </a:outerShdw>
          </a:effectLst>
        </p:spPr>
      </p:cxnSp>
      <p:cxnSp>
        <p:nvCxnSpPr>
          <p:cNvPr id="926" name="Google Shape;926;p34"/>
          <p:cNvCxnSpPr/>
          <p:nvPr/>
        </p:nvCxnSpPr>
        <p:spPr>
          <a:xfrm rot="10800000">
            <a:off x="843416" y="4996200"/>
            <a:ext cx="4641014" cy="0"/>
          </a:xfrm>
          <a:prstGeom prst="straightConnector1">
            <a:avLst/>
          </a:prstGeom>
          <a:noFill/>
          <a:ln cap="flat" cmpd="sng" w="25400">
            <a:solidFill>
              <a:schemeClr val="accent1"/>
            </a:solidFill>
            <a:prstDash val="solid"/>
            <a:round/>
            <a:headEnd len="med" w="med" type="triangle"/>
            <a:tailEnd len="med" w="med" type="triangle"/>
          </a:ln>
          <a:effectLst>
            <a:outerShdw blurRad="40000" rotWithShape="0" dir="5400000" dist="20000">
              <a:srgbClr val="000000">
                <a:alpha val="38039"/>
              </a:srgbClr>
            </a:outerShdw>
          </a:effectLst>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2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2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22">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22">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22">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22">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22">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22">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22">
                                            <p:txEl>
                                              <p:pRg end="8" st="8"/>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0" name="Shape 930"/>
        <p:cNvGrpSpPr/>
        <p:nvPr/>
      </p:nvGrpSpPr>
      <p:grpSpPr>
        <a:xfrm>
          <a:off x="0" y="0"/>
          <a:ext cx="0" cy="0"/>
          <a:chOff x="0" y="0"/>
          <a:chExt cx="0" cy="0"/>
        </a:xfrm>
      </p:grpSpPr>
      <p:sp>
        <p:nvSpPr>
          <p:cNvPr id="931" name="Google Shape;931;g3f5a7a8b598_0_6"/>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p>
            <a:pPr indent="0" lvl="0" marL="0" rtl="0" algn="ctr">
              <a:lnSpc>
                <a:spcPct val="100000"/>
              </a:lnSpc>
              <a:spcBef>
                <a:spcPts val="0"/>
              </a:spcBef>
              <a:spcAft>
                <a:spcPts val="0"/>
              </a:spcAft>
              <a:buSzPts val="3600"/>
              <a:buNone/>
            </a:pPr>
            <a:r>
              <a:rPr lang="en"/>
              <a:t>2. Prefix Caching</a:t>
            </a:r>
            <a:endParaRPr/>
          </a:p>
        </p:txBody>
      </p:sp>
      <p:sp>
        <p:nvSpPr>
          <p:cNvPr id="932" name="Google Shape;932;g3f5a7a8b598_0_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6" name="Shape 936"/>
        <p:cNvGrpSpPr/>
        <p:nvPr/>
      </p:nvGrpSpPr>
      <p:grpSpPr>
        <a:xfrm>
          <a:off x="0" y="0"/>
          <a:ext cx="0" cy="0"/>
          <a:chOff x="0" y="0"/>
          <a:chExt cx="0" cy="0"/>
        </a:xfrm>
      </p:grpSpPr>
      <p:sp>
        <p:nvSpPr>
          <p:cNvPr id="937" name="Google Shape;937;g3f5a7a8b598_0_11"/>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t/>
            </a:r>
            <a:endParaRPr/>
          </a:p>
        </p:txBody>
      </p:sp>
      <p:sp>
        <p:nvSpPr>
          <p:cNvPr id="938" name="Google Shape;938;g3f5a7a8b598_0_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pic>
        <p:nvPicPr>
          <p:cNvPr id="939" name="Google Shape;939;g3f5a7a8b598_0_11"/>
          <p:cNvPicPr preferRelativeResize="0"/>
          <p:nvPr/>
        </p:nvPicPr>
        <p:blipFill>
          <a:blip r:embed="rId3">
            <a:alphaModFix/>
          </a:blip>
          <a:stretch>
            <a:fillRect/>
          </a:stretch>
        </p:blipFill>
        <p:spPr>
          <a:xfrm>
            <a:off x="671225" y="-42450"/>
            <a:ext cx="6690199" cy="5228399"/>
          </a:xfrm>
          <a:prstGeom prst="rect">
            <a:avLst/>
          </a:prstGeom>
          <a:noFill/>
          <a:ln>
            <a:noFill/>
          </a:ln>
        </p:spPr>
      </p:pic>
      <p:sp>
        <p:nvSpPr>
          <p:cNvPr id="940" name="Google Shape;940;g3f5a7a8b598_0_11"/>
          <p:cNvSpPr txBox="1"/>
          <p:nvPr/>
        </p:nvSpPr>
        <p:spPr>
          <a:xfrm>
            <a:off x="196975" y="4851675"/>
            <a:ext cx="42024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1"/>
                </a:solidFill>
              </a:rPr>
              <a:t>https://jarvislabs.ai/blog/vllm-optimization-techniques</a:t>
            </a:r>
            <a:endParaRPr sz="1000">
              <a:solidFill>
                <a:schemeClr val="dk1"/>
              </a:solidFil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4" name="Shape 944"/>
        <p:cNvGrpSpPr/>
        <p:nvPr/>
      </p:nvGrpSpPr>
      <p:grpSpPr>
        <a:xfrm>
          <a:off x="0" y="0"/>
          <a:ext cx="0" cy="0"/>
          <a:chOff x="0" y="0"/>
          <a:chExt cx="0" cy="0"/>
        </a:xfrm>
      </p:grpSpPr>
      <p:sp>
        <p:nvSpPr>
          <p:cNvPr id="945" name="Google Shape;945;p60"/>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p>
            <a:pPr indent="0" lvl="0" marL="0" rtl="0" algn="ctr">
              <a:lnSpc>
                <a:spcPct val="100000"/>
              </a:lnSpc>
              <a:spcBef>
                <a:spcPts val="0"/>
              </a:spcBef>
              <a:spcAft>
                <a:spcPts val="0"/>
              </a:spcAft>
              <a:buSzPts val="3600"/>
              <a:buNone/>
            </a:pPr>
            <a:r>
              <a:rPr lang="en"/>
              <a:t>Decoding strategies</a:t>
            </a:r>
            <a:endParaRPr/>
          </a:p>
        </p:txBody>
      </p:sp>
      <p:sp>
        <p:nvSpPr>
          <p:cNvPr id="946" name="Google Shape;946;p6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0" name="Shape 950"/>
        <p:cNvGrpSpPr/>
        <p:nvPr/>
      </p:nvGrpSpPr>
      <p:grpSpPr>
        <a:xfrm>
          <a:off x="0" y="0"/>
          <a:ext cx="0" cy="0"/>
          <a:chOff x="0" y="0"/>
          <a:chExt cx="0" cy="0"/>
        </a:xfrm>
      </p:grpSpPr>
      <p:sp>
        <p:nvSpPr>
          <p:cNvPr id="951" name="Google Shape;951;p61"/>
          <p:cNvSpPr/>
          <p:nvPr/>
        </p:nvSpPr>
        <p:spPr>
          <a:xfrm>
            <a:off x="1125300" y="1003856"/>
            <a:ext cx="6411000" cy="1540500"/>
          </a:xfrm>
          <a:prstGeom prst="rect">
            <a:avLst/>
          </a:prstGeom>
          <a:noFill/>
          <a:ln cap="flat" cmpd="sng" w="19050">
            <a:solidFill>
              <a:schemeClr val="accent2"/>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952" name="Google Shape;952;p61"/>
          <p:cNvSpPr/>
          <p:nvPr/>
        </p:nvSpPr>
        <p:spPr>
          <a:xfrm>
            <a:off x="1720927" y="4483637"/>
            <a:ext cx="1047900" cy="206400"/>
          </a:xfrm>
          <a:prstGeom prst="rect">
            <a:avLst/>
          </a:prstGeom>
          <a:solidFill>
            <a:srgbClr val="BDE1AF"/>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953" name="Google Shape;953;p61"/>
          <p:cNvSpPr/>
          <p:nvPr/>
        </p:nvSpPr>
        <p:spPr>
          <a:xfrm>
            <a:off x="3638342" y="4483637"/>
            <a:ext cx="1047900" cy="206400"/>
          </a:xfrm>
          <a:prstGeom prst="rect">
            <a:avLst/>
          </a:prstGeom>
          <a:solidFill>
            <a:srgbClr val="BDE1AF"/>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954" name="Google Shape;954;p61"/>
          <p:cNvSpPr/>
          <p:nvPr/>
        </p:nvSpPr>
        <p:spPr>
          <a:xfrm>
            <a:off x="5555756" y="4500400"/>
            <a:ext cx="1047900" cy="206400"/>
          </a:xfrm>
          <a:prstGeom prst="rect">
            <a:avLst/>
          </a:prstGeom>
          <a:solidFill>
            <a:srgbClr val="BDE1AF"/>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955" name="Google Shape;955;p61"/>
          <p:cNvSpPr/>
          <p:nvPr/>
        </p:nvSpPr>
        <p:spPr>
          <a:xfrm>
            <a:off x="1127594" y="2976323"/>
            <a:ext cx="6411000" cy="1375200"/>
          </a:xfrm>
          <a:prstGeom prst="rect">
            <a:avLst/>
          </a:prstGeom>
          <a:noFill/>
          <a:ln cap="flat" cmpd="sng" w="19050">
            <a:solidFill>
              <a:schemeClr val="accent2"/>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956" name="Google Shape;956;p61"/>
          <p:cNvSpPr txBox="1"/>
          <p:nvPr/>
        </p:nvSpPr>
        <p:spPr>
          <a:xfrm>
            <a:off x="1442482" y="4582900"/>
            <a:ext cx="456600"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6AA84F"/>
                </a:solidFill>
                <a:latin typeface="Arial"/>
                <a:ea typeface="Arial"/>
                <a:cs typeface="Arial"/>
                <a:sym typeface="Arial"/>
              </a:rPr>
              <a:t>a</a:t>
            </a:r>
            <a:r>
              <a:rPr b="1" baseline="-25000" i="0" lang="en" sz="1400" u="none" cap="none" strike="noStrike">
                <a:solidFill>
                  <a:srgbClr val="6AA84F"/>
                </a:solidFill>
                <a:latin typeface="Arial"/>
                <a:ea typeface="Arial"/>
                <a:cs typeface="Arial"/>
                <a:sym typeface="Arial"/>
              </a:rPr>
              <a:t>1</a:t>
            </a:r>
            <a:endParaRPr b="1" i="0" sz="1400" u="none" cap="none" strike="noStrike">
              <a:solidFill>
                <a:srgbClr val="6AA84F"/>
              </a:solidFill>
              <a:latin typeface="Arial"/>
              <a:ea typeface="Arial"/>
              <a:cs typeface="Arial"/>
              <a:sym typeface="Arial"/>
            </a:endParaRPr>
          </a:p>
        </p:txBody>
      </p:sp>
      <p:sp>
        <p:nvSpPr>
          <p:cNvPr id="957" name="Google Shape;957;p61"/>
          <p:cNvSpPr txBox="1"/>
          <p:nvPr/>
        </p:nvSpPr>
        <p:spPr>
          <a:xfrm>
            <a:off x="3317735" y="4566150"/>
            <a:ext cx="410100"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6AA84F"/>
                </a:solidFill>
                <a:latin typeface="Arial"/>
                <a:ea typeface="Arial"/>
                <a:cs typeface="Arial"/>
                <a:sym typeface="Arial"/>
              </a:rPr>
              <a:t>a</a:t>
            </a:r>
            <a:r>
              <a:rPr b="1" baseline="-25000" i="0" lang="en" sz="1400" u="none" cap="none" strike="noStrike">
                <a:solidFill>
                  <a:srgbClr val="6AA84F"/>
                </a:solidFill>
                <a:latin typeface="Arial"/>
                <a:ea typeface="Arial"/>
                <a:cs typeface="Arial"/>
                <a:sym typeface="Arial"/>
              </a:rPr>
              <a:t>2</a:t>
            </a:r>
            <a:endParaRPr b="1" i="0" sz="1400" u="none" cap="none" strike="noStrike">
              <a:solidFill>
                <a:srgbClr val="6AA84F"/>
              </a:solidFill>
              <a:latin typeface="Arial"/>
              <a:ea typeface="Arial"/>
              <a:cs typeface="Arial"/>
              <a:sym typeface="Arial"/>
            </a:endParaRPr>
          </a:p>
        </p:txBody>
      </p:sp>
      <p:sp>
        <p:nvSpPr>
          <p:cNvPr id="958" name="Google Shape;958;p61"/>
          <p:cNvSpPr txBox="1"/>
          <p:nvPr/>
        </p:nvSpPr>
        <p:spPr>
          <a:xfrm>
            <a:off x="5265990" y="4566150"/>
            <a:ext cx="410100"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6AA84F"/>
                </a:solidFill>
                <a:latin typeface="Arial"/>
                <a:ea typeface="Arial"/>
                <a:cs typeface="Arial"/>
                <a:sym typeface="Arial"/>
              </a:rPr>
              <a:t>a</a:t>
            </a:r>
            <a:r>
              <a:rPr b="1" baseline="-25000" i="0" lang="en" sz="1400" u="none" cap="none" strike="noStrike">
                <a:solidFill>
                  <a:srgbClr val="6AA84F"/>
                </a:solidFill>
                <a:latin typeface="Arial"/>
                <a:ea typeface="Arial"/>
                <a:cs typeface="Arial"/>
                <a:sym typeface="Arial"/>
              </a:rPr>
              <a:t>3</a:t>
            </a:r>
            <a:endParaRPr b="1" i="0" sz="1400" u="none" cap="none" strike="noStrike">
              <a:solidFill>
                <a:srgbClr val="6AA84F"/>
              </a:solidFill>
              <a:latin typeface="Arial"/>
              <a:ea typeface="Arial"/>
              <a:cs typeface="Arial"/>
              <a:sym typeface="Arial"/>
            </a:endParaRPr>
          </a:p>
        </p:txBody>
      </p:sp>
      <p:sp>
        <p:nvSpPr>
          <p:cNvPr id="959" name="Google Shape;959;p61"/>
          <p:cNvSpPr txBox="1"/>
          <p:nvPr/>
        </p:nvSpPr>
        <p:spPr>
          <a:xfrm>
            <a:off x="1912865" y="4646825"/>
            <a:ext cx="752100"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Arial"/>
                <a:ea typeface="Arial"/>
                <a:cs typeface="Arial"/>
                <a:sym typeface="Arial"/>
              </a:rPr>
              <a:t>Once</a:t>
            </a:r>
            <a:endParaRPr b="0" i="0" sz="1100" u="none" cap="none" strike="noStrike">
              <a:solidFill>
                <a:srgbClr val="000000"/>
              </a:solidFill>
              <a:latin typeface="Arial"/>
              <a:ea typeface="Arial"/>
              <a:cs typeface="Arial"/>
              <a:sym typeface="Arial"/>
            </a:endParaRPr>
          </a:p>
        </p:txBody>
      </p:sp>
      <p:sp>
        <p:nvSpPr>
          <p:cNvPr id="960" name="Google Shape;960;p61"/>
          <p:cNvSpPr txBox="1"/>
          <p:nvPr/>
        </p:nvSpPr>
        <p:spPr>
          <a:xfrm>
            <a:off x="3900310" y="4646825"/>
            <a:ext cx="706200"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Arial"/>
                <a:ea typeface="Arial"/>
                <a:cs typeface="Arial"/>
                <a:sym typeface="Arial"/>
              </a:rPr>
              <a:t>upon</a:t>
            </a:r>
            <a:endParaRPr b="0" i="0" sz="1100" u="none" cap="none" strike="noStrike">
              <a:solidFill>
                <a:srgbClr val="000000"/>
              </a:solidFill>
              <a:latin typeface="Arial"/>
              <a:ea typeface="Arial"/>
              <a:cs typeface="Arial"/>
              <a:sym typeface="Arial"/>
            </a:endParaRPr>
          </a:p>
        </p:txBody>
      </p:sp>
      <p:sp>
        <p:nvSpPr>
          <p:cNvPr id="961" name="Google Shape;961;p61"/>
          <p:cNvSpPr txBox="1"/>
          <p:nvPr/>
        </p:nvSpPr>
        <p:spPr>
          <a:xfrm>
            <a:off x="5964201" y="4646823"/>
            <a:ext cx="231000"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Arial"/>
                <a:ea typeface="Arial"/>
                <a:cs typeface="Arial"/>
                <a:sym typeface="Arial"/>
              </a:rPr>
              <a:t>a</a:t>
            </a:r>
            <a:endParaRPr b="0" i="0" sz="1100" u="none" cap="none" strike="noStrike">
              <a:solidFill>
                <a:srgbClr val="000000"/>
              </a:solidFill>
              <a:latin typeface="Arial"/>
              <a:ea typeface="Arial"/>
              <a:cs typeface="Arial"/>
              <a:sym typeface="Arial"/>
            </a:endParaRPr>
          </a:p>
        </p:txBody>
      </p:sp>
      <p:sp>
        <p:nvSpPr>
          <p:cNvPr id="962" name="Google Shape;962;p61"/>
          <p:cNvSpPr/>
          <p:nvPr/>
        </p:nvSpPr>
        <p:spPr>
          <a:xfrm>
            <a:off x="1928977" y="3744883"/>
            <a:ext cx="840000" cy="206400"/>
          </a:xfrm>
          <a:prstGeom prst="rect">
            <a:avLst/>
          </a:prstGeom>
          <a:solidFill>
            <a:srgbClr val="AEDFFF"/>
          </a:solidFill>
          <a:ln cap="flat" cmpd="sng" w="19050">
            <a:solidFill>
              <a:srgbClr val="A5A5A5"/>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963" name="Google Shape;963;p61"/>
          <p:cNvSpPr/>
          <p:nvPr/>
        </p:nvSpPr>
        <p:spPr>
          <a:xfrm>
            <a:off x="1824952" y="3848086"/>
            <a:ext cx="840000" cy="206400"/>
          </a:xfrm>
          <a:prstGeom prst="rect">
            <a:avLst/>
          </a:prstGeom>
          <a:solidFill>
            <a:srgbClr val="FDD349"/>
          </a:solidFill>
          <a:ln cap="flat" cmpd="sng" w="19050">
            <a:solidFill>
              <a:srgbClr val="A5A5A5"/>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964" name="Google Shape;964;p61"/>
          <p:cNvSpPr/>
          <p:nvPr/>
        </p:nvSpPr>
        <p:spPr>
          <a:xfrm>
            <a:off x="1720927" y="3951289"/>
            <a:ext cx="840000" cy="206400"/>
          </a:xfrm>
          <a:prstGeom prst="rect">
            <a:avLst/>
          </a:prstGeom>
          <a:solidFill>
            <a:srgbClr val="EDD6F0"/>
          </a:solidFill>
          <a:ln cap="flat" cmpd="sng" w="19050">
            <a:solidFill>
              <a:srgbClr val="A5A5A5"/>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965" name="Google Shape;965;p61"/>
          <p:cNvSpPr txBox="1"/>
          <p:nvPr/>
        </p:nvSpPr>
        <p:spPr>
          <a:xfrm>
            <a:off x="1438875" y="3951289"/>
            <a:ext cx="383220"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E59DDC"/>
                </a:solidFill>
                <a:latin typeface="Arial"/>
                <a:ea typeface="Arial"/>
                <a:cs typeface="Arial"/>
                <a:sym typeface="Arial"/>
              </a:rPr>
              <a:t>q</a:t>
            </a:r>
            <a:r>
              <a:rPr b="0" baseline="-25000" i="0" lang="en" sz="1400" u="none" cap="none" strike="noStrike">
                <a:solidFill>
                  <a:srgbClr val="E59DDC"/>
                </a:solidFill>
                <a:latin typeface="Arial"/>
                <a:ea typeface="Arial"/>
                <a:cs typeface="Arial"/>
                <a:sym typeface="Arial"/>
              </a:rPr>
              <a:t>1</a:t>
            </a:r>
            <a:endParaRPr b="0" i="0" sz="1400" u="none" cap="none" strike="noStrike">
              <a:solidFill>
                <a:srgbClr val="E59DDC"/>
              </a:solidFill>
              <a:latin typeface="Arial"/>
              <a:ea typeface="Arial"/>
              <a:cs typeface="Arial"/>
              <a:sym typeface="Arial"/>
            </a:endParaRPr>
          </a:p>
        </p:txBody>
      </p:sp>
      <p:sp>
        <p:nvSpPr>
          <p:cNvPr id="966" name="Google Shape;966;p61"/>
          <p:cNvSpPr txBox="1"/>
          <p:nvPr/>
        </p:nvSpPr>
        <p:spPr>
          <a:xfrm>
            <a:off x="1489096" y="3779154"/>
            <a:ext cx="297300"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BC86"/>
                </a:solidFill>
                <a:latin typeface="Arial"/>
                <a:ea typeface="Arial"/>
                <a:cs typeface="Arial"/>
                <a:sym typeface="Arial"/>
              </a:rPr>
              <a:t>k</a:t>
            </a:r>
            <a:r>
              <a:rPr b="0" baseline="-25000" i="0" lang="en" sz="1400" u="none" cap="none" strike="noStrike">
                <a:solidFill>
                  <a:srgbClr val="FFBC86"/>
                </a:solidFill>
                <a:latin typeface="Arial"/>
                <a:ea typeface="Arial"/>
                <a:cs typeface="Arial"/>
                <a:sym typeface="Arial"/>
              </a:rPr>
              <a:t>1</a:t>
            </a:r>
            <a:endParaRPr b="0" i="0" sz="1400" u="none" cap="none" strike="noStrike">
              <a:solidFill>
                <a:srgbClr val="FFBC86"/>
              </a:solidFill>
              <a:latin typeface="Arial"/>
              <a:ea typeface="Arial"/>
              <a:cs typeface="Arial"/>
              <a:sym typeface="Arial"/>
            </a:endParaRPr>
          </a:p>
        </p:txBody>
      </p:sp>
      <p:sp>
        <p:nvSpPr>
          <p:cNvPr id="967" name="Google Shape;967;p61"/>
          <p:cNvSpPr txBox="1"/>
          <p:nvPr/>
        </p:nvSpPr>
        <p:spPr>
          <a:xfrm>
            <a:off x="1593121" y="3654461"/>
            <a:ext cx="297300"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43AFE2"/>
                </a:solidFill>
                <a:latin typeface="Arial"/>
                <a:ea typeface="Arial"/>
                <a:cs typeface="Arial"/>
                <a:sym typeface="Arial"/>
              </a:rPr>
              <a:t>v</a:t>
            </a:r>
            <a:r>
              <a:rPr b="0" baseline="-25000" i="0" lang="en" sz="1400" u="none" cap="none" strike="noStrike">
                <a:solidFill>
                  <a:srgbClr val="43AFE2"/>
                </a:solidFill>
                <a:latin typeface="Arial"/>
                <a:ea typeface="Arial"/>
                <a:cs typeface="Arial"/>
                <a:sym typeface="Arial"/>
              </a:rPr>
              <a:t>1</a:t>
            </a:r>
            <a:endParaRPr b="0" i="0" sz="1400" u="none" cap="none" strike="noStrike">
              <a:solidFill>
                <a:srgbClr val="43AFE2"/>
              </a:solidFill>
              <a:latin typeface="Arial"/>
              <a:ea typeface="Arial"/>
              <a:cs typeface="Arial"/>
              <a:sym typeface="Arial"/>
            </a:endParaRPr>
          </a:p>
        </p:txBody>
      </p:sp>
      <p:sp>
        <p:nvSpPr>
          <p:cNvPr id="968" name="Google Shape;968;p61"/>
          <p:cNvSpPr/>
          <p:nvPr/>
        </p:nvSpPr>
        <p:spPr>
          <a:xfrm>
            <a:off x="3870518" y="3737045"/>
            <a:ext cx="840000" cy="206400"/>
          </a:xfrm>
          <a:prstGeom prst="rect">
            <a:avLst/>
          </a:prstGeom>
          <a:solidFill>
            <a:srgbClr val="AEDFFF"/>
          </a:solidFill>
          <a:ln cap="flat" cmpd="sng" w="19050">
            <a:solidFill>
              <a:srgbClr val="A5A5A5"/>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969" name="Google Shape;969;p61"/>
          <p:cNvSpPr/>
          <p:nvPr/>
        </p:nvSpPr>
        <p:spPr>
          <a:xfrm>
            <a:off x="3766493" y="3840248"/>
            <a:ext cx="840000" cy="206400"/>
          </a:xfrm>
          <a:prstGeom prst="rect">
            <a:avLst/>
          </a:prstGeom>
          <a:solidFill>
            <a:srgbClr val="FDD349"/>
          </a:solidFill>
          <a:ln cap="flat" cmpd="sng" w="19050">
            <a:solidFill>
              <a:srgbClr val="A5A5A5"/>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970" name="Google Shape;970;p61"/>
          <p:cNvSpPr/>
          <p:nvPr/>
        </p:nvSpPr>
        <p:spPr>
          <a:xfrm>
            <a:off x="3662468" y="3943451"/>
            <a:ext cx="840000" cy="206400"/>
          </a:xfrm>
          <a:prstGeom prst="rect">
            <a:avLst/>
          </a:prstGeom>
          <a:solidFill>
            <a:srgbClr val="EDD6F0"/>
          </a:solidFill>
          <a:ln cap="flat" cmpd="sng" w="19050">
            <a:solidFill>
              <a:srgbClr val="A5A5A5"/>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971" name="Google Shape;971;p61"/>
          <p:cNvSpPr txBox="1"/>
          <p:nvPr/>
        </p:nvSpPr>
        <p:spPr>
          <a:xfrm>
            <a:off x="3380416" y="3943451"/>
            <a:ext cx="367197"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E59DDC"/>
                </a:solidFill>
                <a:latin typeface="Arial"/>
                <a:ea typeface="Arial"/>
                <a:cs typeface="Arial"/>
                <a:sym typeface="Arial"/>
              </a:rPr>
              <a:t>q</a:t>
            </a:r>
            <a:r>
              <a:rPr b="0" baseline="-25000" i="0" lang="en" sz="1400" u="none" cap="none" strike="noStrike">
                <a:solidFill>
                  <a:srgbClr val="E59DDC"/>
                </a:solidFill>
                <a:latin typeface="Arial"/>
                <a:ea typeface="Arial"/>
                <a:cs typeface="Arial"/>
                <a:sym typeface="Arial"/>
              </a:rPr>
              <a:t>2</a:t>
            </a:r>
            <a:endParaRPr b="0" i="0" sz="1400" u="none" cap="none" strike="noStrike">
              <a:solidFill>
                <a:srgbClr val="E59DDC"/>
              </a:solidFill>
              <a:latin typeface="Arial"/>
              <a:ea typeface="Arial"/>
              <a:cs typeface="Arial"/>
              <a:sym typeface="Arial"/>
            </a:endParaRPr>
          </a:p>
        </p:txBody>
      </p:sp>
      <p:sp>
        <p:nvSpPr>
          <p:cNvPr id="972" name="Google Shape;972;p61"/>
          <p:cNvSpPr txBox="1"/>
          <p:nvPr/>
        </p:nvSpPr>
        <p:spPr>
          <a:xfrm>
            <a:off x="3430637" y="3771316"/>
            <a:ext cx="297300"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BC86"/>
                </a:solidFill>
                <a:latin typeface="Arial"/>
                <a:ea typeface="Arial"/>
                <a:cs typeface="Arial"/>
                <a:sym typeface="Arial"/>
              </a:rPr>
              <a:t>k</a:t>
            </a:r>
            <a:r>
              <a:rPr b="0" baseline="-25000" i="0" lang="en" sz="1400" u="none" cap="none" strike="noStrike">
                <a:solidFill>
                  <a:srgbClr val="FFBC86"/>
                </a:solidFill>
                <a:latin typeface="Arial"/>
                <a:ea typeface="Arial"/>
                <a:cs typeface="Arial"/>
                <a:sym typeface="Arial"/>
              </a:rPr>
              <a:t>2</a:t>
            </a:r>
            <a:endParaRPr b="0" i="0" sz="1400" u="none" cap="none" strike="noStrike">
              <a:solidFill>
                <a:srgbClr val="FFBC86"/>
              </a:solidFill>
              <a:latin typeface="Arial"/>
              <a:ea typeface="Arial"/>
              <a:cs typeface="Arial"/>
              <a:sym typeface="Arial"/>
            </a:endParaRPr>
          </a:p>
        </p:txBody>
      </p:sp>
      <p:sp>
        <p:nvSpPr>
          <p:cNvPr id="973" name="Google Shape;973;p61"/>
          <p:cNvSpPr txBox="1"/>
          <p:nvPr/>
        </p:nvSpPr>
        <p:spPr>
          <a:xfrm>
            <a:off x="3534662" y="3646623"/>
            <a:ext cx="297300"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43AFE2"/>
                </a:solidFill>
                <a:latin typeface="Arial"/>
                <a:ea typeface="Arial"/>
                <a:cs typeface="Arial"/>
                <a:sym typeface="Arial"/>
              </a:rPr>
              <a:t>v</a:t>
            </a:r>
            <a:r>
              <a:rPr b="0" baseline="-25000" i="0" lang="en" sz="1400" u="none" cap="none" strike="noStrike">
                <a:solidFill>
                  <a:srgbClr val="43AFE2"/>
                </a:solidFill>
                <a:latin typeface="Arial"/>
                <a:ea typeface="Arial"/>
                <a:cs typeface="Arial"/>
                <a:sym typeface="Arial"/>
              </a:rPr>
              <a:t>2</a:t>
            </a:r>
            <a:endParaRPr b="0" i="0" sz="1400" u="none" cap="none" strike="noStrike">
              <a:solidFill>
                <a:srgbClr val="43AFE2"/>
              </a:solidFill>
              <a:latin typeface="Arial"/>
              <a:ea typeface="Arial"/>
              <a:cs typeface="Arial"/>
              <a:sym typeface="Arial"/>
            </a:endParaRPr>
          </a:p>
        </p:txBody>
      </p:sp>
      <p:sp>
        <p:nvSpPr>
          <p:cNvPr id="974" name="Google Shape;974;p61"/>
          <p:cNvSpPr/>
          <p:nvPr/>
        </p:nvSpPr>
        <p:spPr>
          <a:xfrm>
            <a:off x="5779954" y="3744883"/>
            <a:ext cx="840000" cy="206400"/>
          </a:xfrm>
          <a:prstGeom prst="rect">
            <a:avLst/>
          </a:prstGeom>
          <a:solidFill>
            <a:srgbClr val="AEDFFF"/>
          </a:solidFill>
          <a:ln cap="flat" cmpd="sng" w="19050">
            <a:solidFill>
              <a:srgbClr val="A5A5A5"/>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975" name="Google Shape;975;p61"/>
          <p:cNvSpPr/>
          <p:nvPr/>
        </p:nvSpPr>
        <p:spPr>
          <a:xfrm>
            <a:off x="5675929" y="3848086"/>
            <a:ext cx="840000" cy="206400"/>
          </a:xfrm>
          <a:prstGeom prst="rect">
            <a:avLst/>
          </a:prstGeom>
          <a:solidFill>
            <a:srgbClr val="FDD349"/>
          </a:solidFill>
          <a:ln cap="flat" cmpd="sng" w="19050">
            <a:solidFill>
              <a:srgbClr val="A5A5A5"/>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976" name="Google Shape;976;p61"/>
          <p:cNvSpPr/>
          <p:nvPr/>
        </p:nvSpPr>
        <p:spPr>
          <a:xfrm>
            <a:off x="5571904" y="3951289"/>
            <a:ext cx="840000" cy="206400"/>
          </a:xfrm>
          <a:prstGeom prst="rect">
            <a:avLst/>
          </a:prstGeom>
          <a:solidFill>
            <a:srgbClr val="EDD6F0"/>
          </a:solidFill>
          <a:ln cap="flat" cmpd="sng" w="19050">
            <a:solidFill>
              <a:srgbClr val="A5A5A5"/>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977" name="Google Shape;977;p61"/>
          <p:cNvSpPr txBox="1"/>
          <p:nvPr/>
        </p:nvSpPr>
        <p:spPr>
          <a:xfrm>
            <a:off x="5289851" y="3951289"/>
            <a:ext cx="347521"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E59DDC"/>
                </a:solidFill>
                <a:latin typeface="Arial"/>
                <a:ea typeface="Arial"/>
                <a:cs typeface="Arial"/>
                <a:sym typeface="Arial"/>
              </a:rPr>
              <a:t>q</a:t>
            </a:r>
            <a:r>
              <a:rPr b="0" baseline="-25000" i="0" lang="en" sz="1400" u="none" cap="none" strike="noStrike">
                <a:solidFill>
                  <a:srgbClr val="E59DDC"/>
                </a:solidFill>
                <a:latin typeface="Arial"/>
                <a:ea typeface="Arial"/>
                <a:cs typeface="Arial"/>
                <a:sym typeface="Arial"/>
              </a:rPr>
              <a:t>3</a:t>
            </a:r>
            <a:endParaRPr b="0" i="0" sz="1400" u="none" cap="none" strike="noStrike">
              <a:solidFill>
                <a:srgbClr val="E59DDC"/>
              </a:solidFill>
              <a:latin typeface="Arial"/>
              <a:ea typeface="Arial"/>
              <a:cs typeface="Arial"/>
              <a:sym typeface="Arial"/>
            </a:endParaRPr>
          </a:p>
        </p:txBody>
      </p:sp>
      <p:sp>
        <p:nvSpPr>
          <p:cNvPr id="978" name="Google Shape;978;p61"/>
          <p:cNvSpPr txBox="1"/>
          <p:nvPr/>
        </p:nvSpPr>
        <p:spPr>
          <a:xfrm>
            <a:off x="5340073" y="3779154"/>
            <a:ext cx="297300"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BC86"/>
                </a:solidFill>
                <a:latin typeface="Arial"/>
                <a:ea typeface="Arial"/>
                <a:cs typeface="Arial"/>
                <a:sym typeface="Arial"/>
              </a:rPr>
              <a:t>k</a:t>
            </a:r>
            <a:r>
              <a:rPr b="0" baseline="-25000" i="0" lang="en" sz="1400" u="none" cap="none" strike="noStrike">
                <a:solidFill>
                  <a:srgbClr val="FFBC86"/>
                </a:solidFill>
                <a:latin typeface="Arial"/>
                <a:ea typeface="Arial"/>
                <a:cs typeface="Arial"/>
                <a:sym typeface="Arial"/>
              </a:rPr>
              <a:t>3</a:t>
            </a:r>
            <a:endParaRPr b="0" i="0" sz="1400" u="none" cap="none" strike="noStrike">
              <a:solidFill>
                <a:srgbClr val="FFBC86"/>
              </a:solidFill>
              <a:latin typeface="Arial"/>
              <a:ea typeface="Arial"/>
              <a:cs typeface="Arial"/>
              <a:sym typeface="Arial"/>
            </a:endParaRPr>
          </a:p>
        </p:txBody>
      </p:sp>
      <p:sp>
        <p:nvSpPr>
          <p:cNvPr id="979" name="Google Shape;979;p61"/>
          <p:cNvSpPr txBox="1"/>
          <p:nvPr/>
        </p:nvSpPr>
        <p:spPr>
          <a:xfrm>
            <a:off x="5444098" y="3654461"/>
            <a:ext cx="297300"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43AFE2"/>
                </a:solidFill>
                <a:latin typeface="Arial"/>
                <a:ea typeface="Arial"/>
                <a:cs typeface="Arial"/>
                <a:sym typeface="Arial"/>
              </a:rPr>
              <a:t>v</a:t>
            </a:r>
            <a:r>
              <a:rPr b="0" baseline="-25000" i="0" lang="en" sz="1400" u="none" cap="none" strike="noStrike">
                <a:solidFill>
                  <a:srgbClr val="43AFE2"/>
                </a:solidFill>
                <a:latin typeface="Arial"/>
                <a:ea typeface="Arial"/>
                <a:cs typeface="Arial"/>
                <a:sym typeface="Arial"/>
              </a:rPr>
              <a:t>3</a:t>
            </a:r>
            <a:endParaRPr b="0" i="0" sz="1400" u="none" cap="none" strike="noStrike">
              <a:solidFill>
                <a:srgbClr val="43AFE2"/>
              </a:solidFill>
              <a:latin typeface="Arial"/>
              <a:ea typeface="Arial"/>
              <a:cs typeface="Arial"/>
              <a:sym typeface="Arial"/>
            </a:endParaRPr>
          </a:p>
        </p:txBody>
      </p:sp>
      <p:sp>
        <p:nvSpPr>
          <p:cNvPr id="980" name="Google Shape;980;p61"/>
          <p:cNvSpPr/>
          <p:nvPr/>
        </p:nvSpPr>
        <p:spPr>
          <a:xfrm>
            <a:off x="1720927" y="2652459"/>
            <a:ext cx="1047900" cy="206400"/>
          </a:xfrm>
          <a:prstGeom prst="rect">
            <a:avLst/>
          </a:prstGeom>
          <a:solidFill>
            <a:srgbClr val="BDE1AF"/>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981" name="Google Shape;981;p61"/>
          <p:cNvSpPr/>
          <p:nvPr/>
        </p:nvSpPr>
        <p:spPr>
          <a:xfrm>
            <a:off x="3638342" y="2652459"/>
            <a:ext cx="1047900" cy="206400"/>
          </a:xfrm>
          <a:prstGeom prst="rect">
            <a:avLst/>
          </a:prstGeom>
          <a:solidFill>
            <a:srgbClr val="BDE1AF"/>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982" name="Google Shape;982;p61"/>
          <p:cNvSpPr/>
          <p:nvPr/>
        </p:nvSpPr>
        <p:spPr>
          <a:xfrm>
            <a:off x="5555756" y="2669221"/>
            <a:ext cx="1047900" cy="206400"/>
          </a:xfrm>
          <a:prstGeom prst="rect">
            <a:avLst/>
          </a:prstGeom>
          <a:solidFill>
            <a:srgbClr val="BDE1AF"/>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983" name="Google Shape;983;p61"/>
          <p:cNvSpPr txBox="1"/>
          <p:nvPr/>
        </p:nvSpPr>
        <p:spPr>
          <a:xfrm>
            <a:off x="1442482" y="2620027"/>
            <a:ext cx="456600"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6AA84F"/>
                </a:solidFill>
                <a:latin typeface="Arial"/>
                <a:ea typeface="Arial"/>
                <a:cs typeface="Arial"/>
                <a:sym typeface="Arial"/>
              </a:rPr>
              <a:t>b</a:t>
            </a:r>
            <a:r>
              <a:rPr b="1" baseline="-25000" i="0" lang="en" sz="1400" u="none" cap="none" strike="noStrike">
                <a:solidFill>
                  <a:srgbClr val="6AA84F"/>
                </a:solidFill>
                <a:latin typeface="Arial"/>
                <a:ea typeface="Arial"/>
                <a:cs typeface="Arial"/>
                <a:sym typeface="Arial"/>
              </a:rPr>
              <a:t>1</a:t>
            </a:r>
            <a:endParaRPr b="1" i="0" sz="1400" u="none" cap="none" strike="noStrike">
              <a:solidFill>
                <a:srgbClr val="6AA84F"/>
              </a:solidFill>
              <a:latin typeface="Arial"/>
              <a:ea typeface="Arial"/>
              <a:cs typeface="Arial"/>
              <a:sym typeface="Arial"/>
            </a:endParaRPr>
          </a:p>
        </p:txBody>
      </p:sp>
      <p:sp>
        <p:nvSpPr>
          <p:cNvPr id="984" name="Google Shape;984;p61"/>
          <p:cNvSpPr txBox="1"/>
          <p:nvPr/>
        </p:nvSpPr>
        <p:spPr>
          <a:xfrm>
            <a:off x="3317735" y="2582552"/>
            <a:ext cx="410100"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6AA84F"/>
                </a:solidFill>
                <a:latin typeface="Arial"/>
                <a:ea typeface="Arial"/>
                <a:cs typeface="Arial"/>
                <a:sym typeface="Arial"/>
              </a:rPr>
              <a:t>b</a:t>
            </a:r>
            <a:r>
              <a:rPr b="1" baseline="-25000" i="0" lang="en" sz="1400" u="none" cap="none" strike="noStrike">
                <a:solidFill>
                  <a:srgbClr val="6AA84F"/>
                </a:solidFill>
                <a:latin typeface="Arial"/>
                <a:ea typeface="Arial"/>
                <a:cs typeface="Arial"/>
                <a:sym typeface="Arial"/>
              </a:rPr>
              <a:t>2</a:t>
            </a:r>
            <a:endParaRPr b="1" i="0" sz="1400" u="none" cap="none" strike="noStrike">
              <a:solidFill>
                <a:srgbClr val="6AA84F"/>
              </a:solidFill>
              <a:latin typeface="Arial"/>
              <a:ea typeface="Arial"/>
              <a:cs typeface="Arial"/>
              <a:sym typeface="Arial"/>
            </a:endParaRPr>
          </a:p>
        </p:txBody>
      </p:sp>
      <p:sp>
        <p:nvSpPr>
          <p:cNvPr id="985" name="Google Shape;985;p61"/>
          <p:cNvSpPr txBox="1"/>
          <p:nvPr/>
        </p:nvSpPr>
        <p:spPr>
          <a:xfrm>
            <a:off x="5265990" y="2582552"/>
            <a:ext cx="456600"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6AA84F"/>
                </a:solidFill>
                <a:latin typeface="Arial"/>
                <a:ea typeface="Arial"/>
                <a:cs typeface="Arial"/>
                <a:sym typeface="Arial"/>
              </a:rPr>
              <a:t>b</a:t>
            </a:r>
            <a:r>
              <a:rPr b="1" baseline="-25000" i="0" lang="en" sz="1400" u="none" cap="none" strike="noStrike">
                <a:solidFill>
                  <a:srgbClr val="6AA84F"/>
                </a:solidFill>
                <a:latin typeface="Arial"/>
                <a:ea typeface="Arial"/>
                <a:cs typeface="Arial"/>
                <a:sym typeface="Arial"/>
              </a:rPr>
              <a:t>3</a:t>
            </a:r>
            <a:endParaRPr b="1" i="0" sz="1400" u="none" cap="none" strike="noStrike">
              <a:solidFill>
                <a:srgbClr val="6AA84F"/>
              </a:solidFill>
              <a:latin typeface="Arial"/>
              <a:ea typeface="Arial"/>
              <a:cs typeface="Arial"/>
              <a:sym typeface="Arial"/>
            </a:endParaRPr>
          </a:p>
        </p:txBody>
      </p:sp>
      <p:cxnSp>
        <p:nvCxnSpPr>
          <p:cNvPr id="986" name="Google Shape;986;p61"/>
          <p:cNvCxnSpPr>
            <a:stCxn id="970" idx="0"/>
            <a:endCxn id="987" idx="2"/>
          </p:cNvCxnSpPr>
          <p:nvPr/>
        </p:nvCxnSpPr>
        <p:spPr>
          <a:xfrm rot="10800000">
            <a:off x="4053668" y="3486251"/>
            <a:ext cx="28800" cy="457200"/>
          </a:xfrm>
          <a:prstGeom prst="straightConnector1">
            <a:avLst/>
          </a:prstGeom>
          <a:noFill/>
          <a:ln cap="flat" cmpd="sng" w="19050">
            <a:solidFill>
              <a:srgbClr val="E59DDC"/>
            </a:solidFill>
            <a:prstDash val="solid"/>
            <a:miter lim="8000"/>
            <a:headEnd len="sm" w="sm" type="none"/>
            <a:tailEnd len="med" w="med" type="triangle"/>
          </a:ln>
        </p:spPr>
      </p:cxnSp>
      <p:cxnSp>
        <p:nvCxnSpPr>
          <p:cNvPr id="988" name="Google Shape;988;p61"/>
          <p:cNvCxnSpPr>
            <a:endCxn id="989" idx="2"/>
          </p:cNvCxnSpPr>
          <p:nvPr/>
        </p:nvCxnSpPr>
        <p:spPr>
          <a:xfrm rot="10800000">
            <a:off x="2134000" y="3525550"/>
            <a:ext cx="13800" cy="410100"/>
          </a:xfrm>
          <a:prstGeom prst="straightConnector1">
            <a:avLst/>
          </a:prstGeom>
          <a:noFill/>
          <a:ln cap="flat" cmpd="sng" w="19050">
            <a:solidFill>
              <a:srgbClr val="E59DDC"/>
            </a:solidFill>
            <a:prstDash val="solid"/>
            <a:miter lim="8000"/>
            <a:headEnd len="sm" w="sm" type="none"/>
            <a:tailEnd len="med" w="med" type="triangle"/>
          </a:ln>
        </p:spPr>
      </p:cxnSp>
      <p:cxnSp>
        <p:nvCxnSpPr>
          <p:cNvPr id="990" name="Google Shape;990;p61"/>
          <p:cNvCxnSpPr>
            <a:endCxn id="991" idx="2"/>
          </p:cNvCxnSpPr>
          <p:nvPr/>
        </p:nvCxnSpPr>
        <p:spPr>
          <a:xfrm flipH="1" rot="10800000">
            <a:off x="5963200" y="3525550"/>
            <a:ext cx="10200" cy="423300"/>
          </a:xfrm>
          <a:prstGeom prst="straightConnector1">
            <a:avLst/>
          </a:prstGeom>
          <a:noFill/>
          <a:ln cap="flat" cmpd="sng" w="19050">
            <a:solidFill>
              <a:srgbClr val="E59DDC"/>
            </a:solidFill>
            <a:prstDash val="solid"/>
            <a:miter lim="8000"/>
            <a:headEnd len="sm" w="sm" type="none"/>
            <a:tailEnd len="med" w="med" type="triangle"/>
          </a:ln>
        </p:spPr>
      </p:cxnSp>
      <p:cxnSp>
        <p:nvCxnSpPr>
          <p:cNvPr id="992" name="Google Shape;992;p61"/>
          <p:cNvCxnSpPr>
            <a:stCxn id="963" idx="0"/>
            <a:endCxn id="987" idx="1"/>
          </p:cNvCxnSpPr>
          <p:nvPr/>
        </p:nvCxnSpPr>
        <p:spPr>
          <a:xfrm flipH="1" rot="10800000">
            <a:off x="2244952" y="3383086"/>
            <a:ext cx="1491600" cy="465000"/>
          </a:xfrm>
          <a:prstGeom prst="straightConnector1">
            <a:avLst/>
          </a:prstGeom>
          <a:noFill/>
          <a:ln cap="flat" cmpd="sng" w="19050">
            <a:solidFill>
              <a:srgbClr val="72C4E9"/>
            </a:solidFill>
            <a:prstDash val="solid"/>
            <a:miter lim="8000"/>
            <a:headEnd len="sm" w="sm" type="none"/>
            <a:tailEnd len="med" w="med" type="triangle"/>
          </a:ln>
        </p:spPr>
      </p:cxnSp>
      <p:cxnSp>
        <p:nvCxnSpPr>
          <p:cNvPr id="993" name="Google Shape;993;p61"/>
          <p:cNvCxnSpPr>
            <a:stCxn id="963" idx="0"/>
            <a:endCxn id="991" idx="1"/>
          </p:cNvCxnSpPr>
          <p:nvPr/>
        </p:nvCxnSpPr>
        <p:spPr>
          <a:xfrm flipH="1" rot="10800000">
            <a:off x="2244952" y="3422386"/>
            <a:ext cx="3411300" cy="425700"/>
          </a:xfrm>
          <a:prstGeom prst="straightConnector1">
            <a:avLst/>
          </a:prstGeom>
          <a:noFill/>
          <a:ln cap="flat" cmpd="sng" w="19050">
            <a:solidFill>
              <a:srgbClr val="72C4E9"/>
            </a:solidFill>
            <a:prstDash val="solid"/>
            <a:miter lim="8000"/>
            <a:headEnd len="sm" w="sm" type="none"/>
            <a:tailEnd len="med" w="med" type="triangle"/>
          </a:ln>
        </p:spPr>
      </p:cxnSp>
      <p:cxnSp>
        <p:nvCxnSpPr>
          <p:cNvPr id="994" name="Google Shape;994;p61"/>
          <p:cNvCxnSpPr>
            <a:stCxn id="969" idx="0"/>
            <a:endCxn id="991" idx="1"/>
          </p:cNvCxnSpPr>
          <p:nvPr/>
        </p:nvCxnSpPr>
        <p:spPr>
          <a:xfrm flipH="1" rot="10800000">
            <a:off x="4186493" y="3422348"/>
            <a:ext cx="1469700" cy="417900"/>
          </a:xfrm>
          <a:prstGeom prst="straightConnector1">
            <a:avLst/>
          </a:prstGeom>
          <a:noFill/>
          <a:ln cap="flat" cmpd="sng" w="19050">
            <a:solidFill>
              <a:srgbClr val="72C4E9"/>
            </a:solidFill>
            <a:prstDash val="solid"/>
            <a:miter lim="8000"/>
            <a:headEnd len="sm" w="sm" type="none"/>
            <a:tailEnd len="med" w="med" type="triangle"/>
          </a:ln>
        </p:spPr>
      </p:cxnSp>
      <p:cxnSp>
        <p:nvCxnSpPr>
          <p:cNvPr id="995" name="Google Shape;995;p61"/>
          <p:cNvCxnSpPr/>
          <p:nvPr/>
        </p:nvCxnSpPr>
        <p:spPr>
          <a:xfrm rot="10800000">
            <a:off x="2146004" y="2851360"/>
            <a:ext cx="0" cy="529200"/>
          </a:xfrm>
          <a:prstGeom prst="straightConnector1">
            <a:avLst/>
          </a:prstGeom>
          <a:noFill/>
          <a:ln cap="flat" cmpd="sng" w="19050">
            <a:solidFill>
              <a:schemeClr val="accent1"/>
            </a:solidFill>
            <a:prstDash val="dash"/>
            <a:miter lim="8000"/>
            <a:headEnd len="sm" w="sm" type="none"/>
            <a:tailEnd len="med" w="med" type="triangle"/>
          </a:ln>
        </p:spPr>
      </p:cxnSp>
      <p:cxnSp>
        <p:nvCxnSpPr>
          <p:cNvPr id="996" name="Google Shape;996;p61"/>
          <p:cNvCxnSpPr/>
          <p:nvPr/>
        </p:nvCxnSpPr>
        <p:spPr>
          <a:xfrm rot="10800000">
            <a:off x="4069741" y="2844274"/>
            <a:ext cx="0" cy="529200"/>
          </a:xfrm>
          <a:prstGeom prst="straightConnector1">
            <a:avLst/>
          </a:prstGeom>
          <a:noFill/>
          <a:ln cap="flat" cmpd="sng" w="19050">
            <a:solidFill>
              <a:schemeClr val="accent1"/>
            </a:solidFill>
            <a:prstDash val="dash"/>
            <a:miter lim="8000"/>
            <a:headEnd len="sm" w="sm" type="none"/>
            <a:tailEnd len="med" w="med" type="triangle"/>
          </a:ln>
        </p:spPr>
      </p:cxnSp>
      <p:cxnSp>
        <p:nvCxnSpPr>
          <p:cNvPr id="997" name="Google Shape;997;p61"/>
          <p:cNvCxnSpPr/>
          <p:nvPr/>
        </p:nvCxnSpPr>
        <p:spPr>
          <a:xfrm rot="10800000">
            <a:off x="5959617" y="2835944"/>
            <a:ext cx="0" cy="529200"/>
          </a:xfrm>
          <a:prstGeom prst="straightConnector1">
            <a:avLst/>
          </a:prstGeom>
          <a:noFill/>
          <a:ln cap="flat" cmpd="sng" w="19050">
            <a:solidFill>
              <a:schemeClr val="accent1"/>
            </a:solidFill>
            <a:prstDash val="dash"/>
            <a:miter lim="8000"/>
            <a:headEnd len="sm" w="sm" type="none"/>
            <a:tailEnd len="med" w="med" type="triangle"/>
          </a:ln>
        </p:spPr>
      </p:cxnSp>
      <p:cxnSp>
        <p:nvCxnSpPr>
          <p:cNvPr id="998" name="Google Shape;998;p61"/>
          <p:cNvCxnSpPr/>
          <p:nvPr/>
        </p:nvCxnSpPr>
        <p:spPr>
          <a:xfrm rot="10800000">
            <a:off x="2120164" y="1353683"/>
            <a:ext cx="0" cy="1130700"/>
          </a:xfrm>
          <a:prstGeom prst="straightConnector1">
            <a:avLst/>
          </a:prstGeom>
          <a:noFill/>
          <a:ln cap="flat" cmpd="sng" w="19050">
            <a:solidFill>
              <a:schemeClr val="accent1"/>
            </a:solidFill>
            <a:prstDash val="dash"/>
            <a:miter lim="8000"/>
            <a:headEnd len="sm" w="sm" type="none"/>
            <a:tailEnd len="med" w="med" type="triangle"/>
          </a:ln>
        </p:spPr>
      </p:cxnSp>
      <p:cxnSp>
        <p:nvCxnSpPr>
          <p:cNvPr id="999" name="Google Shape;999;p61"/>
          <p:cNvCxnSpPr/>
          <p:nvPr/>
        </p:nvCxnSpPr>
        <p:spPr>
          <a:xfrm rot="10800000">
            <a:off x="4043882" y="1346756"/>
            <a:ext cx="6300" cy="1092900"/>
          </a:xfrm>
          <a:prstGeom prst="straightConnector1">
            <a:avLst/>
          </a:prstGeom>
          <a:noFill/>
          <a:ln cap="flat" cmpd="sng" w="19050">
            <a:solidFill>
              <a:schemeClr val="accent1"/>
            </a:solidFill>
            <a:prstDash val="dash"/>
            <a:miter lim="8000"/>
            <a:headEnd len="sm" w="sm" type="none"/>
            <a:tailEnd len="med" w="med" type="triangle"/>
          </a:ln>
        </p:spPr>
      </p:cxnSp>
      <p:sp>
        <p:nvSpPr>
          <p:cNvPr id="1000" name="Google Shape;1000;p61"/>
          <p:cNvSpPr/>
          <p:nvPr/>
        </p:nvSpPr>
        <p:spPr>
          <a:xfrm>
            <a:off x="1969329" y="1829910"/>
            <a:ext cx="840000" cy="206400"/>
          </a:xfrm>
          <a:prstGeom prst="rect">
            <a:avLst/>
          </a:prstGeom>
          <a:solidFill>
            <a:srgbClr val="AEDFFF"/>
          </a:solidFill>
          <a:ln cap="flat" cmpd="sng" w="19050">
            <a:solidFill>
              <a:srgbClr val="A5A5A5"/>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001" name="Google Shape;1001;p61"/>
          <p:cNvSpPr/>
          <p:nvPr/>
        </p:nvSpPr>
        <p:spPr>
          <a:xfrm>
            <a:off x="1865304" y="1933113"/>
            <a:ext cx="840000" cy="206400"/>
          </a:xfrm>
          <a:prstGeom prst="rect">
            <a:avLst/>
          </a:prstGeom>
          <a:solidFill>
            <a:srgbClr val="FDD349"/>
          </a:solidFill>
          <a:ln cap="flat" cmpd="sng" w="19050">
            <a:solidFill>
              <a:srgbClr val="A5A5A5"/>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002" name="Google Shape;1002;p61"/>
          <p:cNvSpPr/>
          <p:nvPr/>
        </p:nvSpPr>
        <p:spPr>
          <a:xfrm>
            <a:off x="1761279" y="2036316"/>
            <a:ext cx="840000" cy="206400"/>
          </a:xfrm>
          <a:prstGeom prst="rect">
            <a:avLst/>
          </a:prstGeom>
          <a:solidFill>
            <a:srgbClr val="EDD6F0"/>
          </a:solidFill>
          <a:ln cap="flat" cmpd="sng" w="19050">
            <a:solidFill>
              <a:srgbClr val="A5A5A5"/>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003" name="Google Shape;1003;p61"/>
          <p:cNvSpPr txBox="1"/>
          <p:nvPr/>
        </p:nvSpPr>
        <p:spPr>
          <a:xfrm>
            <a:off x="1479226" y="2036316"/>
            <a:ext cx="380447"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E59DDC"/>
                </a:solidFill>
                <a:latin typeface="Arial"/>
                <a:ea typeface="Arial"/>
                <a:cs typeface="Arial"/>
                <a:sym typeface="Arial"/>
              </a:rPr>
              <a:t>q</a:t>
            </a:r>
            <a:r>
              <a:rPr b="0" baseline="-25000" i="0" lang="en" sz="1400" u="none" cap="none" strike="noStrike">
                <a:solidFill>
                  <a:srgbClr val="E59DDC"/>
                </a:solidFill>
                <a:latin typeface="Arial"/>
                <a:ea typeface="Arial"/>
                <a:cs typeface="Arial"/>
                <a:sym typeface="Arial"/>
              </a:rPr>
              <a:t>1</a:t>
            </a:r>
            <a:endParaRPr b="0" i="0" sz="1400" u="none" cap="none" strike="noStrike">
              <a:solidFill>
                <a:srgbClr val="E59DDC"/>
              </a:solidFill>
              <a:latin typeface="Arial"/>
              <a:ea typeface="Arial"/>
              <a:cs typeface="Arial"/>
              <a:sym typeface="Arial"/>
            </a:endParaRPr>
          </a:p>
        </p:txBody>
      </p:sp>
      <p:sp>
        <p:nvSpPr>
          <p:cNvPr id="1004" name="Google Shape;1004;p61"/>
          <p:cNvSpPr txBox="1"/>
          <p:nvPr/>
        </p:nvSpPr>
        <p:spPr>
          <a:xfrm>
            <a:off x="1529448" y="1864181"/>
            <a:ext cx="297300"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BC86"/>
                </a:solidFill>
                <a:latin typeface="Arial"/>
                <a:ea typeface="Arial"/>
                <a:cs typeface="Arial"/>
                <a:sym typeface="Arial"/>
              </a:rPr>
              <a:t>k</a:t>
            </a:r>
            <a:r>
              <a:rPr b="0" baseline="-25000" i="0" lang="en" sz="1400" u="none" cap="none" strike="noStrike">
                <a:solidFill>
                  <a:srgbClr val="FFBC86"/>
                </a:solidFill>
                <a:latin typeface="Arial"/>
                <a:ea typeface="Arial"/>
                <a:cs typeface="Arial"/>
                <a:sym typeface="Arial"/>
              </a:rPr>
              <a:t>1</a:t>
            </a:r>
            <a:endParaRPr b="0" i="0" sz="1400" u="none" cap="none" strike="noStrike">
              <a:solidFill>
                <a:srgbClr val="FFBC86"/>
              </a:solidFill>
              <a:latin typeface="Arial"/>
              <a:ea typeface="Arial"/>
              <a:cs typeface="Arial"/>
              <a:sym typeface="Arial"/>
            </a:endParaRPr>
          </a:p>
        </p:txBody>
      </p:sp>
      <p:sp>
        <p:nvSpPr>
          <p:cNvPr id="1005" name="Google Shape;1005;p61"/>
          <p:cNvSpPr txBox="1"/>
          <p:nvPr/>
        </p:nvSpPr>
        <p:spPr>
          <a:xfrm>
            <a:off x="1633473" y="1739489"/>
            <a:ext cx="297300"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43AFE2"/>
                </a:solidFill>
                <a:latin typeface="Arial"/>
                <a:ea typeface="Arial"/>
                <a:cs typeface="Arial"/>
                <a:sym typeface="Arial"/>
              </a:rPr>
              <a:t>v</a:t>
            </a:r>
            <a:r>
              <a:rPr b="0" baseline="-25000" i="0" lang="en" sz="1400" u="none" cap="none" strike="noStrike">
                <a:solidFill>
                  <a:srgbClr val="43AFE2"/>
                </a:solidFill>
                <a:latin typeface="Arial"/>
                <a:ea typeface="Arial"/>
                <a:cs typeface="Arial"/>
                <a:sym typeface="Arial"/>
              </a:rPr>
              <a:t>1</a:t>
            </a:r>
            <a:endParaRPr b="0" i="0" sz="1400" u="none" cap="none" strike="noStrike">
              <a:solidFill>
                <a:srgbClr val="43AFE2"/>
              </a:solidFill>
              <a:latin typeface="Arial"/>
              <a:ea typeface="Arial"/>
              <a:cs typeface="Arial"/>
              <a:sym typeface="Arial"/>
            </a:endParaRPr>
          </a:p>
        </p:txBody>
      </p:sp>
      <p:sp>
        <p:nvSpPr>
          <p:cNvPr id="1006" name="Google Shape;1006;p61"/>
          <p:cNvSpPr/>
          <p:nvPr/>
        </p:nvSpPr>
        <p:spPr>
          <a:xfrm>
            <a:off x="3910871" y="1822072"/>
            <a:ext cx="840000" cy="206400"/>
          </a:xfrm>
          <a:prstGeom prst="rect">
            <a:avLst/>
          </a:prstGeom>
          <a:solidFill>
            <a:srgbClr val="AEDFFF"/>
          </a:solidFill>
          <a:ln cap="flat" cmpd="sng" w="19050">
            <a:solidFill>
              <a:srgbClr val="A5A5A5"/>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007" name="Google Shape;1007;p61"/>
          <p:cNvSpPr/>
          <p:nvPr/>
        </p:nvSpPr>
        <p:spPr>
          <a:xfrm>
            <a:off x="3806846" y="1925275"/>
            <a:ext cx="840000" cy="206400"/>
          </a:xfrm>
          <a:prstGeom prst="rect">
            <a:avLst/>
          </a:prstGeom>
          <a:solidFill>
            <a:srgbClr val="FDD349"/>
          </a:solidFill>
          <a:ln cap="flat" cmpd="sng" w="19050">
            <a:solidFill>
              <a:srgbClr val="A5A5A5"/>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008" name="Google Shape;1008;p61"/>
          <p:cNvSpPr/>
          <p:nvPr/>
        </p:nvSpPr>
        <p:spPr>
          <a:xfrm>
            <a:off x="3702821" y="2028478"/>
            <a:ext cx="840000" cy="206400"/>
          </a:xfrm>
          <a:prstGeom prst="rect">
            <a:avLst/>
          </a:prstGeom>
          <a:solidFill>
            <a:srgbClr val="EDD6F0"/>
          </a:solidFill>
          <a:ln cap="flat" cmpd="sng" w="19050">
            <a:solidFill>
              <a:srgbClr val="A5A5A5"/>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009" name="Google Shape;1009;p61"/>
          <p:cNvSpPr txBox="1"/>
          <p:nvPr/>
        </p:nvSpPr>
        <p:spPr>
          <a:xfrm>
            <a:off x="3420768" y="2028478"/>
            <a:ext cx="347521"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E59DDC"/>
                </a:solidFill>
                <a:latin typeface="Arial"/>
                <a:ea typeface="Arial"/>
                <a:cs typeface="Arial"/>
                <a:sym typeface="Arial"/>
              </a:rPr>
              <a:t>q</a:t>
            </a:r>
            <a:r>
              <a:rPr b="0" baseline="-25000" i="0" lang="en" sz="1400" u="none" cap="none" strike="noStrike">
                <a:solidFill>
                  <a:srgbClr val="E59DDC"/>
                </a:solidFill>
                <a:latin typeface="Arial"/>
                <a:ea typeface="Arial"/>
                <a:cs typeface="Arial"/>
                <a:sym typeface="Arial"/>
              </a:rPr>
              <a:t>2</a:t>
            </a:r>
            <a:endParaRPr b="0" i="0" sz="1400" u="none" cap="none" strike="noStrike">
              <a:solidFill>
                <a:srgbClr val="E59DDC"/>
              </a:solidFill>
              <a:latin typeface="Arial"/>
              <a:ea typeface="Arial"/>
              <a:cs typeface="Arial"/>
              <a:sym typeface="Arial"/>
            </a:endParaRPr>
          </a:p>
        </p:txBody>
      </p:sp>
      <p:sp>
        <p:nvSpPr>
          <p:cNvPr id="1010" name="Google Shape;1010;p61"/>
          <p:cNvSpPr txBox="1"/>
          <p:nvPr/>
        </p:nvSpPr>
        <p:spPr>
          <a:xfrm>
            <a:off x="3470990" y="1856343"/>
            <a:ext cx="297300"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BC86"/>
                </a:solidFill>
                <a:latin typeface="Arial"/>
                <a:ea typeface="Arial"/>
                <a:cs typeface="Arial"/>
                <a:sym typeface="Arial"/>
              </a:rPr>
              <a:t>k</a:t>
            </a:r>
            <a:r>
              <a:rPr b="0" baseline="-25000" i="0" lang="en" sz="1400" u="none" cap="none" strike="noStrike">
                <a:solidFill>
                  <a:srgbClr val="FFBC86"/>
                </a:solidFill>
                <a:latin typeface="Arial"/>
                <a:ea typeface="Arial"/>
                <a:cs typeface="Arial"/>
                <a:sym typeface="Arial"/>
              </a:rPr>
              <a:t>2</a:t>
            </a:r>
            <a:endParaRPr b="0" i="0" sz="1400" u="none" cap="none" strike="noStrike">
              <a:solidFill>
                <a:srgbClr val="FFBC86"/>
              </a:solidFill>
              <a:latin typeface="Arial"/>
              <a:ea typeface="Arial"/>
              <a:cs typeface="Arial"/>
              <a:sym typeface="Arial"/>
            </a:endParaRPr>
          </a:p>
        </p:txBody>
      </p:sp>
      <p:sp>
        <p:nvSpPr>
          <p:cNvPr id="1011" name="Google Shape;1011;p61"/>
          <p:cNvSpPr txBox="1"/>
          <p:nvPr/>
        </p:nvSpPr>
        <p:spPr>
          <a:xfrm>
            <a:off x="3575015" y="1731650"/>
            <a:ext cx="297300"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43AFE2"/>
                </a:solidFill>
                <a:latin typeface="Arial"/>
                <a:ea typeface="Arial"/>
                <a:cs typeface="Arial"/>
                <a:sym typeface="Arial"/>
              </a:rPr>
              <a:t>v</a:t>
            </a:r>
            <a:r>
              <a:rPr b="0" baseline="-25000" i="0" lang="en" sz="1400" u="none" cap="none" strike="noStrike">
                <a:solidFill>
                  <a:srgbClr val="43AFE2"/>
                </a:solidFill>
                <a:latin typeface="Arial"/>
                <a:ea typeface="Arial"/>
                <a:cs typeface="Arial"/>
                <a:sym typeface="Arial"/>
              </a:rPr>
              <a:t>2</a:t>
            </a:r>
            <a:endParaRPr b="0" i="0" sz="1400" u="none" cap="none" strike="noStrike">
              <a:solidFill>
                <a:srgbClr val="43AFE2"/>
              </a:solidFill>
              <a:latin typeface="Arial"/>
              <a:ea typeface="Arial"/>
              <a:cs typeface="Arial"/>
              <a:sym typeface="Arial"/>
            </a:endParaRPr>
          </a:p>
        </p:txBody>
      </p:sp>
      <p:sp>
        <p:nvSpPr>
          <p:cNvPr id="1012" name="Google Shape;1012;p61"/>
          <p:cNvSpPr/>
          <p:nvPr/>
        </p:nvSpPr>
        <p:spPr>
          <a:xfrm>
            <a:off x="5820306" y="1829910"/>
            <a:ext cx="840000" cy="206400"/>
          </a:xfrm>
          <a:prstGeom prst="rect">
            <a:avLst/>
          </a:prstGeom>
          <a:solidFill>
            <a:srgbClr val="AEDFFF"/>
          </a:solidFill>
          <a:ln cap="flat" cmpd="sng" w="19050">
            <a:solidFill>
              <a:srgbClr val="A5A5A5"/>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013" name="Google Shape;1013;p61"/>
          <p:cNvSpPr/>
          <p:nvPr/>
        </p:nvSpPr>
        <p:spPr>
          <a:xfrm>
            <a:off x="5716281" y="1933113"/>
            <a:ext cx="840000" cy="206400"/>
          </a:xfrm>
          <a:prstGeom prst="rect">
            <a:avLst/>
          </a:prstGeom>
          <a:solidFill>
            <a:srgbClr val="FDD349"/>
          </a:solidFill>
          <a:ln cap="flat" cmpd="sng" w="19050">
            <a:solidFill>
              <a:srgbClr val="A5A5A5"/>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014" name="Google Shape;1014;p61"/>
          <p:cNvSpPr/>
          <p:nvPr/>
        </p:nvSpPr>
        <p:spPr>
          <a:xfrm>
            <a:off x="5612256" y="2036316"/>
            <a:ext cx="840000" cy="206400"/>
          </a:xfrm>
          <a:prstGeom prst="rect">
            <a:avLst/>
          </a:prstGeom>
          <a:solidFill>
            <a:srgbClr val="EDD6F0"/>
          </a:solidFill>
          <a:ln cap="flat" cmpd="sng" w="19050">
            <a:solidFill>
              <a:srgbClr val="A5A5A5"/>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015" name="Google Shape;1015;p61"/>
          <p:cNvSpPr txBox="1"/>
          <p:nvPr/>
        </p:nvSpPr>
        <p:spPr>
          <a:xfrm>
            <a:off x="5330203" y="2036316"/>
            <a:ext cx="381863"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E59DDC"/>
                </a:solidFill>
                <a:latin typeface="Arial"/>
                <a:ea typeface="Arial"/>
                <a:cs typeface="Arial"/>
                <a:sym typeface="Arial"/>
              </a:rPr>
              <a:t>q</a:t>
            </a:r>
            <a:r>
              <a:rPr b="0" baseline="-25000" i="0" lang="en" sz="1400" u="none" cap="none" strike="noStrike">
                <a:solidFill>
                  <a:srgbClr val="E59DDC"/>
                </a:solidFill>
                <a:latin typeface="Arial"/>
                <a:ea typeface="Arial"/>
                <a:cs typeface="Arial"/>
                <a:sym typeface="Arial"/>
              </a:rPr>
              <a:t>3</a:t>
            </a:r>
            <a:endParaRPr b="0" i="0" sz="1400" u="none" cap="none" strike="noStrike">
              <a:solidFill>
                <a:srgbClr val="E59DDC"/>
              </a:solidFill>
              <a:latin typeface="Arial"/>
              <a:ea typeface="Arial"/>
              <a:cs typeface="Arial"/>
              <a:sym typeface="Arial"/>
            </a:endParaRPr>
          </a:p>
        </p:txBody>
      </p:sp>
      <p:sp>
        <p:nvSpPr>
          <p:cNvPr id="1016" name="Google Shape;1016;p61"/>
          <p:cNvSpPr txBox="1"/>
          <p:nvPr/>
        </p:nvSpPr>
        <p:spPr>
          <a:xfrm>
            <a:off x="5380425" y="1864181"/>
            <a:ext cx="297300"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BC86"/>
                </a:solidFill>
                <a:latin typeface="Arial"/>
                <a:ea typeface="Arial"/>
                <a:cs typeface="Arial"/>
                <a:sym typeface="Arial"/>
              </a:rPr>
              <a:t>k</a:t>
            </a:r>
            <a:r>
              <a:rPr b="0" baseline="-25000" i="0" lang="en" sz="1400" u="none" cap="none" strike="noStrike">
                <a:solidFill>
                  <a:srgbClr val="FFBC86"/>
                </a:solidFill>
                <a:latin typeface="Arial"/>
                <a:ea typeface="Arial"/>
                <a:cs typeface="Arial"/>
                <a:sym typeface="Arial"/>
              </a:rPr>
              <a:t>3</a:t>
            </a:r>
            <a:endParaRPr b="0" i="0" sz="1400" u="none" cap="none" strike="noStrike">
              <a:solidFill>
                <a:srgbClr val="FFBC86"/>
              </a:solidFill>
              <a:latin typeface="Arial"/>
              <a:ea typeface="Arial"/>
              <a:cs typeface="Arial"/>
              <a:sym typeface="Arial"/>
            </a:endParaRPr>
          </a:p>
        </p:txBody>
      </p:sp>
      <p:sp>
        <p:nvSpPr>
          <p:cNvPr id="1017" name="Google Shape;1017;p61"/>
          <p:cNvSpPr txBox="1"/>
          <p:nvPr/>
        </p:nvSpPr>
        <p:spPr>
          <a:xfrm>
            <a:off x="5484450" y="1739489"/>
            <a:ext cx="297300"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43AFE2"/>
                </a:solidFill>
                <a:latin typeface="Arial"/>
                <a:ea typeface="Arial"/>
                <a:cs typeface="Arial"/>
                <a:sym typeface="Arial"/>
              </a:rPr>
              <a:t>v</a:t>
            </a:r>
            <a:r>
              <a:rPr b="0" baseline="-25000" i="0" lang="en" sz="1400" u="none" cap="none" strike="noStrike">
                <a:solidFill>
                  <a:srgbClr val="43AFE2"/>
                </a:solidFill>
                <a:latin typeface="Arial"/>
                <a:ea typeface="Arial"/>
                <a:cs typeface="Arial"/>
                <a:sym typeface="Arial"/>
              </a:rPr>
              <a:t>3</a:t>
            </a:r>
            <a:endParaRPr b="0" i="0" sz="1400" u="none" cap="none" strike="noStrike">
              <a:solidFill>
                <a:srgbClr val="43AFE2"/>
              </a:solidFill>
              <a:latin typeface="Arial"/>
              <a:ea typeface="Arial"/>
              <a:cs typeface="Arial"/>
              <a:sym typeface="Arial"/>
            </a:endParaRPr>
          </a:p>
        </p:txBody>
      </p:sp>
      <p:sp>
        <p:nvSpPr>
          <p:cNvPr id="1018" name="Google Shape;1018;p61"/>
          <p:cNvSpPr txBox="1"/>
          <p:nvPr/>
        </p:nvSpPr>
        <p:spPr>
          <a:xfrm>
            <a:off x="5265990" y="617189"/>
            <a:ext cx="410100"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6AA84F"/>
                </a:solidFill>
                <a:latin typeface="Arial"/>
                <a:ea typeface="Arial"/>
                <a:cs typeface="Arial"/>
                <a:sym typeface="Arial"/>
              </a:rPr>
              <a:t>c</a:t>
            </a:r>
            <a:r>
              <a:rPr b="1" baseline="-25000" i="0" lang="en" sz="1400" u="none" cap="none" strike="noStrike">
                <a:solidFill>
                  <a:srgbClr val="6AA84F"/>
                </a:solidFill>
                <a:latin typeface="Arial"/>
                <a:ea typeface="Arial"/>
                <a:cs typeface="Arial"/>
                <a:sym typeface="Arial"/>
              </a:rPr>
              <a:t>3</a:t>
            </a:r>
            <a:endParaRPr b="1" i="0" sz="1400" u="none" cap="none" strike="noStrike">
              <a:solidFill>
                <a:srgbClr val="6AA84F"/>
              </a:solidFill>
              <a:latin typeface="Arial"/>
              <a:ea typeface="Arial"/>
              <a:cs typeface="Arial"/>
              <a:sym typeface="Arial"/>
            </a:endParaRPr>
          </a:p>
        </p:txBody>
      </p:sp>
      <p:sp>
        <p:nvSpPr>
          <p:cNvPr id="1019" name="Google Shape;1019;p61"/>
          <p:cNvSpPr txBox="1"/>
          <p:nvPr/>
        </p:nvSpPr>
        <p:spPr>
          <a:xfrm>
            <a:off x="3317735" y="617189"/>
            <a:ext cx="400334"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6AA84F"/>
                </a:solidFill>
                <a:latin typeface="Arial"/>
                <a:ea typeface="Arial"/>
                <a:cs typeface="Arial"/>
                <a:sym typeface="Arial"/>
              </a:rPr>
              <a:t>c</a:t>
            </a:r>
            <a:r>
              <a:rPr b="1" baseline="-25000" i="0" lang="en" sz="1400" u="none" cap="none" strike="noStrike">
                <a:solidFill>
                  <a:srgbClr val="6AA84F"/>
                </a:solidFill>
                <a:latin typeface="Arial"/>
                <a:ea typeface="Arial"/>
                <a:cs typeface="Arial"/>
                <a:sym typeface="Arial"/>
              </a:rPr>
              <a:t>2</a:t>
            </a:r>
            <a:endParaRPr b="1" i="0" sz="1400" u="none" cap="none" strike="noStrike">
              <a:solidFill>
                <a:srgbClr val="6AA84F"/>
              </a:solidFill>
              <a:latin typeface="Arial"/>
              <a:ea typeface="Arial"/>
              <a:cs typeface="Arial"/>
              <a:sym typeface="Arial"/>
            </a:endParaRPr>
          </a:p>
        </p:txBody>
      </p:sp>
      <p:sp>
        <p:nvSpPr>
          <p:cNvPr id="1020" name="Google Shape;1020;p61"/>
          <p:cNvSpPr txBox="1"/>
          <p:nvPr/>
        </p:nvSpPr>
        <p:spPr>
          <a:xfrm>
            <a:off x="5694004" y="0"/>
            <a:ext cx="595800" cy="215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Arial"/>
                <a:ea typeface="Arial"/>
                <a:cs typeface="Arial"/>
                <a:sym typeface="Arial"/>
              </a:rPr>
              <a:t>time</a:t>
            </a:r>
            <a:endParaRPr b="0" i="0" sz="1400" u="none" cap="none" strike="noStrike">
              <a:solidFill>
                <a:schemeClr val="dk1"/>
              </a:solidFill>
              <a:latin typeface="Arial"/>
              <a:ea typeface="Arial"/>
              <a:cs typeface="Arial"/>
              <a:sym typeface="Arial"/>
            </a:endParaRPr>
          </a:p>
        </p:txBody>
      </p:sp>
      <p:sp>
        <p:nvSpPr>
          <p:cNvPr id="1021" name="Google Shape;1021;p61"/>
          <p:cNvSpPr txBox="1"/>
          <p:nvPr/>
        </p:nvSpPr>
        <p:spPr>
          <a:xfrm>
            <a:off x="6683639" y="2967700"/>
            <a:ext cx="8802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Arial"/>
                <a:ea typeface="Arial"/>
                <a:cs typeface="Arial"/>
                <a:sym typeface="Arial"/>
              </a:rPr>
              <a:t>Layer 1</a:t>
            </a:r>
            <a:endParaRPr b="0" i="0" sz="1400" u="none" cap="none" strike="noStrike">
              <a:solidFill>
                <a:schemeClr val="dk1"/>
              </a:solidFill>
              <a:latin typeface="Arial"/>
              <a:ea typeface="Arial"/>
              <a:cs typeface="Arial"/>
              <a:sym typeface="Arial"/>
            </a:endParaRPr>
          </a:p>
        </p:txBody>
      </p:sp>
      <p:sp>
        <p:nvSpPr>
          <p:cNvPr id="1022" name="Google Shape;1022;p61"/>
          <p:cNvSpPr txBox="1"/>
          <p:nvPr/>
        </p:nvSpPr>
        <p:spPr>
          <a:xfrm>
            <a:off x="6660314" y="1022076"/>
            <a:ext cx="8802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Arial"/>
                <a:ea typeface="Arial"/>
                <a:cs typeface="Arial"/>
                <a:sym typeface="Arial"/>
              </a:rPr>
              <a:t>Layer 2</a:t>
            </a:r>
            <a:endParaRPr b="0" i="0" sz="1400" u="none" cap="none" strike="noStrike">
              <a:solidFill>
                <a:schemeClr val="dk1"/>
              </a:solidFill>
              <a:latin typeface="Arial"/>
              <a:ea typeface="Arial"/>
              <a:cs typeface="Arial"/>
              <a:sym typeface="Arial"/>
            </a:endParaRPr>
          </a:p>
        </p:txBody>
      </p:sp>
      <p:sp>
        <p:nvSpPr>
          <p:cNvPr id="989" name="Google Shape;989;p61"/>
          <p:cNvSpPr/>
          <p:nvPr/>
        </p:nvSpPr>
        <p:spPr>
          <a:xfrm>
            <a:off x="1816900" y="3319150"/>
            <a:ext cx="634200" cy="206400"/>
          </a:xfrm>
          <a:prstGeom prst="roundRect">
            <a:avLst>
              <a:gd fmla="val 16667" name="adj"/>
            </a:avLst>
          </a:prstGeom>
          <a:solidFill>
            <a:srgbClr val="C27BA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Calibri"/>
                <a:ea typeface="Calibri"/>
                <a:cs typeface="Calibri"/>
                <a:sym typeface="Calibri"/>
              </a:rPr>
              <a:t>attn</a:t>
            </a:r>
            <a:endParaRPr b="0" i="0" sz="1400" u="none" cap="none" strike="noStrike">
              <a:solidFill>
                <a:srgbClr val="000000"/>
              </a:solidFill>
              <a:latin typeface="Calibri"/>
              <a:ea typeface="Calibri"/>
              <a:cs typeface="Calibri"/>
              <a:sym typeface="Calibri"/>
            </a:endParaRPr>
          </a:p>
        </p:txBody>
      </p:sp>
      <p:sp>
        <p:nvSpPr>
          <p:cNvPr id="987" name="Google Shape;987;p61"/>
          <p:cNvSpPr/>
          <p:nvPr/>
        </p:nvSpPr>
        <p:spPr>
          <a:xfrm>
            <a:off x="3736600" y="3279988"/>
            <a:ext cx="634200" cy="206400"/>
          </a:xfrm>
          <a:prstGeom prst="roundRect">
            <a:avLst>
              <a:gd fmla="val 16667" name="adj"/>
            </a:avLst>
          </a:prstGeom>
          <a:solidFill>
            <a:srgbClr val="C27BA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Calibri"/>
                <a:ea typeface="Calibri"/>
                <a:cs typeface="Calibri"/>
                <a:sym typeface="Calibri"/>
              </a:rPr>
              <a:t>attn</a:t>
            </a:r>
            <a:endParaRPr b="0" i="0" sz="1400" u="none" cap="none" strike="noStrike">
              <a:solidFill>
                <a:srgbClr val="000000"/>
              </a:solidFill>
              <a:latin typeface="Calibri"/>
              <a:ea typeface="Calibri"/>
              <a:cs typeface="Calibri"/>
              <a:sym typeface="Calibri"/>
            </a:endParaRPr>
          </a:p>
        </p:txBody>
      </p:sp>
      <p:sp>
        <p:nvSpPr>
          <p:cNvPr id="991" name="Google Shape;991;p61"/>
          <p:cNvSpPr/>
          <p:nvPr/>
        </p:nvSpPr>
        <p:spPr>
          <a:xfrm>
            <a:off x="5656300" y="3319150"/>
            <a:ext cx="634200" cy="206400"/>
          </a:xfrm>
          <a:prstGeom prst="roundRect">
            <a:avLst>
              <a:gd fmla="val 16667" name="adj"/>
            </a:avLst>
          </a:prstGeom>
          <a:solidFill>
            <a:srgbClr val="C27BA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Calibri"/>
                <a:ea typeface="Calibri"/>
                <a:cs typeface="Calibri"/>
                <a:sym typeface="Calibri"/>
              </a:rPr>
              <a:t>attn</a:t>
            </a:r>
            <a:endParaRPr b="0" i="0" sz="1400" u="none" cap="none" strike="noStrike">
              <a:solidFill>
                <a:srgbClr val="000000"/>
              </a:solidFill>
              <a:latin typeface="Calibri"/>
              <a:ea typeface="Calibri"/>
              <a:cs typeface="Calibri"/>
              <a:sym typeface="Calibri"/>
            </a:endParaRPr>
          </a:p>
        </p:txBody>
      </p:sp>
      <p:sp>
        <p:nvSpPr>
          <p:cNvPr id="1023" name="Google Shape;1023;p61"/>
          <p:cNvSpPr/>
          <p:nvPr/>
        </p:nvSpPr>
        <p:spPr>
          <a:xfrm>
            <a:off x="1816900" y="3040852"/>
            <a:ext cx="634200" cy="206400"/>
          </a:xfrm>
          <a:prstGeom prst="roundRect">
            <a:avLst>
              <a:gd fmla="val 16667" name="adj"/>
            </a:avLst>
          </a:prstGeom>
          <a:solidFill>
            <a:srgbClr val="EA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Calibri"/>
                <a:ea typeface="Calibri"/>
                <a:cs typeface="Calibri"/>
                <a:sym typeface="Calibri"/>
              </a:rPr>
              <a:t>MLP</a:t>
            </a:r>
            <a:endParaRPr b="0" i="0" sz="1400" u="none" cap="none" strike="noStrike">
              <a:solidFill>
                <a:srgbClr val="000000"/>
              </a:solidFill>
              <a:latin typeface="Calibri"/>
              <a:ea typeface="Calibri"/>
              <a:cs typeface="Calibri"/>
              <a:sym typeface="Calibri"/>
            </a:endParaRPr>
          </a:p>
        </p:txBody>
      </p:sp>
      <p:sp>
        <p:nvSpPr>
          <p:cNvPr id="1024" name="Google Shape;1024;p61"/>
          <p:cNvSpPr/>
          <p:nvPr/>
        </p:nvSpPr>
        <p:spPr>
          <a:xfrm>
            <a:off x="3735713" y="3040852"/>
            <a:ext cx="634200" cy="206400"/>
          </a:xfrm>
          <a:prstGeom prst="roundRect">
            <a:avLst>
              <a:gd fmla="val 16667" name="adj"/>
            </a:avLst>
          </a:prstGeom>
          <a:solidFill>
            <a:srgbClr val="EA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Calibri"/>
                <a:ea typeface="Calibri"/>
                <a:cs typeface="Calibri"/>
                <a:sym typeface="Calibri"/>
              </a:rPr>
              <a:t>MLP</a:t>
            </a:r>
            <a:endParaRPr b="0" i="0" sz="1400" u="none" cap="none" strike="noStrike">
              <a:solidFill>
                <a:srgbClr val="000000"/>
              </a:solidFill>
              <a:latin typeface="Calibri"/>
              <a:ea typeface="Calibri"/>
              <a:cs typeface="Calibri"/>
              <a:sym typeface="Calibri"/>
            </a:endParaRPr>
          </a:p>
        </p:txBody>
      </p:sp>
      <p:sp>
        <p:nvSpPr>
          <p:cNvPr id="1025" name="Google Shape;1025;p61"/>
          <p:cNvSpPr/>
          <p:nvPr/>
        </p:nvSpPr>
        <p:spPr>
          <a:xfrm>
            <a:off x="5654538" y="3040852"/>
            <a:ext cx="634200" cy="206400"/>
          </a:xfrm>
          <a:prstGeom prst="roundRect">
            <a:avLst>
              <a:gd fmla="val 16667" name="adj"/>
            </a:avLst>
          </a:prstGeom>
          <a:solidFill>
            <a:srgbClr val="EA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Calibri"/>
                <a:ea typeface="Calibri"/>
                <a:cs typeface="Calibri"/>
                <a:sym typeface="Calibri"/>
              </a:rPr>
              <a:t>MLP</a:t>
            </a:r>
            <a:endParaRPr b="0" i="0" sz="1400" u="none" cap="none" strike="noStrike">
              <a:solidFill>
                <a:srgbClr val="000000"/>
              </a:solidFill>
              <a:latin typeface="Calibri"/>
              <a:ea typeface="Calibri"/>
              <a:cs typeface="Calibri"/>
              <a:sym typeface="Calibri"/>
            </a:endParaRPr>
          </a:p>
        </p:txBody>
      </p:sp>
      <p:sp>
        <p:nvSpPr>
          <p:cNvPr id="1026" name="Google Shape;1026;p61"/>
          <p:cNvSpPr/>
          <p:nvPr/>
        </p:nvSpPr>
        <p:spPr>
          <a:xfrm>
            <a:off x="1822095" y="1495771"/>
            <a:ext cx="634200" cy="206400"/>
          </a:xfrm>
          <a:prstGeom prst="roundRect">
            <a:avLst>
              <a:gd fmla="val 16667" name="adj"/>
            </a:avLst>
          </a:prstGeom>
          <a:solidFill>
            <a:srgbClr val="C27BA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Calibri"/>
                <a:ea typeface="Calibri"/>
                <a:cs typeface="Calibri"/>
                <a:sym typeface="Calibri"/>
              </a:rPr>
              <a:t>attn</a:t>
            </a:r>
            <a:endParaRPr b="0" i="0" sz="1400" u="none" cap="none" strike="noStrike">
              <a:solidFill>
                <a:srgbClr val="000000"/>
              </a:solidFill>
              <a:latin typeface="Calibri"/>
              <a:ea typeface="Calibri"/>
              <a:cs typeface="Calibri"/>
              <a:sym typeface="Calibri"/>
            </a:endParaRPr>
          </a:p>
        </p:txBody>
      </p:sp>
      <p:sp>
        <p:nvSpPr>
          <p:cNvPr id="1027" name="Google Shape;1027;p61"/>
          <p:cNvSpPr/>
          <p:nvPr/>
        </p:nvSpPr>
        <p:spPr>
          <a:xfrm>
            <a:off x="3741795" y="1456609"/>
            <a:ext cx="634200" cy="206400"/>
          </a:xfrm>
          <a:prstGeom prst="roundRect">
            <a:avLst>
              <a:gd fmla="val 16667" name="adj"/>
            </a:avLst>
          </a:prstGeom>
          <a:solidFill>
            <a:srgbClr val="C27BA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Calibri"/>
                <a:ea typeface="Calibri"/>
                <a:cs typeface="Calibri"/>
                <a:sym typeface="Calibri"/>
              </a:rPr>
              <a:t>attn</a:t>
            </a:r>
            <a:endParaRPr b="0" i="0" sz="1400" u="none" cap="none" strike="noStrike">
              <a:solidFill>
                <a:srgbClr val="000000"/>
              </a:solidFill>
              <a:latin typeface="Calibri"/>
              <a:ea typeface="Calibri"/>
              <a:cs typeface="Calibri"/>
              <a:sym typeface="Calibri"/>
            </a:endParaRPr>
          </a:p>
        </p:txBody>
      </p:sp>
      <p:sp>
        <p:nvSpPr>
          <p:cNvPr id="1028" name="Google Shape;1028;p61"/>
          <p:cNvSpPr/>
          <p:nvPr/>
        </p:nvSpPr>
        <p:spPr>
          <a:xfrm>
            <a:off x="5661495" y="1495771"/>
            <a:ext cx="634200" cy="206400"/>
          </a:xfrm>
          <a:prstGeom prst="roundRect">
            <a:avLst>
              <a:gd fmla="val 16667" name="adj"/>
            </a:avLst>
          </a:prstGeom>
          <a:solidFill>
            <a:srgbClr val="C27BA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Calibri"/>
                <a:ea typeface="Calibri"/>
                <a:cs typeface="Calibri"/>
                <a:sym typeface="Calibri"/>
              </a:rPr>
              <a:t>attn</a:t>
            </a:r>
            <a:endParaRPr b="0" i="0" sz="1400" u="none" cap="none" strike="noStrike">
              <a:solidFill>
                <a:srgbClr val="000000"/>
              </a:solidFill>
              <a:latin typeface="Calibri"/>
              <a:ea typeface="Calibri"/>
              <a:cs typeface="Calibri"/>
              <a:sym typeface="Calibri"/>
            </a:endParaRPr>
          </a:p>
        </p:txBody>
      </p:sp>
      <p:sp>
        <p:nvSpPr>
          <p:cNvPr id="1029" name="Google Shape;1029;p61"/>
          <p:cNvSpPr/>
          <p:nvPr/>
        </p:nvSpPr>
        <p:spPr>
          <a:xfrm>
            <a:off x="1822095" y="1217474"/>
            <a:ext cx="634200" cy="206400"/>
          </a:xfrm>
          <a:prstGeom prst="roundRect">
            <a:avLst>
              <a:gd fmla="val 16667" name="adj"/>
            </a:avLst>
          </a:prstGeom>
          <a:solidFill>
            <a:srgbClr val="EA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Calibri"/>
                <a:ea typeface="Calibri"/>
                <a:cs typeface="Calibri"/>
                <a:sym typeface="Calibri"/>
              </a:rPr>
              <a:t>MLP</a:t>
            </a:r>
            <a:endParaRPr b="0" i="0" sz="1400" u="none" cap="none" strike="noStrike">
              <a:solidFill>
                <a:srgbClr val="000000"/>
              </a:solidFill>
              <a:latin typeface="Calibri"/>
              <a:ea typeface="Calibri"/>
              <a:cs typeface="Calibri"/>
              <a:sym typeface="Calibri"/>
            </a:endParaRPr>
          </a:p>
        </p:txBody>
      </p:sp>
      <p:sp>
        <p:nvSpPr>
          <p:cNvPr id="1030" name="Google Shape;1030;p61"/>
          <p:cNvSpPr/>
          <p:nvPr/>
        </p:nvSpPr>
        <p:spPr>
          <a:xfrm>
            <a:off x="3740908" y="1217474"/>
            <a:ext cx="634200" cy="206400"/>
          </a:xfrm>
          <a:prstGeom prst="roundRect">
            <a:avLst>
              <a:gd fmla="val 16667" name="adj"/>
            </a:avLst>
          </a:prstGeom>
          <a:solidFill>
            <a:srgbClr val="EA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Calibri"/>
                <a:ea typeface="Calibri"/>
                <a:cs typeface="Calibri"/>
                <a:sym typeface="Calibri"/>
              </a:rPr>
              <a:t>MLP</a:t>
            </a:r>
            <a:endParaRPr b="0" i="0" sz="1400" u="none" cap="none" strike="noStrike">
              <a:solidFill>
                <a:srgbClr val="000000"/>
              </a:solidFill>
              <a:latin typeface="Calibri"/>
              <a:ea typeface="Calibri"/>
              <a:cs typeface="Calibri"/>
              <a:sym typeface="Calibri"/>
            </a:endParaRPr>
          </a:p>
        </p:txBody>
      </p:sp>
      <p:sp>
        <p:nvSpPr>
          <p:cNvPr id="1031" name="Google Shape;1031;p61"/>
          <p:cNvSpPr/>
          <p:nvPr/>
        </p:nvSpPr>
        <p:spPr>
          <a:xfrm>
            <a:off x="5659733" y="1217474"/>
            <a:ext cx="634200" cy="206400"/>
          </a:xfrm>
          <a:prstGeom prst="roundRect">
            <a:avLst>
              <a:gd fmla="val 16667" name="adj"/>
            </a:avLst>
          </a:prstGeom>
          <a:solidFill>
            <a:srgbClr val="EA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Calibri"/>
                <a:ea typeface="Calibri"/>
                <a:cs typeface="Calibri"/>
                <a:sym typeface="Calibri"/>
              </a:rPr>
              <a:t>MLP</a:t>
            </a:r>
            <a:endParaRPr b="0" i="0" sz="1400" u="none" cap="none" strike="noStrike">
              <a:solidFill>
                <a:srgbClr val="000000"/>
              </a:solidFill>
              <a:latin typeface="Calibri"/>
              <a:ea typeface="Calibri"/>
              <a:cs typeface="Calibri"/>
              <a:sym typeface="Calibri"/>
            </a:endParaRPr>
          </a:p>
        </p:txBody>
      </p:sp>
      <p:sp>
        <p:nvSpPr>
          <p:cNvPr id="1032" name="Google Shape;1032;p61"/>
          <p:cNvSpPr txBox="1"/>
          <p:nvPr/>
        </p:nvSpPr>
        <p:spPr>
          <a:xfrm>
            <a:off x="1442482" y="681321"/>
            <a:ext cx="374418"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6AA84F"/>
                </a:solidFill>
                <a:latin typeface="Arial"/>
                <a:ea typeface="Arial"/>
                <a:cs typeface="Arial"/>
                <a:sym typeface="Arial"/>
              </a:rPr>
              <a:t>c</a:t>
            </a:r>
            <a:r>
              <a:rPr b="1" baseline="-25000" i="0" lang="en" sz="1400" u="none" cap="none" strike="noStrike">
                <a:solidFill>
                  <a:srgbClr val="6AA84F"/>
                </a:solidFill>
                <a:latin typeface="Arial"/>
                <a:ea typeface="Arial"/>
                <a:cs typeface="Arial"/>
                <a:sym typeface="Arial"/>
              </a:rPr>
              <a:t>1</a:t>
            </a:r>
            <a:endParaRPr b="1" i="0" sz="1400" u="none" cap="none" strike="noStrike">
              <a:solidFill>
                <a:srgbClr val="6AA84F"/>
              </a:solidFill>
              <a:latin typeface="Arial"/>
              <a:ea typeface="Arial"/>
              <a:cs typeface="Arial"/>
              <a:sym typeface="Arial"/>
            </a:endParaRPr>
          </a:p>
        </p:txBody>
      </p:sp>
      <p:cxnSp>
        <p:nvCxnSpPr>
          <p:cNvPr id="1033" name="Google Shape;1033;p61"/>
          <p:cNvCxnSpPr/>
          <p:nvPr/>
        </p:nvCxnSpPr>
        <p:spPr>
          <a:xfrm>
            <a:off x="2103600" y="323075"/>
            <a:ext cx="0" cy="289800"/>
          </a:xfrm>
          <a:prstGeom prst="straightConnector1">
            <a:avLst/>
          </a:prstGeom>
          <a:noFill/>
          <a:ln cap="flat" cmpd="sng" w="28575">
            <a:solidFill>
              <a:schemeClr val="accent1"/>
            </a:solidFill>
            <a:prstDash val="dot"/>
            <a:miter lim="80"/>
            <a:headEnd len="sm" w="sm" type="none"/>
            <a:tailEnd len="sm" w="sm" type="none"/>
          </a:ln>
        </p:spPr>
      </p:cxnSp>
      <p:cxnSp>
        <p:nvCxnSpPr>
          <p:cNvPr id="1034" name="Google Shape;1034;p61"/>
          <p:cNvCxnSpPr/>
          <p:nvPr/>
        </p:nvCxnSpPr>
        <p:spPr>
          <a:xfrm>
            <a:off x="4047025" y="323075"/>
            <a:ext cx="0" cy="289800"/>
          </a:xfrm>
          <a:prstGeom prst="straightConnector1">
            <a:avLst/>
          </a:prstGeom>
          <a:noFill/>
          <a:ln cap="flat" cmpd="sng" w="28575">
            <a:solidFill>
              <a:schemeClr val="accent1"/>
            </a:solidFill>
            <a:prstDash val="dot"/>
            <a:miter lim="80"/>
            <a:headEnd len="sm" w="sm" type="none"/>
            <a:tailEnd len="sm" w="sm" type="none"/>
          </a:ln>
        </p:spPr>
      </p:cxnSp>
      <p:cxnSp>
        <p:nvCxnSpPr>
          <p:cNvPr id="1035" name="Google Shape;1035;p61"/>
          <p:cNvCxnSpPr/>
          <p:nvPr/>
        </p:nvCxnSpPr>
        <p:spPr>
          <a:xfrm>
            <a:off x="5888750" y="405200"/>
            <a:ext cx="0" cy="289800"/>
          </a:xfrm>
          <a:prstGeom prst="straightConnector1">
            <a:avLst/>
          </a:prstGeom>
          <a:noFill/>
          <a:ln cap="flat" cmpd="sng" w="28575">
            <a:solidFill>
              <a:schemeClr val="accent1"/>
            </a:solidFill>
            <a:prstDash val="dot"/>
            <a:miter lim="80"/>
            <a:headEnd len="sm" w="sm" type="none"/>
            <a:tailEnd len="sm" w="sm" type="none"/>
          </a:ln>
        </p:spPr>
      </p:cxnSp>
      <p:sp>
        <p:nvSpPr>
          <p:cNvPr id="1036" name="Google Shape;1036;p61"/>
          <p:cNvSpPr txBox="1"/>
          <p:nvPr/>
        </p:nvSpPr>
        <p:spPr>
          <a:xfrm>
            <a:off x="5265989" y="121339"/>
            <a:ext cx="427999"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6AA84F"/>
                </a:solidFill>
                <a:latin typeface="Arial"/>
                <a:ea typeface="Arial"/>
                <a:cs typeface="Arial"/>
                <a:sym typeface="Arial"/>
              </a:rPr>
              <a:t>x</a:t>
            </a:r>
            <a:r>
              <a:rPr b="1" baseline="-25000" i="0" lang="en" sz="1400" u="none" cap="none" strike="noStrike">
                <a:solidFill>
                  <a:srgbClr val="6AA84F"/>
                </a:solidFill>
                <a:latin typeface="Arial"/>
                <a:ea typeface="Arial"/>
                <a:cs typeface="Arial"/>
                <a:sym typeface="Arial"/>
              </a:rPr>
              <a:t>3</a:t>
            </a:r>
            <a:endParaRPr b="1" i="0" sz="1400" u="none" cap="none" strike="noStrike">
              <a:solidFill>
                <a:srgbClr val="6AA84F"/>
              </a:solidFill>
              <a:latin typeface="Arial"/>
              <a:ea typeface="Arial"/>
              <a:cs typeface="Arial"/>
              <a:sym typeface="Arial"/>
            </a:endParaRPr>
          </a:p>
        </p:txBody>
      </p:sp>
      <p:sp>
        <p:nvSpPr>
          <p:cNvPr id="1037" name="Google Shape;1037;p6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1038" name="Google Shape;1038;p61"/>
          <p:cNvSpPr/>
          <p:nvPr/>
        </p:nvSpPr>
        <p:spPr>
          <a:xfrm>
            <a:off x="1720927" y="717121"/>
            <a:ext cx="1047900" cy="206400"/>
          </a:xfrm>
          <a:prstGeom prst="rect">
            <a:avLst/>
          </a:prstGeom>
          <a:solidFill>
            <a:srgbClr val="BDE1AF"/>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039" name="Google Shape;1039;p61"/>
          <p:cNvSpPr/>
          <p:nvPr/>
        </p:nvSpPr>
        <p:spPr>
          <a:xfrm>
            <a:off x="3619640" y="708949"/>
            <a:ext cx="1047900" cy="206400"/>
          </a:xfrm>
          <a:prstGeom prst="rect">
            <a:avLst/>
          </a:prstGeom>
          <a:solidFill>
            <a:srgbClr val="BDE1AF"/>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040" name="Google Shape;1040;p61"/>
          <p:cNvSpPr/>
          <p:nvPr/>
        </p:nvSpPr>
        <p:spPr>
          <a:xfrm>
            <a:off x="5555756" y="693090"/>
            <a:ext cx="1047900" cy="206400"/>
          </a:xfrm>
          <a:prstGeom prst="rect">
            <a:avLst/>
          </a:prstGeom>
          <a:solidFill>
            <a:srgbClr val="BDE1AF"/>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041" name="Google Shape;1041;p61"/>
          <p:cNvSpPr txBox="1"/>
          <p:nvPr>
            <p:ph idx="1" type="body"/>
          </p:nvPr>
        </p:nvSpPr>
        <p:spPr>
          <a:xfrm>
            <a:off x="297211" y="2489157"/>
            <a:ext cx="3222617" cy="508200"/>
          </a:xfrm>
          <a:prstGeom prst="rect">
            <a:avLst/>
          </a:prstGeom>
          <a:solidFill>
            <a:schemeClr val="lt1"/>
          </a:solidFill>
          <a:ln>
            <a:noFill/>
          </a:ln>
        </p:spPr>
        <p:txBody>
          <a:bodyPr anchorCtr="0" anchor="t" bIns="91425" lIns="91425" spcFirstLastPara="1" rIns="91425" wrap="square" tIns="91425">
            <a:noAutofit/>
          </a:bodyPr>
          <a:lstStyle/>
          <a:p>
            <a:pPr indent="0" lvl="0" marL="0" rtl="0" algn="l">
              <a:lnSpc>
                <a:spcPct val="115000"/>
              </a:lnSpc>
              <a:spcBef>
                <a:spcPts val="0"/>
              </a:spcBef>
              <a:spcAft>
                <a:spcPts val="1200"/>
              </a:spcAft>
              <a:buSzPts val="1800"/>
              <a:buNone/>
            </a:pPr>
            <a:r>
              <a:rPr lang="en">
                <a:solidFill>
                  <a:schemeClr val="dk1"/>
                </a:solidFill>
                <a:latin typeface="Calibri"/>
                <a:ea typeface="Calibri"/>
                <a:cs typeface="Calibri"/>
                <a:sym typeface="Calibri"/>
              </a:rPr>
              <a:t>What is the output of forward?</a:t>
            </a:r>
            <a:endParaRPr>
              <a:solidFill>
                <a:schemeClr val="dk1"/>
              </a:solidFill>
              <a:latin typeface="Calibri"/>
              <a:ea typeface="Calibri"/>
              <a:cs typeface="Calibri"/>
              <a:sym typeface="Calibri"/>
            </a:endParaRPr>
          </a:p>
        </p:txBody>
      </p:sp>
      <p:sp>
        <p:nvSpPr>
          <p:cNvPr id="1042" name="Google Shape;1042;p61"/>
          <p:cNvSpPr txBox="1"/>
          <p:nvPr/>
        </p:nvSpPr>
        <p:spPr>
          <a:xfrm>
            <a:off x="4093837" y="2372319"/>
            <a:ext cx="2327958" cy="6463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000"/>
              <a:buFont typeface="Arial"/>
              <a:buNone/>
            </a:pPr>
            <a:r>
              <a:rPr b="0" i="0" lang="en" sz="3000" u="none" cap="none" strike="noStrike">
                <a:solidFill>
                  <a:srgbClr val="CC0000"/>
                </a:solidFill>
                <a:latin typeface="Calibri"/>
                <a:ea typeface="Calibri"/>
                <a:cs typeface="Calibri"/>
                <a:sym typeface="Calibri"/>
              </a:rPr>
              <a:t>Not a token!</a:t>
            </a:r>
            <a:endParaRPr b="0" i="0" sz="3000" u="none" cap="none" strike="noStrike">
              <a:solidFill>
                <a:srgbClr val="CC0000"/>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4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4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6" name="Shape 1046"/>
        <p:cNvGrpSpPr/>
        <p:nvPr/>
      </p:nvGrpSpPr>
      <p:grpSpPr>
        <a:xfrm>
          <a:off x="0" y="0"/>
          <a:ext cx="0" cy="0"/>
          <a:chOff x="0" y="0"/>
          <a:chExt cx="0" cy="0"/>
        </a:xfrm>
      </p:grpSpPr>
      <p:sp>
        <p:nvSpPr>
          <p:cNvPr id="1047" name="Google Shape;1047;p62"/>
          <p:cNvSpPr/>
          <p:nvPr/>
        </p:nvSpPr>
        <p:spPr>
          <a:xfrm>
            <a:off x="363325" y="1856425"/>
            <a:ext cx="8415000" cy="1391400"/>
          </a:xfrm>
          <a:prstGeom prst="roundRect">
            <a:avLst>
              <a:gd fmla="val 16667" name="adj"/>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8" name="Google Shape;1048;p6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What is the output of forward?</a:t>
            </a:r>
            <a:endParaRPr/>
          </a:p>
        </p:txBody>
      </p:sp>
      <p:grpSp>
        <p:nvGrpSpPr>
          <p:cNvPr id="1049" name="Google Shape;1049;p62"/>
          <p:cNvGrpSpPr/>
          <p:nvPr/>
        </p:nvGrpSpPr>
        <p:grpSpPr>
          <a:xfrm>
            <a:off x="0" y="2041000"/>
            <a:ext cx="9144000" cy="2840575"/>
            <a:chOff x="0" y="2302925"/>
            <a:chExt cx="9144000" cy="2840575"/>
          </a:xfrm>
        </p:grpSpPr>
        <p:pic>
          <p:nvPicPr>
            <p:cNvPr id="1050" name="Google Shape;1050;p62"/>
            <p:cNvPicPr preferRelativeResize="0"/>
            <p:nvPr/>
          </p:nvPicPr>
          <p:blipFill rotWithShape="1">
            <a:blip r:embed="rId3">
              <a:alphaModFix/>
            </a:blip>
            <a:srcRect b="0" l="8768" r="10786" t="12633"/>
            <a:stretch/>
          </p:blipFill>
          <p:spPr>
            <a:xfrm>
              <a:off x="252375" y="2302925"/>
              <a:ext cx="8639252" cy="2840575"/>
            </a:xfrm>
            <a:prstGeom prst="rect">
              <a:avLst/>
            </a:prstGeom>
            <a:noFill/>
            <a:ln>
              <a:noFill/>
            </a:ln>
          </p:spPr>
        </p:pic>
        <p:sp>
          <p:nvSpPr>
            <p:cNvPr id="1051" name="Google Shape;1051;p62"/>
            <p:cNvSpPr txBox="1"/>
            <p:nvPr/>
          </p:nvSpPr>
          <p:spPr>
            <a:xfrm rot="-5400000">
              <a:off x="-118800" y="3472725"/>
              <a:ext cx="483900" cy="246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chemeClr val="dk1"/>
                  </a:solidFill>
                  <a:latin typeface="Calibri"/>
                  <a:ea typeface="Calibri"/>
                  <a:cs typeface="Calibri"/>
                  <a:sym typeface="Calibri"/>
                </a:rPr>
                <a:t>Input</a:t>
              </a:r>
              <a:endParaRPr b="0" i="0" sz="1600" u="none" cap="none" strike="noStrike">
                <a:solidFill>
                  <a:schemeClr val="dk1"/>
                </a:solidFill>
                <a:latin typeface="Calibri"/>
                <a:ea typeface="Calibri"/>
                <a:cs typeface="Calibri"/>
                <a:sym typeface="Calibri"/>
              </a:endParaRPr>
            </a:p>
          </p:txBody>
        </p:sp>
        <p:sp>
          <p:nvSpPr>
            <p:cNvPr id="1052" name="Google Shape;1052;p62"/>
            <p:cNvSpPr txBox="1"/>
            <p:nvPr/>
          </p:nvSpPr>
          <p:spPr>
            <a:xfrm rot="-5400000">
              <a:off x="8699550" y="3472725"/>
              <a:ext cx="642600" cy="246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chemeClr val="dk1"/>
                  </a:solidFill>
                  <a:latin typeface="Calibri"/>
                  <a:ea typeface="Calibri"/>
                  <a:cs typeface="Calibri"/>
                  <a:sym typeface="Calibri"/>
                </a:rPr>
                <a:t>Output</a:t>
              </a:r>
              <a:endParaRPr b="0" i="0" sz="1600" u="none" cap="none" strike="noStrike">
                <a:solidFill>
                  <a:schemeClr val="dk1"/>
                </a:solidFill>
                <a:latin typeface="Calibri"/>
                <a:ea typeface="Calibri"/>
                <a:cs typeface="Calibri"/>
                <a:sym typeface="Calibri"/>
              </a:endParaRPr>
            </a:p>
          </p:txBody>
        </p:sp>
        <p:cxnSp>
          <p:nvCxnSpPr>
            <p:cNvPr id="1053" name="Google Shape;1053;p62"/>
            <p:cNvCxnSpPr/>
            <p:nvPr/>
          </p:nvCxnSpPr>
          <p:spPr>
            <a:xfrm flipH="1" rot="10800000">
              <a:off x="8877206" y="3568825"/>
              <a:ext cx="89400" cy="13200"/>
            </a:xfrm>
            <a:prstGeom prst="straightConnector1">
              <a:avLst/>
            </a:prstGeom>
            <a:noFill/>
            <a:ln cap="flat" cmpd="sng" w="9525">
              <a:solidFill>
                <a:schemeClr val="dk1"/>
              </a:solidFill>
              <a:prstDash val="solid"/>
              <a:round/>
              <a:headEnd len="sm" w="sm" type="none"/>
              <a:tailEnd len="med" w="med" type="stealth"/>
            </a:ln>
          </p:spPr>
        </p:cxnSp>
      </p:grpSp>
      <p:sp>
        <p:nvSpPr>
          <p:cNvPr id="1054" name="Google Shape;1054;p62"/>
          <p:cNvSpPr txBox="1"/>
          <p:nvPr/>
        </p:nvSpPr>
        <p:spPr>
          <a:xfrm>
            <a:off x="0" y="4974300"/>
            <a:ext cx="8159700" cy="169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B7B7B7"/>
                </a:solidFill>
                <a:latin typeface="Arial"/>
                <a:ea typeface="Arial"/>
                <a:cs typeface="Arial"/>
                <a:sym typeface="Arial"/>
              </a:rPr>
              <a:t>https://pm.dartus.fr/posts/2025/how-llm-generate-text/</a:t>
            </a:r>
            <a:endParaRPr b="0" i="0" sz="1100" u="none" cap="none" strike="noStrike">
              <a:solidFill>
                <a:srgbClr val="B7B7B7"/>
              </a:solidFill>
              <a:latin typeface="Arial"/>
              <a:ea typeface="Arial"/>
              <a:cs typeface="Arial"/>
              <a:sym typeface="Arial"/>
            </a:endParaRPr>
          </a:p>
        </p:txBody>
      </p:sp>
      <p:sp>
        <p:nvSpPr>
          <p:cNvPr id="1055" name="Google Shape;1055;p6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1056" name="Google Shape;1056;p62"/>
          <p:cNvSpPr/>
          <p:nvPr/>
        </p:nvSpPr>
        <p:spPr>
          <a:xfrm>
            <a:off x="5669280" y="1916264"/>
            <a:ext cx="3053301" cy="2746953"/>
          </a:xfrm>
          <a:prstGeom prst="rect">
            <a:avLst/>
          </a:prstGeom>
          <a:solidFill>
            <a:srgbClr val="9B9B9B">
              <a:alpha val="49804"/>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0" name="Shape 1060"/>
        <p:cNvGrpSpPr/>
        <p:nvPr/>
      </p:nvGrpSpPr>
      <p:grpSpPr>
        <a:xfrm>
          <a:off x="0" y="0"/>
          <a:ext cx="0" cy="0"/>
          <a:chOff x="0" y="0"/>
          <a:chExt cx="0" cy="0"/>
        </a:xfrm>
      </p:grpSpPr>
      <p:sp>
        <p:nvSpPr>
          <p:cNvPr id="1061" name="Google Shape;1061;p63"/>
          <p:cNvSpPr/>
          <p:nvPr/>
        </p:nvSpPr>
        <p:spPr>
          <a:xfrm>
            <a:off x="363325" y="1856425"/>
            <a:ext cx="8415000" cy="1391400"/>
          </a:xfrm>
          <a:prstGeom prst="roundRect">
            <a:avLst>
              <a:gd fmla="val 16667" name="adj"/>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2" name="Google Shape;1062;p6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What is the output of forward?</a:t>
            </a:r>
            <a:endParaRPr/>
          </a:p>
        </p:txBody>
      </p:sp>
      <p:sp>
        <p:nvSpPr>
          <p:cNvPr id="1063" name="Google Shape;1063;p63"/>
          <p:cNvSpPr txBox="1"/>
          <p:nvPr/>
        </p:nvSpPr>
        <p:spPr>
          <a:xfrm>
            <a:off x="311700" y="1142050"/>
            <a:ext cx="7998000" cy="657073"/>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1200"/>
              </a:spcAft>
              <a:buClr>
                <a:srgbClr val="000000"/>
              </a:buClr>
              <a:buSzPts val="1800"/>
              <a:buFont typeface="Arial"/>
              <a:buNone/>
            </a:pPr>
            <a:r>
              <a:rPr b="0" i="0" lang="en" sz="1800" u="none" cap="none" strike="noStrike">
                <a:solidFill>
                  <a:srgbClr val="00B0F0"/>
                </a:solidFill>
                <a:latin typeface="Calibri"/>
                <a:ea typeface="Calibri"/>
                <a:cs typeface="Calibri"/>
                <a:sym typeface="Calibri"/>
              </a:rPr>
              <a:t>Logits: A degree of similarity to each token in the vocabulary</a:t>
            </a:r>
            <a:endParaRPr b="0" i="0" sz="1800" u="none" cap="none" strike="noStrike">
              <a:solidFill>
                <a:srgbClr val="00B0F0"/>
              </a:solidFill>
              <a:latin typeface="Arial"/>
              <a:ea typeface="Arial"/>
              <a:cs typeface="Arial"/>
              <a:sym typeface="Arial"/>
            </a:endParaRPr>
          </a:p>
        </p:txBody>
      </p:sp>
      <p:grpSp>
        <p:nvGrpSpPr>
          <p:cNvPr id="1064" name="Google Shape;1064;p63"/>
          <p:cNvGrpSpPr/>
          <p:nvPr/>
        </p:nvGrpSpPr>
        <p:grpSpPr>
          <a:xfrm>
            <a:off x="0" y="2041000"/>
            <a:ext cx="9144000" cy="2840575"/>
            <a:chOff x="0" y="2302925"/>
            <a:chExt cx="9144000" cy="2840575"/>
          </a:xfrm>
        </p:grpSpPr>
        <p:pic>
          <p:nvPicPr>
            <p:cNvPr id="1065" name="Google Shape;1065;p63"/>
            <p:cNvPicPr preferRelativeResize="0"/>
            <p:nvPr/>
          </p:nvPicPr>
          <p:blipFill rotWithShape="1">
            <a:blip r:embed="rId3">
              <a:alphaModFix/>
            </a:blip>
            <a:srcRect b="0" l="8768" r="10786" t="12633"/>
            <a:stretch/>
          </p:blipFill>
          <p:spPr>
            <a:xfrm>
              <a:off x="252375" y="2302925"/>
              <a:ext cx="8639252" cy="2840575"/>
            </a:xfrm>
            <a:prstGeom prst="rect">
              <a:avLst/>
            </a:prstGeom>
            <a:noFill/>
            <a:ln>
              <a:noFill/>
            </a:ln>
          </p:spPr>
        </p:pic>
        <p:sp>
          <p:nvSpPr>
            <p:cNvPr id="1066" name="Google Shape;1066;p63"/>
            <p:cNvSpPr txBox="1"/>
            <p:nvPr/>
          </p:nvSpPr>
          <p:spPr>
            <a:xfrm rot="-5400000">
              <a:off x="-118800" y="3472725"/>
              <a:ext cx="483900" cy="246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chemeClr val="dk1"/>
                  </a:solidFill>
                  <a:latin typeface="Calibri"/>
                  <a:ea typeface="Calibri"/>
                  <a:cs typeface="Calibri"/>
                  <a:sym typeface="Calibri"/>
                </a:rPr>
                <a:t>Input</a:t>
              </a:r>
              <a:endParaRPr b="0" i="0" sz="1600" u="none" cap="none" strike="noStrike">
                <a:solidFill>
                  <a:schemeClr val="dk1"/>
                </a:solidFill>
                <a:latin typeface="Calibri"/>
                <a:ea typeface="Calibri"/>
                <a:cs typeface="Calibri"/>
                <a:sym typeface="Calibri"/>
              </a:endParaRPr>
            </a:p>
          </p:txBody>
        </p:sp>
        <p:sp>
          <p:nvSpPr>
            <p:cNvPr id="1067" name="Google Shape;1067;p63"/>
            <p:cNvSpPr txBox="1"/>
            <p:nvPr/>
          </p:nvSpPr>
          <p:spPr>
            <a:xfrm rot="-5400000">
              <a:off x="8699550" y="3472725"/>
              <a:ext cx="642600" cy="246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chemeClr val="dk1"/>
                  </a:solidFill>
                  <a:latin typeface="Calibri"/>
                  <a:ea typeface="Calibri"/>
                  <a:cs typeface="Calibri"/>
                  <a:sym typeface="Calibri"/>
                </a:rPr>
                <a:t>Output</a:t>
              </a:r>
              <a:endParaRPr b="0" i="0" sz="1600" u="none" cap="none" strike="noStrike">
                <a:solidFill>
                  <a:schemeClr val="dk1"/>
                </a:solidFill>
                <a:latin typeface="Calibri"/>
                <a:ea typeface="Calibri"/>
                <a:cs typeface="Calibri"/>
                <a:sym typeface="Calibri"/>
              </a:endParaRPr>
            </a:p>
          </p:txBody>
        </p:sp>
        <p:cxnSp>
          <p:nvCxnSpPr>
            <p:cNvPr id="1068" name="Google Shape;1068;p63"/>
            <p:cNvCxnSpPr/>
            <p:nvPr/>
          </p:nvCxnSpPr>
          <p:spPr>
            <a:xfrm flipH="1" rot="10800000">
              <a:off x="8877206" y="3568825"/>
              <a:ext cx="89400" cy="13200"/>
            </a:xfrm>
            <a:prstGeom prst="straightConnector1">
              <a:avLst/>
            </a:prstGeom>
            <a:noFill/>
            <a:ln cap="flat" cmpd="sng" w="9525">
              <a:solidFill>
                <a:schemeClr val="dk1"/>
              </a:solidFill>
              <a:prstDash val="solid"/>
              <a:round/>
              <a:headEnd len="sm" w="sm" type="none"/>
              <a:tailEnd len="med" w="med" type="stealth"/>
            </a:ln>
          </p:spPr>
        </p:cxnSp>
      </p:grpSp>
      <p:sp>
        <p:nvSpPr>
          <p:cNvPr id="1069" name="Google Shape;1069;p63"/>
          <p:cNvSpPr txBox="1"/>
          <p:nvPr/>
        </p:nvSpPr>
        <p:spPr>
          <a:xfrm>
            <a:off x="0" y="4974300"/>
            <a:ext cx="8159700" cy="169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B7B7B7"/>
                </a:solidFill>
                <a:latin typeface="Arial"/>
                <a:ea typeface="Arial"/>
                <a:cs typeface="Arial"/>
                <a:sym typeface="Arial"/>
              </a:rPr>
              <a:t>https://pm.dartus.fr/posts/2025/how-llm-generate-text/</a:t>
            </a:r>
            <a:endParaRPr b="0" i="0" sz="1100" u="none" cap="none" strike="noStrike">
              <a:solidFill>
                <a:srgbClr val="B7B7B7"/>
              </a:solidFill>
              <a:latin typeface="Arial"/>
              <a:ea typeface="Arial"/>
              <a:cs typeface="Arial"/>
              <a:sym typeface="Arial"/>
            </a:endParaRPr>
          </a:p>
        </p:txBody>
      </p:sp>
      <p:sp>
        <p:nvSpPr>
          <p:cNvPr id="1070" name="Google Shape;1070;p6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1071" name="Google Shape;1071;p63"/>
          <p:cNvSpPr/>
          <p:nvPr/>
        </p:nvSpPr>
        <p:spPr>
          <a:xfrm>
            <a:off x="5669280" y="1916264"/>
            <a:ext cx="3053301" cy="2746953"/>
          </a:xfrm>
          <a:prstGeom prst="rect">
            <a:avLst/>
          </a:prstGeom>
          <a:solidFill>
            <a:srgbClr val="9B9B9B">
              <a:alpha val="49804"/>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072" name="Google Shape;1072;p63"/>
          <p:cNvSpPr/>
          <p:nvPr/>
        </p:nvSpPr>
        <p:spPr>
          <a:xfrm>
            <a:off x="4310700" y="2179865"/>
            <a:ext cx="1208599" cy="2385392"/>
          </a:xfrm>
          <a:custGeom>
            <a:rect b="b" l="l" r="r" t="t"/>
            <a:pathLst>
              <a:path extrusionOk="0" h="2385392" w="1208599">
                <a:moveTo>
                  <a:pt x="0" y="0"/>
                </a:moveTo>
                <a:cubicBezTo>
                  <a:pt x="124388" y="21997"/>
                  <a:pt x="467477" y="-14189"/>
                  <a:pt x="592214" y="0"/>
                </a:cubicBezTo>
                <a:cubicBezTo>
                  <a:pt x="716951" y="14189"/>
                  <a:pt x="1044251" y="25509"/>
                  <a:pt x="1208599" y="0"/>
                </a:cubicBezTo>
                <a:cubicBezTo>
                  <a:pt x="1228368" y="172800"/>
                  <a:pt x="1223030" y="395128"/>
                  <a:pt x="1208599" y="644056"/>
                </a:cubicBezTo>
                <a:cubicBezTo>
                  <a:pt x="1194168" y="892984"/>
                  <a:pt x="1226116" y="1057423"/>
                  <a:pt x="1208599" y="1240404"/>
                </a:cubicBezTo>
                <a:cubicBezTo>
                  <a:pt x="1191082" y="1423385"/>
                  <a:pt x="1218887" y="1616625"/>
                  <a:pt x="1208599" y="1789044"/>
                </a:cubicBezTo>
                <a:cubicBezTo>
                  <a:pt x="1198311" y="1961463"/>
                  <a:pt x="1203841" y="2116621"/>
                  <a:pt x="1208599" y="2385392"/>
                </a:cubicBezTo>
                <a:cubicBezTo>
                  <a:pt x="1034435" y="2383638"/>
                  <a:pt x="792812" y="2399348"/>
                  <a:pt x="604300" y="2385392"/>
                </a:cubicBezTo>
                <a:cubicBezTo>
                  <a:pt x="415788" y="2371436"/>
                  <a:pt x="226368" y="2375068"/>
                  <a:pt x="0" y="2385392"/>
                </a:cubicBezTo>
                <a:cubicBezTo>
                  <a:pt x="22297" y="2221433"/>
                  <a:pt x="-3496" y="2021714"/>
                  <a:pt x="0" y="1860606"/>
                </a:cubicBezTo>
                <a:cubicBezTo>
                  <a:pt x="3496" y="1699498"/>
                  <a:pt x="-25263" y="1506266"/>
                  <a:pt x="0" y="1288112"/>
                </a:cubicBezTo>
                <a:cubicBezTo>
                  <a:pt x="25263" y="1069958"/>
                  <a:pt x="8169" y="886318"/>
                  <a:pt x="0" y="715618"/>
                </a:cubicBezTo>
                <a:cubicBezTo>
                  <a:pt x="-8169" y="544918"/>
                  <a:pt x="28330" y="344808"/>
                  <a:pt x="0" y="0"/>
                </a:cubicBezTo>
                <a:close/>
              </a:path>
            </a:pathLst>
          </a:custGeom>
          <a:noFill/>
          <a:ln cap="flat" cmpd="sng" w="28575">
            <a:solidFill>
              <a:srgbClr val="00B0F0"/>
            </a:solidFill>
            <a:prstDash val="lgDash"/>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6" name="Shape 1076"/>
        <p:cNvGrpSpPr/>
        <p:nvPr/>
      </p:nvGrpSpPr>
      <p:grpSpPr>
        <a:xfrm>
          <a:off x="0" y="0"/>
          <a:ext cx="0" cy="0"/>
          <a:chOff x="0" y="0"/>
          <a:chExt cx="0" cy="0"/>
        </a:xfrm>
      </p:grpSpPr>
      <p:sp>
        <p:nvSpPr>
          <p:cNvPr id="1077" name="Google Shape;1077;p64"/>
          <p:cNvSpPr/>
          <p:nvPr/>
        </p:nvSpPr>
        <p:spPr>
          <a:xfrm>
            <a:off x="363325" y="1856425"/>
            <a:ext cx="8415000" cy="1391400"/>
          </a:xfrm>
          <a:prstGeom prst="roundRect">
            <a:avLst>
              <a:gd fmla="val 16667" name="adj"/>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8" name="Google Shape;1078;p6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Decoding</a:t>
            </a:r>
            <a:endParaRPr/>
          </a:p>
        </p:txBody>
      </p:sp>
      <p:grpSp>
        <p:nvGrpSpPr>
          <p:cNvPr id="1079" name="Google Shape;1079;p64"/>
          <p:cNvGrpSpPr/>
          <p:nvPr/>
        </p:nvGrpSpPr>
        <p:grpSpPr>
          <a:xfrm>
            <a:off x="0" y="2041000"/>
            <a:ext cx="9144000" cy="2840575"/>
            <a:chOff x="0" y="2302925"/>
            <a:chExt cx="9144000" cy="2840575"/>
          </a:xfrm>
        </p:grpSpPr>
        <p:pic>
          <p:nvPicPr>
            <p:cNvPr id="1080" name="Google Shape;1080;p64"/>
            <p:cNvPicPr preferRelativeResize="0"/>
            <p:nvPr/>
          </p:nvPicPr>
          <p:blipFill rotWithShape="1">
            <a:blip r:embed="rId3">
              <a:alphaModFix/>
            </a:blip>
            <a:srcRect b="0" l="8768" r="10786" t="12633"/>
            <a:stretch/>
          </p:blipFill>
          <p:spPr>
            <a:xfrm>
              <a:off x="252375" y="2302925"/>
              <a:ext cx="8639252" cy="2840575"/>
            </a:xfrm>
            <a:prstGeom prst="rect">
              <a:avLst/>
            </a:prstGeom>
            <a:noFill/>
            <a:ln>
              <a:noFill/>
            </a:ln>
          </p:spPr>
        </p:pic>
        <p:sp>
          <p:nvSpPr>
            <p:cNvPr id="1081" name="Google Shape;1081;p64"/>
            <p:cNvSpPr txBox="1"/>
            <p:nvPr/>
          </p:nvSpPr>
          <p:spPr>
            <a:xfrm rot="-5400000">
              <a:off x="-118800" y="3472725"/>
              <a:ext cx="483900" cy="246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chemeClr val="dk1"/>
                  </a:solidFill>
                  <a:latin typeface="Calibri"/>
                  <a:ea typeface="Calibri"/>
                  <a:cs typeface="Calibri"/>
                  <a:sym typeface="Calibri"/>
                </a:rPr>
                <a:t>Input</a:t>
              </a:r>
              <a:endParaRPr b="0" i="0" sz="1600" u="none" cap="none" strike="noStrike">
                <a:solidFill>
                  <a:schemeClr val="dk1"/>
                </a:solidFill>
                <a:latin typeface="Calibri"/>
                <a:ea typeface="Calibri"/>
                <a:cs typeface="Calibri"/>
                <a:sym typeface="Calibri"/>
              </a:endParaRPr>
            </a:p>
          </p:txBody>
        </p:sp>
        <p:sp>
          <p:nvSpPr>
            <p:cNvPr id="1082" name="Google Shape;1082;p64"/>
            <p:cNvSpPr txBox="1"/>
            <p:nvPr/>
          </p:nvSpPr>
          <p:spPr>
            <a:xfrm rot="-5400000">
              <a:off x="8699550" y="3472725"/>
              <a:ext cx="642600" cy="246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chemeClr val="dk1"/>
                  </a:solidFill>
                  <a:latin typeface="Calibri"/>
                  <a:ea typeface="Calibri"/>
                  <a:cs typeface="Calibri"/>
                  <a:sym typeface="Calibri"/>
                </a:rPr>
                <a:t>Output</a:t>
              </a:r>
              <a:endParaRPr b="0" i="0" sz="1600" u="none" cap="none" strike="noStrike">
                <a:solidFill>
                  <a:schemeClr val="dk1"/>
                </a:solidFill>
                <a:latin typeface="Calibri"/>
                <a:ea typeface="Calibri"/>
                <a:cs typeface="Calibri"/>
                <a:sym typeface="Calibri"/>
              </a:endParaRPr>
            </a:p>
          </p:txBody>
        </p:sp>
        <p:cxnSp>
          <p:nvCxnSpPr>
            <p:cNvPr id="1083" name="Google Shape;1083;p64"/>
            <p:cNvCxnSpPr/>
            <p:nvPr/>
          </p:nvCxnSpPr>
          <p:spPr>
            <a:xfrm flipH="1" rot="10800000">
              <a:off x="8877206" y="3568825"/>
              <a:ext cx="89400" cy="13200"/>
            </a:xfrm>
            <a:prstGeom prst="straightConnector1">
              <a:avLst/>
            </a:prstGeom>
            <a:noFill/>
            <a:ln cap="flat" cmpd="sng" w="9525">
              <a:solidFill>
                <a:schemeClr val="dk1"/>
              </a:solidFill>
              <a:prstDash val="solid"/>
              <a:round/>
              <a:headEnd len="sm" w="sm" type="none"/>
              <a:tailEnd len="med" w="med" type="stealth"/>
            </a:ln>
          </p:spPr>
        </p:cxnSp>
      </p:grpSp>
      <p:sp>
        <p:nvSpPr>
          <p:cNvPr id="1084" name="Google Shape;1084;p64"/>
          <p:cNvSpPr txBox="1"/>
          <p:nvPr/>
        </p:nvSpPr>
        <p:spPr>
          <a:xfrm>
            <a:off x="0" y="4974300"/>
            <a:ext cx="8159700" cy="169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B7B7B7"/>
                </a:solidFill>
                <a:latin typeface="Arial"/>
                <a:ea typeface="Arial"/>
                <a:cs typeface="Arial"/>
                <a:sym typeface="Arial"/>
              </a:rPr>
              <a:t>https://pm.dartus.fr/posts/2025/how-llm-generate-text/</a:t>
            </a:r>
            <a:endParaRPr b="0" i="0" sz="1100" u="none" cap="none" strike="noStrike">
              <a:solidFill>
                <a:srgbClr val="B7B7B7"/>
              </a:solidFill>
              <a:latin typeface="Arial"/>
              <a:ea typeface="Arial"/>
              <a:cs typeface="Arial"/>
              <a:sym typeface="Arial"/>
            </a:endParaRPr>
          </a:p>
        </p:txBody>
      </p:sp>
      <p:sp>
        <p:nvSpPr>
          <p:cNvPr id="1085" name="Google Shape;1085;p6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1086" name="Google Shape;1086;p64"/>
          <p:cNvSpPr/>
          <p:nvPr/>
        </p:nvSpPr>
        <p:spPr>
          <a:xfrm>
            <a:off x="5710130" y="2040999"/>
            <a:ext cx="2989682" cy="2605225"/>
          </a:xfrm>
          <a:custGeom>
            <a:rect b="b" l="l" r="r" t="t"/>
            <a:pathLst>
              <a:path extrusionOk="0" h="2605225" w="2989682">
                <a:moveTo>
                  <a:pt x="0" y="0"/>
                </a:moveTo>
                <a:cubicBezTo>
                  <a:pt x="268680" y="5449"/>
                  <a:pt x="388184" y="10913"/>
                  <a:pt x="568040" y="0"/>
                </a:cubicBezTo>
                <a:cubicBezTo>
                  <a:pt x="747896" y="-10913"/>
                  <a:pt x="934704" y="-9342"/>
                  <a:pt x="1076286" y="0"/>
                </a:cubicBezTo>
                <a:cubicBezTo>
                  <a:pt x="1217868" y="9342"/>
                  <a:pt x="1509311" y="-11634"/>
                  <a:pt x="1734016" y="0"/>
                </a:cubicBezTo>
                <a:cubicBezTo>
                  <a:pt x="1958721" y="11634"/>
                  <a:pt x="2144452" y="-17722"/>
                  <a:pt x="2302055" y="0"/>
                </a:cubicBezTo>
                <a:cubicBezTo>
                  <a:pt x="2459658" y="17722"/>
                  <a:pt x="2686054" y="-609"/>
                  <a:pt x="2989682" y="0"/>
                </a:cubicBezTo>
                <a:cubicBezTo>
                  <a:pt x="2995902" y="220528"/>
                  <a:pt x="2998964" y="387689"/>
                  <a:pt x="2989682" y="703411"/>
                </a:cubicBezTo>
                <a:cubicBezTo>
                  <a:pt x="2980400" y="1019133"/>
                  <a:pt x="3000129" y="1098785"/>
                  <a:pt x="2989682" y="1354717"/>
                </a:cubicBezTo>
                <a:cubicBezTo>
                  <a:pt x="2979235" y="1610649"/>
                  <a:pt x="2984561" y="1758732"/>
                  <a:pt x="2989682" y="2006023"/>
                </a:cubicBezTo>
                <a:cubicBezTo>
                  <a:pt x="2994803" y="2253314"/>
                  <a:pt x="2993069" y="2404923"/>
                  <a:pt x="2989682" y="2605225"/>
                </a:cubicBezTo>
                <a:cubicBezTo>
                  <a:pt x="2856702" y="2605611"/>
                  <a:pt x="2582282" y="2601208"/>
                  <a:pt x="2451539" y="2605225"/>
                </a:cubicBezTo>
                <a:cubicBezTo>
                  <a:pt x="2320796" y="2609242"/>
                  <a:pt x="2089233" y="2612161"/>
                  <a:pt x="1853603" y="2605225"/>
                </a:cubicBezTo>
                <a:cubicBezTo>
                  <a:pt x="1617973" y="2598289"/>
                  <a:pt x="1555271" y="2621453"/>
                  <a:pt x="1285563" y="2605225"/>
                </a:cubicBezTo>
                <a:cubicBezTo>
                  <a:pt x="1015855" y="2588997"/>
                  <a:pt x="777713" y="2635173"/>
                  <a:pt x="627833" y="2605225"/>
                </a:cubicBezTo>
                <a:cubicBezTo>
                  <a:pt x="477953" y="2575278"/>
                  <a:pt x="129339" y="2593488"/>
                  <a:pt x="0" y="2605225"/>
                </a:cubicBezTo>
                <a:cubicBezTo>
                  <a:pt x="6036" y="2333556"/>
                  <a:pt x="-15607" y="2268659"/>
                  <a:pt x="0" y="2006023"/>
                </a:cubicBezTo>
                <a:cubicBezTo>
                  <a:pt x="15607" y="1743387"/>
                  <a:pt x="-22225" y="1612363"/>
                  <a:pt x="0" y="1354717"/>
                </a:cubicBezTo>
                <a:cubicBezTo>
                  <a:pt x="22225" y="1097071"/>
                  <a:pt x="-22472" y="885783"/>
                  <a:pt x="0" y="729463"/>
                </a:cubicBezTo>
                <a:cubicBezTo>
                  <a:pt x="22472" y="573143"/>
                  <a:pt x="15554" y="318274"/>
                  <a:pt x="0" y="0"/>
                </a:cubicBezTo>
                <a:close/>
              </a:path>
            </a:pathLst>
          </a:custGeom>
          <a:noFill/>
          <a:ln cap="flat" cmpd="sng" w="28575">
            <a:solidFill>
              <a:srgbClr val="00B0F0"/>
            </a:solidFill>
            <a:prstDash val="lgDash"/>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0" name="Shape 1090"/>
        <p:cNvGrpSpPr/>
        <p:nvPr/>
      </p:nvGrpSpPr>
      <p:grpSpPr>
        <a:xfrm>
          <a:off x="0" y="0"/>
          <a:ext cx="0" cy="0"/>
          <a:chOff x="0" y="0"/>
          <a:chExt cx="0" cy="0"/>
        </a:xfrm>
      </p:grpSpPr>
      <p:sp>
        <p:nvSpPr>
          <p:cNvPr id="1091" name="Google Shape;1091;p6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Decoding Strategies</a:t>
            </a:r>
            <a:endParaRPr/>
          </a:p>
        </p:txBody>
      </p:sp>
      <p:sp>
        <p:nvSpPr>
          <p:cNvPr id="1092" name="Google Shape;1092;p65"/>
          <p:cNvSpPr txBox="1"/>
          <p:nvPr>
            <p:ph idx="1" type="body"/>
          </p:nvPr>
        </p:nvSpPr>
        <p:spPr>
          <a:xfrm>
            <a:off x="1543725" y="1691399"/>
            <a:ext cx="5826600" cy="1226729"/>
          </a:xfrm>
          <a:prstGeom prst="rect">
            <a:avLst/>
          </a:prstGeom>
          <a:solidFill>
            <a:srgbClr val="CFE2F3"/>
          </a:solidFill>
          <a:ln>
            <a:noFill/>
          </a:ln>
        </p:spPr>
        <p:txBody>
          <a:bodyPr anchorCtr="0" anchor="t" bIns="0" lIns="0" spcFirstLastPara="1" rIns="0" wrap="square" tIns="0">
            <a:normAutofit/>
          </a:bodyPr>
          <a:lstStyle/>
          <a:p>
            <a:pPr indent="0" lvl="0" marL="0" rtl="0" algn="l">
              <a:lnSpc>
                <a:spcPct val="100000"/>
              </a:lnSpc>
              <a:spcBef>
                <a:spcPts val="0"/>
              </a:spcBef>
              <a:spcAft>
                <a:spcPts val="0"/>
              </a:spcAft>
              <a:buClr>
                <a:schemeClr val="dk1"/>
              </a:buClr>
              <a:buSzPts val="1100"/>
              <a:buFont typeface="Arial"/>
              <a:buNone/>
            </a:pPr>
            <a:r>
              <a:rPr lang="en">
                <a:solidFill>
                  <a:schemeClr val="dk1"/>
                </a:solidFill>
                <a:latin typeface="Consolas"/>
                <a:ea typeface="Consolas"/>
                <a:cs typeface="Consolas"/>
                <a:sym typeface="Consolas"/>
              </a:rPr>
              <a:t>logits = model(inputs, positions)</a:t>
            </a:r>
            <a:endParaRPr/>
          </a:p>
          <a:p>
            <a:pPr indent="0" lvl="0" marL="0" rtl="0" algn="l">
              <a:lnSpc>
                <a:spcPct val="100000"/>
              </a:lnSpc>
              <a:spcBef>
                <a:spcPts val="0"/>
              </a:spcBef>
              <a:spcAft>
                <a:spcPts val="0"/>
              </a:spcAft>
              <a:buClr>
                <a:schemeClr val="dk1"/>
              </a:buClr>
              <a:buSzPts val="1100"/>
              <a:buFont typeface="Arial"/>
              <a:buNone/>
            </a:pPr>
            <a:r>
              <a:t/>
            </a:r>
            <a:endParaRPr>
              <a:solidFill>
                <a:schemeClr val="dk1"/>
              </a:solidFill>
              <a:latin typeface="Consolas"/>
              <a:ea typeface="Consolas"/>
              <a:cs typeface="Consolas"/>
              <a:sym typeface="Consolas"/>
            </a:endParaRPr>
          </a:p>
          <a:p>
            <a:pPr indent="0" lvl="0" marL="0" rtl="0" algn="l">
              <a:lnSpc>
                <a:spcPct val="100000"/>
              </a:lnSpc>
              <a:spcBef>
                <a:spcPts val="0"/>
              </a:spcBef>
              <a:spcAft>
                <a:spcPts val="0"/>
              </a:spcAft>
              <a:buClr>
                <a:schemeClr val="dk1"/>
              </a:buClr>
              <a:buSzPts val="1100"/>
              <a:buFont typeface="Arial"/>
              <a:buNone/>
            </a:pPr>
            <a:r>
              <a:rPr lang="en">
                <a:solidFill>
                  <a:schemeClr val="dk1"/>
                </a:solidFill>
                <a:latin typeface="Consolas"/>
                <a:ea typeface="Consolas"/>
                <a:cs typeface="Consolas"/>
                <a:sym typeface="Consolas"/>
              </a:rPr>
              <a:t>print(logits.shape)</a:t>
            </a:r>
            <a:endParaRPr/>
          </a:p>
        </p:txBody>
      </p:sp>
      <p:sp>
        <p:nvSpPr>
          <p:cNvPr id="1093" name="Google Shape;1093;p65"/>
          <p:cNvSpPr txBox="1"/>
          <p:nvPr/>
        </p:nvSpPr>
        <p:spPr>
          <a:xfrm>
            <a:off x="397025" y="1017725"/>
            <a:ext cx="39006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chemeClr val="dk1"/>
                </a:solidFill>
                <a:latin typeface="Calibri"/>
                <a:ea typeface="Calibri"/>
                <a:cs typeface="Calibri"/>
                <a:sym typeface="Calibri"/>
              </a:rPr>
              <a:t>Which token to predict as response?</a:t>
            </a:r>
            <a:endParaRPr b="0" i="0" sz="1800" u="none" cap="none" strike="noStrike">
              <a:solidFill>
                <a:schemeClr val="dk1"/>
              </a:solidFill>
              <a:latin typeface="Calibri"/>
              <a:ea typeface="Calibri"/>
              <a:cs typeface="Calibri"/>
              <a:sym typeface="Calibri"/>
            </a:endParaRPr>
          </a:p>
        </p:txBody>
      </p:sp>
      <p:sp>
        <p:nvSpPr>
          <p:cNvPr id="1094" name="Google Shape;1094;p65"/>
          <p:cNvSpPr txBox="1"/>
          <p:nvPr/>
        </p:nvSpPr>
        <p:spPr>
          <a:xfrm>
            <a:off x="0" y="4804800"/>
            <a:ext cx="4178700" cy="338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chemeClr val="dk2"/>
                </a:solidFill>
                <a:latin typeface="Arial"/>
                <a:ea typeface="Arial"/>
                <a:cs typeface="Arial"/>
                <a:sym typeface="Arial"/>
              </a:rPr>
              <a:t>https://huggingface.co/blog/mlabonne/decoding-strategies</a:t>
            </a:r>
            <a:endParaRPr b="0" i="0" sz="1000" u="none" cap="none" strike="noStrike">
              <a:solidFill>
                <a:schemeClr val="dk2"/>
              </a:solidFill>
              <a:latin typeface="Arial"/>
              <a:ea typeface="Arial"/>
              <a:cs typeface="Arial"/>
              <a:sym typeface="Arial"/>
            </a:endParaRPr>
          </a:p>
        </p:txBody>
      </p:sp>
      <p:sp>
        <p:nvSpPr>
          <p:cNvPr id="1095" name="Google Shape;1095;p65"/>
          <p:cNvSpPr txBox="1"/>
          <p:nvPr/>
        </p:nvSpPr>
        <p:spPr>
          <a:xfrm>
            <a:off x="518975" y="3172800"/>
            <a:ext cx="5752800" cy="369300"/>
          </a:xfrm>
          <a:prstGeom prst="rect">
            <a:avLst/>
          </a:prstGeom>
          <a:noFill/>
          <a:ln>
            <a:noFill/>
          </a:ln>
        </p:spPr>
        <p:txBody>
          <a:bodyPr anchorCtr="0" anchor="t" bIns="91425"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chemeClr val="dk1"/>
                </a:solidFill>
                <a:latin typeface="Calibri"/>
                <a:ea typeface="Calibri"/>
                <a:cs typeface="Calibri"/>
                <a:sym typeface="Calibri"/>
              </a:rPr>
              <a:t>How to convert these logits to a token?</a:t>
            </a:r>
            <a:endParaRPr b="0" i="0" sz="1800" u="none" cap="none" strike="noStrike">
              <a:solidFill>
                <a:schemeClr val="dk1"/>
              </a:solidFill>
              <a:latin typeface="Calibri"/>
              <a:ea typeface="Calibri"/>
              <a:cs typeface="Calibri"/>
              <a:sym typeface="Calibri"/>
            </a:endParaRPr>
          </a:p>
        </p:txBody>
      </p:sp>
      <p:sp>
        <p:nvSpPr>
          <p:cNvPr id="1096" name="Google Shape;1096;p65"/>
          <p:cNvSpPr txBox="1"/>
          <p:nvPr/>
        </p:nvSpPr>
        <p:spPr>
          <a:xfrm>
            <a:off x="3995521" y="2132208"/>
            <a:ext cx="1340700" cy="4617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chemeClr val="dk1"/>
                </a:solidFill>
                <a:latin typeface="Arial"/>
                <a:ea typeface="Arial"/>
                <a:cs typeface="Arial"/>
                <a:sym typeface="Arial"/>
              </a:rPr>
              <a:t>[x, 50257]</a:t>
            </a:r>
            <a:endParaRPr b="0" i="0" sz="1800" u="none" cap="none" strike="noStrike">
              <a:solidFill>
                <a:schemeClr val="dk1"/>
              </a:solidFill>
              <a:latin typeface="Arial"/>
              <a:ea typeface="Arial"/>
              <a:cs typeface="Arial"/>
              <a:sym typeface="Arial"/>
            </a:endParaRPr>
          </a:p>
        </p:txBody>
      </p:sp>
      <p:sp>
        <p:nvSpPr>
          <p:cNvPr id="1097" name="Google Shape;1097;p6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1098" name="Google Shape;1098;p65"/>
          <p:cNvSpPr txBox="1"/>
          <p:nvPr/>
        </p:nvSpPr>
        <p:spPr>
          <a:xfrm>
            <a:off x="4230535" y="3018911"/>
            <a:ext cx="1011815"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Batch size</a:t>
            </a:r>
            <a:endParaRPr b="0" i="0" sz="1400" u="none" cap="none" strike="noStrike">
              <a:solidFill>
                <a:srgbClr val="000000"/>
              </a:solidFill>
              <a:latin typeface="Arial"/>
              <a:ea typeface="Arial"/>
              <a:cs typeface="Arial"/>
              <a:sym typeface="Arial"/>
            </a:endParaRPr>
          </a:p>
        </p:txBody>
      </p:sp>
      <p:sp>
        <p:nvSpPr>
          <p:cNvPr id="1099" name="Google Shape;1099;p65"/>
          <p:cNvSpPr txBox="1"/>
          <p:nvPr/>
        </p:nvSpPr>
        <p:spPr>
          <a:xfrm>
            <a:off x="5741020" y="2200814"/>
            <a:ext cx="1061509"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Vocab size</a:t>
            </a:r>
            <a:endParaRPr b="0" i="0" sz="1400" u="none" cap="none" strike="noStrike">
              <a:solidFill>
                <a:srgbClr val="000000"/>
              </a:solidFill>
              <a:latin typeface="Arial"/>
              <a:ea typeface="Arial"/>
              <a:cs typeface="Arial"/>
              <a:sym typeface="Arial"/>
            </a:endParaRPr>
          </a:p>
        </p:txBody>
      </p:sp>
      <p:cxnSp>
        <p:nvCxnSpPr>
          <p:cNvPr id="1100" name="Google Shape;1100;p65"/>
          <p:cNvCxnSpPr>
            <a:stCxn id="1098" idx="0"/>
          </p:cNvCxnSpPr>
          <p:nvPr/>
        </p:nvCxnSpPr>
        <p:spPr>
          <a:xfrm rot="10800000">
            <a:off x="4230643" y="2508611"/>
            <a:ext cx="505800" cy="510300"/>
          </a:xfrm>
          <a:prstGeom prst="straightConnector1">
            <a:avLst/>
          </a:prstGeom>
          <a:noFill/>
          <a:ln cap="flat" cmpd="sng" w="9525">
            <a:solidFill>
              <a:srgbClr val="202020"/>
            </a:solidFill>
            <a:prstDash val="solid"/>
            <a:round/>
            <a:headEnd len="sm" w="sm" type="none"/>
            <a:tailEnd len="med" w="med" type="triangle"/>
          </a:ln>
        </p:spPr>
      </p:cxnSp>
      <p:cxnSp>
        <p:nvCxnSpPr>
          <p:cNvPr id="1101" name="Google Shape;1101;p65"/>
          <p:cNvCxnSpPr>
            <a:stCxn id="1099" idx="1"/>
          </p:cNvCxnSpPr>
          <p:nvPr/>
        </p:nvCxnSpPr>
        <p:spPr>
          <a:xfrm flipH="1">
            <a:off x="5096920" y="2354703"/>
            <a:ext cx="644100" cy="8400"/>
          </a:xfrm>
          <a:prstGeom prst="straightConnector1">
            <a:avLst/>
          </a:prstGeom>
          <a:noFill/>
          <a:ln cap="flat" cmpd="sng" w="9525">
            <a:solidFill>
              <a:srgbClr val="202020"/>
            </a:solidFill>
            <a:prstDash val="solid"/>
            <a:round/>
            <a:headEnd len="sm" w="sm" type="none"/>
            <a:tailEnd len="med" w="med" type="triangle"/>
          </a:ln>
        </p:spPr>
      </p:cxn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5" name="Shape 1105"/>
        <p:cNvGrpSpPr/>
        <p:nvPr/>
      </p:nvGrpSpPr>
      <p:grpSpPr>
        <a:xfrm>
          <a:off x="0" y="0"/>
          <a:ext cx="0" cy="0"/>
          <a:chOff x="0" y="0"/>
          <a:chExt cx="0" cy="0"/>
        </a:xfrm>
      </p:grpSpPr>
      <p:sp>
        <p:nvSpPr>
          <p:cNvPr id="1106" name="Google Shape;1106;p6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Softmax and temperature</a:t>
            </a:r>
            <a:endParaRPr/>
          </a:p>
        </p:txBody>
      </p:sp>
      <p:sp>
        <p:nvSpPr>
          <p:cNvPr id="1107" name="Google Shape;1107;p66"/>
          <p:cNvSpPr txBox="1"/>
          <p:nvPr>
            <p:ph idx="1" type="body"/>
          </p:nvPr>
        </p:nvSpPr>
        <p:spPr>
          <a:xfrm>
            <a:off x="324713" y="840125"/>
            <a:ext cx="8520600" cy="1184400"/>
          </a:xfrm>
          <a:prstGeom prst="rect">
            <a:avLst/>
          </a:prstGeom>
          <a:noFill/>
          <a:ln>
            <a:noFill/>
          </a:ln>
        </p:spPr>
        <p:txBody>
          <a:bodyPr anchorCtr="0" anchor="t" bIns="91425" lIns="91425" spcFirstLastPara="1" rIns="91425" wrap="square" tIns="91425">
            <a:normAutofit fontScale="85000" lnSpcReduction="20000"/>
          </a:bodyPr>
          <a:lstStyle/>
          <a:p>
            <a:pPr indent="0" lvl="0" marL="0" rtl="0" algn="l">
              <a:lnSpc>
                <a:spcPct val="115000"/>
              </a:lnSpc>
              <a:spcBef>
                <a:spcPts val="0"/>
              </a:spcBef>
              <a:spcAft>
                <a:spcPts val="0"/>
              </a:spcAft>
              <a:buSzPct val="117647"/>
              <a:buNone/>
            </a:pPr>
            <a:r>
              <a:rPr lang="en">
                <a:solidFill>
                  <a:schemeClr val="dk1"/>
                </a:solidFill>
                <a:latin typeface="Calibri"/>
                <a:ea typeface="Calibri"/>
                <a:cs typeface="Calibri"/>
                <a:sym typeface="Calibri"/>
              </a:rPr>
              <a:t>Logit (similarity score) -&gt; Probability score (that adds up to 1)</a:t>
            </a:r>
            <a:endParaRPr>
              <a:solidFill>
                <a:schemeClr val="dk1"/>
              </a:solidFill>
              <a:latin typeface="Calibri"/>
              <a:ea typeface="Calibri"/>
              <a:cs typeface="Calibri"/>
              <a:sym typeface="Calibri"/>
            </a:endParaRPr>
          </a:p>
          <a:p>
            <a:pPr indent="0" lvl="0" marL="0" rtl="0" algn="l">
              <a:lnSpc>
                <a:spcPct val="115000"/>
              </a:lnSpc>
              <a:spcBef>
                <a:spcPts val="1200"/>
              </a:spcBef>
              <a:spcAft>
                <a:spcPts val="1200"/>
              </a:spcAft>
              <a:buSzPct val="117647"/>
              <a:buNone/>
            </a:pPr>
            <a:r>
              <a:rPr lang="en">
                <a:solidFill>
                  <a:schemeClr val="dk1"/>
                </a:solidFill>
                <a:latin typeface="Calibri"/>
                <a:ea typeface="Calibri"/>
                <a:cs typeface="Calibri"/>
                <a:sym typeface="Calibri"/>
              </a:rPr>
              <a:t>This is done via a softmax normalization function which has a “temperature” parameter which scales the logits value. </a:t>
            </a:r>
            <a:endParaRPr>
              <a:solidFill>
                <a:schemeClr val="dk1"/>
              </a:solidFill>
              <a:latin typeface="Calibri"/>
              <a:ea typeface="Calibri"/>
              <a:cs typeface="Calibri"/>
              <a:sym typeface="Calibri"/>
            </a:endParaRPr>
          </a:p>
        </p:txBody>
      </p:sp>
      <p:pic>
        <p:nvPicPr>
          <p:cNvPr id="1108" name="Google Shape;1108;p66"/>
          <p:cNvPicPr preferRelativeResize="0"/>
          <p:nvPr/>
        </p:nvPicPr>
        <p:blipFill rotWithShape="1">
          <a:blip r:embed="rId3">
            <a:alphaModFix/>
          </a:blip>
          <a:srcRect b="0" l="0" r="0" t="0"/>
          <a:stretch/>
        </p:blipFill>
        <p:spPr>
          <a:xfrm>
            <a:off x="0" y="2254748"/>
            <a:ext cx="9144003" cy="2888755"/>
          </a:xfrm>
          <a:prstGeom prst="rect">
            <a:avLst/>
          </a:prstGeom>
          <a:noFill/>
          <a:ln>
            <a:noFill/>
          </a:ln>
        </p:spPr>
      </p:pic>
      <p:sp>
        <p:nvSpPr>
          <p:cNvPr id="1109" name="Google Shape;1109;p66"/>
          <p:cNvSpPr txBox="1"/>
          <p:nvPr/>
        </p:nvSpPr>
        <p:spPr>
          <a:xfrm>
            <a:off x="181100" y="2142425"/>
            <a:ext cx="27168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6FA8DC"/>
                </a:solidFill>
                <a:latin typeface="Calibri"/>
                <a:ea typeface="Calibri"/>
                <a:cs typeface="Calibri"/>
                <a:sym typeface="Calibri"/>
              </a:rPr>
              <a:t>Makes values more extreme</a:t>
            </a:r>
            <a:endParaRPr b="0" i="0" sz="1800" u="none" cap="none" strike="noStrike">
              <a:solidFill>
                <a:srgbClr val="6FA8DC"/>
              </a:solidFill>
              <a:latin typeface="Calibri"/>
              <a:ea typeface="Calibri"/>
              <a:cs typeface="Calibri"/>
              <a:sym typeface="Calibri"/>
            </a:endParaRPr>
          </a:p>
        </p:txBody>
      </p:sp>
      <p:sp>
        <p:nvSpPr>
          <p:cNvPr id="1110" name="Google Shape;1110;p66"/>
          <p:cNvSpPr txBox="1"/>
          <p:nvPr/>
        </p:nvSpPr>
        <p:spPr>
          <a:xfrm>
            <a:off x="6272125" y="2142425"/>
            <a:ext cx="27168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FF9900"/>
                </a:solidFill>
                <a:latin typeface="Calibri"/>
                <a:ea typeface="Calibri"/>
                <a:cs typeface="Calibri"/>
                <a:sym typeface="Calibri"/>
              </a:rPr>
              <a:t>Makes values more centered</a:t>
            </a:r>
            <a:endParaRPr b="0" i="0" sz="1800" u="none" cap="none" strike="noStrike">
              <a:solidFill>
                <a:srgbClr val="FF9900"/>
              </a:solidFill>
              <a:latin typeface="Calibri"/>
              <a:ea typeface="Calibri"/>
              <a:cs typeface="Calibri"/>
              <a:sym typeface="Calibri"/>
            </a:endParaRPr>
          </a:p>
        </p:txBody>
      </p:sp>
      <p:sp>
        <p:nvSpPr>
          <p:cNvPr id="1111" name="Google Shape;1111;p66"/>
          <p:cNvSpPr txBox="1"/>
          <p:nvPr/>
        </p:nvSpPr>
        <p:spPr>
          <a:xfrm>
            <a:off x="970059" y="4663217"/>
            <a:ext cx="1819966" cy="276999"/>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1800"/>
              <a:buFont typeface="Arial"/>
              <a:buNone/>
            </a:pPr>
            <a:r>
              <a:rPr b="0" i="0" lang="en" sz="1800" u="none" cap="none" strike="noStrike">
                <a:solidFill>
                  <a:schemeClr val="dk1"/>
                </a:solidFill>
                <a:latin typeface="Calibri"/>
                <a:ea typeface="Calibri"/>
                <a:cs typeface="Calibri"/>
                <a:sym typeface="Calibri"/>
              </a:rPr>
              <a:t>More deterministic</a:t>
            </a:r>
            <a:endParaRPr b="0" i="0" sz="1800" u="none" cap="none" strike="noStrike">
              <a:solidFill>
                <a:schemeClr val="dk1"/>
              </a:solidFill>
              <a:latin typeface="Calibri"/>
              <a:ea typeface="Calibri"/>
              <a:cs typeface="Calibri"/>
              <a:sym typeface="Calibri"/>
            </a:endParaRPr>
          </a:p>
        </p:txBody>
      </p:sp>
      <p:sp>
        <p:nvSpPr>
          <p:cNvPr id="1112" name="Google Shape;1112;p66"/>
          <p:cNvSpPr txBox="1"/>
          <p:nvPr/>
        </p:nvSpPr>
        <p:spPr>
          <a:xfrm>
            <a:off x="7652125" y="4433225"/>
            <a:ext cx="1336800" cy="554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chemeClr val="dk1"/>
                </a:solidFill>
                <a:latin typeface="Calibri"/>
                <a:ea typeface="Calibri"/>
                <a:cs typeface="Calibri"/>
                <a:sym typeface="Calibri"/>
              </a:rPr>
              <a:t>More creative and diverse</a:t>
            </a:r>
            <a:endParaRPr b="0" i="0" sz="1800" u="none" cap="none" strike="noStrike">
              <a:solidFill>
                <a:schemeClr val="dk1"/>
              </a:solidFill>
              <a:latin typeface="Calibri"/>
              <a:ea typeface="Calibri"/>
              <a:cs typeface="Calibri"/>
              <a:sym typeface="Calibri"/>
            </a:endParaRPr>
          </a:p>
        </p:txBody>
      </p:sp>
      <p:sp>
        <p:nvSpPr>
          <p:cNvPr id="1113" name="Google Shape;1113;p6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1114" name="Google Shape;1114;p66"/>
          <p:cNvSpPr txBox="1"/>
          <p:nvPr/>
        </p:nvSpPr>
        <p:spPr>
          <a:xfrm>
            <a:off x="6168190" y="1624598"/>
            <a:ext cx="2820735"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High temperature: Gives more weight to less heavy ones</a:t>
            </a:r>
            <a:endParaRPr b="0" i="0" sz="1400" u="none" cap="none" strike="noStrike">
              <a:solidFill>
                <a:srgbClr val="000000"/>
              </a:solidFill>
              <a:latin typeface="Arial"/>
              <a:ea typeface="Arial"/>
              <a:cs typeface="Arial"/>
              <a:sym typeface="Arial"/>
            </a:endParaRPr>
          </a:p>
        </p:txBody>
      </p:sp>
      <p:sp>
        <p:nvSpPr>
          <p:cNvPr id="1115" name="Google Shape;1115;p66"/>
          <p:cNvSpPr txBox="1"/>
          <p:nvPr/>
        </p:nvSpPr>
        <p:spPr>
          <a:xfrm>
            <a:off x="77165" y="1712884"/>
            <a:ext cx="2820735"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Low temperature: Gives more weight to already heavy ones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9" name="Shape 1119"/>
        <p:cNvGrpSpPr/>
        <p:nvPr/>
      </p:nvGrpSpPr>
      <p:grpSpPr>
        <a:xfrm>
          <a:off x="0" y="0"/>
          <a:ext cx="0" cy="0"/>
          <a:chOff x="0" y="0"/>
          <a:chExt cx="0" cy="0"/>
        </a:xfrm>
      </p:grpSpPr>
      <p:pic>
        <p:nvPicPr>
          <p:cNvPr id="1120" name="Google Shape;1120;p67"/>
          <p:cNvPicPr preferRelativeResize="0"/>
          <p:nvPr/>
        </p:nvPicPr>
        <p:blipFill rotWithShape="1">
          <a:blip r:embed="rId3">
            <a:alphaModFix/>
          </a:blip>
          <a:srcRect b="0" l="0" r="0" t="0"/>
          <a:stretch/>
        </p:blipFill>
        <p:spPr>
          <a:xfrm>
            <a:off x="152400" y="510063"/>
            <a:ext cx="4631486" cy="3820976"/>
          </a:xfrm>
          <a:prstGeom prst="rect">
            <a:avLst/>
          </a:prstGeom>
          <a:noFill/>
          <a:ln>
            <a:noFill/>
          </a:ln>
        </p:spPr>
      </p:pic>
      <p:sp>
        <p:nvSpPr>
          <p:cNvPr id="1121" name="Google Shape;1121;p6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Greedy search</a:t>
            </a:r>
            <a:endParaRPr/>
          </a:p>
        </p:txBody>
      </p:sp>
      <p:sp>
        <p:nvSpPr>
          <p:cNvPr id="1122" name="Google Shape;1122;p67"/>
          <p:cNvSpPr txBox="1"/>
          <p:nvPr/>
        </p:nvSpPr>
        <p:spPr>
          <a:xfrm>
            <a:off x="6630200" y="4989600"/>
            <a:ext cx="25137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chemeClr val="dk2"/>
                </a:solidFill>
                <a:latin typeface="Arial"/>
                <a:ea typeface="Arial"/>
                <a:cs typeface="Arial"/>
                <a:sym typeface="Arial"/>
              </a:rPr>
              <a:t>https://huggingface.co/blog/how-to-generate</a:t>
            </a:r>
            <a:endParaRPr b="0" i="0" sz="1000" u="none" cap="none" strike="noStrike">
              <a:solidFill>
                <a:schemeClr val="dk2"/>
              </a:solidFill>
              <a:latin typeface="Arial"/>
              <a:ea typeface="Arial"/>
              <a:cs typeface="Arial"/>
              <a:sym typeface="Arial"/>
            </a:endParaRPr>
          </a:p>
        </p:txBody>
      </p:sp>
      <p:sp>
        <p:nvSpPr>
          <p:cNvPr id="1123" name="Google Shape;1123;p67"/>
          <p:cNvSpPr txBox="1"/>
          <p:nvPr/>
        </p:nvSpPr>
        <p:spPr>
          <a:xfrm>
            <a:off x="5352625" y="1509750"/>
            <a:ext cx="3690900" cy="2124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chemeClr val="dk1"/>
                </a:solidFill>
                <a:latin typeface="Calibri"/>
                <a:ea typeface="Calibri"/>
                <a:cs typeface="Calibri"/>
                <a:sym typeface="Calibri"/>
              </a:rPr>
              <a:t>Choose word with highest probability at every step</a:t>
            </a:r>
            <a:endParaRPr b="0"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CC0000"/>
                </a:solidFill>
                <a:latin typeface="Calibri"/>
                <a:ea typeface="Calibri"/>
                <a:cs typeface="Calibri"/>
                <a:sym typeface="Calibri"/>
              </a:rPr>
              <a:t>Problems:</a:t>
            </a:r>
            <a:endParaRPr b="0" i="0" sz="1800" u="none" cap="none" strike="noStrike">
              <a:solidFill>
                <a:srgbClr val="CC0000"/>
              </a:solidFill>
              <a:latin typeface="Calibri"/>
              <a:ea typeface="Calibri"/>
              <a:cs typeface="Calibri"/>
              <a:sym typeface="Calibri"/>
            </a:endParaRPr>
          </a:p>
          <a:p>
            <a:pPr indent="-342900" lvl="0" marL="457200" marR="0" rtl="0" algn="l">
              <a:lnSpc>
                <a:spcPct val="100000"/>
              </a:lnSpc>
              <a:spcBef>
                <a:spcPts val="0"/>
              </a:spcBef>
              <a:spcAft>
                <a:spcPts val="0"/>
              </a:spcAft>
              <a:buClr>
                <a:srgbClr val="CC0000"/>
              </a:buClr>
              <a:buSzPts val="1800"/>
              <a:buFont typeface="Calibri"/>
              <a:buAutoNum type="arabicPeriod"/>
            </a:pPr>
            <a:r>
              <a:rPr b="0" i="0" lang="en" sz="1800" u="none" cap="none" strike="noStrike">
                <a:solidFill>
                  <a:srgbClr val="CC0000"/>
                </a:solidFill>
                <a:latin typeface="Calibri"/>
                <a:ea typeface="Calibri"/>
                <a:cs typeface="Calibri"/>
                <a:sym typeface="Calibri"/>
              </a:rPr>
              <a:t>It starts repeating itself after some time</a:t>
            </a:r>
            <a:endParaRPr b="0" i="0" sz="1800" u="none" cap="none" strike="noStrike">
              <a:solidFill>
                <a:srgbClr val="CC0000"/>
              </a:solidFill>
              <a:latin typeface="Calibri"/>
              <a:ea typeface="Calibri"/>
              <a:cs typeface="Calibri"/>
              <a:sym typeface="Calibri"/>
            </a:endParaRPr>
          </a:p>
          <a:p>
            <a:pPr indent="-342900" lvl="0" marL="457200" marR="0" rtl="0" algn="l">
              <a:lnSpc>
                <a:spcPct val="100000"/>
              </a:lnSpc>
              <a:spcBef>
                <a:spcPts val="0"/>
              </a:spcBef>
              <a:spcAft>
                <a:spcPts val="0"/>
              </a:spcAft>
              <a:buClr>
                <a:srgbClr val="CC0000"/>
              </a:buClr>
              <a:buSzPts val="1800"/>
              <a:buFont typeface="Calibri"/>
              <a:buAutoNum type="arabicPeriod"/>
            </a:pPr>
            <a:r>
              <a:rPr b="0" i="0" lang="en" sz="1800" u="none" cap="none" strike="noStrike">
                <a:solidFill>
                  <a:srgbClr val="CC0000"/>
                </a:solidFill>
                <a:latin typeface="Calibri"/>
                <a:ea typeface="Calibri"/>
                <a:cs typeface="Calibri"/>
                <a:sym typeface="Calibri"/>
              </a:rPr>
              <a:t>Misses high prob. words hidden behind low prob. words</a:t>
            </a:r>
            <a:endParaRPr b="0" i="0" sz="1800" u="none" cap="none" strike="noStrike">
              <a:solidFill>
                <a:srgbClr val="CC0000"/>
              </a:solidFill>
              <a:latin typeface="Calibri"/>
              <a:ea typeface="Calibri"/>
              <a:cs typeface="Calibri"/>
              <a:sym typeface="Calibri"/>
            </a:endParaRPr>
          </a:p>
        </p:txBody>
      </p:sp>
      <p:sp>
        <p:nvSpPr>
          <p:cNvPr id="1124" name="Google Shape;1124;p67"/>
          <p:cNvSpPr txBox="1"/>
          <p:nvPr/>
        </p:nvSpPr>
        <p:spPr>
          <a:xfrm>
            <a:off x="620375" y="4371950"/>
            <a:ext cx="7106100" cy="461700"/>
          </a:xfrm>
          <a:prstGeom prst="rect">
            <a:avLst/>
          </a:prstGeom>
          <a:solidFill>
            <a:srgbClr val="CFE2F3"/>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chemeClr val="dk1"/>
              </a:buClr>
              <a:buSzPts val="1100"/>
              <a:buFont typeface="Arial"/>
              <a:buNone/>
            </a:pPr>
            <a:r>
              <a:rPr b="0" i="0" lang="en" sz="1800" u="none" cap="none" strike="noStrike">
                <a:solidFill>
                  <a:schemeClr val="dk1"/>
                </a:solidFill>
                <a:latin typeface="Consolas"/>
                <a:ea typeface="Consolas"/>
                <a:cs typeface="Consolas"/>
                <a:sym typeface="Consolas"/>
              </a:rPr>
              <a:t>next_token = torch.argmax(logits, dim=-1, keepdim=True)</a:t>
            </a:r>
            <a:endParaRPr b="0" i="0" sz="1800" u="none" cap="none" strike="noStrike">
              <a:solidFill>
                <a:schemeClr val="dk2"/>
              </a:solidFill>
              <a:latin typeface="Arial"/>
              <a:ea typeface="Arial"/>
              <a:cs typeface="Arial"/>
              <a:sym typeface="Arial"/>
            </a:endParaRPr>
          </a:p>
        </p:txBody>
      </p:sp>
      <p:grpSp>
        <p:nvGrpSpPr>
          <p:cNvPr id="1125" name="Google Shape;1125;p67"/>
          <p:cNvGrpSpPr/>
          <p:nvPr/>
        </p:nvGrpSpPr>
        <p:grpSpPr>
          <a:xfrm>
            <a:off x="4352948" y="1676788"/>
            <a:ext cx="1060177" cy="1455387"/>
            <a:chOff x="4352948" y="1676788"/>
            <a:chExt cx="1060177" cy="1455387"/>
          </a:xfrm>
        </p:grpSpPr>
        <p:sp>
          <p:nvSpPr>
            <p:cNvPr id="1126" name="Google Shape;1126;p67"/>
            <p:cNvSpPr/>
            <p:nvPr/>
          </p:nvSpPr>
          <p:spPr>
            <a:xfrm>
              <a:off x="4352948" y="1676788"/>
              <a:ext cx="487800" cy="484500"/>
            </a:xfrm>
            <a:prstGeom prst="ellipse">
              <a:avLst/>
            </a:prstGeom>
            <a:noFill/>
            <a:ln cap="flat" cmpd="sng" w="19050">
              <a:solidFill>
                <a:srgbClr val="CC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7" name="Google Shape;1127;p67"/>
            <p:cNvSpPr/>
            <p:nvPr/>
          </p:nvSpPr>
          <p:spPr>
            <a:xfrm>
              <a:off x="4657175" y="2270375"/>
              <a:ext cx="755950" cy="861800"/>
            </a:xfrm>
            <a:custGeom>
              <a:rect b="b" l="l" r="r" t="t"/>
              <a:pathLst>
                <a:path extrusionOk="0" h="34472" w="30238">
                  <a:moveTo>
                    <a:pt x="30238" y="34472"/>
                  </a:moveTo>
                  <a:cubicBezTo>
                    <a:pt x="26106" y="32355"/>
                    <a:pt x="10483" y="27517"/>
                    <a:pt x="5443" y="21772"/>
                  </a:cubicBezTo>
                  <a:cubicBezTo>
                    <a:pt x="403" y="16027"/>
                    <a:pt x="907" y="3629"/>
                    <a:pt x="0" y="0"/>
                  </a:cubicBezTo>
                </a:path>
              </a:pathLst>
            </a:custGeom>
            <a:noFill/>
            <a:ln cap="flat" cmpd="sng" w="19050">
              <a:solidFill>
                <a:srgbClr val="CC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128" name="Google Shape;1128;p6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2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2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23">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23">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2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2" name="Shape 1132"/>
        <p:cNvGrpSpPr/>
        <p:nvPr/>
      </p:nvGrpSpPr>
      <p:grpSpPr>
        <a:xfrm>
          <a:off x="0" y="0"/>
          <a:ext cx="0" cy="0"/>
          <a:chOff x="0" y="0"/>
          <a:chExt cx="0" cy="0"/>
        </a:xfrm>
      </p:grpSpPr>
      <p:sp>
        <p:nvSpPr>
          <p:cNvPr id="1133" name="Google Shape;1133;p6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Greedy Search</a:t>
            </a:r>
            <a:endParaRPr/>
          </a:p>
        </p:txBody>
      </p:sp>
      <p:sp>
        <p:nvSpPr>
          <p:cNvPr id="1134" name="Google Shape;1134;p6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114300" rtl="0" algn="l">
              <a:lnSpc>
                <a:spcPct val="115000"/>
              </a:lnSpc>
              <a:spcBef>
                <a:spcPts val="0"/>
              </a:spcBef>
              <a:spcAft>
                <a:spcPts val="0"/>
              </a:spcAft>
              <a:buSzPts val="1800"/>
              <a:buNone/>
            </a:pPr>
            <a:r>
              <a:t/>
            </a:r>
            <a:endParaRPr>
              <a:solidFill>
                <a:schemeClr val="dk1"/>
              </a:solidFill>
            </a:endParaRPr>
          </a:p>
          <a:p>
            <a:pPr indent="0" lvl="0" marL="114300" rtl="0" algn="l">
              <a:lnSpc>
                <a:spcPct val="115000"/>
              </a:lnSpc>
              <a:spcBef>
                <a:spcPts val="0"/>
              </a:spcBef>
              <a:spcAft>
                <a:spcPts val="0"/>
              </a:spcAft>
              <a:buSzPts val="1800"/>
              <a:buNone/>
            </a:pPr>
            <a:r>
              <a:t/>
            </a:r>
            <a:endParaRPr>
              <a:solidFill>
                <a:schemeClr val="dk1"/>
              </a:solidFill>
            </a:endParaRPr>
          </a:p>
          <a:p>
            <a:pPr indent="0" lvl="0" marL="114300" rtl="0" algn="l">
              <a:lnSpc>
                <a:spcPct val="115000"/>
              </a:lnSpc>
              <a:spcBef>
                <a:spcPts val="0"/>
              </a:spcBef>
              <a:spcAft>
                <a:spcPts val="0"/>
              </a:spcAft>
              <a:buSzPts val="1800"/>
              <a:buNone/>
            </a:pPr>
            <a:r>
              <a:rPr lang="en">
                <a:solidFill>
                  <a:schemeClr val="dk1"/>
                </a:solidFill>
              </a:rPr>
              <a:t>&gt; I enjoy walking with my cute dog</a:t>
            </a:r>
            <a:endParaRPr/>
          </a:p>
          <a:p>
            <a:pPr indent="0" lvl="0" marL="114300" rtl="0" algn="l">
              <a:lnSpc>
                <a:spcPct val="115000"/>
              </a:lnSpc>
              <a:spcBef>
                <a:spcPts val="0"/>
              </a:spcBef>
              <a:spcAft>
                <a:spcPts val="0"/>
              </a:spcAft>
              <a:buSzPts val="1800"/>
              <a:buNone/>
            </a:pPr>
            <a:r>
              <a:t/>
            </a:r>
            <a:endParaRPr>
              <a:solidFill>
                <a:schemeClr val="dk1"/>
              </a:solidFill>
            </a:endParaRPr>
          </a:p>
          <a:p>
            <a:pPr indent="0" lvl="0" marL="114300" rtl="0" algn="l">
              <a:lnSpc>
                <a:spcPct val="115000"/>
              </a:lnSpc>
              <a:spcBef>
                <a:spcPts val="0"/>
              </a:spcBef>
              <a:spcAft>
                <a:spcPts val="0"/>
              </a:spcAft>
              <a:buSzPts val="1800"/>
              <a:buNone/>
            </a:pPr>
            <a:r>
              <a:rPr lang="en">
                <a:solidFill>
                  <a:schemeClr val="dk1"/>
                </a:solidFill>
              </a:rPr>
              <a:t>I enjoy walking with my cute dog, but I'm not sure if I'll ever be able to walk with my dog. I'm not sure if I'll ever be able to walk with my dog. I'm not sure</a:t>
            </a:r>
            <a:endParaRPr>
              <a:solidFill>
                <a:schemeClr val="dk1"/>
              </a:solidFill>
            </a:endParaRPr>
          </a:p>
        </p:txBody>
      </p:sp>
      <p:sp>
        <p:nvSpPr>
          <p:cNvPr id="1135" name="Google Shape;1135;p6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9" name="Shape 1139"/>
        <p:cNvGrpSpPr/>
        <p:nvPr/>
      </p:nvGrpSpPr>
      <p:grpSpPr>
        <a:xfrm>
          <a:off x="0" y="0"/>
          <a:ext cx="0" cy="0"/>
          <a:chOff x="0" y="0"/>
          <a:chExt cx="0" cy="0"/>
        </a:xfrm>
      </p:grpSpPr>
      <p:sp>
        <p:nvSpPr>
          <p:cNvPr id="1140" name="Google Shape;1140;p70"/>
          <p:cNvSpPr txBox="1"/>
          <p:nvPr>
            <p:ph type="title"/>
          </p:nvPr>
        </p:nvSpPr>
        <p:spPr>
          <a:xfrm>
            <a:off x="311700" y="41477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Top-K Sampling</a:t>
            </a:r>
            <a:endParaRPr/>
          </a:p>
        </p:txBody>
      </p:sp>
      <p:sp>
        <p:nvSpPr>
          <p:cNvPr id="1141" name="Google Shape;1141;p70"/>
          <p:cNvSpPr txBox="1"/>
          <p:nvPr>
            <p:ph idx="1" type="body"/>
          </p:nvPr>
        </p:nvSpPr>
        <p:spPr>
          <a:xfrm>
            <a:off x="311700" y="1152475"/>
            <a:ext cx="4473900" cy="34164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Clr>
                <a:schemeClr val="dk1"/>
              </a:buClr>
              <a:buSzPts val="1800"/>
              <a:buFont typeface="Calibri"/>
              <a:buChar char="●"/>
            </a:pPr>
            <a:r>
              <a:rPr lang="en">
                <a:solidFill>
                  <a:schemeClr val="dk1"/>
                </a:solidFill>
                <a:latin typeface="Calibri"/>
                <a:ea typeface="Calibri"/>
                <a:cs typeface="Calibri"/>
                <a:sym typeface="Calibri"/>
              </a:rPr>
              <a:t>Randomly pick one of the output tokens</a:t>
            </a:r>
            <a:endParaRPr>
              <a:solidFill>
                <a:schemeClr val="dk1"/>
              </a:solidFill>
              <a:latin typeface="Calibri"/>
              <a:ea typeface="Calibri"/>
              <a:cs typeface="Calibri"/>
              <a:sym typeface="Calibri"/>
            </a:endParaRPr>
          </a:p>
          <a:p>
            <a:pPr indent="-342900" lvl="0" marL="457200" rtl="0" algn="l">
              <a:lnSpc>
                <a:spcPct val="115000"/>
              </a:lnSpc>
              <a:spcBef>
                <a:spcPts val="0"/>
              </a:spcBef>
              <a:spcAft>
                <a:spcPts val="0"/>
              </a:spcAft>
              <a:buClr>
                <a:schemeClr val="dk1"/>
              </a:buClr>
              <a:buSzPts val="1800"/>
              <a:buFont typeface="Calibri"/>
              <a:buChar char="●"/>
            </a:pPr>
            <a:r>
              <a:rPr lang="en">
                <a:solidFill>
                  <a:schemeClr val="dk1"/>
                </a:solidFill>
                <a:latin typeface="Calibri"/>
                <a:ea typeface="Calibri"/>
                <a:cs typeface="Calibri"/>
                <a:sym typeface="Calibri"/>
              </a:rPr>
              <a:t>But this could bias towards the long tail of irrelevant options</a:t>
            </a:r>
            <a:endParaRPr>
              <a:solidFill>
                <a:schemeClr val="dk1"/>
              </a:solidFill>
              <a:latin typeface="Calibri"/>
              <a:ea typeface="Calibri"/>
              <a:cs typeface="Calibri"/>
              <a:sym typeface="Calibri"/>
            </a:endParaRPr>
          </a:p>
          <a:p>
            <a:pPr indent="-342900" lvl="0" marL="457200" rtl="0" algn="l">
              <a:lnSpc>
                <a:spcPct val="115000"/>
              </a:lnSpc>
              <a:spcBef>
                <a:spcPts val="0"/>
              </a:spcBef>
              <a:spcAft>
                <a:spcPts val="0"/>
              </a:spcAft>
              <a:buClr>
                <a:schemeClr val="dk1"/>
              </a:buClr>
              <a:buSzPts val="1800"/>
              <a:buFont typeface="Calibri"/>
              <a:buChar char="●"/>
            </a:pPr>
            <a:r>
              <a:rPr lang="en">
                <a:solidFill>
                  <a:schemeClr val="dk1"/>
                </a:solidFill>
                <a:latin typeface="Calibri"/>
                <a:ea typeface="Calibri"/>
                <a:cs typeface="Calibri"/>
                <a:sym typeface="Calibri"/>
              </a:rPr>
              <a:t>Select only top-K of those and normalize the probability</a:t>
            </a:r>
            <a:endParaRPr>
              <a:solidFill>
                <a:schemeClr val="dk1"/>
              </a:solidFill>
              <a:latin typeface="Calibri"/>
              <a:ea typeface="Calibri"/>
              <a:cs typeface="Calibri"/>
              <a:sym typeface="Calibri"/>
            </a:endParaRPr>
          </a:p>
          <a:p>
            <a:pPr indent="-342900" lvl="0" marL="457200" rtl="0" algn="l">
              <a:lnSpc>
                <a:spcPct val="115000"/>
              </a:lnSpc>
              <a:spcBef>
                <a:spcPts val="0"/>
              </a:spcBef>
              <a:spcAft>
                <a:spcPts val="0"/>
              </a:spcAft>
              <a:buClr>
                <a:srgbClr val="CC0000"/>
              </a:buClr>
              <a:buSzPts val="1800"/>
              <a:buFont typeface="Calibri"/>
              <a:buChar char="●"/>
            </a:pPr>
            <a:r>
              <a:rPr lang="en">
                <a:solidFill>
                  <a:srgbClr val="CC0000"/>
                </a:solidFill>
                <a:latin typeface="Calibri"/>
                <a:ea typeface="Calibri"/>
                <a:cs typeface="Calibri"/>
                <a:sym typeface="Calibri"/>
              </a:rPr>
              <a:t>How to decide K?</a:t>
            </a:r>
            <a:endParaRPr>
              <a:solidFill>
                <a:srgbClr val="CC0000"/>
              </a:solidFill>
              <a:latin typeface="Calibri"/>
              <a:ea typeface="Calibri"/>
              <a:cs typeface="Calibri"/>
              <a:sym typeface="Calibri"/>
            </a:endParaRPr>
          </a:p>
        </p:txBody>
      </p:sp>
      <p:grpSp>
        <p:nvGrpSpPr>
          <p:cNvPr id="1142" name="Google Shape;1142;p70"/>
          <p:cNvGrpSpPr/>
          <p:nvPr/>
        </p:nvGrpSpPr>
        <p:grpSpPr>
          <a:xfrm>
            <a:off x="4838600" y="938800"/>
            <a:ext cx="4305398" cy="3991549"/>
            <a:chOff x="4838600" y="938800"/>
            <a:chExt cx="4305398" cy="3991549"/>
          </a:xfrm>
        </p:grpSpPr>
        <p:pic>
          <p:nvPicPr>
            <p:cNvPr id="1143" name="Google Shape;1143;p70"/>
            <p:cNvPicPr preferRelativeResize="0"/>
            <p:nvPr/>
          </p:nvPicPr>
          <p:blipFill rotWithShape="1">
            <a:blip r:embed="rId3">
              <a:alphaModFix/>
            </a:blip>
            <a:srcRect b="0" l="54190" r="-1358" t="0"/>
            <a:stretch/>
          </p:blipFill>
          <p:spPr>
            <a:xfrm>
              <a:off x="4838600" y="938800"/>
              <a:ext cx="4305398" cy="3991549"/>
            </a:xfrm>
            <a:prstGeom prst="rect">
              <a:avLst/>
            </a:prstGeom>
            <a:noFill/>
            <a:ln>
              <a:noFill/>
            </a:ln>
          </p:spPr>
        </p:pic>
        <p:sp>
          <p:nvSpPr>
            <p:cNvPr id="1144" name="Google Shape;1144;p70"/>
            <p:cNvSpPr/>
            <p:nvPr/>
          </p:nvSpPr>
          <p:spPr>
            <a:xfrm>
              <a:off x="5292175" y="2363600"/>
              <a:ext cx="2305800" cy="2252700"/>
            </a:xfrm>
            <a:prstGeom prst="rect">
              <a:avLst/>
            </a:prstGeom>
            <a:noFill/>
            <a:ln cap="flat" cmpd="sng" w="19050">
              <a:solidFill>
                <a:schemeClr val="accent1"/>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pic>
        <p:nvPicPr>
          <p:cNvPr id="1145" name="Google Shape;1145;p70"/>
          <p:cNvPicPr preferRelativeResize="0"/>
          <p:nvPr/>
        </p:nvPicPr>
        <p:blipFill rotWithShape="1">
          <a:blip r:embed="rId3">
            <a:alphaModFix/>
          </a:blip>
          <a:srcRect b="8642" l="54190" r="-1358" t="87159"/>
          <a:stretch/>
        </p:blipFill>
        <p:spPr>
          <a:xfrm>
            <a:off x="4785600" y="1095374"/>
            <a:ext cx="4305398" cy="167576"/>
          </a:xfrm>
          <a:prstGeom prst="rect">
            <a:avLst/>
          </a:prstGeom>
          <a:noFill/>
          <a:ln>
            <a:noFill/>
          </a:ln>
        </p:spPr>
      </p:pic>
      <p:pic>
        <p:nvPicPr>
          <p:cNvPr id="1146" name="Google Shape;1146;p70"/>
          <p:cNvPicPr preferRelativeResize="0"/>
          <p:nvPr/>
        </p:nvPicPr>
        <p:blipFill rotWithShape="1">
          <a:blip r:embed="rId3">
            <a:alphaModFix/>
          </a:blip>
          <a:srcRect b="78513" l="77010" r="9655" t="11323"/>
          <a:stretch/>
        </p:blipFill>
        <p:spPr>
          <a:xfrm>
            <a:off x="6329762" y="498275"/>
            <a:ext cx="1217075" cy="405699"/>
          </a:xfrm>
          <a:prstGeom prst="rect">
            <a:avLst/>
          </a:prstGeom>
          <a:noFill/>
          <a:ln>
            <a:noFill/>
          </a:ln>
        </p:spPr>
      </p:pic>
      <p:cxnSp>
        <p:nvCxnSpPr>
          <p:cNvPr id="1147" name="Google Shape;1147;p70"/>
          <p:cNvCxnSpPr>
            <a:stCxn id="1146" idx="2"/>
          </p:cNvCxnSpPr>
          <p:nvPr/>
        </p:nvCxnSpPr>
        <p:spPr>
          <a:xfrm flipH="1">
            <a:off x="5821699" y="903974"/>
            <a:ext cx="1116600" cy="191400"/>
          </a:xfrm>
          <a:prstGeom prst="straightConnector1">
            <a:avLst/>
          </a:prstGeom>
          <a:noFill/>
          <a:ln cap="flat" cmpd="sng" w="9525">
            <a:solidFill>
              <a:schemeClr val="dk2"/>
            </a:solidFill>
            <a:prstDash val="solid"/>
            <a:round/>
            <a:headEnd len="sm" w="sm" type="none"/>
            <a:tailEnd len="med" w="med" type="triangle"/>
          </a:ln>
        </p:spPr>
      </p:cxnSp>
      <p:cxnSp>
        <p:nvCxnSpPr>
          <p:cNvPr id="1148" name="Google Shape;1148;p70"/>
          <p:cNvCxnSpPr>
            <a:stCxn id="1146" idx="2"/>
          </p:cNvCxnSpPr>
          <p:nvPr/>
        </p:nvCxnSpPr>
        <p:spPr>
          <a:xfrm>
            <a:off x="6938299" y="903974"/>
            <a:ext cx="814800" cy="191400"/>
          </a:xfrm>
          <a:prstGeom prst="straightConnector1">
            <a:avLst/>
          </a:prstGeom>
          <a:noFill/>
          <a:ln cap="flat" cmpd="sng" w="9525">
            <a:solidFill>
              <a:schemeClr val="dk2"/>
            </a:solidFill>
            <a:prstDash val="solid"/>
            <a:round/>
            <a:headEnd len="sm" w="sm" type="none"/>
            <a:tailEnd len="med" w="med" type="triangle"/>
          </a:ln>
        </p:spPr>
      </p:cxnSp>
      <p:sp>
        <p:nvSpPr>
          <p:cNvPr id="1149" name="Google Shape;1149;p7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4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4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4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41">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41">
                                            <p:txEl>
                                              <p:pRg end="3" st="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3" name="Shape 1153"/>
        <p:cNvGrpSpPr/>
        <p:nvPr/>
      </p:nvGrpSpPr>
      <p:grpSpPr>
        <a:xfrm>
          <a:off x="0" y="0"/>
          <a:ext cx="0" cy="0"/>
          <a:chOff x="0" y="0"/>
          <a:chExt cx="0" cy="0"/>
        </a:xfrm>
      </p:grpSpPr>
      <p:sp>
        <p:nvSpPr>
          <p:cNvPr id="1154" name="Google Shape;1154;p7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Top-p sampling</a:t>
            </a:r>
            <a:endParaRPr/>
          </a:p>
        </p:txBody>
      </p:sp>
      <p:sp>
        <p:nvSpPr>
          <p:cNvPr id="1155" name="Google Shape;1155;p71"/>
          <p:cNvSpPr txBox="1"/>
          <p:nvPr>
            <p:ph idx="1" type="body"/>
          </p:nvPr>
        </p:nvSpPr>
        <p:spPr>
          <a:xfrm>
            <a:off x="4500439" y="122903"/>
            <a:ext cx="4520719" cy="1379894"/>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lang="en" sz="2000">
                <a:solidFill>
                  <a:schemeClr val="dk1"/>
                </a:solidFill>
                <a:latin typeface="Calibri"/>
                <a:ea typeface="Calibri"/>
                <a:cs typeface="Calibri"/>
                <a:sym typeface="Calibri"/>
              </a:rPr>
              <a:t>First decide threshold probability p (</a:t>
            </a:r>
            <a:r>
              <a:rPr lang="en" sz="2000">
                <a:solidFill>
                  <a:srgbClr val="00B0F0"/>
                </a:solidFill>
                <a:latin typeface="Calibri"/>
                <a:ea typeface="Calibri"/>
                <a:cs typeface="Calibri"/>
                <a:sym typeface="Calibri"/>
              </a:rPr>
              <a:t>0.94</a:t>
            </a:r>
            <a:r>
              <a:rPr lang="en" sz="2000">
                <a:solidFill>
                  <a:schemeClr val="dk1"/>
                </a:solidFill>
                <a:latin typeface="Calibri"/>
                <a:ea typeface="Calibri"/>
                <a:cs typeface="Calibri"/>
                <a:sym typeface="Calibri"/>
              </a:rPr>
              <a:t>)</a:t>
            </a:r>
            <a:endParaRPr/>
          </a:p>
          <a:p>
            <a:pPr indent="0" lvl="0" marL="0" rtl="0" algn="l">
              <a:lnSpc>
                <a:spcPct val="115000"/>
              </a:lnSpc>
              <a:spcBef>
                <a:spcPts val="1200"/>
              </a:spcBef>
              <a:spcAft>
                <a:spcPts val="1200"/>
              </a:spcAft>
              <a:buSzPts val="1800"/>
              <a:buNone/>
            </a:pPr>
            <a:r>
              <a:rPr lang="en" sz="2000">
                <a:solidFill>
                  <a:schemeClr val="dk1"/>
                </a:solidFill>
                <a:latin typeface="Calibri"/>
                <a:ea typeface="Calibri"/>
                <a:cs typeface="Calibri"/>
                <a:sym typeface="Calibri"/>
              </a:rPr>
              <a:t>K is decided by the number of options that add up to p</a:t>
            </a:r>
            <a:endParaRPr sz="2000">
              <a:solidFill>
                <a:schemeClr val="dk1"/>
              </a:solidFill>
              <a:latin typeface="Calibri"/>
              <a:ea typeface="Calibri"/>
              <a:cs typeface="Calibri"/>
              <a:sym typeface="Calibri"/>
            </a:endParaRPr>
          </a:p>
        </p:txBody>
      </p:sp>
      <p:grpSp>
        <p:nvGrpSpPr>
          <p:cNvPr id="1156" name="Google Shape;1156;p71"/>
          <p:cNvGrpSpPr/>
          <p:nvPr/>
        </p:nvGrpSpPr>
        <p:grpSpPr>
          <a:xfrm>
            <a:off x="1" y="1152480"/>
            <a:ext cx="4500438" cy="3982642"/>
            <a:chOff x="1" y="1152480"/>
            <a:chExt cx="4500438" cy="3982642"/>
          </a:xfrm>
        </p:grpSpPr>
        <p:pic>
          <p:nvPicPr>
            <p:cNvPr id="1157" name="Google Shape;1157;p71"/>
            <p:cNvPicPr preferRelativeResize="0"/>
            <p:nvPr/>
          </p:nvPicPr>
          <p:blipFill rotWithShape="1">
            <a:blip r:embed="rId3">
              <a:alphaModFix/>
            </a:blip>
            <a:srcRect b="0" l="0" r="50783" t="0"/>
            <a:stretch/>
          </p:blipFill>
          <p:spPr>
            <a:xfrm>
              <a:off x="1" y="1152480"/>
              <a:ext cx="4500438" cy="3982642"/>
            </a:xfrm>
            <a:prstGeom prst="rect">
              <a:avLst/>
            </a:prstGeom>
            <a:noFill/>
            <a:ln>
              <a:noFill/>
            </a:ln>
          </p:spPr>
        </p:pic>
        <p:sp>
          <p:nvSpPr>
            <p:cNvPr id="1158" name="Google Shape;1158;p71"/>
            <p:cNvSpPr/>
            <p:nvPr/>
          </p:nvSpPr>
          <p:spPr>
            <a:xfrm>
              <a:off x="484300" y="3701650"/>
              <a:ext cx="3462300" cy="1111200"/>
            </a:xfrm>
            <a:prstGeom prst="rect">
              <a:avLst/>
            </a:prstGeom>
            <a:noFill/>
            <a:ln cap="flat" cmpd="sng" w="19050">
              <a:solidFill>
                <a:schemeClr val="accent1"/>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159" name="Google Shape;1159;p7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file>