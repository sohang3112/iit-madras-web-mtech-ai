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ink/ink7.xml" ContentType="application/inkml+xml"/>
  <Override PartName="/ppt/notesSlides/notesSlide2.xml" ContentType="application/vnd.openxmlformats-officedocument.presentationml.notesSlide+xml"/>
  <Override PartName="/ppt/ink/ink8.xml" ContentType="application/inkml+xml"/>
  <Override PartName="/ppt/notesSlides/notesSlide3.xml" ContentType="application/vnd.openxmlformats-officedocument.presentationml.notesSlide+xml"/>
  <Override PartName="/ppt/ink/ink9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0.xml" ContentType="application/inkml+xml"/>
  <Override PartName="/ppt/notesSlides/notesSlide6.xml" ContentType="application/vnd.openxmlformats-officedocument.presentationml.notesSlide+xml"/>
  <Override PartName="/ppt/ink/ink11.xml" ContentType="application/inkml+xml"/>
  <Override PartName="/ppt/notesSlides/notesSlide7.xml" ContentType="application/vnd.openxmlformats-officedocument.presentationml.notesSlide+xml"/>
  <Override PartName="/ppt/ink/ink12.xml" ContentType="application/inkml+xml"/>
  <Override PartName="/ppt/notesSlides/notesSlide8.xml" ContentType="application/vnd.openxmlformats-officedocument.presentationml.notesSlide+xml"/>
  <Override PartName="/ppt/ink/ink13.xml" ContentType="application/inkml+xml"/>
  <Override PartName="/ppt/notesSlides/notesSlide9.xml" ContentType="application/vnd.openxmlformats-officedocument.presentationml.notesSlide+xml"/>
  <Override PartName="/ppt/ink/ink14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972" r:id="rId2"/>
    <p:sldId id="973" r:id="rId3"/>
    <p:sldId id="673" r:id="rId4"/>
    <p:sldId id="974" r:id="rId5"/>
    <p:sldId id="975" r:id="rId6"/>
    <p:sldId id="976" r:id="rId7"/>
    <p:sldId id="882" r:id="rId8"/>
    <p:sldId id="883" r:id="rId9"/>
    <p:sldId id="904" r:id="rId10"/>
    <p:sldId id="982" r:id="rId11"/>
    <p:sldId id="935" r:id="rId12"/>
    <p:sldId id="934" r:id="rId13"/>
    <p:sldId id="888" r:id="rId14"/>
    <p:sldId id="890" r:id="rId15"/>
    <p:sldId id="977" r:id="rId16"/>
    <p:sldId id="978" r:id="rId17"/>
    <p:sldId id="979" r:id="rId18"/>
    <p:sldId id="980" r:id="rId19"/>
    <p:sldId id="981" r:id="rId20"/>
    <p:sldId id="98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00FF"/>
    <a:srgbClr val="CC00FF"/>
    <a:srgbClr val="9900CC"/>
    <a:srgbClr val="99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07" autoAdjust="0"/>
    <p:restoredTop sz="89174" autoAdjust="0"/>
  </p:normalViewPr>
  <p:slideViewPr>
    <p:cSldViewPr snapToGrid="0">
      <p:cViewPr varScale="1">
        <p:scale>
          <a:sx n="107" d="100"/>
          <a:sy n="107" d="100"/>
        </p:scale>
        <p:origin x="10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22T10:35:48.1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27606 7041 111 0,'0'0'4'0,"0"0"10"0,0 0-3 0,0 0 0 0,0 0-2 0,0 0-4 0,0 0-2 0,0 0 0 0,0 0-1 0,0 0 0 0,0 0 0 0,0 0 7 16,-24-20 3-16,24 19 0 15,-1-1 0-15,1 2 8 0,-1 0 4 16,1 0-9-16,0 0-7 15,-3 0-2-15,2 0 54 16,1 0-39-16,0 0-16 16,0 3-1-16,0 6 7 15,6-1 4-15,3 5 1 0,1 3-1 16,5 2-3-16,4 6-2 16,1 3 0-16,4 3 0 15,2 4-4-15,1 2 1 16</inkml:trace>
  <inkml:trace contextRef="#ctx0" brushRef="#br0" timeOffset="1777.06">27924 7001 134 0,'0'0'41'0,"0"0"62"15,0 0-40-15,0 0-26 16,0 0-9-16,0 0-2 16,0 0-1-16,0 0-6 0,0 0-2 15,0 0-1-15,0 0-6 16,0 0 0-16,-3-9-1 15,2 6 0-15,0 0-1 16,-2 0 3-16,1-1 0 16,0 1 1-16,0 1 1 0,2 0 0 15,-2 0 2-15,-2 2-4 16,0 0-4-16,-1 0-3 16,-9 9-2-16,1 6 1 15,-9 4 3-15,-1 2 2 16,-1 4 0-16,-7 2-1 0,0 2-2 15,0 2 0-15,-2-1-2 16,1 0 1-16,-1-3-3 16,7-1 1-16,4-4 0 15,3-3-1-15,7-5 1 16,4-3-1-16,5-1 0 0,3-4 0 16,0-1 1-16,2-3-7 15,8-2-32-15,2 0-10 16,2-13-45-16,-4-5-86 15</inkml:trace>
  <inkml:trace contextRef="#ctx0" brushRef="#br0" timeOffset="2837.6">27606 6981 62 0,'0'0'83'0,"0"0"-61"0,0 0 6 0,0 0-2 16,0 0 4-16,0 0-2 15,0 0 10-15,0 0 4 0,0 0-14 16,0 0-4-16,0 0-4 15,7-31-8-15,-7 31-9 16,0 0-2-16,0 3 1 16,0 1 1-16,-1 3-1 15,1-1 0-15,0 0 2 0,0-2-1 16,0 2 2-16,1-2 4 16,4 0 0-16,0 1-4 15,-2-1 0-15,0-1-4 16,1-2 1-16,-2 1-1 15,-2-1 0-15,0-1 1 0,0 0-1 16,0 1 1-16,0 1 0 16,0-1 0-16,0-1-2 15,0 3-2-15,0-3-10 16,0 0-3-16,-2 0 4 16,-2 0 4-16,1 0-2 15,-3 0 3-15,-2 0 4 0,-1 0 2 16,0-1 0-16,-1-1-1 15,-2 2 0-15,1 0 0 16,1 0 0-16,-2 0 1 16,3 0 0-16,0 0-1 15,3 0 2-15,3 0-1 0,1 0 2 16,-1 0 4-16,2 0 2 16,1 0-1-16,0 0-5 15,0 0 0-15,0 3 5 16,4 1 5-16,2 5 0 15,4-1 1-15,1 5 0 0,1 1-2 16,3 3-1-16,2 3 4 16,2 0 3-16,4 4 2 15,3 0-4-15,1 2 0 16,2-4-5-16,-3 0-3 16,2-1 2-16,-2-1-5 0,-1-1 1 15,-3-4-1-15,-4 2 0 16,0-1-2-16,-7-2 1 15,1-1-1-15,-3-2 0 16,-1-1-1-16,-3-3 1 0,2-1-1 16,-2-2 0-16,-1-1-1 15,-2-1 1-15,1 2 0 16,0-2-1-16,-2-1 0 16,0 1 0-16,0-2 1 15,-1 2-1-15,0-1 0 16,0 1 0-16,0-1 0 0,0 2 1 15,0 1-2-15,0-1 2 16,0 0-1-16,0 1 0 16,-3 2-4-16,-3 0-42 15,-1 0-55-15,-6 0-101 16</inkml:trace>
  <inkml:trace contextRef="#ctx0" brushRef="#br0" timeOffset="4924.12">28617 7126 168 0,'0'0'249'0,"0"0"-220"16,0 0-10-16,0 0-13 16,0 0-5-16,2 0 1 15,10 0-1-15,0 0 1 0,5 0 2 16,4 0-3-16,0 0-1 16,2 0 2-16,-3 0-1 15,0 0-1-15,-3 0 0 16,-5 2 0-16,-5 4-9 15,-3 1-61-15,-4 3-80 0,-5-2-58 16</inkml:trace>
  <inkml:trace contextRef="#ctx0" brushRef="#br0" timeOffset="5066.1">28610 7286 333 0,'0'0'74'0,"0"0"-67"16,0 0-12-16,0 0 9 15,35 9 15-15,-7-9-7 16,8 0-9-16,7-7-2 16,2-3-11-16,3-5-163 0</inkml:trace>
  <inkml:trace contextRef="#ctx0" brushRef="#br0" timeOffset="5912.46">30266 5885 297 0,'0'0'14'0,"0"0"-3"0,0 0-2 15,-47 0-2-15,24 0 3 16,-4 0-1-16,-3 0 2 16,-7 4 1-16,1 2-7 15,0-2-4-15,2 2 2 16,3 1-2-16,6-1 1 0,6-2 0 16,4 0 0-16,5-1-2 15,5 0 0-15,-2 1 0 16,5 1 0-16,0 0 0 15,2 5 0-15,0 4 0 16,0 7 1-16,0 8 0 0,-2 8 5 16,1 14 5-16,-7 16 3 15,-2 14 2-15,-4 15-3 16,-2 18 1-16,0 9 1 16,-2 11-6-16,4 7 2 15,2-2-5-15,2 0-1 0,5-6-1 16,0-5 7-16,3-10 8 15,2-7-1-15,0-5-6 16,0-12-5-16,0-6 0 16,0-8-2-16,0-9-2 15,1-11-1-15,0-11-1 0,2-9-1 16,0-9 0-16,-1-8 0 16,1-9 0-16,0-5 0 15,2-6 3-15,-5-2 2 16,1 0 2-16,1-1 4 0,0 0 6 15,1 0-2 1,3 0-2-16,4 0-5 0,6-1-3 16,6-3 0-16,8-1-1 15,10-2 1-15,11-1 1 16,7 1 5-16,8-2 2 16,2 1-2-16,0-1-5 15,-2 1-4-15,-6-1-1 0,-6 1 0 16,-9-4-2-16,-3-5-12 15,-7-6-33-15,-5-12-49 16,-6-12-92-16</inkml:trace>
  <inkml:trace contextRef="#ctx0" brushRef="#br0" timeOffset="6503.52">30411 6124 127 0,'0'0'5'0,"0"0"1"0,0 0 7 15,0 0 11-15,0 0 4 16,0 0-3-16,0 0 4 0,0 0-6 16,0 0-4-16,0 0 3 15,0 0 4-15,0 0-4 16,0 0-5-16,0-6-3 15,0 6 0-15,0 0-5 16,0 0-3-16,0 4 9 0,0 3 7 16,0 6-4-16,3 0-7 15,-2 5 0-15,0 2-7 16,0 2-2-16,-1 1-1 16,1-1-1-16,-1 2 0 15,0 0 1-15,0-1-6 0,0-4-83 16,-3-5-102-16</inkml:trace>
  <inkml:trace contextRef="#ctx0" brushRef="#br0" timeOffset="6896.02">30391 6760 313 0,'0'0'29'0,"0"0"37"0,0 0-45 15,0 0-11-15,0 0-2 0,0 0 1 16,11 37 1-16,-11-20-6 16,0 3-3-16,1 0 0 15,0 1 0-15,2-4-3 16,0 0-65-16,2-8-78 0</inkml:trace>
  <inkml:trace contextRef="#ctx0" brushRef="#br0" timeOffset="7286.23">30420 7278 104 0,'0'0'184'15,"0"0"-113"-15,0 0-33 16,0 0 1-16,0 0 6 0,0 0-10 16,0 0-19-16,0 0-10 15,8 49-6-15,-5-34 1 16,1 1-1-16,1 0-18 15,-1-2-59-15,0-6-91 16</inkml:trace>
  <inkml:trace contextRef="#ctx0" brushRef="#br0" timeOffset="7564.19">30498 7702 419 0,'0'0'44'0,"0"0"8"16,0 0-49-16,0 0 9 15,2 37-1-15,-2-19 9 16,0 3-12-16,0 0-7 0,0 2 0 16,0-5-11-16,0-9-104 15,2-6-302-15</inkml:trace>
  <inkml:trace contextRef="#ctx0" brushRef="#br0" timeOffset="8912.04">30638 5442 195 0,'0'0'67'0,"0"0"-4"0,0 0-4 16,4 0-52-16,6 1-9 16,5 5 5-16,6 1 13 0,3 3 5 15,4 2-4-15,3 3-7 16,-1 1-3-16,1-1-3 16,-3 1-3-16,-2 0-1 15,-2-1 1-15,-7-1-1 16,-2-2 0-16,-4-2-2 15,-1-2-35-15,-5-5-51 0,-4-3-9 16,-1 0-124-16</inkml:trace>
  <inkml:trace contextRef="#ctx0" brushRef="#br0" timeOffset="9208.33">30920 5378 136 0,'0'0'48'16,"0"0"9"-16,0 0-24 16,0 0-12-16,0 0-3 15,0 0-7-15,0 0-9 16,0 0 2-16,-31 18 12 0,20 2 5 15,0 3-7-15,-2 4-5 16,-1 3-5-16,1-2-2 16,-4 1-1-16,5-1 1 15,0-2-1-15,-1-4-5 16,3-3-62-16,2-6-41 0</inkml:trace>
  <inkml:trace contextRef="#ctx0" brushRef="#br0" timeOffset="9495.14">31147 5618 318 0,'0'0'71'16,"0"0"-41"-16,0 0-30 16,0 0 4-16,0 0 7 15,2 48-2-15,1-28-7 16,-1 2-1-16,2-1 0 0,-1-3 0 16,2-6-92-16,1-5-75 15</inkml:trace>
  <inkml:trace contextRef="#ctx0" brushRef="#br0" timeOffset="9763.09">31618 5317 441 0,'0'0'-10'0,"0"0"28"15,0 0-17-15,49 4-1 0,-32 15 1 16,7 1 0-16,-2 2 1 16,2 1 0-16,2 0-1 15,-1-2-1-15,1 0 1 16,-3-7-24-16,-1-3-66 15,-6-7-19-15</inkml:trace>
  <inkml:trace contextRef="#ctx0" brushRef="#br0" timeOffset="10020.6">31831 5345 254 0,'0'0'25'0,"0"0"29"0,0 0-33 15,0 0-16-15,0 0 3 16,0 0 10-16,-43 39 4 16,29-19-13-16,-1 4-7 15,-2 1 0-15,1 4-2 16,-1-1 1-16,2-2-1 0,2-5-65 15,1-7-78-15</inkml:trace>
  <inkml:trace contextRef="#ctx0" brushRef="#br0" timeOffset="10454.37">31969 5575 229 0,'0'0'116'16,"0"0"-69"-16,0 0-3 15,0 0-27-15,49-39-5 16,-35 34 7-16,2 3-6 0,-3 2-6 15,0 0-4-15,0 0-2 16,-3 9-1-16,-2 3 0 16,-4 2 0-16,-2 0 0 15,-2 5 0-15,0-1 0 0,-6 2-1 16,-7 3-2-16,-3-2 2 16,-2-1-4-16,-1-3-3 15,3-4-1-15,-2-1 2 16,9-4 5-16,1-2 1 15,6-4 1-15,2 1-1 16,2 0 0-16,12-3 2 0,8 0-1 16,6 0 1-16,3 0 0 15,3 0-10-15,0 0-82 16,-3-6-49-16</inkml:trace>
  <inkml:trace contextRef="#ctx0" brushRef="#br0" timeOffset="12061.43">32394 5588 132 0,'0'0'13'0,"0"0"-14"0,0 0 6 16,0 0 26-16,0 0 1 15,0 0-3-15,0 0 1 16,0 0-7-16,0 0-4 15,42 23-2-15,-28-19 3 16,3-4 10-16,5 0-4 0,3 0-6 16,3 0-3-16,2 0 3 15,1 0-5-15,-2 0-2 16,-2 0-1-16,-2 0-4 16,-4 0-2-16,-6-1 0 15,1 1-1-15,-8 0 0 0,-1 0-2 16,-1 0 0-16,-2 0-2 15,-2 0 0-15,0 4 0 16,3 2 0-16,-3 2-1 16,0 6 2-16,0 6-1 15,-2 6 0-15,0 8 1 16,0 10-1-16,0 9 0 0,-4 8 0 16,0 4-1-16,1 6 1 15,1 1 0-15,1 2-1 16,0 0 1-16,-1 1 2 15,-1 1 2-15,1 5 3 16,-2 0-1-16,0 1-1 0,0-4 0 16,1-1-1-16,1-5 0 15,0-5-2-15,1-2 0 16,-2-5-1-16,3-3-1 16,0-5 1-16,0-2-1 15,0-7 0-15,1-4 1 0,1-3-1 16,0-5 0-16,1-4-1 15,-1-3 2-15,-2-4-1 16,2-3 1-16,0-3 0 16,-1-4-1-16,0-4 1 0,-1 0 0 15,2-2-1-15,-2 2 1 16,0-1-1-16,0 5 1 16,0 3-1-16,0 1 1 15,0 2-1-15,0 2 1 16,0 2-1-16,0 3 1 0,0 0 0 15,-2 1-1-15,-2 3 0 16,2 1 0-16,0 2 0 16,-1 1-1-16,1 2 1 15,1-5-1-15,0 1 0 16,1-5 0-16,0-4 1 16,0-5 0-16,0-3-1 0,0-5 2 15,0-2 0-15,0-3 1 16,0 1-1-16,0-3 1 15,0 1 0-15,0-1 1 16,0 0 0-16,0 0 0 16,0 0 0-16,0 2-2 0,0-1 0 15,0 0-1-15,-1 2 1 16,0 2-2-16,-1 0 2 16,0-2-2-16,-5 2 1 15,-3 1 1-15,-5 0 0 16,-7 1 7-16,-12-1 1 0,-11 2-5 15,-13 1-4-15,-10-6-1 16,-8 4 0-16,-2-6-16 16,4-2-49-16,7-13-65 15,10-22-229-15</inkml:trace>
  <inkml:trace contextRef="#ctx0" brushRef="#br0" timeOffset="12675.29">30868 6183 323 0,'1'0'26'0,"-1"-5"1"0,0 3-23 15,0 2-4-15,0 0 0 16,0 0 0-16,2 7 0 15,2-1-6-15,-2-2-101 0,3-2-124 16</inkml:trace>
  <inkml:trace contextRef="#ctx0" brushRef="#br0" timeOffset="12845">31063 6139 262 0,'0'0'68'16,"0"0"-35"-16,0 0-2 0,0 0-26 15,0 0-5-15,0 0 0 16,0 0-3-16,0 0-94 16,26 0-108-16</inkml:trace>
  <inkml:trace contextRef="#ctx0" brushRef="#br0" timeOffset="13208.85">30977 6468 290 0,'0'0'4'16,"0"0"12"-16,0 0-15 16,0 0-1-16,0 0 0 15,0 0 0-15,0 0 0 0,0 0-1 16,0 0-80-16</inkml:trace>
  <inkml:trace contextRef="#ctx0" brushRef="#br0" timeOffset="13500.38">31187 6585 309 0,'0'0'10'0,"0"0"20"0,0 0-22 16,0 0-9-16,0 0-2 15,0 0-2-15,0 0-37 16,0 0-45-16</inkml:trace>
  <inkml:trace contextRef="#ctx0" brushRef="#br0" timeOffset="14954.29">28939 9004 282 0,'0'0'11'0,"0"0"41"15,0 0-5-15,0 0-30 16,0 0-18-16,0 0 2 16,40 24 2-16,-9 3 11 0,3 6 4 15,6 5-6-15,3 5-4 16,-1 1-2-16,1 1-3 15,-4-1-1-15,-5-6-1 16,-5-6-1-16,-8-7 0 16,-5-6 2-16,-1-6 0 0,-7-5-2 15,-1-5-34-15,-7 0-64 16,0-3-22-16</inkml:trace>
  <inkml:trace contextRef="#ctx0" brushRef="#br0" timeOffset="15272.89">29288 9014 202 0,'0'0'40'16,"0"0"-33"-16,0 0 34 15,0 0-1-15,0 0-11 16,-41-21-10-16,30 39-10 16,-1 6 6-16,-3 6 12 0,-1 6-8 15,-2 3-15-15,-1 4 0 16,0 3 0-16,2-1-4 16,-5-3 2-16,3-2-2 15,1-4 0-15,-1-9-5 0,2-6-46 16,2-7-80-16,2-7-134 15</inkml:trace>
  <inkml:trace contextRef="#ctx0" brushRef="#br0" timeOffset="15566.27">29541 8802 256 0,'0'0'6'0,"0"0"17"0,0 0-1 16,0 0-13-16,0 0 11 15,-48 47 23-15,32-20-21 16,-3 7-13-16,4 0-6 16,1 3-3-16,3-3 1 0,3-5-8 15,4-10-138-15</inkml:trace>
  <inkml:trace contextRef="#ctx0" brushRef="#br0" timeOffset="15882.32">29815 8940 429 0,'0'0'8'0,"0"0"17"15,0 0-25-15,0 0 4 16,44 43 8-16,-21-19 5 16,4 3 0-16,5 4-9 0,2-1-4 15,2 3-2-15,-1-4-2 16,-1-2 2-16,-4-4-1 16,-4-3-6-16,-5-3-49 15,-4-6-33-15,-7-2-26 16,-4-5-73-16</inkml:trace>
  <inkml:trace contextRef="#ctx0" brushRef="#br0" timeOffset="16165.41">30052 8974 288 0,'0'0'22'0,"0"0"49"15,0 0-14-15,0 0-39 16,-43 7-12-16,34 15-1 16,-3 6 4-16,0 5 4 15,1 4-9-15,0 2-2 16,-1 3-2-16,1 0 0 0,0-4 0 15,-2-5-101-15,3-6-89 16</inkml:trace>
  <inkml:trace contextRef="#ctx0" brushRef="#br0" timeOffset="16419.43">30395 8743 418 0,'0'0'11'0,"0"0"3"0,50 39-4 15,-33 0 4-15,-1 12 2 16,-6 7-4-16,-9 9-3 15,-1 8-4-15,-20 3-2 16,-12 3-3-16,-9-2-38 16,-8-11-138-16</inkml:trace>
  <inkml:trace contextRef="#ctx0" brushRef="#br0" timeOffset="16826.2">28949 8849 222 0,'0'0'4'0,"-64"5"7"16,31 13 29-16,2 13-12 15,2 10 1-15,3 9 13 16,4 12-11-16,7 8-11 0,8 11-9 15,7 2-2-15,3-1-3 16,18 0-3-16,15-8-2 16,9-14 2-16,9-13-1 15,8-17-6-15,5-13-91 16,6-16-29-16</inkml:trace>
  <inkml:trace contextRef="#ctx0" brushRef="#br0" timeOffset="17212.43">30554 8706 278 0,'0'0'5'0,"0"0"51"0,0 0-13 15,0 0-26-15,38-13-5 16,-16 9-4-16,6 1-6 0,2-1 0 16,5 1-2-16,2-4-15 15,-2-2-96-15,3-2-66 16</inkml:trace>
  <inkml:trace contextRef="#ctx0" brushRef="#br0" timeOffset="17474.89">31073 8474 257 0,'0'0'17'0,"0"0"51"0,0 0 4 16,0 0-24-16,0 0-33 16,0 0-6-16,0 0 13 15,20 57-6-15,-14-24-8 16,0 4-5-16,0 2-1 16,-1-3-2-16,-1-8-89 0</inkml:trace>
  <inkml:trace contextRef="#ctx0" brushRef="#br0" timeOffset="20364.3">29155 10135 155 0,'0'0'73'0,"0"0"-52"0,0 0 16 15,0 0-1-15,0 0 6 16,0 0-6-16,0 0-10 16,0 0-14-16,0 0-7 15,0 0-5-15,0 0 2 16,0 0 1-16,-20-2 2 0,33 19 6 16,3 7 5-16,5 5-1 15,3 8 0-15,5 5 0 16,0 8 0-16,4 5-8 15,-3 2-3-15,-1 0-3 16,-2-3 1-16,-2-7-1 0,-3-8 0 16,-5-12 1-16,-3-8-1 15,-6-5 2-15,0-10 0 16,-2-4 4-16,2-1 10 16,0-17 27-16,1-8-26 15,1-11-9-15,0-10-2 0,-1-8-4 16,-1-8-1-16,-1-5-2 15,-2 1 0-15,-3 5 0 16,-2 7-2-16,0 11-2 16,0 12-2-16,0 14-12 15,0 12-20-15,0 6-20 16,0 2-41-16,0 13-60 0,-5-1-71 16</inkml:trace>
  <inkml:trace contextRef="#ctx0" brushRef="#br0" timeOffset="20936.05">29882 10402 316 0,'0'0'16'0,"0"0"53"0,0 0-32 0,0 0-3 15,-2-37-11-15,-8 32 3 16,-3 3-7-16,-2 2-4 16,-2 0-8-16,1 0-2 15,-2 9-3-15,2 0 0 16,2 5-1-16,5 0 0 0,0 3 0 15,5 1-1-15,-2 1 0 16,6 3-1-16,0-2 1 16,1 1 0-16,7-3 0 15,4-1-1-15,-3-4-6 16,2-3-33-16,0-4 21 0,-1-6 3 16,3 0 11-16,-3-9 6 15,1-5-1-15,-2-2 1 16,-1-2 1-16,-2 0 13 15,-3 2 10-15,-2 0 0 16,-1 3 1-16,0 2 6 16,0 0-14-16,0 2-6 0,0 3 6 15,-1-1 4-15,0 3-5 16,0 1-9-16,1 3-6 16,0 0-3-16,0 3 1 15,7 6-1-15,4 2 1 16,1 3 1-16,4 2-1 0,2-2-1 15,1 4 0-15,-1-2-18 16,3-2-17-16,0-4-29 16,0-5-34-16,-2-5-56 15,-2 0-10-15</inkml:trace>
  <inkml:trace contextRef="#ctx0" brushRef="#br0" timeOffset="21496.18">30129 10430 152 0,'0'0'251'0,"0"0"-206"0,0 0-28 0,0 0-11 16,0 0 18-16,0 0 5 15,46 18-14-15,-36-5-8 0,0 0-4 16,0 1-3-16,-2 0 1 15,-2-1 0-15,-1 0-1 16,2-5-1-16,-3 0-15 16,-3-3-20-16,-1-3 15 15,0-2 12-15,0 0 10 0,0 0 0 16,0-5-1-16,-1-5 0 16,-3-1 0-16,2-2 1 15,-1 0 1-15,3-5 12 16,0 4 12-16,0-3-1 15,3 0-4-15,4 1 1 0,5 2 6 16,0 0-10-16,3 1-9 16,2 4-5-16,0 0-1 15,1 3-2-15,-1 0-1 16,-1 3 2-16,-6 2-2 16,0-1 0-16,-2 2 0 15,-4 0 0-15,-2 0 0 0,-1 0 1 16,-1 6-1-16,0 1 0 15,0 3 0-15,0 3 1 16,-3 1-1-16,1 3 1 16,2 0-1-16,0-1 0 0,0 1 1 15,2-2-1-15,3-2-1 16,1-1-17-16,1-5-61 16,-1-4-44-16,-3-3-94 15</inkml:trace>
  <inkml:trace contextRef="#ctx0" brushRef="#br0" timeOffset="21684.15">30314 10153 421 0,'0'0'8'0,"0"0"12"0,-16-43-7 16,16 38-10-16,0 2-2 15,9 3-2-15,2 0-25 16,2 4-97-16,1 3-80 16</inkml:trace>
  <inkml:trace contextRef="#ctx0" brushRef="#br0" timeOffset="22160.2">30718 10348 416 0,'0'0'22'15,"0"0"44"-15,0 0-33 16,-47-29 0-16,29 26-2 16,2 3-8-16,0 0-5 0,2 2-6 15,0 8-6-15,4 1-5 16,2 5-1-16,2 3 1 15,4 1-1-15,0 2 0 16,2-1 0-16,0 3-1 0,7-4 1 16,4-2-1-16,1-4-4 15,2-4-10-15,1-4-10 16,3-6 4-16,-2 0 6 16,2-10 9-16,-2-5 4 15,-3-2 1-15,-1-2 1 0,-6 2 0 16,-2 0 0-16,-4 2 1 15,0 1 1-15,0 1 4 16,-5 1 9-16,0 2 7 16,-1 3-3-16,2 4-3 15,2 1 2-15,0 2-11 0,2 0-5 16,0 5-1-16,2 6 1 16,8 2-1-16,1 3 0 15,5 0 0-15,2 0-1 16,0 0 0-16,3 0-1 15,1-5-20-15,-2-2-47 16,-2-6-54-16,-2-3-98 0</inkml:trace>
  <inkml:trace contextRef="#ctx0" brushRef="#br0" timeOffset="22608.05">30867 10397 385 0,'0'0'11'0,"0"0"46"0,0 0-27 16,0 0 1-16,0 0-11 0,0 0-4 15,0 0 2-15,0 0-3 16,0 0-8-16,43 0-2 16,-36 10-3-16,2 6-1 15,-3-3 0-15,1 1-1 16,-3-1 0-16,-1-1 0 15,1-2-1-15,-4-3-5 0,1-3-9 16,0-3-8-16,0-1 12 16,-1 0 11-16,0-8 0 15,0-3-1-15,0 0 0 16,0-2 1-16,1 2 0 16,-1-2 1-16,0 6-1 0,1-2 2 15,1 2-1-15,4 3 2 16,1-2 12-16,3 3-9 15,2 2-1-15,2 1-1 16,2 0-2-16,-1 0-1 16,1 0-1-16,-2 7 0 0,-1 0 0 15,-1 3 0-15,-2 1 0 16,0 1-6-16,0-1-38 16,-2 1-31-16,-2-4-64 15,1-1-29-15</inkml:trace>
  <inkml:trace contextRef="#ctx0" brushRef="#br0" timeOffset="23108.19">31299 10358 265 0,'0'0'110'0,"0"0"-48"0,0 0-11 0,-45-32-5 15,31 29-9-15,2 3-6 16,1 0-13-16,3 3-8 0,3 7-5 16,4 4-3-16,1 1-1 15,0 0-1-15,9 4 1 16,6-1 1-16,0 0-1 16,4-2-1-16,1 0 0 15,-1-7-1-15,3-4 1 0,-1-5-4 16,0 0-2-16,0-3 2 15,-1-7 1-15,-5-5 2 16,-1-2 0-16,-5 0 0 16,-3 0 0-16,-4-2 1 15,-2 4-1-15,0 0 1 16,-5 4 0-16,-6 0 1 0,-2 5 0 16,2 4 1-16,0 2 2 15,1 0 0-15,2 12-2 16,4 3 0-16,4 4-1 15,0 1 0-15,5-2 0 16,9-1 0-16,6-2-1 0,5-3 1 16,2-2 0-16,4-4-3 15,2-5-25-15,1-1-61 16,0-3-40-16,-1-11-169 16</inkml:trace>
  <inkml:trace contextRef="#ctx0" brushRef="#br0" timeOffset="23391.65">32103 9940 511 0,'0'0'4'0,"-60"-7"40"0,29 7-21 15,3 14 5-15,1 10-11 0,2 6 0 16,6 11 5-16,6 3-5 16,4 7-7-16,5 1-1 15,4 1-6-15,2-3-1 16,12-6-1-16,5-5-2 16,2-9 3-16,6-7-2 15,2-11-1-15,3-2-10 0,2-10-29 16,1 0-31-16,0-15-53 15,0-7-115-15</inkml:trace>
  <inkml:trace contextRef="#ctx0" brushRef="#br0" timeOffset="23761.14">32240 10268 408 0,'0'0'72'16,"-43"13"-69"-16,26-5 24 0,3 5 29 15,4 1-25-15,6 1-1 16,3 0-8-16,1 2-11 16,6 0-7-16,6-3-3 15,3 0 1-15,3-2-2 16,2-4 0-16,0-7 1 0,1-1-2 16,-3 0-2-16,0-8-1 15,-3-6 1-15,-2-4-1 16,-6-1-1-16,-5-1 1 15,-2 1 3-15,-4-1 1 16,-11 3 0-16,-4 1-1 0,-5 2 1 16,0 5 0-16,0 0-1 15,3 5 1-15,2 4-2 16,4 0 1-16,5 0-2 16,4 5 1-16,6 5-4 15,0-4-95-15,6-1 9 0,10-1-108 16</inkml:trace>
  <inkml:trace contextRef="#ctx0" brushRef="#br0" timeOffset="24140.09">32403 10251 419 0,'0'0'43'0,"0"0"13"16,0 0-30-16,0 0-2 0,0 0 9 16,52 33-2-16,-35-15-9 15,4 3-11-15,-3 2-7 16,-1-1-2-16,-2-3-1 16,-1-3-1-16,0-3 1 0,-3-6 0 15,0-6 0-15,3-1 0 16,-3-4 1-16,2-9 3 15,-4-7 8-15,0-4-1 16,-4-4-8-16,-1-2-3 16,0-4 0-16,-3 0-2 15,1 5 0-15,-2 5-2 0,2 7 0 16,-2 7 0-16,1 7-14 16,2 3-38-16,-3 6-63 15,1 5-10-15,-1 1-172 16</inkml:trace>
  <inkml:trace contextRef="#ctx0" brushRef="#br0" timeOffset="24310">32944 10350 641 0,'0'0'12'0,"0"0"0"16,0 0-9-16,0 0-3 16,0 0-1-16,0 0-63 0,0 0-180 15</inkml:trace>
  <inkml:trace contextRef="#ctx0" brushRef="#br0" timeOffset="25220.23">29920 11112 346 0,'0'0'15'0,"0"0"5"0,-9 59 0 16,9-23 23-16,0 8-20 0,2 3-14 16,2 1-3-16,0-3-5 15,-4-6 2-15,0-7-3 16,0-9 1-16,0-10-1 16,0-6 1-16,-4-7 2 15,-2-7 3-15,2-10 16 0,-2-7-15 16,2-10-2-16,1-7-2 15,3-8-1-15,-1-3 0 16,1-1-3-16,-1 1 1 16,0 9 3-16,-3 8 18 15,2 12 3-15,1 9-5 0,1 9-11 16,0 5-5-16,0 6-3 16,7 11 1-16,2 4 0 15,5 2-1-15,3 1 1 16,1 0 0-16,3-4-1 15,1-4 0-15,3-6 0 0,0-5 0 16,0-5 0-16,0-1 0 16,-1-15 0-16,-1-4 1 15,-5-4-1-15,0-4 0 16,-3 2 0-16,-2 2 0 16,-5 3 1-16,-2 8 0 15,-2 8 11-15,-1 5 8 0,-1 4-17 16,3 13-2-16,2 7 2 15,3 4 2-15,1 6 3 16,5 1-3-16,0 2-2 16,2-2-1-16,0 3-1 0,-1-8-2 15,2-3-1-15,-4-8-38 16,3-7-55-16,-3-9-74 16,1-3-135-16</inkml:trace>
  <inkml:trace contextRef="#ctx0" brushRef="#br0" timeOffset="25690.31">30641 11314 390 0,'0'0'55'0,"0"0"19"0,0 0-29 15,-32-49 3-15,18 39-9 16,-1 1-15-16,2 2-4 15,-2 3-8-15,3 4-6 16,-1 0-4-16,3 0-1 16,1 11 0-16,0 1-2 0,4 5 1 15,1 1 0-15,4 1 0 16,0 1 0-16,0-3-1 16,6 1-2-16,2-5-7 15,3-2-12-15,0-5-2 16,2-4 4-16,0-2 12 0,-3 0 7 15,0-6 1-15,-2-4 0 16,-4 0 0-16,-2 1 2 16,-2-1 3-16,0 2 3 15,0 1 3-15,-2 1-1 16,-1 2 0-16,1 1-1 0,2 2-1 16,0 1 9-16,0 0-12 15,0 3-6-15,10 4 2 16,5 1-1-16,2 2 0 15,4-1 0-15,4-1 0 16,2-2-1-16,0-3-14 0,-1-2-35 16,-1-1-35-16,-4 0-76 15,-5-11-225-15</inkml:trace>
  <inkml:trace contextRef="#ctx0" brushRef="#br0" timeOffset="26281.19">30805 11099 456 0,'0'0'6'0,"0"0"23"0,0 0-12 0,0 0-12 0,0 0 6 16,0 0 19-16,22 45 5 15,-8-21-12-15,5 2-12 16,-1 3-7-16,1 2-2 15,-1-3-1-15,-4-2-1 0,-1-5 0 16,-1-4 0-16,-2-6 0 16,-1-8 0-16,0-3 0 15,-1 0 1-15,2-14 1 16,-2-6-2-16,-2 0-1 16,0 1 1-16,-2 3 0 15,-1 0 0-15,1 8 1 0,1 5-1 16,1 3 1-16,3 0-2 15,3 4 0-15,0 9 1 16,2 1 1-16,2 3-1 16,2-1 1-16,-2-2-1 15,3 0 1-15,-5-2-1 0,3-1 0 16,-4-4 1-16,-3-1 0 16,-1-2-1-16,-4-4-1 15,-1 0 1-15,-2 0 0 16,1-3 2-16,1-6-3 15,0-2 1-15,3-3 0 0,0 0 1 16,-1 0-1-16,2 1 0 16,2 1 0-16,-2 4 0 15,2 1 2-15,2 4 2 16,-1 3 0-16,4 0-1 16,-2 1-1-16,1 9 0 0,0 0 0 15,-2 2-1-15,2 1 1 16,-4-1-2-16,0 2-2 15,-1-5-21-15,-5-2-88 16,-1-3-108-16</inkml:trace>
  <inkml:trace contextRef="#ctx0" brushRef="#br0" timeOffset="26468.22">31315 11117 453 0,'0'0'3'0,"0"0"8"0,-14-48 4 16,14 43-8-16,0 3-6 16,8 2-1-16,4 0-1 15,-1 13-10-15,5-2-152 16</inkml:trace>
  <inkml:trace contextRef="#ctx0" brushRef="#br0" timeOffset="26659.84">31547 11417 456 0,'0'0'19'15,"0"0"32"-15,58-58 15 16,-28 28-24-16,3 0 1 16,2-1-14-16,0 4-13 15,-4 1-12-15,-6 7-3 16,-2 6 0-16,-9 3-6 0,-9 6-30 15,-5 3-23-15,0 1-72 16,-12 0-39-16</inkml:trace>
  <inkml:trace contextRef="#ctx0" brushRef="#br0" timeOffset="26872.08">31645 11186 390 0,'0'0'18'16,"0"0"38"-16,0 0-42 15,0 0 22-15,0 0 23 16,0 0-17-16,41 52-10 0,-24-28-9 16,2 3-7-16,2 2-7 15,0 0-6-15,-1-3-2 16,2-2-1-16,-3-4-1 16,0-12-63-16,-7-8-155 15</inkml:trace>
  <inkml:trace contextRef="#ctx0" brushRef="#br0" timeOffset="28949.98">31385 8992 248 0,'6'-13'37'0,"2"0"44"0,2 7-40 15,1 0-21-15,3 6-5 16,1 3-7-16,3 11-2 16,-3 5 0-16,3 6-2 15,-6 2 1-15,2 3 0 0,-6-1 0 16,-3-1-2-16,-4 0-1 15,-1-4-1-15,-2-2 0 16,-7-5 0-16,-4-4 0 16,0-3 0-16,-4-5 0 15,1-2 0-15,-2-3 1 16,-1 0-1-16,-1-7 0 0,0-6 0 16,0-2-1-16,2-5 1 15,3-2 0-15,2-2-2 16,4 0 2-16,4 1-1 15,4 2 0-15,1 1 1 16,3 3-1-16,10 3 0 0,5 1 2 16,5 2-4-16,4 1 4 15,10 1 2-15,3 1 7 16,4 0 4-16,8 3-1 16,4-2 2-16,0 3-3 0,-2-1-4 15,-3 3-6-15,-6-1-2 16,-10 1 0-16,-5 1-1 15,-8-2 1-15,-6 2-3 16,-5-1-5-16,-6-4-75 16,-5-3-47-16,0-3-102 15</inkml:trace>
  <inkml:trace contextRef="#ctx0" brushRef="#br0" timeOffset="29454.19">31524 8679 253 0,'0'0'12'0,"0"0"26"0,0 0-14 0,0 0-13 16,0 0 1-16,0 0 3 15,0 0 2-15,-28 52-7 16,26-35-6-16,-4-1-2 15,4-5-1-15,-2-1 0 0,2-5 0 16,0-3 0-16,1-2 0 16,1 0 2-16,0 0-1 15,0-11-2-15,0-3-2 16,4-5 0-16,2-3 2 16,4-1-1-16,-1 0 1 0,0 5 0 15,0 3 0-15,-1 8 4 16,-2 6 18-16,3 1-18 15,1 7-2-15,3 7 2 16,3 2 0-16,3 2-2 0,3-1 0 16,3-2-1-16,0-3-1 15,-2-5 0-15,-1-7-80 16,-6-2-217-16</inkml:trace>
  <inkml:trace contextRef="#ctx0" brushRef="#br0" timeOffset="30108.85">32148 8626 249 0,'0'0'16'0,"0"0"55"0,0 0-29 0,0 0-16 0,4-37 1 15,1 27-13-15,2 2-2 16,4-1-1-16,-2 1-8 15,2 3-2-15,4-2 1 0,-1 3-2 16,2 3 0-16,1-1 1 16,-3 2 0-16,-1 0-1 15,-3 10 0-15,-1 2 0 16,-4 3 0-16,-3 5 0 16,-2 0-1-16,0 3 1 0,-6-1 0 15,-4 1 1-15,-3-3-1 16,3 0 0-16,0-5 0 15,0-3 0-15,6-5 1 16,2-1-1-16,2-5 0 16,6-1 1-16,14 0 1 15,4 0-1-15,8 0-1 0,3-3 1 16,4-1-1-16,-1 0 0 16,-4-3 0-16,-4-1-53 15,-8-5-160-15</inkml:trace>
  <inkml:trace contextRef="#ctx0" brushRef="#br0" timeOffset="38968.31">29974 12228 110 0,'0'-3'53'0,"0"0"-24"0,0 2 2 0,0-2 0 16,0 0-3-16,-1 2-1 15,-4-2 6-15,0 1-10 16,-2 0-4-16,-3 2-6 16,-2 0-8-16,-2 0-4 0,-4 0 0 15,-4 7 1-15,-3 0-2 16,-4 2 0-16,0 0 0 16,-5 0 0-16,2-1 0 15,3 0 1-15,3-3-2 16,6-1 1-16,2-1 1 0,9 0-1 15,1 0 0-15,5-2 0 16,2 4-1-16,1 1 1 16,0 9 0-16,0 3 0 15,0 12 0-15,0 11-2 16,0 12 2-16,2 11 0 0,2 14 0 16,2 12 3-16,-1 11 0 15,-1 10 3-15,1 10 22 16,-5 4-16-16,0 3-3 15,0 1-3-15,-5-1 5 16,-1-1 0-16,-1-4 8 16,-1-1 0-16,-1-7-8 0,3-7-3 15,-2-3 1-15,3-11-3 16,3-7 0-16,0-5-2 16,1-5-1-16,1-4-1 15,0-7 0-15,0-5 0 16,0-8-1-16,0-6 0 0,0-8 0 15,-1-8-1-15,1-8 0 16,-1-6 0-16,1-5 2 16,-2-5-2-16,2-4 0 15,0-1 1-15,0-2 0 16,0 0 2-16,5 0 0 0,4 0 2 16,6-5 1-16,5-1 2 15,4 0-1-15,8 2 1 16,8-2 1-16,5 2-1 15,9 0 0-15,8-2-4 16,8 2-3-16,3-3 1 0,-1-2-2 16,1-1 0-16,-2 0 0 15,-5-1 1-15,-2-3-3 16,-5-2-27-16,-5-8-38 16,-8-12-109-16</inkml:trace>
  <inkml:trace contextRef="#ctx0" brushRef="#br0" timeOffset="39641.15">29806 12503 262 0,'0'0'2'0,"0"0"32"0,17-38 12 15,-9 34-3-15,-1 4-17 0,1 0-13 16,2 8-5-16,2 11 5 16,2 2 2-16,3 6-3 15,4 6-1-15,-3 2-5 16,5 1-2-16,-1-1-2 16,-2-3 0-16,-1-4-1 0,-3-5-1 15,-3-8 1-15,-5-8 1 16,-2-5-1-16,1-2 3 15,-2-7 37-15,1-12-29 16,1-5-9-16,2-8-1 16,4-4-1-16,-4-5-1 0,4-5 1 15,-1-1-1-15,-1 4 0 16,-3 4-2-16,-1 6 1 16,-2 11-1-16,-1 8-3 15,-1 9-27-15,1 5-32 16,-2 0-68-16,0 10 13 15</inkml:trace>
  <inkml:trace contextRef="#ctx0" brushRef="#br0" timeOffset="40171.26">30405 12587 240 0,'0'0'11'0,"0"0"54"0,0 0-3 0,0 0-14 15,0 0-11-15,0 0-12 16,0 0-6-16,-55-32-9 16,36 32-2-16,-3 2-1 15,0 6-2-15,3 4-2 16,2 0-2-16,3 3-1 0,3 2 1 15,6 2-1-15,1-1 0 16,4 1 0-16,0-2 0 16,9 1 0-16,5-4 0 15,3-3 0-15,1-4-1 16,2-5-1-16,-2-2-4 0,1-4-6 16,-3-6 5-16,-3-5 5 15,-1 0 1-15,-5-2 1 16,-2 3 0-16,-3 0 0 15,-2 1 0-15,0 1 0 16,0 1 0-16,-5 1 1 0,-1 0-1 16,3 3 2-16,-3 3 3 15,3 1 5-15,2 3-3 16,1 0-5-16,0 2-2 16,3 6 1-16,6 4 0 0,4-2 0 15,3 3-1 1,1-1 0-16,2-1 0 0,1-1 0 15,-2 2-2-15,-3-5-48 16,-2-1-63-16,-4-5-14 16,-3-1-80-16</inkml:trace>
  <inkml:trace contextRef="#ctx0" brushRef="#br0" timeOffset="40501.33">30486 12647 198 0,'0'0'29'0,"0"0"35"0,0 0-9 15,0 0 0-15,0 0-23 0,0 0-17 16,0 0-5-16,0 0 6 16,0 0-3-16,41-1-5 15,-26 9-6-15,-3 2 0 16,-1-1-1-16,-3 0 0 16,-2-3-1-16,-3 0 0 0,-1-6 0 15,-2 0 2-15,0 0-1 16,0 0 2-16,0-7-2 15,0-6 0-15,-1 0-1 16,-1-2-1-16,1 2 1 16,1 1 0-16,0 2 0 0,0 6-1 15,4 1 0-15,5 2-10 16,5 1-43-16,0 0-24 16,4 0-6-16,1 0-20 15</inkml:trace>
  <inkml:trace contextRef="#ctx0" brushRef="#br0" timeOffset="40752.12">30914 12378 275 0,'0'0'11'0,"0"0"62"15,-37-38-2-15,19 35-39 16,1 3-14-16,0 3-5 15,1 13-2-15,6 5 1 16,4 5 6-16,5 5-3 16,1 4-2-16,7 1-6 0,9 2-3 15,1-1-1-15,5 0-2 16,0-1 0-16,-1-5-1 16,0-1-7-16,-1-5-71 15,-5-6-31-15,1-6-76 16</inkml:trace>
  <inkml:trace contextRef="#ctx0" brushRef="#br0" timeOffset="41330.01">31046 12901 231 0,'0'0'9'15,"0"0"48"-15,0 0-7 16,-4-48-7-16,4 25-4 0,0-4-10 16,0-4-5-16,0-6-6 15,5-1-9-15,1-5-5 16,1-5-1-16,0-5-2 16,1 0 0-16,0 0-1 15,-2 3 0-15,1 7 1 0,-1 9 0 16,0 12 0-16,-2 7-1 15,2 9 0-15,1 6-1 16,0 0-1-16,1 11 1 16,-2 6 1-16,0 4-1 15,-4 3 0-15,-2 5 1 16,0 0-1-16,0 0 1 0,-7-4 0 16,2-2 0-16,-1-5 0 15,0-4-1-15,5-5 0 16,1 0 0-16,0-6 0 15,6-1 0-15,9-1 1 0,6 1 0 16,-1-1 0-16,0 3 0 16,-1 1 0-16,-4 2 0 15,-5 2 0-15,-4-1 0 16,-6 4-1-16,0-1 1 16,-4 1 1-16,-8-1-2 0,-3 0 1 15,-4-2 0-15,-1-1 1 16,0-1-1-16,-2-4 0 15,2 2 0-15,1-3 0 16,5 1 0-16,2-3 0 16,5 0-2-16,7 0-50 15,4 0-78-15,13-3-30 0</inkml:trace>
  <inkml:trace contextRef="#ctx0" brushRef="#br0" timeOffset="41625.9">31334 12668 271 0,'0'0'3'0,"0"0"13"0,0 0 34 0,0 0-9 15,0 0 1-15,0 0-14 16,0 0-9-16,0 0-13 16,48 33-2-16,-35-32-1 0,3-1-2 15,-2 0 0-15,1-1-1 16,-4-6 2-16,-1 0-1 15,-4-3 1-15,-5-1-1 16,-1-1 0-16,-2 2 0 16,-12 0 1-16,-3 0-2 15,-5 3 0-15,-1 4 0 0,-4 0 0 16,4 3 0-16,0 0 0 16,4 5 0-16,6 2-9 15,5-2-110-15,5-5-217 16</inkml:trace>
  <inkml:trace contextRef="#ctx0" brushRef="#br0" timeOffset="42206.88">31006 12014 281 0,'0'0'20'0,"0"0"56"0,0 0-47 15,0 0-24-15,0 0 2 16,-41 26 2-16,35-6 0 15,2-3-2-15,0 0-3 16,0-4-2-16,2-1-2 0,0-4 1 16,1-5-1-16,1-3 1 15,0 0 1-15,0-3 3 16,0-10-3-16,5-2 0 16,-1-2-2-16,0-1 0 15,0-2 0-15,-2 5 0 0,0 4-2 16,-2 4 4-16,2 5-2 15,2 2 0-15,2 0-4 16,4 6 3-16,6 5 1 16,5 3 1-16,5 1-1 15,6-1 0-15,6-4-1 0,0-6-97 16,0-4-144-16</inkml:trace>
  <inkml:trace contextRef="#ctx0" brushRef="#br0" timeOffset="42484.13">31453 12073 463 0,'0'0'12'0,"39"4"12"0,-16 18-16 0,4 16 2 16,-4 10 3-16,-2 11-3 0,-12 11-4 15,-7 3-3-15,-2-1-2 16,-14-3-2-16,-12-7-2 16,-6-11-48-16,-7-17-85 15,-1-11-223-15</inkml:trace>
  <inkml:trace contextRef="#ctx0" brushRef="#br0" timeOffset="43531.19">30929 13134 171 0,'0'0'15'0,"0"0"41"15,0 0-8-15,0 0 0 0,0 0-1 16,0 0-36-16,0 0 4 16,43 30 22-16,-20 4-8 15,4 7 0-15,3 3-14 16,0 2-7-16,0-2-4 15,-3-2-2-15,-3-7-1 0,-7-6-1 16,-3-8 1-16,-5-9-1 16,-1-9 1-16,-4-3 2 15,-1-15 40-15,1-10-30 16,0-5-11-16,-1-8-1 16,-2-5-1-16,0-2 0 0,0-2-1 15,1 4-3-15,2 3-10 16,-1 9-25-16,7 13-17 15,0 11-29-15,2 7-31 16,2 4-8-16</inkml:trace>
  <inkml:trace contextRef="#ctx0" brushRef="#br0" timeOffset="44143.16">31547 13371 186 0,'0'0'46'16,"0"0"-2"-16,0 0 16 16,-17-48 5-16,3 37-22 15,-4 4-10-15,-3 2-13 16,-2 5-6-16,2 0-6 0,-3-2-2 16,5 9 1-16,1 2-3 15,5 3-3-15,5-1 0 16,7 3-1-16,1-1 0 15,0 3 0-15,5-1 0 16,6 1 0-16,5-5-1 16,1-1 0-16,2-3 0 0,1-5-4 15,-2-2-14-15,0 0 15 16,-6-9 4-16,-2-1 0 16,-3-2 0-16,-5 0 2 15,-2 1 1-15,0 1 5 16,0 1 8-16,0-2-3 0,0 4 4 15,0 0-3-15,-2 3 1 16,1 0 3-16,1 4 6 16,0 0-14-16,0 0-10 15,3 6 1-15,5 4 0 16,4 1 0-16,2 1-1 0,3 0 1 16,-1-1-1-16,2-1 0 15,-3-3 0-15,1-3-1 16,-3-2 1-16,0-2-1 15,-1-2 0-15,-3-12 1 16,2 0 0-16,-5 1-1 0,-2 0 1 16,-2 3-1-16,1 6 1 15,-3 1 0-15,1 3 0 16,2 4-2-16,2 7 2 16,2 4-1-16,0 3 2 15,4-2-1-15,3 0-2 0,1-1-63 16,1-5-6-16,1-7-71 15,0-3-82-15</inkml:trace>
  <inkml:trace contextRef="#ctx0" brushRef="#br0" timeOffset="44406.31">32060 13104 397 0,'0'0'5'0,"0"0"37"0,-60-22-5 0,34 29-2 15,0 15-9-15,5 10 16 16,2 9-3-16,9 4-20 16,6 5-6-16,4 1-4 0,6 6-6 15,10 1-2-15,4-3 0 16,4 2-1-16,3-3 0 15,-2-4-11-15,0-9-86 16,-5-7-75-16</inkml:trace>
  <inkml:trace contextRef="#ctx0" brushRef="#br0" timeOffset="44925.67">32042 13826 231 0,'0'0'55'0,"-1"-43"-11"0,1 17 27 16,0-2-21-16,8-3-16 16,0-6 1-16,1-5-8 15,1-5-9-15,2-6-8 16,0-1-5-16,2-4-2 16,0 1-1-16,3 2 1 0,-1 10-2 15,0 9 1-15,-2 11-1 16,2 11 1-16,-3 11-4 15,0 3 2-15,-2 10-1 16,-3 9 2-16,-2 5-2 16,-3 4 1-16,-3 2 0 0,-3-1 0 15,-8-1 0-15,-4-2-1 16,-4-4 1-16,0-5-2 16,1-1 0-16,-1-3 0 15,6-6-3-15,1-1 1 16,6-2-2-16,6-4 3 0,0 0 3 15,12 1-1-15,6-1 1 16,4 0 0-16,4 0 0 16,-4 5 0-16,1 3 0 15,-3 4 0-15,-5 2-1 16,-5 0 0-16,-6 0 1 0,-4 0 0 16,0-1 0-16,-9-2 0 15,-6-2 1-15,-5-1-1 16,0-2 0-16,-4-2-1 15,0 1 0-15,0-4 0 16,2-1-52-16,0 0-9 16,1-10-72-16,4-10-67 0</inkml:trace>
  <inkml:trace contextRef="#ctx0" brushRef="#br0" timeOffset="45267.09">32202 12857 341 0,'0'0'6'0,"0"0"0"0,0 0 2 16,0 0 1-16,0 0 2 16,-45 54-1-16,39-37-5 15,3-4-4-15,-3 1 0 16,6-7 0-16,0 0 0 15,0-7-1-15,0 0 1 16,7-4 0-16,3-9 0 0,1-1-2 16,-1-1 1-16,-1 0 0 15,-2 4-1-15,1 4 1 16,-3 4 1-16,1 3-1 16,1 0 0-16,3 14 0 0,2 2 1 15,1 5 0-15,1 5-1 16,2 2 2-16,-1-1-4 15,-1 1-128-15</inkml:trace>
  <inkml:trace contextRef="#ctx0" brushRef="#br0" timeOffset="45549.25">32446 13608 347 0,'0'0'63'0,"0"0"-41"0,0 0 22 15,0 43-14-15,0-24-14 16,0 0-10-16,0 0-3 15,0 0-3-15,0-3 0 16,0-7-10-16,0-8-173 16</inkml:trace>
  <inkml:trace contextRef="#ctx0" brushRef="#br0" timeOffset="45859.96">32488 12952 413 0,'0'0'6'0,"0"0"28"16,54 33-21-16,-27 7 11 15,-3 12 2-15,-1 9-2 16,-5 9-9-16,-9 9-5 0,-9 7-7 16,-7 3-2-16,-20-5-2 15,-8-6-4-15,-7-11-75 16,-4-12-79-16,0-18-82 16</inkml:trace>
  <inkml:trace contextRef="#ctx0" brushRef="#br0" timeOffset="46392.18">32142 14016 255 0,'0'0'30'0,"0"0"51"0,0 0-22 16,0 0-28-16,0 0-17 16,0 0-10-16,0 0-3 0,0 0 0 15,0 0-2-15,0 0 1 16,0 0-10-16,29 21-138 15,-20-12-54-15</inkml:trace>
  <inkml:trace contextRef="#ctx0" brushRef="#br0" timeOffset="46577.28">32430 14228 319 0,'0'0'75'16,"0"0"-25"-16,0 0-32 16,0 0-15-16,0 0-2 15,0 0-2-15,0 0-54 16,0 0-90-16</inkml:trace>
  <inkml:trace contextRef="#ctx0" brushRef="#br0" timeOffset="46754.16">32618 14415 397 0,'0'0'10'0,"0"0"66"16,0 0-31-16,0 0-34 15,0 0-9-15,0 0-2 16,0 0-18-16,40-3-121 0</inkml:trace>
  <inkml:trace contextRef="#ctx0" brushRef="#br0" timeOffset="47501.28">32202 14519 286 0,'0'0'5'0,"0"0"1"0,0 0 4 16,0 0 19-16,2 54 10 15,12-20-8-15,6 6-4 16,4 2-12-16,1 3-9 0,1-2-3 16,-3-4 0-16,-2-8-1 15,-5-8-1-15,-5-7-1 16,-5-11 1-16,-1-5 2 15,-1-1 25-15,-2-12-1 0,2-6-24 16,3-8 0-16,-2-3-2 16,1-6 0-16,1-3-1 15,0-1 0-15,0 1 1 16,1 3-4-16,0 8 1 0,-2 6-5 16,1 11-5-16,4 9-21 15,-2 2-45-15,3 9-24 16,2 4-22-16</inkml:trace>
  <inkml:trace contextRef="#ctx0" brushRef="#br0" timeOffset="48200.27">32745 14779 235 0,'0'0'5'0,"0"0"62"0,-12-40 9 15,4 30-27-15,-10 0-10 16,0 0-13-16,-3 6-7 16,-3 3-11-16,-2 1 0 15,0 0 1-15,3 5 3 16,1 7-3-16,7 0-4 0,2 2-4 16,6 2 0-16,5 0-1 15,2 0 0-15,3 0 0 16,8-3 0-16,5 0 0 15,1-6-2-15,3 0-1 0,-2-4 0 16,2-3-15-16,-6 0 8 16,0 0 10-16,-5-6-1 15,0-2 2-15,-4 1 0 16,-2 0-1-16,-1-1 1 16,-1 1 1-16,-1 0 2 15,0 0 1-15,0 0 1 0,0 3 5 16,0 1 4-16,0 1 2 15,0 2-9-15,0 0-7 16,2 1-1-16,4 6 1 16,3 4 0-16,3-2-1 15,2 2 1-15,3-1-1 0,1-1 0 16,2-1 1-16,0-1-1 16,-2-3-1-16,0-4 1 15,-3 0-1-15,-1 0 0 16,-6 0 0-16,-4-10-1 15,-3 0 1-15,-1-1-2 0,0-2 0 16,-5 1 0-16,-6 0 1 16,-2 1 1-16,0 1 1 15,4-1 0-15,2 3 0 16,4 0 1-16,3 2 0 16,0 3 0-16,5 3-2 0,8 0 1 15,5 0 0-15,2 3 0 16,-4 6 0-16,1 1 1 15,-1 1-2-15,-3 3 0 16,-3-1 0-16,1 1-37 16,-4-3-35-16,0-2-29 0,-2-5-53 15</inkml:trace>
  <inkml:trace contextRef="#ctx0" brushRef="#br0" timeOffset="48440.17">33175 14553 318 0,'0'0'7'0,"-52"-7"64"0,22 7-28 0,3 11-16 16,3 11 4-16,3 9 6 15,10 6-2-15,7 5-13 16,4 7-5-16,7 0-10 15,8 5-5-15,4-3-2 16,5-1 1-16,2-3-1 16,-3-4-3-16,1-7-81 0,-1-10-29 15,-2-8-123-15</inkml:trace>
  <inkml:trace contextRef="#ctx0" brushRef="#br0" timeOffset="49059.58">33284 15168 320 0,'0'0'50'15,"0"0"9"-15,-2-52-16 16,0 27-11-16,-1-3 7 15,0-6-5-15,2-6-16 16,0-4-7-16,1-3-6 16,0-3-3-16,0-4-1 0,0 1 0 15,2 1-1-15,5 3 0 16,3 7 0-16,2 8 1 16,-1 10-2-16,5 11 1 15,1 8 0-15,0 6-1 0,3 2 0 16,-1 11 1-16,-2 5-1 15,-3 3 0-15,-7 1 1 16,-6 3-1-16,-1-2-3 16,-10-1 0-16,-9-2-10 15,-2-4-18-15,-1-4 25 0,3-2 4 16,1-7 1-16,7 0 0 16,2-4 0-16,7 0 1 15,2 0 2-15,6 0-1 16,8 0-1-16,4-2 0 15,5 2 1-15,-2 0 0 0,1 0 0 16,-4 5 0-16,-4 5-1 16,-3 3 0-16,-4 0 0 15,-7 1 1-15,0-1 0 16,-1-2 0-16,-12 1 0 16,-2-4 1-16,-5-1-1 0,-1-1 1 15,-2-2-1-15,1-2 0 16,-3-4 0-16,3 2 0 15,1 0-1-15,5 0 0 16,3 0-96-16,8-7-72 16</inkml:trace>
  <inkml:trace contextRef="#ctx0" brushRef="#br0" timeOffset="49994.51">33663 14846 198 0,'0'-2'17'0,"0"-4"34"16,0 2-16-16,0 3-3 0,0 1 2 15,0 0-15-15,-1 11-13 16,0 6 2-16,-2 10 13 15,2 7 3-15,-1 9-6 16,2 4 0-16,0 3-6 16,0-1-6-16,0-2-4 0,0-5 0 15,0-9-2-15,0-4 0 16,0-10 1-16,0-5-7 16,0-8-88-16,-2-5-109 15</inkml:trace>
  <inkml:trace contextRef="#ctx0" brushRef="#br0" timeOffset="50347.12">33641 15115 331 0,'0'0'38'0,"26"-52"20"15,-7 32-14-15,3 6-18 16,1 5-3-16,-1 9-11 15,-3 0-8-15,-5 13-2 16,-5 5-1-16,-5 5-1 16,-4 1 0-16,0-1 0 0,-6 1-2 15,-7-4-1-15,-3-3-12 16,-1-3-16-16,0-5 13 16,0-3 0-16,3-4 8 15,5 0 9-15,5-2 1 16,4 0 0-16,0 0 2 0,13-3-1 15,8 0 0-15,4 2 3 16,6 1 1-16,0 0-3 16,0 0-1-16,-2 1-1 15,-29 5 1-15,0-3-1 16,0-2 0-16,0-1 0 0,0 0-23 16,0-10-137-16</inkml:trace>
  <inkml:trace contextRef="#ctx0" brushRef="#br0" timeOffset="51011.05">33221 14123 155 0,'0'0'13'0,"0"0"35"0,0 0 8 0,0 0-7 0,0 0-3 0,0 0-34 15,-44-5 5-15,32 32 14 16,-2 3-16-16,4 3-7 16,1-2-5-16,5-2 0 0,2-7-2 15,2-5 0-15,0-6-1 16,0-6 2-16,0-5-2 16,2-4 6-16,4-10 15 15,2-5-18-15,1-9-2 16,2-1 0-16,-1-2-1 0,-4 2 1 15,-1 5-1-15,0 4 0 16,-3 6 2-16,0 6-2 16,0 8 0-16,2 0-3 15,5 13 2-15,6 5 0 16,7 3 1-16,11 1 0 16,7 2 1-16,3-2 0 0,6-3-2 15,-2-9-105-15,0-9-242 16</inkml:trace>
  <inkml:trace contextRef="#ctx0" brushRef="#br0" timeOffset="53543.1">32053 12218 188 0,'-1'-3'4'0,"-11"-1"41"0,-4 3-14 15,-2 1-14-15,-4 1 5 16,-3 10 13-16,0 6 3 16,0 3-10-16,4 6-10 15,6 1-2-15,3 5-1 0,4 1-3 16,8-2-4-16,2-1-2 16,17-4-3-16,8-6 0 15,7-6-1-15,5-6-1 16,3-3 0-16,-1-5 1 15,-5 0-4-15,-3-5-70 16,-6-9-85-16</inkml:trace>
  <inkml:trace contextRef="#ctx0" brushRef="#br0" timeOffset="53875.82">32176 12412 310 0,'0'0'5'0,"0"0"0"15,-41 5 39-15,34 3-10 16,1-1-11-16,6 4-5 16,0 0-4-16,0 0-3 0,10 2-5 15,3-2-3-15,1 2-1 16,2-3-1-16,0-1 0 16,0-2 0-16,-2-3 1 15,-3-4-2-15,-3 0 1 16,-3-2 1-16,-5-6-2 0,0-5 0 15,0-2-1-15,-1 0 1 16,-9 0-2-16,-1-1 2 16,0 3-2-16,-4 3 1 15,2 2 0-15,0 2-1 16,1 5-1-16,1 1 0 16,3 0-2-16,3 0-15 0,4 2-84 15,1 3 45-15,0 2-16 16,6-3-77-16</inkml:trace>
  <inkml:trace contextRef="#ctx0" brushRef="#br0" timeOffset="54161.32">32318 12435 229 0,'0'0'42'0,"0"0"4"15,0 0 16-15,47 2-17 16,-34 2-7-16,4 6-11 0,-2-2-4 15,3 2-6-15,-3 1-5 16,-1 1-3-16,-1-1-5 16,-1-2-2-16,-2 0 0 15,-3-4-1-15,2-3 1 16,0-2-1-16,0-3 0 0,3-10 0 16,-1-6 1-16,3-3-2 15,-1-2 1-15,-1 0-1 16,-4 2-2-16,0 6-1 15,-3 5-17-15,-4 8-47 16,-1 3-88-16,0 0-54 0</inkml:trace>
  <inkml:trace contextRef="#ctx0" brushRef="#br0" timeOffset="54923.21">30053 13282 130 0,'0'0'115'0,"0"0"-72"16,-51-36 24-16,23 36-12 16,-4 2-22-16,0 12-9 0,0 9-6 15,4 1-3-15,6 1 0 16,6 1-5-16,8 0-3 16,6-1-2-16,2-1-2 15,9 0-1-15,11-4-1 16,9-4 0-16,9-8-1 0,5-3 0 15,5-5-1-15,-3 0-30 16,-2-8-35-16,-6-3-58 16,-9-2 14-16</inkml:trace>
  <inkml:trace contextRef="#ctx0" brushRef="#br0" timeOffset="55239.95">30147 13430 234 0,'0'0'38'0,"0"0"-4"16,-41-2 10-16,31 2-1 15,2 1-5-15,5 7-12 16,3-1-13-16,0 0-3 16,6 3-3-16,8-3-1 0,2 1-1 15,4-2-2-15,0-3-1 16,4-3-1-16,0 0 1 16,2 0-1-16,-6-5-1 15,0-4 1-15,-3-5-1 16,-5-2 1-16,-9 0-1 0,-3-1 0 15,0 3-1-15,-16 0 1 16,-9 4 0-16,-4 4 0 16,-4 3-1-16,-1 3 0 15,3 0-1-15,5 3-1 16,9 6-1-16,7-2-6 0,10 3-88 16,1-5-13-16,18-3-44 15</inkml:trace>
  <inkml:trace contextRef="#ctx0" brushRef="#br0" timeOffset="55485">30378 13366 278 0,'0'0'46'0,"0"0"0"16,0 0-35-16,0 0 23 16,0 0-1-16,27 41-5 15,-13-30 3-15,4-2-8 0,1-1-12 16,0 1-5-16,-2-3-3 15,-3-2-2-15,-3-3 0 16,-2-1 0-16,-3 0 0 16,1-10 3-16,-3-7-1 15,1-4 4-15,2-3 8 0,-1-5-9 16,4 2-6-16,-1 2-2 16,3 5-3-16,-2 4-24 15,-2 3-120-15</inkml:trace>
  <inkml:trace contextRef="#ctx0" brushRef="#br0" timeOffset="56438.37">30006 14452 253 0,'0'0'9'0,"0"0"21"16,-53-16 4-16,25 16 19 15,-1 2-31-15,-3 11 6 16,3 5-8-16,-2 4-4 0,8 3-9 16,1 2-3-16,7 2 0 15,5 0-3-15,8 0-1 16,2-4 1-16,5-3-1 15,12-4 1-15,2-2-1 0,8-8 0 16,2-1 1-16,4-7-3 16,0 0-45-16,0 0-58 15,-1-8-11-15</inkml:trace>
  <inkml:trace contextRef="#ctx0" brushRef="#br0" timeOffset="56780.87">30052 14644 231 0,'0'0'44'16,"0"0"1"-16,-42-3 18 16,34 3-17-16,0 7-12 15,4 0-14-15,4 3-8 0,0 0-7 16,10-1 1-16,7-1-2 16,2-2-1-16,5-2-1 15,0-1-1-15,0-2 0 16,-2-1-1-16,-2 0 0 15,-5-4 1-15,-4-5 1 0,-5 0-2 16,-5-4 0-16,-1 0 1 16,-4 2-2-16,-14 2 1 15,-3 2-1-15,-5 1 1 16,-2 4-1-16,1 0 1 16,3 2-2-16,5 0 1 0,6 0 0 15,10 0-1-15,3 6-2 16,3-1-12-16,15-1-45 15,5-1-37-15,5-1-3 16,3-2-95-16</inkml:trace>
  <inkml:trace contextRef="#ctx0" brushRef="#br0" timeOffset="57053.03">30255 14634 177 0,'0'0'62'16,"0"0"8"-16,0 0-10 15,0 0-32-15,0 0 4 16,0 0-9-16,47 14-6 0,-32-7-4 15,0 0-4-15,0 0-4 16,0 0-1-16,-3-2 0 16,-3 0-2-16,-1-2-1 15,-3-3-1-15,-1 0 1 16,-4 0 1-16,1-8 0 0,-1-4-1 16,1-6 0-16,1-2 1 15,1-2-1-15,1 0 0 16,3 1-1-16,0 5-1 15,2 6-3-15,3 3-21 16,-2 6-87-16,-2 0-61 0</inkml:trace>
  <inkml:trace contextRef="#ctx0" brushRef="#br0" timeOffset="58591.33">33168 12302 129 0,'0'0'1'0,"0"0"26"0,0 0-2 16,0 0-6-16,0 0 3 15,51-20 0-15,-16 13 4 0,12-1-4 16,10 0-6-16,11 1-4 16,7-1 3-16,2 3 0 15,-6 5-9-15,-4 0-4 16,-8 0-2-16,-15 0-19 16,-16 0-113-16</inkml:trace>
  <inkml:trace contextRef="#ctx0" brushRef="#br0" timeOffset="59161.1">33833 15586 108 0,'0'0'-26'0,"0"0"21"0,0 0 0 0,0 0 3 15,0 0-1-15,-49 15-36 16</inkml:trace>
  <inkml:trace contextRef="#ctx0" brushRef="#br0" timeOffset="59349.38">33638 15726 141 0,'0'0'52'16,"0"0"0"-16,0 0-19 15,0 0-3-15,63-21 9 16,-31 14-16-16,7 0-15 16,-3 2-6-16,-1-7-8 15,-11-7-172-15,-24-9 178 0,0-6 0 16,0-9 0-16</inkml:trace>
  <inkml:trace contextRef="#ctx0" brushRef="#br0" timeOffset="61189.48">30589 16115 254 0,'0'0'3'0,"0"0"17"0,0-3 13 0,-5-1 3 15,-2 1-8-15,-2-1-4 16,-3 0-7-16,-3-2-7 15,-3 5-4-15,-8 0-1 16,-2 1 2-16,-8 1 1 16,-5 11 3-16,-4 5-4 15,-2 5 0-15,1 6 0 0,4 3-3 16,6 1-2-16,8-1 0 16,12 0-2-16,12-7 1 15,3-4-1-15,23-4 0 16,12-7 1-16,14-2-1 15,7-2 2-15,6 2-2 16,-1 4 0-16,-4 5 0 0,-8 8 0 16,-12 6 1-16,-11 4-1 15,-13 6 1-15,-8 1-1 16,-5 0 0-16,-7-3 1 16,-10-2-1-16,-3-6 1 0,-6-6-1 15,-2-3 1-15,-2-8 0 16,1-4-1-16,-1-5 2 15,1-4-1-15,3 0 1 16,5-8-1-16,6-9 1 16,6-7 1-16,10-4 0 0,5-8-2 15,18-3 0-15,14-5 0 16,11 1-2-16,8 2 2 16,4 2-2-16,-2 9 2 15,-8 8-1-15,-7 11 2 16,-11 8-2-16,-10 3 2 0,-8 7-1 15,-4 8 1-15,-3 3-1 16,-1 2 8-16,-4 1 4 16,1-4-3-16,0 3-6 15,3-4-2-15,0-2-1 16,5-3 0-16,3-5-1 0,2-4 2 16,1-2-2-16,2-4 0 15,1-11 1-15,-3-2 0 16,-1-6-1-16,-5 0 0 15,-3 1 1-15,-3 2-2 16,-3 6 2-16,-2 5-1 0,0 5 1 16,0 4 7-16,3 4 0 15,1 13-6-15,3 9 3 16,2 8 3-16,3 8 0 16,-1 8-3-16,1 7-1 15,-4 5-1-15,0 1-2 16,-3-1 0-16,-5-2-1 0,0-6 2 15,-5-8-2-15,-8-8 0 16,-3-11 0-16,-8-13 0 16,2-7 1-16,0-7 0 15,-3-5 1-15,1-15-1 16,2-6 0-16,1-7 0 0,3-8-1 16,8-3 0-16,7-5 0 15,3 1-1-15,10 0 1 16,11 4-2-16,11 7-2 15,5 3-16-15,4 11-29 0,2 2-26 16,-2 8-16-16,-5-1-80 16</inkml:trace>
  <inkml:trace contextRef="#ctx0" brushRef="#br0" timeOffset="61893.88">31115 16436 332 0,'0'0'5'0,"0"0"18"0,0 0 24 16,0 0-34-16,0 0-7 15,0 0-1-15,47 24 3 16,-34-5-1-16,-2 2-5 15,-5-1 0-15,-2 1-1 0,-4-1 0 16,0-3 0-16,0-3-1 16,-6-2 1-16,1-7-1 15,-4-2 1-15,4-3-1 16,-1-4 1-16,2-10 1 16,2-6-2-16,2-3 2 0,0-1-2 15,0-2 0-15,6 4 2 16,1 3-2-16,0 4 0 15,2 6 3-15,2 6 4 16,2 3 3-16,3 0-5 16,2 7-1-16,-1 4 0 0,3 3-3 15,-5 1 1-15,-1 0-1 16,-2 1 1-16,-5-3-2 16,0 0 0-16,-3-2 2 15,-1-4-1-15,-3-1-2 16,0-3 2-16,0-2 1 0,0-1 0 15,-5 0-1-15,-2-4 0 16,1-6 0-16,0-1 0 16,0-2-1-16,0-3 1 15,3-2 2-15,-1 0 43 16,3 1-28-16,1 1-9 16,0 0-3-16,0 2-1 0,7 3-3 15,0 1 1-15,1 3-3 16,2 3 1-16,3 2-2 15,-1 2 2-15,2 0-2 16,0 3 2-16,1 7-1 16,-1 3 0-16,-1 2 1 0,1 4-1 15,-2-1 1-15,0 2-1 16,-2-1 0-16,0-3 0 16,-1 0 0-16,-2-2-11 15,-2-6-89-15,-1-3-42 16,-3-5-172-16</inkml:trace>
  <inkml:trace contextRef="#ctx0" brushRef="#br0" timeOffset="62707.08">31569 16418 384 0,'0'0'12'0,"0"0"44"0,0 0-24 0,0 0-21 16,0 0-3-16,0 0 7 15,38 22 7-15,-30-6-8 16,-2 3-3-16,-1-1-4 16,-1 0-4-16,-2-3-1 0,-1-1-1 15,-1-3-1-15,0-5 1 16,0 0-1-16,0-2 1 16,0-4-1-16,0-2 3 15,0-9-2-15,0-6-1 0,-1-6 0 16,1-1 0-16,0 1 0 15,0-1 0-15,0 3 0 16,6 5 0-16,1 7 1 16,2 5-2-16,5 4 1 15,2 2 1-15,1 10-2 0,3 6 1 16,-3 2 1-16,-1 1-2 16,-2 0 2-16,-3-2 0 15,-2-1-1-15,-2-4 0 16,-3-3 0-16,-2-3 0 15,1-2-1-15,-2-6 1 16,-1 0 0-16,0 0 2 0,0-9-2 16,0-5 1-16,0-4-1 15,0-3 0-15,0-1 0 16,0-2 0-16,0 0 0 16,5 2 0-16,2 7-1 0,-2 5 2 15,4 6-2-15,-2 4 1 16,2 4 0-16,-1 11 0 15,5 1-1-15,0 2 2 16,0 1-1-16,2-1 0 16,-1-1 0-16,1-3 1 0,0-4-1 15,1-2 0-15,1-4 0 16,0-2 1-16,3-2-1 16,-2 0 1-16,2-5-2 15,-2-8 3-15,0 0-2 16,0-4 0-16,-3-1 0 0,-2 0 1 15,-5 0-1-15,-5 2 0 16,-3 2 3-16,-4 5 3 16,-8 3 21-16,-4 3-20 15,-1 3-2-15,2 0 3 16,4 7-2-16,0 5 0 16,6 3-4-16,5-1-2 0,0 1 2 15,6-1-3-15,10-3 2 16,2-1-1-16,3-3 1 15,4-3-1-15,1-2-1 16,-4-2-10-16,-1 0-25 16,-1 0-42-16,-1-9-50 0,-4-6-171 15</inkml:trace>
  <inkml:trace contextRef="#ctx0" brushRef="#br0" timeOffset="63271.16">32423 16201 347 0,'0'0'80'0,"0"0"-75"15,0 0 12-15,-39-13-2 16,37 21-1-16,2 9 0 0,0 4-2 16,10 4 14-16,5 3-1 15,1 3-12-15,0 0-9 16,-1-1-2-16,-5 0-1 15,-4-3 0-15,-2-3-1 16,-4-4 0-16,0-5 1 0,0-4-2 16,0-6 1-16,-3-5 0 15,-1 0 2-15,1-12-1 16,-1-3 0-16,3-4-1 16,1-1 0-16,1 0 1 15,2 1-1-15,6 4 0 0,5 4 0 16,1 6 0-16,6 5 1 15,-1 0-1-15,3 9 1 16,0 8-1-16,-1 1 1 16,-1 3-1-16,-4-2 0 15,-2-1 0-15,-2-2 0 0,-3-5 0 16,-2-1 0-16,-2-4 0 16,-2-2 0-16,-1-4 0 15,1 0 0-15,-3-2 2 16,1-9-2-16,0-6 0 15,2-4 1-15,3 0-1 16,-1-2 1-16,4 0-1 0,4 4 6 16,-1 6 29-16,3 6-21 15,-3 7-8-15,5 2-5 16,-6 13 0-16,1 5-1 16,0 1 0-16,-2 1 1 0,1-1-1 15,-5-2 0-15,0-4-12 16,-3-3-83-16,-1-8-123 15</inkml:trace>
  <inkml:trace contextRef="#ctx0" brushRef="#br0" timeOffset="63423.72">32799 16196 444 0,'0'0'2'0,"-27"-44"2"0,23 32 6 15,4 6-3-15,0 6-5 0,2 0-3 16,10 10 0-16,1-2-27 16,2 2-211-16</inkml:trace>
  <inkml:trace contextRef="#ctx0" brushRef="#br0" timeOffset="63658.96">33217 16315 330 0,'0'0'99'0,"0"0"-64"16,-41-2 34-16,13 2 3 0,-4 7-21 15,0 7-16-15,3 10-6 16,3 4-6-16,8 5-7 16,8 0-8-16,10-1-4 15,3-2-1-15,21-6-2 16,14-7 0-16,15-7 0 0,10-8 0 15,5-2-2-15,-6-18-54 16,-8-14-125-16</inkml:trace>
  <inkml:trace contextRef="#ctx0" brushRef="#br0" timeOffset="64348.16">30087 17375 330 0,'0'0'-11'0,"0"0"26"0,0 0-8 0,0 0 6 16,74 4 43-16,-4-11-18 0,22-7 2 15,25-7 5-15,25-6-8 16,28-3-12-16,18-3-7 16,15 3-2-16,17-5 4 15,11 1-5-15,2 1 2 16,0 2 2-16,1 1 0 0,-14 3-4 15,-18 8-3-15,-18 3-5 16,-24 4-3-16,-27 2-4 16,-31 3 2-16,-22 0-2 15,-28 5 0-15,-26 0-2 16,-23 0-8-16,-14 2-37 16,-26-3-52-16,-20-8-125 0</inkml:trace>
  <inkml:trace contextRef="#ctx0" brushRef="#br0" timeOffset="64927.52">30205 17690 7 0,'0'0'257'0,"0"0"-251"0,0 0 10 0,0 0 22 0,-37 20-2 0,37-17-9 16,6-3 3-16,19 0 20 15,18-1-11-15,22-12-7 16,29-8-3-16,29-8 4 16,30-4-5-16,24-4-16 15,18-4 1-15,15 2 0 16,9 2-5-16,-3 1-4 0,-10 6-1 16,-14 3-1-16,-16 7-4 15,-20 6 5-15,-25 1-3 16,-20 3 0-16,-19 2-1 15,-20 1-5-15,-20 0-24 0,-17-2-19 16,-19 1-67-16,-14-7-68 16</inkml:trace>
  <inkml:trace contextRef="#ctx0" brushRef="#br0" timeOffset="84812.94">14619 5516 56 0,'0'0'-7'0,"0"-2"59"0,0-2-44 16,0-1 6-16,0 0 5 15,0 0 4-15,0-1-2 16,0-1-5-16,0 1-3 15,-2 0 1-15,-1-2-4 16,-1 1 2-16,1 0 1 0,-3 1 1 16,0-1-4-16,1 0-1 15,-2 0 1-15,0-2 0 16,-2 2-4-16,3 1 3 16,-4 1-1-16,0-2 3 15,1 2-1-15,0 1-1 16,-3 0-1-16,-1 0-5 0,-1 1 1 15,1 0 1-15,-3 0-3 16,1 1 2-16,-1 1-3 16,1 0 2-16,3 1 0 15,-1 0 0-15,4 0-2 0,-2 0 1 16,4 0-1-16,-1 0-1 16,-1 0 1-16,-1 3-1 15,1 2 0-15,1 0 1 16,-4 0-1-16,1 2 1 15,0 2-1-15,-4-1 1 0,2 2-1 16,-1 2 0-16,3-4 1 16,-1 5-1-16,1-2 1 15,2 2-1-15,0 0 0 16,0 0-1-16,1 2 0 16,3-1 2-16,-3 3-2 15,2 1 1-15,-1 0 0 0,3 1 1 16,-2 0-1-16,1 1 0 15,1 0 0-15,-1-1 0 16,1-4 0-16,3 2 0 16,-1-2 0-16,0-1 0 15,0 1 0-15,-2 2 0 0,4 0 1 16,-2 1-1-16,2 1 0 16,0 4 0-16,0 1 0 15,0-1 1-15,0 2-1 16,1 0 0-16,4-1 0 15,-1-1 0-15,0-2 1 16,2-1 0-16,0-2-1 0,1-1 1 16,-1 0 0-16,3-3 2 15,-2 1-2-15,2-1 1 16,0-1-2-16,1 0 2 16,2 1 0-16,-1-3-2 0,1 3 1 15,-1-1 0-15,2-2-1 16,-2 1 1-16,1-1 1 15,1-1-1-15,-4-3 1 16,2 3 0-16,0-3 0 16,-1-1 0-16,2-1 0 0,2 1 0 15,-3-1-1-15,3-1 0 16,1 0 1-16,-1-1 0 16,-1 1-2-16,0-1 2 15,1 0-1-15,-3 0 1 16,3-1-2-16,-3 1 2 15,1-3-2-15,2 3 0 0,2-3 1 16,0 0 0-16,-1 0 2 16,3 0-2-16,0-3 0 15,2-4 0-15,-1 3 0 16,0-5 1-16,-1 2-1 16,-2 0 1-16,-2 0-2 0,0 0 1 15,0 0 0-15,-3-2 1 16,1 4-1-16,-5-2 0 15,1 0 0-15,1-1 1 16,-2 1-1-16,0 0 0 16,-1-1 0-16,0-1-1 0,2 1 1 15,-5-1 0-15,3 2 0 16,-4 0 0-16,2-3-1 16,-1 4 1-16,1 1 1 15,0-3-2-15,0 4 1 16,-1-3 0-16,2 3 0 0,-3-2 0 15,1 1-1-15,1 0 1 16,0 0 0-16,0-1-1 16,-3 0 2-16,1 0-1 15,3 1 1-15,-5-2 0 16,2 0-1-16,0 0 0 0,-2-2 1 16,2 3-1-16,-2-1 1 15,0-4-1-15,1 4 2 16,-1-4-2-16,0 2 0 15,0-2 0-15,0-1 0 16,0 4-1-16,0-2 2 0,0 1-1 16,0-1 1-16,0 3-2 15,0-1 0-15,0-1 2 16,0 2-3-16,0-2 2 16,0 1 0-16,0-2 0 15,0 0-2-15,0-1 2 0,0 1-1 16,1-2 0-16,0 1 0 15,-1 1 0-15,0 0-1 16,0-1 2-16,0 2-1 16,0-2 1-16,0 2-1 15,0 0 1-15,-3 1-1 0,1 0 1 16,-2-1 0-16,-1 2-1 16,2 0 1-16,1 0-1 15,0-3 0-15,-4 0 1 16,3 0 0-16,1-1 0 15,-2-2-2-15,-2 2 2 16,0-1-1-16,2 1 0 0,0 1 0 16,-1 1 1-16,-1 2-1 15,1 0-1-15,-2 0 2 16,0 3-1-16,1-3 0 16,-1 2 0-16,0 0 0 15,1-1 0-15,-1-1 0 0,0 1 0 16,1-1 1-16,-2 0-1 15,0 0 0-15,1-1 0 16,-3-1 1-16,2-1-2 16,-1-1 1-16,-2 2 1 0,-2-4-1 15,2 1 2-15,-1 0-2 16,-4 1 1-16,4 1 0 16,0 0 0-16,-1 4 0 15,1 1-1-15,1 0 0 16,-2 1 1-16,0 3-1 15,0-2-1-15,1 1 0 0,1 1 0 16,0-2-1-16,3-1 0 16,6-6-19-16,-2-10-60 15,0-17-128-15</inkml:trace>
  <inkml:trace contextRef="#ctx0" brushRef="#br0" timeOffset="87813.64">16179 5510 37 0,'0'0'24'0,"0"-1"10"0,0 1-5 16,0-2-4-16,0-1-8 16,0 2-1-16,0-2-7 0,0 2 3 15,0-1-3-15,0-2 1 16,0 4-4-16,0 0-3 16,0 0-2-16,0 0-1 15,0 0 0-15,0 0 0 16,0 0 2-16,0 0-2 0,2 0 0 15,0 0 1-15,-2 0-1 16,3 0 1-16,-3 0 1 16,2 0 1-16,0 0 1 15,-1 3 3-15,1-2-1 16,1 1 3-16,0-1-2 0,2-1-2 16,-2 3-1-16,2-1-1 15,0 2-1-15,0-3 0 16,1 5 0-16,-1-2 0 15,3 0 1-15,-1 1-1 16,0 0 1-16,1 1-1 16,1-2 1-16,3 1 2 0,-5-1 4 15,2 0 0-15,0 0-4 16,-2-1 0-16,1 0 0 16,-2 0-2-16,-1-2 0 15,2 2 0-15,-5-3 0 0,3 3 1 16,-3-2 0-16,0-1 0 15,0 3-1-15,-1-3 0 16,1 1-1-16,-2 1 0 16,1-1 0-16,0 0 0 15,1 1-1-15,-2 0 0 0,4-1 0 16,0 2-1-16,0 0 1 16,4 0 1-16,1 2 0 15,5 1-1-15,-1 0 0 16,1 1 0-16,1 1 1 15,1 1-2-15,-1 2 0 0,1-2 0 16,-3 3 0-16,-2-3 0 16,1 2 1-16,-5-1-1 15,1-1 0-15,-1-1 1 16,2 1-1-16,-4-2 0 16,1 0 0-16,-1 0 1 15,4-2-1-15,-5 0 0 0,3 1 1 16,-1-2-1-16,-1-4 0 15,1 2 1-15,4-1-1 16,-4 0 1-16,-1 1 0 16,1-1-1-16,-2-1 0 0,0 2 0 15,0 0 0-15,-2 1 0 16,0 1 0-16,-2-1 1 16,1 0-1-16,1 0 2 15,-1 3-4-15,0-2 2 16,-1-1 2-16,0 1-2 15,0-1 0-15,0 0 1 0,2-2-4 16,0 2 1-16,-2 0-35 16,0-3-35-16,0 0-10 15,0-3-95-15</inkml:trace>
  <inkml:trace contextRef="#ctx0" brushRef="#br0" timeOffset="88210.26">16684 5679 170 0,'0'0'16'0,"0"0"32"16,0 0-28-16,0 0-15 15,0 0-2-15,0 0 2 16,0 0 8-16,0 0 2 0,0 0-6 15,0 0-1-15,16 41-1 16,-7-32 4-16,-2 1-3 16,3-2 0-16,-4 0-5 15,2 1-1-15,-1-3 1 16,-1 0 0-16,-3-1 1 0,0 2-2 16,0-4 0-16,-3 0-1 15,0 2 1-15,0-1 1 16,0-1 4-16,-5 1 6 15,-6 1 8-15,-5 1-4 16,-1 1-14-16,-8 3-1 0,0 1-1 16,-2 2-4-16,1 2-4 15,4-4-47-15,0-8-74 16</inkml:trace>
  <inkml:trace contextRef="#ctx0" brushRef="#br0" timeOffset="89229.32">17336 5922 69 0,'0'0'6'0,"0"0"26"0,0 0-5 16,0 0-1-16,0 0 1 15,0 0-10-15,0 0-4 16,0 0-8-16,0 0-4 0,0 0 1 15,0 0 1-15,0 0 0 16,0 0 0-16,24 17 0 16,-5-4-1-16,5 2-1 15,3 2 0-15,5 2-1 16,3 2 7-16,3 2 17 0,1 1 3 16,-2 2-7-16,1-1-9 15,-2 1-5-15,-1-2-3 16,-1-1-1-16,-2-2 1 15,-5-5 0-15,2-2 1 16,-2-4 1-16,-1-2 3 0,-3-1 0 16,-3-2 1-16,0 0-1 15,-2-2-3-15,-7 1-2 16,-2-1-1-16,0 0 2 16,-6 0-1-16,1 0-1 15,-2-3-1-15,-2 3 0 16,0-2 0-16,0-1 1 0,0 0-1 15,0 0 1-15,0 0 0 16,0 0 0-16,0 2-1 16,0-1-1-16,0 0-1 15,0 2 0-15,2 1-6 16,-2-1-34-16,0-1-39 0,0-2-46 16</inkml:trace>
  <inkml:trace contextRef="#ctx0" brushRef="#br0" timeOffset="89711.31">17983 6145 75 0,'0'0'27'0,"0"0"18"0,0 0-13 0,0 0 2 0,0 0-8 16,0 0 5-16,0 0-15 15,0 0-14-15,0 0 1 16,0 0 1-16,0 0 3 15,27 25 1-15,-16-10 2 0,-1 2 0 16,2-1-4-16,-2 1-1 16,-1-2 0-16,1-2-1 15,-5-3-1-15,1 1 1 16,-4-4 0-16,0-1 0 16,-2 0 0-16,0-2 1 0,-2 0 1 15,-8 0 30-15,-4 1-14 16,-4 2-13-16,-7-3-3 15,-2 3-3-15,-2 0-2 16,-2-2 2-16,4 2-1 16,6-3-6-16,4 0-2 0,4-1-2 15,4-3-60-15,4 0-72 16</inkml:trace>
  <inkml:trace contextRef="#ctx0" brushRef="#br0" timeOffset="91380.16">19889 5408 217 0,'-20'-13'7'0,"-3"5"28"0,-3 5-10 16,-3 3-3-16,-4 0 2 15,0 11 1-15,2 5-5 16,5 2-9-16,3 5-3 16,7 0-4-16,7 1 2 0,7-3-2 15,2-2-1-15,9-5-1 16,9-6 0-16,7-6 0 15,5-2-1-15,1-10 1 16,4-9-1-16,-5-2 1 16,-3-3-1-16,-6 0-1 0,-3 1-1 15,-5 6-2-15,-6 1 0 16,-2 9 3-16,-3 4 1 16,-2 3 1-16,2 10-4 15,-2 10 2-15,3 10 2 16,1 8 7-16,0 8-5 0,1 6 4 15,0 8-4-15,-1 2-1 16,-4 1-1-16,0-3 0 16,0-8-3-16,-2-8 1 15,-8-8 0-15,-2-11 1 0,-1-6 0 16,-2-8 1-16,-3 0 0 16,-3-8 1-16,0-1-1 15,-4-2-2-15,4 0 1 16,2-12-1-16,3-8 1 15,6-5 0-15,7-5 0 16,3-2 1-16,8-3-2 0,13 1 1 16,6 3-1-16,2 7 0 15,4 3 0-15,1 8 1 16,-3 4-2-16,-2 8 1 16,-3 1 0-16,-5 6-1 15,-2 6 1-15,-3 5-1 0,-4 0 2 16,-1 3-1-16,-3-1 0 15,-2-1 1-15,-3 1-2 16,-1-4 2-16,0-2-1 16,-2-3-1-16,0-3 0 15,0-4 0-15,0-3 1 0,-2 0 1 16,-3-8 0-16,1-5-1 16,-1-6 0-16,2-1 0 15,3 0 0-15,0-1 1 16,2 3-1-16,8 5 1 15,-1 2 1-15,3 6-1 16,1 3-1-16,0 2 0 0,3 0-1 16,-1 9 1-16,1 0 0 15,-1 4 0-15,-1-1 0 16,1 1-2-16,-1-2-35 16,-1-2-49-16,-2-2-39 0,3-4-97 15</inkml:trace>
  <inkml:trace contextRef="#ctx0" brushRef="#br0" timeOffset="91801.32">20379 5736 311 0,'0'0'8'0,"-39"0"25"0,19 0-17 15,-2 7-6-15,2 7-1 16,4 2 4-16,2 2-3 0,5 1-8 15,6-1 0 1,4-1-2-16,2-3 0 0,10-2-1 16,5-8 2-16,5-4-1 15,2-2 0-15,2-13 0 16,0-5 1-16,-2-2 1 16,-6-6-2-16,-1-3 0 0,-9-3-1 15,-3-4-3-15,-6-5 1 16,0 3-3-16,-9-1-1 15,-9 3 2-15,0 5 4 16,-2 6 13-16,-2 6 6 16,5 7 5-16,0 6 9 0,6 8-6 15,3 0-11-15,6 12-12 16,2 9 1-16,4 5-3 16,7 5 3-16,6 3-3 15,3 3 0-15,1-1-1 16,2-1 1-16,0-2-1 0,0-3-2 15,-3-4-19-15,-2-3-36 16,0-6-37-16,-3-7-65 16</inkml:trace>
  <inkml:trace contextRef="#ctx0" brushRef="#br0" timeOffset="92017.96">20569 5730 330 0,'0'0'9'0,"0"0"33"16,0 0-24-16,0 0-15 0,0 0 3 16,0 0-1-16,0 0 1 15,0 0-2-15,0 0-2 16,38 43-1-16,-24-30-1 16,-2-4 0-16,-1 0-1 15,-3-3 0-15,0-2-4 0,-5-2-17 16,-2-2-49-16,-1 0-39 15,0-2-28-15</inkml:trace>
  <inkml:trace contextRef="#ctx0" brushRef="#br0" timeOffset="92189.09">20523 5611 302 0,'0'0'5'16,"0"0"-1"-16,0 0-3 0,0 0-3 16,0 0 0-16,0 0-44 15,0 0-70-15</inkml:trace>
  <inkml:trace contextRef="#ctx0" brushRef="#br0" timeOffset="92594.31">20694 5698 291 0,'0'0'7'15,"0"0"2"-15,0 0-3 0,0 0 1 16,37 5-1-16,-28 1 1 16,1 1-3-16,-2 2-1 15,-2 1-1-15,1-2 1 16,-6 3-2-16,2-2 1 15,-3-2-1-15,0 0 0 0,0-3 0 16,0-3 0-16,-3-1 1 16,2 0 3-16,-3-1-3 15,1-10-2-15,2 1 0 16,1-3 0-16,0-4-1 16,6 2 4-16,3-3-2 0,4 0 2 15,2 4 11-15,0 1 8 16,1 3-11-16,-3 9 0 15,3 1-6-15,-1 0-3 16,-2 11-1-16,1 3 0 16,-3 2 0-16,1 1 0 0,-3 0 0 15,-1-3-1-15,-5 3-1 16,-2-4-2-16,-1-3-38 16,0-3-120-16</inkml:trace>
  <inkml:trace contextRef="#ctx0" brushRef="#br0" timeOffset="92811.27">20828 5482 243 0,'0'0'43'0,"0"0"-32"0,0 0 13 0,0 0-20 16,0 0-4-16,0 0-1 15,0 0 1-15,0 0-4 16,0 0-27-16,42 25-96 0</inkml:trace>
  <inkml:trace contextRef="#ctx0" brushRef="#br0" timeOffset="96479.34">21626 5318 37 0,'0'0'54'0,"0"0"-50"16,0 0-4-16,0 3 0 16,0 0 1-16,-1 0 0 15,0 0-1-15,0-2 2 16,1-1-2-16,0 0 0 16,0 0 0-16,0 0 1 0,0 0 0 15,1 0-1-15,1 0 1 16,1-4-1-16,-2 0 0 15,-1 1 1-15,1 0 0 16,-1 1 9-16,3 1 10 0,-3 0-6 16,0 1-8-16,0 0 0 15,0 0-6-15,0 0-1 16,0 0 2-16,0 0-53 16</inkml:trace>
  <inkml:trace contextRef="#ctx0" brushRef="#br0" timeOffset="99436.97">20935 5516 29 0,'0'-3'23'0,"2"0"-13"15,2 2-3-15,3-3 0 16,-2 2 20-16,2-2-14 0,-2 2-4 16,1-2-1-16,0 3-3 15,-3 1-1-15,3 0 1 16,-1 0-1-16,-2 0-1 16,0 0 2-16,2 0 2 15,-3 0 2-15,-1 0-4 0,1 0-2 16,0 3-1-16,0-1-2 15,-2 1 0-15,0 0 0 16,0-2-5-16,0-1-139 16</inkml:trace>
  <inkml:trace contextRef="#ctx0" brushRef="#br0" timeOffset="100980.09">21052 5513 86 0,'4'-3'40'0,"0"0"-5"0,-2 0-14 15,0 2-3-15,0-2 1 16,1 2 3-16,-3-1-1 16,2 0-8-16,0 0-3 0,-2-1 0 15,0 1 1-15,0-1 1 16,0 0-4-16,0 0 1 16,-4 1 0-16,-4 1-3 15,-1 1-1-15,-5 0 3 16,1 0 5-16,-5 4 4 15,2 6-3-15,-2 4-4 0,3 2-1 16,3 4-3-16,6 0-1 16,4 1-1-16,2 2-3 15,8-2 0-15,6-4-1 16,4-4 1-16,4-3 0 16,0-7 0-16,0-3-1 0,-2-2 2 15,1-9-1-15,-8-5 0 16,1-2 0-16,-7-3 0 15,-4-2 1-15,-2-4-1 16,-1-2 0-16,-2-2 0 16,-10-3 0-16,-2 1 1 0,-3 1-2 15,-1 2 2-15,-6 3-1 16,1 3 3-16,3 7 27 16,2 4-13-16,3 6-5 15,5 4-2-15,6 3 0 16,4 5-11-16,0 9-1 0,10 4 1 15,7 3 0-15,4 1 1 16,3 3-2-16,4 0 2 16,-1 0-1-16,0-1-1 15,0 2 0-15,-5-4-2 16,-2-2-47-16,-4-3-45 0,-5-5-63 16</inkml:trace>
  <inkml:trace contextRef="#ctx0" brushRef="#br0" timeOffset="101470.46">21286 5426 201 0,'0'0'12'0,"0"0"42"0,0 0-2 0,0 0 3 16,0 0-3-16,-36-28-12 16,31 25-7-16,2 3-10 15,2 0-16-15,1 0-6 16,0 3 0-16,0 4-2 0,2 6 1 16,7-2 1-16,2 2-1 15,3 0 0-15,-1-2 0 16,5-2 1-16,-2-4-1 15,2-1 0-15,0-4 0 0,-3 0-1 16,-4-6 0-16,-1-6 1 16,-1-2-1-16,-5-2 0 15,0 0-1-15,-4 1 2 16,0 2 2-16,0 3-2 16,-4 0 0-16,-1 3 3 0,-1 3 0 15,2 1 3-15,4 3 29 16,0 0-24-16,0 0-11 15,4 7-1-15,6 3 2 16,3 2-1-16,2-1 1 16,2 0-2-16,1 0 2 15,1-3-1-15,2-1-2 0,-2-1-10 16,3-5-63-16,-5-1-62 16,-2 0-11-16</inkml:trace>
  <inkml:trace contextRef="#ctx0" brushRef="#br0" timeOffset="102140.45">21692 5323 188 0,'0'0'13'0,"0"0"43"0,0 0-9 15,0 0 2-15,0 0 6 16,-47-19-10-16,27 19-9 15,-2 0-14-15,2 3-10 16,-3 4-2-16,3 0-4 16,5 4-1-16,1 2-2 0,4 0-1 15,5 0-3-15,3 1 1 16,2 0 0-16,2-2 1 16,7-2-2-16,7-3 1 15,3-3 0-15,0-4 0 16,3 0 0-16,-3-6 0 0,2-4 0 15,-8-4 0-15,-1 0 0 16,-5 1 0-16,-3 3 1 16,-3 2 0-16,-1 1-1 15,0 1 1-15,-1 3-1 16,-3-1 2-16,1 4-1 16,-1-1 0-16,3 1 2 0,1 0 0 15,0 0-6-15,7 4 3 16,4 3 0-16,5-1 1 15,0-1-1-15,6 1 2 16,-1-3-4-16,1 0 2 16,-4-3 0-16,1 0 0 0,-1-2 0 15,-2-9 2-15,-2-5-2 16,2-8 1-16,-3-7 0 16,0-6-1-16,-2-7 1 15,0-2-1-15,-5-4 0 16,-6 4-1-16,0 3 0 0,-10 3 1 15,-8 9-1-15,-6 10 1 16,1 7 1-16,-1 9-1 16,3 5 3-16,4 19-2 15,7 8 0-15,7 8 1 16,3 7 0-16,10 3-1 16,9-2 1-16,8-1 0 0,6-5-2 15,2-4 1-15,1-2 0 16,-2-7-1-16,-5-7-30 15,-4-5-131-15</inkml:trace>
  <inkml:trace contextRef="#ctx0" brushRef="#br0" timeOffset="102961.88">20356 6321 378 0,'-6'-6'3'0,"4"5"9"0,2 1-9 15,8 11-3-15,9 6 0 16,6 5 2-16,4 2 1 15,2 1 3-15,3 1 0 16,3 1-3-16,-2-4-2 16,-3-2 0-16,-5-4-1 0,-6-6 1 15,-7-6 0-15,-3-5 0 16,-3-3 8-16,-3-13 14 16,-1-6 12-16,-2-8-24 15,0-6 0-15,0-1-3 16,-2-3-4-16,-7 2-3 15,4 6 0-15,-1 7-1 0,1 7 0 16,5 8-1-16,0 6-1 16,3 4-34-16,10 0-72 15,3 3 11-15,2 0-62 16</inkml:trace>
  <inkml:trace contextRef="#ctx0" brushRef="#br0" timeOffset="103827.14">20971 6300 215 0,'0'0'9'0,"0"0"39"16,0 0-14-16,0 0 6 15,-50-29 10-15,35 26-15 16,-5 2-12-16,0 1-1 0,-1 0-7 15,1 6-6-15,3 7-1 16,-2 1-5-16,7 4-2 16,4 5-1-16,2-2 0 15,6 2-1-15,0 0 1 16,4-2 0-16,6-4 0 0,5-3-1 16,1-4 1-16,2-7-1 15,1-3 1-15,2-3-1 16,-5-8 1-16,0-7-1 15,-4-1 1-15,-3 0 1 16,-6 1-1-16,-3 1 1 0,0 5 0 16,0 1 0-16,-3 0 2 15,-3 4 1-15,1 0 6 16,-3 2 12-16,3 3 0 16,2 0-7-16,3 2-7 15,0 0-9-15,0 7-1 0,2 3 1 16,8 0 0-16,1 2 1 15,7-1 0-15,0 0 1 16,4-1-2-16,1-3 1 16,-2 0 0-16,-2-3-1 15,1-2-1-15,-5-2-2 0,-3 0 0 16,-3-10 2-16,-1-4 2 16,-3-3 0-16,-2-2 0 15,1 1 0-15,-4 0 1 16,0 1-1-16,0 2 1 15,0 5-1-15,-5 0 0 16,5 6 1-16,0 1-1 0,0 3 0 16,5 0-1-16,3 3 0 15,4 7 0-15,1 0 1 16,2 1 0-16,1-1 0 16,0 2 0-16,0-4 0 15,1 2 0-15,-2-3 0 0,-2-1 0 16,1-2 0-16,-4-4 0 15,-1 0 0-15,0-3 0 16,0-7 1-16,-4-4 0 16,3-3-1-16,-4 1 0 0,-3-1 1 15,0 3-1-15,-1 2 1 16,0 2 0-16,0 3 0 16,0 5 1-16,0 1 0 15,0 1-1-15,0 0-2 16,6 7 0-16,3 4 1 0,1 0 0 15,4 2 0-15,2 0 0 16,1-2 0-16,1-1-1 16,1-4 1-16,-2 0-5 15,-1-6-71-15,-3 0-67 16,-3-6-33-16</inkml:trace>
  <inkml:trace contextRef="#ctx0" brushRef="#br0" timeOffset="104008.27">21328 6088 222 0,'0'0'109'0,"0"0"-107"0,0 0 11 16,0 0-8-16,0 0-5 16,0 0-1-16,0 0-7 15,0 0-76-15,0 0-141 16</inkml:trace>
  <inkml:trace contextRef="#ctx0" brushRef="#br0" timeOffset="104488.43">21669 6081 277 0,'0'0'7'15,"0"0"43"-15,0 0-8 16,-46 0 7-16,31 0-11 16,1 0-6-16,-1 3-14 0,-1 3-11 15,2 1-3-15,3 5-3 16,1 0 0-16,5 2-1 16,0 1 0-16,4 1 0 15,1 1-1-15,0-1 1 0,6 1 1 16,3-4-1-16,6-1-2 15,-1-4 2-15,4-5-2 16,-3-3-3-16,1 0 2 16,-3-10 0-16,-2-5 3 15,-4 1 1-15,-3-3-1 0,-4 0 1 16,0 3 0-16,0-1 0 16,-6 3 1-16,-2 2 2 15,1 0 4-15,0 3 12 16,2 3 20-16,3-1-22 15,0 5-5-15,2 0-10 0,0 0-5 16,0 5 1-16,8 3 0 16,6 1 1-16,6 2 0 15,2-1 0-15,4 0 0 16,0-2-1-16,0 0-6 16,0-3-43-16,-4 1-12 0,-4-5-87 15,-3-1 18-15</inkml:trace>
  <inkml:trace contextRef="#ctx0" brushRef="#br0" timeOffset="104926">21835 6109 256 0,'0'0'11'0,"0"0"48"0,0 0-16 15,0 0-2-15,0 0-15 16,0 0-9-16,0 0-13 0,0 0-4 15,0 0 1-15,0 0 1 16,43 2-2-16,-31 12 0 16,0 0 0-16,-3-1 2 15,-1 1-2-15,-2-2-2 16,-3-4 0-16,-2 1 0 16,-1-5 0-16,0-4 1 0,0 0 1 15,0-3 2-15,-2-10-1 16,-2-2 0-16,-2-1-1 15,3-3 1-15,0 2 3 16,1 1-3-16,2 6 2 16,0 0 0-16,0 3 0 0,0 1 0 15,6 4-1-15,6-2 2 16,1 4-4-16,3 0 1 16,3 0-1-16,0 2 0 15,1 3 0-15,0 2 0 16,0 3 0-16,1-1-1 0,-4-1-6 15,0 0-118-15,-2-3-15 16</inkml:trace>
  <inkml:trace contextRef="#ctx0" brushRef="#br0" timeOffset="105551.86">22234 5973 227 0,'0'0'98'0,"0"0"-49"0,0 0 18 16,-50-27-26-16,37 27-15 15,-1 3-10-15,3 8-4 16,1 5-6-16,7 1-3 16,1 1-2-16,2 2 0 15,3-1 0-15,11 1-1 16,3-4 0-16,6-3 0 0,0-2 2 15,6-6-2-15,2-5 0 16,-1 0 0-16,5-8 0 16,-3-8-5-16,0-4 0 15,-4-1 2-15,-5 0 2 16,-4-1 1-16,-7 1 1 0,-6 2-1 16,-6 1 1-16,0 5 0 15,-6-1 1-15,-5 5 2 16,-6 1 1-16,1 5 6 15,-3 1-1-15,2 2-1 0,3 3-5 16,5 10-3-16,0 2-1 16,7 3 0-16,2 1-1 15,0-1 1-15,11-1 0 16,4-3 0-16,4-3 0 16,3-3 0-16,2-3 1 0,1-5-1 15,1 0 1-15,0-7-1 16,-1-10 1-16,0-4 1 15,0-5-1-15,-2-2 0 16,0 1 0-16,0 0 1 16,0 4-1-16,2 3-1 0,-1 10 1 15,-2 5-1-15,0 5 2 16,-1 0-2-16,-4 8 1 16,-3 8 0-16,-5 2 1 15,-4 2-1-15,-5 0 1 16,-3-1-1-16,-14 0 1 15,-8-1-1-15,-11-1-2 0,-7-2-1 16,-3-5-14-16,0-7-147 16</inkml:trace>
  <inkml:trace contextRef="#ctx0" brushRef="#br0" timeOffset="148471.16">16928 6751 28 0,'0'-1'24'0,"0"1"-6"16,0 0-11-16,0 0-2 15,0 0-4-15,0 0 1 0,0 0 22 16,0 0-18-16,0 0-6 15,0 0 0-15,0 0 0 16,0 0 2-16,0 0 0 16,0 0 0-16,0 0 1 15,0 0 5-15,0 0 1 0,0 0 1 16,0 0-7-16,0 0-2 16,4 0 1-16,1 0 1 15,5 0 4-15,5 0 4 16,3 0 7-16,6 0 3 15,4-4-7-15,6-2-4 0,2 0 3 16,5-3-2-16,1 1-1 16,2 0-4-16,-1 1-3 15,-3 0-1-15,-7 2 0 16,-3 3-1-16,-2 0-1 16,-5 2 0-16,-6 0 0 0,-2 0 0 15,-3 0 0-15,-4 0 1 16,-2 0-1-16,-3 0 0 15,1 0 0-15,-4 0 1 16,2 0-1-16,-2 0 0 16,0 0-1-16,0 2 0 0,0-2-17 15,0 0-51-15,-2 0-111 16</inkml:trace>
  <inkml:trace contextRef="#ctx0" brushRef="#br0" timeOffset="149032.7">16947 6892 29 0,'0'0'15'0,"0"0"-11"16,0 0-2-16,0 0 6 0,0 0 5 16,0 0 6-16,0 0 5 15,0 0-3-15,0 0-2 16,41 7 19-16,-23-7-6 15,9 0-6-15,8 0-7 16,0-7-3-16,6 0-4 16,0-2-5-16,-2 1-4 0,0 1 0 15,-7 2-2-15,-1 0 3 16,-9 1-4-16,0 2 1 16,-4 1 0-16,-7-1-1 15,-2 2 0-15,-2 0 1 16,-2 0-1-16,-1 0-1 0,-4 0-1 15,0 3-9-15,0-3-65 16,0 0-152-16</inkml:trace>
  <inkml:trace contextRef="#ctx0" brushRef="#br0" timeOffset="158968.18">18300 6178 13 0,'0'0'18'0,"0"0"1"16,0 0 3-16,0 0 8 0,0 0-4 16,0 0-4-16,0 0-1 15,0 0-1-15,0 0-1 16,0 0-6-16,0 0-5 15,0 0-11-15,0 0 2 16,0 0 2-16,25-26 2 16,1 26 3-16,6 0 14 0,4 0 8 15,3-2-16-15,4 0-5 16,-3-2-3-16,0-1-2 16,-1 1 0-16,-5 1-1 15,-3-1-1-15,-5 1 2 16,-6 0-1-16,-4 2-1 0,-5-2 0 15,-6 3 1-15,-2 0-1 16,-2 0-1-16,-1 0 0 16,0 4-3-16,-7 2-8 15,-4-1-60-15,-3-3-86 0</inkml:trace>
  <inkml:trace contextRef="#ctx0" brushRef="#br0" timeOffset="159389.04">18354 6267 66 0,'0'0'12'0,"0"0"-4"0,0 0-2 15,0 0 4-15,0 0 1 0,0 0 9 16,0 0-2-16,0 0 9 16,0 0-1-16,0 0-6 15,-28 16-13-15,39-16-10 16,10 0 10-16,2 0 1 15,7-2 10-15,6-3 5 0,4 0-6 16,-1 1-6-16,-1 0-3 16,0 0-3-16,-1-1-3 15,-5 1 1-15,-1 1-2 16,-6-1 0-16,-1 3-1 16,-3-1 1-16,-8 1-3 15,-5-2-4-15,-6 0-82 0,-2-4-126 16</inkml:trace>
  <inkml:trace contextRef="#ctx0" brushRef="#br0" timeOffset="206587.16">11512 4723 122 0,'0'0'77'0,"0"0"-61"0,0 0 20 15,0 0-15-15,0 0-11 16,0 0-8-16,0 0-2 16,0 0 0-16,0 0 1 15,0 0 0-15,0 0 2 0,0 0-1 16,20 49 2-16,-4-27 2 16,2 5 1-16,4 0 2 15,0 2-3-15,-1-1 1 16,0-1-2-16,0-4 0 15,-3-2 0-15,-5-4-2 16,0 0-2-16,-3-5-2 0,-4-3-15 16,-2-1-24-16,-1-5-11 15,-1-3-18-15,-2 0-75 16</inkml:trace>
  <inkml:trace contextRef="#ctx0" brushRef="#br0" timeOffset="206878.21">11764 4706 165 0,'0'0'7'15,"0"0"27"-15,0 0 7 16,0 0-19-16,0 0-14 0,0 0-6 15,-41-7 0 1,22 29-1-16,-7 4 0 0,-2 7 1 16,-1 1-1-16,-2 2 1 15,-2-1-4-15,3-3 5 16,3-4-4-16,6-3 1 16,1-6 0-16,6-3-11 15,5-4-9-15,4 0-20 0,3-7-14 16,2-2-64-16</inkml:trace>
  <inkml:trace contextRef="#ctx0" brushRef="#br0" timeOffset="207137.58">11695 4953 222 0,'0'0'9'16,"0"0"-4"-16,0 0 1 16,0 0 4-16,3 39 19 15,-3-21-5-15,0 2-14 16,0 3-6-16,2 1-2 16,0 3-1-16,0-1 0 0,1-1-1 15,3-1-24-15,-4-4-61 16</inkml:trace>
  <inkml:trace contextRef="#ctx0" brushRef="#br0" timeOffset="207824.13">12093 4706 109 0,'0'0'30'0,"0"0"16"0,0 0-26 0,0 0-14 16,0 0-3-16,49 7 1 16,-29 10 2-16,5 5 1 0,0 5-1 15,1 4-1-15,1 3 1 16,0 1-2-16,0-5-2 15,-4-4-1-15,-2-6 1 16,-2-5-2-16,-1-6 0 16,-8-3-10-16,-1-5-28 15,-6-1-90-15</inkml:trace>
  <inkml:trace contextRef="#ctx0" brushRef="#br0" timeOffset="208059.2">12363 4634 302 0,'0'0'6'0,"0"0"10"0,0 0-10 15,-46 54-4-15,26-16 1 16,-3 6 0-16,-1 7-2 15,-3 2 0-15,-2-2-1 16,0-1-20-16,-1-8-84 16</inkml:trace>
  <inkml:trace contextRef="#ctx0" brushRef="#br0" timeOffset="208698.29">11781 5076 170 0,'0'0'10'0,"0"0"53"0,0 0 2 0,0 0-26 16,0 0-19-16,0 0-19 15,0 0-1-15,0 0 2 0,2 41 5 16,0-11-1-16,0 2-3 15,-2 2 0-15,2-2-2 16,-2-4-1-16,0-5-7 16,0-9-50-16,0-7-81 15</inkml:trace>
  <inkml:trace contextRef="#ctx0" brushRef="#br0" timeOffset="209298.53">12442 4989 191 0,'0'0'13'0,"0"0"35"0,0 0 3 0,0 0-15 15,0 0-24-15,0 0-9 16,49-30-3-16,-33 30 1 15,2 9-1-15,-5 5 0 16,-4 3 0-16,-2 4 1 16,-7 2-1-16,0 4 1 0,-7 1 1 15,-2-2-1-15,-4-3 0 16,1-2-1-16,3-5 0 16,1-4 0-16,3-3 2 15,5-4-2-15,0 1-2 16,1-4 2-16,12-2 2 15,5 0-2-15,4 0 0 0,5 0 0 16,1-2-17-16,0-8-67 16,-1 1-42-16</inkml:trace>
  <inkml:trace contextRef="#ctx0" brushRef="#br0" timeOffset="209674.91">12775 4685 279 0,'0'0'5'0,"0"0"9"0,0 0 0 15,0 0-13-15,0 0 1 16,40 20-2-16,-22-2 1 0,4 6 1 16,-1-1-1-16,5-1 1 15,-1-1-1-15,2-2 0 16,-3-3 0-16,0-3 1 15,1-3-2-15,-4-2 1 0,-4-2-1 16,-5 0-12-16,-4-4-91 16,-3-2-108-16</inkml:trace>
  <inkml:trace contextRef="#ctx0" brushRef="#br0" timeOffset="209951.42">12996 4627 228 0,'0'0'3'16,"0"0"23"-16,0 0 37 15,0 0-33-15,0 0-21 16,-42 1-8-16,33 23 2 15,2 6-1-15,-2 8 0 0,-3 5 0 16,0 4-1-16,-1 1 0 16,-2-1 0-16,0-6-3 15,2-7-49-15,2-8-41 16,2-9-28-16</inkml:trace>
  <inkml:trace contextRef="#ctx0" brushRef="#br0" timeOffset="210814.19">13161 4966 187 0,'0'0'14'0,"0"0"27"0,0 0-13 15,0 0-14-15,0 0-9 16,0 0-3-16,16-42 0 0,-2 34 2 16,2 3-2-16,6-1 2 15,-5 3-3-15,4 1-1 16,-4 2 1-16,-3 0-1 15,-1 0 0-15,-6 5 0 16,0 2 0-16,-7 4 0 0,0 1 1 16,-2 0 1-16,-10 0-1 15,-1 2 1-15,-1-5-1 16,-1 2 0-16,1-4 1 16,5-1 0-16,3-2-1 15,1-1 2-15,5-2-2 0,0-1-1 16,9 0 2-16,7 0-1 15,4 0 0-15,5-1-1 16,0-2 1-16,2 3-1 16,-1 0 0-16,-4 0 0 15,-4 0 0-15,-3 10 0 0,-3 0 0 16,-7 3-1-16,-5 4 1 16,0 0 0-16,-7 1 0 15,-9 1 0-15,-5-1 1 16,-2-1 3-16,-2-3 4 15,-2-2 10-15,-2-3-5 16,2-5-6-16,4-3-5 0,1-1 0 16,4 0 0-16,1-13-1 15,3-6-76-15</inkml:trace>
  <inkml:trace contextRef="#ctx0" brushRef="#br0" timeOffset="-214133.55">10798 5408 37 0,'-1'4'10'0,"-1"2"-5"0,2 1-4 16,-3 0 6-16,3 3-3 15,0 0 8-15,0-2-7 16,0 2 4-16,0-1 25 15,3 2-22-15,-1 2-7 0,-2 4 2 16,1 1 2-16,-1 7-3 16,0 2-1-16,0 4 0 15,-3 0-2-15,-4 2-2 16,2-3-1-16,-1-3 1 16,2-5-2-16,2-7 0 0,2-5-5 15,-1-8-44-15</inkml:trace>
  <inkml:trace contextRef="#ctx0" brushRef="#br0" timeOffset="-213308.61">10735 5392 63 0,'0'0'39'0,"0"0"-9"0,0 0-7 0,0 0-5 16,0 0-6-16,0 0-1 0,0 0-4 15,0 0 0-15,0 0-4 16,0 0-1-16,8-27 0 16,8 20 0-16,4 3 2 15,1 0-1-15,2 4-1 16,0 0 1-16,-2 2-3 0,-2 7 1 16,-1 7-1-16,-7 1 0 15,-4 2 0-15,-6 3 0 16,-1-1 0-16,0 2 3 15,-12-2-2-15,-2 2 1 16,-3-3 0-16,-1-3-1 0,-3 0 1 16,3-6 0-16,3-1 1 15,4-4-1-15,4-2 0 16,3-1 0-16,4-3 1 16,0 0-2-16,11 0-1 15,4 0 1-15,4-2-1 0,2-2 2 16,4 3-1-16,0 1 1 15,-2 0-2-15,-2 3 0 16,-2 8 0-16,-3 5 0 16,-3 2 0-16,-5 5 0 15,-6 0 0-15,-2 1 2 0,0 0 1 16,-10 0 6-16,-3-4 2 16,-5-3-3-16,-1 1-1 15,-2-3-1-15,-2-5 0 16,-4-2-2-16,0-5 0 15,2-3-1-15,1 0 0 0,2-4-3 16,4-8 1-16,7-1-2 16,4-1-6-16,5-1-59 15,2-4-145-15</inkml:trace>
  <inkml:trace contextRef="#ctx0" brushRef="#br0" timeOffset="-212524.17">11123 5382 218 0,'0'0'3'0,"0"0"7"0,0 0 3 0,0 0-12 15,0 0-1-15,0 0 4 16,12 59-2-16,-4-32 4 15,1 4 2-15,2 1-1 16,-2 1-3-16,2-2-2 16,-2-2 0-16,-1-4 0 0,-2-8 0 15,-2-4-1-15,-1-3 0 16,-2-6 1-16,0-2 0 16,1-2 1-16,-2-2 35 15,2-9 0-15,2-3-35 16,4-4-1-16,-1-3-2 0,3 0 0 15,2 1 0-15,-1-1 1 16,-2 4-1-16,4 3 0 16,-4 3 1-16,-1 3-1 15,2 4 0-15,-3 1 0 16,-1 3 0-16,1 0 0 0,-1 0 1 16,2 10-1-16,-2-1 0 15,-2 3 1-15,3 4 0 16,-3 0 0-16,4 2-1 15,-2 0 1-15,-1-2-1 16,1 0 1-16,-1-3-1 0,2-5 0 16,-3-2 0-16,-1-3 0 15,1-3 2-15,-2 0 5 16,-2-6 36-16,2-7-13 16,-2-1-24-16,0-6-1 15,0 2 0-15,2-4-2 0,-2-3-1 16,3 1-2-16,3-3 1 15,2 0-2-15,2 1 2 16,3 1-1-16,1 3-1 16,-1 5 0-16,3 4-2 15,-5 6-9-15,-2 5-79 16,-9 0-25-16</inkml:trace>
  <inkml:trace contextRef="#ctx0" brushRef="#br0" timeOffset="-210836.75">12196 5387 91 0,'0'0'41'0,"0"0"-18"0,0 0-5 0,0 0 7 15,0 0 4-15,0 0-13 16,-2 0-4-16,-2 0-2 15,1 0 0-15,-1-2-4 16,-5-2 2-16,2-2-2 16,-2 2-3-16,-3-2 3 0,-3 4-3 15,-1 0 0-15,-5 2 0 16,2 0 1-16,-1 0 0 16,0 7 1-16,0 3 1 15,4 0 0-15,3 2-4 16,4 0-1-16,5 1-1 15,0 1 0-15,4 0-1 0,0-2 1 16,10-2 0-16,5-3 0 16,0 3 0-16,3-3 1 15,1 1-1-15,-1 2 0 16,-4 4 0-16,0 1 0 16,-2 2 0-16,-5 1 0 0,-1 1 0 15,-6 2 0-15,0-3 0 16,0 1 1-16,-6-2-1 15,-5-4 2-15,-5-2-1 16,1 0 1-16,-6-4-1 16,-3 1 3-16,-2-4 7 0,1-1 6 15,-6 0-6-15,5-2-6 16,2-1-5-16,3 0 0 16,4 0 0-16,7 0-4 15,4 0-5-15,4 0-40 16,2 0-4-16,4 0-25 0,6 0-50 15</inkml:trace>
  <inkml:trace contextRef="#ctx0" brushRef="#br0" timeOffset="-210401.36">12185 5482 116 0,'0'0'7'0,"0"0"31"0,0 0-11 0,0 0-3 15,0 0-1-15,0 0-10 16,0 0-13-16,0 0 2 16,0 0 1-16,0 62 8 15,3-21 20-15,1 5-11 0,0 4-8 16,0 1 1-16,-1 1-4 16,-2-2-8-16,2-6 0 15,-3-2 0-15,0-7-1 16,0-7 1-16,0-4-1 15,0-3 1-15,-6-6 0 16,1-4-1-16,-1 0 0 0,1-5-2 16,-4-3 0-16,2-3-19 15,-1-1-61-15,1-16-97 16</inkml:trace>
  <inkml:trace contextRef="#ctx0" brushRef="#br0" timeOffset="-210056.28">12185 5500 179 0,'0'0'3'15,"0"0"6"-15,0 0 0 16,0 0-6-16,40-24-2 15,-31 27 0-15,1 11 0 0,0-1 2 16,-3 4-2-16,1 0 0 16,-5 0 1-16,0 0-1 15,-3 0 0-15,0 0 0 16,-1 0 0-16,-8 0 0 16,-2 0 2-16,-5-2-1 0,-1 0-1 15,-4-1-1-15,2-1 3 16,-2-1-4-16,3-4 1 15,5-1 1-15,1-1-1 16,6-3-4-16,3-3-41 16,3 0-125-16</inkml:trace>
  <inkml:trace contextRef="#ctx0" brushRef="#br0" timeOffset="-209431.84">12308 5650 163 0,'0'0'4'16,"0"0"21"-16,0 0 14 0,0 0-8 16,0 0-18-16,0 0-10 15,0 0-2-15,0 0 0 16,49-16 0-16,-31 7 0 15,-3 1 0-15,-1-5-1 16,-3 3 1-16,0-3 0 0,-4 0 2 16,-4 1-2-16,-1 0 1 15,-2 2 1-15,0 2 2 16,-5 2 11-16,-7 3 4 16,-1 2-10-16,-5 1-3 15,-2 0 1-15,2 8-1 16,1 2 5-16,5 6-5 0,2 1 1 15,7 2-4-15,3 2-2 16,0 0-1-16,7 0 0 16,2-2-1-16,6-5 0 15,0 0 0-15,2-7 0 0,0-1 0 16,-1-6 1-16,-1 0-1 16,0-4 1-16,-2-8-1 15,1 0 2-15,-2-3-1 16,-1-2-2-16,-1 3 1 15,-4-1 1-15,-3 2-1 0,1 3 0 16,-4 1 1-16,0 2 0 16,0 4 1-16,-7 2 1 15,-3 1 1-15,-2 0 2 16,3 4 1-16,-2 9-1 16,0 1-2-16,6 3-2 0,-1 3-2 15,4 0 0-15,2-3 0 16,0 1 0-16,2-3-1 15,6-3 0-15,4-3-2 16,1-2-6-16,-2-1-74 16,3-5-12-16,-1-1-79 15</inkml:trace>
  <inkml:trace contextRef="#ctx0" brushRef="#br0" timeOffset="-208945.93">12640 5645 151 0,'0'0'9'0,"0"0"22"16,0 0-18-16,0 0 0 16,0 0 4-16,0 0-3 0,0 0-3 15,0 0 6-15,0 0-11 16,0 0 1-16,0 0-2 15,-40 0 0-15,32 9 1 16,1-2-1-16,0 2-2 16,4-1-3-16,3 0 2 15,0 1-2-15,0-2-3 0,5-4 3 16,3-2 1-16,0-1-2 16,3 0 2-16,-2-10-1 15,0-4 2-15,0-6-1 16,-3-4 0-16,0-3-1 0,-4-3 1 15,-2-1 0-15,0 1-1 16,-7 5 1-16,-3 3-1 16,0 4 1-16,-2 8-1 15,4 4 2-15,1 6 5 16,5 2 0-16,2 13-6 0,0 8-1 16,0 4-1-16,6 3 1 15,3 2 1-15,3-2-1 16,0-3-1-16,1-2 0 15,-1-5-5-15,-1-8-87 16</inkml:trace>
  <inkml:trace contextRef="#ctx0" brushRef="#br0" timeOffset="-204788.37">13025 5334 101 0,'0'0'22'0,"2"0"-13"16,-2 0-8-16,2 2 7 0,3 3 17 15,-1 2 4-15,0 2-18 16,4 2-1-16,0 5 1 16,1 0 7-16,1 6 7 15,-3 1-7-15,3 3-2 16,-1 0-5-16,-3 0-7 0,2-2-2 15,-2-3-1-15,-3-1 1 16,1-4-1-16,0-5 0 16,-1-5-2-16,-3-2-19 15,0-4-60-15,0 0-7 16</inkml:trace>
  <inkml:trace contextRef="#ctx0" brushRef="#br0" timeOffset="-204118.38">12967 5405 113 0,'0'0'23'16,"0"0"12"-16,0 0 0 15,0 0-12-15,0 0-10 16,0 0 19-16,-22-37-16 0,22 30-9 16,11-2-3-16,2 2-1 15,3-2-1-15,6 1 1 16,1 3 1-16,2 2 0 15,-1 3-1-15,-2 0-2 16,-2 1 0-16,-3 9 0 16,-5 6-1-16,-5 2 1 0,-5 4 1 15,-2 2-1-15,0 1 2 16,-11 0-1-16,-3-1-2 16,-1-2 2-16,-3-3-2 15,-1-4 0-15,2-3 1 0,2-2 0 16,3-5 0-16,6-2-1 15,6-3 1-15,0 0 1 16,8 0-3-16,8-7 1 16,7-4 1-16,1-1-1 15,3 2 0-15,0-1 0 0,0 4 0 16,-2 4 0-16,-3 2 0 16,-4 1 0-16,0 1 0 15,-9 12 1-15,1 0-1 16,-6 5 3-16,-4 2-2 15,0 3 2-15,-4-2-1 16,-9 3 2-16,-3-4 3 0,-1-1 4 16,-4-4-1-16,0-1-5 15,-4-4-1-15,0-1-3 16,0-2 0-16,3-2-1 16,0-1 0-16,2-2 0 15,5-2-4-15,3 0-47 0,5 0-49 16,1-8-96-16</inkml:trace>
  <inkml:trace contextRef="#ctx0" brushRef="#br0" timeOffset="-203824.72">13396 5500 272 0,'0'0'4'0,"0"0"-1"0,0 0-2 0,0 0-1 16,0 0 0-16,0 0-1 15,0 0-9-15,0 0-67 16</inkml:trace>
  <inkml:trace contextRef="#ctx0" brushRef="#br0" timeOffset="-203435.63">13549 5175 269 0,'0'0'6'15,"0"0"37"-15,0 0-38 0,0 0-4 16,8 41 2-16,-4-12 4 16,2 2 3-16,0 3-1 15,-1 3-2-15,3-3-6 16,-4-2 2-16,4-3-2 0,-4-5 0 15,-1-4-1-15,-2-4 1 16,-1-4 1-16,0 0-2 16,-1-4-1-16,-4-1-58 15,-7-7-67-15</inkml:trace>
  <inkml:trace contextRef="#ctx0" brushRef="#br0" timeOffset="-202795.46">13555 5245 190 0,'0'0'5'15,"0"0"18"-15,0 0 10 16,0 0-6-16,0 0-14 16,0 0 1-16,0 0-1 15,0 0-4-15,0 0-2 0,-15-32-3 16,13 31-1-16,1-2 0 16,0 0 0-16,1 0 1 15,0-4 1-15,0-2 2 16,2 0-6-16,6-5 1 15,5 2-1-15,3-3 1 0,-1 3-2 16,4 1 0-16,1 5 1 16,-1 0-1-16,0 6 0 15,-2 0 0-15,0 0 0 16,-4 5 0-16,-2 5 0 16,-4 3 0-16,-5 2 0 0,-2 4 0 15,-4-1 0-15,-10 3 1 16,-2-1 0-16,-4-1-3 15,-3-1 6-15,2-2-3 16,0-3-1-16,4-2 0 16,3-2 1-16,5-1-1 0,2-4 0 15,6-1-1-15,1 0-2 16,0-3 3-16,11 0 0 16,4 0 2-16,3 0-2 15,2 0 0-15,0 0 0 16,0 0 0-16,-4 0 0 0,-1 10 0 15,-2 3 0-15,-1 4 0 16,-3 0 0-16,-3-1 0 16,-2 1 0-16,-1-2 1 15,-3-2-5-15,0-5-49 16,0-2-77-16</inkml:trace>
  <inkml:trace contextRef="#ctx0" brushRef="#br0" timeOffset="-202563.54">13901 5343 374 0,'0'0'2'0,"0"0"-1"0,0 0-4 0,0 0-40 0,0 0-257 16</inkml:trace>
  <inkml:trace contextRef="#ctx0" brushRef="#br0" timeOffset="-159520.71">13620 4542 63 0,'0'-3'18'0,"1"0"-8"0,-1 3 73 15,0-1-32-15,0 0-49 16,0-1 2-16,0 1 12 16,0 0-1-16,0 1-2 15,0 0 1-15,0 0-1 0,0 0-5 16,0 0-8-16,3 0-3 15,4 4 2-15,4 2 2 16,4 3-1-16,2 2 1 16,5-1-1-16,5 2 1 0,-1 0 0 15,-1 2 0-15,2-1-1 16,-2 0-1-16,-1 0 2 16,-6-1-1-16,0 0-1 15,-5-1 2-15,-4-1-1 16,-2 0 0-16,-3 0-1 0,-1-2 1 15,-1 1 0-15,-2-2 0 16,1 0 0-16,0 0-1 16,1-1 1-16,-2-2-2 15,0 0-1-15,0-1-18 0,0-3-43 16,0 0 15 0,-3-7-67-16</inkml:trace>
  <inkml:trace contextRef="#ctx0" brushRef="#br0" timeOffset="-159089.04">13827 4489 3 0,'0'0'112'0,"0"0"-82"0,0 0-5 0,0 0-12 16,0 0-3-16,0 0-1 16,0 0 0-16,0 0-6 15,0 0-2-15,0 0 0 16,-4-21 0-16,0 33 1 15,-4 0 1-15,2 2-2 16,0 3 0-16,3 0 0 0,-3 0 0 16,0 3 0-16,0 1 1 15,0-1 0-15,3 3-1 16,-3-3-1-16,-1 0 2 16,3-2-1-16,-3-3 0 15,4 1-1-15,-1-3 0 0,2-3-2 16,0-3-9-16,-1-7-178 15</inkml:trace>
  <inkml:trace contextRef="#ctx0" brushRef="#br0" timeOffset="-158526.31">14034 4600 84 0,'0'0'91'0,"0"0"-44"0,0 0-24 0,0 0-9 15,0 0-12-15,0 0-4 16,0 0 2-16,0 0 2 16,0 0-2-16,10 50 0 15,-6-32 0-15,3-1 1 16,-4 0-1-16,4-5 2 0,-5-1-2 15,2-4 0-15,-4 0 0 16,0-3 1-16,1 0 0 16,-1-2 0-16,0-1 0 15,0-1 1-15,0 0 0 16,0 0 2-16,3 0-2 16,4 0-1-16,0 0-1 0,5-3 1 15,4-2 1-15,3-1-1 16,0 2 1-16,0 1-2 15,-1 0 0-15,-3 0 0 16,1 3 0-16,-7 0 0 16,-4 0-2-16,1 0-6 0,-6 2-11 15,0 0-46-15,0 0-52 16</inkml:trace>
  <inkml:trace contextRef="#ctx0" brushRef="#br0" timeOffset="-158214.56">14161 4652 116 0,'0'0'42'0,"0"0"-8"0,0 0-9 0,0 0-3 16,0 0-6-16,0 0-2 15,0 0-7-15,0 0-7 0,0 0 0 16,-4 0 1-16,4 12-1 16,0 2 1-16,1 0-1 15,0 3 1-15,5 1-1 16,0 0 1-16,3 0-1 16,3 1 0-16,-1-1 0 15,0 0-1-15,-1-1 1 0,-2-2 0 16,-3-5-5-16,-5-10-263 15</inkml:trace>
  <inkml:trace contextRef="#ctx0" brushRef="#br0" timeOffset="-156278.53">13971 5052 150 0,'2'-9'8'0,"0"2"17"0,0 1-12 15,-1 3-1-15,-1-1-5 16,0 1 1-16,0 0-2 15,0 0 1-15,-3 2-3 16,-3-2-1-16,-4 3 2 16,0 0-2-16,-1 0 3 0,-2 0 1 15,3 0 0-15,-4 0-1 16,3 2-2-16,0 6-2 16,-2-1 0-16,6 2-1 15,0 4 1-15,3-1-4 16,4 4 2-16,0-2-1 0,0-1 1 15,7 1 0-15,4-4-1 16,3-1 1-16,2-2 1 16,3-3-1-16,0-2 1 15,2 0-1-15,-1 0 2 0,-4-1-2 16,-2 3-2-16,-1 0 2 16,-2 4 2-16,-5 0-2 15,-3 2-2-15,-3 0 2 16,0 3 0-16,-12-2 2 15,-6 4-7-15,-2 0 12 16,-4-1-3-16,2 1-3 0,-3 0-1 16,1-3 2-16,6-1-2 15,0-3 0-15,5-2-2 16,3 0 0-16,2-5-17 16,7-1-102-16</inkml:trace>
  <inkml:trace contextRef="#ctx0" brushRef="#br0" timeOffset="-155772.46">14127 5108 177 0,'0'0'21'0,"0"0"12"0,0 0-16 16,-47-1-4-16,34 7-5 16,3 2-1-16,4 1-4 0,0 2-1 15,5 0-1-15,1 0-1 16,0 1 0-16,5-2 0 15,4 0 0-15,5-3 0 16,-1-4 1-16,3-3-1 16,-1 0 1-16,0 0 0 15,-3-7 0-15,0-5 1 0,-4-2-2 16,-4 1 1-16,-3-1 0 16,-1 3-1-16,0 2 0 15,0 2 1-15,-3 3 0 16,-1 4 0-16,2 0-1 15,2 0-1-15,0 7 0 0,0 3 0 16,8 1 1-16,1 2 0 16,3 2 0-16,1-3 1 15,1 1-2-15,-2-3-5 16,-1-2-66-16,-1-5-17 16</inkml:trace>
  <inkml:trace contextRef="#ctx0" brushRef="#br0" timeOffset="-155443.67">14184 5026 142 0,'0'0'56'0,"0"0"-36"0,0 0 9 16,0 0 2-16,0 0-10 16,0 0-11-16,0 0-10 15,0 0 0-15,42-20 0 16,-31 36 0-16,3-1 0 16,-2 5 1-16,0 1-1 0,-1-1 0 15,0 2 0-15,-1-3 0 16,-2-1 0-16,-1-3-5 15,-1-1-33-15,-2-4-13 16,-3-4-16-16,-1-5-65 16</inkml:trace>
  <inkml:trace contextRef="#ctx0" brushRef="#br0" timeOffset="-154957.74">14471 5078 145 0,'0'0'4'16,"0"0"23"-16,0 0-11 15,0 0 1-15,0 0-11 16,0 0-2-16,0 0-1 15,0 0-1-15,0 0 2 16,-40-7 0-16,31 12 3 0,0-3 1 16,1 2-1-16,5 1-2 15,3 1-3-15,0-1-1 16,0 2-1-16,0 1 0 16,0 0 0-16,5-2 0 15,3-1 0-15,-1 0 0 16,0-3 2-16,0 0-2 0,-1-2 0 15,-3 0 0-15,1 0 1 16,-2-2-1-16,-2-2 2 16,0 3-2-16,0-2 2 15,0 2-2-15,0-1 1 0,0 2 0 16,-3 0 0-16,3 0-1 16,0 0-1-16,1 0 0 15,7 6 1-15,2 1 0 16,-3 0 0-16,3-3-1 15,-2-1-31-15,-1-3-60 16</inkml:trace>
  <inkml:trace contextRef="#ctx0" brushRef="#br0" timeOffset="-154601.06">14523 5080 123 0,'0'0'34'0,"0"0"0"15,0 0-15-15,0 0-7 0,0 0-5 16,38-1-2-16,-31 6-4 16,1 2 0-16,-1 0 0 15,0-1-1-15,-3-2 0 16,-2-1 1-16,1 0-2 15,-1-3 1-15,-2 0 1 16,0 0 2-16,0 0-2 0,0-6 0 16,0 0-1-16,-3-2 1 15,2 0 0-15,1 1-1 16,0 2 2-16,0-2-2 16,6 3 0-16,-1 1 0 15,6 0-2-15,-4 2 2 0,3-1-2 16,0 2-41-16,-2-1-24 15</inkml:trace>
  <inkml:trace contextRef="#ctx0" brushRef="#br0" timeOffset="-154198.27">14710 5034 137 0,'0'0'35'0,"0"0"-31"16,0 0 8-16,0 0 6 16,0 0-11-16,0 0-5 15,0 0 0-15,25 43-1 16,-20-36-1-16,-1-3 1 16,-2 1-1-16,-1-1 2 0,1-4-2 15,2 0 1-15,0 0 1 16,-1-10-1-16,3 4 0 15,-1-4 5-15,0 3 34 16,3 2-15-16,-3 3-6 16,3 2-5-16,0 0-10 0,2 6-1 15,-3 8 1-15,2 2 5 16,0 5-3-16,-3 0-1 16,-1 3-3-16,-3-1-1 15,0-2 0-15,-2-4 0 16,0-3 0-16,-4-3 0 0,-5-3 0 15,-1-1 1-15,-4-3-1 16,0-4-3-16,-3 0-27 16,-1-11-157-16</inkml:trace>
  <inkml:trace contextRef="#ctx0" brushRef="#br0" timeOffset="-140484.68">2150 8033 196 0,'0'0'3'0,"0"0"13"0,0 0 5 16,0 0-5-16,0 0-1 16,0 0-6-16,-16-38-1 0,16 37 1 15,0 0 0-15,0 1-3 16,0 0-4-16,4 0-1 16,8 0-1-16,5 8 0 15,8 2 0-15,6 3 0 16,3 3 0-16,6 5 1 0,0 2-1 15,3 2 0-15,0 2 0 16,-1-1 0-16,0-2 0 16,-6-3 0-16,0-4 0 15,-7-2 0-15,-5-7 0 16,-6-2 0-16,-5-2 0 0,-1-4 1 16,-6 0-2-16,-1 0-7 15,-5-7-40-15,0-9-46 16</inkml:trace>
  <inkml:trace contextRef="#ctx0" brushRef="#br0" timeOffset="-140109.37">2601 7747 151 0,'0'0'3'0,"0"0"2"0,0 0-3 0,0 0-1 0,-45 14 2 16,37-4-5-16,0 5 7 16,0 3-2-16,-3 3-2 15,-1 3-3-15,1 6 10 16,-2 4 10-16,-5 0-6 15,-3 5-6-15,2-1-1 0,-2 2-1 16,-1-5-2-16,2-2-1 16,2-5 4-16,7-5-4 15,3-7 1-15,2-6-2 16,4-5 0-16,2-5 0 16,0 0-2-16,0-5 1 15,8-7-14-15,2-5-56 0,-1-3-74 16</inkml:trace>
  <inkml:trace contextRef="#ctx0" brushRef="#br0" timeOffset="-139720.52">2773 8071 202 0,'0'0'14'0,"0"0"35"0,0 0-33 0,0 0-17 0,0 0 1 16,0 0 1-16,4 37-1 16,5-16 0-16,3 4 1 15,-3 4 0-15,4 4 2 0,-2 1 2 16,0-1-3-16,-1-2 0 16,-1-3 0-16,-1-2-2 15,-1-5 0-15,-2-1 0 16,-3-4-3-16,-2-4-62 15</inkml:trace>
  <inkml:trace contextRef="#ctx0" brushRef="#br0" timeOffset="-138901.89">2346 8787 12 0,'0'0'29'0,"0"0"27"16,0 0-6-16,0 0-14 16,0 0-3-16,0 0-4 0,0 0-4 15,0 0-20-15,0 0-4 16,0 0 2-16,0 0 1 15,25 49 5-15,-14-22-3 16,3 3-3-16,-1-1 0 16,1 2-2-16,-3-5 1 15,-1-2-3-15,0-3 3 0,-4-5-2 16,-1-4-2-16,-5-3-73 16,0-5-156-16</inkml:trace>
  <inkml:trace contextRef="#ctx0" brushRef="#br0" timeOffset="-138389.52">2369 9542 205 0,'0'0'22'0,"0"0"17"0,0 0 4 16,0 0-10-16,0 0-5 0,0 0-23 15,0 0-5-15,42-37 0 16,-17 32 0-16,1 3-1 16,-1 2-1-16,-3 5 0 15,-2 9 0-15,-6 4 2 0,-3 2-2 16,-7 1 0-16,-1 2 1 16,-3 3 1-16,-5-2-3 15,-3-1 2-15,-2 1 8 16,1-2-5-16,5-3-1 15,0-1-2-15,4-5 1 16,0 1-2-16,8-4 1 0,6-1 1 16,4-3 0-16,6-3 1 15,3-3-1-15,2 0 1 16,-2 0-1-16,-3-4-3 16,-1 1-34-16,-7 2-46 15,-5 1-64-15</inkml:trace>
  <inkml:trace contextRef="#ctx0" brushRef="#br0" timeOffset="-137839.77">2509 10308 305 0,'0'0'3'0,"0"0"8"0,0 0 3 0,0 0-8 15,25-40-5-15,-7 37-1 16,1 3-1-16,2 0 1 16,-1 0-1-16,-2 10 1 15,-2 2 0-15,-3 0-1 0,-4 4 1 16,-2-2 0-16,-5 3 0 15,0 0-1-15,-2-1 2 16,0-1 0-16,0-1-1 16,0 1 1-16,0-5-1 0,0 1-1 15,0-1 1-15,7-1-1 16,5 2 1-16,3 0 0 16,3 1 0-16,2 1 0 15,4 1 0-15,-3-1 0 16,-2 1 0-16,-1-3 0 15,-4 3 0-15,-3-2 0 0,-6 1 0 16,-3 1 1-16,-2 3 2 16,-5 2 38-16,-9 3-8 15,-3-1-12-15,-6 3-6 16,-1-1-4-16,-3-3-4 16,5-3-3-16,-3-3-3 0,1-2-1 15,1-2-2-15,3-5-47 16,0 1-95-16,0-5-135 15</inkml:trace>
  <inkml:trace contextRef="#ctx0" brushRef="#br0" timeOffset="-137448.23">2592 11410 385 0,'0'0'1'0,"0"0"9"16,0 0 6-16,0 0-4 16,0 0-13-16,0 0-2 0,0 0 3 15,-6 52 0-15,19-25 1 16,0 2 1-16,0 2-1 15,-3 0-1-15,-4-1 1 16,-1-3-1-16,-3-6 1 0,0-4-1 16,0-5 1-16,3-5-1 15,-1-7 0-15,6 0-2 16,1 0 2-16,5-2 1 16,3-10 0-16,2-1-1 15,1-3 0-15,0 1 2 16,0 0-5-16,-1 1-30 0,-4 3-63 15,-1 1 49-15,-7 0-57 16</inkml:trace>
  <inkml:trace contextRef="#ctx0" brushRef="#br0" timeOffset="-137256.71">2760 11556 251 0,'0'0'47'16,"0"0"0"-16,0 0-38 0,9 37 28 16,4-14 8-16,7 4-29 15,1 3-13-15,2 4-2 16,0 0-1-16,0 1 0 16,-6 1 1-16,-3-5-5 15,-8-3-122-15,-5-12-79 0</inkml:trace>
  <inkml:trace contextRef="#ctx0" brushRef="#br0" timeOffset="-136562.67">3377 7493 217 0,'0'0'6'0,"0"0"-4"0,0 0-1 0,0 0-1 16,22 38 1-16,-6-25 1 0,1 1 1 15,8 3 2-15,4-1-1 16,2 4-1-16,5-2 1 16,5 2-2-16,-1 3-1 15,-3-2 0-15,1 1-1 16,-7-1 0-16,-6-1 1 0,-6-2 0 15,-6-4-2-15,-6 0-10 16,-5-5-25-16,-2-3-117 16</inkml:trace>
  <inkml:trace contextRef="#ctx0" brushRef="#br0" timeOffset="-136292.49">3604 7413 202 0,'0'0'37'0,"0"0"-35"16,0 0 0-16,-18 64-1 15,10-24 2-15,-3 8 2 16,-1 8-1-16,1 3-2 0,-2 4 1 15,1-2-3-15,2-3 0 16,3-7 0-16,1-11-9 16,0-12-44-16,6-13-93 15</inkml:trace>
  <inkml:trace contextRef="#ctx0" brushRef="#br0" timeOffset="-135855.74">3969 7747 33 0,'0'0'129'0,"0"0"-105"16,0 0 6-16,0 0-9 15,-7-38-7-15,7 32-7 0,9-1-1 16,4 1-6-16,5 5 1 16,1 1-2-16,2 0 1 15,0 0 0-15,1 10 0 16,-4 4 0-16,-4 2 0 15,-5 6-2-15,-3 2 2 0,-4 5-1 16,-2 2 1-16,-4-1-4 16,-5 1 1-16,-3-2 5 15,2-5 0-15,3-7-1 16,1-4 2-16,5-6-6 16,1-3 6-16,5-4-4 0,10 0 4 15,5-4-3-15,3-6 0 16,1-5 1-16,3 1-2 15,-5-3-58-15</inkml:trace>
  <inkml:trace contextRef="#ctx0" brushRef="#br0" timeOffset="-133775.64">3752 8388 64 0,'0'0'33'0,"0"0"-15"16,0 0 4-16,0 0 15 15,0 0-13-15,0 0-11 0,0 0-2 16,0-1 3-16,0 1-3 15,0-1 1-15,-2 1 0 16,-2-1 1-16,2 1 0 16,-2 0-3-16,2 0-2 15,0 0-5-15,2 0-1 0,0 0-1 16,0 0 0-16,0 0 0 16,0 0 0-16,0 0 0 15,-2 0-2-15,0 4 1 16,0 7-2-16,-3 6 1 15,-1 5 1-15,-4 5 2 16,-1 4-3-16,-1 5 1 0,2-2 3 16,-1 0-2-16,2-6 3 15,3-3-3-15,3-7 0 16,1-7 0-16,2-4-1 16,0-5 0-16,9-2 1 0,6-3 2 15,10-10 2-15,4-3-1 16,3-1-1-16,3 3-1 15,1 0-1-15,-1 5-1 16,-4 6 0-16,-1 2 0 16,-5 1 0-16,-3 0-1 15,-5 2-2-15,-5 2 0 0,-5-2-17 16,-5-1-40-16,-2-1 12 16,-4 0-34-16</inkml:trace>
  <inkml:trace contextRef="#ctx0" brushRef="#br0" timeOffset="-133565.68">3877 8484 58 0,'0'0'2'0,"-31"-44"23"0,20 26 15 0,-1 6 31 15,4 5-10-15,3 5-15 16,3 2-12-16,2 0-19 16,0 7-17-16,5 9 1 0,8 7 2 15,3 6 4-15,3 6 0 16,2 5-4-16,3 5 1 15,-1 2-2-15,-5 0 0 16,-3 0-3-16,-6-6-78 16,-7-7-125-16</inkml:trace>
  <inkml:trace contextRef="#ctx0" brushRef="#br0" timeOffset="-132924.68">3863 9183 212 0,'0'0'10'0,"0"0"32"0,0 0-15 0,0 0-9 15,0 0 3-15,0 0 1 16,-37 37 3-16,30-14-5 0,1 6-6 16,3 3-6-16,3 2-1 15,0 0-4-15,3 2-1 16,7-4-4-16,4-4 5 15,1-4-3-15,4-5 0 16,0-5 1-16,0-4-1 0,-2-3-1 16,1-2 2-16,-4-5-1 15,-3 0 0-15,-2-2 2 16,-3-8-1-16,-6-5 2 16,0-4 0-16,-2-2-1 15,-9-2-1-15,-2 4 1 0,-3 2 0 16,-2 6-2-16,0 7 1 15,0 4-2-15,1 1-1 16,3 16-2-16,1 3-1 16,4 4-96-16,-2-2-40 15</inkml:trace>
  <inkml:trace contextRef="#ctx0" brushRef="#br0" timeOffset="-132255.86">3998 10032 212 0,'0'0'17'0,"0"0"3"0,0 0 12 0,0 0-8 16,0 0-3-16,0 0-7 15,0 0-2-15,-47-8 7 0,29 16 8 16,-2 6-7-16,-1 2-11 16,2 1-4-16,1 4 4 15,1 1 3-15,5-1 1 16,5-1-7-16,3 1-3 0,4-1-3 16,0-3 0-16,13 0 0 15,3-3 0-15,3-1 0 16,6-3 0-16,4-3 0 15,1 0 0-15,3 0 0 16,0 0 0-16,-3 2 1 16,-2-2-2-16,-3 3 1 0,-4 0 1 15,-10-3-1-15,-3 2 0 16,-6-1 0-16,-2 2 0 16,0-3 1-16,-13 5 3 15,-3-2 0-15,-3-1-1 16,-6-1 2-16,0-4 5 0,3-4 4 15,-2-2-1-15,5-14-7 16,2-6-4-16,5-4-1 16,6-6 0-16,6-7-1 15,0-3 0-15,13-2 0 16,5-2-1-16,7 4-22 0,2 2-37 16,-5 8-61-16,-2 6-21 15</inkml:trace>
  <inkml:trace contextRef="#ctx0" brushRef="#br0" timeOffset="-131695.14">4096 10951 326 0,'0'0'4'0,"0"0"-4"0,0 0 0 15,0 0 0-15,0 0 0 16,0 0 1-16,0 0 1 15,0 0 3-15,-49-18 5 16,31 22-1-16,0 7 20 0,1 5-9 16,-2 1-1-16,2 6-5 15,3-2-2-15,6 0-5 16,1-1-2-16,2-1-2 16,5-1-2-16,0-2-1 15,5-2 1-15,4-1-2 0,0-6 1 16,4-6 0-16,0-1 0 15,0-8 1-15,1-9-1 16,1-4 1-16,-1 2-1 16,-1-1 1-16,-1 6-1 15,-3 5 0-15,0 2 0 16,2 7 0-16,0 0-1 0,0 9 2 16,-1 8 1-16,0 7 2 15,-1 6 4-15,-3 5 1 16,0 5-6-16,-4 1-1 15,0 0-2-15,-2-7-1 16,0-13-90-16</inkml:trace>
  <inkml:trace contextRef="#ctx0" brushRef="#br0" timeOffset="-131056.4">4814 7274 202 0,'0'0'3'0,"0"0"-4"0,0 0 1 0,38 34 0 16,-18-17 4-16,4 5-2 15,4 3 5-15,5 6 2 16,2 5-3-16,1-1 0 15,0 4-3-15,-2-2-2 16,-3-5 1-16,-7-2-1 0,-5-6 1 16,-5-4-2-16,-6-7-25 15,-6-8-86-15</inkml:trace>
  <inkml:trace contextRef="#ctx0" brushRef="#br0" timeOffset="-130790.77">5057 7270 265 0,'0'0'6'0,"0"0"8"16,0 0-9-16,-23 47 6 15,15-16 13-15,-3 9-10 16,-1 4-5-16,1 5-7 15,1 3-2-15,0 0 0 16,4-2 0-16,3-5 0 0,1-1-4 16,2-11-52-16,0-7-36 15</inkml:trace>
  <inkml:trace contextRef="#ctx0" brushRef="#br0" timeOffset="-130245.55">5372 7582 184 0,'0'0'7'0,"0"0"14"15,0 0 3-15,0 0-3 0,0 0-1 16,0 0-6-16,0 0-8 16,0 0-6-16,12 0 1 15,-1 0 0-15,5 0 1 16,1 3-1-16,1 1-1 16,-2 1 1-16,0 2-1 0,-3 3 0 15,-6 1 0-15,-5 3-1 16,-2 2 0-16,0 2 1 15,-5 1 0-15,-6-1 0 16,2-1 0-16,1-1 1 16,-2-5-1-16,6-3 0 0,0-3 0 15,3-3 1-15,1-2-1 16,3 0 0-16,7 0 0 16,4 0 1-16,2-5 0 15,4 3-1-15,-2 0 0 16,-2 2 0-16,-3 0 0 15,-2 0 0-15,-4 0 0 0,-5 1 0 16,-2 8 0-16,-2 2 10 16,-11 6 58-16,-6 3-43 15,-1 3-15-15,-4 1-7 16,-5 0-3-16,2-1 2 0,-2-3-4 16,0-4-56-16,0-8-84 15</inkml:trace>
  <inkml:trace contextRef="#ctx0" brushRef="#br0" timeOffset="-129384">4649 8372 227 0,'-5'0'28'0,"3"0"15"16,2 0-17-16,0-1-16 0,8 1-10 15,9 0 0-15,6 1 0 16,7-1 1-16,1 2 0 16,4 3 0-16,2 1-1 15,-4 1 0-15,-3-1 0 16,-6-1 0-16,-4-2 0 16,-4 0 0-16,-5 0-3 0,-5-3-19 15,-4 0-81-15</inkml:trace>
  <inkml:trace contextRef="#ctx0" brushRef="#br0" timeOffset="-128329.89">5136 8156 82 0,'0'0'25'0,"0"0"14"0,0 0 3 16,0 0-17-16,0 0 1 16,0 0-8-16,0 0 1 0,0 0-3 15,0 0-5-15,0 0-1 16,0 0 7-16,0 0-1 15,0 0 5-15,-5-27-1 16,5 27-3-16,0 0-6 16,0 0-6-16,0 3-6 0,3 8-1 15,3 5 1-15,3 8 1 16,3 7 5-16,-2 5 17 16,3 4-8-16,-1 1-5 15,1 0-10-15,-4-3 3 16,0-1-1-16,-2-8-1 15,-3-8-1-15,-4-8-49 0,0-13-118 16</inkml:trace>
  <inkml:trace contextRef="#ctx0" brushRef="#br0" timeOffset="-127457.83">4619 9290 178 0,'0'0'32'0,"0"0"2"0,0 0-11 0,0 0-8 16,0 0-12-16,0 0-2 15,0 0-1-15,0 0 0 16,0 0 2-16,0 0-2 0,0 0 1 15,-4-12 2-15,6 9 16 16,-2 2 15-16,0-1-18 16,0 1 2-16,0-2-6 15,0 3-5-15,0 0-3 16,0 0-2-16,0-1 0 0,2 1-2 16,-2-2 1-16,2 1-1 15,-1-2 1-15,3 0 0 16,0-2 0-16,2-2 1 15,2-4 2-15,5-2 7 16,3-2 5-16,4-2-4 0,7 1-1 16,-1 2-7-16,6 0-2 15,-1 7-1-15,0 5-1 16,-4 2 0-16,0 2 0 16,-4 11 0-16,-6 5 0 0,-3 4 1 15,-5 3-2-15,-5 2 0 16,-4 1 2-16,0-1-1 15,-6-2 0-15,-3-4 1 16,-3-3 1-16,2-2 0 16,3-5 1-16,-1-2-1 15,4-2 0-15,4 0 0 0,0-1-1 16,5-1-2-16,11 0 1 16,4-3 0-16,6 1 0 15,1 0 1-15,4-3 0 16,-2 0-1-16,0 0-15 15,-8 0-89-15,-6 0-41 0</inkml:trace>
  <inkml:trace contextRef="#ctx0" brushRef="#br0" timeOffset="-127013.59">4760 10257 208 0,'0'0'27'0,"0"0"23"0,0 0-5 16,0 0-26-16,0 0-14 16,0 0 4-16,43-10 8 0,-14 6-5 15,2-2-8-15,2 0-3 16,-1-5 2-16,-5-1-7 16,-2-6-59-16,-6-1-23 15,-5-3-70-15</inkml:trace>
  <inkml:trace contextRef="#ctx0" brushRef="#br0" timeOffset="-126635.53">5278 9843 450 0,'0'0'6'0,"0"0"-5"16,0 0-2-16,5 40 1 15,-4-19 0-15,-1 4 0 16,0 2 0-16,-6-1 1 16,0 0-2-16,-1 0 2 15,1-7-1-15,1-3 0 0,0-6 1 16,5-3-1-16,0-1 0 15,10-2-1-15,5-4 2 16,7 0 3-16,5 0 7 16,5 0-7-16,1 0-3 15,-2-7 1-15,1 1-2 16,-5-2-5-16,-3-1-36 0,-8-1 10 16,-2 0-30-16,-6-1-17 15,-6-3-79-15</inkml:trace>
  <inkml:trace contextRef="#ctx0" brushRef="#br0" timeOffset="-126415.67">5359 9943 347 0,'0'0'16'15,"0"0"-5"-15,2 42-9 16,9-17 35-16,5 7-2 15,-1 5-20-15,4 6-11 16,-3 2-3-16,-1 1 0 16,-4 2-1-16,-2-4-4 15,-7-6-76-15,-2-5-56 0</inkml:trace>
  <inkml:trace contextRef="#ctx0" brushRef="#br0" timeOffset="-125525.49">5270 10647 46 0,'0'0'202'0,"0"0"-178"0,0 0-1 15,0 0-11-15,0 0-1 16,0 0-7-16,0 0-2 15,0 0 0-15,0 0 23 16,0 0 3-16,51 3-10 0,-22-3-3 16,0 0-2-16,3 0-1 15,-3-7-1-15,0-3 3 16,-5 1-1-16,-2-3 0 16,-1 3-4-16,-6-1 1 15,-3 3-3-15,-6 4 0 0,-1 0-3 16,-3 3-1-16,-2 0-1 15,0 16 1-15,-2 10 9 16,-5 10 22-16,-5 16-10 16,-3 13-14-16,-1 6-7 15,1 7-1-15,-3 2-3 0,0-4 0 16,0-9-37-16,-4-15-121 16,2-17-259-16</inkml:trace>
  <inkml:trace contextRef="#ctx0" brushRef="#br0" timeOffset="-85167.54">19783 11019 87 0,'3'0'3'0,"0"0"1"15,-1 2 2-15,-2-2 22 16,2 0 30-16,-2 1-20 16,0-1-27-16,0 0-7 0,0 0-1 15,0 0 0 1,2 1 0-16,-1 1 2 0,2-1 6 15,2 4-8-15,2 0 4 16,2 3 0-16,4 3 3 16,0 2 3-16,4 5 2 0,3 3 1 15,1 5-5-15,2 5-3 16,-1-1-2-16,0 4-3 16,-4-1-3-16,-1-5 0 15,-5-1 0-15,-3-7 0 16,-3-3 0-16,0-5 1 0,-6-4-1 15,0-5 1-15,0 0-2 16,0-3-2-16,-7 0-7 16,0-6-55-16,-1-10-37 15</inkml:trace>
  <inkml:trace contextRef="#ctx0" brushRef="#br0" timeOffset="-84948.74">20006 11080 278 0,'0'0'-1'0,"0"0"13"15,0 0 7-15,0 0-18 16,0 0 1-16,0 0 2 16,-54 49 2-16,33-21-2 15,-6 6-2-15,-2 3-2 16,-4 4 0-16,0 0-1 0,3-2 0 15,1-5-14-15,4-11-212 16</inkml:trace>
  <inkml:trace contextRef="#ctx0" brushRef="#br0" timeOffset="-84572.61">19656 11873 302 0,'0'0'3'0,"0"0"17"15,0 0-7-15,0 0-4 0,0 0-7 16,0 0 4-16,0 0 8 16,54-2 4-16,-32 17-6 15,4 3-7-15,2 6-2 16,0 3-2-16,2 3-1 15,-3 0-1-15,-3-4-3 0,-3-3-44 16,-5-8-2-16,-3-8-10 16,-6-7-69-16</inkml:trace>
  <inkml:trace contextRef="#ctx0" brushRef="#br0" timeOffset="-84339.87">19889 11840 397 0,'0'0'4'0,"0"0"3"15,0 0 1-15,0 0-7 16,-47-4-1-16,36 22 0 16,-7 8 1-16,0 5 0 15,-2 9-1-15,-2 3-1 16,1 5-1-16,-1-3-6 0,0-4-156 15</inkml:trace>
  <inkml:trace contextRef="#ctx0" brushRef="#br0" timeOffset="-83966.44">19354 12501 333 0,'0'0'5'16,"0"0"53"-16,0 0-35 16,0 0-18-16,0 0-5 15,0 0 0-15,46 15 1 16,-17 4 0-16,4 3 0 0,1 3-1 16,1 2 0-16,-5 1 0 15,-1 0-2-15,-7-5-57 16,-5-6-24-16,-5-7-20 15</inkml:trace>
  <inkml:trace contextRef="#ctx0" brushRef="#br0" timeOffset="-83749.85">19579 12467 391 0,'0'0'5'16,"0"0"2"-16,-40 15-4 16,28 3-2-16,-1 4 1 15,-4 6-2-15,1 5 1 0,-3 5-1 16,-1 5 0-16,3 1-1 16,0-4-9-16,4-8-174 15</inkml:trace>
  <inkml:trace contextRef="#ctx0" brushRef="#br0" timeOffset="-82905.8">21085 9995 167 0,'0'0'11'0,"0"0"26"0,0 0-17 15,0 0 0-15,0 0-7 16,0 0-1-16,47-5 1 16,-33 17 1-16,1 4-2 15,2 6-7-15,1 2-3 0,-1 4-1 16,0-1-1-16,1 1 3 15,-3-1-3-15,1-3 0 16,-5-2 0-16,-3-5 0 16,-2-6 0-16,-4-1 0 15,-2-6-17-15,0-4-56 16,0 0-25-16</inkml:trace>
  <inkml:trace contextRef="#ctx0" brushRef="#br0" timeOffset="-82700.98">21304 9964 245 0,'0'0'3'0,"0"0"2"16,0 0 0-16,-37-3-1 0,22 20-2 15,-6 4 1-15,0 5 0 16,-3 7-1-16,-2 5-2 15,0 5 2-15,1 1-2 16,1-1-2-16,1-6-1 16,3-8-10-16</inkml:trace>
  <inkml:trace contextRef="#ctx0" brushRef="#br0" timeOffset="-82138.79">20191 10083 174 0,'0'0'3'0,"0"0"-1"0,44-2-2 0,-26 2 1 15,4 2 2-15,1 8-1 16,2 3 2-16,4 1 5 0,2 5-3 16,1-1-2-16,3 3-2 15,0-2-1-15,1-2 0 16,-6-3-1-16,0-2 1 16,-5-4 0-16,-8-7-15 15,-6-1-87-15</inkml:trace>
  <inkml:trace contextRef="#ctx0" brushRef="#br0" timeOffset="-81931.82">20525 9978 267 0,'0'0'2'16,"0"0"1"-16,0 0-4 15,0 0 2-15,-44 51 1 16,31-18-2-16,-3 8 0 0,-6 6 1 16,2 4-2-16,-7-1-1 15,-4-5-54-15</inkml:trace>
  <inkml:trace contextRef="#ctx0" brushRef="#br0" timeOffset="-80236.63">18488 11926 245 0,'0'0'-9'0,"0"0"11"0,0 0-1 0,0-39 2 15,0 39 0-15,9 0 1 16,1 4-2-16,4 9 6 0,4 6 10 15,3 6-7-15,3 5-5 16,3 4-3-16,2 5-1 16,2-1 0-16,0-3-2 15,-5-1 0-15,-2-8 0 16,-2-5 1-16,-9-5-1 16,-2-5 0-16,-4-7 0 0,-4-3-4 15,-3-1-40-15,0-5-19 16</inkml:trace>
  <inkml:trace contextRef="#ctx0" brushRef="#br0" timeOffset="-80045.89">18704 11855 283 0,'0'0'6'15,"0"0"-1"-15,0 0 3 16,-44-29 7-16,35 29-13 0,-3 14-1 15,-3 6-1-15,-5 6 1 16,-1 7 0-16,-5 7 0 16,-3 3-1-16,0 6-1 15,0 3 1-15,-5-2-3 16,3-9-23-16</inkml:trace>
  <inkml:trace contextRef="#ctx0" brushRef="#br0" timeOffset="-79693.74">17142 11754 79 0</inkml:trace>
  <inkml:trace contextRef="#ctx0" brushRef="#br0" timeOffset="-79553.89">17418 11796 37 0,'52'27'67'0,"0"-1"3"16,-3-2-60-16,-4-3-7 16,-7-1-2-16,-5-9-1 0,-11-6-1 15,-8-5-59-15</inkml:trace>
  <inkml:trace contextRef="#ctx0" brushRef="#br0" timeOffset="-79347.02">17587 11636 337 0,'0'0'-73'16,"-47"31"18"-16,23-6 16 16,-1 12 37-16,-2 9-6 0,-4 5 14 15,-3 6 23-15,-3 1-26 16,-4-2-3-16,-1-7-2 15</inkml:trace>
  <inkml:trace contextRef="#ctx0" brushRef="#br0" timeOffset="-78537.72">18010 10335 228 0,'0'0'3'0,"0"0"3"0,0 0-2 0,0 0-4 16,0 0 0-16,0 0 1 15,40 59 1-15,-15-29 2 16,3 3 3-16,0 2-3 15,1 2-1-15,0-1-1 0,0-5-2 16,-3-3 1-16,-2-6-1 16,-3-5 0-16,-6-4-4 15,-5-5-56-15,-4-8-81 16</inkml:trace>
  <inkml:trace contextRef="#ctx0" brushRef="#br0" timeOffset="-78303.57">18280 10311 254 0,'0'0'3'0,"0"0"-1"16,0 0 0-16,-45-15-1 15,24 25 1-15,-3 10-1 16,-7 7 9-16,-7 10 22 0,-5 9-18 15,-4 6-10-15,-2 4-3 16,2 2-1-16,5-5-3 16,5-14-5-16,10-15-271 15</inkml:trace>
  <inkml:trace contextRef="#ctx0" brushRef="#br0" timeOffset="-77680.56">17520 9467 247 0,'0'0'1'0,"0"0"0"0,0 0 0 15,0 0 0-15,40-10-1 0,-22 22 1 16,0 6-1-16,4 0 1 16,3 5 1-16,2-2 2 15,-5 4 1-15,3 0-3 16,1-2-2-16,-6-2 0 15,-2-2 1-15,0-5-1 16,-7-3 0-16,-1-4 0 0,-4-4-3 16,-6-3-71-16,0-3-76 15</inkml:trace>
  <inkml:trace contextRef="#ctx0" brushRef="#br0" timeOffset="-77483.66">17777 9383 276 0,'0'0'4'15,"0"0"-1"-15,0 0 0 0,-41 20 2 16,22 6-1-16,-8 6 3 16,-7 8 2-16,-4 4 1 15,-2 6-7-15,-1 2-2 16,2 1-1-16,7-5-2 0,3-11-14 15</inkml:trace>
  <inkml:trace contextRef="#ctx0" brushRef="#br0" timeOffset="-76713.58">15571 9799 4 0,'0'0'57'0,"45"40"-10"0,-25-27-26 15,-5-4-16-15,-3-7-4 16,-7-2-3-16,-3-3-83 15</inkml:trace>
  <inkml:trace contextRef="#ctx0" brushRef="#br0" timeOffset="-76521.84">15249 9885 26 0,'0'0'14'0</inkml:trace>
  <inkml:trace contextRef="#ctx0" brushRef="#br0" timeOffset="-75967.79">15484 9453 222 0,'0'0'10'15,"0"0"19"-15,0 0-1 16,0 0-7-16,0 0-18 0,0 0 0 15,0 0-2-15,0 0 1 16,23 37-2-16,-6-15 0 16,4 0 0-16,3-1 3 15,0-4 9-15,0 3 2 16,0-2 2-16,-2-3-9 0,-4-1-2 16,-1-3-2-16,-5 1-1 15,1-3-1-15,-4-1-2 16,-4-4 0-16,-2 0-4 15,-2-4-46-15,-1 0-16 16,0-8-8-16</inkml:trace>
  <inkml:trace contextRef="#ctx0" brushRef="#br0" timeOffset="-75683.06">15720 9429 208 0,'0'0'-2'16,"0"0"5"-16,0 0 6 15,0 0 12-15,-44-23-7 16,31 27-5-16,-3 10-4 0,-4 2-1 16,-4 8 2-16,-4 2-4 15,-2 6-2-15,-2-2 1 16,-2 4 11-16,1-2 4 15,2 0-3-15,2-1-10 16,4-7-2-16,0-11-3 0,3-13-137 16</inkml:trace>
  <inkml:trace contextRef="#ctx0" brushRef="#br0" timeOffset="-75017.16">14015 9532 161 0,'0'0'4'0,"0"0"-24"0,0 0-15 0,0 0 8 0,0 0 13 0,25 46 11 0,-10-28 3 16,5 5 1-16,5 3 10 15,0 3 24-15,2 1 14 16,-1-1-6-16,1-1-12 16,-5-5-27-16,-3-5-2 0,-2-2-1 15,-8-3 1-15,-4-4-2 16,-5-3-3-16,0-6-53 16</inkml:trace>
  <inkml:trace contextRef="#ctx0" brushRef="#br0" timeOffset="-74753.42">14167 9552 234 0,'0'0'1'15,"0"0"1"-15,0 0-2 16,0 0 1-16,0 0-1 15,0 0 0-15,0 0-2 16,0 0 0-16,-50 20 0 0,36-3 2 16,-3 5-1-16,0 4-2 15,-1 4 1-15,-2 3 8 16,-4 2 4-16,3 4-8 16,0-6-2-16,4-7-2 15</inkml:trace>
  <inkml:trace contextRef="#ctx0" brushRef="#br0" timeOffset="-74248.5">14694 9129 201 0,'0'0'2'0,"0"0"-2"0,36 50-1 0,-17-26 1 0,1 3 0 15,0 1-1-15,2-1 2 16,-5-1-1-16,0-5-1 16,-1-4-52-16,-4-10-35 15</inkml:trace>
  <inkml:trace contextRef="#ctx0" brushRef="#br0" timeOffset="-74058.79">14869 9119 278 0,'0'0'1'0,"-38"23"-12"0,16-2 8 15,-3 6 2-15,0 7-1 16,-4 4 4-16,0 6-2 16,-2-1 0-16,-3 0 0 15,1-13-12-15</inkml:trace>
  <inkml:trace contextRef="#ctx0" brushRef="#br0" timeOffset="-61290.7">16905 10568 123 0,'0'0'48'0,"0"0"-18"0,0 0-5 15,0 0 0-15,0 0 3 16,0 0 0-16,0 0-3 16,0 0-11-16,0 0-6 15,0 0-2-15,0 0 0 0,0 0 3 16,27-40 5-16,-25 36 7 15,-2 1-2-15,0-1-10 16,0-1-1-16,0 0 0 16,0-1 0-16,0 1 1 0,0-3 2 15,-4 1-2-15,-1 0 0 16,-1-2 0-16,-1 1-2 16,0-1-1-16,-3 1 2 15,0 1 1-15,1 2 8 16,-4-2-10-16,-1 3-5 0,1 0-1 15,-1 3 0-15,1 0-1 16,-1 1 0-16,2 0 0 16,1 0 0-16,1 0 1 15,-1 0-1-15,0 0 1 16,-1 0-1-16,2 2 1 0,1 2-1 16,-3-1 0-16,2 1 1 15,3 2-1-15,-3-1-1 16,0 0 1-16,3 3 0 15,-3 1 0-15,-1 1 1 16,3-1-2-16,-4 2 0 16,3 1 1-16,-1 0 0 0,3 1 0 15,-2 2 0-15,2-1 0 16,-1-1-1-16,3 3 1 16,-3 1 0-16,4-3-1 15,-2 2 1-15,4 1 0 0,0-2-1 16,1 3 1-16,1-1 0 15,0 1 0-15,0-1 0 16,0 1 0-16,0 0 0 16,0 0 0-16,4-2-1 15,1 1 1-15,0 0 1 16,4-2-1-16,-5-1 1 16,3-2-2-16,-1 2 2 0,0-3-1 15,4-1 1-15,-3 0-1 16,0-1 1-16,3-2-1 15,-2 0 1-15,1 0 1 16,1-1-1-16,-1-2 0 0,0 2 0 16,2-2 0-16,1 0 0 15,-4 1-1-15,1 0 2 16,3-1-2-16,-5-1 0 16,2 1 1-16,-1-1-1 15,1 0 1-15,1 0 0 0,-2 0-1 16,0 1 1-16,0-1 0 15,-2-1-1-15,3-1 1 16,-5 0 0-16,6-1 3 16,-5 0 6-16,5 0-1 15,0 0 0-15,-3 0 1 0,3-1-3 16,-1-5-2-16,0 2 1 16,2-2-2-16,-2 1-2 15,-1-1-1-15,2-1 0 16,-1 1 0-16,-2-1-1 15,2 1 1-15,-4 2 0 0,3-2 0 16,-3 0 1-16,4 1-1 16,-3 1-1-16,3-1 1 15,-3-1-1-15,2 1 0 16,-1 1 0-16,1 0 0 16,-3-1 0-16,1 1 1 0,-1-3-1 15,-1 3 1-15,1-3 0 16,-3 0-1-16,1-1 1 15,-1 1 0-15,2-3 0 16,-2 2 0-16,-2-2-1 16,2-1 1-16,-2-1-1 0,2 0 0 15,-2-3 1-15,0-1-1 16,0-3 0-16,0-2 0 16,0-2 0-16,-8-3 0 15,1 2 0-15,-7-3-1 16,-1 1-1-16,-6 1 0 15,0-1 0-15,-4 5-4 0,-2 1-12 16,0 3-19-16,-2 2-33 16,3-3-50-16,4-7-130 15</inkml:trace>
  <inkml:trace contextRef="#ctx0" brushRef="#br0" timeOffset="-54405.22">18097 11600 75 0,'2'0'10'0,"-2"0"-3"15,0 0-8-15,0 0-7 0,0 0 3 16,0 0 4-16,0 0 3 16,2 0 4-16,-2 0-3 15,0 0-4-15,3 3 0 16,1 0-1-16,2-2 0 16,-1-1-2-16</inkml:trace>
  <inkml:trace contextRef="#ctx0" brushRef="#br0" timeOffset="-53821.45">19420 11426 174 0,'0'0'1'0,"0"0"4"0,0 0-5 0,40-5-1 16,-33 1-69-16</inkml:trace>
  <inkml:trace contextRef="#ctx0" brushRef="#br0" timeOffset="-37648.44">11790 16943 14 0,'0'0'85'0,"0"0"-69"0,0 0 69 15,0 0-53-15,0 0 6 16,8-37-4-16,-8 30 1 16,0 0-6-16,0 0-3 15,0-1-7-15,0-1-3 16,-4-1 1-16,-1 0-3 0,-1 0-6 16,-4 3-3-16,-3 0 0 15,-3 5-2-15,-3 2-1 16,-6 3-2-16,-4 13 0 15,-4 8 1-15,1 9-2 0,3 7 2 16,2 5-1-16,4 1-1 16,8-1 2-16,5-4-2 15,9-5 0-15,1-7 0 16,9-7 1-16,6-5-1 16,6-10 1-16,2-7 0 0,4-2 0 15,0-18 1-15,1-8 0 16,-1-6-1-16,-3-7-1 15,-5-2 0-15,-5-1 1 16,-5 5-2-16,-3 6 2 16,-6 8-1-16,0 7 1 15,0 14 0-15,-2 4 0 0,-2 10 0 16,4 13-1-16,0 9 1 16,0 7 2-16,6 5 1 15,6 4-1-15,4 3 0 16,4 4-1-16,-1 2 0 15,-2 3 0-15,-1 0-1 0,-3-1 0 16,-7-2 0-16,-2-6 0 16,-3-7 1-16,-1-7 0 15,-9-3 0-15,-6-7 0 16,-6-6 0-16,-1-5 1 0,-2-6 0 16,-1-6-1-16,1-4 1 15,3-2-1-15,3-14 2 16,3-7-1-16,8-4 0 15,1-6 1-15,6-5-3 16,0 1 0-16,10-4 1 16,6 1-1-16,2 3 0 0,5 2-1 15,3 4 4-15,-1 2 3 16,-3 4-1-16,0 9 1 16,-1 3 0-16,-4 8-1 15,-3 4-1-15,-1 1-1 16,-1 2-1-16,-2 6 0 0,0 5 0 15,1 3 1-15,-2 0 0 16,0 2-2-16,-1 1-1 16,0 0 0-16,-2 0 1 15,-2-1-1-15,-3-4-2 16,-1-5-40-16,0-7-48 0,-7-4-54 16,-7-18-105-16</inkml:trace>
  <inkml:trace contextRef="#ctx0" brushRef="#br0" timeOffset="-37528.44">11852 17088 282 0,'0'0'-1'0,"0"0"2"16,0 0-7-16,0 0-12 16,0 0-108-16</inkml:trace>
  <inkml:trace contextRef="#ctx0" brushRef="#br0" timeOffset="-37168.72">11968 17206 335 0,'0'0'1'16,"0"0"-5"-16,0 0 2 15,0 0 2-15,20 45 2 16,-6-29 11-16,-1 3 23 15,3 1-15-15,1 2-4 0,1-1-9 16,0 0-5-16,0 0-2 16,-3-6 1-16,0-2-1 15,-1-7 1-15,-2-3-1 16,-3-3 1-16,-1-9 1 16,0-9 17-16,-3-8 4 15,1-4-15-15,-4-4-7 0,0-3-1 16,-2 3 0-16,0 3 0 15,0 5-1-15,0 10-2 16,0 5-12-16,2 7-41 16,-2 4-64-16,0 0-16 15</inkml:trace>
  <inkml:trace contextRef="#ctx0" brushRef="#br0" timeOffset="-36824.29">12317 17277 369 0,'0'0'6'0,"0"0"15"16,0 0-20-16,37-14 0 15,-25 9 0-15,-3-2-1 16,-3 2 1-16,1-1 1 16,-2 0 0-16,0-1 1 0,-1-1-1 15,-2-1 0-15,-2 1-2 16,0 1 3-16,0-1-2 15,-6 2 3-15,-4 1 6 16,-3 5 9-16,-3-1-4 16,1 2-6-16,-1 13-5 0,3 4 0 15,4 3-1-15,2 4 0 16,5 2 0-16,2 0 0 16,2 0 0-16,11 0-1 15,2-3-1-15,4-4 0 16,1-4-1-16,0-5 0 0,3-4 0 15,-1-7-1-15,-2 0-22 16,0-9-46-16,-5-11-40 16,-1-5-44-16</inkml:trace>
  <inkml:trace contextRef="#ctx0" brushRef="#br0" timeOffset="-36467.35">12542 17254 307 0,'0'0'4'16,"0"0"22"-16,0 0-21 15,0 0 1-15,14 40-3 16,-9-22-1-16,5 1 1 16,-1 1 1-16,0-2-1 0,2-1 1 15,-4-2-2-15,0-3 1 16,0-5 0-16,-5-2-2 16,0-5 0-16,-2-2 6 15,0-12 2-15,0-4-4 16,-6-6-2-16,1-2 0 0,-2 0 0 15,1 2 0-15,5 3 17 16,1 5-2-16,0 5-3 16,0 5-5-16,7 6-7 15,7 0-3-15,-1 4 0 16,5 11-1-16,0 2 1 0,2 3 0 16,0 1 1-16,-2 0-2 15,2-2 2-15,-2-4-1 16,-2-1 0-16,2-2-1 15,-3-2-20-15,-4-3-63 16,-1-6-69-16</inkml:trace>
  <inkml:trace contextRef="#ctx0" brushRef="#br0" timeOffset="-35436.53">13640 17125 168 0,'0'0'3'0,"0"0"26"15,0 0-8-15,44-25 10 16,-34 19-5-16,-3 0-3 0,-3 3-1 16,-2-2 12-16,-2 0-5 15,0 0-11-15,-11 3-8 16,-3 1-5-16,-6 1-3 16,-2 0 0-16,-3 1 1 15,0 8 2-15,-1 5 5 16,6 3-1-16,-1 0-2 0,7 6-1 15,2 1-4-15,9 1-1 16,3 1 0-16,0-2-1 16,9-1 0-16,7-3 0 15,-1-5 0-15,3-7 0 16,1-6 0-16,0-2 1 0,-3-13 0 16,-2-9 0-16,0-6 0 15,-4-5 0-15,-6-6-1 16,-1-6 2-16,-3-6-1 15,-2-4-2-15,-3-4 1 0,-5 0-1 16,0 3 0 0,-1 9 1-16,-2 9-1 0,-1 12 2 15,5 8-1-15,-1 11 2 16,2 7-1-16,4 1 1 16,4 16-2-16,0 7 0 15,2 6 1-15,8 9 2 0,5 5-1 16,3 5 0-16,1 1-1 15,2 0-1-15,2-1 0 16,-2-5 0-16,0-4 0 16,-1-9-2-16,-5-9-76 15,-6-9-83-15</inkml:trace>
  <inkml:trace contextRef="#ctx0" brushRef="#br0" timeOffset="-34838.65">14019 17098 201 0,'0'0'4'0,"0"0"31"0,0 0-1 16,0 0-11-16,0 0 1 16,-6-37 6-16,-3 31 3 0,-6 2-6 15,1 2-1-15,-4 1-6 16,1 1-4-16,-2 1-7 16,1 11-5-16,1 1-2 15,-1 4 0-15,6 1-1 16,4 2 0-16,0 0-1 0,6 1 0 15,2 1 0-15,0 2 0 16,8 0 0-16,1-3 0 16,3-1 0-16,1-1-1 15,1-5 2-15,3-8-2 16,-3-6 1-16,3 0 1 16,-4-12 0-16,-3-9 1 0,1-5-2 15,-3 2 0-15,-4-1 0 16,-3 3 0-16,-1 4 0 15,0 4 1-15,0 4-1 16,0 2 2-16,0 4 25 16,0 4-9-16,0 0-15 0,0 2-3 15,3 8 1-15,5 1-1 16,3 4 0-16,2 1-1 16,3 0 2-16,-1 4-1 15,3-3-1-15,-2 1 1 16,4-2-1-16,-6-2-9 0,1-7-81 15,-4-7-41-15,-4-1 32 16,0-18-101-16</inkml:trace>
  <inkml:trace contextRef="#ctx0" brushRef="#br0" timeOffset="-34609.16">14113 16838 390 0,'0'0'1'0,"0"0"12"0,0 0-10 0,-6 55 1 0,13-23 6 16,6 6 17-16,3 5-3 15,4-1-14-15,1 1-5 16,2 1-4-16,-2-4-1 16,1-3 0-16,-7-7 0 15,-1-5-13-15,-5-11-145 16,-9-11-6-16</inkml:trace>
  <inkml:trace contextRef="#ctx0" brushRef="#br0" timeOffset="-34435.77">14113 17170 381 0,'0'0'4'15,"0"0"-4"-15,0 0-3 16,0 0 2-16,0 0 2 15,54-12-2-15,-29 5 2 16,4-2-1-16,0-1-51 0,0-6-58 16</inkml:trace>
  <inkml:trace contextRef="#ctx0" brushRef="#br0" timeOffset="-34041.22">14529 17018 383 0,'0'0'6'0,"-40"1"-2"0,20 7-1 15,-4 3-3-15,1 5 3 16,1 0 15-16,1 2 20 16,5 2-21-16,6-1-9 15,4 0-6-15,5 2-1 16,1-3-1-16,0-1 1 0,11 0-1 15,1-6-1-15,3-1 2 16,1-7-1-16,0-3 0 16,0 0 0-16,-2-10 0 15,-2-8-1-15,-1-2-2 16,-4-2-2-16,-1 1 2 16,-4 2 3-16,-2 5-1 0,0 6 2 15,0 2 5-15,0 6 6 16,1 0-9-16,6 6-5 15,0 7 2-15,5 4 1 16,2 1 2-16,4 5-1 16,4-3-1-16,3 1-1 0,2-4 1 15,-1-5-2-15,1-8-37 16,-3-2-147-16</inkml:trace>
  <inkml:trace contextRef="#ctx0" brushRef="#br0" timeOffset="-33088.15">15142 16828 394 0,'0'0'3'0,"0"0"-3"16,7 50 2-16,4-19 1 15,0 7-1-15,2 5 1 16,-2-3-1-16,3 2 1 0,-5-5 0 16,-1-4-1-16,0-6 0 15,-2-8-1-15,-5-5 0 16,-1-6 3-16,0-3-2 16,0-5 1-16,0 0 3 15,-1-9 42-15,-6-7-41 0,0-7-6 16,1-8 0-16,-3-10-1 15,1-2 0-15,2-1 0 16,-3-2 2-16,3 1-2 16,2 6 0-16,0 6 0 0,1 6 1 15,3 5 1-15,-2 5 22 16,2 5-10-16,0 4 1 16,0 3-3-16,0 5-4 15,0 0-5-15,5 0-2 16,5 6 0-16,3 4 0 15,3 7 0-15,-1 1 0 0,6 2 0 16,0 0-1-16,3 0 0 16,-3-3 1-16,2-3-2 15,-2-5 1-15,-4-5 1 16,-1-4-1-16,-5 0 0 16,1-10 0-16,-2-7 1 0,0-4 0 15,-2-5-2-15,1-2 1 16,-2 1 0-16,-4 1 0 15,0 6 0-15,0 5 0 16,-3 5 1-16,0 6 0 16,0 4-1-16,2 0-1 0,0 11 0 15,1 5 1 1,4 6 2-16,-1 4-2 0,0 2 1 16,2 4-1-16,5 0 0 15,-2 4 0-15,1-1-1 16,1 4 0-16,0-2-2 15,0-1-13-15,1-4-42 0,-2-5-41 16,-1-8-80-16</inkml:trace>
  <inkml:trace contextRef="#ctx0" brushRef="#br0" timeOffset="-32611.59">15913 16963 385 0,'0'0'0'0,"0"0"13"0,0 0 7 0,0 0-12 0,0 0-5 16,-43-13 0-16,24 25 3 15,0 3 11-15,-3 2 15 0,4 5-22 16,2 0-3-16,5 2-2 15,5-1-2-15,6 0-3 16,0-6 1-16,6 0-1 16,8-4 0-16,8-6 0 15,-2-6 0-15,5-1 0 16,-3-4 0-16,0-10-1 0,-1-6 0 16,-6-1 0-16,-1 0 0 15,-9 3 2-15,1 2-1 16,-6 5 0-16,0 6 1 15,0 3 0-15,0 2 0 16,0 2-1-16,0 9 0 0,0 3 0 16,0 2 1-16,4 2-2 15,5-1 2-15,5-1-1 16,1 1-1-16,3-1 1 16,-2-5-2-16,4-2-88 0,-4-8-29 15,-3-1-54-15</inkml:trace>
  <inkml:trace contextRef="#ctx0" brushRef="#br0" timeOffset="-32000.52">16044 16686 441 0,'0'0'1'0,"0"0"-4"0,0 0 1 15,-6 63 3-15,17-28 0 0,3 1 2 16,3 3 0-16,4 4 3 16,-2 0 5-16,4 2-6 15,-2 0-1-15,-2-6-3 16,-3-4 1-16,-3-7-2 16,-4-9 1-16,-2-8 0 0,-3-5 0 15,-3-5-1-15,-1-1 5 16,0-4 3-16,0-10-6 15,2-2-2-15,2-5 3 16,3 0-3-16,2 2 0 16,2 3-2-16,1 4 4 0,1 8-2 15,5 4-2-15,-3 0 1 16,3 11 0-16,-4 5 0 16,4 3 1-16,-1 2 0 15,-1 0 0-15,-3-1 0 16,1-3 0-16,-5-3 0 0,-1-3 0 15,-2-3 0-15,0-3 1 16,-4-3-1-16,-1-2 0 16,-1 0 4-16,1-10-1 15,0-2 0-15,3-6 4 16,2-2 0-16,0-1-2 0,4 2-1 16,3 4-2-16,-2 3 0 15,1 4-1-15,-1 6 0 16,3 2-2-16,-1 5 1 15,2 7-1-15,1 5 1 16,-1 5-2-16,-1-1 4 0,1 3-4 16,-3 2 4-16,-1-2-2 15,-2-1 0-15,2-2-2 16,-6-1 1-16,-1-6-33 16,-4-7-80-16,0-7-111 15</inkml:trace>
  <inkml:trace contextRef="#ctx0" brushRef="#br0" timeOffset="-31820.64">16481 16709 520 0,'0'0'2'0,"0"0"0"0,0 0-5 0,0 0 2 16,0 0 0-16,0 0 1 15,0 0 0-15,0 0 1 16,0 0-2-16,33 42-43 0,-17-26-63 16,-3-2-47-16</inkml:trace>
  <inkml:trace contextRef="#ctx0" brushRef="#br0" timeOffset="-31580.54">16731 16923 364 0,'0'0'1'15,"53"49"2"-15,-23-17 0 0,3 5 0 16,-2 3 1-16,-4-3 0 16,0-3 0-16,-2-3-1 15,-3-1-1-15,-2-3-1 16,-2-4 0-16,-5-2-3 15,-2-8-52-15,-4-9-52 0,-4-4-98 16</inkml:trace>
  <inkml:trace contextRef="#ctx0" brushRef="#br0" timeOffset="-31371.1">16935 16962 352 0,'0'0'122'16,"0"0"-116"-16,-37-15 26 16,26 24-22-16,0 15-4 0,1 8 19 15,-1 4 13-15,3 4-16 16,1 1-13-16,4-1-6 16,2 1-3-16,-1 3 2 15,0-3-4-15,-4-7-23 16,0-16-146-16</inkml:trace>
  <inkml:trace contextRef="#ctx0" brushRef="#br0" timeOffset="-30056.67">17779 17208 188 0,'0'0'0'0,"0"0"1"0,0 0 0 0,0 0 4 15,0 0 5-15,0 0 22 16,58 16-8-16,-26-11 0 0,11-4 6 15,9 2-4-15,10-2 0 16,9 1-8-16,7-2-1 16,5 0 0-16,2 0-3 15,1 0-3-15,-1 0-1 16,-2 1-1-16,-10-1 0 0,-5 0-4 16,-8 0 0-16,-9 3-2 15,-9-1-2-15,-5 1 0 16,-11-1-1-16,-3 1 1 15,-7-1-1-15,-7 0 0 16,-1-2 0-16,-7 2 0 0,-1 0-1 16,-1-2-6-16,-11 0-80 15,-3-6-100-15</inkml:trace>
  <inkml:trace contextRef="#ctx0" brushRef="#br0" timeOffset="-29643.23">18841 17062 52 0,'0'0'164'0,"0"0"-138"0,0 0 16 0,0 0 4 0,0 0-4 0,0 0-12 15,0 0-22-15,0 0-4 16,40-1 7-16,-19 17 11 15,5 5-9-15,0 0-6 16,3 2-3-16,-1-2-3 16,-1-1 1-16,-1 1-2 0,-6-5 0 15,-2 0-1-15,-4-5-56 16,-7-6-49-16,-1-5-22 16</inkml:trace>
  <inkml:trace contextRef="#ctx0" brushRef="#br0" timeOffset="-29174.46">19177 17274 176 0,'0'0'6'0,"0"0"30"0,0 0-14 0,0 0-1 0,0 0 0 16,0 0-1-16,0 0-7 15,0 0-3-15,-41 13 4 16,30 1 14-16,-5 5 1 0,1 6-9 16,-6 2-9-16,0 3-4 15,-4-1 0-15,0 0-3 16,0-2-3-16,2-4 0 15,2-5-1-15,4-2 0 16,6-4 1-16,5-3-2 0,4-6 0 16,2-3-42-16,0-7-122 15</inkml:trace>
  <inkml:trace contextRef="#ctx0" brushRef="#br0" timeOffset="-26776.85">20244 16922 290 0,'0'-20'-2'0,"0"0"25"0,0 3 33 16,-11 7-16-16,-5 5-16 15,-7 5-11-15,-5-2 0 16,-8 16 2-16,0 9 0 16,-1 7-3-16,3 9 1 15,3 7-6-15,4 2-1 0,10 2-3 16,7-2-1-16,8-1 0 15,2-4-1-15,16-5 0 16,9-2-1-16,10-5 1 16,2-6-1-16,8-8 0 15,1-8 1-15,5-9-2 0,-5 2-19 16,0-19-61-16,-7-8-68 16,-3-7-122-16</inkml:trace>
  <inkml:trace contextRef="#ctx0" brushRef="#br0" timeOffset="-26448.99">20463 17125 365 0,'0'0'15'0,"0"0"2"16,-40 10 1-16,29 3 16 16,-3 4 1-16,3 1-10 0,5 5-11 15,2 1-6-15,4 0-2 16,0 2-1-16,8-2-1 15,5-3-1-15,1-4-2 16,4-7 0-16,2-7 0 16,2-3 0-16,0-6 1 0,-3-12 1 15,1-5-2-15,-7-4-1 16,-4-2 0-16,-4 0 0 16,-5 1-1-16,-7 5-1 15,-9 5 0-15,-6 6 1 16,-5 6-2-16,2 6 0 0,1-1-1 15,1 7-1-15,7 7-8 16,6 3-69-16,5-1-44 16,5-1-3-16</inkml:trace>
  <inkml:trace contextRef="#ctx0" brushRef="#br0" timeOffset="-26122.22">20651 17159 381 0,'0'0'40'0,"0"0"1"15,0 0-29-15,0 0-8 16,0 0 7-16,0 0 18 16,47 60-10-16,-29-36-10 15,0 3-3-15,4 0-3 0,-3-4 0 16,-2-5 0-16,1-5-5 15,-3-10 4-15,-1-3-1 16,-1-12 1-16,-5-8 0 16,1-4 0-16,-3-4-2 15,-2-1 1-15,-4 0-1 0,0 0-2 16,0 4 0-16,0 3-4 16,0 5-17-16,0 6-20 15,2 5-37-15,5 5-61 16,5 1-49-16</inkml:trace>
  <inkml:trace contextRef="#ctx0" brushRef="#br0" timeOffset="-25298.81">21136 17158 324 0,'0'0'3'0,"0"0"55"15,0 0-6-15,0 0-11 16,0 0-9-16,-36-29-11 15,19 29-10-15,-5 0-5 16,3 0-4-16,-1 11 0 16,2 0-1-16,3 4 0 15,3 0-1-15,2 3 0 0,7 0 0 16,3 1 0-16,0 1 1 16,4-3-2-16,6 1 1 15,3-3 0-15,2-4-1 16,0-3 1-16,1-6-1 0,3-2 0 15,-6-7 2-15,3-11-1 16,-7-1 0-16,0-3 0 16,-5 2 1-16,1 3-1 15,-5 5 1-15,0 2 0 16,0 6 2-16,-5 1 0 0,1 3 1 16,1 0-2-16,-2 3-1 15,4 5 0-15,1 6 2 16,0-1-1-16,2 3 0 15,7-1 1-15,5 2-2 16,0 0 0-16,2 0-1 16,2-3 0-16,-2 0 1 0,0-3-1 15,-1-7 0-15,0-4 0 16,1-7 0-16,0-12-1 16,0-5 2-16,-1-3-2 15,-1 0 1-15,-3 2 0 16,-4 4 0-16,2 5 0 0,-6 7 0 15,1 4 0-15,2 5 0 16,-1 0-1-16,1 3 0 16,2 8 1-16,2 5 0 15,1 1 0-15,3 1 0 0,-1-1 0 16,3-1 0-16,-1-2 1 16,0-3-1-16,0-4 0 15,2-3 0-15,1-4 0 16,-2 0 1-16,-1-8-1 15,0-8 1-15,-1-2-1 16,-4 0 0-16,-5 0 1 0,-2 1 0 16,-2 2 0-16,-1 4 4 15,0 3 6-15,0 6-5 16,0 2-3-16,0 0-4 16,0 9 1-16,0 3 1 15,4 3-1-15,1 2 1 16,6 1 1-16,-1 0-1 0,2-3-1 15,0-2 1-15,0 0-1 16,-1-6-4-16,-1-2-70 16,-3-5-33-16,-1 0-101 15</inkml:trace>
  <inkml:trace contextRef="#ctx0" brushRef="#br0" timeOffset="-25159.18">21494 17067 333 0,'0'0'-2'0,"0"0"4"0,0 0-3 0,0 0-10 15,0 0-52-15,0 0-8 16</inkml:trace>
  <inkml:trace contextRef="#ctx0" brushRef="#br0" timeOffset="-24709.71">21947 17118 349 0,'0'0'7'0,"0"0"39"16,0 0-1-16,0 0-1 16,-44-13-12-16,24 13-7 15,-5 6-8-15,-2 5-8 16,3 5-5-16,3 1 2 0,6 3-1 15,4 0 0-15,2 2-2 16,9-2-2-16,0 1-1 16,12-5 1-16,5-2-1 15,5-5 0-15,3-7-1 16,4-2 2-16,-2-5-2 16,-1-11-1-16,-3-4-2 0,-1-4 3 15,-8 0 1-15,-3 0-1 16,-6 4 1-16,-4 2 0 15,-1 3 1-15,0 4 0 16,-4 7-1-16,-2 1 3 16,1 3-2-16,5 1-1 0,0 10 0 15,0 3 1-15,6 1 0 16,5 2 1-16,4 1-1 16,2-1 0-16,2-3 0 15,-1 0-1-15,3-5 0 16,-5-2-4-16,2-3-46 0,-4-4-25 15,1 0-79-15,-5-10-84 16</inkml:trace>
  <inkml:trace contextRef="#ctx0" brushRef="#br0" timeOffset="-24336.51">22144 17124 386 0,'0'0'17'0,"0"0"23"0,0 0-37 15,0 0 1-15,0 0 3 16,34 44 8-16,-21-29 0 0,-1 2-5 16,0 0-6-16,-2-1-1 15,-5-2-1-15,0 0-1 16,0-5-1-16,-5-3 0 16,2-2-3-16,-2-4 0 15,0 0 8-15,0-6-4 0,0-5-1 16,0-5-1-16,0-2-1 15,-2-2 1-15,0 1 1 16,1-1-2-16,1 2 2 16,0 6 2-16,0 1 3 15,5 6-2-15,2 5-2 0,3 0-1 16,2 0-1-16,2 9 1 16,-1 3 0-16,1 1-1 15,2-1 2-15,-2 1-1 16,1 1 0-16,-2-2-1 15,1-1-44-15,-1-1 4 16,0-3-77-16,1-4-13 0</inkml:trace>
  <inkml:trace contextRef="#ctx0" brushRef="#br0" timeOffset="-23898.44">22614 17127 278 0,'0'0'143'16,"0"0"-89"-16,0 0-9 16,0 0 1-16,-43-33-13 15,33 33-16-15,2 1-10 0,3 12-3 16,4 1-1-16,1 2-1 16,0 1 1-16,8 0-2 15,4-2 0-15,5-2-1 16,0 0 1-16,5-6-1 0,1-2 1 15,5-5-1-15,5 0 0 16,0-8 0-16,4-9 1 16,-3-1-1-16,-3-2 0 15,-5-2 0-15,-8 0-1 16,-9 2 2-16,-8 3-1 16,-1 3 2-16,-12 5-2 0,-8 5 1 15,0 4-1-15,-2 1-1 16,6 14 1-16,2 0 0 15,5 2 0-15,8 1 0 16,1-3 0-16,11-4 1 16,15-5 0-16,6 0-1 0,8-6 2 15,7 0-2-15,2-2-2 16,4-10-61-16,-4-10-102 16</inkml:trace>
  <inkml:trace contextRef="#ctx0" brushRef="#br0" timeOffset="-23076.73">23519 16796 351 0,'0'0'2'0,"0"0"20"0,0 0-22 16,4 52 8-16,0-10 44 15,3 4-14-15,0 8-3 0,2 3-18 16,-4 1-10-16,1-2-5 15,-4-5-1-15,-1-12 0 16,0-9-1-16,-1-10 1 16,0-10-1-16,0-10 1 0,-2-6 2 15,-4-14-1-15,2-7-2 16,1-12 1-16,-1-7-1 16,0-9 0-16,1-7 0 15,0-4 0-15,1 2 0 16,-4 5 0-16,4 7 0 15,-1 11 0-15,3 14 0 0,0 12 3 16,0 12 23-16,9 3-18 16,7 11-7-16,6 11 2 15,6 7 0-15,4 3-1 16,2 3 0-16,-1-1 0 16,0-2-2-16,-6-4 1 0,0-5-1 15,-7-5 0-15,-1-3-3 16,-6-9-11-16,0-6-63 15,-4 0-79-15,-1-15-116 16</inkml:trace>
  <inkml:trace contextRef="#ctx0" brushRef="#br0" timeOffset="-22649.9">24071 16797 439 0,'0'0'6'0,"0"0"-5"0,0 0 1 0,0 0 6 16,-56 30 22-16,31-12-9 16,-1 4-11-16,-1 2-6 15,1 2-3-15,5-1 0 16,-3-2-1-16,7-1 0 0,2-5 0 16,6-4 0-16,3-6 0 15,6-4-1-15,0-3 1 16,12-8 0-16,8-11 0 15,3-6 0-15,8-7 0 16,-1-2 0-16,2 0 0 0,-2 1 0 16,-5 5 0-16,-3 4 1 15,-9 4-1-15,-4 11 0 16,-2 2 1-16,-7 7 7 16,0 0 3-16,0 9-7 15,-2 5 7-15,-3 7 12 0,3 4-6 16,2 4-5-16,0 4-1 15,0 5-2-15,5 2-4 16,4 1-3-16,3-1-1 16,2-3 0-16,-1-6-1 15,2-5 0-15,-3-5-1 16,-1-7-19-16,-2-2-50 0,-3-7-14 16,-2-5-131-16</inkml:trace>
  <inkml:trace contextRef="#ctx0" brushRef="#br0" timeOffset="-22181.63">24455 17080 365 0,'0'0'2'0,"0"0"60"0,0 0-19 0,-23-37-11 15,9 29-2-15,-5 2 2 16,-2 1-6-16,-2 5-5 16,-2 0-11-16,1 6-4 15,-2 8-3-15,3 4 0 0,4 5-2 16,4 0-1-16,5-2 1 16,7 1-1-16,3-1 1 15,2-3-1-15,13-6 0 16,5-1 0-16,5-7-1 15,3-4-1-15,2 0-2 0,1-15 1 16,-4-1 2-16,-5-3 1 16,-7 0 0-16,-5 0 0 15,-7 5 1-15,-3 1 0 16,0 4 0-16,-8 4 1 16,-2 5 0-16,-1 0-1 0,1 5-1 15,3 7 1-15,4 2 0 16,3 0-1-16,3 1 0 15,14-1 1-15,4-3-1 16,6-1 0-16,4-2-1 16,2-3-9-16,0-4-62 0,-4-1-17 15,-3-2-83-15</inkml:trace>
  <inkml:trace contextRef="#ctx0" brushRef="#br0" timeOffset="-21575.43">24600 16796 366 0,'0'0'61'0,"0"0"-55"0,0 0 37 0,0 0-15 16,0 0-22-16,0 0 0 15,0 0 18-15,10 46 0 16,3-16-11-16,-2 6-5 15,2 2-3-15,1 3 0 16,-4 2-4-16,1-3 0 16,0-5 0-16,-4-4-1 0,-1-9 0 15,-2-8 0-15,0-7 1 16,1-7-1-16,0 0 2 16,1-10 0-16,-2-5-2 15,3-6 0-15,1-1 0 16,2 1 0-16,-2 1 0 0,2 5 0 15,1 4 0-15,0 8 0 16,3 3 0-16,1 0-1 16,2 8 1-16,0 8-1 15,0 2 2-15,-1 1-1 16,-2-1 0-16,-4-2 0 0,0-3 0 16,-3 0 1-16,-2-6-2 15,-1-1 1-15,-1-2-1 16,0-3 1-16,-3-1-1 15,2 0 1-15,-2-4 0 0,1-7 0 16,1-8-1-16,2-2 0 16,6-4 1-16,0-1 1 15,4 1 1-15,2 3 13 16,2 9 0-16,3 5-10 16,0 8-3-16,-1 0-1 0,-2 14 0 15,0 4 1-15,-3 5-1 16,-3 1-1-16,-3-1 3 15,-1-2-5-15,-2-1-2 16,-1-4-44-16,-2-8-49 16,-1-3-93-16</inkml:trace>
  <inkml:trace contextRef="#ctx0" brushRef="#br0" timeOffset="-21377.67">25015 16868 420 0,'0'0'14'0,"0"0"28"0,0 0-17 0,0 0-18 0,0 0-6 16,0 0-1-16,0 0-1 16,50-6-63-16,-34 16-157 0</inkml:trace>
  <inkml:trace contextRef="#ctx0" brushRef="#br0" timeOffset="-21168.32">25317 17195 506 0,'0'0'30'0,"0"0"10"15,0 0 8-15,51-44-17 16,-32 26-8-16,1 0-10 0,2 0-7 15,-1-1-5-15,-1 1-1 16,-2 4 0-16,-5 1 0 16,-5 3-3-16,-3 0-37 15,-5 3-53-15,-4-2-76 16,-10-2-182-16</inkml:trace>
  <inkml:trace contextRef="#ctx0" brushRef="#br0" timeOffset="-20973.72">25289 16942 495 0,'0'0'3'0,"0"0"49"0,0 0-24 16,0 0 11-16,0 0 4 15,60 41-7-15,-27-13-6 16,5 2-13-16,-2 4-11 16,-2 0-4-16,-3-2-2 15,-8-8-3-15,-5-11-90 0,-5-13-176 16</inkml:trace>
  <inkml:trace contextRef="#ctx0" brushRef="#br0" timeOffset="-17227.78">21927 17845 53 0,'4'-3'43'0,"1"-1"-31"0,-3 4-7 15,0 0-4-15,-1 0-2 16,2 0-2-16,-3 3-1 0,0 1-3 15,0-4-59-15</inkml:trace>
  <inkml:trace contextRef="#ctx0" brushRef="#br0" timeOffset="-15555.82">21944 17869 23 0,'0'-10'3'0,"0"2"19"0,2-2 2 15,-2 1-8-15,4 1 35 0,-4 3-29 16,0-1 6-16,2 1-3 16,-2-1-4-16,0 1 6 15,0-1 0-15,0 3 0 16,0 0 8-16,0 2 4 0,0 1-11 15,0 0-15-15,-2 13-10 16,2 7-1-16,-3 11 8 16,3 9 16-16,-1 14-8 15,1 12 5-15,-1 11-4 16,0 8-9-16,-3 3-5 16,2-4-2-16,2-4 0 0,0-12-1 15,0-13 1-15,0-9 0 16,0-13 0-16,0-9-2 15,-2-9 1-15,-2-7-1 16,0-8 0-16,1 0 1 16,1-13-2-16,2-7-22 0,0-5-65 15,0-9-80-15</inkml:trace>
  <inkml:trace contextRef="#ctx0" brushRef="#br0" timeOffset="-15164.54">21928 18076 235 0,'0'0'6'0,"10"-39"33"0,-2 20-1 0,4 2 1 15,1 2 0-15,4 2-9 16,3 4-6-16,-1 7-10 0,4 2-5 16,-1 5-4-16,-2 14-1 15,-1 5-3-15,-6 4 0 16,-3 4 0-16,-8 0 0 16,-2-1-1-16,-3-4 0 15,-13 0 1-15,-3-5 0 16,-2-4-1-16,-5-1 1 0,2-3-1 15,-1-7 0-15,4 0-1 16,-1-3-3-16,7-4-55 16,2-2-43-16,9-2-21 15</inkml:trace>
  <inkml:trace contextRef="#ctx0" brushRef="#br0" timeOffset="-14879.54">22426 17974 349 0,'0'0'-4'0,"0"0"15"15,0 0 43-15,0 0-32 16,45-4-2-16,-24 17 9 15,5 4-4-15,0 3-12 16,1 4-7-16,0 1-1 16,-2 0-3-16,-3-2-2 15,0-5 0-15,-5-4 1 0,-4-2-2 16,-3-4-32-16,-5-5-19 16,-3-2-56-16,-2-1-4 15</inkml:trace>
  <inkml:trace contextRef="#ctx0" brushRef="#br0" timeOffset="-14680.73">22646 17976 298 0,'0'0'4'0,"0"0"54"0,0 0-11 15,-46-4-25-15,30 17 14 16,1 5-6-16,1 3-10 15,-1 5-13-15,4 4-6 16,-1 2 0-16,2 3-2 16,1 1 1-16,1-6-6 15,2-9-139-15,1-8-155 0</inkml:trace>
  <inkml:trace contextRef="#ctx0" brushRef="#br0" timeOffset="-14380.85">23006 17861 512 0,'0'0'14'0,"0"0"-9"15,0 0-6-15,0 0 2 16,37 68 2-16,-29-24 5 15,-4 6 11-15,0 6-1 16,-2 3-11-16,0 7-4 16,0 2-2-16,0-5 0 0,-2-3-1 15,2-11-1-15,0-7-5 16,1-13-63-16,-2-11-23 16,-1-11-45-16,0-7-74 15</inkml:trace>
  <inkml:trace contextRef="#ctx0" brushRef="#br0" timeOffset="-14053.92">22996 18033 217 0,'0'0'31'0,"0"0"-26"16,4-50 26-16,9 37 16 15,4 2 3-15,2 2-12 16,6 8-10-16,0 1-9 16,2 5-13-16,-1 10-3 15,-4 3-1-15,-3 4-1 0,-7 0 1 16,-4-1 0-16,-6-1-2 15,-2-4 1-15,-8 2 0 16,-9-5-1-16,-7 0 0 16,-1-4-1-16,-2-2-6 15,-1-6-77-15,5-1-86 0</inkml:trace>
  <inkml:trace contextRef="#ctx0" brushRef="#br0" timeOffset="-12536.52">24645 17758 231 0,'0'-7'-4'0,"-4"0"52"16,0 7 0-16,3 2-14 0,1 16-28 15,0 9 7-15,0 11 28 16,8 12-13-16,2 8 2 16,0 13-7-16,2 6-6 15,-5 3-8-15,3 3-5 16,-3-4-3-16,-1-7 0 0,-1-8-1 15,1-13 0-15,-4-13 0 16,-2-11 0-16,0-10-2 16,0-12-44-16,0-5-35 15,-7-13-32-15,0-14-175 16</inkml:trace>
  <inkml:trace contextRef="#ctx0" brushRef="#br0" timeOffset="-12209.57">24687 18041 290 0,'0'0'0'0,"-4"-43"3"16,4 22 31-16,12 7 17 15,6 3-22-15,5 4-7 0,5 5-3 16,2 2-5-16,2 4-8 15,-3 9 0-15,-2 7-3 16,-6 3 0-16,-8 1-2 16,-4 1 0-16,-8 0-1 15,-1-3 0-15,-6-2 0 0,-12-1 1 16,-4-1 0-16,-3-4-1 16,-4-2-2-16,2-4-2 15,0-3-2-15,4-3-34 16,8-2-16-16,7 0-11 15,8-9 2-15,7-6-94 0</inkml:trace>
  <inkml:trace contextRef="#ctx0" brushRef="#br0" timeOffset="-12026.64">25213 17992 445 0,'0'0'3'16,"0"0"-1"-16,42-22 5 16,-25 21 2-16,-1 1-7 0,3 0-1 15,-4 1-1-15,-1 9 0 16,-7-2-53-16,-5 2-66 16,-2-2-28-16</inkml:trace>
  <inkml:trace contextRef="#ctx0" brushRef="#br0" timeOffset="-11865.61">25143 18177 278 0,'0'0'13'15,"0"0"17"-15,43 5 35 16,-13-5-50-16,4 0-9 16,2-6-5-16,2-4 1 0,-5 0-5 15,-1-4-94-15,-3-2-12 16</inkml:trace>
  <inkml:trace contextRef="#ctx0" brushRef="#br0" timeOffset="-11646.22">25560 17823 431 0,'0'0'4'15,"0"0"27"-15,0 0-25 16,24 39 17-16,-14-8 4 0,3 9-12 15,-1 3-8-15,0 4-2 16,2 0-3-16,-6 3-1 16,1-1-1-16,-3-8-1 15,0-3-10-15,-3-14-80 16,2-11-60-16,-3-13 8 0</inkml:trace>
  <inkml:trace contextRef="#ctx0" brushRef="#br0" timeOffset="-11428.02">25811 17727 452 0,'0'0'4'0,"0"0"21"16,0 0-11-16,-1 47 17 16,1-6 6-16,6 10-12 15,4 3-7-15,2 2-9 0,1-2-4 16,1-5-4-16,0-4 0 15,-1-6-1-15,-3-6-1 16,-2-9-46-16,-4-11-58 16,-1-9-29-16,-3-4-41 15</inkml:trace>
  <inkml:trace contextRef="#ctx0" brushRef="#br0" timeOffset="-11215.5">25510 17973 385 0,'0'0'2'16,"0"0"2"-16,0 0 4 15,0 0 13-15,0 0 0 16,71-18 1-16,-21 12-7 16,9-3-6-16,6-2-6 0,1-2-2 15,1 0 0-15,-11 3 0 16,-8 2 1-16,-11 4-11 15,-12 4-73-15,-15 1-38 16,-10-1-31-16</inkml:trace>
  <inkml:trace contextRef="#ctx0" brushRef="#br0" timeOffset="-11019.53">25620 18193 226 0,'0'0'2'15,"0"0"50"-15,40 9 36 16,-7-11-33-16,10-8-33 16,2-3-15-16,8-2-5 15,2-2-2-15,1-2-2 16,-2-4-52-16,0-3-67 16</inkml:trace>
  <inkml:trace contextRef="#ctx0" brushRef="#br0" timeOffset="-10693.33">26349 17906 460 0,'0'0'39'16,"0"0"-37"-16,0 0-3 16,-23 44 5-16,23-27 2 15,5 1-1-15,8-2 6 16,3 3-1-16,1-4-6 0,3-3-2 15,-1-1-1-15,-4-8-1 16,-2-1 2-16,-3-2-2 16,-4-8 2-16,-6-9 0 15,0-4-1-15,-7-4-3 16,-13-1 1-16,-2 0-1 0,-7 1 0 16,-1 3 0-16,1 3 2 15,5 4-1-15,2 4 0 16,8 1 0-16,10 4-1 15,4 2-1-15,15 0-63 16,13-1-42-16,11-3-19 16</inkml:trace>
  <inkml:trace contextRef="#ctx0" brushRef="#br0" timeOffset="-10432.72">26755 17695 385 0,'0'0'26'0,"0"0"-10"0,0 0 14 15,-46-22 3-15,27 25-9 16,-1 14 0-16,2 9 2 16,9 9-11-16,4 9-5 15,5 12 2-15,5 6-3 16,9 9-1-16,-1 3-3 0,2 0-3 16,-3-1 0-16,-4-4-2 15,-4-9 0-15,-3-9 1 16,-1-10-1-16,0-10 0 15,-8-11 0-15,-3-6 1 16,-2-10-1-16,-3-4-6 0,0 0-42 16,-2-7-34-16,-1-14-48 15,2-9-138-15</inkml:trace>
  <inkml:trace contextRef="#ctx0" brushRef="#br0" timeOffset="-10276.64">26597 18222 451 0,'0'0'2'16,"0"0"11"-16,53-32-1 16,-26 22 0-16,4-1-6 0,4-3-2 15,4-1-1-15,-2-2-3 16,1-1-2-16,-1-6-60 16,-2-9-105-16</inkml:trace>
  <inkml:trace contextRef="#ctx0" brushRef="#br0" timeOffset="-10071.01">27159 17742 555 0,'0'0'-2'0,"-3"63"2"16,3-23 1-16,0 10 10 0,7 4-3 15,3 1-2-15,0 1-1 16,0 0-4-16,-5 1 1 15,0-4-2-15,-2-3 1 16,-3-7-2-16,0-9-35 16,0-14-78-16,-4-13-108 0</inkml:trace>
  <inkml:trace contextRef="#ctx0" brushRef="#br0" timeOffset="-9763.9">27120 17829 445 0,'9'-49'4'15,"1"1"-2"-15,4 13 20 16,-1 8 9-16,5 12-10 0,-1 9-6 16,4 6-7-16,-5 7-5 15,2 15-1-15,-5 8 1 16,-2 3-3-16,-8 4 0 15,-3 2 3-15,0-3-3 16,-7-3 0-16,-7-6 0 16,-5-4 0-16,-1-7 2 0,-4-8-4 15,2-2 1-15,1-6-3 16,1 0-10-16,8-3-28 16,2-10-17-16,10-4-67 15,0-10-106-15</inkml:trace>
  <inkml:trace contextRef="#ctx0" brushRef="#br0" timeOffset="-9493.63">27417 17935 407 0,'0'0'2'0,"0"0"-1"16,42 51 13-16,-26-33 0 15,-2 2-7-15,-3-1 2 16,-1-1 2-16,-5-1-8 15,0-4-2-15,-3-3 0 16,-2-5-1-16,0-5 1 0,-6 0 2 16,0-7 0-16,-3-8-2 15,3-8 1-15,2-1-1 16,4-5 0-16,0-3-1 16,8 2 0-16,8 0-1 0,6 7 1 15,5 4-11-15,0 4-83 16,2 4-84-16</inkml:trace>
  <inkml:trace contextRef="#ctx0" brushRef="#br0" timeOffset="-9165.29">27739 18038 74 0,'0'0'308'0,"0"0"-304"16,0 0-3-16,0 0 21 15,42-32-4-15,-24 17-3 0,0 1-5 16,1 1-7-16,-3 1-2 16,-2-2 1-16,-5 2-2 15,-5 2 4-15,-4-1-4 16,0 2 6-16,-8 3 10 16,-9 4-2-16,-6 2 9 0,0 4 8 15,0 10-6-15,-1 6-11 16,8 1-5-16,2 6-6 15,6 0-2-15,6 0 1 16,2-1-2-16,11-3 1 16,9-2-1-16,6-5 0 0,6-4-5 15,2-9-69 1,3-3-39-16,-1-3-106 0</inkml:trace>
  <inkml:trace contextRef="#ctx0" brushRef="#br0" timeOffset="-8599.91">28153 17987 434 0,'0'0'7'15,"-49"3"7"-15,25 5 28 16,0 4 4-16,4 5-9 0,4 1-15 16,3 0-9-16,8 1-9 15,3 1-3-15,2-3 0 16,0-2-1-16,6-4 1 15,2-7-1-15,2-4 0 16,1 0 0-16,1-13-1 0,-3-8-1 16,2-10 2-16,-1-10-2 15,0-9 1-15,-3-7-1 16,-1-3-1-16,0 1 1 16,-3 3-1-16,-2 8 3 15,-1 15 2-15,0 12-2 16,0 15 2-16,-3 6 2 0,-1 20-5 15,-3 16 2-15,2 9 4 16,4 9 5-16,1 4-5 16,3-2-1-16,11-2-2 15,4-6 0-15,3-9-2 16,5-8 1-16,1-6 0 0,-1-10-1 16,-1-7 2-16,0-8-2 15,0 0 1-15,-1-11-1 16,-6-9-3-16,-3-3 1 15,-7 0 1-15,-3 1 1 16,-5 3 1-16,0 8-1 0,-1 2 0 16,-4 9 2-16,-3 0 1 15,3 2-3-15,0 10 1 16,3 5 0-16,2 2 0 16,0 1-1-16,10 1 1 0,2-1-1 15,3-4-1-15,1-4-15 16,1-7-77-16,0-5-66 15</inkml:trace>
  <inkml:trace contextRef="#ctx0" brushRef="#br0" timeOffset="-8446.35">28400 17808 500 0,'0'0'3'0,"0"0"1"0,0 0 3 15,0 0-7-15,0 0-1 0,0 0 1 16,0 0-3-16,0 0-82 16,0 0-137-16</inkml:trace>
  <inkml:trace contextRef="#ctx0" brushRef="#br0" timeOffset="-8198.46">28663 17967 487 0,'0'0'5'0,"-44"0"9"16,25-3 42-16,2 3-4 0,2 6-29 15,4 9-7-15,5 4-6 16,5 5-4-16,1 2-3 16,6 1-1-16,6 0-2 15,3-4 1-15,4-3 0 16,2-8-2-16,4-3 1 0,0-9-10 15,1 0-20-15,0-13-11 16,-1-10-22-16,0-10-68 16,-6-10-165-16</inkml:trace>
  <inkml:trace contextRef="#ctx0" brushRef="#br0" timeOffset="-8029.76">28812 17818 487 0,'0'0'2'15,"0"0"-1"-15,-16 55 9 16,16-25 22-16,3 4-23 0,5 3-4 16,3 2-2-16,-5 0-2 15,-1 3 0-15,-3-4-1 16,-2-4-15-16,-6-8-92 16,-5-10-117-16</inkml:trace>
  <inkml:trace contextRef="#ctx0" brushRef="#br0" timeOffset="-7337.7">28789 18085 426 0,'0'0'19'16,"51"-27"-16"-16,-20 14 7 0,2 5 17 16,-5 2-3-16,-4 6 3 15,-6 0-15-15,-5 4-9 16,-8 8-2-16,-5 4 0 15,0 5 0-15,-8 3 0 16,-1-1 0-16,1 2-1 0,2-1 0 16,5-3 0-16,1-3 2 15,6-3-4-15,7-2 4 16,6-5-4-16,3-5-2 16,4-3-3-16,1 1 4 0,0-10 3 15,-3-7 0-15,-6-2 1 16,-4-3-1-16,-8-1 1 15,-6-2 0-15,-2 1 1 16,-12 3 0-16,-3 2 0 16,-4 2 1-16,0 4-2 15,3 3-1-15,1 2 0 0,4 4-1 16,3 2-1-16,4-1 0 16,2 2-5-16,4 3-49 15,0 4 24-15,0 3-6 16,1-1 3-16,6-2-2 15,-1-2-7-15,1 0-12 0,1-2 28 16,3-3 19-16,0 0 9 16,2 0 17-16,2-2 43 15,3-1 23-15,2 1-3 16,3 2-28-16,3 0-3 16,1 5-18-16,1 5-9 15,0 4-8-15,-2 3-8 0,-1-2-1 16,-3 2-4-16,-9-2 2 15,-4-2-3-15,-2-2 1 16,-4-3-1-16,-3-4 0 16,0-4 1-16,-3 0 0 0,-4-5 2 15,2-7-1-15,1-4-1 16,2-4 1-16,2-2-1 16,0-3 0-16,0 1-4 15,8 0 0-15,6 4-45 16,3 2-46-16,7 1-45 0,5 2-181 15</inkml:trace>
  <inkml:trace contextRef="#ctx0" brushRef="#br0" timeOffset="-7039.48">29776 17994 512 0,'0'0'3'0,"-40"-10"-1"0,16 5 7 16,-6 2 32-16,2 3-4 15,3 0-18-15,3 3-12 16,10 9-6-16,6 1 0 16,6 3 0-16,0 5-1 0,7-1 1 15,9 0-2-15,4 2 2 16,4-2-1-16,-3 2-1 16,-2-2 2-16,-2-2-2 15,-5-1 0-15,-9-3-1 16,-3 1 0-16,-6-4 1 0,-15-2 1 15,-5-2 0-15,-6 0 0 16,-3-3 0-16,2 0 0 16,4-3 0-16,4 1-8 15,7-2-50-15,8 0-21 16,8-3-21-16,2-8-76 0</inkml:trace>
  <inkml:trace contextRef="#ctx0" brushRef="#br0" timeOffset="-6869.55">29757 18067 470 0,'0'0'14'0,"-49"24"3"15,22-6 41-15,-2 8-3 16,0 5-31-16,0 0-13 16,2 5-8-16,0-4-2 15,-2-9-14-15,2-10-266 0</inkml:trace>
  <inkml:trace contextRef="#ctx0" brushRef="#br0" timeOffset="-3916.58">8870 17256 146 0,'-13'0'31'0,"-1"0"9"0,3 0-2 0,3-2-12 16,1 0 2-16,2 1-3 15,3-3 6-15,2 0-10 16,0-2-17-16,0-2-3 16,6-2 0-16,6-3-1 0,1 2 0 15,5-1-1-15,0 4 0 16,2 3 0-16,1 5-2 15,0 0 0-15,2 3-1 16,-2 10 2-16,0 6 3 16,-3 6 0-16,-3 8 0 0,-3 5 0 15,-3 6-1-15,-3 2 0 16,-1 0 0-16,-5 0 1 16,3-6 0-16,-3-8-1 15,0-6 0-15,0-8 1 16,0-6 0-16,-5-9 3 0,0-5 8 15,1-5 40-15,-3-12-40 16,3-6-5-16,0-6-2 16,4-9-1-16,0-5-2 15,0-1 12-15,8 2-11 16,3 4-2-16,3 10-1 0,-1 12 0 16,6 11 0-16,0 7-1 15,1 10-1-15,1 11 3 16,1 3-1-16,0 5 0 15,1-1-1-15,-4-1 1 16,-3-1 0-16,1-2-1 0,-4-4-1 16,-3-3-3-16,0-3-54 15,-6-3-38-15,-4-2 0 16,0-6-84-16</inkml:trace>
  <inkml:trace contextRef="#ctx0" brushRef="#br0" timeOffset="-3667.46">9462 17230 281 0,'0'0'4'0,"0"0"14"0,0 0-8 0,0 0 0 0,0 0 17 16,48 31 13-16,-25-11-13 0,4 7-14 15,5 0-12 1,2 4 1-16,2 2-2 0,0-2 2 16,-1 1-2-16,-6-2 0 15,-2-5-6-15,-9-7-113 16,-5-8-23-16</inkml:trace>
  <inkml:trace contextRef="#ctx0" brushRef="#br0" timeOffset="-3411.61">9740 17232 285 0,'0'0'6'0,"0"0"12"16,0 0 38-16,-38-16-27 15,29 20-24-15,-1 13-3 16,2 4 1-16,1 4-1 0,1 5-1 15,-2 5-1-15,0 0 0 16,3 1-1-16,1 1-2 16,-3-2-2-16,3-3-15 15,-1-4-97-15,-1-7-24 16</inkml:trace>
  <inkml:trace contextRef="#ctx0" brushRef="#br0" timeOffset="-3120.72">9925 17074 383 0,'0'0'7'0,"0"0"0"15,18 42-4-15,-7-9 1 16,3 6 21-16,1 5-2 16,1 5-12-16,-1 2-7 15,4 3-3-15,-4 2 0 16,1-2-1-16,-3-3 0 0,-1-8 0 16,-6-6-1-16,-3-9-33 15,-1-11-70-15,-2-13 1 16,0-4-76-16</inkml:trace>
  <inkml:trace contextRef="#ctx0" brushRef="#br0" timeOffset="-2821.76">10001 17249 270 0,'0'0'4'0,"-13"-36"28"16,12 16 12-16,1 2-5 16,14 4-17-16,6 1-12 15,5 5-5-15,4 3-4 0,0 5 1 16,0 0-2-16,-4 7 0 16,-3 7 0-16,-9 5 0 15,-6 3 0-15,-5 1 0 16,-2 0 0-16,-13 3 1 15,-10 0-1-15,-5-1-1 16,-6 3 1-16,-4-4-3 0,0-4-64 16,2-9-80-16</inkml:trace>
  <inkml:trace contextRef="#ctx0" brushRef="#br0" timeOffset="1310.74">12463 17999 157 0,'-3'0'3'0,"-5"-1"12"16,4-4 22-16,0 0-6 0,-2 0-3 15,4 1 3-15,1 1-3 16,-1 0-1-16,0 2-4 15,2-1-9-15,0 2-9 16,0 0-4-16,0 0-1 16,0 0 1-16,0 0-1 0,0 0 0 15,0 0 1-15,0 0-1 16,0 0 0-16,0 0 0 16,0 0 1-16,0 0-1 15,0 0 0-15,0 0 0 16,0 0 0-16,0 2 0 15,0-1 1-15,0 2-1 0,0-2 0 16,0-1 0-16,-2 2 2 16,2-2-2-16,-3 0 1 15,3 0 0-15,0 0 1 16,0-6-2-16,0-3 1 0,0-1 0 16,0-1 0-16,9 1-1 15,0 0 1-15,2 2-1 16,5-1 1-16,-1 2 0 15,4 4 2-15,1 3-2 16,-1 0 0-16,-1 2-1 0,0 8 0 16,0 5 2-16,-4 8-2 15,-1 4 0-15,-4 6 2 16,-3 6-1-16,-3 4 2 16,-2 2-3-16,0-1 3 15,-1-4-2-15,0 1 0 16,-5-8-1-16,-1-3 2 0,0-7-1 15,1-5 1-15,-3-4 4 16,5-7 0-16,-2-7 5 16,1 0 41-16,2-9-28 15,2-9-16-15,0-7-2 16,0-8-4-16,2-4 0 0,9-7 0 16,3-3-1-16,2 3 1 15,5 0-2-15,-2 7 0 16,5 8 0-16,-4 11 0 15,0 11 0-15,-1 7 0 0,-2 3 0 16,1 16 0-16,-5 3 0 16,1 3-2-16,-5 0 4 15,1 2-2-15,-3-1 0 16,0-1 0-16,-4-3-2 16,1-3 1-16,0-3 1 15,-4-3-2-15,0-4 1 0,0 0-1 16,0-2 0-16,0-2-3 15,2-1-9-15,3-1-72 16,1-3-39-16,4-5-24 16</inkml:trace>
  <inkml:trace contextRef="#ctx0" brushRef="#br0" timeOffset="1535.17">13124 18085 350 0,'0'0'3'0,"0"0"21"0,0 0 18 16,20-38-20-16,-9 34-8 16,5 4-2-16,-1 0-8 15,3 0-1-15,0 0-3 0,4 1 1 16,-2 3-1-16,0-1 0 15,0-2-7-15,-3 1-98 16,-6-2-35-16</inkml:trace>
  <inkml:trace contextRef="#ctx0" brushRef="#br0" timeOffset="1726.04">13193 18216 83 0,'0'0'168'0,"0"0"-165"15,0 0 2-15,0 0 29 0,-16 37 9 16,27-36 21-16,5-1-26 16,6 0-24-16,1-5-8 15,8-4-2-15,-2-1-3 16,2-3 0-16,-2 1-5 0,-6-3-101 16,-6 1-105-16</inkml:trace>
  <inkml:trace contextRef="#ctx0" brushRef="#br0" timeOffset="2316.27">13998 17822 268 0,'0'0'2'0,"0"0"7"0,0 0 42 0,0 0-48 16,0 0-3-16,0 0 0 16,0 51 2-16,6-18 0 15,-2 1 3-15,1 6 3 16,0-2-5-16,-2 2-2 0,0-4-1 15,-3-1-1 1,0-5 1-16,0-4 0 0,0-3-1 16,0-7-1-16,0-6-63 15,0-8-92-15</inkml:trace>
  <inkml:trace contextRef="#ctx0" brushRef="#br0" timeOffset="2912.32">14446 17848 227 0,'0'0'2'0,"0"0"6"16,0 0 11-16,0 0-7 0,-43-7-6 15,26 11-2-15,-5 6 1 16,0 1-2-16,-3-1 1 16,-4 0 0-16,4 0-1 15,0 0-2-15,6-3 2 16,0-1 2-16,9 1 14 16,3-1 1-16,4 2-17 0,3 4-2 15,0 2-1-15,6 1 1 16,4 4-1-16,3-1 1 15,-1 4-1-15,-1-4 0 16,-2 0 1-16,1-6-1 16,-4 1 0-16,-2-5 1 0,-2-3-1 15,-1-3 1-15,0-2 0 16,2 0 5-16,4-4-3 16,1-5-2-16,6-3-1 15,4 0 0-15,2 0 0 16,4 3 0-16,-1 3 0 0,0 5 0 15,-2 1 0-15,-2 0-1 16,-3 9 1-16,-4 3 1 16,-3 4-1-16,-7 2 0 15,-2 2 0-15,-2 0 0 16,-11 2 1-16,-5-2-1 0,-1 1 1 16,-4-3 0-16,0 2 0 15,-4-4-2-15,3-1 0 16,4-2-2-16,0-2 0 15,7-7-27-15,8-4-80 16</inkml:trace>
  <inkml:trace contextRef="#ctx0" brushRef="#br0" timeOffset="3365.59">14896 17959 393 0,'0'0'-3'0,"0"0"6"16,0 0 0-16,-45 0 4 0,34 8 16 16,-1 5 3-16,1 4-7 15,3 1-13-15,4 2-3 16,3 0-2-16,2 2-1 15,-1-2 0-15,6-2 0 16,3-1 0-16,3-3 0 0,5-4 0 16,-1-3 1-16,2-4-2 15,4-3 2-15,-1-3-1 16,-2-9 1-16,1-4-1 16,-5-3 0-16,-1-2 1 0,-7-2 0 15,-3-1-1-15,-4 3 0 16,0 0 1-16,-13 2-1 15,-5 4 1-15,-5 3-1 16,-2 6 0-16,-1 4 0 16,2 2-1-16,3 0 1 0,4 6-1 15,5 5-2-15,5-3-27 16,6-1-127-16,1-7-36 16</inkml:trace>
  <inkml:trace contextRef="#ctx0" brushRef="#br0" timeOffset="3839.4">15041 17759 394 0,'0'0'-4'0,"0"0"12"0,0 0-8 15,0 0 0-15,-4 45 1 16,15-14 2-16,0 3 8 15,0 3 3-15,3 6-9 16,1 2-3-16,-3-1-2 16,-3-1 0-16,1-5 0 0,-6-8 0 15,2-7 0-15,-6-12 0 16,0-9 0-16,0-2 5 16,0-17-2-16,0-8-2 15,0-3 0-15,0-2 1 16,0 3-2-16,4 0 0 0,3 9 0 15,3 6 1-15,5 8-2 16,2 4 1-16,1 0-1 16,1 13 1-16,0 4-1 15,-1 3 1-15,-5 0 0 16,1 1-1-16,-8-1 1 0,-1-2 0 16,-5-3 0-16,0-1-1 15,-9-3 1-15,-5 0-1 16,-3-3 1-16,-6-1 1 15,1-2-2-15,-1 0 1 16,2-1 0-16,2-1-2 0,4-2 1 16,4 2-1-16,8-4-5 15,3 1-109-15,0-8-13 16</inkml:trace>
  <inkml:trace contextRef="#ctx0" brushRef="#br0" timeOffset="4227.24">15441 17937 356 0,'0'0'5'16,"0"0"44"-16,-49-15-15 0,29 15-23 0,-1 5 0 15,2 8 4-15,0 5-7 16,6 1-6-16,5 3-2 15,2-1-1-15,6 0 1 16,3-2 0-16,11-2-1 16,7-6 0-16,4 0 2 0,5-2 0 15,3-1-2-15,1-1 1 16,-6 1-1-16,-3 1-1 16,-6 0 1-16,-6 1 0 0,-4-1 1 15,-9-1 0-15,0 1 0 16,-7-2 0-16,-8 2 1 15,-2-2-1-15,-2-2 0 16,-2-1 0-16,-1-2 0 16,3-2-1-16,4 0-1 0,4-2-63 15,5-9-72-15,4-8-135 16</inkml:trace>
  <inkml:trace contextRef="#ctx0" brushRef="#br0" timeOffset="4725.4">15611 18116 348 0,'0'0'2'0,"0"0"0"16,0 0 0-16,0 0 9 16,0 0 25-16,38-51-18 0,-26 37-3 15,1-2-11-15,-3 1-1 16,0 3-2-16,-7 0 0 15,-1 3 1-15,-2-1 1 16,-2 6 12-16,-9 4 10 16,-4 0-16-16,-2 0 3 0,1 12 3 15,-4 4-4-15,5 3 0 16,1 6-4-16,9 0-4 16,1 3-1-16,4-2-2 15,2-2 1-15,11-2 1 16,3-4-4-16,7-3 4 0,1-6-2 15,1-4 0-15,1-3 0 16,-1-2 1-16,-5-2 0 16,-4-6-1-16,-4-8 1 15,-1-1 0-15,-5-3-1 16,-2-3 2-16,-2 1-1 0,-2-1 0 16,0 5-1-16,-2 3 1 15,2 5-1-15,0 3 1 16,0 6-2-16,5 1 1 15,4 0-1-15,2 11 0 16,4 2 1-16,1 5 0 0,0 0-1 16,4 1 1-16,-2 0-1 15,-2 1-3-15,-1-5-63 16,-4-3-124-16,-4-9-23 16</inkml:trace>
  <inkml:trace contextRef="#ctx0" brushRef="#br0" timeOffset="5072.38">16001 18041 400 0,'0'0'6'0,"0"0"23"0,0 0 16 16,0 0-34-16,0 0-10 15,0 0-1-15,0 0 3 16,0 0 9-16,0 0 0 0,38 38-8 16,-20-22-3-16,1-2 0 15,-1-1 0-15,-7-4 1 16,0-4-2-16,-3-3 0 16,-2-2 1-16,-2-7 2 0,-2-7 0 15,-2-4-1-15,0-3-1 16,0-2-1-16,-2 1 1 15,0 4-2-15,2 1-1 16,0 4 1-16,2 4-44 16,9 2-58-16,5 2-26 15</inkml:trace>
  <inkml:trace contextRef="#ctx0" brushRef="#br0" timeOffset="5477.04">16415 17959 386 0,'0'0'4'16,"0"0"22"-16,-41-12 18 15,26 12-15-15,-2 0-14 16,1 3-5-16,1 7-5 16,1 7-2-16,4 0-2 0,5 4 0 15,0 1-1-15,5-1 0 16,0 0 1-16,0-5-1 15,7-2 0-15,0-4 0 16,4-6-1-16,2-4 2 16,-2-4-1-16,3-9 1 15,-3-6-1-15,0-5 2 0,-2-1-1 16,0 2-1-16,-6 2 1 16,2 6-2-16,-2 5 2 15,-1 5 0-15,0 5-2 16,-1 0 1-16,4 3 0 0,1 7-1 15,-1 5 1-15,5 2 0 16,4 1 1-16,-1 0-2 16,3-2 1-16,0 2 0 15,4-4 0-15,-5 1-5 16,-3-7-122-16,-5-2-70 0</inkml:trace>
  <inkml:trace contextRef="#ctx0" brushRef="#br0" timeOffset="5885.75">16498 17767 446 0,'0'0'3'0,"0"0"-7"15,9 57 5-15,4-25 6 16,4 3 16-16,1 1-9 0,1-1-1 15,-3 0-7-15,-1-2-3 16,-2-3-3-16,-3-5 1 16,-3-2-1-16,-1-9 1 15,-4-7-1-15,-2-4 1 0,0-3 2 16,0-10 2-16,0-6-4 16,0-6-1-16,0-2 2 15,4 1 2-15,2 0 16 16,-1 5-3-16,5 5-10 15,2 4-5-15,3 7-1 16,1 2-2-16,0 1 2 0,6 10-1 16,-5 6 0-16,4 2 0 15,-1 2 0-15,-4 3-1 16,2-1 1-16,-5 0-3 16,-1-1-2-16,-4-6-45 15,-3-4-111-15,-3-7-19 0</inkml:trace>
  <inkml:trace contextRef="#ctx0" brushRef="#br0" timeOffset="6052.3">16695 17838 473 0,'0'0'3'0,"0"0"4"16,-17-40 7-16,17 39-11 15,0 1-3-15,8 0-1 0,3 4 1 16,5 6-4-16,-2 1-126 16,3-5-86-16</inkml:trace>
  <inkml:trace contextRef="#ctx0" brushRef="#br0" timeOffset="6927.51">16972 17920 471 0,'0'0'19'0,"0"0"-16"16,0 0-5-16,0 0 4 16,-17 50 1-16,10-29 8 0,6-1 0 15,2 3-7-15,-1-3-2 16,4-2-1-16,6 1-1 16,2-5 0-16,2-4 0 15,-3-3 1-15,0-5-1 16,0-2 0-16,-2-2 2 0,-2-12-1 15,-3-3-1-15,-4-4-3 16,0-1-35-16,0 2-6 16,-9 0-14-16,1 3 35 15,-4 3 7-15,1 1 7 16,-2 5 5-16,2 1 4 0,4 1 0 16,-1 1 1-16,3 3 2 15,3-1 4-15,-1 2 24 16,3 1 20-16,0 0-37 15,10 0-11-15,3 0 6 16,4 0 1-16,3 1-6 16,1 2-4-16,3-1 1 0,-1 2 1 15,-3 1-2-15,0 1 1 16,1 1 2-16,-2 2 1 16,-1 2 4-16,-2 0-4 15,-1 2-2-15,-4 1 1 16,-2-1-2-16,-2 3 0 0,-3-5 1 15,1 0-1-15,-3-3 0 16,-2-3 2-16,0-2 0 16,0-3 1-16,-2 0 13 15,-4-7 3-15,3-10-15 16,-1-3-2-16,1-3-1 0,3-4-2 16,0 3 0-16,3 0 0 15,5 8 0-15,3 4 0 16,4 6 0-16,0 5-2 15,5 1 2-15,-1 2 0 16,4 10-1-16,-3 2 1 0,3-1 0 16,-6 1 0-16,2-1 0 15,-4-2 0-15,-1-1 0 16,-3-3 0-16,-2-3 0 16,0-4 1-16,-4 0-1 15,3 0 0-15,-2-11 2 0,4-5 1 16,-3-5-3-16,3-2 4 15,1-4 7-15,3-2-7 16,2-1-3-16,4 5-1 16,1 4 0-16,0 9 1 15,2 10-1-15,1 2 0 0,-3 17 0 16,-2 7 1-16,-3 3 0 16,-3 0-1-16,-4 0 0 15,-6-3 1-15,-3-5 0 16,0-5 0-16,-11-1 0 15,-4-5 0-15,-9-2-1 16,-5-5-1-16,-4-1-26 0,-4 0-122 16,3-14-251-16</inkml:trace>
  <inkml:trace contextRef="#ctx0" brushRef="#br0" timeOffset="7923.71">12717 18560 267 0,'0'1'15'0,"0"3"19"15,-4 7-6-15,4 7-27 0,0 7 4 16,0 9 36-16,0 7-9 16,0 3-14-16,6 3-7 15,-2-1-9-15,1-3 0 16,-1-4-2-16,1-5 0 16,-5-4 0-16,0-6 1 15,0-4 0-15,0-4-1 0,0-5 0 16,0-9 0-16,0-2 2 15,-3 0-5-15,1-6-2 16,0-17-63-16,-1-4-40 16,0-7-82-16</inkml:trace>
  <inkml:trace contextRef="#ctx0" brushRef="#br0" timeOffset="8270.18">12699 18720 248 0,'0'0'1'15,"0"-37"2"-15,0 20 21 16,9 4 5-16,0 2-7 16,4 5 3-16,3 3-7 0,1 3-10 15,1 3-5-15,1 11-1 16,-4 3-1-16,-1 3-1 15,-5-1 1-15,-3 4-1 16,-4-4 0-16,-2 1 1 16,-2-3 0-16,-8 1 1 0,-5 0 0 15,-2-4-2-15,-4-1 0 16,3-2 0-16,-1-2 0 16,3-4 0-16,7-2-1 15,3-3-7-15,6-4-25 16,0-9-32-16,11-8-16 0</inkml:trace>
  <inkml:trace contextRef="#ctx0" brushRef="#br0" timeOffset="8581.52">13084 18723 331 0,'0'0'7'16,"0"0"1"-16,0 0 16 16,0 0-5-16,0 0-14 15,0 0 12-15,46-10-2 0,-30 7-10 16,1 2-4-16,0-2 0 15,1 1 0-15,-1 1-1 16,-1-1 0-16,-3 1-4 16,-4 0-91-16,-7-1-32 15</inkml:trace>
  <inkml:trace contextRef="#ctx0" brushRef="#br0" timeOffset="8752.5">13121 18890 227 0,'0'0'4'16,"0"0"12"-16,47 0 5 15,-22-11 9-15,8 0 12 16,-2-1 5-16,-1-2-27 16,-1-2-13-16,-7-5-5 0</inkml:trace>
  <inkml:trace contextRef="#ctx0" brushRef="#br0" timeOffset="10158.65">14403 18551 218 0,'0'0'4'0,"0"0"6"0,0 0 15 0,0 0 4 16,0 0-3-16,0 0 1 15,0 0 2-15,0 0-6 16,0 0 1-16,0 0-6 16,-44 0-5-16,31 1-4 15,-7 2 0-15,-3 0-3 0,-3-1-3 16,-1 1-1-16,-2-1 5 16,2 2-4-16,3-1 7 15,6 1 9-15,4 1-8 16,4 2-7-16,7 1-4 0,3 5 0 15,0 4 0-15,0 2-3 16,7 3 3-16,4 5 2 16,0 0-1-16,-2 1-2 15,-1-3 1-15,-1-2 1 16,-2-5-1-16,-2-2 0 16,-3-5 0-16,0-1 0 0,0-4 0 15,0-3 1-15,0-1-1 16,0-2 0-16,-2 0 1 15,2 0-1-15,0-7 1 16,3-3 0-16,9-2 0 16,6-3-1-16,3 0 1 15,5 1-1-15,0 2 1 0,1 5-2 16,0 2 1-16,0 5 1 16,-7 0-1-16,2 2 0 15,-5 9 0-15,-4 4-1 16,-3 0 2-16,-6 2-2 0,-3 1 2 15,-1-1-1-15,-3 1 0 16,-10 2 0-16,-3-3 0 16,-4 0-1-16,-2-3 2 15,-3 1-1-15,1-4 0 16,2 0 0-16,2-4 0 0,6-2 0 16,4-4-1-16,7-1 1 15,3-14-2-15,3-11-12 16,10-6-130-16,1-6-112 15</inkml:trace>
  <inkml:trace contextRef="#ctx0" brushRef="#br0" timeOffset="10718.32">15430 18356 280 0,'0'0'3'0,"0"0"27"0,0 0 28 15,0 0-13-15,-50-25-26 0,33 39 3 16,-5 9 5-16,5 5-5 15,0 6-8-15,6 3-5 16,4 7 0-16,7 4 0 16,0 2-4-16,5 3 1 15,8 2-2-15,0 4-2 0,1-3 1 16,-3-3-2-16,-1-5-1 16,-2-7 0-16,-6-7 0 15,-2-10 0-15,0-7 1 16,0-16-1-16,-9-1 0 15,-2 0 1-15,0 0-1 16,-5 0 0-16,-4 0-1 0,0-5-5 16,-3-19-34-16,0-9-37 15,2-4-74-15,3-3-115 16</inkml:trace>
  <inkml:trace contextRef="#ctx0" brushRef="#br0" timeOffset="10888.91">15160 18811 315 0,'0'0'29'16,"0"0"24"-16,33-38 15 16,-13 25-41-16,3-3 7 15,4-1-17-15,6-1-8 0,0 1 0 16,3 2-7-16,0 4-1 16,-3 1-1-16,-5 4-9 15,-2 1-63-15,-11-2-96 16</inkml:trace>
  <inkml:trace contextRef="#ctx0" brushRef="#br0" timeOffset="11240.19">15551 18758 327 0,'0'0'3'0,"0"0"-1"16,36-28 19-16,-16 10 37 15,-1-2-31-15,2-1-3 16,-1-1-5-16,-4 2-9 16,-1 0-5-16,-3 3-3 0,-4 4 1 15,-6-1 0-15,-2 4 2 16,0 2 3-16,-8 2 6 16,-6 3-3-16,-3 3-1 15,-3 0 5-15,-1 7-4 16,-2 6-3-16,4 5 8 0,5 1-5 15,4 5-6-15,7 2-1 16,3 1-2-16,3 0-2 16,11 0 3-16,9-3-3 15,4-4 0-15,3-6 0 16,5-4 0-16,2-3-2 0,-1-4-15 16,0-3-41-16,-2 0-7 15,-2-6-150-15</inkml:trace>
  <inkml:trace contextRef="#ctx0" brushRef="#br0" timeOffset="11688.59">16116 18622 325 0,'0'0'5'15,"0"0"39"-15,0 0 18 16,-32-40-16-16,18 36-7 0,-3 2 7 15,-2 2-13-15,-1 0-13 16,1 9-10-16,2 7-5 16,-1-1 0-16,6 2 3 15,6 3-4-15,1-3-3 0,5 0-1 16,0-1 0-16,10-5 0 16,4-1 0-16,5-3-1 15,1-5 2-15,2-2-1 16,-2 0-1-16,1-12 1 15,-6 0-1-15,-4-1 1 16,-1 0 0-16,-4 0-1 0,-4 2 1 16,-2 2 0-16,0 4 2 15,0 2-1-15,-2 1 0 16,0 2-1-16,-3 0 0 16,3 6 1-16,2 4-1 15,0 6-2-15,1-2 1 0,10 1 2 16,2-2-1-16,3-1-1 15,6-5 1-15,-3-6-2 16,4-1-35-16,-2 0-29 16,0-5-18-16,-2-11-67 15,-4-3 7-15</inkml:trace>
  <inkml:trace contextRef="#ctx0" brushRef="#br0" timeOffset="11922.81">16293 18437 385 0,'0'0'5'0,"0"0"23"0,0 0 30 0,0 0-43 15,0 0-10-15,0 0 5 16,0 0 20-16,13 54-20 16,-1-21-7-16,1 6-3 15,1 1 0-15,-3 1 0 0,-1-2 0 16,-1-5-2-16,-4-5-36 15,-2-9-104-15,-3-12-15 16</inkml:trace>
  <inkml:trace contextRef="#ctx0" brushRef="#br0" timeOffset="13097.33">16299 18704 332 0,'0'0'3'0,"0"0"2"16,0 0 30-16,0 0 23 0,0 0-21 15,0 0-9-15,0 0-4 16,0 0-10-16,7-39-7 16,15 33 0-16,1 0-1 15,1 2-1-15,-1 1-4 16,-1 2 0-16,-3 1 0 16,-4 0-1-16,-1 0 0 0,-3 2 1 15,-1 4-1-15,-2 2 0 16,0 3 0-16,-1-1 0 15,-1 2 1-15,0 0-2 16,0 3 2-16,0-3-1 16,1 2 0-16,-2-3-1 0,1 2 1 15,1-5 1-15,-4 0-1 16,3-3 0-16,-2-2 1 16,-2-3 0-16,0 0-1 15,1 0 2-15,-1-3-1 16,1-8 1-16,-1-2-2 0,0-4 1 15,-1 0-1-15,1-4 1 16,0 0-1-16,0 1 0 16,0 0 1-16,-2 3 0 15,2 4 31-15,-2 4-13 16,3 5-10-16,0 4-6 16,2 0-4-16,1 10 1 0,2 6 1 15,0 2-1-15,2 2 0 16,1 2 1-16,0-1-1 15,3-3 0-15,-1 1 0 16,0-5 0-16,5-3 0 0,-2-2 0 16,1-5 1-16,0-4-1 15,-2 0 0-15,-2-4 0 16,-3-9 1-16,-2-5-1 16,-3-2 0-16,-4-3 0 15,-1-2 0-15,0 2 0 0,-2 2 0 16,-4 0-1-16,-5 6 2 15,2 3-1-15,2 4-1 16,-1 4 1-16,5 1-1 16,-1 1 0-16,4 2 1 15,0 0 0-15,0 0-2 0,7 0 2 16,5 0-1-16,0 0 1 16,3 0 1-16,-1 2-2 15,-1 5 1-15,-2 4 0 16,-2 3-1-16,-2 2 1 15,-1 2 0-15,1 1 0 0,-1-2 0 16,2 0 0-16,-3-3 0 16,5-2-1-16,2-4 1 15,1-4 0-15,3-2 0 16,1-1-2-16,2-1 1 16,0-11-1-16,0-2-1 0,3-4 1 15,-6-1 0-15,0-2-1 16,-4 0 2-16,-2 1-1 15,-6 2 2-15,-4 2 0 16,0 3 1-16,-12 2-1 16,-2 3 1-16,-5 5 0 0,-1 2 0 15,0-1 5-15,2 13 0 16,2 2 2-16,5 4-3 16,7 2-3-16,4 2-2 15,0-1 0-15,12-3 0 16,4 1 1-16,5-5-1 15,2-4 0-15,-1-1 0 0,2-5 1 16,1-4-1-16,0 0 0 16,-5-6-1-16,2-5 2 15,-2-8-2-15,-5-1 2 16,1-4 0-16,-2 2-1 16,-2 0 1-16,-1 2-1 0,-1 5 1 15,2 5-1-15,-1 4 0 16,0 6 0-16,2 0 0 15,-2 7 0-15,-1 6-1 16,-5 5 2-16,-3 0-1 16,-2 1 0-16,0-3 0 0,-10 4 0 15,-6-6-1-15,-8-1 1 16,-6-6-35-16,-3-8-90 16,0-4-260-16</inkml:trace>
  <inkml:trace contextRef="#ctx0" brushRef="#br0" timeOffset="21586.17">8895 18030 192 0,'0'0'210'0,"0"0"-154"0,0 0-25 16,0 0-22-16,0 0-11 16,0 0-2-16,-7 65 7 15,16-24-2-15,0 6-1 16,-1 6 1-16,4-1-1 0,-5-2 0 15,-1-7 1-15,1-6-2 16,0-8 2-16,-4-7-1 16,3-7 0-16,-2-7-1 15,-1-6-1-15,3-2-54 16,1-6-56-16,0-15-4 0</inkml:trace>
  <inkml:trace contextRef="#ctx0" brushRef="#br0" timeOffset="22014.42">9092 18134 225 0,'0'0'63'16,"0"0"-24"-16,0 0 0 16,0 0 11-16,0 0-12 15,0 0-7-15,0 0-13 16,0 0-13-16,-14-22-6 0,14 36 2 15,0 5-1-15,0-2 0 16,0 1 0-16,5 1 0 16,-1-2 0-16,0-2-1 15,1-3 2-15,2-2-1 16,-3-5 0-16,3-4 0 0,2-1 0 16,2 0 0-16,2-1 0 15,0-3 1-15,2 3-2 16,0 1 2-16,3 1-2 15,-3 12 1-15,-3 5 0 0,-1 2 0 16,0 4 1-16,-6 2-2 16,-3-1 2-16,-2-2-2 15,0 0 1-15,0-3-1 16,-6-4 1-16,-2-1-1 16,-3-2-6-16,-2-2-44 15,-3-4-15-15,1-2-10 0,-1-5-11 16</inkml:trace>
  <inkml:trace contextRef="#ctx0" brushRef="#br0" timeOffset="22220.44">9062 18227 280 0,'0'0'2'0,"0"0"37"0,-4-40 7 16,4 26-12-16,11-4-11 0,5-2-11 16,4 0-9-16,2-2 0 15,3 1-2-15,-2 4-1 16,1 3 0-16,-6 3-45 16,-3 1-76-16</inkml:trace>
  <inkml:trace contextRef="#ctx0" brushRef="#br0" timeOffset="22583.33">9514 18126 264 0,'0'0'1'16,"0"0"15"-16,0 0 20 16,0 0 6-16,0 0-8 0,0 0-10 15,0 0-23-15,0 0 0 16,0 0 3-16,34 43 2 15,-3-15 3-15,2 2-1 16,3 1-7-16,-1-2 0 16,0-3-1-16,-4-4 0 0,-7-4-4 15,-4-6-75-15,-9-8-14 16,-4-4-110-16</inkml:trace>
  <inkml:trace contextRef="#ctx0" brushRef="#br0" timeOffset="22850.72">9681 18114 304 0,'0'0'4'0,"0"0"58"16,0 0-32-16,-48 15-22 15,36 11-2-15,-1 5 4 16,0 6-2-16,-1 3-5 0,1 3-3 16,1 5 1-16,-3-3-2 15,-3-4-4-15,-2-8-219 16</inkml:trace>
  <inkml:trace contextRef="#ctx0" brushRef="#br0" timeOffset="23534.26">9997 17986 253 0,'0'0'8'15,"0"0"42"-15,0 0-23 0,0 0-25 0,0 0 2 16,-11 44-1-16,11-24 2 0,2 0-2 15,5 1-2-15,-3-3 0 16,3-1 1-16,-1-3-1 16,-3-5-1-16,1-3 1 15,0-6-1-15,1 0 2 16,0-3 4-16,3-7 45 0,3-3-42 16,1-1-7-1,3 2-2-15,1 3 1 0,1 6-1 16,4 3 0-16,-3 0 0 15,2 7 0-15,-2 7 0 16,-3 5 0-16,1 1-1 16,-5 2 2-16,-7 2-1 0,-1-1 0 15,-3-1 0-15,-5-1 0 16,-7-3 1-16,-3-1 0 16,-2 0-1-16,-4-2 0 15,2-3-1-15,-1 1-1 16,1-5-11-16,2-5-96 0,3-3-27 15</inkml:trace>
  <inkml:trace contextRef="#ctx0" brushRef="#br0" timeOffset="23785.8">9995 18026 332 0,'0'0'83'0,"0"0"-55"0,0 0 15 0,0-46-15 16,11 33-9-16,4-2-1 15,10-4 0-15,1-1-14 16,8-3-2-16,0 2-1 0,3 1-1 15,-2-3-5-15,-9-9-103 16,-10-8-317-16</inkml:trace>
  <inkml:trace contextRef="#ctx0" brushRef="#br0" timeOffset="27283.44">20351 18065 137 0,'3'-4'30'0,"-3"1"9"16,0-3-7-16,0 5-3 15,0 1-7-15,0 0-12 0,-3 0-4 16,-3 3 6-16,-3 1 10 15,2 3 7-15,-4 0-12 16,-4 2-4-16,1-2 2 16,-6 3-4-16,-3 0-5 15,-3 1-1-15,-3-1-3 16,-7 2 0-16,2 0 0 0,-1-2-1 16,3-1 0-16,3-1-1 15,5-5 1-15,6 1 1 16,6-1 2-16,4-1 2 15,5-1 0-15,3 5-5 16,0 1-2-16,0 3 1 0,0 1 1 16,0 6-1-16,3 0 0 15,-1 3 0-15,2 3 0 16,-4-1 1-16,0 1-1 16,0 0 1-16,0-1-1 0,0-3 1 15,0-2-1-15,0-3 1 16,0-2-1-16,-3-2 1 15,1-3 0-15,0-1 0 16,1-4 0-16,1 0-2 16,0-2 2-16,0 0 1 0,2-3-1 15,10-6-2-15,3-2 2 16,7 0-1-16,3-2 0 16,4 4 0-16,2 2 0 15,-4 6 0-15,2 1 0 16,-2 1 1-16,-3 11-2 0,-3 2 2 15,-4 3-1-15,-1 3 0 16,-9 0 0-16,-5-1 0 16,-2 0 1-16,-1-2-1 15,-11 1 1-15,-6-6 0 16,-4 3-1-16,-1-3 2 16,-4-1-2-16,0-2 0 0,2-3 0 15,5-2 1-15,1-1-1 16,5-2 0-16,7-1-5 15,3 0-44-15,4 0-38 16,0-11-37-16</inkml:trace>
  <inkml:trace contextRef="#ctx0" brushRef="#br0" timeOffset="27618.64">20503 18199 357 0,'0'0'9'0,"0"0"28"0,0 0 7 16,0 0-39-16,0 0 0 15,0 0 2-15,52 48 0 16,-30-27-2-16,0 2-1 0,2 1-3 16,-1-2 0-16,-1-3-1 15,-1-2 1-15,-7-4-3 16,-1-1-17-16,-6-5-68 16,-3-4-50-16,-4-3-66 15</inkml:trace>
  <inkml:trace contextRef="#ctx0" brushRef="#br0" timeOffset="27883.74">20654 18179 286 0,'0'0'9'15,"0"0"59"-15,0 0-28 16,0 0-26-16,-45 20 8 0,31 4 2 16,-1 2-5-16,1 5-9 15,0 0-6-15,2 2-2 16,2-1-1-16,-1 0-1 16,2-3 1-16,1-3-3 15,0-3-47-15,1-8-65 0,2-8-115 16</inkml:trace>
  <inkml:trace contextRef="#ctx0" brushRef="#br0" timeOffset="28616.87">21119 17964 165 0,'0'0'1'0,"0"0"9"16,0 0 31-16,0 0 7 0,0 0-5 15,0 0-12-15,0 0-2 16,0 0 5-16,-41-14-10 15,21 23-12-15,-5-1-3 16,-1 2-4-16,1 0-2 16,1 0-1-16,1-1 1 0,-1-1-1 15,5 1-2-15,4-2 0 16,4 0 0-16,0-1 0 16,6 1 0-16,2 1-2 15,2-2 2-15,1 2 0 16,0 2 0-16,8 2 0 0,1 0 0 15,2 2 2-15,2 1-2 16,0-1 0-16,-2 0 1 16,0 0-1-16,0-3 1 15,-5 0-1-15,-2-4 1 16,1-3-2-16,-3 0 2 0,-2-1-1 16,1-3 0-16,-1 0 1 15,2 0 2-15,0-3-2 16,5-3-1-16,0-5 1 15,4 4-2-15,3 0 1 16,2 0 0-16,3 4 0 0,-2 6 1 16,0-3-1-16,0 3 0 15,-3 8 0-15,-2 3 0 16,-1 1 0-16,-3 0 1 16,-4 2 0-16,-4 0 0 15,0-1 0-15,-2-2 0 0,-9 1 0 16,-4-2 0-16,-1-1 1 15,-6-1-1-15,1-1-1 16,0 0 0-16,0-1 0 16,2-2 0-16,5 0-3 15,2 0 1-15,5-1-1 16,7-2-26-16,0-4-73 0,4 0-38 16</inkml:trace>
  <inkml:trace contextRef="#ctx0" brushRef="#br0" timeOffset="28898.14">21203 17802 385 0,'0'0'0'0,"0"0"19"16,0 0 26-16,0 0-24 0,52 2-16 15,-30 32 3-15,0 13 4 16,0 8 15-16,-7 6-9 16,-5 7-13-16,-8 4-3 15,-2 4-1-15,-17 0-1 16,-8 0-2-16,-11-5-37 15,-9-10-62-15,-11-12-204 0</inkml:trace>
  <inkml:trace contextRef="#ctx0" brushRef="#br0" timeOffset="29425.41">19773 18140 278 0,'0'0'-1'0,"-50"53"13"0,27-12 30 15,7 12 6-15,6 8-17 16,10 8-9-16,7 6-4 16,22 4-1-16,14-3-8 15,21-6-3-15,15-9-3 0,14-17-1 16,7-24-2-16,2-21 0 15,-6-39 0-15,-8-28 0 16</inkml:trace>
  <inkml:trace contextRef="#ctx0" brushRef="#br0" timeOffset="37741.84">21398 17802 62 0,'0'0'23'0,"0"0"-2"16,44-17-1-16,-26 9-7 16,0-2-1-16,4 2 0 0,-2 0 1 15,1 0-5-15,3 2-6 16,-1 0 0-16,2 1-1 16,3 2-1-16,0 0 0 15,1 3 1-15,2 0 0 16,2 0 6-16,0 0-2 0,3 0 0 15,2 0 0-15,2 0 3 16,5 0-1-16,3 0 1 16,9-7 1-16,4-1-2 15,5-2-1-15,4-2 0 16,4-2-2-16,2 0 2 0,0 1 0 16,2 0 3-16,-5 2 0 15,-1 4 4-15,-5 1 6 16,-5 4-2-16,-6 0-4 15,-4 0-7-15,-5 2-1 16,0-1 6-16,0 0 1 16,-3-1-4-16,3-1-1 0,1 1-3 15,3-2-2-15,-2 0 1 16,1 1-2-16,1 1 1 16,-2-1-2-16,0 1 2 15,-3 0-1-15,-1 2-1 0,-3 0 1 16,-2 0-2-16,-2 0 2 15,-1-2-1-15,-1-1 0 16,1 0 0-16,2-1 0 16,3-3 1-16,1 3-1 15,2-5 0-15,1 2 0 0,-1 2 0 16,-2-1-1-16,-2-1 0 16,1 2 2-16,-5-2-1 15,-1 3 0-15,-3-2 0 16,-2 1 0-16,-4-1 1 15,-2 3 3-15,-4-1 0 16,-4 1-1-16,-3 0-2 0,-6-1 0 16,-1 3 1-16,-4-1-2 15,-1 1 0-15,0 1 1 16,-2 0 0-16,1 0-1 16,2 0-1-16,-3 0-4 0,0 0-68 15,0-22-82-15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22T10:45:19.9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12337 16320 51 0,'0'0'94'0,"0"0"-86"0,0 0 5 16,0 0 47-16,0 0-47 15,29-37 14-15,-22 24 5 0,-3 0-7 16,0 2 2-16,-1 1 0 16,-1 1 0-16,0 4-2 15,-2 1-10-15,0-1-3 16,0 4 2-16,0-1 3 15,0 0 8-15,0 0 0 16,0-2-7-16,-4 1-4 0,-1-3-3 16,-3 1-2-16,0-2 1 15,-3-1-1-15,-1-3-1 16,-1 1 7-16,-2 0-8 16,-3-3-3-16,-1-1 2 0,-2 1 1 15,-4-1-1-15,-1 0 1 16,4 1-1-16,-5-2 2 15,2 2-4-15,0-1 0 16,0 1-1-16,1 1-3 16,2 0 0-16,-1 0 1 15,1 1 0-15,2 0 0 0,-2-1-1 16,-1 2 0-16,0 0 1 16,2 1-1-16,-1 1 0 15,1 4 0-15,-1 3 0 16,0 1-1-16,1 0 1 15,0 0-2-15,0 5 3 0,3 1-2 16,0 1 1-16,2 3-1 16,1-3 1-16,-1 2 0 15,1 2 0-15,1-4 0 16,1 4 0-16,-3 1 0 16,-1-1 0-16,0 4-2 0,2 0 2 15,-3 2 0-15,1 0 0 16,1 1 0-16,1 0 0 15,1-1-1-15,1 1 2 16,0 2-2-16,3 1 1 16,1-1-1-16,0 4 1 0,2 0-1 15,-1 2 1-15,3-2-1 16,3 3 1-16,-5-1 0 16,6-1-1-16,2-1 1 15,-1 1 0-15,0 0-1 16,2 1 0-16,7 2 1 0,-4 1-1 15,3 0 1-15,1 1 0 16,0 1 0-16,0 1-1 16,2-1 1-16,1-3-1 15,-1 2 1-15,4 0-1 16,1-3 1-16,0 0 0 16,3-3 0-16,2 3-1 0,-1-4 0 15,0-2 2-15,2 0 0 16,-1-2-1-16,-2-2-1 15,2-3 3-15,-3 0-3 16,0 0 2-16,2-2-1 16,-3 2 0-16,2-4 0 0,1 2 0 15,-1-1 0-15,2-3 0 16,0 1 0-16,2-3 1 16,0-1-1-16,2 0 1 15,0-3-2-15,1 0 3 16,-2-1-2-16,1-1 1 0,2 0 0 15,-4 0-1-15,3 0 1 16,-4 0-1-16,3-3 1 16,-3-2 0-16,1-4 0 15,-2 2 2-15,2-2 1 0,0-1 2 16,-4-2-1-16,2 0 3 16,1 0-2-16,-4 0 2 15,0 0-3-15,0 0 3 16,-4-1 0-16,1-1-4 15,3-1 0-15,-2 0-2 16,-1 0-2-16,1 1 2 0,-3 1-1 16,-2 1-2-16,-1 1 2 15,0-2 0-15,-3 3 0 16,-1 0 3-16,2-3 4 16,-4 1 2-16,-2-2 1 15,0-2-3-15,-1-1 1 0,0-3-5 16,-1-3-1-16,-1-2-1 15,1-4-1-15,0 0-2 16,0-1 3-16,0 1-2 16,0 2 0-16,0 3 0 15,2 3-1-15,0 1 1 0,-2 2 0 16,0-1 0-16,0 1 0 16,0-2 1-16,0-1-1 15,-7-4 0-15,-3-3 0 16,0-5 1-16,-5-1 0 15,-3 0-1-15,2 0 1 0,-4 1-1 16,-1 5 0-16,2 4-1 16,0 4 0-16,2 1-12 15,1 4-21-15,1-1-20 16,-1-5-26-16,-2-6-124 0</inkml:trace>
  <inkml:trace contextRef="#ctx0" brushRef="#br0" timeOffset="2710.65">18995 3857 149 0,'0'0'37'0,"0"0"6"16,0 0-6-16,0 0-8 15,-6-36 15-15,4 26-7 16,-2-2-11-16,0-1-10 0,0-1 5 15,0 1 0-15,1-1-12 16,-3-2 5-16,1 3 2 16,0-2 4-16,-3 2-5 15,1-3-4-15,-1 2-3 16,-2 1 0-16,-1 2-4 0,0-5 1 16,-3 5 0-16,-1-2-3 15,1 3 0-15,-4-4-1 16,1 5-1-16,1-2 1 15,-2 3-1-15,-2 0 1 16,0 0-2-16,0 1 1 0,1 4 0 16,0-1-1-16,1 1 1 15,2 0 1-15,0 3-2 16,-1 0 1-16,-3 0-1 16,1 0 1-16,-1 0-1 15,-2 7 0-15,-1-1 0 16,4 1 1-16,-4-1-1 0,-1-2 1 15,1 0 1-15,1 2-1 16,-3-2 1-16,1-1-2 16,1 3 1-16,1-2 0 15,2 2 0-15,-3 0 0 16,4 1 0-16,-4 2 0 0,-1 0 0 16,3 2-1-16,-2 1 1 15,4-1-1-15,-2 3 0 16,4-1 2-16,-1 1-2 15,-1 0 0-15,0 3 1 16,-2 2 0-16,2-1 0 0,-2 2 0 16,1 1-1-16,0-2 1 15,0 2-1-15,2-1 1 16,0 2 0-16,1-1 0 16,1 0 0-16,0 0 0 15,1 2 0-15,-1-1-1 0,1 0 1 16,1 1 0-16,3 1 0 15,-3 0 1-15,5 0-3 16,-1 2 2-16,3-2 0 16,-2 1 0-16,4 1 0 15,-2-4 0-15,3 3 0 0,2-3 0 16,0 1 0-16,-2-3-1 16,4 3 1-16,0-2 0 15,0 2 1-15,0 1-1 16,0-1 1-16,8 1-1 15,-4 3 0-15,3-3 0 0,-1 2 1 16,2 1-2-16,-2-4 2 16,1-1-1-16,0 1 0 15,2-3 0-15,-2-2 1 16,2-2-1-16,1 1 0 16,2-3 0-16,1 0 0 15,1-1 0-15,1 0 1 0,-1 1 0 16,1 1-1-16,1-2 1 15,-3-1-1-15,4 2 0 16,2-3 0-16,1 1 1 16,0-2-1-16,1-2 1 15,3 2-1-15,-1 0 1 0,2-1 0 16,-2-1 0-16,2 0-1 16,-2 1 1-16,1 0 0 15,0 0-1-15,3 0 1 16,-2 0-1-16,4-1 1 0,0 0 0 15,0-2 1-15,3 0-1 16,-1-2 6-16,0 1-3 16,-2-3-4-16,0 0 2 15,-4 1-2-15,-1-3 1 16,-1 3-1-16,2-3 1 0,1 0 0 16,-1 0 0-16,2 0-1 15,-1-3 2-15,5 0 0 16,-2-5 0-16,0 0 1 15,1-1 1-15,3-3-2 16,-2-1 0-16,0 0 0 16,0-3 0-16,1 0 1 0,0-4 0 15,0 4 0-15,1-2-1 16,-7-2 0-16,1 2-1 16,-3-1 1-16,-3-1-1 15,-3-1 0-15,-2-2 2 16,-3 0-2-16,-1-2 0 0,-2-1 0 15,-1-1 0-15,-3-1 1 16,2-4-2-16,-3 1 0 16,-1-4 0-16,0 1 1 15,0-3-1-15,-2 0 0 16,-2 0 1-16,0 3-1 0,0 0 0 16,0-1 1-16,0 0-1 15,0-2 2-15,0-1-3 16,-2 1 2-16,2-1 0 15,0 2-1-15,-2 2 2 0,0 3 6 16,-3 1-4-16,1 3 0 16,-5 0-1-16,2 3 0 15,-3 0-1-15,0 0 1 16,1-1-2-16,0 0 0 16,-2-1 0-16,-1 1-1 15,2-2 1-15,-3 4-1 0,-1 1 0 16,-3 6 0-16,-2 4 0 15,-8 5 0-15,-2 5-2 16,-8 2 0-16,-2 2-10 16,-1 7-43-16,5-6-43 15,5-5-157-15</inkml:trace>
  <inkml:trace contextRef="#ctx0" brushRef="#br0" timeOffset="9399.45">21178 5007 179 0,'0'0'6'0,"0"0"19"0,0 0-6 15,3-44-9-15,-1 33-4 0,-2-2 8 16,0-1 4-16,0 0 2 16,0 1 2-16,0 0 5 15,-5 5 4-15,-3-2-9 16,-1 1-7-16,-3 3-6 16,-3-2-3-16,0 1-5 0,-4 2 1 15,-5 0 0-15,-5-1-1 16,-3 1 0-16,-8-1-1 15,-2 2 1-15,-7-3 0 16,2 1 0-16,0-1-1 16,2 1 3-16,2-4-1 0,3 3 0 15,1 0 0-15,1-2 0 16,3 5-1-16,-2-1 1 16,1 2 0-16,0 3-1 15,-1 0 0-15,-3 0 0 16,-1 1-1-16,-1 6 2 0,-3 3-2 15,2 3 0-15,-2 0 0 16,1 1 2-16,3 0-2 16,5 3 0-16,-1 2 0 15,1-1 0-15,1 2 0 16,3 1 0-16,-3-2 1 0,3 2-1 16,-4-4-1-16,6 3 2 15,1 0 0-15,1-2-1 16,2 2 1-16,0 0-2 15,4 0 2-15,2 0-1 16,2 0 1-16,2 0-1 16,3-2 1-16,0 3 0 0,1 2 0 15,1-1 0-15,2 2 0 16,2 1 0-16,-1-1 0 16,4 3 1-16,1 0-1 15,3 2 0-15,0-1 0 0,2 2 2 16,5 1-3-16,2 2 1 15,5-1 1-15,-1 3 2 16,3-1 0-16,1 1-1 16,3-2 0-16,0-2 3 15,3-1-1-15,4-2-1 0,2-3 0 16,4 0 0-16,3 0 0 16,5 1 2-16,-1 0-3 15,-1-1-1-15,0 1 0 16,-5-2-2-16,-2-1 1 15,-2-5 1-15,-1 2-1 16,2-6 1-16,-2-1 0 0,3 0 4 16,3-5 5-16,1 2 1 15,0-3-7-15,2 0 7 16,0-2-3-16,-2 1-5 16,0-2-3-16,-2-2 1 15,0 0 2-15,-4-2 0 0,-1 0 2 16,1 0-1-16,-1 0 2 15,3-7 8-15,-3-2-8 16,3-2-2-16,1-2 1 16,-1-4-2-16,3 1-1 0,-1-2-1 15,-1-2-1-15,1-1 0 16,-3 1 0-16,1-1 0 16,1-1 0-16,-3 2 2 15,-1 1-2-15,-3 0 0 16,0 2 0-16,-3 0 1 0,-3 1 0 15,-2-1 0-15,4-1 0 16,-3-5 1-16,0-1-3 16,-1-4 1-16,-2-5-2 15,0-5 2-15,-5-3-1 16,0-4 1-16,-7 1-1 16,-1-3 0-16,-3 2 0 0,0 1 0 15,-6 0 0-15,-6 0 1 16,1 1-2-16,-3 2 1 15,1 4 1-15,-1-1-1 16,0 3 0-16,0 3-1 16,-2-2 1-16,0 0 0 0,0 1 0 15,1 1 0-15,-2-1-1 16,7 2 1-16,3-1-1 16,5 5-15-16,2 3-18 15,9-4-48-15,4-2-87 16,5-8-221-16</inkml:trace>
  <inkml:trace contextRef="#ctx0" brushRef="#br0" timeOffset="16431.66">23107 9768 198 0,'0'-10'1'0,"0"1"2"15,0 0 6-15,-3 3 3 0,-2 0 2 16,0 2-3-16,-2-1 2 15,-2 0 0-15,0 2-4 16,-2-1 0-16,0 2-2 16,-1 0 0-16,-3-1 0 0,2 0 1 15,-2 0 1-15,-1-1-3 16,-3 0 2-16,1 0-2 16,-3 1 3-16,-1-2-2 15,1 0-2-15,-4 3 1 16,2-2-2-16,2 3 1 15,-4-1 1-15,3 2-2 0,-1 0 0 16,-3 0-2-16,1 0 0 16,-1 3 1-16,-2 3-2 15,0-1 0-15,-1 2-1 16,1-1 1-16,-1 3 0 16,0-1 0-16,2-1 0 0,0 2 0 15,3-1 1-15,0 1-1 16,1-1 1-16,-1 2-1 15,2-2 0-15,1 1 1 16,1-2-1-16,1 3 1 16,2-2-1-16,0 1 1 0,1 0-1 15,1 1 1-15,0 1-1 16,2-1 0-16,1 4 1 16,1-1-1-16,3 0 0 15,-1 5 0-15,2-1-1 16,-1 2 0-16,3 2 0 0,-4 5 0 15,4-2 2-15,-2 3-2 16,2 0 2-16,-2 0-1 16,1 0 0-16,2 3 0 15,-2-1 1-15,2-2 0 16,1-1 1-16,-1 1 0 0,2 0 3 16,1-1-2-16,1-1 0 15,0 1 18-15,0 1 2 16,0 1-21-16,5-1 0 15,-1 0-2-15,-1 2-1 16,1-1 1-16,0-3-1 0,-1-2 0 16,2 1 1-16,1-1-1 15,-2-3 0-15,5-2-1 16,-1 0 1-16,5-1 1 16,0 0-1-16,3-2 1 15,-1-1-1-15,3 1 2 16,-3-1-1-16,1-4 2 0,-2 2-2 15,2 0 1-15,-2-1 3 16,1-1-1-16,0 0-2 16,1 0 0-16,1 1-1 15,1-1 2-15,1-1 3 16,0-2 0-16,1 1-3 0,3-2 9 16,-3 0-2-16,4-2 4 15,2 0-4-15,0-1-5 16,1-3-3-16,-1 0 2 15,3 0 4-15,0 0 2 0,1 0-3 16,-1-4-2-16,0-2-2 16,0-1 0-16,-2 2-1 15,0-3 0-15,-2 0 1 16,2 1 0-16,-3-2 1 16,0-1 1-16,-1 0-2 15,-1 0 0-15,-3-2-1 0,2 0 2 16,-4-2 1-16,2 0 0 15,1-1-1-15,-3-1-1 16,1-3 1-16,0 1-2 16,-2-1-1-16,-3-2 0 15,-1 0-1-15,-5 0 1 0,1-4 1 16,-5 0-1-16,0-4-1 16,3 1 0-16,-6-3 0 15,2 1 1-15,-1 0-1 16,-1 0 0-16,1 4 0 15,0 0 0-15,0 1 0 0,2 1 0 16,1 0 0-16,0-2 0 16,-2 1 0-16,2-2 1 15,2 1-1-15,-4 1-1 16,0-1 2-16,1 2-1 16,1 0 0-16,-4 0 0 0,2 0 0 15,-2-1 0-15,0 4 0 16,0-2 0-16,0 2 0 15,-2 0 0-15,-5 4 1 16,0 0-2-16,-4 0 1 16,0 1 1-16,-3 1-1 0,-1-1-1 15,-1 0 2-15,-3 2 0 16,1 0-2-16,-3-2 0 16,1 1 2-16,2-1-3 15,3-1 1-15,5-3-3 16,10-1-35-16,0-9-60 0,12-16-133 15</inkml:trace>
  <inkml:trace contextRef="#ctx0" brushRef="#br0" timeOffset="34015.97">11942 18085 39 0,'-3'0'6'0,"1"0"-3"0,-3 0 25 0,3 0 0 16,-1 0 2-16,1 0-5 16,-2-3-1-16,2-1-4 15,-2 0 2-15,2 2-2 16,2 2 0-16,0 0-9 15,0 9-9-15,0 11 0 0,6 8 1 16,1 9 2-16,2 10 1 16,-1 8 5-16,1 7 2 15,-2 3-1-15,2 2-10 16,-2-1 0-16,-1-2 0 16,-1-6-1-16,-1-5 0 0,0-9-1 15,-2-10 1-15,-2-4 0 16,0-10-1-16,0-5 0 15,0-3 0-15,0-4 0 16,0-2 1-16,0-4-1 16,0 0 1-16,0-2-1 0,0 0 0 15,0 0 2-15,0 0-2 16,0 0 1-16,0 0 1 16,0 0-1-16,0-2-1 15,0 1 1-15,0 1 0 16,0 0-1-16,2 0 1 0,2 0-1 15,-2 3 0-15,0-1 1 16,-2 1 0-16,2 1 0 16,-1 1-1-16,1-1 0 15,0 0 1-15,-2-2-1 16,0-2-1-16,0-6 0 0,-9-17-2 16,-5-11-8-16,-3-15-163 15</inkml:trace>
  <inkml:trace contextRef="#ctx0" brushRef="#br0" timeOffset="34616.99">11937 18097 189 0,'0'0'3'0,"0"0"0"0,0 0 2 0,0 0 0 15,0 0 1-15,0 0 1 16,-39 35 4-16,33-25 2 15,0 1-2-15,1 2-5 16,-1 3 3-16,0 1 0 0,0 5 0 16,0 1 2-16,-1 1-3 15,1-1-4-15,0 1 0 16,0-4 0-16,3-2-2 16,-1-4-2-16,0-3 1 0,2-4-1 15,1-4 0-15,1-3 0 16,0-3 0-16,1-13 1 15,7-8-1-15,1-6-1 16,2-7 0-16,1-3 0 16,0-1 1-16,0 4-1 15,-3 3 1-15,0 2 0 16,0 10 1-16,-6 4-1 0,1 5 0 16,0 7 1-16,0 6 1 15,-1 0 1-15,6 0 3 16,0 12 0-16,2 1 0 15,5 3-1-15,-1 0-2 0,5 3-2 16,1-1-1-16,-2 2-1 16,2 0 1-16,1-2 27 15,-2 1-21-15,-2-2-6 16,-3-3-3-16,-5-13-7 16,-6-2-257-16</inkml:trace>
  <inkml:trace contextRef="#ctx0" brushRef="#br0" timeOffset="35541.66">12440 18598 160 0,'0'0'31'0,"0"0"-27"0,0 0 0 0,0 0 3 16,-38-7 1-16,34 7-1 0,3 3-5 15,1 5-1-15,0 1 0 16,11-1 0-16,7-1 0 15,11-4 0-15,12-3 2 16,11 0 38-16,17-10-4 16,14-4-25-16,10-6 15 15,12 2 9-15,6-2-22 0,5-1-9 16,5 0 1-16,-4 3 0 16,-5 0 3-16,-7 0 6 15,-5-1-9-15,-9 0 2 16,-8 1 10-16,-5 1-8 15,-8 0-6-15,-5 0-2 0,-9 4 0 16,-9 3 0-16,-8 0 2 16,-11 1-2-16,-6 5 1 15,-9 0-2-15,-5 1 1 16,-4 3-1-16,-2-1 1 16,-2 1-1-16,0 0-2 0,0 0-2 15,-7 0-1-15,-4 0-5 16,0 0-97-16,-6 0-7 15,0-7-127-15</inkml:trace>
  <inkml:trace contextRef="#ctx0" brushRef="#br0" timeOffset="36054.94">14042 18041 196 0,'0'0'2'0,"0"0"0"16,0 0 0-16,0 0 2 0,0 0 8 16,38-10 12-16,-29 24 4 15,6 5-4-15,4 2-7 16,1 6-5-16,8 3 0 15,4-2 0-15,1 1-5 16,1-4-2-16,2-3-1 16,-2-7 3-16,-3-4 1 0,-2-5 43 15,-5-4-28-15,-1-2-13 16,-1 0-4-16,-6 0 2 16,-3-6 3-16,-2 4 1 15,-6-2 0-15,-1 3-1 16,-2 0 7-16,-2 0 8 0,0 1-5 15,0 0-1-15,-2 3-10 16,-9 10-6-16,-4 7 2 16,-8 9-3-16,-4 9 3 15,-2 6 1-15,-6 10-3 16,1 6-3-16,-2 2-2 0,0 3 0 16,1 1-2-16,1-2 0 15,-1-5-6-15,1-11-80 16,0-23 89-16,1-25 0 15,0-19 0-15,3-35-182 0,2-28-93 16</inkml:trace>
  <inkml:trace contextRef="#ctx0" brushRef="#br0" timeOffset="38449.21">2567 11603 48 0,'0'0'1'0,"0"0"-1"0,0 0 0 16,0 0 0-16,0 0 1 0,0 0 11 16,0 0 12-16,0 0-13 15,0 0 51-15,0 0-18 16,0 0-7-16,0 0-13 16,4-20-12-16,-4 12 9 15,0-3-8-15,0-9-5 16,0-3-1-16,0-11 2 0,0-9 1 15,-2-7 5-15,0-11 2 16,0-14 11-16,-4-10-5 16,1-15-4-16,-1-9-10 15,1-12-2-15,-4-9-3 16,2-7-3-16,-1 1 0 0,1 1 0 16,0 4-1-16,2 10 0 15,1 12 0-15,0 11 1 16,-1 15-1-16,1 14-1 15,-1 14 2-15,-2 9-1 0,1 9 0 16,1 10 0-16,-1 8-1 16,2 3 1-16,-4 7 1 15,4 2 0-15,2 3-1 16,0 1 0-16,1 2 1 16,1 1-2-16,0-1 0 15,0 1-1-15,0 0 1 0,0 0-3 16,0 0-1-16,0 0 0 15,0 0-1-15,0 0 2 16,0 0 0-16,0 0 3 16,0 0 1-16,0 0 0 15,0 0 3-15,0 0-5 0,0 0 4 16,0 0-1-16,-2 0 0 16,2 0-1-16,-4 0-5 15,0 2 0-15,-4 3-2 16,2 6-25-16,-5 0-13 15,-1 3 28-15,1 2 15 0,0 1-3 16,0-1 7-16,2-2-2 16,2-4 3-16,3-2-3 15,0-2-3-15,4-4 1 16,-2-2 0-16,2 0 1 16,0-2 4-16,0-8-2 15,0-7 0-15,6-4-1 0,1-8 3 16,3-5-3-16,2-7 0 15,1 1 1-15,1-2 0 16,-1 5 1-16,0 4-1 16,-1 12 1-16,-1 5-1 0,-5 8-1 15,0 6 1-15,0 2 0 16,-2 7-1-16,-1 13 6 16,1 7 11-16,2 7 12 15,2 6-1-15,3 5-13 16,0 3-5-16,5 1-7 0,3 2 0 15,4 2-2-15,1 1-3 16,1 1-1-16,-3-8-6 16,-4-13-118-16</inkml:trace>
  <inkml:trace contextRef="#ctx0" brushRef="#br0" timeOffset="47463.79">20244 3789 16 0,'-2'-3'29'0,"1"-1"-10"0,0 2 1 15,1-1-5-15,0 1-3 16,0 0-4-16,-1 1-4 0,0-2-1 16,1 3-1-16,0-1-2 15,-1-1 1-15,1 2-1 16,-1-3 0-16,1 2 0 16,0-2 1-16,0 3-1 15,0-3 0-15,0 2 0 16,0-2 2-16,0 1 4 0,0 1 42 15,-1-3-21-15,-1 1 5 16,2 0-5-16,0 3-6 16,-2-1-4-16,2 1-3 15,0 0-12-15,0 3-1 16,0 5 2-16,0 2-2 0,0 3 2 16,0 1 0-16,0 0 2 15,2 5 1-15,1-4-4 16,2 1 3-16,2-2 3 15,-1-1 1-15,0-2 3 16,-3-4 0-16,2-1-7 0,0 1 0 16,-2-3-2-16,2-2 1 15,1 0 2-15,-2-2 8 16,3 0 5-16,0 0-7 16,4 0-5-16,-3-4-3 15,6-7 1-15,4 1 0 0,3-6 1 16,6-4 3-16,6-5 7 15,7-5-11-15,6-4-1 16,1-3 0-16,3-1 0 16,-3 2-2-16,-5 4 1 15,-5 5 0-15,-7 5-1 0,-7 2 1 16,-1 6 0-16,-10 4 0 16,-2 1 0-16,-3 4 1 15,-3 2-1-15,-4 2 0 16,0-1-2-16,0 2 0 15,1 0-2-15,-1 0-2 0,0 0 1 16,0 0-4-16,2 6-1 16,1 1-37-16,0-4-76 15,0-3-68-15</inkml:trace>
  <inkml:trace contextRef="#ctx0" brushRef="#br0" timeOffset="48486.07">18058 5939 142 0,'-2'-8'35'0,"-2"-1"3"16,1 3-12-16,1 1 5 15,2 3-9-15,-2 0 4 16,2 2-7-16,0 0-9 0,0 4-10 16,0 7 1-16,0 5 1 15,2 2 0-15,3 3 0 16,3-1-1-16,0 3 2 15,-1-5 0-15,1-2-2 0,-1 1 1 16,2-4 1-16,-2-5-1 16,3-2 3-16,-3 0-1 15,3-6 2-15,0 0 2 16,4 0-1-16,-1-6 5 16,6-7 10-16,4-7 3 0,5-7-13 15,7-9 1-15,4-3 1 16,1-3-2-16,-1 0 0 15,-1 4-4-15,-7 5-2 16,-5 7-5-16,-4 7 0 16,-4 6-1-16,-5 6-1 0,-4 6-3 15,-9 1-10-15,0-3-200 16</inkml:trace>
  <inkml:trace contextRef="#ctx0" brushRef="#br0" timeOffset="57557.76">23550 15200 67 0,'0'-2'24'0,"1"-2"38"0,0 1-48 0,-1 0 9 16,1-2-2-16,-1 1-6 16,0 3 1-16,0-2 12 15,0 0-14-15,0 2 10 16,0-1-13-16,0 1 0 0,-2-1-2 16,-1 1 0-16,-4 1-6 15,2 0-1-15,-3 0-1 16,3 0 0-16,-2 0 1 15,-1 0 2-15,2-3 2 0,1 2 12 16,-3-2 13-16,0-1-20 16,-3 0-4-16,1-2-2 15,-1 0 1-15,-2 0-1 16,0-1 0-16,1 0 2 16,-1 1-5-16,0 1 0 15,2-1 1-15,-1 2-3 0,0-2 2 16,-1 3-1-16,-2-2 0 15,0-1-1-15,-4 0 1 16,0 1-1-16,-4-2 1 16,-2 2-1-16,1-2 1 15,-2 3 1-15,1 0-2 0,0 1 2 16,1-2-2-16,2 1 0 16,4 3 1-16,1-2 0 15,2 0 0-15,-1 2-1 16,3-2 2-16,-1 3-2 15,-5 0 2-15,1 0 0 0,-1 0 0 16,-3 0-1-16,-4 0 2 16,-1 0-3-16,-2 7 2 15,-1 1 0-15,-3 0 0 16,4 1 0-16,-2 1-1 16,4 0 1-16,1-1 0 0,7 2-2 15,-3-1 1-15,4-1-1 16,4-1 1-16,1 1-1 15,-1 0 1-15,0-1-1 16,2 2 1-16,1 1-1 16,0 1 1-16,1 0-1 15,-3 1 0-15,-1-3 1 0,1 4-1 16,0-1 1-16,-1 1-1 16,2-1 1-16,0 1 0 15,1 0 0-15,4 3 0 16,-4 0-1-16,2 2 2 0,0 2-1 15,0-2 2-15,1 5 0 16,1-1-1-16,0 0 2 16,0 2 0-16,0 0 1 15,1-2-3-15,1 4 3 16,-1-4-1-16,1 1 0 16,-3 0-1-16,4 0 2 0,-3-1-2 15,4-2 1-15,0 1 0 16,2-1 0-16,1 0 1 15,0-1-2-15,0 0 0 16,0 1 1-16,0-2-1 16,0 0-1-16,2 0 0 0,2 0-1 15,2-1 0-15,-3 1 0 16,2-1 0-16,3-1 0 16,-4 0 0-16,5 0 0 15,-4 0 1-15,3-1-2 16,0 1 1-16,0 1 0 0,1-2-1 15,-3 1 1-15,4 0-1 16,-5-1 0-16,5-1 0 16,-4-2 0-16,2 0 1 15,1-2-1-15,-2 3 0 0,4-2 1 16,-4 1-1 0,3 2 0-16,2-3 0 0,-1 4 0 15,0 0 0-15,3-2 0 16,-1 1 1-16,-1-2-1 15,3-1 0-15,1-1 0 16,-1-2 1-16,1 1-1 0,0-3 0 16,1 0 1-16,3 1 0 15,-1-3 0-15,5 1 2 16,0 0 0-16,3-1 2 16,2-1-4-16,0 2 0 15,2-3 1-15,0 1-1 0,1-1 0 16,-1 1 1-16,-3-2-1 15,1 0 1-15,-2 0 1 16,-1-1 0-16,-1 2 0 16,-1-2 1-16,1 1 0 15,-1-2 0-15,1 0 0 0,0 0-2 16,-2 0 0-16,3 0 0 16,-1 0 0-16,-1 0-1 15,3 0 0-15,-5 0 1 16,1 0 0-16,-1 0 0 15,-1-4 0-15,0-1 2 0,-2-1 1 16,-1 1 0-16,3-2 1 16,-3 0-2-16,0 0 0 15,0 0 0-15,0 0-2 16,-2 0 0-16,2 1 1 16,-1-1-3-16,-2 1 0 0,0-1 1 15,3-2-1-15,-1 1 0 16,2-2 2-16,-2-2-2 15,3 1-1-15,-2-3 1 16,-5 0 1-16,2-2-1 16,-3 1 0-16,-1-1 1 0,-1-1-1 15,0 0 0-15,1-1 0 16,-1-1 1-16,-2-1-1 16,1 2 0-16,-4-2-1 15,2 0 2-15,-3 0-1 16,0 1 0-16,-2 0 0 0,1 2 0 15,0 1 0-15,-1 0 0 16,0 3 0-16,-1-2 0 16,1 1 0-16,1-1 0 15,-1 1 0-15,-2-3 0 16,3 0 1-16,-1-1-1 16,-1-1 0-16,1 0 0 0,-2-2 0 15,1 2 0-15,-1 0 1 16,0-1-2-16,0 3 1 15,0 0 1-15,1 0-2 16,-1 0 1-16,2 0 0 16,-2-1 0-16,2-1 0 0,-2 1 0 15,1-2 0-15,1-3 0 16,-1 2 0-16,0-3 0 16,-1 1 0-16,0 0 0 15,0 1 1-15,0 0-2 16,0 2 1-16,0 0 0 0,0 3 0 15,-3 2 0-15,-1-1 0 16,0 1 0-16,-1 2 0 16,0 0 0-16,0 1 0 15,0 0 1-15,-2 1-2 0,0-2 1 16,-3 1 0-16,1 1 1 16,1 0-2-16,-6 1 2 15,4 1-1-15,-1 3 0 16,-1 1 0-16,3 0 0 15,-3 1 0-15,-1 1 0 16,2-1 0-16,-3 0-1 0,0-2 1 16,-2 0 1-16,0-3-2 15,-3-4 1-15,1-3 0 16,-1-1 0-16,-2-3 0 16,2-4 0-16,-3-3 0 15,-1 1 0-15,0-2-1 0,2 3-1 16,0 1-1-16,6 5-3 15,2 4-35-15,5-1-47 16,7-4-60-16</inkml:trace>
  <inkml:trace contextRef="#ctx0" brushRef="#br0" timeOffset="85894.81">20446 7621 142 0,'2'-13'43'0,"0"0"-7"0,-2 3 10 15,0 4-1-15,0 4-11 16,0 2-16-16,0 0-17 16,0 8 1-16,0 4 5 15,0 5 9-15,0 4-5 16,0 2 0-16,4 2 0 0,-3 5-4 15,1-3-4-15,-1 4-2 16,-1-1 0-16,0-3 1 16,0-3 0-16,0-1-2 15,0-3 2-15,0-4-1 0,-1-3 0 16,-1-1-3-16,1-2-58 16,-1-5-35-16,0-5-37 15</inkml:trace>
  <inkml:trace contextRef="#ctx0" brushRef="#br0" timeOffset="86880.93">20497 7815 165 0,'0'0'3'0,"0"0"-1"15,0 0 3-15,0 0-3 16,0 0-1-16,0 0 7 15,-43-11-3-15,36 14-1 16,1 2-3-16,-3 2-1 16,4 1 2-16,1 0-2 15,-2-1 3-15,1 3 5 0,-3 0-1 16,-3 3 6-16,-1 0 0 16,-4 2-2-16,-4 2 0 15,-7-1-5-15,-6 4 1 16,-6 0-3-16,-5-1-2 15,-4 0 0-15,2 0-1 0,-3-1 1 16,6-4-1-16,6 2 1 16,8-5-1-16,8-2 0 15,10-2 0-15,5 0 0 16,6-3-2-16,4-1-2 16,11 1 9-16,10-1 2 15,7-1-3-15,7 0 2 0,5 1 0 16,4 1 3-16,2 2-2 15,-2 1 3-15,-5 5-5 16,-5-1-4-16,-7 5 0 16,-4-1-2-16,-8 2 1 0,-5 1-1 15,-5-2-1-15,-3 1-1 16,-6 0-2-16,0-2 6 16,-10 0-1-16,-7 2 8 15,-10-2 6-15,-5 3-3 16,-7-1 0-16,-5 0-3 15,-2 1-2-15,-4 1-4 0,-2 1-1 16,4-2 0-16,-1 2-1 16,7 0 1-16,1 1-1 15,7-3-1-15,5 0 1 16,7-1-2-16,4-2 1 16,7-3 1-16,2 3-2 0,9-6 0 15,0-1-1-15,9 1 2 16,8-5 2-16,11-1 6 15,9-1 0-15,10-2-1 16,10 0 2-16,8-2-2 16,4-3-2-16,0 0 2 0,0-1-3 15,-6 2-2-15,-10 0 2 16,-6 1-3-16,-11 3 0 16,-7-1 0-16,-8-1-1 15,-6 1 0-15,-6 1 2 16,-3-3-1-16,-5-1 4 0,-1 0 1 15,0-3 1-15,-7-2-4 16,-2-2-1-16,2-1-2 16,-2-2 1-16,2 3 0 15,0-1-1-15,4 5 2 16,2 0-1-16,-1 3 1 0,2 3 2 16,0 1 3-16,0 2-2 15,0 12-5-15,0 5 1 16,0 8 1-16,0 4 0 15,0 6 0-15,0-1 0 16,0-1 0-16,0-1-1 0,0-5 1 16,0-7-2-16,0-2 1 15,0-3-1-15,-2-7-41 16,-3-5-66-16,1-5-56 16</inkml:trace>
  <inkml:trace contextRef="#ctx0" brushRef="#br0" timeOffset="87197.94">20821 8242 222 0,'0'-9'68'0,"5"0"-33"0,1 2-5 16,5 4-24-16,1 0-3 0,2 1-1 15,1 0 3-15,5 2 1 16,-2 0-4-16,1 0-2 15,0 0 1-15,-2 2-1 16,-2 3-1-16,-3 2-88 16,-8-2-59-16</inkml:trace>
  <inkml:trace contextRef="#ctx0" brushRef="#br0" timeOffset="87381.78">20826 8406 139 0,'0'0'74'0,"0"0"-52"16,0 0 21-16,0 0-12 16,42 11 5-16,-16-11-9 15,4 0-15-15,8-2-6 16,0-4-3-16,-2 3-4 16,-1-2-81-16</inkml:trace>
  <inkml:trace contextRef="#ctx0" brushRef="#br0" timeOffset="88348.92">22369 7295 150 0,'0'0'20'0,"0"0"18"0,0 0-8 0,0 0-9 0,0 0-1 16,-44-31-6-16,20 31 1 16,3 0 2-16,-5 0-10 15,-3 0-4-15,-2 0-2 16,2 3 1-16,0 1-1 15,2 0-1-15,2 2 1 16,4-2-1-16,4 1 0 0,0 2 0 16,5 2 0-16,1 0 0 15,-1 4 0-15,1 4 0 16,0 6 0-16,2 5 0 16,0 11 0-16,-3 7 0 0,3 8 5 15,1 13 3-15,-2 14 5 16,0 13 7-16,3 7 12 15,0 11-13-15,2 6-10 16,-2 1 10-16,2 0-9 16,0-2-5-16,-3-9 0 15,1-9 5-15,-5-5 3 0,-1-7-7 16,0-8 0-16,1-9 0 16,-1-8 3-16,-2-5-7 15,2-9 1-15,0-9-1 16,0-8 2-16,2-7-1 15,2-6 0-15,3-5 1 0,1-5 1 16,3-3-2-16,0-2-1 16,2-3-1-16,0 2 2 15,0-1-1-15,7 1 1 16,6 0 1-16,9-1 0 16,5 2-1-16,8 0-1 15,6 1 1-15,8-1 0 0,0 3-1 16,1-2 0-16,1-1-2 15,-5-1 0-15,-2-2 1 16,-5 0 0-16,-3-1-2 16,-5-13-31-16,-4-8-86 0,-2-13-155 15</inkml:trace>
  <inkml:trace contextRef="#ctx0" brushRef="#br0" timeOffset="88711.67">22490 7544 244 0,'0'0'11'0,"0"0"19"0,0 0-18 16,0 0 27-16,0 58-14 0,0-31-14 15,0 2-5-15,0-1-3 16,0-1 0-16,1-4 2 16,4-3-22-16,1-9-17 15,-1-10-115-15</inkml:trace>
  <inkml:trace contextRef="#ctx0" brushRef="#br0" timeOffset="89734.28">23619 7598 152 0,'0'0'15'0,"0"0"28"0,0 0-15 0,0 0-9 16,0 0 8-16,0 0 2 16,-49 41 2-16,38-24-15 15,2 4 4-15,-2-2-9 16,6 2-4-16,3-2 3 0,2 1 0 15,0-2 1-15,10-6-7 16,6-3 6-16,5-3-6 16,1-5 4-16,3-1-6 15,2-1 5-15,-2-8-5 0,-3-5-1 16,-4 0 0-16,-2-4 1 16,-4-2-1-16,-5-2 0 15,-7 0-1-15,0-1 1 16,-6 3 0-16,-11 2-3 15,-2 4 0-15,-6 4 1 16,-2 4-1-16,0 6-1 0,2 0-10 16,3 0-20-16,5 8-20 15,4-1-24-15,8-1-72 16</inkml:trace>
  <inkml:trace contextRef="#ctx0" brushRef="#br0" timeOffset="91088.96">22277 8521 115 0,'6'-7'36'0,"-1"3"-16"15,-2 1-8-15,0 0 0 0,1 0 4 16,-4 3-3-16,1-1-2 16,0-1-2-16,0 2-1 15,-1 0-1-15,2-1 6 16,-2 1 8-16,2-1 1 15,-2 0 4-15,2 0 4 0,-2-1-2 16,0 0-3-16,0 1-6 16,0 0-5-16,-6 0-2 15,1 1-5-15,-5 0-1 16,-2 0 0-16,-1 0 1 16,-2 5 1-16,-1 4 10 15,-1 4-2-15,-1 4-10 16,2 3-2-16,4 4-1 0,2 2 1 15,5-1-3-15,5 2 2 16,1-1 2-16,13-5-1 16,7-4 1-16,4-5 1 15,5-6-2-15,1-3-1 0,-2-3 0 16,-1 0-1-16,-4-7-1 16,-2-3 0-16,-9-4-1 15,-6-3 2-15,-3-3-1 16,-4-4-1-16,0-2-1 15,-7-2-1-15,-8 1-1 0,-5 4-9 16,0 5-11-16,0 5-14 16,0 9-39-16,4 1-42 15,2 3-78-15</inkml:trace>
  <inkml:trace contextRef="#ctx0" brushRef="#br0" timeOffset="91784.26">23438 8569 205 0,'0'0'16'0,"0"0"54"0,0 0-1 0,0 0-13 0,-40-34-10 16,24 34-26-16,-4 3-7 0,0 10-4 15,0 5-4-15,2 5-1 16,3 5-1-16,4 2-2 16,4 0 2-16,5 0-1 15,2-3-1-15,2-4 4 16,11-6-2-16,8-6-3 16,2-5 1-16,2-5 5 0,2-1-2 15,-2-3-2-15,-1-8-1 16,-4-5 0-16,-4-4 0 15,-8-3 0-15,-1-3 0 16,-7-1-1-16,0-3 1 0,-9 4-3 16,-5 2 1-16,-5 4-1 15,-3 5-2-15,2 6-1 16,-3 6-7-16,7 3-15 16,1 0-20-16,5 5-28 15,4 0-14-15,6 0-109 16</inkml:trace>
  <inkml:trace contextRef="#ctx0" brushRef="#br0" timeOffset="91964.96">23686 8713 486 0,'0'0'-8'16,"0"0"29"-16,0 0-2 15,0 0-13-15,0 0-1 16,0 0-1-16,0 0-4 0,0 0 0 16,0 0-26-16,0-16-82 15,0 16-59-15</inkml:trace>
  <inkml:trace contextRef="#ctx0" brushRef="#br0" timeOffset="92376.99">23938 8524 351 0,'0'0'5'15,"0"0"71"-15,0 0-18 16,0 0-35-16,0 0-10 15,0 0 9-15,0 0 1 0,-26 48-7 16,19-16-6-16,-1 3-4 16,5 2-2-16,1-2-2 15,2-1 1-15,0-7 0 16,10-4 0-16,7-6-2 0,-2-5 0 16,6-7 2-16,2-5 1 15,0 0-3-15,0-10 1 16,-3-5-1-16,-5 1-1 15,-5-2 0-15,-8 0 0 16,-2 1 2-16,-11 2-3 16,-9 5-1-16,-5 3 0 0,-2 5 1 15,0 0-14-15,-2 10-39 16,6-6-61-16,9-4-155 16</inkml:trace>
  <inkml:trace contextRef="#ctx0" brushRef="#br0" timeOffset="93455.84">23977 7325 54 0,'0'0'23'0,"0"0"-6"0,0 0 25 0,0 0-11 0,-16-40 5 15,14 33 9-15,2 3-2 16,0 0-3-16,0 0-8 0,2 2-10 16,9-1-9-16,7 3-8 15,7-1 0-15,6 1-2 16,7 0-1-16,5 0 1 16,4 0-2-16,-1 1 0 15,-1-1 2-15,-4 0-1 0,-6 2-1 16,-2 1-1-16,-8 1 1 15,-7 1-2-15,-4 3 2 16,-6 0-1-16,-3 5 1 16,-3 4 9-16,-2 7 14 15,0 7-7-15,0 9-5 0,-7 9 5 16,-2 10-8-16,-3 8-3 16,-3 16 3-16,0 7-3 15,-8 10 3-15,-1 10-1 16,0 6-2-16,-3 3-1 15,0-3-3-15,3 2 2 16,1-10-2-16,8-7 0 0,4-9 1 16,3-8-1-16,2-9 0 15,2-11-1-15,1-9 0 16,1-8 1-16,-2-8 1 16,2-10 0-16,-1-9 3 15,2-6-1-15,1-4-1 0,0-4 0 16,0-3 0-16,0 0 0 15,0-2 0-15,0-1 1 16,0 0 1-16,0 0 0 16,0 0-1-16,0 0-2 0,0 2-1 15,1-1-3-15,3 2 1 16,-2 2 0-16,1 1-1 16,-1 2 1-16,0 2 0 15,0 1 0-15,0 2 0 16,-2 1 0-16,0 1 0 15,0 3 0-15,-1 1 2 0,-4 1-1 16,-6-1 1-16,4 1 1 16,-4-1 12-16,-2 0-3 15,2-2 0-15,0-3-1 16,-2 0-4-16,0-1 8 16,-4-4 0-16,-1-4-2 0,-9 1-3 15,-9-3-2-15,-11-2-4 16,-11 1-2-16,-17-1-1 15,-9 1-2-15,-1-4-57 16,4-2-54-16,15-26-172 16</inkml:trace>
  <inkml:trace contextRef="#ctx0" brushRef="#br0" timeOffset="101560.55">10400 11928 128 0,'0'0'30'0,"0"0"-25"0,0 0-3 16,0 0-4-16,0 0 1 15,0 0-38-15,0 0-80 16</inkml:trace>
  <inkml:trace contextRef="#ctx0" brushRef="#br0" timeOffset="138387.64">22122 8933 86 0,'0'0'48'0,"0"0"-7"0,0 0-12 16,0 0 9-16,0 0-36 16,0 0 18-16,0 0 58 15,0 0-53-15,0 0-13 16,0 0-6-16,0 0-1 16,0 0-3-16,0 0 0 15,51-6 0-15,-31 6-2 16,4 0 1-16,4 0 1 0,1 0-1 15,0 0 0-15,-2 0 0 16,-2 0-1-16,-3 3 1 16,-5 0-1-16,-3 3 0 15,-8-1-1-15,-3 2-1 0,-3 2-20 16,-4-1-26-16,-13 4-1 16,-6 0-27-16,-3-4-63 15</inkml:trace>
  <inkml:trace contextRef="#ctx0" brushRef="#br0" timeOffset="138556.71">22133 9071 171 0,'0'0'7'16,"0"0"17"-16,40-3-10 0,-15-1-4 16,4 1 2-16,1-1 1 15,3 2 0-15,0 2-8 16,-1 0-4-16,-1 0 0 15,-4 0-2-15,-3 0-33 16,-2 0-54-16</inkml:trace>
  <inkml:trace contextRef="#ctx0" brushRef="#br0" timeOffset="139140.49">23548 7940 46 0,'0'0'29'0,"0"0"6"16,0 0-46-16,0 0-2 0,0 0-20 15,0 0 1-15</inkml:trace>
  <inkml:trace contextRef="#ctx0" brushRef="#br0" timeOffset="139246.01">23841 7930 9 0,'0'0'22'16,"0"0"-15"-16</inkml:trace>
  <inkml:trace contextRef="#ctx0" brushRef="#br0" timeOffset="139492.89">23515 8094 243 0,'0'0'6'15,"0"0"-4"-15,0 0-12 16,0 0 10-16,0 0 2 15,57 2 2-15,-21-4-4 16,7 0-10-16,8-2 4 16,3-2 3-16,4 1-1 15,2-7 3-15,-2-8-152 16</inkml:trace>
  <inkml:trace contextRef="#ctx0" brushRef="#br0" timeOffset="139915.97">23471 7986 48 0,'0'0'26'0,"0"0"8"0,0 0 3 0,0 0-2 16,0 0-1-16,0 0-21 15,0 0-9-15,23-36-14 16,-2 29-5-16,7 0 0 0,11 3 7 16,7-1 2-16,7 0 4 15,6 0 2-15,-1 3 0 16,0-2-1-16,-6-1 1 15,-5-2-34-15</inkml:trace>
  <inkml:trace contextRef="#ctx0" brushRef="#br0" timeOffset="140270.64">23669 8072 40 0,'0'0'19'0,"0"0"25"0,0 0-13 16,0 0-3-16,0 0 9 15,0 0 2-15,0 0-15 16,61 10-14-16,-22-13-5 16,3-4-7-16,5-7-57 0</inkml:trace>
  <inkml:trace contextRef="#ctx0" brushRef="#br0" timeOffset="144218.26">23853 7696 20 0,'0'0'28'0,"0"0"-10"0,0 0-15 0,0 0 16 16,0 0 59-16,0 0-45 16,0 0 3-16,0 0-6 15,0 0-2-15,0 0 3 0,-27-27-10 16,26 25 1-16,-1 2-5 16,2 0-7-16,0 0-6 15,-4 0-4-15,3 0 0 16,-1 0 0-16,1 7 0 15,0-1 1-15,-1 3 0 16,1-1 0-16,1 1-1 0,0-1 2 16,-2 2-1-16,2-5 2 15,0 0-1-15,0-3 0 16,0 2 2-16,0-4 5 16,0 0 20-16,0 0 6 0,0 0-10 15,-4-4-20-15,2-1-4 16,0-2-1-16,0 3 1 15,1-3-1-15,-1 3 0 16,2 1 0-16,0 0-1 16,0 3-20-16,8-3-41 0,5-1-56 15,3-3-22-15</inkml:trace>
  <inkml:trace contextRef="#ctx0" brushRef="#br0" timeOffset="144876.57">24074 7614 115 0,'0'0'23'0,"0"0"16"0,0 0-15 0,0 0 16 15,0 0-1-15,7-39-9 16,-6 33 5-16,-1 1-4 16,0-2-13-16,0 3-3 15,0-1-5-15,-4 1-2 16,-1-2-3-16,-6 4-4 0,-2 1 0 15,-3 0-4-15,0 1 7 16,-6 0-3-16,5 0-1 16,0 1 1-16,5 4-1 15,0 2 0-15,7 0-1 16,-1 0 0-16,4 3 0 0,2 0-1 16,0 0 2-16,3 1-1 15,8-1 1-15,7 0 0 16,3 1 0-16,-1 1 0 15,3-1 0-15,-1-1 0 16,-4 3 1-16,-2 1-2 0,-5 0 1 16,-1 3 1-16,-6-2-2 15,-2 2 0-15,-2 1 1 16,0-4-1-16,-9 2 1 16,-1-5 0-16,-7 2-2 15,2-6 4-15,-5-3 1 0,3-1 0 16,-3-3 1-16,4 0 2 15,3-10 11-15,8-5 9 16,5-5-8-16,11-6-13 16,14-5-4-16,11-3-1 15,5-2-17-15,1 2-49 0,-5-1-85 16</inkml:trace>
  <inkml:trace contextRef="#ctx0" brushRef="#br0" timeOffset="145579.79">22426 8684 167 0,'0'0'58'0,"0"0"1"0,0 0-1 16,8-38-6-16,-7 34-14 0,2 1-20 16,-1 3-11-16,0 0-7 15,2 0-1-15,-2 0 0 16,1 3-1-16,1 2-9 15,0 2-18-15,0-1-34 16,-2-3-30-16,1-3-38 0</inkml:trace>
  <inkml:trace contextRef="#ctx0" brushRef="#br0" timeOffset="146206.39">22728 8513 209 0,'0'0'33'16,"0"0"0"-16,0 0-11 15,0 0 22-15,0 0 0 16,6-37-10-16,-8 31-8 0,-3 0-9 16,-1 2-7-16,-3 0-4 15,0 1 2-15,-2 0-6 16,-3 2 2-16,1 1-1 16,-3 0-3-16,2 0 1 0,-1 8 0 15,3 1-1-15,2 2 0 16,1 4-1-16,4 0 0 15,1 0 1-15,4 1-2 16,0 0 1-16,2-1-1 16,10-2-2-16,1 0-5 15,7-2 7-15,-3-2 0 0,4-2 1 16,-1 1 2-16,-1 1-1 16,-2-2 0-16,-4 3 0 15,-1-2 0-15,-5 2-1 16,-3-1 0-16,-2 3-1 15,-2-1 1-15,0 0 1 0,-6-1-1 16,-7 1 2-16,0-2 4 16,-5-2-4-16,1 0 7 15,-3-4 0-15,2 0-1 16,0-3-1-16,4 0 2 16,3 0-1-16,3-9 4 0,6-4-4 15,2-8-5-15,5-3 2 16,12-9-4-16,3-1-20 15,6-1-24-15,-1 2-27 16,-9 8-69-16,0 4-107 16</inkml:trace>
  <inkml:trace contextRef="#ctx0" brushRef="#br0" timeOffset="146504.13">22317 8863 353 0,'0'0'83'0,"0"0"-29"0,0 0-34 0,0 0-8 0,0 0-11 15,0 0-2-15,39-24-2 16,-32 24-66-16,-5 0-95 16</inkml:trace>
  <inkml:trace contextRef="#ctx0" brushRef="#br0" timeOffset="147974.88">21873 8683 21 0,'-2'0'63'0,"2"0"-18"16,0 0-9-16,-2-2-2 15,2-2-5-15,0 1 1 16,0-1-2-16,0 3 3 0,0-1-7 16,0 0-6-16,0 2-5 15,0 0-6-15,0 0-5 16,0 0-1-16,0 0-2 16,0 0 1-16,0 0 2 15,3 0 4-15,8 0 2 0,2 0 4 16,0 1-3-16,5-1-1 15,-1 1-4-15,0-1-1 16,1 2 0-16,-3-1-2 16,-3 1-1-16,-3-2 1 15,-1 2 0-15,-2-2-2 0,-1 1 2 16,-2-1 1-16,-1 0-1 16,-1 0-1-16,1 0 2 15,-2 0-1-15,0 0 0 16,0 0 0-16,0 0-1 15,0-1 1-15,0-1 1 0,0 0-2 16,-5 1 1-16,-6-3-1 16,-4 2 1-16,-1-1-2 15,-4-1 1-15,-1 1 2 16,0 0-1-16,5-1 0 16,0 1 0-16,6-1 0 0,4 2-1 15,4 1 0-15,-1 0 3 16,3 1-3-16,3 0-3 15,7 0 2-15,8 0 2 16,3 2-1-16,4 0-20 16,1-1-84-16,1-1-151 0</inkml:trace>
  <inkml:trace contextRef="#ctx0" brushRef="#br0" timeOffset="148935.73">23165 7747 58 0,'0'0'14'0,"0"0"37"0,0 0-35 15,0 0-6-15,0 0 20 16,0 0 5-16,0 0 3 16,0 0-15-16,0 0-6 15,0 0-8-15,0 0-4 16,0 0 1-16,0 0 5 0,47-11 0 16,-21 11-1-16,1 0 0 15,-1 0-4-15,1 0-3 16,-5 0 0-16,-5 0-2 15,-5 0 1-15,-7 3-2 16,-1-2 2-16,-4-1-2 0,0 0 3 16,-4 0 5-16,-11 0 18 15,-4 0-27-15,-8 0 5 16,-4 0-2-16,-2 0 0 16,1 0-2-16,0 0 1 0,4 0 0 15,7 0-2-15,4 0 4 16,5 0-4-16,4 2 0 15,6-1 1-15,1 0-3 16,1 0-2-16,0 1 5 16,9-2 2-16,7 0-1 15,2 0-1-15,6 0 1 0,1 0-1 16,-2 0 0-16,-2 0 0 16,-4 0 0-16,-5 0 1 15,-2 0-1-15,-6 3-1 16,-4-2 2-16,0 2-2 15,-2-3-8-15,-9 0-17 0,0 0-43 16,-2-5-57-16</inkml:trace>
  <inkml:trace contextRef="#ctx0" brushRef="#br0" timeOffset="161492.1">6653 8430 34 0,'0'0'82'0,"0"0"-19"0,0 0-41 15,0 0-8-15,0 0-1 16,0 0 1-16,0 0 3 16,0 0-8-16,0 0-3 15,0 0-3-15,0 0 2 16,0 0-5-16,0 0 1 0,0 0-1 16,-37-8 0-16,37 19 0 15,0 2 0-15,0 0 0 16,0 4 2-16,4 0 2 15,-2 1 0-15,2 2 1 16,1 0 0-16,2 1-2 0,-1 0-1 16,1 2 1-16,2 0-1 15,3 3 1-15,0 2-1 16,1 1-1-16,1 2 3 16,1 3 6-16,4 1-4 15,-3 3-3-15,-1 2 1 16,3 4 1-16,-3 0 0 0,0 5-1 15,0-1-1-15,3 0 0 16,-3 2 0-16,3 2-1 16,0 1 4-16,2 1-3 15,1 0 2-15,2 4 8 16,4-1-8-16,2 4-1 0,0 4 1 16,5 1-1-16,-1 3-3 15,1 2 0-15,2 2 0 16,-2 1 0-16,1 2-1 15,1-2 3-15,0 1 0 0,2-1 0 16,3-1 0-16,1-1 1 16,3-1 1-16,-1-1-3 15,3 1 7-15,2-2-4 16,3 2 0-16,1 0-1 16,2 1-2-16,4 1 0 15,-3 3 2-15,2-1-1 0,0 0 0 16,-1 2-1-16,3 1 3 15,0 0 0-15,-3 0 2 16,4-3 2-16,1-2-2 16,1 1 0-16,5-3 0 15,-4-2-5-15,3 1-1 0,2-2-1 16,0 3 3-16,1-1 3 16,-1-1-2-16,1 0-2 15,1-3-1-15,1-2-1 16,-3 0 0-16,0-3 0 15,1 0 1-15,1 2-1 0,0-2 1 16,-1 1-1-16,2 0 0 16,-1-3 0-16,2 3 2 15,-1-3-2-15,2 2 0 16,2-1 0-16,0 0 2 16,1 0 0-16,2-2 3 0,0-1-5 15,-2 0 6-15,0-3-1 16,-2 0-3-16,2-3-1 15,-2 0 3-15,2-1 4 16,-4 1 0-16,1 0-2 16,2 0 0-16,0 0-4 0,-2 0 3 15,0 1-2-15,2-3 0 16,0-2 1-16,2-1-1 16,-4-4-2-16,1 1 0 15,2-3 0-15,-2-2 2 16,-1-1 0-16,-2-2-2 0,-1-6 1 15,1-1 0-15,-5-2-1 16,0-7 0-16,-2-3 6 16,-3-3-3-16,1-4-1 15,-3-4 2-15,-3-1 3 16,0-4-3-16,-3 0-1 16,-1 0-3-16,-1-8 1 0,-2-2 1 15,-4-1 0-15,0-5-1 16,-4 2 1-16,-2-3-3 15,2-2 1-15,-6-3 0 16,-2-2 0-16,1-1 1 16,-3-2-1-16,-3-1 0 0,-1-1 1 15,-2 0-1 1,-2-1 0-16,-3 0 1 0,0-1-2 16,-2 2 1-16,0-2 0 15,-3-1 0-15,-3-1-1 16,1-3 1-16,-1 0-2 0,-4-2 2 15,0 2 1-15,-2-1 1 16,-3-2 6-16,-1 1 1 16,-2-2-2-16,-1 0-5 15,0-3 0-15,0-2 0 16,0 0 2-16,-2-3-2 0,-4-4-1 16,-1-2-1-16,-4-2 1 15,2-1-1-15,-2-3 0 16,-1 1 0-16,-1-2 0 15,-1-2 0-15,-1 2-1 16,-1-3 2-16,-2 3-2 0,0-3 1 16,-1 1-1-16,-4 0 0 15,-4-3 1-15,0-2-1 16,-2 3 1-16,-2-6-1 16,-4 1 2-16,3 1-1 15,-4-4 1-15,1 2 1 0,0 0 1 16,-2 0-1-16,-3 0 4 15,0-1-2-15,-5 2-2 16,0 1-1-16,-2 1-2 16,-2 1 1-16,0 0 0 15,-3 0 1-15,-3 3 0 16,-1-4-1-16,-5 1 0 0,1-1-1 16,-4-3 2-16,1 3 4 15,0 0-2-15,-1 0-2 16,1 2 3-16,-3 2 3 15,2 3 1-15,-5 0 2 0,2 0-6 16,-2 1 3-16,-3 1-10 16,1-1 3-16,-1 1 1 15,0 0 0-15,-1 1-2 16,1-2 2-16,0 1-1 16,-3-1 1-16,1 2 0 0,0-2-1 15,-2 2 1-15,0 0 4 16,-2 0-2-16,-2 2-3 15,2 3 0-15,-3-3 2 16,0 6-3-16,-3 0 1 16,-1 0-1-16,0 0 2 15,-1 0-3-15,-1 0 0 0,-3 2 2 16,6-2 0-16,-3 2-1 16,-1 0 1-16,1-1-1 15,-2 2 0-15,3-1 2 16,0 1-3-16,-3 2 2 15,2-1-1-15,1 4 1 0,2 1 1 16,-3 0-2-16,0 1-1 16,1 3 2-16,1 0-2 15,-1 4 1-15,-1 1 1 16,3 3-2-16,1 2 2 16,1 0-1-16,-1 4 0 0,1-1 0 15,4 1 0-15,-1 2 0 16,1-2 0-16,0-1 0 15,2 3 0-15,0 1 0 16,4 0 0-16,-2 3 0 16,3 3 0-16,0 3-1 0,4 2 6 15,2 5-11-15,-1 4 5 16,4-2 0-16,2 4 2 16,4 9-3-16,0 3 1 15,4 9 1-15,1 3 0 16,2 5-2-16,4 4 1 0,3 4 1 15,0 2-1-15,1 5 2 16,1 0-2-16,2 1 1 16,1 1 0-16,5-1-4 15,3-3 5-15,6-2-24 16,7-5-18-16,1-12-45 16,-3-18-79-16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22T10:48:55.2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17560 7253 56 0,'0'0'6'0,"0"0"24"0,43 0-19 0,-17 0 0 16,3 1-3-16,7 4 7 16,5-1 6-16,7 1 1 15,6 1-4-15,5-2-3 16,7 2 13-16,3 1-10 15,6 0-6-15,4 2-3 0,0 1-3 16,2 1 1-16,3 0-2 16,4 2 3-16,5-3 9 15,4-1 7-15,10-1-10 16,5-2-5-16,3-3-1 16,6-2-2-16,0-1 0 0,0 0-2 15,-3 0-1-15,1 0 1 16,-1-1 9-16,-2-2 3 15,-3 0-8-15,-2 3 1 16,-4 0-4-16,-11 0-2 16,-4 1 0-16,-9 5-1 0,-12 3 0 15,-10-1-2-15,-8 1 0 16,-10 0 0-16,-4-3 1 16,-8 0 0-16,-5-3-1 15,-1-2 0-15,-1-1 1 16,-4-5-1-16,-4-14-53 0,-5-11-158 15</inkml:trace>
  <inkml:trace contextRef="#ctx0" brushRef="#br0" timeOffset="980.8">5849 4459 123 0,'0'0'14'0,"0"0"-6"0,0 0 10 0,0 0-7 15,0 0-9-15,0 0 0 16,37-22-2-16,-10 13 6 16,7-2-3-16,6 1 1 15,7-2 1-15,9 2 0 0,7 2 0 16,8-1 2-16,6 2 4 15,9 1-1-15,6 1-4 16,11 1-2-16,0-1-1 16,11 0-2-16,4-1 1 15,5 0-1-15,2-4 1 16,5 2 0-16,1-2 0 0,6 3 5 16,-1-2 10-16,5 2-5 15,0 0-3-15,4 1-5 16,3-1-1-16,-4 4 1 15,-2-1 0-15,-4 4-1 16,-6-1-2-16,-9 1 2 0,-7 0 3 16,-8 0 2-16,-6 4 1 15,-10 3-6-15,-7 3-1 16,-10 3-2-16,-5 1 1 16,-11 3-2-16,-9-3 0 0,-11-7-49 15,-8-7-232 1</inkml:trace>
  <inkml:trace contextRef="#ctx0" brushRef="#br0" timeOffset="1654.04">10581 4664 291 0,'0'0'3'0,"38"2"-5"0,1 0 2 16,15 1 1-16,11-2-1 15,13 2 1-15,13 0-1 16,12 0 0-16,9-2 1 15,11 4-1-15,9 0 0 16,7 2 0-16,10 0 2 0,3 0-2 16,7 3 0-16,3-2 0 15,9 0 0-15,-1 0 0 16,6 1 0-16,1-3 0 16,0-1 0-16,-4 0 0 15,2-1 0-15,-4 0 1 0,-4-3 0 16,0 2 4-16,-5 2-2 15,-6 2-1-15,-6 0-2 16,-18-6 0-16,-14-1-81 16</inkml:trace>
  <inkml:trace contextRef="#ctx0" brushRef="#br0" timeOffset="2630.91">22435 7595 188 0,'0'0'-29'0,"49"11"-5"16,-1-6 29-16,18 3 0 0,20-1-2 16,20-1 16-16,17 0 11 15,19-1 3-15,15 0-12 16,9-3-4-16,8 1 0 15,6-3-2-15,0 0 0 16,-1 0-1-16,-5 0 1 0,-4-1 5 16,-4-2 3-16,-8-1 2 15,-10 1-4-15,-12 0-2 16,-9 3-4-16,-15 0-3 16,-16 0 0-16,-13 0-1 0,-16 0 1 15,-17 0-2-15,-13 0 1 16,-15 2-2-16,-13-1-2 15,-9-1-13-15,-13 0-150 16</inkml:trace>
  <inkml:trace contextRef="#ctx0" brushRef="#br0" timeOffset="3097.26">23054 7514 0 0,'178'7'77'0,"15"0"-6"0,7-5-23 0,13-2-29 16,-1-6-13-16,3-7 0 16,-1-1 8-16,-3-4 9 15,-10 2-10-15,-9 0-8 16,-7 4-4-16,-14 2 0 0,-17 2-1 16,-17 4-1-16,-18 0 1 15,-22 1-5-15,-24-5-90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22T10:50:08.2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26088 7091 119 0,'0'0'26'0,"0"0"-11"0,0 0-9 15,0 0 5-15,0 0 3 16,0 0-4-16,0 0 0 16,0 0-4-16,0 0 3 15,0 0 47-15,3-21-23 0,-1 18-7 16,-2 1-2-16,2 0-5 16,-2 0 0-16,0 2 2 15,0 0-3-15,-2 0-7 16,-4 0-7-16,0 0-3 15,-3 4 4-15,1 2-2 0,0 1 1 16,3 3 0-16,1-1-2 16,1 1 0-16,3-2 2 15,0 2-2-15,0-2 1 16,1-2 0-16,7 0 0 16,-2-5 0-16,3-1 1 0,3 0 2 15,-4 0 0-15,2-1-3 16,1-5 0-16,-5-1 0 15,1 0 1-15,-4-3 1 16,-1 4 0-16,-1-2 0 16,-1-2 2-16,0 1-2 0,-1-2-3 15,-4 1 2-15,-3 0-4 16,-1 3-2-16,0 1 1 16,0 1 1-16,2 3-1 15,-4 2-4-15,3 0-48 16,1 5-25-16,2-1-50 15,2-1-138-15</inkml:trace>
  <inkml:trace contextRef="#ctx0" brushRef="#br0" timeOffset="1477.35">26307 7278 252 0,'0'0'0'0,"0"0"29"0,0 0-16 16,0 0-12-16,0 0 1 15,0 0 25-15,0 0 24 16,0 0-32-16,0 0-16 16,1-7-2-16,-10 7 0 15,-7 0 0-15,-1 4 2 16,-3 2 2-16,-1-1 2 0,-1 5 1 16,-2-2-2-16,1 6-3 15,1 0 3-15,2 3 0 16,1 2-3-16,5 4-1 15,0 1-1-15,7 2 0 0,7-1 1 16,0-2-1-16,12-2 1 16,9-4 0-16,8-6 5 15,5-2 0-15,5-4-2 16,0-4 1-16,-1-1-2 16,-6 0-5-16,-4 0-14 0,-3 0-19 15,-7 1-22-15,-4 2-37 16,-4 1-73-16</inkml:trace>
  <inkml:trace contextRef="#ctx0" brushRef="#br0" timeOffset="4581.21">32191 6972 128 0,'0'0'49'0,"0"0"19"0,0 0-48 0,0 0-8 16,-50-9-7-16,35 9-1 16,-2 0 3-16,0 4-3 15,2 5-4-15,0 1 1 16,3-2 0-16,3 2-1 0,3-1 0 15,5-1 0-15,1 2 0 16,5-3 2-16,10 2-2 16,3 1 1-16,5 1 0 15,1-1-1-15,0 3 1 16,-1 0-2-16,-1 0 2 0,-3 2-1 16,-4-1 0-16,-3 1 0 15,-6 1 0-15,-2 0 0 16,-4 0 0-16,-3-4 0 15,-10 1 0-15,-4-3 1 16,-6-1 1-16,-3-2 2 0,-2 0 2 16,-3-3-2-16,-2-1-1 15,2-3-2-15,2 0 1 16,3 0-2-16,3 0 3 16,7-3-6-16,11-4-2 15,1-4-78-15</inkml:trace>
  <inkml:trace contextRef="#ctx0" brushRef="#br0" timeOffset="4963.63">32125 6875 205 0,'0'0'3'0,"0"0"13"0,0 0 14 0,0 0-7 15,0 0-19-15,0 0 6 16,0 0 21-16,5 60 1 15,-5-23-1-15,0 9-14 16,0 7-5-16,-3 2-6 16,-1 1-3-16,0-2-3 0,0-4 0 15,1-4 1-15,0-6-2 16,-1-1 1-16,0-7-2 16,1-5-16-16,1-13-135 15</inkml:trace>
  <inkml:trace contextRef="#ctx0" brushRef="#br0" timeOffset="5350.53">32538 6967 264 0,'0'0'1'0,"0"0"1"0,0 0-5 15,0 0 3-15,-25 64 1 16,12-28 1-16,-3 9 1 16,-2 8 2-16,-2 6 0 15,-3 5-3-15,-1 2-1 16,-1 0-1-16,5-4 1 0,-2-6-1 16,4-5 2-16,3-9-2 15,1-10 0-15,4-6-5 16,1-11-75-16</inkml:trace>
  <inkml:trace contextRef="#ctx0" brushRef="#br0" timeOffset="6008.48">32495 7477 306 0,'0'0'3'0,"0"0"-6"0,0 0 0 16,0 43 4-16,0-18 0 15,3 2 1-15,1 0 0 16,1-2 0-16,-2-4-1 15,0-3 0-15,-1-5 1 0,-2-6-2 16,0-4 1-16,0-3 2 16,0-1 8-16,0-10-9 15,0-5-1-15,4-3-1 16,1-5 0-16,-1 4 0 16,1-1 0-16,-2 5 9 15,2 3 51-15,1 6-30 16,-1 7-19-16,2 0-10 0,3 10-2 15,1 3 1-15,2 7 0 16,2 0 0-16,-3 0 0 16,2-2 0-16,-4-1 0 15,-1-4 1-15,1-3-1 0,-6-3 0 16,0-3 0-16,-3-2 0 16,-1-2-1-16,0 0 4 15,0-2 1-15,-4-8-5 16,-1 0 1-16,-1-2 1 15,3 0-2-15,0-2 2 0,3 3 0 16,0 2 2-16,0 3 28 16,0-1-16-16,4 6-8 15,7 1-7-15,0 0 1 16,4 0-1-16,1 1 0 16,2 6-1-16,-1-1 2 0,-1 1-1 15,1 2-1-15,-4-1-7 16,0 2-25-16,-3-3-41 15,0-1-42-15,-6-3-65 16</inkml:trace>
  <inkml:trace contextRef="#ctx0" brushRef="#br0" timeOffset="6666.2">32917 7606 363 0,'0'0'6'0,"0"0"4"0,0 0-9 0,0 0 0 15,0 0 0-15,0 0 2 16,-11 35-2-16,20-24 0 0,1-4 1 16,1 1-1-16,4-3-1 15,-3-2-3-15,0-3-1 16,-5 0-2-16,-2-1-2 15,-3-6 3-15,-2-1 1 16,-2-2 1-16,-7 0 2 16,-2 2-1-16,-2-4 2 0,2 1 0 15,1-1 0-15,3 1 0 16,3 0 1-16,2 1 3 16,2 2 3-16,0 3 10 15,1-1 14-15,9 6-22 16,5 0-6-16,-2 0 1 0,6 3-1 15,-2 7-2-15,1 1-1 16,-3 1 1-16,-1-2-1 16,-1 3 0-16,-6-4 0 15,0 0 0-15,-2-2 0 16,-1-1 0-16,-1-2 0 0,-2 3 0 16,0-4 0-16,0 0 0 15,-1-2 0-15,0-1 0 16,0 0 1-16,0 0 0 15,0 0 4-15,0-3-1 16,0-4-4-16,3-4 0 0,3-2 0 16,2 0 6-16,0 1 26 15,-1 0-16-15,3 4-5 16,-1 3-5-16,-1 3-2 16,3 2-3-16,2 0-1 15,-1 4 0-15,4 6 0 16,-3 0 0-16,3 3 0 0,-2-2 0 15,0 3 0-15,-2-2 0 16,-2 0-1-16,0-2-31 16,-3-1-55-16,-2-4-96 15</inkml:trace>
  <inkml:trace contextRef="#ctx0" brushRef="#br0" timeOffset="6903.49">33416 7385 490 0,'0'0'13'0,"0"0"-7"0,0 0 7 16,0 0-15-16,0 0 2 0,0 0 0 15,20 57 1-15,-13-18 0 16,-3 4-1-16,-2-2 0 15,-2 0 0-15,0-6-53 16,-6-10-100-16,-5-8-34 16</inkml:trace>
  <inkml:trace contextRef="#ctx0" brushRef="#br0" timeOffset="7363.74">33388 7658 232 0,'0'0'73'0,"47"-19"-71"16,-23 9-1-16,0 2 0 15,0-2-1-15,-3-2 1 16,-4-2-1-16,-4-2-2 0,-5-2-24 16,-5-2-1-16,-3 2 16 15,1 1 10-15,-6 0 2 16,-1 4 6-16,2 4 23 15,-1 3 15-15,4 5 36 16,1 1-63-16,0 8-20 16,0 8 2-16,3 3 13 0,5 6 4 15,0 2-8-15,3-1-4 16,-2 1-3-16,-2-3-1 16,-3-4 0-16,0-3 0 15,-2-6-1-15,-2-2 2 16,1-5-2-16,-1-4 1 0,0 0 6 15,0-1 1-15,0-7-6 16,0-3-2-16,2 1 1 16,3 0 1-16,4 0 16 15,2 6-6-15,0 3-3 16,6 1-4-16,-3 0-2 0,4 4 1 16,0 9 2-16,1-2 1 15,2 2-4-15,0-2-2 16,-2-2-1-16,-7-9-9 15,-10-3-201-15</inkml:trace>
  <inkml:trace contextRef="#ctx0" brushRef="#br0" timeOffset="10306.28">23921 8302 21 0,'0'2'5'0,"0"-2"-4"0,0 3 1 0,0-2 3 16,0-1 11-16,0 3-8 15,0-2-2-15,0 2 6 16,0-1 16-16,0 0-21 16,0 1-1-16,0 2-1 15,0 2 1-15,0 1 1 0,-2 4-1 16,2 4 2-16,-2 7 3 16,1 4 0-16,1 10-3 15,0 7-1-15,0 6-1 16,0 9 1-16,6 3-3 15,1 3 1-15,3 2 0 0,1 8 0 16,-2-1 3-16,-1 1-2 16,-3 5 0-16,1 2 0 15,-5 2 1-15,-1-2 0 16,0 1 10-16,0 3 24 16,0-1-17-16,0-1-11 15,-5-6-1-15,-3 2-7 0,1-4 1 16,-1-3 3-16,3-5 22 15,-1-1 9-15,5-5-28 16,1-3-7-16,0-4-2 16,0-4-2-16,9-3 0 15,-5-2-1-15,1-3 2 16,-1-4-2-16,-1-5 0 0,-3-4 0 16,0-7 0-16,0-6 0 15,0-5 0-15,0-4 1 16,0-2-1-16,0-2 1 15,-1-3 0-15,-1-1 1 0,0 0 0 16,-2 0-2-16,0 0 1 16,2 0-3-16,-1 0-9 15,-4 0-88-15,2-1-39 16</inkml:trace>
  <inkml:trace contextRef="#ctx0" brushRef="#br0" timeOffset="10693.32">23720 10726 212 0,'0'0'19'0,"0"0"18"15,0 0-28-15,0 0-5 16,0 0-1-16,0 0-1 0,0 0 1 16,0 0-4-16,0 0 1 15,0 0 2-15,0 0 0 16,35 29 0-16,-16-19-1 15,1 3 1-15,-2-3 0 16,-1 0 0-16,-2-3 0 16,-1-4-1-16,-3 3 0 0,0-4 0 15,-4 0 0-15,0-1 0 16,-5 1-8-16,-1-2-62 16,-1 0-85-16</inkml:trace>
  <inkml:trace contextRef="#ctx0" brushRef="#br0" timeOffset="11103.83">24097 10610 126 0,'0'0'47'0,"0"0"-15"0,0 0-10 0,0 0-2 15,0 0-8-15,0 0 12 16,0 0-13-16,0 0-8 16,0 0-1-16,-24 27 4 15,11-7 9-15,0 3 13 0,-4 2-13 16,2 1-10-16,-4 1-3 16,5 0-2-16,4-7-1 15,1-6-58-15,3-10-245 16</inkml:trace>
  <inkml:trace contextRef="#ctx0" brushRef="#br0" timeOffset="15972.53">29987 8057 4 0,'0'0'7'0,"0"0"-5"16,0 0 1-16,0 0 3 15,0 0 10-15,0 0 13 0,1 44-21 16,-1-27-1-16,0 3 0 15,1 5 13-15,0 8 7 16,-1 5-9-16,0 5-6 16,0 7-3-16,0 8 0 15,0 7 6-15,0 7 2 0,-3 5-8 16,-2 3-3-16,-1 4 0 16,1 2-3-16,-1-3 0 15,1-4-1-15,-3-2 1 16,0-2-1-16,0-1 0 15,0-3 3-15,0-1 2 0,-1-1-2 16,0-1 0-16,0 0 0 16,-1 2 11-16,4-5 20 15,-4-1-31-15,3-1-1 16,1-1 0-16,2-5-1 16,-1-3-1-16,2-3 0 0,1-1 1 15,0-5-2-15,2-1 0 16,-1-5 0-16,1-4 1 15,-2-2-4-15,2-2 4 16,-2-3-2-16,0-2 1 16,0 2-1-16,2-6 0 0,-3-1 1 15,3-5-1-15,-1-2 0 16,1-2 0-16,0-4-1 16,0-4-3-16,0-1-3 15,0-3-54-15,1 0 11 16,3 0-66-16</inkml:trace>
  <inkml:trace contextRef="#ctx0" brushRef="#br0" timeOffset="16413.43">29543 10485 195 0,'0'0'6'0,"0"0"12"0,0 0-5 16,0 0-9-16,0 0-3 15,0 0 1-15,0 0-2 16,0 0 2-16,0 0 0 0,0 0 4 16,53 30 1-16,-27-14 1 15,2 1-7-15,0 0 1 16,-3-2-1-16,-2 1-1 15,-3-5 1-15,-3-1-1 16,-3-2 0-16,-2-3 0 0,-3-1 1 16,-2-1-4-16,-1-3-28 15,-4 0-58-15</inkml:trace>
  <inkml:trace contextRef="#ctx0" brushRef="#br0" timeOffset="16798.9">30057 10404 122 0,'0'0'48'0,"0"0"5"0,0 0-31 0,0 0-16 0,0 0-3 15,0 0 1-15,0 0 10 16,-36 36 16-16,17-9-10 15,-3 2-6-15,4 3-11 16,-2-2-2-16,5 0 0 16,5-10-8-16,2-8-251 0</inkml:trace>
  <inkml:trace contextRef="#ctx0" brushRef="#br0" timeOffset="22963.19">24297 11980 122 0,'0'11'-5'0,"-4"6"10"0,-3 4-3 16,0 7 6-16,4 8 2 0,-1 8 6 15,4 7 10-15,0 12-2 16,2 11-11-16,5 9-5 16,2 11 7-16,-6 11 6 15,-1 7-9-15,-2 8-1 16,1 3 8-16,-4 2-6 15,-7 0 1-15,1-1-7 0,0-6 1 16,-4-4-4-16,-1-7-2 16,1-2 0-16,-3-5 0 15,1-8 0-15,1-5 0 16,1-5 3-16,1-8 7 0,4-10-1 16,4-6 0-16,1-7-1 15,3-8-5-15,0-10-1 16,0-7 0-16,0-7-3 15,0-5 2-15,0-6-3 16,0-2 0-16,0-3 1 16,2-1 0-16,0-1-1 0,2 0 1 15,4 1 0-15,3 0 1 16,4 3 2-16,7 1 0 16,8 1-1-16,7 3-1 15,13-2-1-15,4 2 0 16,13 0 1-16,8 0-2 0,11 0 2 15,3 0-1-15,9-2 0 16,10 4 1-16,6-1 0 16,6 2 1-16,9-2 2 15,9 1 7-15,6-2-5 16,6-3 2-16,5-2 4 0,8 0-4 16,-2-3-3-16,2 0-1 15,-4-2-3-15,-2 0 1 16,-3 0 3-16,-6 1 2 15,-8-1 0-15,-11 0-1 16,-9 0-3-16,-14 1-1 0,-14 4 0 16,-12-1-3-16,-17 3 1 15,-14 0 0-15,-13-1-1 16,-15 0 0-16,-15-5-29 16,-9-1-67-16,-22-23-112 15</inkml:trace>
  <inkml:trace contextRef="#ctx0" brushRef="#br0" timeOffset="23525.46">25795 15162 152 0,'0'0'37'0,"0"40"-34"15,-3-9 5-15,0 9 10 16,-3 8 16-16,2 6-12 16,3 0-10-16,-1 3 0 0,2-6-4 15,0-2-5-15,0-8-2 16,2-9 0-16,-1-8 1 15,2-8 0-15,-2-9-1 16,-1-4 0-16,0-3-1 16,0-1-6-16,-2-13-107 0</inkml:trace>
  <inkml:trace contextRef="#ctx0" brushRef="#br0" timeOffset="24088.18">25508 15155 45 0,'0'0'17'0,"0"0"-8"0,0 0-2 0,0 0 39 15,0 0-9-15,0 0-13 0,0 0 0 16,0 0-6-16,0 0 10 16,0 0 15-16,39 3-17 15,-16-3-6-15,8-4 0 16,10-2 1-16,8-1-4 15,6 0-3-15,4 1-3 0,-3 2-4 16,-7 1-4-16,-4 2-1 16,-11 1 1-16,-8 0-3 15,-8 0 1-15,-2 0-1 16,-6 0 0-16,-3 0 0 16,-4 0-1-16,-3 0 0 0,0-5-36 15,-3-12-150-15</inkml:trace>
  <inkml:trace contextRef="#ctx0" brushRef="#br0" timeOffset="25269.53">22716 12705 170 0,'-7'-11'23'0,"1"1"13"0,-1 4-15 16,1 6 6-16,4 2-23 16,2 15-4-16,0 7 1 15,0 7-1-15,8 6 2 16,3 6 3-16,-1 4 1 16,3 2 3-16,-1 5-7 0,2-1-2 15,-4-2 1-15,1-3-1 16,-6-4-1-16,0-7 1 15,-2-7-1-15,-3-9 0 16,0-7-5-16,0-11-43 16,0-3-68-16</inkml:trace>
  <inkml:trace contextRef="#ctx0" brushRef="#br0" timeOffset="25533.34">22902 12643 309 0,'0'0'9'16,"0"0"15"-16,0 0-16 15,0 0-8-15,-2 42 1 16,11-5 0-16,3 6 3 0,1 4 6 16,0 2-2-16,1 4-5 15,0-2-3-15,-2 0 1 16,1-3-1-16,-2-5-1 15,-6-5 0-15,-1-5-1 16,-4-6-4-16,0-10-90 0,-3-9-24 16</inkml:trace>
  <inkml:trace contextRef="#ctx0" brushRef="#br0" timeOffset="25758.28">22703 13048 330 0,'0'0'2'15,"0"0"0"-15,0 0-2 0,0 0-1 16,0 0 1-16,36-43 1 16,-5 27-1-16,7-2 1 15,2-2-1-15,0 1-1 16,-2-6-13-16,-3-4-160 15</inkml:trace>
  <inkml:trace contextRef="#ctx0" brushRef="#br0" timeOffset="25910.77">23137 12719 382 0,'0'0'2'0,"0"0"-3"16,-3 60 0-16,7-27 0 15,9 2 1-15,1 2 0 16,-2-1-1-16,-1-4 1 16,-2-5-3-16,-1-6-21 15,-2-12-157-15</inkml:trace>
  <inkml:trace contextRef="#ctx0" brushRef="#br0" timeOffset="26423.21">23195 12775 319 0,'0'0'-3'16,"-23"-45"7"-16,16 23 1 16,1 6 9-16,4 6 44 0,2-1-53 15,0 2-3-15,0 4 0 16,8 2-1-16,4 3-2 15,-1 0 1-15,0 0-2 16,3 7 2-16,-1 5-1 16,0 0 0-16,-1 4 0 0,0 0 1 15,0 2-2-15,-4 0 2 16,-1 1-1-16,0 2-1 16,-1-2 2-16,-5-1-3 15,-1-1 0-15,0-3-1 16,0-1 2-16,0-3 0 15,0-3 2-15,0-1 0 0,0-2 0 16,7-2 0-16,6-1 0 16,5-1 0-16,3 0 0 15,1 1 1-15,4 2-1 16,-4 1 0-16,-1 2 0 16,-5 4 0-16,-2 1 1 0,-4 2-1 15,-10 0 1-15,0 1-1 16,-13 5 2-16,-11 1 2 15,-8 2-2-15,-11 2-1 16,-3 2-3-16,-1 0 0 16,2-6-2-16,0-8-5 15,9-12-302-15</inkml:trace>
  <inkml:trace contextRef="#ctx0" brushRef="#br0" timeOffset="27662.32">24679 12378 56 0,'-1'0'4'0,"-1"0"3"16,2-4 3-16,-2 2 4 0,-1 0 9 15,2-1 3-15,-1 3-4 16,1-1-7-16,0-1-2 15,1 2-4-15,0 0-3 16,0 0-1-16,0 0-2 16,0 0-1-16,0 0 0 0,0 0-1 15,-1 0 0-15,1 0 2 16,0 0-1-16,-1 0 1 16,1 0-1-16,-1 0 1 15,1 2 0-15,-2 1 0 16,2 1-1-16,0 2-1 15,0-1 1-15,0 4-1 0,3-1 0 16,4 3-1-16,3 4 0 16,1-1 0-16,2 5 2 15,2 1 4-15,2 3 11 16,3 1-7-16,3 2-1 16,2 1-1-16,3 4 2 0,3 2-1 15,3 3 1-15,6 6 5 16,4 2 0-16,5 2 6 15,8 4-6-15,0 2 2 16,7 2 1-16,7 3 3 16,3 2-3-16,6 3-1 0,3 0-3 15,2-1-3-15,6 3-6 16,-3-3-2-16,-1-2 1 16,0 0-2-16,-1-2 1 15,-2-1 0-15,0-4-2 16,-2-2 0-16,-2-2 0 0,0-2 0 15,-8-2-1-15,-5 3 0 16,-8-3 0-16,-7 2 0 16,-12-4-3-16,-17-12-48 15,-18-17-223-15</inkml:trace>
  <inkml:trace contextRef="#ctx0" brushRef="#br0" timeOffset="138417.38">6510 6968 150 0,'0'0'-6'0,"0"0"94"16,0 0-73-16,-40-35 4 0,27 24-5 16,-1 2-1-16,-1-2-1 15,-3 0 3-15,0-1 2 16,-4 1-5-16,1 2 3 16,-2 2-2-16,2 4-3 0,-4 2-3 15,2 1 0-15,1 4 0 16,-2 9-7-16,-1 7 7 15,0 6-9-15,-2 6 5 16,0 9-4-16,-2 9 0 16,-2 6 1-16,0 7 1 0,-5 8-3 15,1 6 1-15,-3 4 2 16,0 4-1-16,1 5 1 16,4 5-1-16,0 2 1 15,3 3 0-15,1 4-1 0,2 1 0 16,1 7 1-16,4 1-1 15,1 3 1-15,4 2 1 16,1 1 2-16,5-1-2 16,2 4-1-16,6 0 1 15,-1-1-1-15,4-2-1 16,0-1 1-16,2-3-1 0,0-1 3 16,8-6-1-16,1-4 1 15,7-5 5-15,0-3-3 16,6-6-1-16,3-9 2 15,4-2-5-15,3-7 0 16,1-6 0-16,3-2 0 0,5-4 1 16,1-6-2-16,2-2 2 15,-2-2-2-15,-2-7 1 16,1-5-1-16,-1-4 1 16,-1-4-2-16,-1-2 1 15,2-4 1-15,1-5-1 0,-3-1 2 16,0-5-1-16,-2-3 6 15,1-4 0-15,-2-5-1 16,-1-1-3-16,0 0 0 16,-1-4 3-16,4-8-3 15,-3-3-3-15,1-4 5 16,-1-5-1-16,-2-3 0 0,1-4 2 16,-4-6-4-16,-1 0 2 15,1-7 4-15,-4-6 0 16,2-5-1-16,0-6-2 15,2-4-2-15,0-9-1 16,3-6-1-16,1-3 1 0,-3-5-2 16,2-1 2-16,-2-3-2 15,1 1 1-15,-4 2-1 16,0 1 1-16,-3-3 0 16,-1 1 0-16,-1 1-1 0,-1-2 1 15,-3-3-1-15,-2-1-1 16,-3-3 5-16,-1-3-3 15,-3-4-1-15,-4 0 1 16,-2-1-1-16,-3 2 0 16,-2 2 0-16,0 3 0 0,-4 7 0 15,-6 3 1-15,-3 3 0 16,-5 5 1-16,-4 2 0 16,-5 4 1-16,-4 2 2 15,-3 2 0-15,-2 3 0 16,-6 4-1-16,-3 1-3 15,-2 4-1-15,-5 1 1 0,0 3-2 16,-2 3 1-16,0 3 0 16,0 0-1-16,-1 1 1 15,-4 1 0-15,1 3 1 16,-2 0-3-16,0 4 2 16,3 8 0-16,-1 3-1 0,2 9 1 15,3 10 0-15,-1 10 0 16,-2 12-2-16,2 18-3 15,2 15 0-15,2 12-16 16,0 8-18-16,10 3-21 16,7-8-36-16,10-13-57 0</inkml:trace>
  <inkml:trace contextRef="#ctx0" brushRef="#br0" timeOffset="140808.32">6269 11570 140 0,'0'0'181'0,"0"0"-163"0,-38-9 22 15,29 1-11-15,2-1-10 0,3-2-2 16,2 0-3-16,2-3 0 15,0-2 0-15,6-4-5 16,7-1-5-16,8 1 1 16,8 0-2-16,2 2-1 15,7 5-2-15,0 9 0 0,1 4 1 16,0 7-2-16,-1 18 1 16,-5 11-2-16,-6 14 1 15,-2 8 2-15,-12 4 0 16,-5 4-2-16,-6-4 3 15,-2-1 1-15,-14-5-5 0,-3-8 7 16,-4-8-3-16,-2-5-1 16,1-11-1-16,2-8 4 15,0-9-2-15,5-7 4 16,3-7 2-16,8-14 1 16,4-5-5-16,0-2-3 0,16 1 0 15,5 3 4-15,6 4-7 16,7 9 2-16,1 6 0 15,4 5-2-15,-1 6-6 16,0 11-18-16,-5 1-30 16,-4-2 5-16,-6 0-26 0,-5-11-45 15</inkml:trace>
  <inkml:trace contextRef="#ctx0" brushRef="#br0" timeOffset="141150.44">6774 11370 437 0,'0'0'5'0,"0"0"-3"16,-18 47-3-16,18-23 1 0,0 0 1 15,9 2 1-15,4-3-1 16,4-4 1-16,8-3-1 15,0-4 0-15,6-4-1 16,-1 2 3-16,1 0 5 16,-4 1-8-16,-3 8 0 0,-5 2 0 15,-8 3 0-15,-1 2 0 16,-9-1 1-16,-1 1-2 16,0-5 1-16,-9-1 0 15,-4-4-4-15,-8-2-3 16,1-3-9-16,0-2-33 0,-7-4-7 15,3-5-39-15,-3-4-74 16</inkml:trace>
  <inkml:trace contextRef="#ctx0" brushRef="#br0" timeOffset="141306.1">6732 11472 353 0,'0'0'39'15,"0"-58"27"-15,11 24-38 16,13-4-10-16,4-8 0 15,11-9-6-15,8-6-7 16,6-7-3-16,6-3-2 0,-5-5-6 16,-10-5-87-16,-13-5-182 15</inkml:trace>
  <inkml:trace contextRef="#ctx0" brushRef="#br0" timeOffset="141616.39">6385 8622 471 0,'0'0'6'0,"0"0"-5"0,0 0-6 16,45 48 4-16,-20-31-136 15,-8-9-127-15</inkml:trace>
  <inkml:trace contextRef="#ctx0" brushRef="#br0" timeOffset="146427.84">6850 13711 136 0,'-13'-10'16'0,"-4"-2"12"0,2 1-4 15,-1 1 3-15,-4-1-4 16,0-1-3-16,-3 1-5 0,0-2-2 15,-6 1 4-15,2-3 3 16,-5-2 2-16,1-3 8 16,-4 0-10-16,1-2-12 15,-2-4 5-15,0 2 2 16,-6-2-2-16,-1 1-5 16,-4-2 0-16,-2 2-3 0,-2 3-2 15,-1 0 0-15,-4 1-1 16,0 2 0-16,-4 2 0 15,-1 2 0-15,1 2-1 16,-5 5 0-16,1 1-1 16,-1 3-1-16,0 2 3 0,1 2-3 15,-1 0 0-15,0 2 2 16,0 6-2-16,1 3 3 16,-2 2-1-16,3 3-1 15,1 5 1-15,3 3 0 16,2 3 1-16,1 5-1 0,5 3 1 15,2 6-2-15,1 6-5 16,6 3 8-16,1 4-1 16,4 3-2-16,5 6 0 15,3 3 1-15,7 1 0 16,4 2 0-16,4-1 0 0,8 2-1 16,6 2 1-16,0-2-1 15,7 1 1-15,9 4 0 16,8 3-1-16,5-1 0 15,7-1 0-15,4-4 2 16,10-5-1-16,6-5 0 0,3-8 0 16,7-4 1-16,3-9-1 15,6-7-1-15,2-4 1 16,-2-8 0-16,6-7 1 16,4-7-1-16,-2-6 2 15,0-1-1-15,0-11-1 0,1-6 1 16,1-8 0-16,-2-2-1 15,-3-6-1-15,1-3 2 16,-1-5-1-16,-4-5 0 16,-2-5 0-16,-5-4 1 15,-2-6-2-15,-6-4 2 0,-3-4-1 16,-6-4 1-16,-6-4 0 16,-6 1 1-16,-7-6 2 15,-10-6-2-15,-14-6 1 16,-10-5 0-16,-9-5-3 15,-24 0 0-15,-18 3-2 16,-16 10 1-16,-10 15-1 0,-14 17 1 16,-5 20 0-16,-3 18-5 15,-1 17-52-15,4 2-67 16,9 4-51-16</inkml:trace>
  <inkml:trace contextRef="#ctx0" brushRef="#br0" timeOffset="147430.4">11358 10879 191 0,'-16'-12'46'0,"-3"-2"-36"0,2 3 12 0,4 2 3 15,2 2-1-15,8 4-2 16,3-2-5-16,0-2-4 16,15 1-11-16,8-1 2 15,6 1-2-15,3 0-1 16,6 7 0-16,-6-1-1 0,-1 7-2 15,-9 11 2-15,-6 6-1 16,-8 7 1-16,-6 5 1 16,-2 2 0-16,-8-1 0 15,-7 2 0-15,-4-2-1 0,-1-5 1 16,0-4-3-16,4-5 5 16,4-3-2-16,7-6 0 15,5-5-2-15,0-2-2 16,7-1 1-16,10-1 1 15,5 2 2-15,3 2 1 0,4 3-1 16,0 4 0-16,-4 0-1 16,-6 7-1-16,-5 2 2 15,-7 1-1-15,-7 1 8 16,0 0 17-16,-12-1-4 16,-9 3-2-16,-8-2-4 15,-7 1-6-15,-5 1-4 0,-3-3-2 16,-3-4-1-16,4-6-1 15,3-8 1-15,7-6 0 16,4-2-2-16,8-8 2 16,5-8-3-16,12-4-25 15,4-6-51-15,0-6-81 16</inkml:trace>
  <inkml:trace contextRef="#ctx0" brushRef="#br0" timeOffset="147775.54">11740 10876 198 0,'0'0'20'0,"0"0"24"0,0 0 4 0,0 0 5 16,0 0-47-16,0 0 7 16,0 73 25-16,4-21 2 0,3 9-18 15,3 6-12-15,0 1-3 16,2 0-2-16,-1-7-1 16,-2-4-2-16,2-10-1 15,-6-10 1-15,-1-8-5 16,0-4-4-16,-4-5-16 15,0-5-48-15,0-4-17 0,-4-10-63 16</inkml:trace>
  <inkml:trace contextRef="#ctx0" brushRef="#br0" timeOffset="148258.32">11973 11012 204 0,'0'0'25'16,"0"0"-17"-16,0 0 19 16,0 0 13-16,0 0-12 15,0 0-13-15,0 0-6 16,0 0-1-16,0 0-2 0,-7-25 2 15,22 25 0-15,8-2 2 16,8-8-2-16,5-4-1 16,2-4-1-16,3-1 0 15,-1 2 0-15,-3 4-1 16,-5 3-3-16,-5 6 4 0,-5 4-3 16,-9 0-1-16,-4 14 2 15,-4 9 16-15,-5 7 13 16,0 7-6-16,-10 7-9 15,-3 7-3-15,-2 3-4 16,3 3-3-16,1-3-4 0,4-2-2 16,1-5-2-16,4-4 1 15,1-6 0-15,1-5 0 16,0-5 1-16,0-2-1 16,0-7-11-16,0-4-14 15,0-5-23-15,-2-4-18 0,-2-5-4 16,-2 0-2-16,-4-10-90 15</inkml:trace>
  <inkml:trace contextRef="#ctx0" brushRef="#br0" timeOffset="148429.41">12035 11360 134 0,'0'0'135'0,"0"0"-101"16,9-55 26-16,22 25-27 15,17-6-4-15,16-6-7 16,16-4-6-16,16-2-9 0,4-6-4 16,-4-4-2-16,-11-12-273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22T10:50:57.0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24901 7236 33 0,'1'2'94'0,"-1"0"-88"0,0 1-10 15,0 0 7-15,0 2 7 16,0 1-2-16,0 0 12 16,0-1-8-16,0 1 2 0,0-2-4 15,0-1-5-15,0-3-1 16,0 2 2-16,0-2 2 15,0 0 13-15,0 0 19 16,0 0-5-16,0 0-23 16,0-2-11-16,0-4 0 15,0 2 1-15,0-1-1 0,0 0 2 16,0 1-1-16,0 0 4 16,0 2 2-16,0 0 0 15,-1 2 3-15,-2 0-1 16,2 1-8-16,-6 12-4 0,1 5 1 15,-4 9 2-15,-3 10 6 16,-1 10 0-16,-5 8-2 16,-5 7-2-16,2 4-1 15,-3 4-1-15,0-2-1 16,1-4 0-16,4-3 1 0,1-10-4 16,5-5-11-16,1-9 0 15,3-6-7-15,2-9-34 16,1-7-35-16,4-7-56 15</inkml:trace>
  <inkml:trace contextRef="#ctx0" brushRef="#br0" timeOffset="6974.87">25037 7535 249 0,'0'0'18'0,"0"0"25"0,0 0 7 0,0 0-30 15,0 0-18-15,0 0-1 16,-36 47 0-16,34-17 2 16,2 4 6-16,-1 2-3 15,0 2-2-15,-1 2-3 0,-2-3 0 16,-2-3 0-16,2-7-1 16,-2-6-7-16,0-5-35 15,-1-7-23-15,-2-6-2 16,0-3-76-16</inkml:trace>
  <inkml:trace contextRef="#ctx0" brushRef="#br0" timeOffset="7251.98">24985 7548 221 0,'0'0'22'15,"0"0"21"-15,0 0-3 16,-7-37-2-16,7 30 4 16,0 2-14-16,5-1-10 0,10-1-10 15,5 1-5-15,7 0-2 16,5 2 0-16,1-2 0 16,2 5-1-16,-5 1-1 15,-1 0-28-15,-4 0-51 16,-7 0-8-16,-7 0-46 15</inkml:trace>
  <inkml:trace contextRef="#ctx0" brushRef="#br0" timeOffset="7415.61">24985 7669 226 0,'0'0'8'15,"0"0"28"-15,0 0-11 16,0 0-2-16,0 0 19 15,0 0 1-15,52 14-16 16,-15-14-19-16,3-1-5 0,-2-2-3 16,-2-1-33-16,-6-1-87 15,-5 1-93-15</inkml:trace>
  <inkml:trace contextRef="#ctx0" brushRef="#br0" timeOffset="7743">25255 7709 265 0,'0'0'39'0,"0"0"-23"16,0 0 11-16,0 0 11 15,-11 48 0-15,11-35-14 0,4 0-8 16,6 2-8-16,3 1-5 16,1-2-1-16,2-2-1 15,0-3-1-15,1-2 3 16,-2-4-2-16,-1-3 0 15,-1 0 1-15,-4-1-1 16,1-8 0-16,-4-1 1 0,-2-4-1 16,-4-1-3-16,0-1-1 15,0-1 1-15,-11 1 0 16,-3 0-1-16,-1 2 2 16,-4 2 0-16,1 2-3 15,2 3-4-15,1 1-6 0,1 5-31 16,4 1-12-16,-1 0-16 15,6 0-31-15</inkml:trace>
  <inkml:trace contextRef="#ctx0" brushRef="#br0" timeOffset="8123.47">25522 7721 295 0,'0'0'28'0,"0"0"64"0,0 0-45 16,0 0-29-16,0 0-3 16,0 0-3-16,0 0-6 15,44-8-3-15,-32 19-2 16,-1 1 0-16,-1 3-1 16,-2 0 0-16,-1 0 1 0,-4-1-1 15,-1 2 1-15,-2-2-2 16,1-3 1-16,-1-2 0 15,-7-3-3-15,-2-5 0 16,2-1 4-16,-3-4 1 16,3-10-2-16,2-6 1 0,5-2-2 15,0-6 2-15,0 3-1 16,9 1-1-16,0 2-5 16,1 8-8-16,2 2-12 15,0 6-6-15,2 3-35 16,1 1-2-16,1 0-2 0,-3 0-90 15</inkml:trace>
  <inkml:trace contextRef="#ctx0" brushRef="#br0" timeOffset="8354.87">25832 7474 385 0,'0'0'12'15,"0"0"67"-15,0 0-45 16,0 0-33-16,0 0 1 0,-12 47 10 16,12-11 6-16,0 3-6 15,0 6-6-15,6 3-5 16,0 1-1-16,-2-1 1 16,1-2-1-16,2-4-1 15,-3-9-41-15,1-10-27 16,-1-13-47-16,-4-10-36 0</inkml:trace>
  <inkml:trace contextRef="#ctx0" brushRef="#br0" timeOffset="8591.25">25765 7792 279 0,'0'0'43'15,"0"0"42"-15,0 0-42 0,0 0-17 16,0 0-2-16,32-38-3 16,-11 31-12-16,3 0-5 15,8 1-3-15,1 1-1 16,3-2 0-16,1 2-29 16,-4-3-69-16,-6-1-68 0</inkml:trace>
  <inkml:trace contextRef="#ctx0" brushRef="#br0" timeOffset="9276.65">26000 7699 241 0,'0'0'47'0,"0"0"22"16,0 0-26-16,0 0-19 15,40 1-6-15,-29 6 3 0,-2 5-3 16,3 2-10-16,-3 4-4 16,-3 2-2-16,0 1-1 15,-4 1 0-15,-1-4 0 16,-1-2-1-16,0-5 1 16,0-1-1-16,0-7 1 0,-1 0 0 15,-5-3 2-15,2-3 2 16,-1-7-3-16,1-3 0 15,1-4-1-15,2-1 0 16,1 1 0-16,0 0 0 16,2 1 2-16,5 3 5 15,1 2-3-15,1 4-1 0,2 4 1 16,0 2-2-16,-4 1-2 16,6 0-1-16,-3 2 1 15,0 7-1-15,1-2 0 16,-2 4 0-16,0 1 0 0,-2-1 0 15,0 2 0-15,-2 0 0 16,-1 0 0-16,0-2 0 16,-1 0-1-16,-2-4-5 15,0-2-4-15,1-1 1 16,-2-4 5-16,3 0 3 16,3 0 3-16,-3-4-1 0,3-5 0 15,1-1-1-15,-1 0 0 16,3 0 0-16,-4-1 1 15,1 4-1-15,-4 0 0 16,1 2 3-16,-1 1 5 0,0 1 3 16,1 3 0-16,-1 0-3 15,1 0-4-15,3 0-3 16,1 8 2-16,3 3-1 16,-2-1-1-16,3 3-1 15,0-1 0-15,0 2 1 16,0-1-10-16,-2-3-31 0,2-4-41 15,0-4-64-15,-4-2-30 16</inkml:trace>
  <inkml:trace contextRef="#ctx0" brushRef="#br0" timeOffset="9426.62">26362 7662 193 0,'0'0'56'0,"0"0"-15"15,0 0-6-15,0 0-19 16,0 0-9-16,0 0-6 0,0 0 0 16,0 0-2-16,0 0-15 15,0 0-42-15,0 0-71 16</inkml:trace>
  <inkml:trace contextRef="#ctx0" brushRef="#br0" timeOffset="9905.66">26663 7739 322 0,'0'0'0'16,"0"0"76"-16,0 0-26 16,-43-8-22-16,27 8-4 15,1 0-2-15,-3 0-8 16,4 3-6-16,4 5-6 15,1 1-2-15,5 0 1 0,-1-1-1 16,5 2-1-16,0-4 1 16,0-2-1-16,1 0 1 15,6-4-1-15,0 0-4 16,1 0 2-16,2 0 2 16,-1 0 1-16,1-2 0 0,-1 2 0 15,0 0 0-15,-1 7-1 16,1 7-1-16,-4 10 0 15,0 6 2-15,-1 4 0 16,-4 6 0-16,0-2 1 16,0 3-1-16,-9-5 1 0,0-5-1 15,0-7 0-15,-2-4 1 16,2-6-1-16,-2-4 1 16,-1-4 0-16,1-2 0 15,-2-4 1-15,0 0-1 16,2-4 0-16,2-6-1 0,4-3 0 15,5-5-21-15,0-5-48 16,14-5-51-16,8-4-1 16</inkml:trace>
  <inkml:trace contextRef="#ctx0" brushRef="#br0" timeOffset="10290.09">26787 7597 292 0,'0'0'64'0,"0"0"10"0,0 0-34 16,0 0-25-16,0 0-12 0,0 0 2 15,-37 29 3-15,36-3 5 16,1 4-5-16,0 5-4 16,0 2-1-16,6 3-2 15,-3-2 0-15,-1-1-1 16,0-3 1-16,-1-8 0 0,-1-6-1 15,0-8 0-15,0-9-1 16,0-3 0-16,0-10 5 16,3-8-2-16,-1-5-1 15,1-4-1-15,3 0 0 16,1 3 0-16,0 4 1 0,2 7-1 16,2 3 0-16,-2 6 0 15,2 4-1-15,3 0 0 16,-1 10 0-16,3 3 1 15,-1 4 0-15,3 0 0 16,-3-1 0-16,2 0 0 0,0-1-6 16,1-5-68-16,-3-9-75 15,-1-1-92-15</inkml:trace>
  <inkml:trace contextRef="#ctx0" brushRef="#br0" timeOffset="10547.49">27100 7574 452 0,'0'0'-10'15,"0"0"63"-15,0 0-26 0,0 0-27 16,0 0-1-16,0 0 1 16,0 0 3-16,-5 68 4 15,9-28-1-15,0 4-2 16,0 4-3-16,1-3 0 15,1-5-1-15,0-6 1 16,1-8-9-16,2-12-37 0,4-8-34 16,-4-6-42-16,1-6-37 15</inkml:trace>
  <inkml:trace contextRef="#ctx0" brushRef="#br0" timeOffset="10718.99">27040 7785 295 0,'0'0'39'16,"0"0"57"-16,0 0-61 15,0 0-13-15,0 0-1 0,72-17-8 16,-26 6-9-16,7-7-4 16,0-7-59-16,1-9-266 15</inkml:trace>
  <inkml:trace contextRef="#ctx0" brushRef="#br0" timeOffset="22285.53">15806 7971 139 0,'0'-5'85'0,"0"2"-61"0,0 0-4 15,-1 3 2-15,-1 0-18 0,0 0-4 16,0 11 0-16,2 2 1 16,-2 4 1-16,2-1-2 15,0 3 0-15,0 2 0 16,0-1 0-16,0 0 0 15,2-2 0-15,0 0 0 0,0-2-2 16,-2-2-21-16,0-5-170 16</inkml:trace>
  <inkml:trace contextRef="#ctx0" brushRef="#br0" timeOffset="22510.87">15770 7845 317 0,'0'0'2'16,"0"0"6"-16,0 0 1 15,-20-42-1-15,20 38-7 16,0 3 0-16,0 1-2 0,0 0-4 15,5 6 0-15,-1 2-54 16,-2-1-116-16</inkml:trace>
  <inkml:trace contextRef="#ctx0" brushRef="#br0" timeOffset="22966.08">15913 7974 291 0,'0'0'3'15,"0"0"0"-15,0 0-6 16,0 0 4-16,0 0 1 16,0 0-2-16,18 50 4 15,-18-36 0-15,0 5-1 16,0 1-1-16,0 0-1 15,0-2 0-15,-2 0 2 0,-1-5-3 16,-1-3 2-16,0-3-1 16,2-3 1-16,-1-4 5 15,-1 0 87-15,0 0-79 16,2-8-7-16,1-2-4 0,0-3-2 16,1-2-1-16,1 0-1 15,8 1 1-15,2-1-1 16,-2 3 0-16,5 4 0 15,1 2 0-15,-1 2 1 16,1 4-2-16,3 0 1 0,-5 4 0 16,3 3-1-16,-1 3 2 15,1 0-1-15,-2 2-2 16,0-1 2-16,-1-1-4 16,-1-2-89-16,-2-3-29 15</inkml:trace>
  <inkml:trace contextRef="#ctx0" brushRef="#br0" timeOffset="23246.37">16268 8014 351 0,'0'0'5'0,"0"0"53"16,-40-7-40-16,29 7 0 15,-3 4-1-15,2 6 8 16,4 2-7-16,2 3-14 0,5 1-3 16,1 1-1-16,0 0 0 15,12-2 0-15,3-3 1 16,4-5-1-16,7-6 1 16,1-1-1-16,1-4 0 15,2-9-6-15,-1-4-43 16,-4-1-22-16,0-3-23 0,-5-3-5 15</inkml:trace>
  <inkml:trace contextRef="#ctx0" brushRef="#br0" timeOffset="23774.95">16368 7865 145 0,'0'0'56'15,"0"0"-16"-15,0 0-5 16,0 0-7-16,0 0-12 16,0 0-10-16,0 0-5 0,0 0 2 15,0 0-2-15,19 13 2 16,-11 8-1-16,-2 4 1 15,0 1-1-15,-2 1-1 16,-1 0 1-16,1 0-1 16,-2-1-1-16,0-4 0 0,-2-5 0 15,2-2 1-15,-2-5-1 16,0-3 0-16,0-3 1 16,0-4 2-16,-2 0 4 15,-2 0 7-15,-1-3 11 16,3-4-13-16,0-2-8 0,2 0-2 15,0 0-1-15,0-1-1 16,5 0 0-16,5 3 0 16,2 0 0-16,1 0 1 15,1 4-2-15,-1 0 1 16,2 3 0-16,-1 0 0 0,-3 0-1 16,1 3 1-16,-3 3 0 15,2 1 0-15,0 0 0 16,-2 3-1-16,0-1 1 15,2 0-3-15,-6-2-56 16,1-1-73-16</inkml:trace>
  <inkml:trace contextRef="#ctx0" brushRef="#br0" timeOffset="24460.02">16693 8074 267 0,'0'0'11'0,"0"0"30"0,0 0-30 15,0 0-4-15,0 0-2 0,0 0 13 16,0 0-6-16,44-23-7 16,-32 17-4-16,-1-1 1 15,1 1-2-15,-2 1 1 16,-5-1 0-16,-1 2 1 16,-4 0-1-16,0 1 1 0,0 0 3 15,-9 2-1-15,-5 1-3 16,-3 0 2-16,1 0 0 15,-3 4 5-15,4 4-1 16,3 4-1-16,5 0-4 16,0 3 1-16,6 2-3 15,1-2 0-15,4 0 0 0,8-1 0 16,4-4 0-16,4-3 0 16,1-4 1-16,3-3 0 15,0 0 0-15,1-3 0 16,-3-8 1-16,-1-4 0 15,-3 0-1-15,-1-2 2 0,-4 1-2 16,-3 0 0-16,1 4 1 16,-4 3-1-16,-1 0 1 15,0 5 6-15,2 1 4 16,1 3-9-16,-1 0-2 16,4 0 0-16,-1 5-1 0,0 3 1 15,-1 1 0-15,0-1-1 16,-1 2 0-16,-5 0 0 15,0-3 1-15,-2 2-2 16,-2-2 2-16,2 0-1 16,-6 0 0-16,-2-3 1 0,-4 1-1 15,1 0 0-15,-1-1-1 16,0-1-2-16,3 1-6 16,1-2-76-16,0-2-27 15,4 0-80-15</inkml:trace>
  <inkml:trace contextRef="#ctx0" brushRef="#br0" timeOffset="24695.87">17203 8136 281 0,'0'0'127'0,"0"0"-122"0,0 0 11 0,0 0-16 16,0 0-4-16,0 0-10 16,0 0-194-16</inkml:trace>
  <inkml:trace contextRef="#ctx0" brushRef="#br0" timeOffset="26593.05">14628 11555 151 0,'0'0'11'0,"0"0"14"0,0 0-4 16,0 0-4-16,0 0-5 16,0 0 3-16,0 0 2 0,-36-43-6 15,25 39-2-15,-1-2-5 16,-2-2 1-16,1 3 1 16,-1-3 2-16,-3 1 5 15,2 0-1-15,-1 0-3 16,-3-2 0-16,1 2 2 0,-3 4 2 15,2 0-5-15,0 0 1 16,-3 3-7-16,4 0 2 16,-4 0-2-16,3 2 0 15,-2 5-1-15,2-1 0 16,-1 2 0-16,1 1 1 16,0-1 0-16,1 2 0 0,2-1 0 15,2 2 0-15,0 2 0 16,2 1 0-16,2 2 0 15,-2 0 0-15,3 2-2 16,-2 3 2-16,4 0-2 16,-3 5 0-16,3 2 1 0,-1 1-1 15,0-1 1-15,3 3 0 16,-1-3 0-16,2 1 0 16,1 1 0-16,3 1 0 15,-2 2 0-15,4 1 0 16,-2 4 0-16,0 1 1 15,0-1-2-15,3 3 2 0,5-1-2 16,5 1 1-16,1-1 1 16,1-3-1-16,8 1 0 15,0-5 0-15,4-3 0 16,3-6 0-16,2-3 0 0,0-5 0 16,1-5 0-16,0-5 1 15,-1-2-2-15,-2-2 4 16,2-2-2-16,-3-2 1 15,0-8 4-15,0-3 10 16,0-4 7-16,-1-1-12 0,-2-5-4 16,0 2 1-16,-3-3 2 15,-5 2 6-15,-3-2-4 16,-1 1-1-16,-5-2-5 16,-4-1-2-16,-2-1 0 15,-3-4-2-15,0-6 2 0,-1-5-2 16,-6-4-2-16,-5-5 2 15,-1-3-3-15,-5-3 0 16,-1-4 0-16,0-3 0 16,0 6 0-16,1 1 0 15,4 5 0-15,0 9-2 0,3 10 0 16,2 9-4-16,1 10-48 16,-2 4-34-16,-6 0-128 15</inkml:trace>
  <inkml:trace contextRef="#ctx0" brushRef="#br0" timeOffset="31811.62">15676 8024 90 0,'0'0'77'0,"0"0"-56"16,0 0 23-16,0 0-18 15,0 0-8-15,0 0-9 16,0 0 5-16,0 0-3 0,0 0-8 15,-19-27-3-15,34 27 2 16,7 0-1-16,10 4 1 16,12-4 2-16,14 2 1 15,11-2 3-15,9 0 3 16,7 0 3-16,5 0-3 0,6 3-5 16,-5 1-5-16,-4 3 1 15,-6 0-1-15,-9 0-1 16,-8 2 1-16,-8-2 0 15,-10-2-1-15,-6 1 0 16,-5-3 1-16,-8 0-1 0,-6-2 0 16,-6-1-1-16,-3 0-11 15,-10 0-67-15,-2 0-40 16</inkml:trace>
  <inkml:trace contextRef="#ctx0" brushRef="#br0" timeOffset="32203.06">15833 8086 187 0,'0'0'3'0,"0"0"5"0,0 0 2 16,0 0 4-16,0 0-5 16,0 0-9-16,0 0 1 15,37-4 5-15,-3 12 6 0,17 1 4 16,14 1 0-16,18-1-3 15,15-2-4-15,12 0-5 16,3-6-2-16,0 1-1 16,-6-2 0-16,-11 0-1 15,-14 0 0-15,-15 0 0 0,-11 0-1 16,-12-3-24-16,-12-5-134 16</inkml:trace>
  <inkml:trace contextRef="#ctx0" brushRef="#br0" timeOffset="42672.34">24944 7724 52 0,'0'0'10'0,"0"0"-1"0,0 0 11 16,0 0 37-16,0 0-54 15,0 0-1-15,0 0-1 16,0 0-1-16,0 0-1 16,0 0 1-16,0 0 0 15,0 0 0-15,7-9 0 0,-5 9 0 16,-2 0 1-16,0-1-1 15,0 1 4-15,0 0 10 16,0 0-1-16,0-1-3 16,0 1-1-16,0 0-2 15,0-1-2-15,0 1 0 0,0-2-2 16,0 2-1-16,0 0-1 16,0 0-1-16,0 0 0 15,0 0 0-15,0 0-1 16,1 0 2-16,3 0-1 15,5 0 1-15,2 0 0 0,6 3 1 16,2-1-2-16,8 2 4 16,8 1-1-16,3 2 0 15,9 1-2-15,8 3 1 16,9 0-1-16,5 2 2 16,7 3-2-16,7 1 0 0,9-3 0 15,6 0-1-15,5 0 1 16,4-2 0-16,4-4 0 15,4-1 0-15,-4-1 0 16,-1-2 1-16,-3-1 4 16,-7 1 5-16,-8-1 4 0,-10 1-6 15,-6-1-4-15,-12 0-2 16,-9-3-2-16,-9 1 1 16,-7-1 3-16,-9 0 1 15,-4 0 3-15,-10 0 2 16,-4 0 2-16,-6 0-3 15,0 0-5-15,-4 0-3 0,-1 0-1 16,0 0-2-16,-1 0-4 16,0 0-58-16,0-8-74 15</inkml:trace>
  <inkml:trace contextRef="#ctx0" brushRef="#br0" timeOffset="43680.18">25613 7027 126 0,'0'0'11'0,"0"0"14"0,0 0-5 16,0 0-11-16,0 0-1 0,0 0 1 15,0 0 2-15,0 0-1 16,0 0-1-16,0 0 0 15,36 45-1-15,-29-26 4 16,-2 2 2-16,2 3-2 16,-3 2-3-16,-2-2-4 15,1 0-1-15,0-1 0 0,-3-7-1 16,2-2 0-16,-2-3 0 16,0-5 0-16,0-2 3 15,0-3 1-15,0-1 12 16,0 0 51-16,0 0-26 15,0-6-31-15,-5-5-7 0,4-1-1 16,1-5-2-16,0-2 1 16,0-2-2-16,7 0-1 15,1 1 0-15,2 1 0 16,-2 5 0-16,0 3 0 16,0 3-1-16,1 4 1 0,0 1-2 15,1 3 2-15,2 0-1 16,1 0-1-16,0 5 2 15,2 3-2-15,-2 2 1 16,2 2 0-16,-4 2 0 16,0 1 0-16,-2 1 0 0,-2 1 0 15,-2-1 0-15,-2-1 0 16,-2-2 0-16,-1-2 0 16,0-3 0-16,0-1 0 15,0-2 0-15,-6-2 0 16,0-2 0-16,-2-1 1 0,-4 0-1 15,2-1 1-15,-1-10 0 16,1-1-1-16,3-5 1 16,4-2-1-16,3-1 1 15,0 0-2-15,4 1 2 16,9 1-1-16,3 2 1 0,4 6-1 16,2 4 0-16,3 6 0 15,-1 0 0-15,-1 2 0 16,-5 8 0-16,-1 7 0 15,-5 2-1-15,-1 2 1 16,-5-1 0-16,1-1-1 0,-4 1-1 16,0-3-1-16,-1-1-24 15,-1-3-48-15,-1-3-31 16,0-4 18-16</inkml:trace>
  <inkml:trace contextRef="#ctx0" brushRef="#br0" timeOffset="44099.63">26209 7172 265 0,'0'0'25'0,"0"0"30"0,0 0-3 16,0 0-13-16,0 0-7 15,0 0-15-15,-39-23-10 16,35 30-4-16,1 5-3 15,3 2 0-15,0 0 0 16,0 2 0-16,1-1 0 0,8-2 0 16,1 0 0-16,4-5 0 15,2 1 0-15,3-5 0 16,0-3 1-16,2-1 0 16,-4 0 0-16,-2-1 0 15,-4-5 0-15,-3-2-1 0,-5-1 1 16,-3-2-2-16,0 1 2 15,-12-3-2-15,-6-1 1 16,-2 0-1-16,-3 0 1 16,2 1 0-16,-1 2 0 15,3 2 0-15,0 3-1 0,7 3 2 16,1 2-2-16,2 1-1 16,7 0-29-16,2 3-23 15,3 1-20-15,13-2 4 16,6-2-44-16</inkml:trace>
  <inkml:trace contextRef="#ctx0" brushRef="#br0" timeOffset="44495.03">26361 7135 272 0,'0'0'17'16,"0"0"-7"-16,0 0-7 0,0 0 1 15,13 37 3-15,-7-24 6 16,0-2 1-16,-1 2-2 15,2-2-5-15,-3 2-5 16,-2-3 0-16,-1-2-1 16,-1-2-1-16,0 0 1 0,0-2 0 15,-2-4 1-15,-4 0 1 16,-3 0 2-16,0-6-2 16,0-4-2-16,0-5 1 15,5-1 2-15,2-1 2 16,2-2 3-16,0 1 10 0,5 1 10 15,7 4-10-15,3 5-13 16,2 2-3-16,3 5-2 16,-1 1 1-16,-1 4-2 15,1 10 1-15,-4 3-1 16,0 2 0-16,-4 3 0 16,-1 1-1-16,-2-1-1 0,-3 0 0 15,0-2-4-15,-4-3-51 16,-1-4-46-16,0-6-19 15</inkml:trace>
  <inkml:trace contextRef="#ctx0" brushRef="#br0" timeOffset="44760.93">26734 7027 319 0,'0'0'-2'0,"0"0"17"0,0 0 52 16,0 0-21-16,0 0-17 15,0 0-18-15,0 0-11 16,0 0 0-16,0 0 1 0,34 48-1 16,-27-12 0-16,1 1 0 15,-3-1-2-15,0-3 1 16,-1-3-10-16,-2-7-86 15,-2-8-35-15,0-6-107 16</inkml:trace>
  <inkml:trace contextRef="#ctx0" brushRef="#br0" timeOffset="45274.26">26639 7227 239 0,'0'0'3'0,"0"0"29"0,61-41-11 15,-31 29-4-15,6 1 6 16,0-1 7-16,3 0-5 16,-2 2-14-16,-3-1-5 15,-5 1-4-15,-3-1 0 0,-6-4-1 16,-4-2 1-16,-8-2-1 16,-2-1 1-16,-4-3-1 15,-2 3 0-15,0-1 0 16,-1 2 2-16,-3 8 3 15,0 1 42-15,2 8-12 16,1 2-18-16,0 7-18 0,1 9 0 16,0 7 0-16,0 4 0 15,2 4 1-15,2 1-1 16,2 0 1-16,0-2-1 16,2-2 1-16,-2-2-1 0,0-7 0 15,-2-3 1-15,-1-6-2 16,-1-3 2-16,-1-5 0 15,-1-2 0-15,0 0 2 16,0-12-2-16,0-1 0 16,0-5 0-16,6 0 0 0,6-1-1 15,6 2 1-15,2 6-2 16,3 4 1-16,2 7-1 16,-1 0 2-16,-4 7-2 15,0 8 1-15,-4 4 0 16,2 3 0-16,-5-1 0 15,0 0 0-15,-2-1 0 0,1 3-1 16,-4-5 1-16,-2-7-16 16,0-5-215-16</inkml:trace>
  <inkml:trace contextRef="#ctx0" brushRef="#br0" timeOffset="48994.59">29095 8356 187 0,'0'0'15'0,"0"0"-15"0,0 0-1 16,-6 59 1-16,1-27 1 15,3 8-1-15,2 10 0 0,0 6 2 16,0 11 0-16,5 7 2 16,7 13 0-16,1 7 3 15,2 9-3-15,2 11-2 16,2 11-1-16,-1 8 2 16,0 9 2-16,2 7 29 0,-1 8 2 15,-1-5-22-15,1 1 17 16,0 0-1-16,1-9-8 15,-5-2 2-15,0-6-7 16,-3-5 4-16,0-5-5 16,-6-3-8-16,-3-4-5 0,1-8 0 15,-4-5-2-15,0-4 0 16,0-8 0-16,0-12-1 16,0-9 0-16,2-12-2 15,3-13 2-15,5-10-1 16,-1-11 1-16,2-14-28 0,0-13-101 15,-1-17-34-15</inkml:trace>
  <inkml:trace contextRef="#ctx0" brushRef="#br0" timeOffset="49581.49">29023 8325 121 0,'0'0'0'0,"0"0"1"0,56 24 0 0,-29-17-1 16,5 0 2-16,6-1 3 15,9-4 32-15,10-1 8 16,12-1-18-16,13 0-7 16,12 0-5-16,14 0-8 15,14 0-2-15,10 0-1 0,10 0-2 16,5-4-1-16,5-3 0 15,-1-1 0-15,-1 1 2 16,-7 0 3-16,-9 3 1 16,-11 0 2-16,-16 2-7 15,-13 2-1-15,-16 0 0 0,-14 0-1 16,-15 0-2-16,-8 0-71 16</inkml:trace>
  <inkml:trace contextRef="#ctx0" brushRef="#br0" timeOffset="50223.44">31619 8365 195 0,'0'0'3'0,"0"0"3"15,0 0-7-15,0 0 1 16,0 0 1-16,0 0 0 16,-16 48 2-16,5-29-1 15,2 6 0-15,-5 5 1 16,-1 4 3-16,-3 6-1 0,0 3 4 15,0 6 5-15,-5 4-4 16,-1 4 2-16,1 6-4 16,-2 6-3-16,0 3 0 15,-2 3-1-15,0 8 0 16,-2 5-2-16,-1 1 0 16,-3 2 0-16,-1 4 0 0,-2 3-2 15,-2 2 0-15,0-4 0 16,1 5 1-16,0 4 0 15,2-3-1-15,1 1 0 16,2 0 0-16,1 1 1 16,3-3-1-16,1-2 1 0,-1 2-1 15,3 1 1-15,3-8 0 16,1 1 0-16,1-1 0 16,3-6 2-16,2-4 2 15,1-3 14-15,0-2 4 16,1-3-18-16,-2-1-1 0,0-5 0 15,-1-4-2-15,-2-3 0 16,1-5 0-16,1-6-1 16,-1-5 1-16,3-7-1 15,-2-3-1-15,5-4 1 16,-3-8-1-16,4-5 0 0,0-10 2 16,1-7-52-16,-2-3-128 15</inkml:trace>
  <inkml:trace contextRef="#ctx0" brushRef="#br0" timeOffset="50682.11">29349 12144 223 0,'0'0'11'0,"0"0"19"0,43 0-27 0,-12 0 4 0,12 3 20 16,12-3 2-16,8 4-3 16,9-1-11-16,3-1-6 0,4 0-6 15,2 1-2-15,-7 0 0 16,-4-3 0-16,-4 1-1 15,-8-1 1-15,-5 0-1 16,-10 1 2-16,-4-1-2 16,-6 0 1-16,-7 0-1 15,-6 0 0-15,-4-1-20 0,-5 0-56 16,-7-6-27-16</inkml:trace>
  <inkml:trace contextRef="#ctx0" brushRef="#br0" timeOffset="64444.23">13682 15523 90 0,'0'0'12'0,"0"0"-5"0,0 0-5 0,39-24-2 16,-31 20 0-16,3 2 0 16,-4 1 0-16,2-2 0 0,-2 3 1 15,-1 0 0-15,-1 0-1 16,1 0 0-16,0 0 0 15,0 10 0-15,-2 0 1 16,-1 4-1-16,1 4 0 16,-2 2-1-16,0 3 1 0,0 4 3 15,1 2 7-15,2 3 3 16,-1 2-3-16,0 9 2 16,1-1-6-16,1 6 0 15,0 7 7-15,0 5-7 16,-1 6 0-16,-1 8 0 0,0 4 3 15,-2 0 5-15,1 2 7 16,-1 2-5-16,2-2-1 16,-1-4-4-16,-1 1-7 15,0-2-1-15,-1-1 1 16,0-3 0-16,-1-3 0 0,0-6 2 16,0-6 4-16,0-7 0 15,1-7-7-15,-1-5-2 16,0-6 1-16,-1-4 1 15,0-3-2-15,1-4 0 16,0-1 0-16,0-4-1 0,0-3-1 16,0-2 2-16,1-3-2 15,0-3-7-15,0-4-33 16,-1 0-12-16,0-6 9 16,0-9-29-16</inkml:trace>
  <inkml:trace contextRef="#ctx0" brushRef="#br0" timeOffset="65041.63">14017 15554 120 0,'0'0'25'0,"0"0"-20"0,0 0-5 0,0 0 5 15,0 0 18-15,3 57 1 16,-2-19-1-16,0 14 1 15,-1 13 5-15,2 16-6 0,0 17-4 16,1 14-3-16,0 13-3 16,3 6-7-16,0 5-5 15,3-1-1-15,1 0 1 16,1-10-1-16,2-9 0 16,1-6-1-16,1-7 2 0,-1-9 1 15,-1-6-1-15,0-5-2 16,-2-8 1-16,-2-9 0 15,-2-9 0-15,-2-12 0 16,-1-11 0-16,-2-11-6 16,-2-8-13-16,0-9-12 0,0-6-16 15,-4-9-48-15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22T10:52:52.2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15530 13112 175 0,'-2'-1'27'0,"-2"1"-1"0,-2 3-9 16,1 13-10-16,3 14-1 15,-2 5 10-15,1 9 7 16,1 9 0-16,2 6-4 15,0 6-2-15,0 4-5 16,0-1-6-16,0 3-2 0,1-4-2 16,-1-6-1-16,-1-6 0 15,0-6 0-15,1-8-1 16,-2-8 1-16,2-8-2 16,0-8 0-16,0-13-50 15,0-4-70-15,4-21-44 0</inkml:trace>
  <inkml:trace contextRef="#ctx0" brushRef="#br0" timeOffset="481.94">15699 13178 171 0,'0'0'5'0,"0"0"20"0,0-41 0 0,-2 37-2 15,-1 4-7-15,1 0-3 16,-1 10-8-16,3 8 1 16,-3 12 0-16,2 7 4 15,1 10 15-15,0 8 5 16,0 13-8-16,0 3-7 0,1 0-9 15,2-1-3-15,2-8-1 16,0-9-1-16,1-15 0 16,-1-5 0-16,1-9 0 15,-4-5-1-15,0-5-3 16,-2-4-69-16,0-7-41 0</inkml:trace>
  <inkml:trace contextRef="#ctx0" brushRef="#br0" timeOffset="716.95">15403 13641 153 0,'0'0'35'0,"0"0"-28"15,0 0 9-15,0 0 14 16,0 0-4-16,-17-45-8 0,34 32-6 15,8 1-5-15,6-3-4 16,7 1-2-16,3-2-1 16,1 5 1-16,2-2-2 15,-1 0-42-15,-5-4-77 16</inkml:trace>
  <inkml:trace contextRef="#ctx0" brushRef="#br0" timeOffset="967.17">15895 13300 285 0,'0'0'0'0,"0"0"45"16,0 0-36-16,0 0-3 15,0 0 10-15,20 56 21 16,-11-24-16-16,0 7-11 0,2 5-7 15,0-3-1-15,-2 2-1 16,0-5 1-16,0-8-1 16,-3-5-1-16,-1-8-4 15,-3-3-65-15,-2-8-26 16,0-4-80-16</inkml:trace>
  <inkml:trace contextRef="#ctx0" brushRef="#br0" timeOffset="1297.93">15868 13324 188 0,'0'0'14'0,"0"-55"-7"16,6 31 12-16,6 1 15 0,4 6-14 15,8 6-5-15,5 6-5 16,4 5 0-16,6 3 3 15,3 14 1-15,-1 4-3 16,-2 7-3-16,-5 3-4 16,-5 1 1-16,-6 1-1 15,-5 1-4-15,-9 0 1 0,-5-1-1 16,-4 1 1-16,-3 0-1 16,-11-1 2-16,-7-2 1 15,-6 0 0-15,-4-4 0 16,-5-1 0-16,-4-5-3 15,0 2-5-15,6-5 7 0,-1-3-10 16,8-2-9-16,9-8-65 16,4-5-20-16</inkml:trace>
  <inkml:trace contextRef="#ctx0" brushRef="#br0" timeOffset="2094.71">16503 13273 238 0,'0'0'39'0,"0"0"-7"0,0 0-30 0,0 0 0 16,18 50 7-16,-7-23 7 0,2 0 9 16,3 4-8-16,-1 3-10 15,2 0-4-15,-3-4-3 16,1-3 1-16,-3-8 0 15,-2-7-1-15,-1-8 1 16,-4-4 4-16,-1-8 3 0,-2-9-5 16,-2-3-1-16,0-3-2 15,-4-2-1-15,-3-2 1 16,1 2 0-16,2 2 0 16,4 0 0-16,0 6 0 15,12 3 2-15,3 3 0 16,5 5 1-16,3 0-1 0,4 4-1 15,-1 0 0-15,4-2 1 16,0-1-1-16,-3-2 0 16,-1 0 1-16,-4-6 0 15,-7 3-1-15,-7-2 0 0,-6 1 1 16,-2 0 0-16,-6 4 2 16,-9 3 0-16,-5 2-4 15,-5 2 2-15,2 0 1 16,-1 12 1-16,6 3-4 15,5-2 1-15,7 7-1 0,3-1 0 16,3 0-4-16,9 0 8 16,7 0-2-16,9-1 1 15,1 3 4-15,-1-2-5 16,0 0-2-16,-6 0 2 16,-3-2-2-16,-7 0 0 0,-4 0 1 15,-5 0-1-15,0 0 0 16,-7-1-1-16,-6-1 4 15,-7-2-1-15,-1 0-1 16,-6-6 1-16,3-3-1 16,-3-1-1-16,3-3 2 15,5 0-4-15,4 0 2 0,5-10-7 16,6 2-40-16,4-4-65 16,4-1-26-16</inkml:trace>
  <inkml:trace contextRef="#ctx0" brushRef="#br0" timeOffset="2451.42">17639 12911 323 0,'0'0'42'0,"0"0"-4"0,0 0-30 0,0 63 2 16,0-21 32-16,0 6-16 16,0 6-14-16,0 0-4 15,0 2-6-15,4-5-1 16,2-6 0-16,-2-7 1 0,1-9-2 15,0-5 1-15,-2-9-2 16,-3-4-7-16,0-6-46 16,0-5-42-16,-8 0-18 15</inkml:trace>
  <inkml:trace contextRef="#ctx0" brushRef="#br0" timeOffset="2781.47">17299 12985 186 0,'0'0'15'0,"0"0"22"15,0 0-8-15,0 0 5 16,0 0 11-16,0 0 0 16,0 0-9-16,0 0-1 15,-8-37-17-15,36 28-5 16,13-5 7-16,13-3 0 0,14-7-5 16,4-1-4-16,0-1-7 15,1 0-1-15,-10 2-3 16,-8 6 1-16,-11 4 0 15,-8 5-4-15,-11-1-70 16,-12-5-114-16</inkml:trace>
  <inkml:trace contextRef="#ctx0" brushRef="#br0" timeOffset="12840.58">835 8047 147 0,'0'0'25'0,"0"0"-25"0,14-51 14 0,-12 31-11 16,1-3 10-16,-3-1 13 16,0-2 7-16,0 1 5 15,-8 1 4-15,-3 5-1 0,-4 5 3 16,-5 8-18-16,-1 6-7 16,0 17-8-16,-4 22-7 15,0 17-1-15,7 14 3 16,7 10 6-16,6 5-1 15,5-5-6-15,1-11-4 16,12-14 0-16,3-15-2 0,1-16-3 16,-1-18-4-16,-1-9-4 15,-1-24 9-15,-5-15 10 16,0-10-3-16,-2-6 2 16,-1 3-6-16,-3 4 0 0,-1 12 0 15,2 14-1-15,0 12 3 16,8 11-6-16,3 5-1 15,6 20 5-15,6 8 4 16,4 15-3-16,5 6 4 16,1 11 0-16,3 3 3 0,-1 3-2 15,-5 4-1-15,-5-7 0 16,-8 2-5-16,-9-4 1 16,-8-3 3-16,-4-4-2 15,-4-6-2-15,-12-6 3 16,-3-5-2-16,-2-6 1 0,-4-8 2 15,-4-8-1-15,0-12-2 16,0-6-1-16,5-26 0 16,4-18-3-16,9-17-8 15,11-14-2-15,4-6 7 16,16-3-41-16,7-1-61 16,2 10-42-16</inkml:trace>
  <inkml:trace contextRef="#ctx0" brushRef="#br0" timeOffset="13094.91">1208 8122 338 0,'0'0'8'0,"-37"27"30"0,18-7 2 16,2 4 6-16,1 5 0 16,3 3-17-16,6 6-7 15,5-3-11-15,4 3-8 16,5-3-1-16,8-4 0 15,8-5 1-15,6-7 0 0,2-10 3 16,0-7-11-16,3-4-13 16,-3-16-12-16,0-9-6 15,-4-7-29-15,-2-2-19 16,-10 1-27-16,-1 2-53 0</inkml:trace>
  <inkml:trace contextRef="#ctx0" brushRef="#br0" timeOffset="13455.67">1396 8238 149 0,'0'0'178'15,"0"0"-134"-15,0 0-5 16,0 0-14-16,-11-55 2 16,11 30-5-16,0-2-7 15,0-2 2-15,0 2-8 0,0 3-5 16,-2 0-3-16,-4 7 0 15,-4 4 0-15,-1 6 1 16,-4 7 2-16,-1 2-2 16,1 17-1-16,1 8-4 15,1 9 3-15,5 5-1 0,6 3-3 16,2 3 2-16,12-9 1 16,3-5 0-16,10-9-3 15,4-11-1-15,0-12-3 16,2-2-5-16,-2-16-2 15,0-9-7-15,-4-5 1 0,-1-5-17 16,-6 1 0-16,-1-1-37 16,-7 2-10-16,-3 4-66 15</inkml:trace>
  <inkml:trace contextRef="#ctx0" brushRef="#br0" timeOffset="14561.85">1470 7450 133 0,'0'0'106'0,"-37"-67"-96"16,14 45 35-16,3 6-17 15,2 6 50-15,2 7-55 16,3 3 20-16,3 8-24 16,8 17-15-16,2 14-2 0,0 7-1 15,16 7 0-15,6 5 1 16,5 0 0-16,7-7 1 15,6-4 0-15,-2-6 4 16,0-7 8-16,-3-12-4 16,-3-11-19-16,-7-9-3 0,-5-2 5 15,-7-19 7-15,-5-4 5 16,-8-5-3-16,0-5-1 16,-8 1-2-16,-5-1-7 15,-3 5 1-15,1 1 9 16,1 4 14-16,5 4-14 0,3 7 3 15,6 0 3-15,0 7-6 16,2 2-4-16,9 1-1 16,5 1 0-16,1 1 1 15,6 0-1-15,-1 0 2 16,3 0 0-16,-3 0 0 0,-2 0 0 16,-1-2 1-16,-2-5-2 15,-1-2 0-15,-5-3 1 16,0-6 2-16,-4-4 0 15,-1-6 1-15,-3-2-3 16,-3-6 0-16,0 1-1 0,0 3 0 16,-9 3-1-16,-3 4 0 15,-1 7 0-15,-1 4-2 16,1 7 3-16,0 7 4 16,1 0 5-16,6 4-1 15,0 9-6-15,5 5 2 0,1 1-2 16,0 2 1-16,11-2-1 15,5-2 1-15,6-6-1 16,3-5-4-16,4-6-7 16,-2-3 1-16,2-12 4 15,-2-10 5-15,0-7-2 16,-5-7 1-16,-2-2 0 0,-2-2 2 16,-7 0 0-16,-6 6-1 15,-5 8 1-15,0 5 2 16,-11 8-2-16,-5 11 1 15,0 5 7-15,-4 0 0 16,5 7-5-16,1 11-3 0,5 2-3 16,5 4 4-16,4 3 0 15,0-1 0-15,8-2-2 16,8-1-6-16,2-6-14 16,0-5-4-16,-1-6 1 0,-3-6 7 15,-1-4-2-15,-6-12 7 16,-5-2 14-16,-2-5-3 15,-2 3 1-15,-9 0-6 16,-2 3 6-16,-1 3 7 16,-1 4 14-16,5 3-6 15,2 1-2-15,3 2-4 0,3 4-2 16,2 0-10-16,2 0-7 16,9 0 6-16,5 0 4 15,4 0 0-15,2 3 2 16,1-3 0-16,0 0-10 15,-4 0-12-15,-1 0 8 0,-7-1-35 16,-2-9-79-16,-2-3-72 16</inkml:trace>
  <inkml:trace contextRef="#ctx0" brushRef="#br0" timeOffset="15060.45">2087 6884 352 0,'0'0'11'0,"0"0"20"0,0 0-29 0,0 0-20 16,0 0-3-16,0 0 24 16,0 0 4-16,49 15 0 0,-29-6-5 15,-1-1 0-15,-6-2 6 16,-1 1-1-16,-6-3-4 16,-4-4 0-16,-2 0 2 15,0-4 4-15,-4-7-4 16,-6-5-5-16,-3-7-12 15,-1-2-11-15,1-1 42 0,0 2-17 16,3 4 1-16,2 3 0 16,8 7 0-16,0 7-3 15,4 3-1-15,7 0 0 16,9 9-2-16,-1 1 2 0,2 1 1 16,2-1 5-16,-5 0-2 15,-2-3-2-15,-3-1 2 16,-4-3-1-16,-5-2 2 15,-4-1 0-15,0-3 2 16,0-7 2-16,-4-8-5 16,-5-5-3-16,-5-6-1 0,1-3-1 15,-1-2 2-15,4 3-4 16,3 4 9-16,3 8 4 16,4 5 10-16,0 6-1 15,8 5-15-15,8 1-3 16,4 2 0-16,5 0 3 0,4 0 1 15,2 5 3-15,0 0-2 16,1 1 6-16,3 1 1 16,-5 6-2-16,-3 1-56 15,-10 6-73-15</inkml:trace>
  <inkml:trace contextRef="#ctx0" brushRef="#br0" timeOffset="15482.39">1975 8233 251 0,'-44'25'317'0,"1"-3"-308"0,9 6 3 0,10 13-11 16,6 9 1-16,10 5 1 15,2 1-1-15,6-2-3 16,10-7-3-16,15-9-1 16,8-8-21-16,7-9-3 15,2-5-7-15,3-5 11 0,-5 0 20 16,-4-1 3-16,-7 3 5 16,-6 6-3-16,-12 5 1 15,-7 4 0-15,-4 8 2 16,-5-1 3-16,-12 4 12 15,-5-4 10-15,-1 1-10 16,-2-5-9-16,1-6-4 0,2-2-3 16,1-9-1-16,4-5-1 15,1-8-1-15,7-4-18 16,5-21-56-16,4-16-98 16</inkml:trace>
  <inkml:trace contextRef="#ctx0" brushRef="#br0" timeOffset="15814.51">2158 8487 520 0,'0'0'2'0,"-42"35"9"16,22-12 3-16,7 7 6 16,3-1-7-16,6 0-5 15,4-2-4-15,0-1-1 16,6-8-1-16,8-5-1 0,1-4 0 15,2-8-8-15,-2-1-7 16,-1-10 0-16,-5-10 5 16,-1-3 0-16,-3-2-6 15,-5 1 1-15,0 3 17 16,0 6-2-16,0 7 2 16,-3 2 6-16,1 6 25 0,0 0-22 15,2 0-11-15,0 0-3 16,10 4 0-16,2 2 2 15,7 1 2-15,2-3 1 16,2-4 2-16,2 0-4 16,-3-4-29-16,-2-13-36 0,-6-6-70 15,-8-4-90-15</inkml:trace>
  <inkml:trace contextRef="#ctx0" brushRef="#br0" timeOffset="16000.06">2148 8082 514 0,'0'0'2'0,"0"0"-6"15,0 0-11-15,13 54 10 16,11-25 8-16,3 5-2 0,2 3 2 16,3 2 2-16,-1 1 0 15,-4-2-13-15,-8-4-59 16,-3-12-158-16</inkml:trace>
  <inkml:trace contextRef="#ctx0" brushRef="#br0" timeOffset="16422.68">2421 8304 419 0,'0'0'-1'0,"8"-54"3"0,-1 24 3 16,-1-4-1-16,-2 1-2 15,0 4 0-15,-4 2 1 16,0 5 6-16,-8 5-1 16,-1 6 2-16,-1 6 36 15,-2 3-7-15,3 2-9 16,5 2-9-16,2 13-21 0,2 3-1 16,0 6 0-16,10 2 1 15,5-1 0-15,2-1 1 16,1-5-3-16,1-6-13 15,-2-5-1-15,-4-6-4 16,-1-2 3-16,-4-9 6 0,-3-12 8 16,-1-6 4-16,-2-10-1 15,0-3-3-15,0-2-19 16,6 3 24-16,0 7 35 16,3 9-17-16,5 7-15 15,7 12-5-15,-2 4 0 0,2 6 5 16,0 11 1-16,-6 8 12 15,-5 12-3-15,-12 6-14 16,0 2-50-16,-20-5-101 16</inkml:trace>
  <inkml:trace contextRef="#ctx0" brushRef="#br0" timeOffset="17106.96">6295 13282 438 0,'0'0'9'0,"10"54"-8"0,-4-2 7 15,1 14 28-15,5 10-11 16,-2 5-17-16,-3-1-1 16,-3-8-2-16,-2-11-1 0,-1-10-1 15,-1-14-3-15,-1-15-30 16,-11-15-52-16,-11-7-126 16</inkml:trace>
  <inkml:trace contextRef="#ctx0" brushRef="#br0" timeOffset="17295.71">5784 13312 453 0,'0'0'28'0,"35"-66"21"0,20 25-31 16,24-6 2-16,19-10 0 15,19-5-5-15,6-5 4 16,4 6-6-16,-6 4-4 15,-13 6-33-15,-23-4-140 16</inkml:trace>
  <inkml:trace contextRef="#ctx0" brushRef="#br0" timeOffset="19594.77">20327 6841 71 0,'0'0'2'0,"0"0"-1"0,0 0-3 0,0 0-34 16</inkml:trace>
  <inkml:trace contextRef="#ctx0" brushRef="#br0" timeOffset="20156.61">20162 6488 163 0,'0'0'193'0,"-68"5"-156"16,32 16-14-16,3 12-12 15,6 15-4-15,3 6-3 0,4 7-1 16,11 1-1-16,7-2-1 16,2-6 0-16,15-11-2 15,14-8-6-15,11-10-1 16,8-10-7-16,5-5 13 15,2-3 2-15,-3 2-2 16,-8 1 2-16,-7 7-1 0,-13 4-1 16,-14 8-1-16,-9 3 3 15,-1 3-1-15,-19 0 6 16,-8-4-2-16,-5 3 2 16,-6-7 4-16,-1-3-4 15,-2-2-2-15,5-4-1 0,1-5-1 16,5-5 1-16,4-8-2 15,8 0-21-15,4-21-42 16,5-15-55-16</inkml:trace>
  <inkml:trace contextRef="#ctx0" brushRef="#br0" timeOffset="20563.93">20145 6436 421 0,'0'0'8'0,"0"0"0"0,14 67-6 16,2-16 15-16,5 10 3 15,4 7-7-15,4 2-5 16,2 0 8-16,0-4-9 16,0-8-5-16,-7-9 0 0,-3-9-3 15,-4-11-1-15,-6-10 1 16,-6-11 0-16,-5-8 1 15,0-4 6-15,-7-13 4 16,-6-10-8-16,-3-7-1 16,0-6 1-16,1-4-2 0,1 3 1 15,5 3-2-15,7 6 1 16,2 12 4-16,6 9 3 16,13 10-6-16,6 1-2 15,3 13 1-15,4 5 1 16,2 3-2-16,1 2 2 15,-3-2-1-15,3-1-1 0,-3-4-28 16,-3-6-64-16,-3-8-67 16</inkml:trace>
  <inkml:trace contextRef="#ctx0" brushRef="#br0" timeOffset="20875.59">20690 6729 297 0,'0'0'81'15,"0"0"-47"-15,0 0-13 16,0 0-18-16,-26 49 0 16,35-30 3-16,5-2 11 0,3 0-9 15,4-7-3-15,2-2-3 16,0-5 1-16,0-3-3 16,-2 0-3-16,-4-13 8 15,-5-2-3-15,-6-3 0 16,-6-3-2-16,-2 0 1 0,-16 0-2 15,-4 3 3-15,-11 3-4 16,-4 4 2-16,-3 1 1 16,0 7-1-16,3 3 1 15,5 0 0-15,8 0-1 16,9 3 1-16,13 4-5 0,2-1-49 16,14-5-69-16,6-1 16 15</inkml:trace>
  <inkml:trace contextRef="#ctx0" brushRef="#br0" timeOffset="21174.5">20935 6710 293 0,'0'0'71'0,"0"0"-24"15,11-57-11-15,-4 28-17 16,6-4-9-16,-1-2 2 0,1-3-4 15,-4 3-5-15,-2 2-1 16,-5 5 0-16,-2 8-1 16,-5 9 4-16,-8 8 12 15,-7 3-6-15,-1 15-9 0,0 9 0 16,4 8 0-16,9 2-2 16,6 4 0-16,2-2 0 15,17-5-1-15,10-4 1 16,6-4 3-16,6-6 2 15,4-3-4-15,-1-4 0 0,-2 0 1 16,-8 0-13-16,-13-1-93 16,-11 3-106-16</inkml:trace>
  <inkml:trace contextRef="#ctx0" brushRef="#br0" timeOffset="21672.47">20402 7379 470 0,'0'0'20'16,"0"0"-7"-16,-50 0 19 16,34 12-22-16,1 9 0 15,1 3-4-15,2 7-2 16,6 2 1-16,2 0-2 0,4-1-2 15,6-2-2-15,13-6-2 16,11-2 3-16,6-5-2 16,7-1 0-16,6 0 1 15,-1 4 2-15,0 4-1 16,-10 6 0-16,-7 8 0 16,-10 2-1-16,-12 3 1 0,-9-4 0 15,0-4-1-15,-13-8 2 16,-6-6 0-16,-5-7 2 15,-1-10-1-15,-3-4 0 16,-1 0 0-16,-2-14 0 16,3-7 0-16,1-9-1 0,2-6-1 15,9-9 1-15,8-3 0 16,8-3-1-16,10 0 1 16,19 5 4-16,10 9 1 15,4 10-1-15,8 12-3 16,-3 12-3-16,-2 3 1 0,-6 13 0 15,-6 8 1-15,-6 3-5 16,-10 3-49-16,-8 0-85 16,-8-6-86-16</inkml:trace>
  <inkml:trace contextRef="#ctx0" brushRef="#br0" timeOffset="21815.01">20499 7528 302 0,'0'0'102'0,"-18"-58"-100"16,18 34-1-16,9 6-7 0,11 2-104 15,5 0-99-15</inkml:trace>
  <inkml:trace contextRef="#ctx0" brushRef="#br0" timeOffset="22391.29">20781 7496 414 0,'0'0'6'0,"0"0"20"15,0 0-19-15,0 0 9 16,0 0 3-16,45-42 7 0,-32 38-8 16,0 3-14-16,-2 1-4 15,-3 0 1-15,0 5-1 16,-3 5-1-16,1-2-3 15,-6 3-2-15,2 0 5 16,0 3 1-16,2 2-1 0,2 1 1 16,-1 2 1-16,7 2-2 15,2 2 1-15,3 2-1 16,1 4 0-16,1 3 1 16,-4 7-2-16,-4 0 2 15,-4 1-2-15,-6 1 1 0,-1-4 0 16,-3-3-2-16,-8-8 3 15,-2-5 2-15,-2-5 0 16,0-6 7-16,0-6 3 16,1-4-3-16,-2 0-2 15,5-11-2-15,1-11-2 16,4-9 0-16,6-6-2 0,0-7 0 16,6-6-1-16,11-1-4 15,4-1 6-15,3-2-2 16,0 0 0-16,-1 3-1 15,-3 4 0-15,-9 5-1 0,-5 4 3 16,-6 11 0-16,-2 6 1 16,-11 12 0-16,-6 7 7 15,1 2 17-15,2 11-14 16,3 13-5-16,3 4-1 16,10 6-1-16,0 1 2 0,18-3-4 15,9-5-4-15,9-7 1 16,7-11 2-16,7-9-45 15,2-23-144-15</inkml:trace>
  <inkml:trace contextRef="#ctx0" brushRef="#br0" timeOffset="23157.61">25126 13054 279 0,'0'0'133'0,"-18"-52"-87"0,11 48 14 0,3 12-37 15,2 29-23-15,2 17 1 16,0 11 3-16,0 8 4 16,4 4-1-16,0-5-6 15,0-1 0-15,0-7-1 16,2-7-2-16,-3-10 0 15,2-13-19-15,2-14-55 0,-3-18-80 16,3-11 8-16</inkml:trace>
  <inkml:trace contextRef="#ctx0" brushRef="#br0" timeOffset="23343.79">25220 12993 411 0,'0'0'18'16,"0"0"51"-16,0 0-60 15,6 64-1-15,2-9 26 16,6 8-5-16,0 4-7 16,4 1-15-16,-1-1-4 0,1-5-1 15,-3-3-2-15,-2-5-3 16,-7-6-52-16,-6-14-62 16,0-10-128-16</inkml:trace>
  <inkml:trace contextRef="#ctx0" brushRef="#br0" timeOffset="23549.42">24897 13397 519 0,'0'0'3'0,"0"0"0"0,-8-46 6 16,35 34-5-16,16-3 3 15,18-6 10-15,12-2-2 16,10-4-2-16,7 0-7 15,-3 5-5-15,-6 7-1 16,-18 10 1-16,-13 5-38 0,-21 4-88 16,-19 8-99-16</inkml:trace>
  <inkml:trace contextRef="#ctx0" brushRef="#br0" timeOffset="23731.56">24898 13610 460 0,'0'0'14'0,"-40"15"25"16,40-12-33-16,16-3-1 16,22 0 7-16,20-5 6 15,14-14-10-15,14-5-6 0,10-4-4 16,4-8-96-16,0-4-131 16</inkml:trace>
  <inkml:trace contextRef="#ctx0" brushRef="#br0" timeOffset="24275.88">25949 13212 418 0,'0'0'75'0,"0"0"-33"16,-46 40-16-16,38-20-1 16,6 1-6-16,2 2-3 0,1-2-2 15,12-1-5-15,5 0-3 16,3-3-4-16,3-3-1 15,-2-4-1-15,2-6 1 16,-7-4-4-16,-1-1-16 16,-7-15-4-16,-8-5-2 15,-1-2 11-15,-11-4 5 0,-10-1 6 16,-8-1 1-16,-4 2 2 16,-1 1 2-16,2 2-2 15,7 2 0-15,6 2 3 16,11 3-5-16,8-1 4 15,18-1-4-15,13 2 1 0,11 0 1 16,11 0-2-16,7-1 2 16,1-1 0-16,1 3-3 15,-4-5 4-15,-4 3-2 16,-12-4 1-16,-12 0 0 16,-9 2-1-16,-15 1 1 0,-6 2 2 15,-10 7 2-15,-8 6 0 16,-7 4 9-16,3 10 10 15,3 13-6-15,5 11-5 16,6 13 1-16,9 8-2 16,1 13-4-16,14 5-2 15,3 2-2-15,3 5-2 0,1-4 0 16,-4 0-1-16,-5-8 0 16,-7-7-2-16,-4-9-11 15,-3-10-29-15,-7-13-14 16,-8-12-27-16,-5-14-79 15,-4-3-89-15</inkml:trace>
  <inkml:trace contextRef="#ctx0" brushRef="#br0" timeOffset="24434.27">26152 13486 253 0,'0'0'189'0,"0"0"-187"0,48-41 0 0,-13 25-2 16,7-1 0-16,9-4 0 15,3-1 0-15,-2-6 0 16,-3-4-77-16,-3-8-220 16</inkml:trace>
  <inkml:trace contextRef="#ctx0" brushRef="#br0" timeOffset="25314.5">27230 12803 319 0,'0'0'70'0,"-59"9"-29"0,23 11-20 15,0 12-4-15,1 11 2 16,4 4-6-16,4 4-1 16,10 3-2-16,6 1-3 0,11-1-5 15,2-7-1 1,19-4 0-16,9-11-5 0,11-13 1 15,7-13-4-15,4-6-24 16,3-20-27-16,-3-9-7 16,-8-4 31-16,-9-2 29 0,-12 5 6 15,-12 2 6-15,-11 9 38 16,0 5 11-16,-5 4-10 16,-5 7 3-16,-2 3-16 15,1 0-15-15,4 13-11 16,1 3-1-16,3 2 1 0,3 5-2 15,0-3-2-15,9 1-1 16,6-2 0-16,5-4-1 16,4-3 0-16,3-7 1 15,0-5 0-15,0-6 1 16,-2-12-2-16,-5-9 1 16,-7-3 0-16,-5-1-2 0,-8-1 0 15,-9 2-8-15,-11 5-5 16,-11 3 4-16,-4 8-3 15,-3 5-2-15,3 5-13 16,1 4-17-16,8 0 11 16,12 1-9-16,10 8-31 0,4-4-47 15,15-2-48-15</inkml:trace>
  <inkml:trace contextRef="#ctx0" brushRef="#br0" timeOffset="25580.53">27868 12830 268 0,'0'0'7'0,"-4"-46"65"0,-10 28-20 0,-1 6-6 0,-1 8 4 16,0 4-3-16,1 11-23 16,3 17-18-16,4 10-3 15,7 11 1-15,1 10 1 16,0 9-1-16,10 8-1 15,3 2 0-15,0 0-2 16,-2-3 0-16,-4-8 1 0,-2-7-2 16,-5-15-39-16,-4-11-12 15,-10-8 3-15,-4-15-33 16,-3-7-76-16</inkml:trace>
  <inkml:trace contextRef="#ctx0" brushRef="#br0" timeOffset="25748.8">27596 13312 385 0,'0'0'5'0,"22"-53"18"16,7 29-7-16,7 1-14 15,10 2-1-15,3 0 0 0,4-1-1 16,1-2 1-16,0 0-22 16,0-6-71-16,-7-4-58 15</inkml:trace>
  <inkml:trace contextRef="#ctx0" brushRef="#br0" timeOffset="25941.71">28159 12791 372 0,'0'0'8'0,"-38"-9"37"15,21 9-18-15,0 8 3 16,6 14-12-16,0 9 5 16,6 6-7-16,5 8-2 0,0 6-6 15,0 6-3-15,7 4-2 16,2 3-2-16,-4 0 0 15,1-6 1-15,-4-8-2 16,-2-7 0-16,0-13-22 16,-2-8-29-16,-9-9-7 15,-3-7-24-15,1-6-64 0</inkml:trace>
  <inkml:trace contextRef="#ctx0" brushRef="#br0" timeOffset="26653.4">27938 13248 270 0,'0'0'7'0,"13"-53"70"0,6 29-44 16,11 1-13-16,8 3-8 16,7 0 0-16,4 2-1 15,2-1-7-15,1 3-2 16,-3 0-1-16,-3 0-3 16,-8-1-32-16,-6 0-4 0,-7 0 26 15,-10 0 14-15,-7 3-1 16,-8 1 12-16,-3 1 21 15,-14 3-6-15,-5 3-3 16,-3 5 7-16,-2 1 5 16,1 5-10-16,2 8-12 15,4 8-3-15,6 2-2 0,6 6-5 16,8 2-2-16,0-1 0 16,10 1-2-16,13-5 1 15,4-2 2-15,8-7-3 16,5-7-2-16,3-8 4 15,4-2-3-15,-1-4 3 0,1-13-2 16,-2-4 0-16,-4-5-2 16,-7 0-3-16,-7-2-8 15,-10 3 9-15,-7 3 2 16,-10 3 3-16,-2 4-2 16,-14 4 2-16,-7 8-1 0,-3 3 0 15,-3 0 0-15,0 14-1 16,2 6 1-16,4 4 1 15,7 2-2-15,10 0 0 16,6 2 0-16,8-4 0 16,13-3-1-16,6-4 0 0,6-7 2 15,4-7 1-15,3-1-2 16,-1-8 1-16,3-12-2 16,-1-9-6-16,-1-5-2 15,-4-3-5-15,-3-4-13 0,-8 1 27 16,-6 5 1-16,-6 2 1 15,-6 7-2-15,-2 8 5 16,1 9 9-16,2 7 5 16,-1 6-16-16,4 14-1 15,3 8 5-15,1 3 3 16,0 2-6-16,-3 0-2 0,-1-2 0 16,-6-5-1-16,-5-3-1 15,0-4 2-15,-15-4 1 16,-4-6-2-16,-7-4-4 15,-2-5-27-15,-5 0-55 16,2-12-120-16</inkml:trace>
  <inkml:trace contextRef="#ctx0" brushRef="#br0" timeOffset="27239.37">29718 12683 400 0,'0'-8'6'0,"-4"8"23"15,-14 19-2-15,-3 22-18 16,-8 22 28-16,-7 19-3 15,-1 17 3-15,-5 9-14 0,2 3-15 16,-1 3-5-16,4-2-1 16,5-7-1-16,2-11-1 15,6-8 1-15,3-10-11 16,3-16-61-16,5-22-47 16,6-21-141-16</inkml:trace>
  <inkml:trace contextRef="#ctx0" brushRef="#br0" timeOffset="34543.74">29175 6700 97 0,'0'0'18'0,"0"0"7"0,0 0-14 16,0 0-2-16,0 0-2 0,0-1 4 15,0 1 0-15,0 0-2 16,0 0-8-16,0 0-4 15,2 0 5-15,3 0-2 16,-2 0 1-16,1 0-1 16,-1 0 1-16,0 0-1 15,-2 0 4-15,-1 1 3 0,0-1 4 16,0 0 4-16,0 0 19 16,0 0 3-16,0 0 37 15,0 0-63-15,0 0-2 16,0-4 1-16,0 3-4 15,0-1-1-15,0-1-2 0,0 2-2 16,0-2 1-16,0 2 1 16,0-1 2-16,0-2 1 15,0 3 2-15,0-1-2 16,0-2 2-16,0 0-1 16,0 1 3-16,-4-1 1 0,1-1-4 15,-3-1 1-15,1-2 1 16,-1 1-1-16,1-3 5 15,0-1 0-15,-3-1-2 16,2-2-1-16,-2-1-3 16,1 0-1-16,-2-2-2 0,0 0 1 15,1-1-1-15,-2-2-1 16,-1-3 0-16,0-1-1 16,-2 0 0-16,-1-3-1 15,-1 0 2-15,-3-2-1 16,0 1-1-16,-6 1 0 0,-1-3-1 15,-2 1 0-15,-4 0 0 16,-1 2 0-16,-2 0 1 16,-1-1-1-16,-4-1 1 15,-3 1-2-15,-2 1 2 16,-4-3-1-16,0 3-1 16,-3-3 2-16,-3 3 0 0,-2 0-2 15,1 2 2-15,-6-1-1 16,-2 3 0-16,-5 1 1 15,-2 2-2-15,-3-1 2 16,-6 1-1-16,-1 0-1 16,-2 1 2-16,-3-1-2 0,-2 3 2 15,-2-1-1-15,2 4 0 16,-6 0 0-16,-1 3 0 16,-5 1 0-16,0 3-1 15,1 3 2-15,-5 0-1 16,0 4 0-16,1 0-1 0,1 0 1 15,-4 1 0-15,3 8 0 16,3 0 0-16,-3 2 0 16,3 0 1-16,3 1-1 15,1 0-1-15,-1 2 1 16,0 1 1-16,0-1-1 0,3 0 0 16,1 0-1-16,1 3 2 15,5-5-1-15,4 5 0 16,2-2 0-16,0 1 0 15,2 1 0-15,1 4-1 16,3-1 2-16,0 3-1 16,-1 4 0-16,2 0 0 0,-1 3 0 15,1-2 0-15,-4 6 0 16,2-3 0-16,-4 1 0 16,2-2 0-16,1 4 0 15,4-2 0-15,-2 4 0 0,3 1 0 16,2 2 0-16,2 1 0 15,-1 4-1-15,5 0 1 16,-2-1 0-16,5 1 0 16,0-1 0-16,6 2 1 15,3-1-2-15,1 2 1 16,6 0 0-16,5 0 1 0,5-1-2 16,0-1 2-16,3-1-2 15,4 1 1-15,0 1 0 16,1 0-1-16,3 3 1 15,2 0 0-15,4 1 0 16,-1-3-1-16,5 4 1 0,0-2 0 16,3 2-1-16,0 2 2 15,2 2-1-15,1-1 0 16,3 1-1-16,1-3 0 16,2 0 1-16,1 2 0 15,0-1-1-15,1 2 1 0,6-1 1 16,5-1-2-16,-2-1 1 15,4 0-1-15,4-1 2 16,0 1-1-16,4-1 0 16,1 1 0-16,4-1 0 15,1-2 0-15,1-1 0 0,1-3 0 16,1 3-1-16,-1-1 1 16,3 0 0-16,1 0 0 15,3 1 0-15,-1-2 0 16,4-1 0-16,0-1 0 0,1 2 0 15,4-1 0-15,1 3 0 16,-1 0 0-16,4-2 1 16,1 1-1-16,4-2 0 15,-2 0 1-15,2-3-1 16,2 2 0-16,-2-1 1 16,3-1 0-16,2 1 0 0,6-4 0 15,0-1 7 1,4-2-3-16,0-3 0 0,5-4-1 15,-1-2-2-15,4-1-1 16,4-2 2-16,4-2 0 16,3-4-1-16,4 0 1 0,5-2 4 15,3-1 3-15,2-4-4 16,-1-3 2-16,4-1-1 16,-1-4 0-16,5 0 1 15,-2-2-1-15,8 0-3 16,0-9 0-16,1-2 2 0,3-3-4 15,1-2 0-15,1-2-1 16,1-2 0-16,0-2-1 16,-1 0 1-16,-1-2 0 15,-1-3-1-15,-1-2 1 16,-3-4-2-16,0-2 2 0,-1-5 1 16,-1-1-2-16,-2-2 1 15,-1-1-2-15,-3-1 2 16,2-4-1-16,-8 0 0 15,-5-2 0-15,-2-3 2 16,-4-3-2-16,-2-3 1 16,-2-3 1-16,-5-3-1 0,-1-2-1 15,-6-3 2-15,-3-3-2 16,-6-1 3-16,-5-3 1 16,-2-2 4-16,-2 1-1 15,-5-1 0-15,-2-2-5 16,-3-2 0-16,-3-1-1 0,-4-2 0 15,-3 0 0-15,-6-2 0 16,-2-2 0-16,-5-1-1 16,-4-2 1-16,-3-3-1 15,-5-2 2-15,-2 4-3 16,-8-3 2-16,-1 1-1 0,-12 4 0 16,-12 3 0-16,-10 8 0 15,-11 2 0-15,-11 8 0 16,-5 5-7-16,-10 6-43 15,-7-3-48-15,-1-4-107 16</inkml:trace>
  <inkml:trace contextRef="#ctx0" brushRef="#br0" timeOffset="42841.59">25175 11901 159 0,'0'-3'28'0,"0"-2"-3"16,0 1-8-16,6 1-9 16,1 1-4-16,2 1 4 15,-2 1 4-15,4 0 5 0,0 0-1 16,5 0 1-16,0 0 2 15,9-3-2-15,4 2 2 16,8-4-3-16,8-2-6 16,8 0 6-16,8-4-6 15,10 1-1-15,7-1 0 16,7-1 2-16,1 2-2 0,0 2 0 16,1-1-3-16,-3 2-2 15,-4-1-1-15,-8 1 2 16,-5 1 0-16,-7 0-1 15,-7 0-1-15,-10 1-1 16,-5 0 0-16,-6 1-2 0,-2 1 1 16,-7 0-1-16,-5 0 1 15,-3 2-1-15,-10 1-18 16,-5 0-39-16,-1-3-72 16,-15-5-18-16</inkml:trace>
  <inkml:trace contextRef="#ctx0" brushRef="#br0" timeOffset="43131.58">26424 11576 337 0,'0'0'9'16,"0"0"20"-16,0 0-22 16,48-17-6-16,-23 17 0 15,2 0 2-15,2 0 6 16,-1 5 10-16,-1 7-1 15,-2 4-4-15,-1 4-5 0,-6 5-2 16,-6 6-2-16,-6 1-2 16,-6 2-2-16,-10 1 3 15,-19 2 0-15,-9-3 1 16,-11 0-5-16,-8 2 3 16,-8-2-2-16,-7 4-5 0,0-3-32 15,-2-4-37-15,3-9-81 16</inkml:trace>
  <inkml:trace contextRef="#ctx0" brushRef="#br0" timeOffset="44001.23">25255 8025 221 0,'0'0'-12'0,"0"0"15"0,0 0 1 0,0 0 4 16,0 0-3-16,-12-41 1 15,12 37 16-15,0-2 18 16,0 3-18-16,0 3-18 16,-11 0-7-16,-6 6-13 15,-10 12 10-15,-7 8 7 0,-6 7-2 16,-6 10 18-16,0 6 14 15,5 9-1-15,3 2 10 16,7 1-5-16,8 0-24 16,11-4-7-16,9-3-3 15,3-6 1-15,19-9 0 0,12-8 1 16,12-10-2-16,8-14 4 16,7-7-1-16,1-6 5 15,1-17 6-15,-2-7 0 16,-6-6 2-16,-10-5-8 15,-8-6-6-15,-10-6 1 0,-15-5 2 16,-9-3 1-16,-18-1-1 16,-20 3-20-16,-14 6-54 15,-11 11 4-15,-8 12-17 16,-6 15-16-16,2 12 62 0,6 3 22 16,7 14 11-16,15 6 11 15,11 4 12-15,16-4-14 16,15-11-70-16</inkml:trace>
  <inkml:trace contextRef="#ctx0" brushRef="#br0" timeOffset="45123.37">27273 11948 375 0,'46'-11'2'0,"15"-3"2"0,17 5-3 0,18 3 1 0,12 2-2 0,3-3 0 16,-1 1 1-16,-5-2-1 16,-12-3 0-16,-15 0 1 15,-9 0 0-15,-16 1 1 16,-10 2-2-16,-10-1 1 15,-8 1-1-15,-11-2 0 0,-12-2-14 16,-4 1-38-16,-22-5-32 16,-8 1 14-16,-8-4 9 15,-1 2 49-15,0 0 16 16,9 2 17-16,11 0 22 16,6 3-5-16,15 2 4 0,3 5 18 15,21 5-27-15,11 2-18 16,8 15 7-16,10 7-1 15,-2 7-1-15,-3 2-7 16,-6 4 0-16,-12 0-8 16,-15-2-2-16,-14-1 2 0,-7 1-2 15,-25 0-1-15,-14-2 1 16,-13 1-2-16,-13-2 0 16,-7 0-1-16,-7-3-2 15,-3-1-45-15,-2-6-53 16,7-6-41-16</inkml:trace>
  <inkml:trace contextRef="#ctx0" brushRef="#br0" timeOffset="46314.75">26330 6584 137 0,'-37'0'59'0,"3"0"-44"0,-6 4 1 0,4 10 6 16,2 6 5-16,-2 11 2 15,3 8-11-15,0 7 5 16,2 6-13-16,5 7-3 15,4 3-3-15,5 4-3 0,9 0 0 16,8-3-3-16,5-3 2 16,17-9-3-16,10-9 0 15,9-11-2-15,7-15 8 16,4-11-7-16,5-5 5 0,-3-21-1 16,0-13 10-16,-5-12 8 15,-6-8-1-15,-8-7-5 16,-12-7-2-16,-9-3 6 15,-14 0-11-15,-6 4-5 16,-22 9-8-16,-15 10 1 0,-17 15-10 16,-11 20-19-16,-10 13-32 15,-7 0-116-15</inkml:trace>
  <inkml:trace contextRef="#ctx0" brushRef="#br0" timeOffset="49009.61">29609 7541 76 0,'0'0'33'0,"0"0"17"0,0 0-20 0,0 0-4 15,0 0-12-15,0 0 4 16,0 0-6-16,0 0 4 16,0 0-8-16,5-1 0 0,-22 13-1 15,-4 1 0-15,-2 0-1 16,-5 0 0-16,-1 2-1 16,0-2-1-16,1-1 0 15,3-2-2-15,5-2 1 16,7 1-1-16,2-2 0 15,9 0 3-15,2 1-2 0,5-2 1 16,16 4 9-16,8 0 6 16,9-2-6-16,7 2-10 15,3 0 0-15,-4 0-3 16,-4 0 1-16,-4 0-2 16,-11 0-9-16,-5-1-37 0,-7-4-14 15,-6-5-4-15,-7 0-85 16</inkml:trace>
  <inkml:trace contextRef="#ctx0" brushRef="#br0" timeOffset="49222.31">29437 7701 231 0,'0'0'30'0,"0"0"7"16,0 0 3-16,0 0-22 0,0 0-5 15,75-32 15-15,-18 22 4 16,12 0-10-16,12 0-11 16,8-1-5-16,1 2-5 15,-1 1 0-15,-10 3-2 0,-4 1 0 16,-10 4-23-16,-14-3-78 16,-8-2-21-16</inkml:trace>
  <inkml:trace contextRef="#ctx0" brushRef="#br0" timeOffset="50068.34">30593 7379 241 0,'0'0'-59'0,"0"0"130"0,15 57-70 0,-10-19 15 0,2 12 7 16,-3 5-8-16,-1 7-1 15,0 0-5-15,-2-1-4 16,-1-3-1-16,1-11-2 16,0-7 0-16,1-13-1 15,-2-7 2-15,0-13 2 0,0-6 5 16,0-1 28-16,-9-10 13 15,0-8-47-15,-2-10-3 16,0-4-1-16,3-9 0 16,1-4 0-16,4-5 0 0,2-1-1 15,1-6 1-15,0 2-1 16,0 2 1-16,-1 0 1 16,-3 7-1-16,0 6 1 15,0 7 9-15,1 9 7 16,1 7 0-16,2 9 1 0,0 7-9 15,4 1-11-15,10 9 2 16,4 8 3-16,8 7-4 16,3 3 1-16,4 2 0 15,2-1 1-15,-4 3-1 16,1-5 0-16,-5-5 0 16,-3-4 0-16,-3-8-1 0,-5-5 2 15,1-4-1-15,-3-9 0 16,-1-9 1-16,-2-9 0 15,3-3-2-15,-7-3 2 16,0-2-1-16,-3 6 1 16,0 5-1-16,-2 7 0 0,0 10 1 15,-1 7-1-15,4 3-1 16,-1 15 0-16,4 10 1 16,1 7-1-16,3 5 2 15,1 2-1-15,2 1 0 16,1-3 0-16,0-2 0 0,0-4 0 15,0 0 0-15,-1-1 0 16,-2-3-3-16,-2 1-62 16,-1-7-74-16,0-5 18 15</inkml:trace>
  <inkml:trace contextRef="#ctx0" brushRef="#br0" timeOffset="50437.73">31322 7763 363 0,'0'0'15'0,"0"0"18"0,16-44-9 15,-6 31-8-15,3-3 1 16,4 0 5-16,2 0-11 16,4-1-4-16,-2 0-6 15,1 1 0-15,-3-1-1 0,-1 1 1 16,-9-1-1-16,-1 0 0 15,-7 3 1-15,-1-2 0 16,-7 5-1-16,-9 1 1 16,-5 6 0-16,-7 4 0 15,-2 0-1-15,-1 8 0 0,3 9 0 16,3 3 1-16,4 6-1 16,5 1 0-16,7 2-1 15,6 3 1-15,3-3 0 16,9 0 0-16,12-3 0 15,8-4 0-15,6-3 0 16,6-6 0-16,6-4 0 0,3-4-8 16,1-5-47-16,-1-2-61 15,-1-12-9-15</inkml:trace>
  <inkml:trace contextRef="#ctx0" brushRef="#br0" timeOffset="51239.39">31851 7616 262 0,'0'0'62'0,"0"0"-7"16,-27-41-16-16,16 28-13 16,-1 5-1-16,-2-1 3 0,0 5-3 15,-2 3-10-15,1 1-12 16,0 5-3-16,1 8 0 16,2 4-1-16,1 3 1 15,5 3 0-15,2 0 0 16,3-1 0-16,1 1-1 0,0-3 0 15,9-6 1-15,4-3-3 16,4-8-2-16,3-3 4 16,-1-1-1-16,2-12 2 15,-3-3-1-15,-1-2-1 16,-4-1 2-16,-3 1-1 16,-4-2 2-16,-2 4-1 0,-3 2 1 15,-1 1 0-15,0 5 3 16,0 4 2-16,0 1 2 15,0 3-4-15,0 0-6 16,1 10 2-16,4 4 0 16,4 0 0-16,3 5 0 15,3-2 0-15,6-1 0 0,3-2 0 16,3-3 0-16,2-4-1 16,-2-1-18-16,-3-5-11 15,0-1-19-15,-6 0-21 16,-4-10 1-16,-4-1 18 15,-4-3-7-15,-2-1-34 0,-4-2 38 16,0 0 58-16,0 0 36 16,-2 2 29-16,-3 1-6 15,0 2 3-15,1 2-9 16,3 3 4-16,0 6-19 0,1 1-20 16,0 0-16-16,3 3-4 15,6 8 3-15,2 3 2 16,2 3-3-16,0 0 0 15,0 0-4-15,-2 0 0 16,-2-4 2-16,-2-3-2 0,-4-3 1 16,-1-1-1-16,-2-6 0 15,0 0 3-15,0-2 3 16,0-9-4-16,0-3-1 16,2-6-1-16,6-3 0 15,2-1 0-15,3-1 1 0,5 3-1 16,1 7 0-16,2 7 0 15,0 8 0-15,2 6-3 16,-1 13 2-16,2 5 0 16,1 3 1-16,2 3 0 15,-2-1 0-15,-2 2-2 0,-1-5 1 16,-5-6-12-16,-4-8-155 16</inkml:trace>
  <inkml:trace contextRef="#ctx0" brushRef="#br0" timeOffset="52367.2">30675 8193 94 0,'0'0'154'0,"0"0"-97"0,0 0 21 0,0 0-45 16,0 0-32-16,0 0 1 16,-5 38-1-16,15 5 17 15,4 4 6-15,1 3-17 16,4-1-5-16,0-5 0 16,0-4-1-16,0-9-1 15,-3-8 1-15,-1-9-1 0,-2-11 1 16,-2-3 1-16,-1-10 6 15,1-10 1-15,-3-5-6 16,4-5-1-16,-1-6-2 16,5-1 1-16,3-1-3 15,4 5 2-15,6 4-2 0,4 7-23 16,4 9-24-16,3 6-42 16,0 3 8-16,2 1-78 15</inkml:trace>
  <inkml:trace contextRef="#ctx0" brushRef="#br0" timeOffset="52773.32">31353 8261 282 0,'0'0'11'0,"-38"-3"22"16,15 3 10-16,-1 0-5 16,2 0 0-16,4 5-10 15,1 6-11-15,4 3-12 0,1 2-4 16,4 4-1-16,4 3 0 15,1 0 1-15,3 2-2 16,0-3 1-16,0-2 0 16,0-3-1-16,3-7 1 0,6-8 0 15,2-2-6-15,2-12 6 16,3-7-2-16,0-6 0 16,-1 0 0-16,-2-1 2 15,-6 2 1-15,0 6-1 16,-4 2 2-16,-3 7 7 0,2 7 0 15,0 2-3-15,0 5-7 16,4 8 1-16,1 4 1 16,6 4-1-16,1-1 1 15,3 1-1-15,1-2 0 16,3-3 0-16,2-1 0 16,1-6-1-16,-3-5 0 0,2-1-22 15,-2-3-32-15,-3-3-28 16,-2-11 14-16,-4-9-21 15</inkml:trace>
  <inkml:trace contextRef="#ctx0" brushRef="#br0" timeOffset="52971.25">31549 8082 368 0,'0'0'-19'16,"0"0"59"-16,-17-35 17 15,16 33-13-15,1 2-35 16,0 12-8-16,9 9 2 0,2 9 0 15,4 5 0-15,2 8-2 16,-1 4-1-16,0 1 1 16,-1-2-1-16,-2-2 0 15,1-7-1-15,0-6 0 16,4-10-42-16,1-5-52 0,-3-13-17 16,3-3-33-16</inkml:trace>
  <inkml:trace contextRef="#ctx0" brushRef="#br0" timeOffset="53553.4">31801 8361 297 0,'0'0'58'0,"0"0"-5"16,0 0 4-16,0 0-21 15,0 0-21-15,0 0-5 16,0 0 1-16,0 0 1 16,-20-15-10-16,30 27-1 15,3 5 0-15,0 0-1 0,2-2 0 16,-2 0-1-16,-1-4 1 15,1-4-2-15,-1-7-10 16,2 0-2-16,-1-1 7 16,2-11-6-16,-3 0 4 15,-1-1 9-15,-3 0 0 0,-2 2 0 16,-3 2 1-16,-2 3 7 16,0 2 2-16,2 4-4 15,-2 0-5-15,1 0-2 16,2 7 1-16,2 2 1 15,3 3 0-15,3-1 1 0,3 0 0 16,1 0 0-16,3 0-1 16,0-2-1-16,3-2 0 15,1-1 0-15,2-2 1 16,3-4-1-16,4 0 0 16,-2-3 0-16,3-9 1 0,-2-1 0 15,-2-3-1-15,-6-1 0 16,-7 2 1-16,-7-1 0 15,-9-1 1-15,0 1 0 16,-18 3 0-16,-4 2 0 16,-3 4 1-16,-1 7 3 0,2 0-1 15,3 6 0-15,6 6-5 16,9 7 1-16,6-1-1 16,2 2 1-16,19-1 0 15,11-1 3-15,12-2 0 16,11-5-2-16,6-1 0 15,7-4-3-15,7-2 1 0,-4-4-14 16,-3 0-41-16,-7-3-133 16</inkml:trace>
  <inkml:trace contextRef="#ctx0" brushRef="#br0" timeOffset="53755.42">33173 8425 543 0,'0'0'3'0,"0"0"-30"0,0 0-216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22T10:54:10.9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30741 2485 96 0,'0'0'108'0,"0"0"-102"0,0 0 0 16,0 0-6-16,0 0 0 16,0 0 1-16,0 0 1 15,-3 43 1-15,3-22 0 16,0 4 3-16,6 4 0 0,2 1 0 15,1 4 3-15,-1 0-3 16,-1 3-2-16,2-2-1 16,-8 1-1-16,1 1-1 15,-2-2 2-15,0 1-3 16,-10-4 3-16,-1-3-2 0,0-5-1 16,-1-6-4-16,1-10-89 15</inkml:trace>
  <inkml:trace contextRef="#ctx0" brushRef="#br0" timeOffset="1136.84">30727 2857 170 0,'0'0'7'16,"0"0"30"-16,0 0-20 16,0 0-5-16,0 0-2 15,0 0-8-15,0 0-2 16,0 0 1-16,0 0 1 15,4-6-1-15,-9 12 4 0,0 1-5 16,-3 2 4-16,-3-1 5 16,-7 4 13-16,-2 2 1 15,-8 1-9-15,-2 4-3 16,-7-1-4-16,-6 1 0 16,1-1-2-16,-2 2 3 0,4-6-1 15,1-1-1-15,6 0 0 16,9-2-1-16,2-1-3 15,8 0 0-15,5-3-2 16,3 0-1-16,3 3 1 16,2-4 1-16,1 1-1 0,0 0 1 15,6 0 0-15,3 0 1 16,4-2-1-16,2 0-1 16,2-2 1-16,2 2 1 15,2 0-1-15,3 1 0 16,-4 0 0-16,1 2 0 0,-2 2-1 15,0 0 1-15,-2 1 0 16,-2 5-1-16,-3 0 1 16,-2 0-1-16,-1 4 0 15,-3-1 0-15,-3 1 0 16,-1 0 0-16,-2-2 0 0,0 2 0 16,-2-3 1-16,-11 3-1 15,-6 0 1-15,-8-2 1 16,-6 1 0-16,-6 3-1 15,-6 0 4-15,-3-1-4 16,-2-1 0-16,1 1 1 16,1-1-1-16,3-3 0 0,7 0 0 15,6 0-1-15,5-2 1 16,7-1-1-16,5-2 0 16,3 1 0-16,6-1 0 15,3-3 0-15,3-1 0 16,0 0 0-16,13-3 1 0,8-1 0 15,7-3 1-15,11 1 0 16,6-2 1-16,13 0 1 16,5-2 8-16,8-3 0 15,-1 0-2-15,-1 1-6 16,-5 3-2-16,-7-1-1 0,-8 2-2 16,-9 0 2-16,-9 0-1 15,-7 0 1-15,-6 0-1 16,-8 0 0-16,-4 0 0 15,-4 0 1-15,-2 0 1 16,0 0 1-16,0-4 2 0,-1-2-2 16,-6-4-2-16,-1-1-1 15,1-2 1-15,1 0-1 16,1-1 1-16,2 0-1 16,1 1 0-16,2 0 1 15,0 2 0-15,0 2-1 0,0 4 2 16,0 0 3-16,0 3 3 15,0 2 1-15,0 0-7 16,0 0-2-16,3 8 1 16,0 7 0-16,1 6 2 15,-1 3 3-15,2 4 0 0,0 3-2 16,-4 2-1-16,0-3-1 16,1-2-1-16,-2-2 0 15,0-4-1-15,0 0-1 16,-4-8-18-16,-4-11-82 15,4-4-213-15</inkml:trace>
  <inkml:trace contextRef="#ctx0" brushRef="#br0" timeOffset="4463.96">31894 2685 112 0,'2'-4'53'0,"0"-2"-7"0,-2 2-18 0,2 0-3 15,-2 1-10-15,0 1 1 0,0 0-3 16,0 2-2-16,0 0-3 16,0-2-2-16,0 2-4 15,1 0-1-15,3 0 0 16,1 0 0-16,2 0 1 15,4 2-1-15,2 4 4 0,3 2 1 16,1 1 6-16,2 6-1 16,-2-1-3-16,1 6-1 15,-1 0-1-15,-4 3-1 16,-2 1-2-16,-1 0 1 16,-5-1-2-16,-3-2 0 15,-2-1-1-15,0-6 1 0,0 2 0 16,-9-5 1-16,-7-1 6 15,-5 0 5-15,-6-1 1 16,-2 0-4-16,-6-4-6 16,1-3-4-16,1-2 1 15,2 0 1-15,5-1-1 0,5-9 1 16,-1-4 2-16,6-6 1 16,4-1 4-16,3-6-7 15,4-4-3-15,5-2 3 16,0-3-4-16,2 2-1 15,8 0-1-15,3 3-2 0,2 5 3 16,0 4 2-16,0 3-2 16,-3 5 2-16,0 3 1 15,-4 3-1-15,-2 4-1 16,-2 1 1-16,-1 2-1 16,1 1 0-16,0 0-2 15,0 0 2-15,2 0 0 0,1 3 1 16,4 1 0-16,6-1 0 15,7 5 1-15,7-1 1 16,7-2 5-16,7-1 4 16,2-1-4-16,1 0-1 15,-1-3 3-15,-4 0-1 0,-6 0 0 16,-6 0-2-16,-5 0 0 16,-8 0-2-16,-3-3-2 15,-5 3 0-15,-4-1 1 16,-2-1-1-16,-3 2 2 0,0-1-2 15,-1 1 0-15,1 0-1 16,-1 0-2-16,0 0 0 16,0 0 0-16,0 0-2 15,1 0-1-15,3 0-6 16,0 0-43-16,0 0-39 16,0 0-62-16</inkml:trace>
  <inkml:trace contextRef="#ctx0" brushRef="#br0" timeOffset="5312.65">32555 2462 58 0,'0'0'120'0,"0"0"-70"0,0 0-14 16,0 0-3-16,0 0 6 0,0 0 6 16,0 0-14-16,0 0-11 15,0 0-8-15,0 0-7 16,0-41-1-16,0 37-1 16,0-3-1-16,2 4 0 15,3-3-2-15,0 1 2 0,4 0-2 16,0 1 0-16,3 1 0 15,2 0 0-15,0 3 0 16,2 0-4-16,0 0 4 16,2 2 0-16,-1 6-1 15,-2-1 0-15,-2 3 0 16,-1 3-1-16,-5 1 2 0,-2-1-2 16,-2 1 1-16,-2 2-1 15,-1-1 1-15,0 0 1 16,-7 0 1-16,-4 0-1 15,-5 0 0-15,0-1 1 0,-2-1 0 16,1 0 1-16,2-2-1 16,3-1 0-16,0 0 1 15,5-3-3-15,2 0 1 16,2-1 1-16,2-2-1 16,-1-1 2-16,2 3 0 0,0-3 0 15,0 0-2-15,0 0 2 16,0-1-1-16,7 0 1 15,2-1 1-15,3-1 1 16,2 0 0-16,4 0 2 16,3 0-1-16,3 0 1 0,1 0 2 15,0 0 4-15,0 0-1 16,-4 0-5-16,-2 0-4 16,-4 0-1-16,-4 0-1 15,-2 0 2-15,-2 0-3 16,2 4 1-16,-8-2-1 15,1-1 1-15,-2 4-2 0,0 0-8 16,-2 1-51-16,-9-5-106 16</inkml:trace>
  <inkml:trace contextRef="#ctx0" brushRef="#br0" timeOffset="6882.71">31822 3232 200 0,'-3'-4'34'0,"-1"2"3"0,0 2-19 0,0 5-18 15,1 10 2-15,-4 12 5 16,0 10 7-16,0 10 16 16,-3 13 28-16,0 11-15 15,0 10-23-15,0 3-10 0,1 0-7 16,-3-2 2-16,3-7-4 16,1-11 1-16,0-12-1 15,0-12 0-15,2-8 1 16,2-11-1-16,-2-10 2 0,2-5 0 15,0-6 0-15,-1-6 7 16,1-15 15-16,0-11-20 16,0-12-4-16,4-9-1 15,0-10-1-15,6-8-3 16,6-4-1-16,2 1-1 0,0 6 3 16,0 5 0-16,-5 9 3 15,0 12 0-15,-4 6-1 16,-1 9 2-16,-1 5-1 15,-1 6 1-15,0 4 0 16,-2 5 1-16,0 0-1 16,1 6 1-16,0 1-3 0,-1 0-1 15,2 0 0-15,0 8 1 16,2 6 1-16,-1 4 1 16,0 3-1-16,1 3 2 15,2 3-1-15,-1 1 0 16,2 1 0-16,0-1-1 0,1-1 1 15,1-2 0-15,0-4-1 16,0-6 2-16,2-6-2 16,2-5 2-16,4-4-2 15,1-5 1-15,4-11 0 16,4-9-2-16,-2-4 0 0,-3-3 0 16,-3 0-2-16,-3 1 1 15,-6 2 3-15,-5 8-1 16,-1 4 0-16,-3 4 1 15,0 6 1-15,0 6 1 16,0 1 4-16,0 7-7 0,0 8 2 16,0 9 1-16,0 3 1 15,0 5-1-15,5 2-1 16,5 0-1-16,4 0 0 16,-1-1-1-16,2-1-5 15,0-6-14-15,0-5-86 16,-1-8-61-16</inkml:trace>
  <inkml:trace contextRef="#ctx0" brushRef="#br0" timeOffset="7267.43">32188 3731 236 0,'0'0'34'0,"0"0"37"15,0 0-4-15,0 0-19 16,0 0-17-16,0 0-22 16,0 0-8-16,0 0 8 0,0 0 2 15,56 58-2-15,-33-30-2 16,3 5-3-16,-3-2-2 16,2-3 0-16,-5-2-2 15,-1-3 0-15,-4-6-21 16,-1-4-15-16,-5-5-27 0,-3-6-73 15,-3-2 29-15</inkml:trace>
  <inkml:trace contextRef="#ctx0" brushRef="#br0" timeOffset="7581.47">32390 3787 244 0,'0'0'9'15,"0"0"50"-15,0 0 4 16,0 0-20-16,0 0 1 16,0 0-13-16,0 0-4 15,0 0-10-15,0 0-12 16,-17-21-4-16,1 35 2 0,-6 6 0 15,-5 4 1-15,-3 3-2 16,-1 6-1-16,0 1-1 16,-1 3-2-16,4 0-3 15,3-3-2-15,6-7-145 0</inkml:trace>
  <inkml:trace contextRef="#ctx0" brushRef="#br0" timeOffset="8000.36">32607 3938 322 0,'0'0'60'0,"0"0"20"0,0 0-67 15,0 0-10-15,0 0 1 16,0 0 1-16,22 55-2 16,-22-30 0-16,-14 6-1 0,-12 4-4 15,-3 2-5-15,-5 0-76 16,0-4-46-16</inkml:trace>
  <inkml:trace contextRef="#ctx0" brushRef="#br0" timeOffset="8791.75">33011 3388 394 0,'0'0'2'0,"0"0"-1"16,0 0-2-16,-2 49 8 15,-2-8 7-15,-3 13 17 16,0 8 1-16,2 6-11 16,-5 0-8-16,0 1-6 0,1-7-4 15,1-7-2-15,-1-9 0 16,0-9 1-16,4-9-1 16,1-9 0-16,1-5 1 15,2-10 0-15,-2-4 2 16,1-3 25-16,0-15 14 0,0-6-42 15,2-9-3-15,-1-11-1 16,1-8 0-16,0-14 0 16,5-5-1-16,2-1-3 15,-1-1 4-15,1 8 3 16,0 10 0-16,-5 12 0 0,0 11 1 16,0 11 0-16,-2 9 2 15,0 3 7-15,0 8-1 16,0 1-7-16,0 1-4 15,1 12 2-15,4 3 1 16,2 5 1-16,0 6-2 0,5 3 1 16,-1-2-1-16,3 0 0 15,-1-5 0-15,0-3 0 16,0-9-2-16,1-6-8 16,1-5-4-16,1-2 1 15,2-15 7-15,-2-7-1 0,2 0-4 16,-6-3 3-16,-1 2 6 15,-4 5 2-15,-4 5 1 16,-3 4 0-16,0 8 1 16,0 3 0-16,0 0-1 15,0 6-4-15,0 9 6 0,1 6 1 16,3 5 0-16,5 4 1 16,0 0-4-16,3 4-1 15,2 0 0-15,-1 0 0 16,2-1 0-16,-3-3-17 15,-1-6-64-15,1-6-86 16,-3-6-108-16</inkml:trace>
  <inkml:trace contextRef="#ctx0" brushRef="#br0" timeOffset="8967.33">33414 3746 306 0,'0'0'7'0,"0"0"3"0,0 0 13 16,46-17-8-16,-34 17-6 0,-1 9 1 15,2 5-3-15,-4 3-2 16,-1 1-5-16,-1-2-54 16,1-5-59-16</inkml:trace>
  <inkml:trace contextRef="#ctx0" brushRef="#br0" timeOffset="9213.51">33601 3777 307 0,'0'0'12'0,"0"0"67"16,0 0-48-16,0 0-3 16,0 0 11-16,0 0-9 0,0 0-17 15,0 0-11-15,-1 2-1 16,-10 15 3-16,-5 6 11 15,-6 4 13-15,-2 5-12 16,-3 2-8-16,1 3-7 16,1 1 1-16,4 0-2 0,6 0-1 15,-1-8-19-15,7-10-134 16</inkml:trace>
  <inkml:trace contextRef="#ctx0" brushRef="#br0" timeOffset="9920.5">32134 2942 175 0,'0'0'36'0,"0"0"21"16,0 0-30-16,0 0 8 0,0 0-8 15,0 0-9-15,0 0-12 16,0 0 0-16,48 3 5 16,-31 16-2-16,1 2-1 15,2 0-3-15,1 1-2 16,-1-1-2-16,-2-4-1 15,-1-1 0-15,-2-2 0 0,-6-4-4 16,-2-2-53-16,-3-5-26 16,-4-3-72-16</inkml:trace>
  <inkml:trace contextRef="#ctx0" brushRef="#br0" timeOffset="10245.29">32333 2955 208 0,'0'0'5'0,"0"0"56"16,0-38-23-16,0 28 9 15,0 4 0-15,0 1-20 16,0 3-2-16,0 2-13 0,0 0-10 15,-1 0-5-15,-4 11 3 16,-6 4 1-16,-2 4-1 16,-3 4 1-16,-3 3-1 15,-2-1 0-15,-1 2 0 16,2 0-1-16,-1-1-2 0,6-2-2 16,-1-4-132-16,5-6-72 15</inkml:trace>
  <inkml:trace contextRef="#ctx0" brushRef="#br0" timeOffset="10569.71">32718 3104 283 0,'0'0'39'0,"0"0"-17"15,0 0-24-15,0 0 0 16,0 0 8-16,0 0 1 15,-24 47 3-15,9-28-6 0,-1 0-3 16,-1 1-1-16,0-1-1 16,4-4-2-16,-1-6-81 15</inkml:trace>
  <inkml:trace contextRef="#ctx0" brushRef="#br0" timeOffset="11087.26">33082 2812 352 0,'0'0'24'0,"0"0"1"16,0 0-25-16,0 0 3 16,38 31 9-16,-30-10 6 15,0 5-6-15,-1-2-6 16,-2 0-4-16,-2-3-1 16,-2-2 0-16,-1-4 0 0,0-3 0 15,-1-4 1-15,-9-5-2 16,-1 0 0-16,-2-3 2 15,-3-3-1-15,-2-8 1 16,0-5-2-16,-1-4 0 16,2-1 0-16,3-3 0 15,3 0 0-15,2 1 2 0,7 2 1 16,2 2-1-16,2 2 2 16,14 2 18-16,11 0-11 15,11 3-8-15,9 0 1 16,6 2 5-16,6 3 0 0,1 4-3 15,-3 2-2-15,-6-1-3 16,-5 2 0-16,-10 0-1 16,-5 0 0-16,-8 0-3 15,-7-7-33-15,-10-7-97 16</inkml:trace>
  <inkml:trace contextRef="#ctx0" brushRef="#br0" timeOffset="11678.22">33354 2948 310 0,'0'0'3'0,"0"0"65"0,34-38-16 15,-20 38-28-15,1 0-18 0,2 11-3 16,3 9 1-16,1 1-1 16,0 2 0-16,-3-2-2 15,-1-1-1-15,-3-6-6 16,-1-4-19-16,-3-4-24 15,0-3-27-15,-5-3 10 16,0-3-11-16,-1-9-101 0</inkml:trace>
  <inkml:trace contextRef="#ctx0" brushRef="#br0" timeOffset="11856.47">33592 2971 108 0,'0'0'65'16,"0"0"4"-16,-3-44-14 16,2 35 16-16,1 5-9 0,0 3-32 15,0 1-22-15,0 0-8 16,0 9 0-16,0 6 3 15,0 5 2-15,0 4 3 16,0 3 0-16,0 1-1 16,-5 2-2-16,-2-2-2 0,-1-1-1 15,-1 0-1-15,-3 0-1 16,4-3 1-16,0-4-2 16,1-1-18-16,2-6-73 15,4-8-90-15</inkml:trace>
  <inkml:trace contextRef="#ctx0" brushRef="#br0" timeOffset="12434.03">33626 2493 202 0,'0'0'55'0,"0"0"-3"16,0-42 21-16,2 28-37 0,7 1-11 16,3-1-13-16,2 5-2 15,4-1-6-15,-1 6-2 16,3 4-2-16,-2 0-1 15,1 1 1-15,-3 12-2 16,-7 0 1-16,-1 5 1 0,-6 2-1 16,-2 3 1-16,-1-2 0 15,-8-1 0-15,0-4 0 16,-3 1 0-16,3-6 1 16,3-2-1-16,2-4 1 15,4 1-1-15,0-5 2 0,10 0-2 16,13-1 1-16,7 0 0 15,10 0 0-15,-16-2 0 16,-24-9-8-16,0-8 7 16,0-4 0-16,0-5 0 15,0-2-174-15</inkml:trace>
  <inkml:trace contextRef="#ctx0" brushRef="#br0" timeOffset="39871.48">30709 5536 135 0,'4'2'17'0,"0"-1"-6"0,-3 1 5 0,2-2 5 15,-2 2 58-15,0-1-27 16,0-1-24-16,-1 0-18 16,0 0-7-16,0 0 1 15,1 0 12-15,-1 0 10 16,0 0-5-16,0 0-4 16,0 0-3-16,0 0-4 0,0 0-4 15,1-3 0-15,0 0 1 16,0-1 3-16,2-1-3 15,-3-1 0-15,0-1 0 16,1-2-1-16,-1-1 1 16,0-1-1-16,0-2-1 0,0 0 2 15,-1 0-3-15,-5-2 1 16,0 3 0-16,0-3 0 16,-2 4-2-16,-1 1 0 15,-1 0 0-15,-1 1-2 16,-1 1 0-16,-2 3 2 0,-2 3-3 15,-2 0 1-15,-1 1-2 16,2 1 2-16,-5 0-2 16,4 0 2-16,-5 3-1 15,3 1 0-15,-3 6 1 16,2-2-2-16,-3 5 2 0,1 1-1 16,0 3-1-16,2 2 1 15,0 1 0-15,2 2 0 16,3 0 1-16,2 2-2 15,1-1 2-15,4-2-1 16,3 2-1-16,0-3 2 0,4-2-1 16,1-1 0-16,1-3-1 15,1 0 2-15,9-5-1 16,5-2 0-16,7-3 1 16,4-2 0-16,7-2-1 15,3 0 1-15,1 0 0 16,0 0-1-16,-2 0 0 0,-4 0 0 15,-7 0 0-15,-3 8 0 16,-2 4 0-16,-4 2-1 16,0 4 1-16,-6 2 0 15,0 6 0-15,-5 5 0 0,-4 5-1 16,0 3 1-16,0 4 0 16,-8-1 1-16,-1-3-2 15,-2-1 2-15,-1-5-1 16,1-6 0-16,-2-3 0 15,1-4 1-15,-3-2-2 0,0-5 3 16,-3 0-1-16,-1-4 0 16,-5-4 2-16,-5 1 1 15,-1-5 1-15,-9-1 1 16,0 0 0-16,-3-3 0 16,0-7-2-16,-1-5-1 15,0-5 1-15,-2-3 0 0,3-4-1 16,6-2-1-16,1-1 0 15,7 0 1-15,6 0-1 16,7 3-1-16,2 4 1 16,5 3-1-16,3 6-2 15,2 5 3-15,1 5-2 0,2 4-1 16,0 0 0-16,0 4-2 16,0 8 1-16,4 8-2 15,2 0-54-15,0-2-28 16,0-5-140-16</inkml:trace>
  <inkml:trace contextRef="#ctx0" brushRef="#br0" timeOffset="41949.98">27454 2252 431 0,'-9'0'7'0,"1"0"-1"16,4 7-13-16,4 20 6 0,0 14 0 15,2 15 1-15,4 16 2 16,-1 12-2-16,0 11 2 16,1 10 0-16,-3 2-1 15,1-2-1-15,2-1 1 16,0-4-1-16,2-9 1 0,1-9 0 15,-1-9-1-15,1-7 0 16,-4-10 0-16,0-13 1 16,-3-11-1-16,0-9 0 15,-2-10-2-15,0-13-101 16,-8-13-9-16</inkml:trace>
  <inkml:trace contextRef="#ctx0" brushRef="#br0" timeOffset="42369.99">27331 2650 297 0,'0'0'5'0,"8"-65"16"0,2 39 26 15,6 6-15-15,4 6-17 16,2 5-11-16,5 9-2 16,2 0-2-16,1 9 0 15,1 8 0-15,-4 4 0 16,-3 2 0-16,-3 1 0 0,-3 0 0 16,-5-1-2-16,-4-2 2 15,-4-1 0-15,-5-2 0 16,0-3 0-16,-8 2-1 15,-7-2-1-15,-5-1 2 16,2 2 0-16,-6-3 0 0,3-2 7 16,4 2-7-16,3-4 0 15,7-2-1-15,1-2-6 16,6-2-14-16,3-3-45 16,15-1 12-16,3-16-56 15</inkml:trace>
  <inkml:trace contextRef="#ctx0" brushRef="#br0" timeOffset="42762.53">27889 2577 372 0,'0'0'11'16,"0"0"13"-16,0 0-4 15,-41-7-18-15,31 19-2 16,1 5 0-16,0 3 0 15,4 2 0-15,4-1 0 0,1 0-2 16,0-3 2-16,6 0 2 16,6-5-2-16,2-6 0 15,2-3 0-15,0-4 3 16,3 0-1-16,-3-7-1 16,0-7 0-16,-1-7 1 0,-3-2-1 15,-2-5-1-15,-8-5 0 16,-2 3 0-16,0 2 0 15,-12 1 2-15,-3 8-2 16,-2 5 0-16,-4 6-3 16,1 5 6-16,-3 3-3 0,4 0 1 15,-1 6-2-15,5 6-1 16,5 1-2-16,4 3-2 16,6-2-4-16,7-3-9 15,11-4-79-15,8-7-4 16</inkml:trace>
  <inkml:trace contextRef="#ctx0" brushRef="#br0" timeOffset="42967.08">28110 2445 351 0,'0'0'8'0,"0"0"-8"0,2 51-3 15,3-11 6-15,-1 10-1 16,4 12 3-16,0 9 5 15,2 10 0-15,1 2-4 16,1 3-2-16,-2-2-4 16,-2-3 0-16,-3-6 0 0,-1-9 1 15,-4-11-1-15,0-11-1 16,0-13-4-16,0-18-114 16,-3-13-153-16</inkml:trace>
  <inkml:trace contextRef="#ctx0" brushRef="#br0" timeOffset="43358.64">28189 2606 291 0,'0'0'4'0,"-6"-49"3"15,6 31 3-15,0 2 14 16,5 6 18-16,7 2-24 0,2 2-7 16,3 5-7-16,2 1-1 15,2 4-3-15,-1 10 0 16,-2 0 0-16,-1 5 0 16,-5 2 0-16,1-1 0 15,-8 0 0-15,-1 0 0 16,-2-5-1-16,-2 0 0 0,0-4 0 15,-3-1 0-15,-5 0 0 16,-4-3-4-16,0-1 2 16,-2-1 4-16,1-2-2 15,1 3-3-15,2-3-1 0,3 1 0 16,4-1-4-16,1-3-12 16,2 3-41-16,0-3-9 15,9 0-71-15</inkml:trace>
  <inkml:trace contextRef="#ctx0" brushRef="#br0" timeOffset="43762.61">28531 2563 363 0,'0'0'5'16,"0"0"-4"-16,0 0-5 15,0 0 3-15,0 0 1 16,0 0 0-16,-4 47 0 16,12-31 0-16,1-2 0 15,3-1 1-15,2-2-2 0,-1-5 1 16,4-5-1-16,-2-1 1 16,1 0-2-16,-4-4 0 15,-2-6-2-15,-1 1 2 16,-3 2 3-16,-5 0 0 15,1 3 3-15,-2-1 5 0,0 3 8 16,0 0 4-16,0 2-13 16,0 0-5-16,1 0-4 15,3 3 1-15,1 4 0 16,0 0 0-16,2 1 0 16,1-3 0-16,2 1-1 0,3-3-2 15,1-3-33-15,0-5-97 16</inkml:trace>
  <inkml:trace contextRef="#ctx0" brushRef="#br0" timeOffset="43956.31">28821 2324 427 0,'0'0'0'0,"0"0"14"16,0 0-8-16,0 0-7 0,0 0 1 15,0 0 0-15,-17 53 0 16,18-23 0-16,6 1 0 16,2 4 0-16,3 1-1 15,2-2-1-15,0-4-17 16,2-5-107-16,0-10-6 0</inkml:trace>
  <inkml:trace contextRef="#ctx0" brushRef="#br0" timeOffset="44404">29142 2496 403 0,'0'0'3'16,"-12"-39"12"-16,5 20 26 15,-3 6-21-15,3 5-7 16,-3 1 2-16,-3 5-3 0,2 2-2 15,0 0-6-15,0 13-4 16,0 4 0-16,2 4-1 16,2 2 1-16,3 3-1 15,2-1 0-15,2-2 1 0,0-2-1 16,8-5 0-16,4-8-2 16,1-6-2-16,4-2-1 15,-1-5-15-15,1-11 3 16,-2-3 15-16,-1 1 3 15,-5-1 0-15,-2 1 0 0,-2 2 1 16,-3 2 1-16,-1 4 2 16,-1 2 1-16,0 2 0 15,0 3 2-15,0 3 1 16,0 0-7-16,1 0-2 16,2 7 1-16,2 4 0 15,0 2 0-15,5 3 0 0,3-2-1 16,1 1-1-16,2 0-3 15,2-8-49-15,-1-7-93 16,0 0-9-16</inkml:trace>
  <inkml:trace contextRef="#ctx0" brushRef="#br0" timeOffset="44829.34">29327 2150 488 0,'0'0'3'0,"0"0"3"0,0 0-7 16,0 0-3-16,-17 38 3 15,21-11 2-15,6 7-1 16,1-1 1-16,3 2 1 16,0-2-2-16,2-2 0 0,-4-5 0 15,0-2 0-15,-2-7 0 16,0-8 0-16,-3-4 0 15,1-3 1-15,0-2 0 16,2-6 2-16,3-8 0 16,-2-5 0-16,4-3-1 0,-2-1-2 15,0-1 1-15,-1 4-1 16,-2 3 1-16,-1 4 0 16,-1 3 1-16,-5 7 1 15,1 2 1-15,0 1-2 16,1 0-2-16,2 7 0 0,0 7 0 15,2 5 0-15,1 2-1 16,2 3 1-16,1 3-1 16,1 3-2-16,-1-5-4 15,3-7-156-15,-3-10-108 16</inkml:trace>
  <inkml:trace contextRef="#ctx0" brushRef="#br0" timeOffset="44998.59">29603 2185 517 0,'0'0'3'0,"-18"-52"0"0,18 40-2 0,0 10-6 0,9 2-25 0,9 0-98 0,2 1 3 0</inkml:trace>
  <inkml:trace contextRef="#ctx0" brushRef="#br0" timeOffset="45579.22">29846 2257 434 0,'0'0'8'0,"0"0"-4"16,-45 25-4-16,32-8 0 15,2 0 0-15,5 3 1 16,3-2-4-16,3 1 2 0,0-3 0 16,0-1-2-16,7-5 3 15,3-3 3-15,3-7-2 16,-2 0 1-16,1-3-1 16,-4-11-1-16,-2-2-8 15,-6-2-58-15,0 0 9 16,-4-4 13-16,-6 1 40 0,-3-1 5 15,2-1 1-15,1 0 5 16,4-3 2-16,2 5 27 16,2-2 7-16,2 6-9 15,0 3-15-15,0 4-4 0,9 3-9 16,4 5-3-16,4 2-2 16,4 0 0-16,4 12-1 15,0 6 0-15,1 2 0 16,0 3-1-16,-2 2 1 15,-2-1 0-15,-3-2 0 16,-3-2-1-16,-4-3 1 0,-2-4 0 16,-2-4 0-16,-4-3 0 15,0-6 0-15,-3 0 1 16,1-3 4-16,2-9-1 16,2-7-3-16,3-5 0 15,1-4-1-15,3-2 0 0,-1 3 0 16,0 4 1-16,-3 7 4 15,2 9 64-15,1 7-60 16,4 8-10-16,5 14-1 16,6 5 2-16,3 10 0 0,3 4 0 15,1 2 0-15,0-13-3 16,-3-12-230-16</inkml:trace>
  <inkml:trace contextRef="#ctx0" brushRef="#br0" timeOffset="46907.4">27379 5152 257 0,'0'0'7'0,"0"0"-2"0,-65-18 16 15,34 18-3-15,-7 5-8 16,-6 11-3-16,-4 5 2 16,-2 6 6-16,-1-1-1 15,5 4-5-15,4-3 1 16,6-2-2-16,11-2-4 0,8-3-1 15,10 0-1-15,7-2-1 16,12-1-1-16,15-1 1 16,11-2 0-16,10 2 3 15,7-1-2-15,2 1-1 16,0 0 0-16,-5 2 0 0,-10 3-1 16,-6 2 1-16,-11 1-1 15,-6 3 1-15,-14-1 1 16,-5 1-1-16,-2-2 0 15,-17-1 3-15,-6-1 2 16,-9-1 16-16,-6-3-2 0,-7 0-7 16,-5-1-5-16,-5-2-3 15,0-2-3-15,5-3-1 16,7-4 0-16,10-5-1 16,12-2 0-16,14-1 2 15,9-13-2-15,24-4-16 0,17-7-71 16,10-6-33-16,13-7-81 15</inkml:trace>
  <inkml:trace contextRef="#ctx0" brushRef="#br0" timeOffset="47394.46">27775 5420 215 0,'0'0'14'0,"0"0"-6"0,7-45 22 0,-12 31 18 15,-11 3 3-15,-4 1-2 16,-3 4-7-16,-6 3-12 0,-4 3-9 16,1 1-8-16,2 11-2 15,2 3-7-15,6 4 0 16,5 2-2-16,8 2-3 16,4 4 0-16,5-1 2 0,0-1-2 15,13 1 1-15,3-4 0 16,6-5-1-16,2-5 0 15,2-8 1-15,-1-4 0 16,-2 0 0-16,-6-7 0 16,-3-6 0-16,-8-4 0 0,-2-1 0 15,-4-3-1-15,-4 0 1 16,-4 0-1-16,-6 0 2 16,-1 0-1-16,2 2 0 15,-1 2 1-15,3 2 0 16,3 3 1-16,5 4 1 15,3 6 4-15,1 2-2 0,12 0-3 16,3 6-2-16,6 7 0 16,5 2 0-16,1 2 1 15,0 0-2-15,0-1 2 16,-2 1-2-16,0-3-1 16,-7 0 2-16,2-5-2 0,-6 0-1 15,-1-4-40-15,-5-5-38 16,-5 0-62-16,-4-8-51 15</inkml:trace>
  <inkml:trace contextRef="#ctx0" brushRef="#br0" timeOffset="48004.12">27872 5331 306 0,'0'0'4'0,"0"0"16"16,0 0 11-16,0 0-21 15,0 0-6-15,0 0 0 16,45-14 2-16,-25 26 2 0,-4 0-3 15,0 2-3-15,1 2-1 16,-3-2 0-16,-2 0-1 16,-3-2 1-16,-4-2-1 15,0-2 0-15,-3-5 0 16,-2-3 1-16,0 0 1 0,0-3 4 16,-2-11-4-16,-4-5-1 15,1-2 0-15,0 0-1 16,3 2 1-16,2 1 1 15,0 4 5-15,1 3 4 16,10 5-3-16,3 0-5 16,7 5-1-16,0 1 0 0,4 0 0 15,3 2-2-15,-3 4 1 16,1 4 0-16,-4-1 0 16,-1 0 0-16,-7 0-1 15,-2-2 0-15,0-1 0 16,-9-1 0-16,1 0 0 0,-3-4 0 15,-1-1 0-15,0 0 4 16,-5 0-1-16,-7-7-2 16,-3-2 0-16,1-3 0 15,-2-1 0-15,3-3-1 16,2 1 2-16,6-1 4 0,5 3 18 16,0-2-13-16,6 3-8 15,9 3-1-15,2 2-1 16,5 2 0-16,3 1-1 15,-1 4 1-15,-1 0-1 16,2 0 0-16,-1 0 0 0,-4 7 0 16,-3 0 0-16,2 4 0 15,-6-2 0-15,1 0-2 16,-4-1 0-16,-2-4-5 16,1-4-55-16,-6 0-10 15,-1-1 0-15,-2-12-6 0,0-3-36 16</inkml:trace>
  <inkml:trace contextRef="#ctx0" brushRef="#br0" timeOffset="48470.49">28458 5110 137 0,'0'0'65'0,"0"0"-15"0,-14-43 9 15,13 40 6-15,1 3-22 0,0 3-36 16,7 14-6-16,7 10 5 16,4 11 4-16,5 8 10 15,1 6 6-15,0 7-20 16,2 3-4-16,-2-1 0 15,-2-4-1-15,-4-7-1 16,-3-11 0-16,-5-10 1 0,-5-8-1 16,-2-12 2-16,-3-5-1 15,0-4 3-15,-7-7 4 16,-6-13-5-16,-4-5-2 16,-6-11 0-16,-1-4-1 15,-1-10 1-15,-1-6-1 0,4-3 0 16,5-2 0-16,3 3 0 15,7 5 0-15,7 8 0 16,0 8 0-16,7 10 1 16,11 10-1-16,5 6 0 0,4 6-1 15,5 5 1-15,2 0-1 16,0 12 1-16,-4 2-1 16,-5 5 1-16,-6 2 0 15,-6-1 0-15,-6 1-1 16,-6 0 1-16,-1-2-1 15,-7-2-1-15,-9-3-1 0,-4-2-9 16,-6-4-31-16,-3-5-4 16,-3-3-3-16,1 0 9 15,2-3 9-15,7-6 9 16,6-6 15-16,10 2-1 16,6-4-24-16,8-3-34 0</inkml:trace>
  <inkml:trace contextRef="#ctx0" brushRef="#br0" timeOffset="48725.92">28770 4827 149 0,'0'0'66'0,"0"0"-12"0,0 0 9 0,-1-40 12 0,1 40-30 15,0 6-40-15,0 12 0 0,6 7 0 16,4 7 4-16,3 2 1 15,5 0-3-15,1 2-3 16,1-3-3-16,1-4-1 16,-3-3 1-16,-1-5-1 15,-3-4 0-15,-4-4-2 16,-2-6-9-16,-6-4-74 0,-2-3-64 16</inkml:trace>
  <inkml:trace contextRef="#ctx0" brushRef="#br0" timeOffset="49118.16">29071 5029 279 0,'0'0'4'0,"0"0"10"16,0 0 29-16,44-16 28 15,-28 8-19-15,1 0-28 16,1-1-11-16,1 0-5 0,-2 0-6 15,-1-1-1-15,-2 2-1 16,-1-5 1-16,-6 0 1 16,0 1-2-16,-4 0 1 15,-3-2 0-15,0 4 0 16,-12 0 2-16,-7 2 3 0,-4 3 4 16,-3 2-4-16,0 3 2 15,1 0 3-15,1 11 3 16,6 5-4-16,4 5-5 15,5 4 0-15,5 3-2 16,4 1 1-16,1-2-1 16,15-4 0-16,9-2-1 0,9-7 1 15,9-3 0-15,7-7-1 16,7-4-1-16,2 0-1 16,-4-12-7-16,-6-17-172 15</inkml:trace>
  <inkml:trace contextRef="#ctx0" brushRef="#br0" timeOffset="53967.46">31606 5341 195 0,'-5'0'53'0,"3"0"-4"16,2 0-25-16,0-4 18 15,0 1-4-15,7-7-10 0,10 2-1 16,3-5-9-16,8-4-9 16,4-2-4-16,6-5-3 15,2-3 1-15,-1-7 1 16,-1 1 3-16,-1-5 3 15,-8 1-5-15,-6-1-3 16,-7 1-1-16,-8 4 0 0,-8 2-3 16,0 7-2-16,-14 6 2 15,-7 7 2-15,-6 10 0 16,-2 1-1-16,0 12 0 16,2 9 1-16,3 2-1 15,8 3-1-15,8 4 0 0,7 0 1 16,2 0 2-16,14-2-1 15,9 2 1-15,3 0-1 16,4-1 1-16,-2-4 0 16,-2 0-1-16,-2-3 1 15,-7-4-1-15,-1-1 0 0,-8-3 1 16,-2-5-1-16,-5 1 1 16,-2-4-1-16,-1-2 1 15,-12-1 1-15,-4-2 0 16,-6 3-1-16,-6-1 0 15,-4 0 1-15,-3 0-4 0,1 2 4 16,1 3-2-16,3-1-1 16,2 3-1-16,5-2 1 15,8 2-6-15,3 0-48 16,9-5-67-16,4-3-79 0</inkml:trace>
  <inkml:trace contextRef="#ctx0" brushRef="#br0" timeOffset="54654.36">32204 5330 177 0,'0'0'14'0,"0"0"38"0,0 0-23 0,0 0 6 16,0 0 0-16,0 0 1 15,0 0-2-15,0 0-14 16,0 0-15-16,0 0-3 0,0 0 4 16,0 0 11-16,49 15 3 15,-26 5-6-15,4 2-7 16,-1 2-3-16,0 1-3 16,-3-2 0-16,0 0 0 15,-6-2-1-15,-3-4-1 0,-5-3-5 16,-4-4-20-16,-5-4-22 15,0-2-27-15,-5-4-42 16,-8 0-70-16</inkml:trace>
  <inkml:trace contextRef="#ctx0" brushRef="#br0" timeOffset="54891.68">32376 5350 219 0,'0'0'72'16,"0"0"3"-16,0 0-37 0,0 0-23 16,0 0 19-16,0 0 8 15,-19 39-17-15,7-15-13 16,-4 2-8-16,-2 5-2 16,-3 1-2-16,2 0 0 15,-3-2-3-15,1-6-74 0,3-9-214 16</inkml:trace>
  <inkml:trace contextRef="#ctx0" brushRef="#br0" timeOffset="55406.21">32337 4739 168 0,'0'0'12'0,"0"0"48"0,8-41-26 16,-3 31-9-16,4 3 6 16,0 4-15-16,1 3-10 15,5 0-4-15,-2 4-1 16,0 9 0-16,-1 4-1 0,-4 2 1 15,-4 3-1-15,-4 2 2 16,0-1-2-16,-7 1 0 16,-8-1 1-16,-3-6-1 15,1 3 0-15,1-6-1 0,3-7 2 16,4 0 0-16,8-3 1 16,1-4 0-16,16 0 3 15,8 0-4-15,9 0-1 16,10 0 1-16,7 0-1 15,0-2-2-15,-1-1-98 16</inkml:trace>
  <inkml:trace contextRef="#ctx0" brushRef="#br0" timeOffset="56169.68">33397 5056 165 0,'0'0'50'0,"0"0"-1"0,16-39-7 0,-15 28 0 16,-1 1-7-16,0 0-7 0,0 0-8 15,-4 4-12-15,-6 2-3 16,-4 1-2-16,-5 2-2 16,-2 1 1-16,-2 0-2 15,-2 4 1-15,2 5 0 16,3 2-1-16,2 3 1 16,10 2-1-16,7 2 0 0,1 1 0 15,16 2 1-15,12 0-1 16,6 4 1-16,5 0-1 15,2-2 1-15,-5 1-1 16,-2 0 1-16,-7-1 0 16,-6-2 1-16,-7-4 0 15,-4 0-1-15,-7-4 0 0,-3-3 0 16,-3 0 1-16,-13-6-1 16,-5 2 0-16,-1-2 1 15,-6-2-2-15,-5 0 0 16,1-2 0-16,0 0 0 0,5 0-1 15,1 0-4-15,5-4-8 16,8-6-37-16,7-1-29 16,6-6-38-16</inkml:trace>
  <inkml:trace contextRef="#ctx0" brushRef="#br0" timeOffset="56376.28">33478 4977 322 0,'0'0'-4'0,"0"0"54"0,0 0-41 0,-27 37 1 16,8-4 7-16,-6 5 25 15,-4 8-23-15,-4 5-12 16,-8 3-5-16,-2-1-1 16,-4-1-1-16,3-9-2 15,2-7-101-15,4-14-142 0</inkml:trace>
  <inkml:trace contextRef="#ctx0" brushRef="#br0" timeOffset="56861.34">33678 5388 304 0,'0'0'11'16,"0"0"77"-16,0 0-46 16,0 0-25-16,0 0-13 0,0 0 0 15,0 0 2-15,0 0-1 16,35 40-4-16,-28-23 0 15,2 0 0-15,-1-2-1 16,4-3 1-16,0-4-1 16,2-2-1-16,-1-6-1 0,2 0 0 15,-2-4 0-15,1-7 2 16,-4-1 0-16,-3 1 2 16,0-1-2-16,-3 4 1 15,-3 2 2-15,-1 3 28 16,0 3 3-16,-4 0-27 15,-6 13-2-15,-3 8-4 0,-7 6 2 16,-2 6 0-16,-1 5 0 16,1 4-2-16,-3 2 0 15,2-2-2-15,4-2-1 16,2-6-59-16,4-10-39 16,-2-8-164-16</inkml:trace>
  <inkml:trace contextRef="#ctx0" brushRef="#br0" timeOffset="57377.31">33601 4635 195 0,'0'0'30'0,"9"-40"47"16,1 19-28-16,3 3-7 0,5 2-16 16,5 6-14-16,0 5-5 15,0 5-4-15,-1 5-1 16,-5 9-1-16,-5 6 0 16,-7 0-1-16,-5 2 0 15,0-1 0-15,-14-3 1 16,-3 1 0-16,-1-2-1 15,0-5-1-15,2-3 4 0,5-2-2 16,3-3 1-16,5-1-1 16,3-3 0-16,17 0 0 15,10 0 0-15,10 0 0 16,12 0-1-16,1 0 0 0,-34-5-28 16,-16-8 28-16,0-4 0 15,0-5 0-15,0-6-319 16</inkml:trace>
  <inkml:trace contextRef="#ctx0" brushRef="#br0" timeOffset="59378.29">31619 6189 160 0,'0'0'40'0,"0"0"-12"0,1 3-25 15,4 5-3-15,1 5 5 16,4 4 2-16,8 3 6 0,3 7 16 15,3 0 13-15,6 3-21 16,0 1-9-16,-3-4-5 16,0 1-5-16,-4-5 0 15,-3-3-1-15,-7-3 1 16,-3-4-2-16,-2-3 1 0,-6-3-6 16,-2-3-87-16,0-4-52 15</inkml:trace>
  <inkml:trace contextRef="#ctx0" brushRef="#br0" timeOffset="59622.74">31876 6190 225 0,'0'0'12'0,"0"0"37"16,0 0 4-16,0 0-18 0,0 0-19 15,0 0 20-15,0 0 4 16,-51 53-20-16,32-23-10 16,-3 3-6-16,0 2-3 15,0-1 1-15,-3-1-2 16,1-5 1-16,1-1-2 0,1-5-1 16,2-4-3-16,1-6-10 15,5-3-72-15,4-5-49 16,-4-4-96-16</inkml:trace>
  <inkml:trace contextRef="#ctx0" brushRef="#br0" timeOffset="59967.51">31437 6026 293 0,'0'0'-8'0,"0"0"18"15,0 0 11-15,0 0 7 0,-17-40-7 16,28 34-3-16,7-1-5 16,8 2-7-16,10 0 0 15,9 2-3-15,4 2 2 16,5-1-2-16,1 2-1 15,-3 0 0-15,-6 3-4 0,-6 3 4 16,-8 5-2-16,-7 0-2 16,-6 1-1-16,-6-2-5 15,-5-3-78-15,-6-7-147 16</inkml:trace>
  <inkml:trace contextRef="#ctx0" brushRef="#br0" timeOffset="60981.81">32151 6541 116 0,'0'0'16'0,"0"0"29"0,0 0-7 16,0 0-6-16,0 0 3 16,0 0 3-16,0 0-19 15,0 0-11-15,0 0-2 16,0 0 2-16,0 0-2 0,-2-7 1 16,4 11-1-16,0-2-3 15,-1-2 0-15,0 1 4 16,-1-1 2-16,0 0 25 15,0 0-22-15,0 0-8 0,0-3-1 16,0-2-2-16,0 0 0 16,0 1-1-16,0 1 1 15,0 0 1-15,0 2-2 16,0-2 0-16,0 0 2 16,0 2-2-16,0 1 0 15,0-1 1-15,0-1 0 0,0 2 1 16,0 0 0-16,0 0 1 15,0-1 2-15,0 1 4 16,0-2 2-16,0 2 0 16,0-1-6-16,0 0-2 15,0-1-1-15,0 2 0 0,0 0-1 16,0 0 1-16,0-1-2 16,0-1 1-16,0 2-1 15,0 0 1-15,0 0-2 16,0-1 2-16,0 1-1 15,0-2 0-15,0 2 0 0,0 0 0 16,0 0 0-16,0 0 0 16,0 0 1-16,0-1-1 15,0 1 0-15,0 0 0 16,0 0 0-16,4 1 0 16,8 9 1-16,1 3 1 15,6 4 9-15,2 3 11 0,4 4-11 16,1 4-6-16,1 1-3 15,-2-1 0-15,-5-2-1 16,0-2 0-16,-7-4 0 16,-2-6-1-16,-3-2 1 0,-4-4-1 15,-3-5-1-15,-1-1-2 16,0-2-24-16,-7 0 1 16,-4-1-40-16,-2-10-48 15,0-3-36-15</inkml:trace>
  <inkml:trace contextRef="#ctx0" brushRef="#br0" timeOffset="61199.67">32341 6510 196 0,'0'0'59'0,"0"0"-3"0,0 0-2 0,0 0-25 15,0 0-4-15,0 0 8 16,0 0-12-16,-47 36-11 15,33-12-7-15,-2 4-2 16,-1 3 0-16,1 4-1 16,-6 0-2-16,1-7-21 0,2-4-208 15</inkml:trace>
  <inkml:trace contextRef="#ctx0" brushRef="#br0" timeOffset="61709.69">32973 6122 172 0,'0'0'41'0,"0"0"15"0,0 0-5 0,41-4-14 0,-23 13-2 16,5 6 0-16,2 4-6 16,5 5-9-16,2 1-9 15,0 1-6-15,2 2-2 16,-1-1-2-16,-2-1 0 15,-5-3-1-15,-5-3 0 0,-4-5 1 16,-6-2-2-16,-4-4-4 16,-6-4-32-16,-1-5-28 15,0 0-72-15,-8-3-85 16</inkml:trace>
  <inkml:trace contextRef="#ctx0" brushRef="#br0" timeOffset="61945.45">33343 6142 251 0,'0'0'21'15,"0"0"38"-15,0 0-14 16,0 0-29-16,0 0 12 16,-47 14 19-16,28 5-24 15,-3 2-10-15,-1 5-5 16,-1-1-4-16,-3 5-4 0,3-1 1 15,-1 0 0-15,1-3-2 16,3-3-1-16,3-5-2 16,-4-4-75-16,7-8-100 15</inkml:trace>
  <inkml:trace contextRef="#ctx0" brushRef="#br0" timeOffset="62219.66">32911 5977 242 0,'0'0'27'0,"0"0"-17"0,0 0 22 15,11-45 16-15,16 38-29 16,14 2 6-16,14 1-4 16,13-1-14-16,11 2-6 15,1 2 0-15,-1 1 0 16,-10 0-2-16,-13 0 0 0,-16 0-17 16,-19-4-244-16</inkml:trace>
  <inkml:trace contextRef="#ctx0" brushRef="#br0" timeOffset="62692.62">33614 6488 60 0,'0'0'61'0,"0"0"-6"0,0 0 7 0,0 0-2 16,-16-45 8-16,16 42-13 16,0 2-11-16,0 1-20 0,8 2-24 15,3 13 3-15,3 1 0 16,3 5-1-16,1 6-1 15,2 0 0-15,-2 1-1 16,0-3-17-16,-1-7-74 16,-3-2-59-16,-4-9-42 0</inkml:trace>
  <inkml:trace contextRef="#ctx0" brushRef="#br0" timeOffset="62911.46">33849 6467 141 0,'0'0'114'0,"0"0"-47"16,0 0 3-16,0 0-29 15,0 0-31-15,0 0 14 16,0 0 28-16,-29 71 2 16,11-24-24-16,-2 10-9 0,-2 4-12 15,2 3-6-15,2-4-2 16,0-5-1-16,3-8-1 15,1-12-40-15,3-13-106 16</inkml:trace>
  <inkml:trace contextRef="#ctx0" brushRef="#br0" timeOffset="66437.55">30392 6497 159 0,'0'0'47'0,"0"0"-26"0,0 0-16 0,0 0-2 0,-40 34 3 16,26-4 4-16,0 11 5 16,-1 13 4-16,1 7 16 15,-1 10-2-15,2 9-10 16,-2 11-5-16,3 1-6 0,1-1-5 16,-1 1-3-16,3-1-2 15,-3-5-1-15,3-11 0 16,-1-8-1-16,-2-9 0 15,2-11 2-15,-1-12-1 16,0-11-1-16,3-7 1 16,-1-8 0-16,0-9-11 0,0 0-83 15,-2-10-69-15</inkml:trace>
  <inkml:trace contextRef="#ctx0" brushRef="#br0" timeOffset="66795.58">29884 7615 304 0,'0'0'8'0,"0"0"4"16,0 0-10-16,0 0 9 15,30 44 1-15,-10-24 2 16,2 4 0-16,2 2-1 15,2 2-6-15,0-1-3 16,-1-1-3-16,-3-4 0 0,-1-5 2 16,-2-4-2-16,1-9 2 15,-3-4 3-15,2 0 32 16,-2-13-18-16,1-5-5 16,0-5-1-16,0-1-4 15,2-4-5-15,-2 1-4 0,3-2-1 16,-1 5 0-16,-4 0-6 15,-3 3-82-15,-7-2-221 16</inkml:trace>
  <inkml:trace contextRef="#ctx0" brushRef="#br0" timeOffset="67483.6">28199 8804 196 0,'0'0'5'0,"-47"-39"11"16,16 22 20-16,-3 6 6 0,-3 5 20 15,-4 6-27-15,1 2-11 16,1 13-13-16,4 6-7 15,4 2-2-15,8 4-2 16,10-3 1-16,5 2-1 16,8-3 1-16,21-1 0 0,10 1 0 15,10 0 0-15,8 1 0 16,1 3 1-16,-5 2-2 16,-8 2 2-16,-9 3-1 15,-11-1-1-15,-13-1 1 16,-4-1-1-16,-13-1 1 0,-8-4 1 15,-6-4 1-15,-4-2-1 16,0-7-1-16,-6-3 1 16,0-6-1-16,1-2 0 15,0-2 3-15,4-6-4 16,5-8 0-16,13-2 0 0,5-5-4 16,9-3-4-16,22-2-79 15,5-2-36-15</inkml:trace>
  <inkml:trace contextRef="#ctx0" brushRef="#br0" timeOffset="67966.96">28431 9018 252 0,'0'0'10'15,"0"0"40"-15,0 0 2 0,0 0-14 16,-37-38 4-16,15 35 1 15,1 3-13-15,-5 0-12 16,3 10-8-16,3 3-7 16,6 5 0-16,0 3-4 15,4 2 1-15,5 3 0 0,2-1 0 16,3 1 2-16,0-3 0 16,5-5-3-16,3-4 1 15,5-5 0-15,0-8 0 16,1-1 2-16,-1-4-2 0,1-12 1 15,-1-2-1 1,-3-3 0-16,-3 1-1 0,-1-2 1 16,-4 1 1-16,-2 3-1 15,0 3 2-15,0 1-2 16,0 4 1-16,-2 3 1 16,2 4 1-16,0 3 0 0,0 0-4 15,8 10 1-15,3 5 0 16,5 2 1-16,3 1-1 15,0-1 0-15,3-1-1 16,-5-2 1-16,4-3-10 16,-2-2-40-16,-3-5-30 0,-3-4-41 15,-2 0 28-15,-4-4-83 16</inkml:trace>
  <inkml:trace contextRef="#ctx0" brushRef="#br0" timeOffset="68496.47">28560 9033 188 0,'0'0'41'0,"0"0"27"0,-8-40 6 0,8 35-22 16,0 5-33-16,4 0-16 16,6 2-1-16,2 8 2 15,0 1-1-15,4 5-2 16,-5-1 1-16,2 3-2 16,-4-2 1-16,-3 0-1 0,-1-3 2 15,-2-5-2-15,-3 0 2 16,0-4-2-16,0-4-2 15,0 0 5-15,-1-6-1 16,-5-7-1-16,2-4-2 16,1-3 2-16,0 0 0 0,3 2-1 15,0 2 2-15,0 5 5 16,7 5 12-16,5 6-16 16,4 0-4-16,2 3 2 15,2 7 0-15,1 4 1 16,-1-1 0-16,-3 0-1 0,-1-2 1 15,-5 2-2-15,-1-6 0 16,-4 3 0-16,-2-7 0 16,0 1 0-16,-4-4 0 15,0 0 2-15,0 0 2 16,-9-4-3-16,0-7 0 0,1-4-1 16,1-3 1-16,3-2-1 15,1 0 1-15,3 2-1 16,4 4 1-16,7 5-1 15,4 6 1-15,3 3-2 16,3 0 1-16,0 10 0 0,3 6 0 16,2-1 0-16,-1 2 0 15,-5 0 0-15,0-3-2 16,-5-2-24-16,-3-5-42 16,-9-5-61-16,-1-2-42 15</inkml:trace>
  <inkml:trace contextRef="#ctx0" brushRef="#br0" timeOffset="68953.32">29004 8934 258 0,'0'0'25'0,"0"0"55"15,0 0-23-15,0 0-32 0,0 0-21 16,0 0 5-16,0 0 14 16,56 59 0-16,-34-21-7 15,0 3-7-15,1 3-6 16,-2 3-1-16,-5-3-1 15,-4-5 0-15,-3-7 0 16,-4-8 0-16,-3-7-1 0,-2-10 1 16,0-7 2-16,-3-2 5 15,-8-14-6-15,0-7-2 16,-3-7 1-16,-1-7-2 16,4-5 0-16,1-6 0 0,4-5 0 15,6 3 1-15,0 2-1 16,2 8 1-16,10 6 1 15,3 13 0-15,3 8-1 16,2 7 0-16,6 6-1 16,-5 0 0-16,1 6 1 0,-4 4 0 15,-3 4-1-15,-5 0 1 16,-4 1 0-16,-6 0 0 16,0 1 0-16,-8-2-1 15,-8 2-2-15,-5-2-1 16,-5-3-4-16,-1 1-7 0,-1-5-32 15,0-4 4-15,6-3-11 16,0 0-5-16,6-6 5 16,6-10-13-16,9-7-18 15</inkml:trace>
  <inkml:trace contextRef="#ctx0" brushRef="#br0" timeOffset="69127.71">29271 8619 354 0,'0'0'9'0,"0"0"8"0,0 0-1 16,0 0-6-16,0 53 37 0,4-19-19 15,6 2-14-15,3 0-2 16,1 5-8-16,1-2-2 16,0-1-1-16,-1-1 0 15,-1-1-2-15,-3-9-13 16,-1-8-100-16,1-10-115 0</inkml:trace>
  <inkml:trace contextRef="#ctx0" brushRef="#br0" timeOffset="69468.46">29474 8900 247 0,'0'0'48'0,"0"0"-37"15,52-40 31-15,-26 25-5 16,2 2-5-16,5-4 3 15,0 1-16-15,-2-1-9 16,-5 0-6-16,-4 2-1 0,-6 2-1 16,-13-2-1-16,-3 6 1 15,-11 2 0-15,-12 4-2 16,-10 3 0-16,-6 4 1 16,0 11 3-16,3 5 5 15,6 3 2-15,6 4-2 0,11 3-1 16,11-1-5-16,2-1-1 15,12-1-1-15,11-6 0 16,8-3 1-16,2-6-2 16,5-2-1-16,2-8-4 15,-1-2-53-15,-4-2-41 16,-3-15-106-16</inkml:trace>
  <inkml:trace contextRef="#ctx0" brushRef="#br0" timeOffset="69767.47">30099 8389 464 0,'0'0'0'0,"0"0"11"16,0 0-5-16,45 12-3 15,-22 12 3-15,2 7 5 0,5 2 11 16,1 4-9-16,0 2-7 15,2-1-3-15,-4-4-2 16,-2-7 0-16,-6-8 0 16,-6-8 0-16,0-9 1 0,-5-2 1 15,-3-16 2-15,0-8-2 16,-3-10 0-16,0-6-3 16,-4-4 0-16,1-5 0 15,1 2-2-15,2 1-2 16,3 8-7-16,6 9-34 15,-2 7-61-15,5 7-82 0</inkml:trace>
  <inkml:trace contextRef="#ctx0" brushRef="#br0" timeOffset="70582.53">30804 8461 268 0,'0'0'14'15,"0"0"49"-15,0 0-28 16,0 0-1-16,-50-31 14 16,25 23-7-16,-2 6-11 0,-2 2-15 15,1 0-10-15,5 5-3 16,3 9-2-16,4 4 0 16,9 1 0-16,5 2 1 15,2 1-2-15,3-2 2 16,10-1-1-16,5-2-1 0,2-4 1 15,1-6-1-15,2-6 0 16,-2-1-1-16,0-4 0 16,-4-7-1-16,-2-6 3 15,-4 0 0-15,-3-2 0 16,-4 2 1-16,-3 1 0 0,-1 2-1 16,0 5 2-16,0 4 1 15,0 2-1-15,0 3-3 16,-2 0-1-16,2 6 2 15,-3 3 0-15,3 4 0 16,0-1 0-16,3 2 0 16,5-1 1-16,4 0 0 0,1-3-1 15,0 0 0-15,1-5 0 16,0-2 0-16,-1-3 1 16,1 0-1-16,2-7 3 15,-1-7-2-15,1-4 1 16,2-1-2-16,-5 1 0 0,-4-1 0 15,1 6 0-15,-4 2 0 16,-2 5 0-16,-1 2 0 16,0 4 1-16,2 0-4 15,-1 7 0-15,2 3 3 0,1 6 0 16,1 2 0-16,1-1 0 16,3 3 0-16,1-4 0 15,1-2 0-15,-1 0 0 16,0-7 0-16,1 0 0 15,-1-4 2-15,0-3-2 16,0-4 0-16,0-12 3 0,0-2-3 16,0-1 0-16,-1-2 0 15,-2 0-2-15,-2 2 2 16,-2 2 0-16,-3 7 0 16,-1 3 0-16,1 4 2 15,-2 3-2-15,3 3 0 0,0 10 0 16,1 1 0-16,4 4 0 15,-1 1 1-15,1 1-1 16,-1-1 0-16,1 0 0 16,-2-2-1-16,-2-4-10 15,-2-6-113-15,-1-7-89 0</inkml:trace>
  <inkml:trace contextRef="#ctx0" brushRef="#br0" timeOffset="70738.48">31258 8275 386 0,'0'0'5'0,"-17"-39"4"0,17 25-3 15,0 11-5-15,6 3-4 16,6 1 1-16,3 10-6 16,8 0-127-16,3 0-117 0</inkml:trace>
  <inkml:trace contextRef="#ctx0" brushRef="#br0" timeOffset="71120.64">31595 8409 305 0,'0'0'10'16,"0"0"50"-16,-46-7-18 16,28 4 3-16,-1 3 2 15,2 0-18-15,1 0-19 16,4 8-9-16,2 5-1 15,4 4 0-15,3 2 0 0,3 1 0 16,0-1 0-16,3-1 0 16,6-4-2-16,0-3 1 15,3-5-2-15,2-6 0 16,-2 0 0-16,3-6 0 16,-3-7 1-16,-1-1 2 0,0-2 0 15,-7 1 0-15,-1-1 0 16,-3 4 0-16,0 0 1 15,0 5-1-15,0 0 2 16,0 3 0-16,0 4 1 16,0 0 0-16,6 0-3 15,1 7-1-15,7 6 1 0,1 2 1 16,5 0-1-16,-2 2 0 16,4 0-1-16,-1-2-1 15,-2-5-4-15,0-3-113 16,-3-7-75-16</inkml:trace>
  <inkml:trace contextRef="#ctx0" brushRef="#br0" timeOffset="71454.61">31825 8351 353 0,'0'0'8'16,"0"0"49"-16,0 0-51 15,0 0-4-15,0 0 1 16,17 38 0-16,-5-18 2 15,4 2 1-15,0-3-4 16,-2-2-1-16,-5-1 0 0,0-4-1 16,-3-6-1-16,-3-6 1 15,-3 0 1-15,1-4 3 16,-1-10-4-16,0-5 1 16,2-5-1-16,1 1 1 15,0-2-1-15,4 2 1 16,1 3-1-16,4 7 0 0,1 8 1 15,2 5-1-15,3 0 0 16,-2 11-1-16,2 6 1 16,1 3 0-16,-1 1-1 15,0-1 1-15,1 0-1 16,-1-6-10-16,3-8-186 0</inkml:trace>
  <inkml:trace contextRef="#ctx0" brushRef="#br0" timeOffset="71850.08">32288 8322 333 0,'0'0'5'0,"-39"-18"61"15,23 18-37-15,1 0-10 16,4 7-9-16,4 7-2 16,6 3-2-16,1 0 0 15,9 2-1-15,7-1-1 0,5-2 0 16,1-2-3-16,4-4-1 15,0-3 1-15,2-4 0 16,3-3-1-16,1 0-1 16,0-6 2-16,0-7-1 15,-4-1 0-15,-4-3 1 0,-4 2-1 16,-12-1 0-16,-6 2 0 16,-2 5 0-16,-10 2-1 15,-14 7 0-15,-3 0 2 16,-2 7 1-16,0 7 13 15,4 2 7-15,10 2-12 0,13 0-1 16,4-2-3-16,25-1 1 16,14-4 2-16,13 0-6 15,8-5-1-15,5-6-4 16,-4 0-99-16,-7-20-315 16</inkml:trace>
  <inkml:trace contextRef="#ctx0" brushRef="#br0" timeOffset="72636.8">28060 10187 421 0,'0'0'-9'0,"-75"-50"22"16,29 42 33-16,0 8-6 15,-2 21-18-15,4 12-3 16,4 8-3-16,8 3-3 0,10 6-6 15,13 1-3-15,9-1-2 16,18-1 0-16,14 1-1 16,12-10 0-16,9-2-1 15,10-15 1-15,1-10-1 16,4-12-16-16,-1-1-32 0,-4-21-20 16,-12-8 12-16,-9-2-25 15,-15 0 22-15,-15 3 55 16,-12 5 8-16,0 7 34 15,-20 6 20-15,-2 6 4 16,-6 4-11-16,0 0 1 0,2 0-7 16,4 8-19-16,5 5-7 15,5 0-7-15,9 1-7 16,3-1-3-16,11 1-1 16,7-1 1-16,8-5 0 15,4-2-1-15,4-6 0 0,2 0 0 16,-2-8-1-16,-3-8 0 15,-4-5 1-15,-7-2-1 16,-11-4 1-16,-9 1-2 16,-2 2-1-16,-19 6-2 15,-8 2 2-15,-7 10 1 0,-4 4-1 16,-2 2-1-16,1 2-1 16,8 9-6-16,6 1-29 15,10 2-6-15,14-1-5 16,4-4-25-16,20-8-66 15,10-1-65-15</inkml:trace>
  <inkml:trace contextRef="#ctx0" brushRef="#br0" timeOffset="72924.49">28484 10351 337 0,'0'0'15'0,"0"0"3"15,0 0 24-15,0 0-4 0,43 45-5 16,-26-35-3-16,-1 0-11 15,3-2-7-15,-1-1-6 16,-3-1-5-16,-5-3 0 16,0-3 0-16,-3 0 0 0,-5-7 3 15,-1-9-1-15,-1-4-3 16,0-7 0-16,0 0 0 16,-3-1 0-16,-1 0-5 15,1 6 0-15,3 5-2 16,1 6-3-16,11 5-76 15,7 6-22-15,3 0-1 0,5 4 16 16</inkml:trace>
  <inkml:trace contextRef="#ctx0" brushRef="#br0" timeOffset="73704.64">28932 10281 178 0,'0'0'89'0,"0"0"-14"15,0 0-23-15,0 0-20 16,0 0 2-16,0 0-9 15,-49-26 4-15,29 22-5 16,4 2-12-16,-4 2-6 16,3 0-4-16,3 6-1 0,3 4-2 15,4 4 1-15,4 3-2 16,3-2 2-16,0 0-3 16,8-1 3-16,3-1-2 15,2-1-2-15,3-4-23 16,-2-3-2-16,1-4 18 0,-3-1 6 15,-1 0 4-15,-5-5 2 16,0-4 0-16,-6-1 0 16,0-2 2-16,0 0-2 15,0 0 2-15,-3-1 1 16,-1 1 3-16,1-1-1 0,0 0 13 16,0 0 4-16,0 5-7 15,2-1-4-15,1 6 2 16,0 3-8-16,0 0-8 15,0 7 0-15,9 6 1 16,2 0 1-16,-2 4 0 0,5-1 0 16,0 1 0-16,3-2 0 15,-4-2 0-15,3-2 0 16,-5-3 0-16,1-3 0 16,0-5 0-16,-2 0 1 15,0-7 0-15,0-7-1 0,-2-4 2 16,1-5-2-16,0-3 0 15,-1-1 0-15,2 0-1 16,-3 4 1-16,2 4 0 16,-1 4 1-16,2 7 0 15,2 7-2-15,-1 1 0 16,1 5 0-16,2 9 1 0,-1 1 0 16,1 2 0-16,-5 0 0 15,3-1 0-15,1-4 0 16,-3-1 0-16,2-1 0 15,-2-4 0-15,-1-5-1 0,1-1 2 16,-2 0-1-16,1-5 1 16,1-12-1-16,1-3 1 15,-4-3-1-15,2-1 0 16,-4 1 0-16,-1 1 0 16,-2 5 0-16,0 5 1 0,-2 4 2 15,1 6-1-15,3 2-2 16,1 4-2-16,3 9 0 15,2 3 2-15,2 1 0 16,4 3 2-16,-2-2-4 16,3-1 4-16,-1 0-5 0,1-4 1 15,-3-6-67-15,-3-4-33 16,-2-3-99-16</inkml:trace>
  <inkml:trace contextRef="#ctx0" brushRef="#br0" timeOffset="73861.27">29350 9924 370 0,'0'0'-4'0,"-45"-41"15"15,31 26-3-15,9 7-4 16,5 4-6-16,4 4-1 16,16 0 1-16,5 4-3 0,8 5-73 15,5 1-102-15</inkml:trace>
  <inkml:trace contextRef="#ctx0" brushRef="#br0" timeOffset="74251.87">29752 9995 271 0,'0'0'6'0,"0"0"52"16,0 0-15-16,-59-9 4 15,34 9-6-15,0 0 1 16,1 0 1-16,4 9-26 0,6 1-13 15,4 4-3-15,8 2-1 16,2-2 1-16,0 2-1 16,7 0 1-16,7-4-1 15,2 1 0-15,3-7-1 16,-4-5 0-16,0-1 0 0,-2-3 0 16,0-11 0-16,-8-3 0 15,-3 0 1-15,-2 1 1 16,0-1-1-16,-10 5 1 15,-1 2 1-15,1 3 0 16,0 2 1-16,5 2 2 16,2 3 10-16,3 0 10 0,5 0-24 15,11 6 0-15,6 4-1 16,5 0 0-16,4 1 0 16,2-3-1-16,1-1-2 15,-1-2-35-15,-4-5-55 16,-4 0-15-16,-6-5-103 0</inkml:trace>
  <inkml:trace contextRef="#ctx0" brushRef="#br0" timeOffset="74609.39">29860 9953 232 0,'0'0'18'0,"0"0"73"0,0 0-45 16,0 0 0-16,0 0-27 15,0 0-14-15,0 0 7 16,0 0 10-16,41 11-12 15,-21 3-4-15,-3 1-5 16,-3 0 0-16,-3-2-1 0,-6-2 1 16,0-1-2-16,-5-3 0 15,0-7 0-15,0 0 1 16,0-3 3-16,0-14-2 16,-2-4-1-16,0-2 0 15,2-4 0-15,0 3 0 0,0 2 1 16,5 6-1-16,8 6 0 15,0 6 1-15,3 4-2 16,2 1 1-16,5 9 0 16,4 4-1-16,1 3 1 15,-3-2 1-15,1-1-2 0,0-4-9 16,-2-4-114-16,-1-6-86 16</inkml:trace>
  <inkml:trace contextRef="#ctx0" brushRef="#br0" timeOffset="74986.71">30296 9860 319 0,'0'0'3'16,"0"0"55"-16,-44-31-2 15,34 27-9-15,5 3-11 16,3 1-20-16,2 1-13 16,0 9-3-16,7 1 3 15,6 3-2-15,5-1 2 0,1 0-2 16,0-3 0-16,1-2-1 15,-2-4 0-15,0-2 0 16,0-2 1-16,-2-3-1 16,-2-10 0-16,-2-2 1 0,-3-4 0 15,-4-2-1-15,-2 0 0 16,-3 2 0-16,0 2 0 16,-3 5 1-16,-2 3 0 15,2 3-1-15,2 6 0 16,1 0-1-16,0 0-1 0,8 6 1 15,5 4 1-15,4 1 0 16,3 1 0-16,2 0 1 16,3-3-1-16,-2 0 1 15,5-4-1-15,3 1-2 16,1-6-25-16,1 0-67 16,1-9-127-16</inkml:trace>
  <inkml:trace contextRef="#ctx0" brushRef="#br0" timeOffset="75483.22">30974 9690 410 0,'0'0'6'0,"-3"-50"15"15,3 22 32-15,8-6-27 0,5-6-4 16,3-8 9-16,3 1-15 15,2-6-9-15,-2 2-3 16,-3 6-3-16,-2 8-1 16,-5 7 1-16,-4 16 0 15,-1 8-2-15,-4 6-1 16,0 19-3-16,3 10 3 0,4 5 2 16,4 6 0-16,7-2 0 15,3-2 0-15,5-5 0 16,3-8 1-16,0-9-1 15,-1-10 0-15,-2-4 0 16,-1-5 1-16,-4-15-1 0,-2-9 0 16,-2-5-1-16,-2-8 1 15,-3-2-1-15,-1-3 2 16,-4 0-1-16,1 6 0 16,-3 5 0-16,2 11 0 15,-4 9 1-15,-2 16 0 0,2 0-2 16,1 22 0-16,2 10 1 15,4 6 0-15,9 5 1 16,5 1-1-16,5 0 1 16,3 0-1-16,2-1 0 15,-2-5 0-15,1-6-3 0,1-7-51 16,-1-8-39-16,0-11-102 16</inkml:trace>
  <inkml:trace contextRef="#ctx0" brushRef="#br0" timeOffset="75839.32">31998 9360 400 0,'0'0'6'0,"-52"-34"31"0,24 24 6 0,-3 8-6 16,1 2-4-16,4 1-9 16,1 13-9-16,6 3-10 0,6 6-3 15,5 1-1-15,7 3 0 16,1 0 0-16,1-3-1 15,12-5 0-15,2-1 0 16,3-5 0-16,2-6-1 16,1-7-1-16,0 0 1 15,0-10-1-15,-3-7 1 0,-4-3 0 16,-3-4 1-16,-6 1 0 16,-3-1 0-16,-2 6 0 15,0 2 1-15,0 5-1 16,0 4 1-16,0 7 1 15,0 0-3-15,0 3-1 0,8 8 2 16,5 6 0-16,7 1 1 16,3 1-1-16,2-1 0 15,3-1 1-15,2-3-2 16,-2-4-4-16,-4-7-108 16,-2-3-70-16</inkml:trace>
  <inkml:trace contextRef="#ctx0" brushRef="#br0" timeOffset="76409.44">32175 9108 378 0,'0'0'112'16,"0"0"-107"-16,0 0-4 15,0 0-1-15,0 0 1 16,20 50 2-16,-4-24 0 0,-1 4 2 15,3 2-1-15,-4 0-2 16,-1 2-1-16,-6-2-1 16,-1-4-1-16,-3-3 2 15,-2-9-1-15,0-3 0 16,0-9 0-16,2-4 0 0,0-8 5 16,2-8-2-16,3-7-3 15,2 0 1-15,4-2 0 16,-1 2-1-16,2 5 0 15,-2 6 0-15,3 8 1 16,-2 4 1-16,0 0-4 0,0 12 2 16,1 6 0-16,1 3 0 15,-5 1 0-15,3-1 2 16,-3 2-2-16,-1-3 0 16,0-4 0-16,-6-3 1 15,1-3-1-15,-1-6 0 16,-1-2 0-16,2-2 1 0,1-5 0 15,1-10 0-15,3-1-1 16,3-5 0-16,-1 1 0 16,2 0 0-16,0 2 1 15,-1 5-1-15,1 7 4 0,1 5 40 16,4 1-36-16,2 3-7 16,-3 11 0-16,4 2 0 15,-1 2-1-15,-3 3 0 16,-3-1 2-16,-6 0-5 15,-3-7-49-15,-6-7-85 0</inkml:trace>
  <inkml:trace contextRef="#ctx0" brushRef="#br0" timeOffset="76566.16">32676 9145 419 0,'0'0'2'0,"-1"-42"6"0,7 32-6 0,11 9-2 16,-1 1-1-16,4 9 0 16,1 5-26-16,-4 3-164 15</inkml:trace>
  <inkml:trace contextRef="#ctx0" brushRef="#br0" timeOffset="76749.67">32848 9457 185 0,'0'0'163'16,"74"-10"-129"-16,-30-8 13 16,6-3-13-16,-2-2-10 15,-1-1 6-15,-6 1-8 16,-10 3-13-16,-7 3-7 16,-10 4-2-16,-11 4-1 0,-3 4-29 15,-13 1-53-15,-8 1-71 16,-3 0-80-16</inkml:trace>
  <inkml:trace contextRef="#ctx0" brushRef="#br0" timeOffset="76913.37">32997 9257 324 0,'0'0'25'0,"0"0"50"16,0 0-65-16,0 0 42 16,32 37-5-16,-9-16-11 15,6 6-13-15,5 3-12 16,0 1-7-16,3 3-3 0,-2-1-1 15,-4-13-10-15,1-10-181 16</inkml:trace>
  <inkml:trace contextRef="#ctx0" brushRef="#br0" timeOffset="85049.7">27809 11711 303 0,'0'0'30'0,"0"0"-2"0,0 0-10 0,0 0-18 0,0 0 0 16,37 4 3-16,-21 13 13 15,3 5 12-15,4 6-5 16,6 2-1-16,5 8-5 16,1 5-4-16,3 5-5 15,0 2-5-15,-4-2-3 16,-3 0 1-16,-6-5-1 0,-5-9 0 16,-2-5-1-16,-7-10 0 15,0-4 0-15,-6-6-1 16,-3-6-23-16,-2-3-19 15,0 0 4-15,-10-14-57 0,-3-9-181 16</inkml:trace>
  <inkml:trace contextRef="#ctx0" brushRef="#br0" timeOffset="85364.36">28145 11711 178 0,'0'0'56'0,"0"0"29"0,0 0-28 16,0 0-18-16,0 0-28 16,0 0-3-16,0 0 12 15,-37 56-1-15,18-20-4 16,-3 4-3-16,2 8 1 15,-5-1-4-15,2 2-6 0,4-3-3 16,-1-3 0-16,3-7 0 16,3-4 0-16,0-8 1 15,3-2-2-15,2-4 0 16,0-4-4-16,6-2-49 16,1-7-32-16,2-3-55 0,0-2-56 15</inkml:trace>
  <inkml:trace contextRef="#ctx0" brushRef="#br0" timeOffset="85691.6">27551 11519 247 0,'0'0'18'15,"0"0"43"-15,0 0-9 16,10-47-12-16,17 39-17 0,12 1-7 16,16-1 4-16,14 1-12 15,13 1-4-15,9 0 3 16,0 0-3-16,-3 2-1 15,-12 2-2-15,-10 2 1 16,-13 0-4-16,-14 2 1 0,-16 4-40 16,-14-1-62-16,-9-5-103 15</inkml:trace>
  <inkml:trace contextRef="#ctx0" brushRef="#br0" timeOffset="86548.67">29679 11536 293 0,'0'0'0'0,"0"0"39"0,0 0-18 0,-50-31-15 15,19 31-4-15,-5 0 0 16,-6 10-1-16,-4 3 1 16,3 3 0-16,2 2-1 0,10 2 0 15,8 0-1-15,8-1 0 16,12 0 0-16,4-1-1 16,21 0 2-16,10 0 3 15,9 3 2-15,9-1 0 16,-3 2-3-16,2-1-1 15,-10-1-2-15,-6-2 0 0,-9 1 0 16,-13-4 0-16,-6-1 0 16,-5-2 1-16,-10-1 1 15,-9 1 0-15,-14-1 1 16,-4 0-1-16,-10-2-1 0,-5-2 0 16,-3 0 0-16,-1-4 1 15,7-2-1-15,0-1-1 16,13 0 1-16,9 0-1 15,14-4 0-15,9-2-1 16,4 0 0-16,19-1-96 16,10-1-4-16,9-1-74 0</inkml:trace>
  <inkml:trace contextRef="#ctx0" brushRef="#br0" timeOffset="87062.58">29911 11820 165 0,'0'0'41'0,"0"0"-11"15,0 0 16-15,0 0-7 16,0 0 0-16,-11-42-12 0,-5 36-2 16,-1 1-7-16,-6 3-3 15,2 2-3-15,-3 0-2 16,0 0-2-16,4 7 1 15,4 6-4-15,2 0-4 16,7 3-1-16,4-1 1 0,3 2-2 16,1-3 1-16,9 2 0 15,5-6 0-15,1-2 1 16,4-5-1-16,2-3 2 16,0 0 0-16,-5-10-1 15,0-3 0-15,-5 1 0 16,-6 0 0-16,-2 1 1 0,-4 1 0 15,0 0-1-15,-4 1 1 16,-2 2 0-16,-1 2 5 16,0 1 9-16,1 3-1 15,3 1-6-15,2 0-8 0,1 8 1 16,0 3-2-16,7 3 0 16,3 0 0-16,4 1 1 15,3 0-1-15,0-1 0 16,2-2 0-16,0-1-1 15,0-2-18-15,-1 0-25 16,-5-4-26-16,-2-5-58 0,-2 0-10 16</inkml:trace>
  <inkml:trace contextRef="#ctx0" brushRef="#br0" timeOffset="87609.66">30031 11798 379 0,'0'0'10'0,"0"0"18"16,0 0-14-16,0 0-14 16,0 0 2-16,0 0 2 15,38 16 6-15,-26-4 0 0,-1 5-5 16,-2-1-4-16,0-1-1 16,-4 0 1-16,-3-3 0 15,0-3-1-15,-1-4 0 16,-1-1 1-16,0-4 1 15,0 0 3-15,0-8 2 0,0-6-4 16,-1-3-3-16,1-4 2 16,0-2 0-16,3 1 2 15,3 4 1-15,5 4 0 16,-4 4 2-16,5 7-4 16,1 3-2-16,4 3-1 0,3 7 0 15,1 4-1-15,1 2 2 16,0 2-1-16,-3-1 0 15,-2-2-1-15,-2-1 1 16,-5 1 0-16,-3-5 0 16,-3-3 0-16,-2-1 0 0,-2-5-1 15,0-1 1-15,-3 0 2 16,-9-1-1-16,-2-10 1 16,1-1-1-16,-1-3-1 15,1-1 0-15,5-1 0 16,3 3 1-16,5 1 0 15,0 3 2-15,14 3 5 0,6 6-5 16,2 1-2-16,2 0-1 16,4 7 0-16,1 3 0 15,-2 3-1-15,0 0 2 16,-5 0-2-16,-3-1-20 0,-3-2-27 16,-5-2-41-16,-3-3-8 15,0-5-14-15</inkml:trace>
  <inkml:trace contextRef="#ctx0" brushRef="#br0" timeOffset="88122.57">30544 11772 215 0,'0'0'83'0,"0"0"16"0,0 0-34 16,0 0-28-16,0 0-37 16,0 0 1-16,0 0 6 15,45 71 6-15,-24-28-5 16,0 5 3-16,-1 5-5 0,0 0-4 15,-3 0 0-15,-3-6-2 16,-5-10 1-16,-2-10-1 16,-3-9 1-16,-3-8 0 15,-1-10 0-15,-1 0 11 16,-9-13 4-16,0-5-13 0,-4-10-1 16,-2-8-2-16,2-8 1 15,2-6-1-15,5-2 0 16,4-1 0-16,3 6 0 15,0 5-2-15,12 9 2 16,4 9 0-16,5 7 3 0,5 9-2 16,7 7-1-16,1 1-1 15,3 6 1-15,-2 8 0 16,-3 2-1-16,-7 1 1 16,-4 0 0-16,-7 0-1 15,-6-1 1-15,-5-2 0 0,-3-1-1 16,-8-2-2-16,-11-3-5 15,-6-2 0-15,-4-2-2 16,-5-3-6-16,1-1-15 16,1 0-1-16,5-1-4 15,6-7-14-15,5 1-7 0,9-2 27 16,7 1 17-16,0-2-13 16,7 0-43-16,11-3-77 15</inkml:trace>
  <inkml:trace contextRef="#ctx0" brushRef="#br0" timeOffset="88313.53">31049 11569 367 0,'0'0'54'0,"0"0"20"0,0 0-59 15,0 0-14-15,0 0 2 0,23 60 6 16,-11-25 2-16,3 1-6 15,1 3-3-15,2-2-1 16,-2-1 0-16,4-7-2 16,-3-5-12-16,-3-9-70 0,-2-8-66 15,-2-7-48-15</inkml:trace>
  <inkml:trace contextRef="#ctx0" brushRef="#br0" timeOffset="88669.58">31274 11812 69 0,'0'0'295'16,"0"0"-289"-16,48-2 27 15,-25-2 1-15,5-3-5 16,3 2 2-16,1-3-9 0,5-3-10 16,1 0-6-16,-2-4-4 15,0 1-1-15,-10-3 0 16,-5-1 0-16,-10 0 1 15,-9 2 0-15,-2 0 5 16,-17 3 2-16,-10 5-7 16,-7 2 0-16,-6 6 1 0,1 0 2 15,0 10 4-15,5 8 2 16,9 9-4-16,6 2-3 16,9 3 0-16,8 0-2 15,2-2 1-15,20-2-2 16,8-7 0-16,9-2 0 0,8-5-1 15,3-4 1-15,3-5-2 16,-5-5-50-16,-4 0-74 16,-3-12-255-16</inkml:trace>
  <inkml:trace contextRef="#ctx0" brushRef="#br0" timeOffset="89496.64">32141 11391 390 0,'0'0'-8'0,"0"0"4"0,5 53 5 16,-2-19 14-16,3 6-3 16,1 4 1-16,1 1 22 15,-2 4-20-15,-2-4-8 16,0-4-3-16,-4-8-2 0,0-10-2 15,0-9 1-15,0-11 1 16,0-3 3-16,0-9 38 16,0-11-39-16,0-8-3 15,-4-9 0-15,2-6 0 16,0-6-1-16,2-1 1 16,0 0-1-16,0 5 0 0,0 5 3 15,2 12-3-15,2 8 1 16,-1 8-1-16,3 11 2 15,-1 1-2-15,4 13-1 16,4 7 1-16,3 5 0 16,4 2-1-16,2 3 2 0,4 0-1 15,0 1 0-15,0-1 0 16,-1-2 0-16,-2-6-40 16,-4-7-86-16,-4-8-36 15</inkml:trace>
  <inkml:trace contextRef="#ctx0" brushRef="#br0" timeOffset="89907.36">32576 11451 351 0,'0'0'23'0,"0"0"40"0,0 0-49 0,0 0-11 16,0 0 16-16,0 0 4 15,-52 43-9-15,31-22-7 16,2 3-3-16,1-1-3 0,4-2-1 16,3-1 0-16,3-4 0 15,3-5 0-15,1-4 0 16,4-3 0-16,0-4-1 16,6-5 2-16,6-12-2 15,5-4-5-15,2-4 0 0,2-4 0 16,0 0 3-16,-1 3 2 15,-4 2 2-15,-1 6-1 16,-6 4 4-16,-3 6 9 16,-2 6 1-16,1 2-2 15,-3 5-12-15,3 9 1 0,-3 5 2 16,2 2 0-16,-2 6-1 16,3-1-1-16,0 3-1 15,3 0 0-15,-2 1 1 16,-1 0-2-16,3-3-13 15,-3 0-37-15,-4-2-34 0,-1-2-20 16,0-3 9-16</inkml:trace>
  <inkml:trace contextRef="#ctx0" brushRef="#br0" timeOffset="90340.5">32739 11752 349 0,'0'0'1'0,"0"0"65"0,25-43-20 15,-12 31-20-15,4 2-3 0,1 1-5 16,4 4-9-16,0 1-5 16,0 2-4-16,-3-1 1 15,0 0-1-15,-2-1 1 16,-3-2-1-16,-5-1 0 0,-1-1 1 15,-5-2 0-15,-3 1 0 16,-4 1 0-16,-7-1 0 16,-8 2-2-16,-2 0 2 15,-1 4-1-15,-2 3 0 16,2 0 0-16,3 2 0 16,3 9 0-16,6 5 0 0,2 2 0 15,7 6 0-15,1 0 1 16,0 2-2-16,13-1 1 15,3-3 0-15,3-4 0 16,2-1 0-16,3-7 0 16,1-1-17-16,0-5-17 0,2-4-26 15,1 0-51-15,2-8-12 16</inkml:trace>
  <inkml:trace contextRef="#ctx0" brushRef="#br0" timeOffset="90747.5">33219 11671 304 0,'0'0'3'16,"0"0"53"-16,0 0-7 15,0 0-15-15,-43-34 2 16,24 33-6-16,-2 1-8 0,0 0-8 16,1 0-3-16,2 8-5 15,4 5-3-15,4 1-2 16,4 3 0-16,5 3-1 15,1 0 0-15,3-2 0 16,10 0 0-16,1-4 0 0,7-6 0 16,0-4-11-16,2-4-2 15,1-4 9-15,0-10 3 16,-3-3 2-16,-4-3-1 16,-6-1 1-16,-3 1-1 15,-6 2 1-15,-2 3 2 0,0 5 5 16,0 0 3-16,-7 6-3 15,5 3-1-15,-1 1 2 16,2 1-7-16,1 11 0 16,0 3 0-16,4 1-1 15,9 2 0-15,1 1-1 16,5 0-1-16,-1-1 2 0,3-3-1 16,0 1-1-16,-2-5-28 15,-1-4-25-15,0-5-37 16,-4-2-60-16</inkml:trace>
  <inkml:trace contextRef="#ctx0" brushRef="#br0" timeOffset="91119.68">33423 11666 383 0,'0'0'10'0,"0"0"50"0,0 0-32 0,0 0-6 16,0 0 5-16,0 0-12 15,0 0-6-15,40 38-4 16,-36-21-3-16,-2 3-1 16,-1-2-1-16,-1-1 0 0,0-1 1 15,-1-5-1-15,-3 0 0 16,-1-7-1-16,1-4 0 16,4 0 4-16,-2-8-2 15,2-9 0-15,0-2-1 16,5-3 0-16,6 0 1 15,3 3-1-15,4 2 1 0,1 8-1 16,3 6 1-16,2 3 2 16,1 0-1-16,-3 9-1 15,1 7 0-15,-3 2 0 16,-6 5-2-16,-5 5 2 0,-9-1-2 16,0-4-39-16,-13-5-222 15</inkml:trace>
  <inkml:trace contextRef="#ctx0" brushRef="#br0" timeOffset="102233.71">2990 2699 212 0,'-11'-1'5'0,"-1"-6"36"0,1 1-4 0,3 2-2 15,3 1-12-15,2 3-5 16,3 0-10-16,0 0-8 16,0 4 0-16,0 9 1 15,6 4 2-15,4 7 5 16,1 9 5-16,1 10 3 0,3 8 0 16,-1 5-7-16,-3 3-5 15,-4-1-2-15,-3-3 0 16,-2-5-1-16,-2-7 0 15,0-8 1-15,-11-5 1 0,-4-6 0 16,-3-4 3-16,-5-3 1 16,-4-4 0-16,1-5-4 15,-3-2-2-15,0-6 0 16,4-6 0-16,2-15-1 16,8-13-1-16,2-14-51 15,6-16-129-15</inkml:trace>
  <inkml:trace contextRef="#ctx0" brushRef="#br0" timeOffset="102436.11">2852 2333 415 0,'0'0'5'15,"0"0"-4"-15,-39-23-40 16,33 22 18-16,5 1 11 15,1 0-2-15,0 1-4 0,5 8 8 16,4 2-5-16,4 2 2 16,1 0 10-16,4 0 0 15,-5-4-147-15</inkml:trace>
  <inkml:trace contextRef="#ctx0" brushRef="#br0" timeOffset="102685.38">3155 2728 310 0,'0'0'27'0,"0"0"-9"16,0 0 14-16,0 0 17 15,47-23-16-15,-26 12-13 16,2 1-13-16,4 3-4 0,-2 5-2 15,0 2-1-15,-2 0-1 16,-6 10-25-16,-5 6-47 16,-8 2-19-16,-4 6 25 15,-6 2-133-15</inkml:trace>
  <inkml:trace contextRef="#ctx0" brushRef="#br0" timeOffset="102856.96">3213 3012 151 0,'0'0'27'0,"0"0"32"15,0 0-34-15,0 0 33 16,0 0 18-16,43-17-36 16,-11-3-26-16,8-5-12 0,5-1 0 15,-1 0-2-15,-2-2-55 16,-1-2-72-16,-10-1-125 16</inkml:trace>
  <inkml:trace contextRef="#ctx0" brushRef="#br0" timeOffset="103123.53">3788 2285 468 0,'0'0'4'0,"0"0"-5"16,0 0 0-16,8 55 0 15,2-14 1-15,1 11 1 16,0 9 0-16,1 2 0 0,-1 3 1 16,2-1-2-1,0-5 0-15,-2-7 0 0,-1-6-1 16,-1-8 2-16,-3-5-1 16,-2-5-1-16,-2-10-1 15,-2-12-150-15,0-7-145 0</inkml:trace>
  <inkml:trace contextRef="#ctx0" brushRef="#br0" timeOffset="103498.43">3915 2619 418 0,'0'0'6'0,"4"-42"16"15,-1 25 2-15,4 5-17 16,2 4-3-16,-1 5-3 15,1 3-1-15,3 0-1 0,-1 3 1 16,0 6 0-16,-2 4-1 16,0-2-4-16,-3 3-4 15,-3 1-5-15,-1 0 3 16,-2 1-4-16,0 1-2 16,-13 0-3-16,-2 1 5 0,-2 2-6 15,2-3 8-15,-1-1 9 16,5-3 2-16,0-2 1 15,8-3 1-15,3 2 0 16,0-4 0-16,9 2-2 16,9 1 3-16,5-2 1 15,8 0 10-15,7-1 1 0,2 1-5 16,7-2-3-16,-7 0-1 16,-4-1-3-16,-7 2-167 15</inkml:trace>
  <inkml:trace contextRef="#ctx0" brushRef="#br0" timeOffset="104436.55">3148 3999 284 0,'0'0'7'0,"0"0"33"0,-33-37-10 0,20 30-19 16,-3 4-5-16,-7 3-3 15,-1 0-1-15,-7 5 1 0,-2 7 1 16,-4 5-2-16,1 4 0 16,3 4 1-16,4 0-2 15,4 2 0-15,8 0-1 16,5-1 0-16,4-1 0 15,7-2 0-15,1-3-2 16,0-3 1-16,12-3 1 0,5-2 0 16,6-4 0-16,4-4 0 15,6-2 0-15,5-2 1 16,-2 0 0-16,5 0-1 16,-3 0 1-16,-3 0-1 0,-4 0-1 15,-1 6 1-15,-4 3 1 16,-4 3-1-16,-4 2-1 15,-5 3 2-15,-5 0-1 16,-4 4 0-16,-4 2 0 16,-6 1 1-16,-10 0 1 15,-7 0 6-15,-1-1 17 0,-7 0 2 16,-6-3-16-16,-3-4-3 16,-2-3-3-16,-1-4-2 15,1-2-1-15,2-7 2 16,9 0-3-16,2-4 0 15,10-6-2-15,9-4 0 0,6-3-4 16,4 1-139-16,-1-1-146 16</inkml:trace>
  <inkml:trace contextRef="#ctx0" brushRef="#br0" timeOffset="105296.44">3307 4402 317 0,'0'-3'50'0,"-4"3"28"0,4 6-69 15,0 14-10-15,0 8 1 16,9 7 1-16,0 3 0 16,2 3 0-16,0 0 0 15,-4-4 0-15,-1-3 1 0,-1-4-2 16,-5-7 2-16,0-5-2 16,0-5 1-16,-11-3 4 15,-3-3 7-15,-3-1-1 16,-4-2-7-16,-1-1-2 15,-2-3-2-15,1 0 0 0,-2-4-1 16,7-12-6-16,1-12-103 16,6-8-56-16</inkml:trace>
  <inkml:trace contextRef="#ctx0" brushRef="#br0" timeOffset="105482.33">3217 4276 345 0,'0'0'6'0,"0"0"36"16,0 0-17-16,0 0-18 0,0 0-6 15,0 0-3-15,0 0-43 16,0 0-62-16,27-14-95 16</inkml:trace>
  <inkml:trace contextRef="#ctx0" brushRef="#br0" timeOffset="105701.94">3531 4710 295 0,'0'0'11'15,"0"0"13"-15,0 0-6 16,0 0 30-16,0 0-15 15,5 46-19-15,-6-30-7 16,-5 2-3-16,-6 5-3 16,-1 0 0-16,1 1-1 0,-3-2-1 15,1-2-3-15,3-6-125 16,-2-12-79-16</inkml:trace>
  <inkml:trace contextRef="#ctx0" brushRef="#br0" timeOffset="106015.1">3700 4503 317 0,'0'0'39'0,"0"0"-17"16,0 0-18-16,0 37 26 15,0-13 13-15,0 7-13 0,0 4-7 16,3 2-11-16,-1 1-6 16,2-1-4-16,-1-4-1 15,-1-5-1-15,1-7 1 16,-3-2-1-16,0-7 1 16,0-3-1-16,-12 1 0 15,-1-3 1-15,-5 0-1 0,0-4-3 16,-2-3-60-16,-1-7-54 15,4-16-4-15</inkml:trace>
  <inkml:trace contextRef="#ctx0" brushRef="#br0" timeOffset="106231.5">3631 4223 429 0,'0'0'0'15,"0"0"60"-15,0 0-28 0,0 0-15 16,0 0-9-16,0 0-7 16,0 0-2-16,0 0 1 15,11 0-1-15,-3 9-3 16,-4-2-87-16,0-7-104 16</inkml:trace>
  <inkml:trace contextRef="#ctx0" brushRef="#br0" timeOffset="106655.71">4052 3924 350 0,'0'0'21'0,"0"0"47"16,0 0-34-16,0 0-22 16,0 0-7-16,0 0-2 15,0 0 0-15,42-29 0 0,-19 26-1 16,6-1 3-16,2 0-4 16,0-2 1-16,3-1-1 15,-3 3-1-15,-4 1 1 16,-1 1 0-16,-3 2-2 0,-3 0-19 15,-9 2-63-15,-7 5-37 16,-4-1-15-16</inkml:trace>
  <inkml:trace contextRef="#ctx0" brushRef="#br0" timeOffset="106882.65">4140 4118 250 0,'0'0'38'0,"0"0"27"0,0 0-22 16,0 0-3-16,0 0-13 15,0 0-15-15,39-10-6 16,-17 6-4-16,3-1-1 16,2 0 0-16,4 2 0 15,-2-1-2-15,-2-2-50 16,-4-2-95-16</inkml:trace>
  <inkml:trace contextRef="#ctx0" brushRef="#br0" timeOffset="107482.01">5115 3271 278 0,'0'0'10'0,"0"0"-7"0,0 0-5 16,-17 48-1-16,17-10 2 0,0 12 2 15,0 6-1-15,9 4 2 16,4-1-4-16,5 0 2 16,-1-5-1-16,0-7-1 15,-3-12-64-15</inkml:trace>
  <inkml:trace contextRef="#ctx0" brushRef="#br0" timeOffset="107767.08">4724 4067 305 0,'0'0'6'0,"0"0"22"16,0 0 3-16,52-17-20 16,-1 3 43-16,19-6-17 0,17-4-11 15,13-2-13-15,6 1-9 16,1 2-1-16,-3 5-2 16,-10 8 0-16,-18 5-1 15,-17 5 0-15,-17 0-1 16,-18 13-3-16,-15 1-47 0,-9-1-64 15,-15 0-99-15</inkml:trace>
  <inkml:trace contextRef="#ctx0" brushRef="#br0" timeOffset="108372.69">4611 4510 231 0,'0'0'0'0,"0"0"1"0,0 0-2 0,-8 56 1 0,8-31 3 15,8 1 0-15,0 2 2 16,-3 1 3-16,1 0-3 15,2 0-2-15,-6-5-2 0,0-3 1 16,-2-6-1-16,0-5 1 16,0-8 0-16,-2-2 6 15,-6-7 52-15,2-8-48 16,-3-5-9-16,3-7-2 16,1-6-1-16,5-2 1 0,0-1-1 15,5 0 1 1,8 5-2-16,5 4 3 0,1 9-3 15,2 6 0-15,1 8 0 16,0 4 1-16,-1 0-1 16,1 14 0-16,-5 0 2 0,-2 2-1 15,-1 3 0-15,-1-1 0 16,-3 0 0-16,-1 0 0 16,-2 0 0-16,-2 1 0 15,-3-1-1-15,-2-2-23 16,0-4-123-16</inkml:trace>
  <inkml:trace contextRef="#ctx0" brushRef="#br0" timeOffset="108670.76">5061 4611 269 0,'0'0'11'16,"0"0"53"-16,0 0-39 0,0 0-22 15,0 0 2-15,52 0 4 16,-21-3 4-16,3 0-10 0,1-2-1 15,4-1 0-15,-1-1-4 16,-7 0-39-16,-4-2-52 16,-9-1-77-16</inkml:trace>
  <inkml:trace contextRef="#ctx0" brushRef="#br0" timeOffset="108969.69">5538 4354 184 0,'0'0'166'0,"0"0"-96"16,0 0-14-16,0 0-26 0,0 0-17 15,0 0-4-15,0 0-7 16,0 0-1-16,-4 13 0 16,8 18-1-16,7 5 0 15,1 5 1-15,-1 4-2 16,2 2 0-16,-2 0-1 0,-8-5-3 16,-2-9-173-16</inkml:trace>
  <inkml:trace contextRef="#ctx0" brushRef="#br0" timeOffset="110952.6">6409 2999 234 0,'0'-6'2'0,"-2"2"7"16,-2 4 18-16,4 0-24 0,0 13-3 15,0 7 0-15,0 4 1 16,4 7 1-16,3 6 4 15,3 2 4-15,0 4 1 16,-1 2-8-16,3-2-2 16,-4-3-1-16,-1-3 0 0,-1-7 0 15,-4-5 0-15,-2-9-45 16,0-6-166-16</inkml:trace>
  <inkml:trace contextRef="#ctx0" brushRef="#br0" timeOffset="111642.5">6396 3263 301 0,'0'0'6'0,"0"0"43"0,0 0-4 16,0 0-35-16,0 0-9 15,0 0-1-15,0 0 1 16,-31 37 1-16,19-7-1 15,-5 1 0-15,-5 2-1 16,1 0 0-16,-6 1 0 0,1 0-3 16,-3-1 0-16,-2 2 5 15,0-2-3-15,3-2 2 16,6-3-1-16,3-4 0 16,11-8 0-16,4-3-2 15,4-8 1-15,16-2 2 16,10-3 0-16,12 0-1 0,7-10 1 15,7 0-1-15,0 2 1 16,-4 5 0-16,-6 3-1 16,-11-1 1-16,-10 15 0 15,-9 6-2-15,-10 8 2 16,-2 5 0-16,-12 5 1 0,-11 7-2 16,-8 4 1-16,-7 2-1 15,-6 3 2-15,-3 1-2 16,2-2-2-16,0-2 2 15,7-7 0-15,7-3-1 16,8-9 1-16,10-7 1 0,9-6-2 16,4-9 0-16,13-4 1 15,9-6 0-15,12-6 2 16,4-10 0-16,9-7 2 16,-1-4 4-16,0-3 6 15,-4 1 5-15,-7 0-2 0,-7 1-10 16,-8 9 1-16,-7 2 2 15,-7 6 6-15,0 4 7 16,-6 3 3-16,0 2-5 16,0 2-13-16,2 0-6 15,0 7-1-15,4 9-3 0,1 2 2 16,2 8-1-16,4 5 1 16,0 2 0-16,0 5-2 15,1 6-6-15,-5 3-83 16,-1-2-65-16,-6-2-149 15</inkml:trace>
  <inkml:trace contextRef="#ctx0" brushRef="#br0" timeOffset="111970.7">6128 4936 355 0,'0'0'1'0,"0"0"57"0,0 0-8 16,0 0-39-16,-36-5-11 15,36 23 0-15,0 3 2 16,3 6 1-16,7 0-1 16,0 2-1-16,3 0-1 15,-2 0 0-15,-2-2 0 16,-2-4-1-16,-5-6-80 0,-2-9-53 16,0-8-123-16</inkml:trace>
  <inkml:trace contextRef="#ctx0" brushRef="#br0" timeOffset="112140.65">6028 4753 363 0,'0'0'0'16,"0"0"6"-16,0 0 31 15,0 0-33-15,0 0-5 0,0 0 0 16,0 0-8-16,0 0-54 15,38-23-25-15</inkml:trace>
  <inkml:trace contextRef="#ctx0" brushRef="#br0" timeOffset="112391.33">6347 4766 401 0,'0'0'-3'0,"0"0"39"0,0 0-19 16,0 0-3-16,42-24 1 15,-26 18-5-15,2 2-7 16,0 4-1-16,-2 0-2 16,-3 0-10-16,-5 6-60 0,-2 3-41 15,-6 3 28-15,2 2-76 16</inkml:trace>
  <inkml:trace contextRef="#ctx0" brushRef="#br0" timeOffset="112531.55">6361 4926 158 0,'0'0'64'15,"0"0"-47"1,0 0-2-16,0 0 25 0,0 0 21 16,42 6-23-16,-15-17-27 15,8-8-6-15,1-3-3 16,4-5-10-16,-3-2-59 15,-2-2-21-15,-8 1-109 0</inkml:trace>
  <inkml:trace contextRef="#ctx0" brushRef="#br0" timeOffset="112667.37">6703 4685 297 0,'0'0'85'16,"0"0"-31"-16,0 0-53 0,0 0 4 15,0 0 20-15,23 46-7 16,-9-24-8-16,2 4-6 15,2 4-3-15,-3 2-1 16,-1 2 1-16,-8-7-37 16,-3-6-89-16</inkml:trace>
  <inkml:trace contextRef="#ctx0" brushRef="#br0" timeOffset="113830.79">5871 2457 121 0,'0'0'42'0,"0"0"-6"0,0 0 2 0,0 0-11 15,0 0 0-15,0 0 5 16,-31-47-1-16,33 41-4 15,9 0-21-15,5 1-2 16,3 5-3-16,6 0-1 16,0 1 0-16,-2 12 0 0,-1 1 0 15,-2 6 1-15,-3 1-1 16,-3 2 0-16,-5-2 1 16,-3 0-1-16,-2-2 0 15,-4-5 0-15,0-4 2 16,0-3-2-16,0-3 1 15,-2-4 3-15,-4 0 5 0,-3-5 5 16,-2-11 9-16,0-4-19 16,2-4-1-16,1-6-2 15,7 1 1-15,1 0 23 16,0 2-7-16,9 6 1 16,6 4-15-16,4 7-2 0,3 6-4 15,1 4 3-15,0 0-2 16,0 4 0-16,0 9 2 15,-2 1-1-15,-2 1 0 16,-3 4-1-16,-3 2 0 16,-2 1-3-16,-2-1-3 0,-7 4-64 15,-2-2-70-15,0-6-55 16</inkml:trace>
  <inkml:trace contextRef="#ctx0" brushRef="#br0" timeOffset="114966.91">6919 3209 281 0,'-24'-14'3'0,"-3"7"7"16,-4 7 19-16,1 11 23 0,-3 15-28 16,2 11-12-16,6 7-2 15,2 9-1-15,8 4-2 16,9 2-3-16,8 3 0 15,2-3-3-15,13 0-1 16,10-7 0-16,7-7 1 16,3-10-1-16,4-9 0 0,4-12 0 15,0-7-1-15,-1-7 1 16,-1-8-61-16,-5-11-49 16,-7-4-114-16</inkml:trace>
  <inkml:trace contextRef="#ctx0" brushRef="#br0" timeOffset="116844.2">7051 3348 95 0,'0'0'15'0,"-2"-2"8"0,0 0 1 16,0 2 1-16,-1-3-7 15,1 2-4-15,0-2 0 16,-1 2-3-16,-3-1-3 16,3 0-4-16,1 0-1 0,-2-1 0 15,-1 0 1-15,1-1-1 16,0 1 1-16,-2-1 3 15,2 0 7-15,0-2 3 16,-1 2-8-16,1-1-3 16,0 1-2-16,2 1 3 0,-2 0 2 15,3 3 11-15,1 0-4 16,0 0-12-16,7 0-5 16,8 8 0-16,5 2 2 15,8 5 1-15,5 2 1 16,2 0 1-16,1 3-2 0,-3 0-1 15,1-2-1-15,-5-2 1 16,-4 0-1-16,-5-5 0 16,-4-1 0-16,-3 0 0 15,-4-4-1-15,-4 2-2 16,-1-2-2-16,-4-3-11 0,0-2-70 16,0-1-39-16</inkml:trace>
  <inkml:trace contextRef="#ctx0" brushRef="#br0" timeOffset="117251.51">7218 3178 31 0,'0'0'98'0,"0"0"-88"0,0 0 16 0,0 0-7 16,0 0-3-16,0 0 9 15,0 0-10-15,0 0 0 16,0 0 0-16,0 0-1 15,-21-30-5-15,16 32-4 16,0 9 0-16,-2 3 1 0,-1 9 41 16,-1 4-17-16,-7 7-17 15,1 6-2-15,-1 1-7 16,-3 3-2-16,2-3-2 16,3 0-2-16,3-8 0 0,1-7-2 15,3-9-123 1</inkml:trace>
  <inkml:trace contextRef="#ctx0" brushRef="#br0" timeOffset="118181.41">7451 3395 81 0,'0'0'33'0,"0"0"-2"0,0 0 2 15,0 0-8-15,0 0-5 16,0 0-5-16,0 0-6 15,0 0-6-15,0 0-2 16,0 0 0-16,0 0 0 0,0 0 0 16,0 0 0-16,0 19 1 15,5-8 5-15,1 5 9 16,3 1 19-16,0 0-26 16,0 4-3-16,3-1-2 15,-4 0-2-15,1-2-2 0,-1 1 0 16,2-5 0-16,-5-3-1 15,1-3 1-15,-4-3-2 16,0-5-54-16,-2 0-105 16</inkml:trace>
  <inkml:trace contextRef="#ctx0" brushRef="#br0" timeOffset="118449.6">7366 3253 302 0,'0'0'8'0,"0"0"67"16,0 0-42-16,0 0-16 15,0 0-9-15,0 0-8 16,0 0-2-16,0 0-2 16,0 0-3-16,4-8-191 15</inkml:trace>
  <inkml:trace contextRef="#ctx0" brushRef="#br0" timeOffset="120395.98">7592 3584 91 0,'0'0'24'0,"0"0"-16"15,0 0 4-15,0 0 6 16,0 0 8-16,0 0-13 15,0 0-2-15,0 0 0 16,0 0 2-16,0 0 9 0,0 2 8 16,0-2-1-16,0 0-7 15,0 0-2-15,0 0 7 16,0 0-1-16,1 0-18 16,0-2-4-16,0-4-2 15,1 3-1-15,-2-1 1 16,0 0-1-16,2 0 1 0,-2 1-2 15,2 0 1-15,-2 2-1 16,0-2 0-16,0 3 0 16,2 0 0-16,-2 0-1 15,2 0-1-15,0 0 1 0,-2 7 1 16,3 3-1-16,-3 4 0 16,0 6 0-16,0 6 1 15,-5 2 0-15,-3 5-2 16,-6-1-3-16,-3-5-125 15</inkml:trace>
  <inkml:trace contextRef="#ctx0" brushRef="#br0" timeOffset="120892.53">7672 3238 139 0,'0'0'54'0,"0"0"15"16,0 0-30-16,0 0 11 0,0 0 9 16,0 0-23-16,0 0-17 15,0 0-15-15,0 0-3 16,0 0 1-16,-20 49 0 15,27-24 1-15,0 0 1 16,1 1-3-16,-1-4-1 16,0 0 1-16,-2-7-1 0,-1 0 1 15,2-4-1-15,-5-3-1 16,1-2 1-16,-2-2 0 16,0-3-2-16,0 0-3 15,0-1-64-15,0 0-57 16,-3-11-130-16</inkml:trace>
  <inkml:trace contextRef="#ctx0" brushRef="#br0" timeOffset="121143.47">7572 3096 255 0,'0'0'12'16,"0"0"44"-16,0 0-12 16,0 0-15-16,0 0-7 15,0 0-10-15,0 0-10 16,0 0-5-16,0 0 1 16,-20-9 1-16,24 18-5 15,0 0-4-15,1-3-131 0,-3-6-84 16</inkml:trace>
  <inkml:trace contextRef="#ctx0" brushRef="#br0" timeOffset="121652.39">7795 2955 95 0,'0'0'40'0,"0"0"14"0,0 0-15 0,0 0-6 16,0 0-2-16,0 0-2 16,0 0-10-16,0 0-12 15,0 0-3-15,0 0 0 16,67-18 0-16,-28 9-2 16,-2-1 0-16,1 2-2 0,-2 1 0 15,-7 2 1-15,-2 1-1 16,-6 3-3-16,-4-1-2 15,-5-1-52-15,-6-1-37 16,-6-3-96-16</inkml:trace>
  <inkml:trace contextRef="#ctx0" brushRef="#br0" timeOffset="121910.67">8104 2712 277 0,'0'0'3'0,"0"0"-2"16,0 0-1-16,0 0 5 15,53 44 47-15,-28-27-27 16,4 4 6-16,1 2-18 0,5 3-10 16,-3-5-2-16,1 3-1 15,-2-7 0-15,-4-2 0 16,-2-4-1-16,-6-7-12 15,-5-1-99-15,-7-3-14 16</inkml:trace>
  <inkml:trace contextRef="#ctx0" brushRef="#br0" timeOffset="122157.85">8289 2678 258 0,'0'0'1'16,"0"0"28"-16,0 0 29 16,0 0-26-16,0 0-26 15,0 0-4-15,0 0 4 0,-36 58 8 16,32-25-3-16,0 3-7 16,-1 2-2-16,0 0-1 15,-1-1-2-15,1 0 1 16,-1-7-3-16,-3-5 0 15,-2-5-84-15,2-11-85 16</inkml:trace>
  <inkml:trace contextRef="#ctx0" brushRef="#br0" timeOffset="122463.69">7916 2599 274 0,'0'0'8'15,"0"0"7"-15,0 0 8 16,0 0 3-16,0 0-9 15,0 0-12-15,0 0-4 0,0 0 0 16,0 0 1-16,64-32 1 16,-20 21-2-16,2-2-1 15,6 1 0-15,-6 0 0 16,2 2-1-16,-11-1-18 16,-9-5-162-16</inkml:trace>
  <inkml:trace contextRef="#ctx0" brushRef="#br0" timeOffset="123015.7">8468 2363 140 0,'0'0'37'0,"0"0"-6"16,0 0 5-16,0 0 2 15,0 0-7-15,0 0-2 0,0 0-2 16,0 0-12-16,0 0-13 15,0 0-1-15,13-15 4 16,5 32 10-16,7 9 9 16,4 11-9-16,0 13-8 15,0 15-2-15,-3 9 0 0,-5 11 1 16,-7 6-5-16,-6-6-1 16,-8-4-1-16,0-4 0 15,-16-8 0-15,-7-7-3 16,-9-10-73-16,-4-8-54 15</inkml:trace>
  <inkml:trace contextRef="#ctx0" brushRef="#br0" timeOffset="124876.55">8385 2840 133 0,'0'0'43'0,"0"0"-5"15,0 0-26-15,0 0-12 16,0 0 0-16,0 0 2 0,0 0 4 16,0 0 0-16,23 49 2 15,-17-33 0-15,-2 3-2 16,2-2-3-16,-2 1-2 16,-2-3 1-16,1-1-2 15,-2-1 1-15,2-4-1 0,-3-3-1 16,0-3-94-16</inkml:trace>
  <inkml:trace contextRef="#ctx0" brushRef="#br0" timeOffset="125111.98">8350 2719 235 0,'0'0'8'0,"0"0"27"16,0 0-14-16,0 0-7 15,0 0-7-15,0 0-7 16,0 0-2-16,0 0 0 16,-18 3-1-16,23 3 1 15,1 1-6-15,-4-7-203 0</inkml:trace>
  <inkml:trace contextRef="#ctx0" brushRef="#br0" timeOffset="126392.4">8524 2178 127 0,'0'-11'30'0,"0"0"9"0,0-1-19 0,0-1-4 16,7 1 3-16,3 2-6 16,2 0-2-16,1 2-3 15,3 4-5-15,0 0 0 16,2 4-2-16,-3 0-1 16,-1 0 0-16,-3 11 0 0,-5 2 0 15,-4 4 1-15,-2 4-1 16,0 4 2-16,-6 3 3 15,-7-1 4-15,-3 1 3 16,-1 0 6-16,2-6 5 16,3-2-8-16,5-6-7 0,4-1-5 15,3-6-2-15,12-4 2 16,13-3 3-16,12-3 51 16,8-11-25-16,9-3-19 15,6-3-8-15,-2 1-4 16,-6 5 1-16,-13 0-5 0,-14 0-7 15,-22-5-252-15</inkml:trace>
  <inkml:trace contextRef="#ctx0" brushRef="#br0" timeOffset="132574.92">18024 4627 107 0,'1'-6'22'0,"-1"-1"3"0,0 1-18 15,0 3-3-15,-4 1 1 16,1 2-3-16,-5 0-4 15,1 2-5-15,-5 7 2 16,2 2 2-16,1 2 2 0,1 4 2 16,2 2 1-16,3 2-2 15,2 2-2-15,1 2 2 16,0 4-1-16,2-4 5 16,4 1 29-16,1-5-3 15,2-1-11-15,-4-3-7 0,1-4-2 16,-2-2-7-16,-3-2-2 15,-1-2-1-15,0-3 0 16,-2 0-1-16,-7-4 0 16,0 0-10-16,-5-7-82 15</inkml:trace>
  <inkml:trace contextRef="#ctx0" brushRef="#br0" timeOffset="133902.51">21576 4577 103 0,'1'0'31'0,"-1"0"8"0,2 0-25 16,-2 0-14-16,0 0 1 16,2 1 1-16,1 2 0 15,-1 0 4-15,2-1 1 16,0-1 16-16,-2 1-8 15,0 0-5-15,-1-2 3 0,1 0-2 16,-2 0-7-16,0 0-1 16,0 2-1-16,0-2 0 15,0 1-1-15,0 3 0 16,0 2 0-16,2 1-1 16,1 7 1-16,1 3-1 0,-1 2 0 15,2 2 0-15,1 3 0 16,0 1-1-16,3-3 1 15,-3-2-2-15,-1-3-8 16,-3-5-114-16</inkml:trace>
  <inkml:trace contextRef="#ctx0" brushRef="#br0" timeOffset="134137.51">21638 4437 240 0,'0'0'4'16,"0"0"0"-16,1-39 0 0,0 39-2 16,-1 0-1-16,0 6-3 15,0 1 1-15,0-1-14 16</inkml:trace>
  <inkml:trace contextRef="#ctx0" brushRef="#br0" timeOffset="170887.2">19514 3259 136 0,'0'0'8'0,"0"0"22"0,0 0 34 0,0 0-40 16,0 0-12-16,0 0 0 16,0 0-4-16,-12-40-3 15,4 34 1-15,3 2-2 16,-3-1 0-16,0 0 0 0,0 1-1 16,-1 1-1-16,2-1 1 15,-1 1-1-15,2 3 3 16,-2-1-3-16,1-1-1 15,0 2 0-15,0 0-2 16,-1 0 2-16,-1 0-2 0,-1 5 1 16,-1 1 0-16,-3 2 0 15,1 3 0-15,-2-1 0 16,1 2 1-16,1 0-1 16,-1 2 0-16,1-1 0 15,2 2 0-15,4-1-1 0,-3 1 1 16,3 2 0-16,-1 3 0 15,1 0 0-15,1 2 0 16,2 3 0-16,-2-1 1 16,0 5-1-16,2 0 0 15,0 5 0-15,-1 3 1 0,-1 6 0 16,1 2 0-16,1 4 0 16,-3 0 0-16,2 2 0 15,1-1 1-15,-1 0-2 16,2-3 1-16,2-3 0 15,-1 0-1-15,2-3 2 0,0-4-1 16,0-2 0-16,0-2 0 16,0-2 0-16,0-2 1 15,4-2-1-15,1 0 0 16,1 1 2-16,-1-2-2 16,4 2 2-16,-3 0-3 0,1-2 2 15,0 1 0-15,-1-3-1 16,0-1 0-16,0-3 1 15,-2-2-1-15,-1-1 2 16,0-1-2-16,2-3 0 16,-3 1 1-16,4-3 3 0,-2 1 0 15,0-4 9-15,0 2 2 16,1-4-6-16,-1 0-2 16,1 0 0-16,2 0-4 15,-2-3-2-15,3 2 5 16,-3-1 3-16,4-2-3 0,-3 3 3 15,3-4-3-15,-2 2-1 16,2-2 0-16,0 1-1 16,-3-1-3-16,3-1-1 15,-2 2 1-15,0-2 0 16,0 0-1-16,1 0 3 16,-1 0 1-16,2 0 1 0,-3 0-2 15,1 0 1-15,-2-2 0 16,4 1 0-16,-5-2-2 15,3-1 1-15,-3-1 0 16,3 1 0-16,1 0-1 16,2-2 1-16,-3-2 0 0,2 1 2 15,4-2-1-15,-2-1-2 16,1 2 0-16,-2-2-1 16,1 1-1-16,1-1 1 15,-3 2-2-15,-1-1 1 16,3 2 0-16,-3-3-1 0,1 0 1 15,-1 2-1-15,4-4 1 16,-5 2-1-16,1-1 0 16,2-2 1-16,-1 1-1 15,1-1 0-15,0 0 1 16,-3 0-1-16,1-1 0 0,-3 0 1 16,3 1-1-16,-2 0 0 15,-2-1 1-15,2 0 0 16,-3 0-1-16,0 1 1 15,2-1-1-15,-1 2 0 16,0-1 1-16,0 1-1 16,0-1 0-16,1 2 0 0,1-1 0 15,-2 2 1-15,-1 0-1 16,4-1 0-16,-3 2 0 16,-1 0 0-16,3 0 0 15,-2-1 1-15,-1 0 0 0,0-1-1 16,3 1 1-16,-4-1 0 15,0 1 0-15,0 1-1 16,1-1 1-16,-1 3-1 16,0-3 1-16,0 3-1 15,0-2 1-15,-1 2 0 0,-1-3 0 16,1 0 0-16,0-1 0 16,0 0 0-16,0 1 0 15,1-3-1-15,0 1 2 16,3 1-2-16,-5 1 0 15,1 0 0-15,2 0 0 16,-1 0 0-16,1-1 1 0,-1 0-1 16,1-1 0-16,1 2 0 15,2-2 0-15,-2 0 0 16,0 2 0-16,0 0 0 16,0-1 0-16,-1 3 0 0,-1-1 0 15,0 0 0-15,0-1 0 16,0 2 1-16,0-2-1 15,-2 0 0-15,0 1 0 16,0-2 0-16,0-2 1 16,0-1-1-16,0 0 0 0,0-2 0 15,0-2 0-15,0 1 1 16,-2-2-1-16,-2 2 0 16,2-3 0-16,-2 2 0 15,1 0 0-15,-1-1 1 16,0 2-2-16,0 1 2 0,0-2-1 15,0 4 0-15,0-2 0 16,1 2 0-16,1 1 0 16,-2-1 0-16,2 0-1 15,0 0 1-15,-1 1 0 16,0-2 0-16,-1 1 0 16,0 0-1-16,-1 0 1 0,1 3 0 15,-1-1 0-15,1 1-1 16,-5-2 1-16,4 3-1 15,-2-1 1-15,3 2 0 16,-3-1-1-16,1 2 1 16,1 1 0-16,-1 1 0 0,3-1 0 15,-4 0 0-15,2 3 0 16,-1-1 0-16,1 0 0 16,-1 2-2-16,0-1 2 15,1 1 0-15,-2-2-1 16,1 2 1-16,-1 1 0 0,-1-1-1 15,0 0 1-15,1-1 0 16,-1 1 0-16,1-3 0 16,-2 2 0-16,2 1 0 15,-1-1 0-15,-1-1 0 16,-1 1 0-16,-5 0 0 0,-4 1 0 16,-2 3-1-16,-8 0 0 15,-8 2-2-15,-5 11 0 16,-2 2-5-16,-5-8-64 15,6-7-166-15</inkml:trace>
  <inkml:trace contextRef="#ctx0" brushRef="#br0" timeOffset="179032.81">25298 14019 106 0,'0'0'17'0,"0"0"21"0,0 0-23 16,0 0-5-16,0 0-1 15,0 0 4-15,0 0 0 0,0 0 1 16,0 0-6-16,0 0-2 15,-26-1-3-15,18 1 1 16,0 1-1-16,-1 2 2 16,-3 1-4-16,-3 0 2 15,-3 2-1-15,0 1 0 0,-5-2 1 16,-1 0-1-16,-1 1 0 16,1-1 0-16,0-1 0 15,2-3 1-15,1 1 1 16,5-2-1-16,2 0 1 15,1 0 1-15,4 0-1 0,0 0-2 16,5 0-1-16,1 0 0 16,-1 0-1-16,2 0 0 15,0 0 0-15,0 0-1 16,-1 3 1-16,-1 3 0 16,-1 3 0-16,-2 0 0 15,-2 4 0-15,1 3 0 0,-2 2 0 16,1 1 0-16,-1 3 0 15,0 4 0-15,0 3 0 16,0 2 1-16,2 3-1 16,-4 3 2-16,4 1-1 0,1 2 3 15,-2 4-1-15,6 5 4 16,-3 5 11-16,3 6 1 16,0 4-7-16,2 4 1 15,-1 5 2-15,-2 2-2 16,2 0-1-16,-1 2 3 0,0 0 1 15,-2 1-7-15,2 0 2 16,-1 1-3-16,-1-5 1 16,-1 2 1-16,2-3-2 15,0 1-3-15,0-3 0 16,1-4 2-16,1 1-2 16,1-2 2-16,1-1 2 0,-1-1-1 15,1-2-4-15,0 1 0 16,0-3 0-16,0-1 2 15,0-1-2-15,3-4-1 16,-1 0-1-16,0-1-1 16,-2-2-1-16,0 3 1 0,0-4 0 15,0-1-1-15,0-2 0 16,-3-3 1-16,-1-2-2 16,2-3 1-16,-2-1 1 15,3-3-1-15,-1-3 0 16,1 0 0-16,1-4 2 0,0-4-1 15,0-2 0-15,0-1-1 16,0-4 1-16,0-5-1 16,4 1 1-16,0-4 0 15,0 1-1-15,-1-3 0 0,1-1 1 16,1-1-1-16,-4-1 1 16,1-1-1-16,0 0 1 15,2 0-1-15,0-2 1 16,-2 1 0-16,1-1 0 15,1-1 0-15,0 3-1 16,1-3 1-16,0 0 0 0,1 0 0 16,-1 0-1-16,3 0 1 15,0 0 0-15,0 0-1 16,3 0 1-16,3 0 0 16,-1-3 0-16,3 2 1 15,2-1 2-15,4 1 5 0,3 1-3 16,-1 0-4-16,10 0-2 15,-2 0 2-15,3 0-1 16,1 0 0-16,3 3-1 16,-1 1 1-16,-1-3 0 15,-1 1-1-15,-1 1 1 0,-3-2 2 16,-1-1-3-16,4 0 1 16,-3 0-1-16,1 0 1 15,-2-5 0-15,1 0-1 16,-1-2 2-16,-4 1-1 15,-1 1-1-15,-3-1 1 16,-5 3 0-16,-2-1-1 0,-4 4 0 16,-3-1 0-16,-3 0 0 15,0 1 0-15,-4 0 0 16,-1 0 0-16,-1 0-1 16,0 0 1-16,0 0-2 15,0 0-3-15,0 2-29 0,0-2-35 16,-2-2-38-16,-1-19-146 15</inkml:trace>
  <inkml:trace contextRef="#ctx0" brushRef="#br0" timeOffset="180095.94">31072 13833 75 0,'0'0'-16'0,"0"0"6"0,0 0-1 0,40 0 0 16,-20 0 0-16,3 0-3 16</inkml:trace>
  <inkml:trace contextRef="#ctx0" brushRef="#br0" timeOffset="180842.03">31478 13847 2 0,'0'0'2'15,"0"0"-2"-15,-23 54 2 16,15-26 5-16,-1 7 16 15,-1 3 14-15,3 6 6 16,1 4 6-16,1 6-4 16,2 11 9-16,3 2-6 15,0 7 26-15,0 9-13 0,0 7-41 16,2 4-11-16,2 3-4 16,-1 4 1-16,-1 2-2 15,-2-2 0-15,0-3 0 16,-3 0 0-16,-4 1 1 0,-1-5 2 15,-1-4 1-15,-2-1 2 16,0-1-4-16,-2-2 0 16,1-6 0-16,-1 0 4 15,3-3-3-15,0-1-1 16,0-2-2-16,4-4 1 0,1-1 1 16,3-3 9-16,0-1-3 15,2-5-6-15,0-2-3 16,0-4 0-16,0-2-3 15,2-2 2-15,4-3 0 16,-2-2 0-16,1-2 0 16,0-4-1-16,-4 0 1 0,1-3 0 15,-2-4-1-15,0-1-1 16,0-5 0-16,0-5 0 16,-2-2 1-16,-3-5-1 15,2-2 1-15,0-4-1 0,1-4 0 16,0 2 2-16,2-4-1 15,-3 0-1-15,2 1 2 16,0-1-1-16,0 0 0 16,1 1-1-16,-1 0 0 15,0 0 1-15,-1 0-1 0,-1 0 0 16,-5 1 1-16,-2-3 0 16,-3 4 2-16,-5-1 4 15,-7 1 4-15,-4 1 0 16,-7-1-4-16,-6 1-2 15,-8 1-2-15,-7 1-2 16,-4-3 0-16,-1 0-2 0,3-4 1 16,4-1 0-16,6-6-4 15,9-22-58-15,9-26-164 16</inkml:trace>
  <inkml:trace contextRef="#ctx0" brushRef="#br0" timeOffset="181509.35">31029 13975 89 0,'-3'-6'10'0,"1"0"-2"0,0-2 24 0,1 4 9 16,1-1-6-16,-1 0-21 0,1 0-7 15,0 3-3-15,0-2-5 16,9 1-3-16,8 1-9 15,4-1-4-15,8 2-2 16,7 1 6-16,5 0 5 16,1 0 8-16,0 0 0 0,-3 3-2 15,-3 1 1-15,-5 0 4 16,-4 0 2-16,-4 1 4 16,-3-1 0-16,-7-1-4 15,-7 1 1-15,-6-4-5 16,-6-4-1-16</inkml:trace>
  <inkml:trace contextRef="#ctx0" brushRef="#br0" timeOffset="182386.77">25130 12616 234 0,'0'0'-3'0,"0"0"7"0,-29-37-2 16,23 28 1-16,2 4-1 16,1 2 1-16,-2 0 3 0,3 1 2 15,0 2 12-15,0 0-1 16,2 0-14-16,0 5-2 16,0 6-2-16,4 6 1 15,8 7 2-15,3 3 8 16,7 4 46-16,2 5-45 15,3 0-10-15,0 2-1 0,0-3-1 16,-1-1 0-16,-3-3-1 16,-4-5 0-16,-3-4 1 15,-3-5-1-15,-5-3 0 16,-1-3 0-16,-3-3 0 16,-4 0-2-16,0-4-1 0,-4-3-4 15,-5-1-80-15,-5-4-52 16</inkml:trace>
  <inkml:trace contextRef="#ctx0" brushRef="#br0" timeOffset="182713.4">25332 12587 198 0,'0'0'4'0,"0"0"2"0,0 0 3 0,0 0 6 16,0 0-3-16,-43-10-3 0,34 25 9 16,-3 5 10-16,-1 5-10 15,0 8-3-15,-5 6-7 16,-2 5 0-16,2 3-4 15,-6-3-3-15,1-1-2 16,4-5 0-16,0-4 0 0,6-6-1 16,1-4 1-16,3-6-4 15,6-11-66-15,3-7-148 16</inkml:trace>
  <inkml:trace contextRef="#ctx0" brushRef="#br0" timeOffset="183747.66">25785 12861 292 0,'9'0'0'0,"2"-4"5"16,3-3-1-16,6 1-1 15,3 1-1-15,3 1-1 16,-4 2 0-16,1-1-1 0,-1 3 0 16,-6 0 0-16,1 0 0 15,-3 3-1-15,-3 3-4 16,-5-3-92-16</inkml:trace>
  <inkml:trace contextRef="#ctx0" brushRef="#br0" timeOffset="183919.31">25818 13001 339 0,'0'0'6'16,"0"0"-1"-16,0 0-3 0,54-3-2 15,-18 1 1-15,9 2-1 16,2-3-1-16,-2-5-2 16,-6-3-140-16</inkml:trace>
  <inkml:trace contextRef="#ctx0" brushRef="#br0" timeOffset="185405.75">25649 14305 126 0,'0'0'8'0,"0"0"9"0,0 0 10 0,0 0-7 16,7-39-3-16,-7 39-5 15,0 0-7-15,0 0-1 16,0 0-2-16,0 2 0 16,0 6 0-16,0 6 0 0,0 3 1 15,-1 3-1-15,-1 4 0 16,-1 5-1-16,2-1-2 16,-1 3-1-16,2-1 23 15,-1-1 4-15,0 0-5 16,1-3-17-16,-1 2-3 0,1-5 0 15,0-3-2-15,-1-5-5 16,-1-6-242-16</inkml:trace>
  <inkml:trace contextRef="#ctx0" brushRef="#br0" timeOffset="186109.58">25570 15233 198 0,'0'0'8'0,"0"0"24"0,0 0-27 0,0 0-4 0,0 0 4 16,0 0 8-16,0 0 15 16,0 0-5-16,0 0-5 0,0 0-2 15,0 0 2-15,8-11-8 16,0 7-5-16,3-1 1 15,5 1 0-15,-2 3 0 16,4 1-3-16,-2 0-1 16,-1 4-2-16,-2 9 1 0,-4 4-1 15,-4 4 0-15,-5 5 2 16,0 3-2-16,-8 4 0 16,-5 3 0-16,-9 1-2 15,-1-2 4-15,0 1-2 16,-4-7 0-16,3-3 0 0,2-6 0 15,4-6 1-15,5-4-1 16,9-6 0-16,4-1 1 16,11-3 0-16,7 0 0 15,12 0 1-15,7 0 3 16,4 3-1-16,-2-3-2 16,-5 4-1-16,-5 4-1 0,-9 1-80 15,-12 0-76-15</inkml:trace>
  <inkml:trace contextRef="#ctx0" brushRef="#br0" timeOffset="186861.08">25611 16107 204 0,'0'0'27'0,"0"0"16"0,0 0-8 16,0 0 1-16,0 0-6 16,0 0-4-16,0 0-6 15,0 0-9-15,0 0-5 0,13-39-3 16,-5 39-2-16,3 0 0 15,-1 0 0-15,-1 0 0 16,1 5-2-16,-2 6 2 16,-3 2-1-16,-2 2 1 15,-2 3-2-15,-1 1 1 16,0 4-1-16,-7-4 0 0,-3 0-1 16,-2 0-7-16,1-4 7 15,2 0 2-15,-2-5 0 16,6-2 0-16,1 2 0 15,4-4 0-15,0 1-1 0,7 0 1 16,7 1 0-16,1 0 0 16,5 0 0-16,0 2 0 15,0 0 0-15,0 0 1 16,-5 1-2-16,0 1 1 16,-5 3 1-16,-6-2-2 0,-3 3 2 15,-1-2 0-15,-1 0-1 16,-10 2 2-16,-6-2 1 15,-2-3 0-15,-5 2 2 16,-2-3-3-16,-2 0 1 16,0-3-2-16,0-1 0 15,3-2 0-15,3-2-1 0,3-2-1 16,6 0-69-16,2-9-162 16</inkml:trace>
  <inkml:trace contextRef="#ctx0" brushRef="#br0" timeOffset="188167.77">27566 14283 40 0,'3'-3'43'0,"2"-1"-1"0,1-2 3 0,-4 2-14 15,1 1 4-15,0 2-3 16,-2-1-8-16,-1 2-3 15,0 0-10-15,0 0-5 16,0 6 0-16,0 8 3 16,-6 6 5-16,-2 6 1 0,-1 2-2 15,-3 6 0-15,-2 3-5 16,0-3-2-16,0 0-4 16,1-4 0-16,3-6-1 15,1-3 0-15,5-6 0 16,2-5 1-16,2-3-1 15,1-6 0-15,13-1 20 0,7 0 0 16,6 0-10-16,5 3-4 16,7-10-6-16,5 3 0 15,-1-1 0-15,1 1 0 16,-4 1-1-16,-5 1 0 16,-8 0 0-16,-8 2-1 0,-8 0 0 15,-6 0-8-15,-5 0-31 16,-1 3-4-16,-11-2-29 15,-4-1-23-15,-3 0-110 16</inkml:trace>
  <inkml:trace contextRef="#ctx0" brushRef="#br0" timeOffset="188371.33">27710 14493 186 0,'0'0'9'0,"0"0"52"16,0 0-19-16,0 0 11 0,0 0 2 15,0 0-22-15,0 0-26 16,0 0 3-16,0 0 5 16,15 34-5-16,-9-4-5 15,-2 7-2-15,-3 7-3 16,-1 4 0-16,0 2-1 0,-9-2-3 16,0-1-94-16,-6-7-96 15</inkml:trace>
  <inkml:trace contextRef="#ctx0" brushRef="#br0" timeOffset="189009.67">27709 15206 261 0,'0'0'4'15,"0"0"37"-15,0 0 2 0,0 0-9 16,0 0-16-16,0 0-5 16,0 0-4-16,0 0-3 15,0 0-5-15,-62-18 1 16,32 18-1-16,-2 0 0 15,0 0-1-15,-1 0 1 16,6 0-1-16,4 0 1 0,3 0-1 16,8 1 1-16,4 6-1 15,2 6-1-15,3 3 1 16,3 6 0-16,0 7 1 16,0 2 0-16,0 6-1 15,5 1 0-15,-1-1 0 0,0-1 0 16,-1-7 1-16,1-6-1 15,-2-6 0-15,-2-7 0 16,3-7 2-16,2-3 3 16,4 0 42-16,1-10-37 15,3 2-7-15,5-2-2 0,1 3 1 16,1 4-2-16,4 3 0 16,-2 0 0-16,0 13 0 15,0 8 0-15,-2 3 0 16,-6 3-1-16,-2 7 1 15,-6-1-1-15,-5 0 1 0,-1-1 0 16,0-1 1-16,-9-4-1 16,-5-4 1-16,-2-4-1 15,-4-5 1-15,-5-3 0 16,-3-2-1-16,-4-3 0 16,-4-1-11-16,1-3-27 0,-1 0-37 15,2-2-28-15,4 0-5 16</inkml:trace>
  <inkml:trace contextRef="#ctx0" brushRef="#br0" timeOffset="189448.36">27479 16438 324 0,'0'0'57'0,"0"0"1"0,0 0-24 16,0 0-17-16,0 0-7 0,0 0 5 15,-30 55 0-15,28-23 2 16,1 4 1-16,1 3-7 15,0 1-4-15,8-4-2 16,2-2-4-16,3-4 0 16,5-3 0-16,1-7-1 0,4-6 3 15,2-5-2-15,1-8 1 16,1-1 0-16,-4-4 0 16,1-9-1-16,-7-1 0 15,-5-3 0-15,-9 1 1 16,-3-2 0-16,-5 2 11 0,-14 2 7 15,-2 3-9-15,-6 2-5 16,-2 4-2-16,2 4-3 16,3 1-1-16,6 0 0 15,4 6-7-15,8-6-87 16,6-10-152-16</inkml:trace>
  <inkml:trace contextRef="#ctx0" brushRef="#br0" timeOffset="190207.73">29732 14514 104 0,'0'0'58'15,"0"0"-14"-15,0 0-8 0,0 0 11 0,0 0 8 16,0 0-16-16,0 0-19 16,0 0-14-16,0 0-3 15,45-16 5-15,-13 15 3 16,2-1-3-16,2 0-2 15,0-1-1-15,-2-1-3 0,-5 4 0 16,-4-3 0-16,-7 2-1 16,-6 1 4-16,-3 0 1 15,-5 0 0-15,-2 0-4 16,-2 2 0-16,0 7 1 16,-1 3-1-16,-4 6 1 0,-4 6-1 15,0 6 0-15,-1 9 0 16,-2 9-2-16,-1 1 3 15,0 2-2-15,2-2-1 16,0-5 0-16,3-6 1 16,2-8-1-16,0-7 1 0,-1-6-18 15,0-9-81-15,0-5-96 16</inkml:trace>
  <inkml:trace contextRef="#ctx0" brushRef="#br0" timeOffset="190803.34">29947 15642 223 0,'0'0'11'0,"0"0"37"0,29-41 4 0,-27 28-7 0,-2 0 0 16,0-1-15-16,-3 3-8 15,-9-2-3-15,-3 3-10 16,-5 5-3-16,-3-1-4 0,-2 6-1 15,0 0-1-15,3 0 1 16,2 10-1-16,7 1 0 16,3 6-1-16,8-1 0 15,2 2 1-15,2 4 0 16,11 2 0-16,1 3 0 0,4 1 0 16,-2 6 0-16,-2-1-3 15,-2 4-11-15,-4-5-21 16,-1 0 25-16,-6-5 7 15,-1-4 1-15,0-4 2 16,-2-6 0-16,-9-1 1 0,-1-5 1 16,-2-3 1-16,-1-3 12 15,-1-1 7-15,-1 0-2 16,0-4-4-16,1-4-4 16,1-5-4-16,5-3-3 15,8-5-3-15,2-5 0 0,9-4-1 16,15-4-1-16,8-1 0 15,8-1-4-15,1 2-49 16,-3 7-31-16,-5 0-103 16</inkml:trace>
  <inkml:trace contextRef="#ctx0" brushRef="#br0" timeOffset="191433.66">29927 16665 286 0,'0'0'9'0,"0"0"18"0,0 0-14 0,0 0 4 16,0 0 22-16,17-43 2 15,-17 33-11-15,0-2-10 16,-4 0-5-16,-7 2 0 0,-1 2-1 15,-7 2 2-15,-1 3-6 16,-2 3-6-16,1 0 1 16,0 7-3-16,2 5 1 15,2 5 1-15,5 1-1 16,1 4-1-16,6 0-1 16,2-1 0-16,3 1-1 0,0-5 0 15,5-2-1-15,7-2 1 16,5-6 0-16,2-5 0 15,2-2 0-15,1 0-9 16,2-7-6-16,-4-5 0 16,-2 2 7-16,-3-1 3 0,-6 1 4 15,-2 3 1-15,-5 1 1 16,1 6 14-16,-1 0 9 16,2 2-18-16,-2 13-3 15,1 5 7-15,-1 10 3 16,-2 6-4-16,0 5 3 0,-5 1-6 15,-6 3-4-15,-4 0-1 16,-4-3 1-16,-5-5-2 16,-3-4-2-16,-3-9-19 15,-6-17-132-15</inkml:trace>
  <inkml:trace contextRef="#ctx0" brushRef="#br0" timeOffset="199493.29">25450 13475 60 0,'0'0'30'0,"0"0"-13"0,0 0-13 16,0 0 38-16,0-3-36 0,0 3-3 15,0-1 1-15,0-1-2 16,0 1 0-16,0-2-1 16,0 3-2-16,2-3-4 15,-1 3-5-15,3 0-7 0,-2 0 2 16,1 0 3-16,1 0 5 15,4 6 2-15,-1-2 3 16,4 3 2-16,2 3 0 16,2-1 2-16,2 5-2 15,5 3 1-15,0 4 0 16,1 2 1-16,2 1 7 0,1 4 20 16,-3-2 6-16,-3 1-5 15,-2-3 1-15,-1-1-4 16,-5-2-7-16,-3-5-3 15,0-3 0-15,-6-3-1 16,-1-2-5-16,0-4-6 0,-2-3-2 16,0 1-1-16,0 0-1 15,0 1-1-15,0 1-4 16,-4 1-4-16,-4-3-6 16,3-2-7-16,-3-1-179 15</inkml:trace>
  <inkml:trace contextRef="#ctx0" brushRef="#br0" timeOffset="200132.87">25803 13462 50 0,'0'0'2'0,"0"0"3"0,0 0-1 0,0 0 2 16,0 0 6-16,0 0 17 0,0 0-3 15,0 0-19-15,0 0-2 16,0 0-2-16,0 0-1 16,-40 0 0-16,35 0-1 15,1 0 2-15,1 0-2 16,-3 0 0-16,0 3 0 0,0 1-1 15,-1 3 0-15,1 0 1 16,-3 2-1-16,-1 4 1 16,-2 0-1-16,0 5 1 15,-3 3 1-15,1 1-2 16,-3 1 0-16,2 2 1 0,-2-1 0 16,-2 0 9-16,1-1 15 15,-1-2-6-15,-1-1 1 16,1 0-2-16,-1-4-2 15,4-1-3-15,1-5-3 16,5-1-2-16,2-3-2 16,2-3-1-16,4-1-2 0,1-1 0 15,1-1-2-15,0 0 2 16,6 2 0-16,0 1-3 16,1 1-3-16,-1 0 1 15,0-4-13-15,-4 0-282 16</inkml:trace>
  <inkml:trace contextRef="#ctx0" brushRef="#br0" timeOffset="201439.62">25920 13845 86 0,'3'-4'13'0,"0"0"1"0,-1 4-6 15,-2 0-1-15,0 0 23 16,0 0-11-16,0 0-6 0,0 0-2 15,-4 0 3-15,2 0 2 16,0 0-2-16,1 0-2 16,0 0-2-16,1 0-2 15,0 0 1-15,0 0 2 0,0 0-2 16,0 0-3-16,0 0 2 16,0 2-3-16,0 2-1 15,0 0 1-15,0 2-1 16,0 2 0-16,-1 2 3 15,-4 3 2-15,2 1 6 0,1 3-1 16,0 2-2-16,1-1-5 16,0 2 0-16,1 1-2 15,0-1 2-15,0-3-1 16,0-1-2-16,0-5 0 16,0 0 1-16,0-6 0 15,0-2 1-15,0-2-1 16,0 1 2-16,0-2 11 0,0 0 15 15,0 0-14-15,0 0-14 16,0-5-3-16,0-3-2 16,0-3 1-16,0-2 0 15,0-4-1-15,0-3 0 0,0-2 0 16,-1 1 0-16,0-1 0 16,-1 3-1-16,0 0 1 15,0 7-2-15,1 2-2 16,0 4-1-16,1 3 3 15,0 3 1-15,0 0-2 0,0 0 0 16,0 6 1-16,6 3-2 16,-3-8 1-16,1-2-276 15</inkml:trace>
  <inkml:trace contextRef="#ctx0" brushRef="#br0" timeOffset="202531.65">27348 13391 114 0,'-5'0'3'0,"1"-3"1"0,2 1-1 15,2 0 2-15,0 2 2 16,0 0-4-16,0 0 3 16,5 4-1-16,3 5-1 0,3 2 0 15,5 2-2-15,2 4-1 16,2 3 1-16,4 4 0 15,1 3 5-15,0 4 29 16,-1 1-8-16,2 2 1 16,-1-2 0-16,-4-2-8 0,-2-2-14 15,-1-5-4-15,-5-3 2 16,-3-6-4-16,-4-2 0 16,-1-5 0-16,-3-3 0 15,-2 0 0-15,0-2 1 16,0-1 0-16,-2-1-2 0,-5 0 0 15,-1 0-2-15,0 0-5 16,-2-11-92-16</inkml:trace>
  <inkml:trace contextRef="#ctx0" brushRef="#br0" timeOffset="202849.69">27633 13461 134 0,'0'0'5'16,"0"0"5"-16,0 0 1 16,0 0-3-16,0 0 1 15,-45 15 7-15,32 4 32 16,2 2-34-16,-2 6-8 0,-1 3-1 15,-3 0 4-15,2 1 0 16,-1 3-3-16,0-6-5 16,2 0 0-16,0-4-1 15,3-2 0-15,0-3 0 16,5-5-1-16,3-4-2 0,3-10-71 16</inkml:trace>
  <inkml:trace contextRef="#ctx0" brushRef="#br0" timeOffset="203343.83">27859 13785 218 0,'0'0'1'0,"0"0"5"15,0 0 5-15,0 0 7 16,0 0-5-16,0 0 0 0,0 0 1 16,2-40 0-16,5 34-10 15,0 1-1-15,1 3-2 16,0 0-1-16,-1 2 0 15,-2 0 0-15,0 0 0 0,-2 8 0 16,-1 2 1-16,-2 3-1 16,0 2 0-16,0 2 0 15,-3-1 0-15,-7 2 0 16,-1 2 0-16,-2-3 0 16,-1-1 0-16,-1 2 0 0,1-2 0 15,0-3 1-15,2-1-1 16,4-3 0-16,2-2 0 15,5 0 0-15,1-4 1 16,7 0 3-16,6-2 47 16,6 2-32-16,4-3-9 15,6 0-6-15,-2 3-2 0,0-1-2 16,0 1 1-16,-8-3-11 16,-6 0-124-16</inkml:trace>
  <inkml:trace contextRef="#ctx0" brushRef="#br0" timeOffset="204267.97">29520 13346 172 0,'0'0'3'0,"0"0"2"16,0 0 13-16,0 0 9 16,0 0 0-16,0 0-9 15,0 0-8-15,0 0 5 0,0 0 7 16,0 0-7-16,55 8-1 15,-32 9 4-15,5 2-3 16,4 2-7-16,-2 7-3 16,1-1-3-16,0 3 0 15,-4-1-2-15,-3-2 1 0,-4-2-1 16,-4-6 0-16,-5-4 0 16,-4-3 0-16,-2-5 0 15,-5-3 0-15,0-1-1 16,0-2-2-16,-8-1-10 15,-2 0-70-15,3-8-23 0</inkml:trace>
  <inkml:trace contextRef="#ctx0" brushRef="#br0" timeOffset="204594.23">29835 13329 137 0,'0'0'9'0,"0"0"-7"0,0 0 2 15,0 0 6-15,0 0 11 16,0 0 20-16,0 0-25 16,-38-13-4-16,31 26 13 15,1 4 2-15,-1 3-18 16,-2 5 2-16,-4 2 0 0,0 3-2 15,-3 5-6-15,2 0-1 16,-3-3-1-16,2-5-1 16,1 0 1-16,4-6-2 15,1-6 0-15,5-4-2 16,-1-4-1-16,5-1-1 0,0-6-80 16,10-3-125-16</inkml:trace>
  <inkml:trace contextRef="#ctx0" brushRef="#br0" timeOffset="205329.45">30033 13583 185 0,'0'0'7'0,"0"0"18"0,0 0 0 16,0 0-10-16,0 0 0 0,0 0 2 16,0 0-7-16,0 0-4 15,0 0-3-15,46-36 0 16,-33 32-1-16,0 3 3 16,-2 1 4-16,0 0 1 15,1 0-5-15,-5 5-3 0,-1 5 0 16,-2 4-2-16,-3 1 0 15,-1 0 1-15,0 2-1 16,0-2 0-16,-8 0 0 16,-1-2 0-16,-3-1 1 15,1-3-1-15,0-1 0 0,1-3 0 16,0-2 1-16,5 0-1 16,2-2 0-16,3-1 0 15,0 0 0-15,8 3 0 16,5-1 1-16,5 2-2 15,4 1 2-15,-3 3-1 0,2 1-1 16,-2 4 2-16,-4 0-1 16,0 1 0-16,-5 3 0 15,-3-1 0-15,-3 0 0 16,-3-1 0-16,-1 1 1 16,-1-1-1-16,-8-3 2 0,-6-1 1 15,-1 0 6-15,-6-2 9 16,-3-2-1-16,-3-2-8 15,0 1-5-15,-2-3-3 16,2 1-1-16,5-3 0 16,3-1-2-16,8 0-2 0,6-14-119 15</inkml:trace>
  <inkml:trace contextRef="#ctx0" brushRef="#br0" timeOffset="210622.47">28604 13647 37 0,'6'-9'-2'0,"-4"1"7"16,0 3-4-16,-1 0 0 15,-1 1 1-15,0-1-2 0,0 2 0 16,-3-1 1-16,-2 2-1 16,2 0 0-16,-1-1 0 15,1 2 0-15,-1-1-1 16,3-1-8-16</inkml:trace>
  <inkml:trace contextRef="#ctx0" brushRef="#br0" timeOffset="211036.48">28539 13512 41 0,'0'0'10'16,"0"0"10"-16,0 0 12 0,0 0 7 15,0 0-8-15,0 0-1 16,0 0-2-16,0 0-11 16,-27-23-13-16,27 23-1 15,0 11-1-15,2 1 0 16,6 6 1-16,6 4-1 0,4 3-2 15,3 4 1-15,3-1 0 16,-2 3 26-16,3-1 3 16,-3-3 8-16,-4-1-7 15,-1-2-16-15,-5-3-11 16,-2-7-2-16,-4 0-1 16,-2-5 0-16,-3-2 0 0,-1-1-1 15,0-2 0-15,0-1-2 16,-7-2-2-16,-2-1-14 15,-2 0-97-15,2-8-35 16</inkml:trace>
  <inkml:trace contextRef="#ctx0" brushRef="#br0" timeOffset="211276.6">28771 13523 205 0,'0'0'-1'0,"0"0"3"16,0 0 2-16,0 0 8 16,0 0 5-16,0 0-8 15,-42-17-4-15,28 31 0 16,0 5-1-16,-2 4-2 16,2 2-2-16,-3 2-2 0,2 3 4 15,-1-2 25-15,3 0-21 16,2 0-5-16,-2-1-1 15,6-3-1-15,0-7-6 16,1-6-156-16</inkml:trace>
  <inkml:trace contextRef="#ctx0" brushRef="#br0" timeOffset="211667.59">28941 13786 219 0,'0'0'5'15,"0"0"45"-15,0 0-42 16,0 0 7-16,0 0 18 15,11 50-12-15,-7-30 8 0,0 2 1 16,0 3-9-16,2 2-5 16,-4-1-8-16,1 1-1 15,-1-3-3-15,-2-5-2 16,0-1-1-16,0-5 0 16,0-4 0-16,-7-2 0 0,-4-3 1 15,0-1-2-15,-5 1 0 16,0-4-1-16,-4 0 0 15,2 0-3-15,0 0-14 16,0-8-87-16,2-4 9 16,4-4-92-16</inkml:trace>
  <inkml:trace contextRef="#ctx0" brushRef="#br0" timeOffset="211859.55">28909 13695 250 0,'0'0'2'15,"0"0"5"-15,0 0 20 16,0 0-11-16,0 0-12 16,0 0-5-16,0 0 2 0,0 0-4 15,0 0-8-15</inkml:trace>
  <inkml:trace contextRef="#ctx0" brushRef="#br0" timeOffset="213085.49">28495 14581 179 0,'0'0'29'0,"0"0"-8"15,0 0-7-15,0 0 0 16,0 0 8-16,0 0 8 16,0 0 3-16,0 0-1 0,0 0-8 15,0 0-9-15,46 15-4 16,-26-15-3-16,4 0-3 16,1 0 0-16,-4-3-1 15,0-3-2-15,-3 3 1 16,-2 0-2-16,1-1 0 0,-4 1 1 15,0 2-2-15,-3-2 1 16,-1 1-1-16,-2 0 0 16,0 2 0-16,-5-2 1 15,0 2-1-15,-1 0 1 16,-1 0 1-16,0 0 0 0,0 0-1 16,0 0 2-16,0 2-1 15,-5 8 1-15,-1 4 0 16,-2 4 1-16,2 6-1 15,-1 6 0-15,-2 3-3 16,2 6 1-16,-1 0-1 0,0 4 0 16,0 2-1-16,-2-1-23 15,0-6-85-15,1-5-87 16</inkml:trace>
  <inkml:trace contextRef="#ctx0" brushRef="#br0" timeOffset="213745.56">28681 15568 239 0,'0'0'25'0,"0"0"16"0,0 0 4 0,0 0-23 16,0 0-7-16,0 0 5 15,3-38 6-15,-8 27-8 0,-6-1-7 16,-3 1-5-16,0 2-2 15,-7 2-2-15,1 3-1 16,-5 4-1-16,-1 0 0 16,-1 6 1-16,2 4-2 0,4 2 1 15,3 3 0-15,8-1 0 16,1 0-1-16,8 0 1 16,1-2-1-16,11-1 1 15,5 0 0-15,7 1 0 16,4 1-1-16,-1 1 1 15,0 3-3-15,-3 4 1 0,-2 0 0 16,-9 2-3-16,-1 4 2 16,-5-1 3-16,-3-2 1 15,-3-1-2-15,0-2 2 16,-10-3-1-16,-2-5 2 16,0-4 0-16,-5-4 5 0,2-5 2 15,-2 0 5-15,2-1 3 16,0-11 0-16,3-2-1 15,3-1-5-15,3-3-3 16,4 0-4-16,2-2-2 16,0 2-2-16,7-1 1 0,5-2-2 15,1 1 1-15,4 2 0 16,0-2-3-16,2 1-11 16,0 1 1-16,-3 2-8 15,1 5-7-15,-5-5-17 16,-3 0-78-16</inkml:trace>
  <inkml:trace contextRef="#ctx0" brushRef="#br0" timeOffset="214677.52">28440 16433 319 0,'-3'-4'31'0,"1"0"27"0,0 1-34 15,2 3-12-15,0 0-13 16,0 8 2-16,0 5 3 16,0 6 10-16,1 3-1 0,2 7 0 15,0 4-6-15,4 2-1 16,-4 6 0-16,0-4-5 16,0 2 0-16,1-3 0 15,-2-3-1-15,-1-3 0 16,1-5 0-16,-2-5 0 0,0-4-6 15,0-4-29-15,0-7-32 16,0-5-52-16,0 0-72 16</inkml:trace>
  <inkml:trace contextRef="#ctx0" brushRef="#br0" timeOffset="-214044.02">28627 16584 175 0,'0'0'26'0,"0"0"13"16,0 0 9-16,0 0-9 0,0 0-5 15,0 0-4-15,0 0 22 16,0 0-32-16,0 0-2 15,0 0-1-15,0 0-4 16,7-37-4-16,0 24-3 16,2 2-3-16,3-1-2 15,0 1-1-15,-1 3 0 0,1 0 0 16,-1 4 0-16,-2 4 0 16,1 0-1-16,-2 3-2 15,-3 10 2-15,-1 4 0 16,0 6 0-16,-4 4 1 15,0 5 1-15,0 2-1 0,-6 2 1 16,0-1-1-16,-2-1 0 16,2-1 0-16,-2-3 0 15,3-3 1-15,0-4 1 16,1-5 0-16,0-4 1 16,3-2 1-16,-1-5 4 0,2-4 1 15,0 0-1-15,4-2-1 16,10-1 4-16,6 0-1 15,6 0-6-15,6 0-3 16,0 0-1-16,5 0-1 16,-3 0-29-16,-2-3-53 0,-4-13-124 15</inkml:trace>
  <inkml:trace contextRef="#ctx0" brushRef="#br0" timeOffset="-205043.18">28977 13041 56 0,'3'0'14'0,"0"0"-1"16,-2-1-9-16,-1-3-22 15,0 0 12-15,0-1 1 0,-1-1-14 16,-5 1-7-16</inkml:trace>
  <inkml:trace contextRef="#ctx0" brushRef="#br0" timeOffset="-203614.09">28356 13314 0 0,'-8'40'25'0,"1"7"10"16,3 7-5-16,0 7-9 16,1 7-10-16,1 5 2 15,1 3-2-15,-1 4-4 0,2 1 5 16,0 1 45-16,0 3 18 16,-1 4-15-16,1 0-34 15,-4-1-19-15,-2 3-3 16,0 0-2-16,-3 1 0 0,-1-4 0 15,-4-1 0-15,1-2 0 16,-1-1 2-16,1-4 1 16,-1-7 11-16,5-2-3 15,0-2-9-15,5-1-2 16,-1-2 1-16,3 0-1 0,2 0 0 16,0-1-1-16,0 0 0 15,2-1 0-15,3-3 1 16,-1 2 0-16,0-4 0 15,1 1 0-15,-1 1-1 16,1-2 1-16,2-1-2 0,-1 1 2 16,1 0 1-16,-1-3 1 15,2 0 0-15,0-3 0 16,-2 1 0-16,1-1-3 16,-1 1 3-16,1 1-3 15,-1 0 1-15,-2 2 1 16,-1 1 2-16,-1 2-3 0,0 1 0 15,0-1-1-15,-1-2 1 16,-1-2-2-16,2-3 1 16,0-6 0-16,0-1 0 15,2-5 2-15,-1-3-1 16,1-4 1-16,-1-4 1 0,5-6-1 16,-1-4 0-16,6-5 2 15,0-6 11-15,4-2 1 16,2-4-7-16,2-3-4 15,4 0-2-15,2 0 0 16,2-1-2-16,6-5 1 0,-2 3 0 16,6-4 1-16,4 4 1 15,2-2 2-15,4-1-4 16,0 2 1-16,2-2 1 16,-1 0-2-16,-1-2-1 15,0 1 0-15,-5 0 2 16,-2 0 4-16,-3-1-4 0,-2 0-1 15,-7 2-1-15,-1-1-1 16,-5 0 0-16,-8 1-1 16,0-1 1-16,-8-3 0 15,-5 0 0-15,-3-4 0 0,0-1 0 16,0-3 0-16,-6-6-1 16,-1-2 0-16,0-6 0 15,0-4 0-15,4-9 0 16,-2-2 0-16,4-7-1 15,1-4 1-15,0-3 0 0,0-3 0 16,0-3 0-16,0-2 0 16,-2-2-1-16,-3-2 1 15,-4-2 0-15,-2-6 0 16,-2 3-1-16,-1-1 1 16,2 1 1-16,1-1-1 0,-2 6-1 15,1 4 1-15,2 5 0 16,3 6 0-16,-2 0-1 15,1 5 1-15,3 1-1 16,2 4 2-16,1-1-1 16,2 0-1-16,0 0 1 15,0 0 0-15,0 0 0 0,0 2-1 16,0-2 1-16,2-2 0 16,1-1 0-16,1 1 0 15,3 2 0-15,-4 0 0 16,3 4 0-16,1 5 0 0,-1-2-1 15,2 3 1-15,2 1 0 16,-4-1-1-16,1-2 1 16,0 3 0-16,0 1 0 15,-4 0 0-15,0 3 0 16,1 0 0-16,1 0 0 16,0 2 0-16,4-2 0 0,4 0 0 15,-1 0 0-15,1-1 0 16,-1-1-2-16,3 3-5 15,-3-2-9-15,-1 2-2 16,2-1-8-16,-1 4-1 16,-1-5-1-16,-3 0-4 0,-1 0-2 15,-3 1-6-15,-1-4-10 16,-3 4 9-16,0-2-10 16,0 4 6-16,-1-1 1 15,-3 0-10-15,-1 3-27 0</inkml:trace>
  <inkml:trace contextRef="#ctx0" brushRef="#br0" timeOffset="-201435.91">28308 13330 223 0,'0'0'3'0,"0"0"-2"0,65 2 1 16,-20-5 4-16,11 1-3 0,13-3 4 15,6 1 9-15,8-2 4 16,0 1-3-16,-5 1-3 15,-10 1 0-15,-13 3-6 16,-12 0-6-16,-16 0 0 16,-10 3-2-16,-10 1 1 15,-7-1 1-15,0 2-2 0,-8-1 3 16,-4 0 3-16,0 0-1 16,2 2-1-16,-2 2 0 15,6 4 0-15,2 5 0 16,2 4 3-16,2 6 0 15,0 10-2-15,0 6-1 0,0 9-2 16,0 5-2-16,0 8 0 16,0 3-2-16,-9-1-46 15,-5-10-105-15</inkml:trace>
  <inkml:trace contextRef="#ctx0" brushRef="#br0" timeOffset="-197217.38">22935 4573 171 0,'0'0'-29'0,"0"0"37"0,52-23-4 0,-21 16-1 15,6 0-1-15,9 1 0 16,9 1 2-16,4-1-1 16,2 0 4-16,0 2-2 15,-4 0 1-15,-10 2-4 0,-8 2-1 16,-11 0-1-16,-8 0 0 15,-11 9-1-15,-9-2-5 16,-7 0-76-16</inkml:trace>
  <inkml:trace contextRef="#ctx0" brushRef="#br0" timeOffset="-197011.13">22934 4666 146 0,'0'0'4'16,"0"0"-4"-16,0 0 8 16,58 6 24-16,-9-6-4 15,17-6-5-15,12-2-6 16,12-2-9-16,4 3-4 16,2 0-3-16,-8 4 0 15,-9-1-2-15,-14-5-102 0</inkml:trace>
  <inkml:trace contextRef="#ctx0" brushRef="#br0" timeOffset="-191313.96">28946 17922 170 0,'2'0'32'0,"2"0"21"0,0 0-23 16,-1 0 0-16,-1 0-8 15,3-2 2-15,-4 2 5 16,2-1-13-16,-3 0-6 0,0-1-6 15,0 1 2-15,0-1 3 16,0 0 6-16,-9-3-10 16,-1 2-4-16,0-4 3 15,-4-1-2-15,-5 1 1 16,-5 2 2-16,-4 5 1 16,-7 0 6-16,-5 6-2 0,-5 11 0 15,2 7-3-15,-2 6-2 16,9 1-1-16,7 3 0 15,9-1-3-15,10-3 0 16,9-2-1-16,1-2 0 0,14-8-1 16,5-2 2-16,6-5-1 15,-1-6 0-15,4-4 1 16,1-1-1-16,0-9 0 16,-1-8 0-16,-1-5 0 15,-4-4 0-15,-2-1 1 16,-6 0-2-16,-2-1 0 0,-6 4 0 15,0 1 0-15,-5 7-1 16,0 2 2-16,-1 4-1 16,0 5 2-16,1 4-2 15,0 0 1-15,3 1-2 16,-1 0 2-16,3 0 0 0,-1 0 0 16,1 0 0-16,-3 0 0 15,0 0 0-15,-1 0 0 16,0 0 0-16,-2 2 0 15,1 2 0-15,-1 4 1 0,1 9 1 16,-1 7 12-16,2 12 1 16,-3 9 3-16,0 11 6 15,0 6-8-15,0 2-13 16,-5-1 0-16,-3-6-1 16,-3-8-1-16,-2-6 0 0,-6-10 0 15,-2-5 0-15,-7-8 1 16,-2-2-2-16,-3-5 0 15,-1-3 1-15,-4-3-2 16,3-1 1-16,1-4-2 16,2-2-11-16,-2-8-81 15,4-15-155-15</inkml:trace>
  <inkml:trace contextRef="#ctx0" brushRef="#br0" timeOffset="-190382.09">27104 18097 73 0,'-2'-5'19'0,"0"0"25"0,1 2-15 16,-1-1-18-16,2 3 8 15,-2-1-6-15,1 2 4 16,1 0-10-16,0 0-2 16,0 0-4-16,0 0 0 15,1 5 2-15,8 4 6 0,7 3 45 16,5 2-20-16,7 5 3 15,4 4-16-15,4 3-8 16,1 3-9-16,-1 1-1 16,-3 2-2-16,-6-3 0 15,-4 0 0-15,-4-4 0 0,-8-4-1 16,-3-2 2-16,-4-2-13 16,-4-6-103-16,0-4-8 15</inkml:trace>
  <inkml:trace contextRef="#ctx0" brushRef="#br0" timeOffset="-190025.9">27472 18065 167 0,'0'0'5'0,"0"0"38"0,0 0-18 0,0 0-18 16,0 0-1-16,0 0 31 15,-49 41-15-15,33-18-4 16,-3 4 7-16,0 4-5 0,-2 4-10 15,-2 1-4-15,3-1-3 16,-2 0-1-16,4-4-2 16,2-4 0-16,2-3 0 15,4-4 1-15,3-3-1 16,3-4-1-16,1-2 1 0,2-6-11 16,1-5-160-16</inkml:trace>
  <inkml:trace contextRef="#ctx0" brushRef="#br0" timeOffset="-189151.05">27043 17962 139 0,'0'0'8'0,"0"0"15"0,0 0 5 15,0 0-7-15,-38 1 13 16,37-1-3-16,1 0-22 16,0 0-5-16,4 0 0 15,14 0 0-15,8 0 75 16,10-1-59-16,9-5-1 15,9-1-4-15,2-2-5 0,-1 0-3 16,-3 4-2-16,-7-1-3 16,-9 4-1-16,-9 2 0 15,-8 0-1-15,-8 2 0 16,-6 4-1-16,-5-1-7 16,0-3-126-16,-10-3-129 0</inkml:trace>
  <inkml:trace contextRef="#ctx0" brushRef="#br0" timeOffset="-187983.86">28065 18203 283 0,'0'0'47'0,"0"0"3"0,43-24-24 16,-20 18-3-16,4 1-7 16,-3 2-11-16,2 3-3 0,-1 0-2 15,-4 0 1-15,-4 1-2 16,-4 5-4-16,-2-2-93 15,-10-1-27-15</inkml:trace>
  <inkml:trace contextRef="#ctx0" brushRef="#br0" timeOffset="-187812.59">28083 18362 258 0,'0'0'6'0,"0"0"53"15,55-3 8-15,-26-3-22 16,3-2-14-16,0 4-21 16,-1 1-5-16,-5-3-6 15,-6-4-115-15</inkml:trace>
  <inkml:trace contextRef="#ctx0" brushRef="#br0" timeOffset="-170742.25">25329 12340 84 0,'9'-7'1'0,"-6"3"15"0,0-2 17 0,-1 1-14 15,1-1-10-15,-3 1 7 16,0-1 8-16,0-2-4 15,0 3-7-15,0-1 0 16,-3-3-4-16,-4 4 0 16,-2 1-4-16,-3-1-1 0,-3 1-2 15,-4 4 0-15,-3 0 0 16,-5 0-1-16,1 0-1 16,-5 4 2-16,0 6-2 15,1 0-2-15,-4 3-2 16,2 2 5-16,2 1-2 15,0 4 1-15,-1 1-1 0,3 2 1 16,1 1-1-16,0 3 0 16,4 2 1-16,1-2-1 15,4 1 1-15,2 2 0 16,3-2-2-16,1-1 4 16,4 3-2-16,4 1 2 0,3 2 1 15,1 1 9-15,0 3 3 16,0 0-1-16,1 1 6 15,6-1 6-15,2-1-6 16,2-1-5-16,1-1-5 16,2-1 0-16,-1-1-2 0,2 0-2 15,-1-2 3-15,2-1 2 16,-1-2 0-16,2-3-1 16,0-2 0-16,1-2-1 15,-1-3-3-15,1-3 5 16,-2-3-5-16,0-1 7 15,-2-3-4-15,-1-1-3 0,-4-1-3 16,0-1 1-16,2 0-1 16,0-1 2-16,-2-1-4 15,5 0 3-15,1-2 2 16,3 0 7-16,1 0-3 0,4 0-6 16,-2 0-2-16,3 1 0 15,1-4-1-15,-1-2 0 16,0 1 0-16,0-3-1 15,0 2 2-15,-3-5-2 16,1 2 1-16,-2-5 0 16,-1 2 0-16,1-2 0 0,1-3-1 15,-4 2 1-15,1-1 0 16,0-1-1-16,-1 0 0 16,-1-1 1-16,-4 0 0 15,-1 1-1-15,-1 1 1 16,-4-1 0-16,-3 1 0 0,0 0 0 15,-1 0 0-15,-1 0 1 16,-1-3-3-16,0 2 0 16,0-2-2-16,0-2-4 15,0 0-5-15,-5-1-3 0,-1-3 2 16,-3 0-2-16,4-3-1 16,-3 0-2-16,1 0-3 15,1 1-3-15,1 1 0 16,2 2-4-16,0 1-1 15,2 1-7-15,1 4 7 16,-1 0 7-16,0 0 8 0,1 4 0 16,-2-1-3-16,0 1-5 15,1-2 4-15,-1 3-7 16,-2-3 2-16,-1-1-8 16,-3 2-12-16,1-2 11 15,-4 1 3-15,-2 0-11 0</inkml:trace>
  <inkml:trace contextRef="#ctx0" brushRef="#br0" timeOffset="-167398.96">1829 7327 56 0,'0'0'44'0,"0"0"3"15,0 0-28-15,0 0 36 0,0 0-44 16,0 0 7-16,0 0-7 16,0 0-8-16,0 0-3 15,0 0 2-15,0 0 0 16,-23 13 2-16,23-8 1 16,0 2-3-16,0 0 0 15,0 2-1-15,-6-2 3 0,0 0 1 16,-5 0-1-16,0 0-2 15,-3-1 2-15,-1-2-2 16,-1 1 2-16,-1-1 5 16,-2-1 2-16,1 1 3 15,1-1 1-15,-1 1-3 0,0 3-5 16,-2 0-2-16,1 6-3 16,2 1-2-16,-1 2 2 15,1 5-2-15,3 2 0 16,-1 1 0-16,1 0 0 15,3 4 0-15,2-1-1 0,0 3 1 16,4 2-1-16,3 2 1 16,2 5-1-16,0 1 0 15,0 4 1-15,9 0-1 16,2 3 0-16,2 0 0 16,3 1 2-16,2 0-2 0,4 2 2 15,1 3 0-15,2 0-1 16,1-1-1-16,3 0 2 15,0 1-1-15,0-2 0 16,0 0 0-16,0-2 0 16,-2 0 0-16,0-3 1 0,0-4-3 15,-2-3 1-15,-5-5 2 16,4-2-2-16,-3-5-1 16,-2-4 1-16,-1-5-1 15,3-2 5-15,-4-3-1 16,2-3 3-16,-2-2-3 0,1-2 0 15,0-4 2-15,0 0 8 16,-3-2 11-16,1 0-7 16,2 0-3-16,-5 0 5 15,0-5-2-15,1-3 3 16,-3 0-5-16,3-3-1 0,-3-2-2 16,0 1 5-16,0-3-4 15,0-3-3-15,-2 1-1 16,3-3-2-16,-4-2-3 15,-1 0 0-15,0-2-2 16,-2-2 0-16,-1-1 1 16,0-2 0-16,-2 1 0 0,1-2 1 15,-3-1-1-15,0-2 0 16,0 2-1-16,0-3 0 16,0 0-1-16,0-2 0 15,0-1 1-15,0-2-1 16,-3 0 1-16,1-2-1 0,-2 3 0 15,0-1 2-15,1 1-3 16,-2 1 1-16,3 0 1 16,0 0-1-16,0 0-1 15,-1 2 3-15,-1-2-3 16,2 3 1-16,-4 3 1 0,-2 1 0 16,-1 3 1-16,1 1-1 15,-6 3 0-15,1 1 2 16,-2 1-2-16,-2-1 0 15,2 2 2-15,-3-1 0 16,0-3-2-16,0 2 0 0,0-3 1 16,1-1 1-16,-1-2 1 15,2 2 0-15,-2-2-1 16,0 1 0-16,1 1 1 16,-4 1 0-16,1 0 0 15,0 2 1-15,0 3 0 0,-3 0 0 16,-1 3-2-16,-5 3-1 15,0 2-1-15,-7 6 0 16,-4 5-2-16,2 1 0 16,0 0-1-16,2 7 2 15,5 6-3-15,9 4-6 0,5-3-52 16,7-11-73-16,1-10-201 16</inkml:trace>
  <inkml:trace contextRef="#ctx0" brushRef="#br0" timeOffset="-155512.3">5851 7654 99 0,'0'-5'7'0,"0"-1"7"16,0 2-5-16,2 1-5 0,7 2-1 15,2-1 2-15,7 2 4 16,6 0-2-16,10 0 1 16,4 0 5-16,9 2-2 15,5 2 0-15,3 0 1 16,5-1-10-16,1 0 0 0,3 0-1 15,2-3 0-15,-5 0 0 16,-4 0 1-16,-6 0 0 16,-5-3 0-16,-9 0 0 15,-5 0-1-15,-9 1-1 16,-4 0 1-16,-7-1 1 16,-4 3-2-16,-8 0-2 0,0 0-29 15,-12 0-30-15</inkml:trace>
  <inkml:trace contextRef="#ctx0" brushRef="#br0" timeOffset="-154558.21">3665 8504 126 0,'0'0'33'0,"0"0"12"0,0 0-27 16,0 0-17-16,36 3 8 16,-3 1 11-16,8 2 0 15,10-1-3-15,9 1-1 16,5 1-5-16,2 0-5 16,3-2-1-16,-4-1-1 0,-5-1-2 15,-9 3 0-15,-8-1-2 16,-9-1 1-16,-7 2-1 15,-4 1 2-15,-7 0-2 16,-5 1 0-16,-3 1 0 16,-5 0-32-16,-4-2-12 0,0 1-4 15,0-3-53-15</inkml:trace>
  <inkml:trace contextRef="#ctx0" brushRef="#br0" timeOffset="-153908.55">3678 8699 73 0,'0'0'-7'0,"0"0"22"0,-15-39 3 0,10 28-2 16,1 1-2-16,-3 1 7 15,2 1-4-15,3 4-5 16,0-1-1-16,2 2 7 16,4 3-3-16,15 0-14 15,10 0 1-15,11 0 6 0,13 8-1 16,12 2 11-16,9 1-5 15,4 2-9-15,0-2-3 16,-2-2 0-16,-4-2 0 16,-10 0-1-16,-10-4-2 15,-10 0-20-15,-9-2-14 0,-10-1-29 16</inkml:trace>
  <inkml:trace contextRef="#ctx0" brushRef="#br0" timeOffset="-152630.39">5793 7739 29 0,'-5'1'12'0,"1"2"-11"0,2-2-1 16,-3 2 0-16,5 1 7 0,-2-4 43 15,2 2-36-15,0-1-8 16,0 1 0-16,2-1 35 15,5-1-8-15,4 0-3 16,7 0-7-16,4 0-7 16,7 0-3-16,10-1-1 0,9-4 8 15,6-3-1-15,6 1-5 16,5 5-8-16,2 1-1 16,-2 1-1-16,-3 0-2 15,-1 5-2-15,-5 2 0 16,-4-1 0-16,-2-3 0 0,-5-3 1 15,-3 0-1-15,-3 0 0 16,-3-1 1-16,-5-5-1 16,-2 2 0-16,-7 0 0 15,-4 1-4-15,-5 3-27 16,-5 0 4-16,-8 3-6 0,0 4-10 16,-10 0-43-1</inkml:trace>
  <inkml:trace contextRef="#ctx0" brushRef="#br0" timeOffset="-150693.04">7764 7585 128 0,'0'0'35'0,"0"0"12"0,0 0-13 16,0 0-23-16,0 0-7 15,22-44-1-15,-2 34 1 0,9-4 9 16,4 1 3-16,13-3 2 16,5 2 4-16,8-1 3 15,5 2-6-15,5 6-9 16,0 1-6-16,-2 6-1 16,-4 3-3-16,-5 12 0 0,-10 2 1 15,-6 3-2-15,-5 0 2 16,-5-1-2-16,-7-5-25 15,-3-3-22-15,-9-3 10 16,-9-6-24-16,-4-2-51 16</inkml:trace>
  <inkml:trace contextRef="#ctx0" brushRef="#br0" timeOffset="-150303.08">7860 7652 106 0,'0'0'10'0,"0"0"13"15,0 0 3-15,0 0-5 16,-38 0-6-16,38 0 3 0,0 0-5 16,0 1-9-16,11 4-1 15,10 0 28-15,10-1-2 16,11 3 2-16,10-1-8 16,12 0-9-16,3 1-1 15,5 0-3-15,-1 0-8 0,-2 0-1 16,-6-1-1-16,-5-5 0 15,-4 0 0-15,-4-1 0 16,-8 0 3-16,-7-2-42 16,-8-9-36-16,-12-2-126 15</inkml:trace>
  <inkml:trace contextRef="#ctx0" brushRef="#br0" timeOffset="-148821.18">3750 9678 185 0,'-6'0'7'0,"2"0"24"0,4 0-14 15,14 4-17-15,11 1 1 16,11 2 7-16,10 4 10 16,10-2-1-16,7 5-8 15,6-4-4-15,3 0-2 0,-5-3-3 16,-2-5 1-16,-7-2 0 16,-9 0-1-16,-7 1 1 15,-8-4-1-15,-9 1 0 16,-8 2 1-16,-7 0-2 15,-10 0-27-15,-4 0-5 0,-19 4-21 16</inkml:trace>
  <inkml:trace contextRef="#ctx0" brushRef="#br0" timeOffset="-148604.08">3681 9988 75 0,'0'0'121'16,"0"0"-103"-16,44-27 2 0,-4 17 5 15,14-1 7-15,11 1-5 16,11 0 4-16,2 2-13 16,5 4-9-16,-5 4-6 15,-4 0-1-15,-7 7-2 16,-11 2 0-16,-10 0-13 0,-12-5-78 15,-12-4-148-15</inkml:trace>
  <inkml:trace contextRef="#ctx0" brushRef="#br0" timeOffset="-147778.43">3408 10132 176 0,'0'0'48'0,"0"0"-8"0,0 0-15 16,0 0 10-16,53-36 16 15,-18 22-17-15,13-6-9 16,17-2-5-16,11 1-10 16,7 0-6-16,12 1-3 15,2 3-1-15,-1 6 0 0,-2 1-1 16,-7 3-49-16,-7-2-86 16,-10-2-146-16</inkml:trace>
  <inkml:trace contextRef="#ctx0" brushRef="#br0" timeOffset="-146950.96">3373 10213 191 0,'0'0'21'0,"0"0"11"0,0 0-19 0,0 0-13 16,0 0 0-16,0 0 12 16,46-15 29-16,-2-2-7 15,26-8-6-15,20-5-17 16,17 2 8-16,18 3 11 0,12 8-18 15,1 12-11-15,-5 5 1 16,-9 10-3-16,-17-2-59 16,-22-8-97-16</inkml:trace>
  <inkml:trace contextRef="#ctx0" brushRef="#br0" timeOffset="-146003.64">7811 7751 69 0,'0'0'30'0,"0"0"20"0,0 0-14 0,0 0 3 15,-41-18-19-15,35 15 5 16,-1 0 1-16,3 0 0 15,4 3 9-15,0 0-16 0,2 0-17 16,14 0-2-16,13 0 3 16,16 5 10-16,15-1 5 15,18-1 9-15,18 1-13 16,14 1-4-16,8 4-7 16,3 5-3-16,-10-2 0 0,-17-8-104 15</inkml:trace>
  <inkml:trace contextRef="#ctx0" brushRef="#br0" timeOffset="-141610.74">6457 8829 114 0,'0'0'22'0,"0"0"-9"0,0 0-7 16,0 0 14-16,0 0 39 0,0 0-41 16,0 0 2-16,0 0-4 15,0 0-3-15,0 0 6 16,-25-32 10-16,19 24 9 16,0 0-11-16,-2-2 0 15,1 0-12-15,-1 3 4 0,0-2-5 16,-1-2-3-16,-2 1-1 15,-2 3-5-15,0-3 0 16,-2 2 4-16,0-1-1 16,-1 2-5-16,-1 3-2 15,-3-1 1-15,2 1-1 0,-5 0 0 16,1 1-1-16,-1 0 1 16,0 1-1-16,-2 0 0 15,2-1 1-15,-4 2-1 16,0 0 1-16,1 0-1 15,-3 1 1-15,0 0-1 0,2 0 0 16,0 6 0-16,0 2 0 16,5 2 0-16,2 3 0 15,2 0-1-15,1 1 1 16,1 3-1-16,2 0 1 16,0 2 0-16,-1 2 0 0,1-1-1 15,1 3 1-15,-1-1 1 16,1 0-1-16,-1 2 0 15,2 1 0-15,1 1 0 16,-1 1 0-16,1 4 0 16,-2 0 0-16,3 1 0 0,-1 0 0 15,3 2 1-15,-2-1-2 16,4 0 1-16,1 1 0 16,1 1 0-16,2-1 1 15,2 0-1-15,0 2 0 16,2-2 1-16,-2 2-1 0,9-2 1 15,-1-2-1-15,6 1 0 16,0-3 1-16,4 0-1 16,1-2 1-16,2 1 1 15,1-2-2-15,1-2 1 16,1 1-1-16,0-3 1 16,3-1-1-16,0-1 2 0,3-3 1 15,-2-2-3-15,4-1 0 16,-1-1 2-16,0-3 1 15,1-1 3-15,-3 0-1 16,0-2 2-16,0 0 7 16,-5-3-9-16,3 0-3 0,-2-3 0 15,4 0 3-15,-5-2 0 16,4 0 0-16,0 0-3 16,-1-6-1-16,-1 1 3 15,1-4 0-15,-4 1-2 16,2-4-1-16,-3 4 1 15,-2-1-2-15,0-1 1 0,-3 0 0 16,2-1 0-16,1 1 1 16,-2-3 1-16,0 1-1 15,1-1 1-15,0 0-1 16,1 0 0-16,0-1-1 0,-2 0 1 16,0 0 0-16,2-1 1 15,-4 1 0-15,1 0 1 16,-3 0 1-16,1-1 1 15,-1 1 4-15,-3 0-3 16,-2 0-2-16,1 0-3 0,0-1 0 16,-3 3-1-16,-1-1 0 15,0 0-1-15,-2 3 1 16,0-1 1-16,-2-2 1 16,0 0 0-16,-1 0-2 15,1-2 0-15,0-1-1 0,0 1 0 16,-2-2 0-16,0 5 1 15,2-3-1-15,-2 2-1 16,0-1 2-16,0 2-1 16,0 1 0-16,0 1 1 15,-2-3-1-15,-2 1 1 0,-1-3 0 16,1 3-1-16,-2-3 0 16,0 0-1-16,0 0 2 15,-1-1-1-15,1 1 0 16,-1 0 0-16,-2-1 0 15,0 0 0-15,2 1 0 16,-4 2 2-16,2-1-4 0,0 2 2 16,-3-1 2-16,4 1-1 15,-1 0-1-15,-3-2 0 16,2 1 0-16,1-4 1 16,0 2-1-16,-3-1-1 15,2-1 1-15,-2 1 1 0,1 1-1 16,-2-1 0-16,-1 1 0 15,3-1 1-15,-5-1-1 16,1 1 0-16,-1 1 0 16,1-1 0-16,-4 3 0 15,2-1 0-15,-3 3 1 0,-3 1 0 16,-4 1-2-16,-4 2 1 16,-3 0 0-16,-4 1-1 15,1-1 1-15,-1-2-8 16,1-4-31-16,4-12-56 0,-2-16-93 15</inkml:trace>
  <inkml:trace contextRef="#ctx0" brushRef="#br0" timeOffset="-138121.11">8703 8045 162 0,'0'-5'67'0,"0"-1"-19"16,-2-1-14-16,-1 1 0 16,3-1 1-16,-4 2-4 15,3-1-7-15,-1 0-4 0,0-1-6 16,0 0-6-16,-3 0 4 15,1-2-4-15,-2 1 2 16,-6-1-4-16,1-2 0 16,-5-1 0-16,1 1 1 15,-6-2 0-15,2 2 1 0,-3-3 1 16,-1 1 1-16,0 0-1 16,-4 1-1-16,3-3-1 15,-3 4 1-15,0-2-3 16,-1 0-1-16,0-1-2 15,-1 3 0-15,-2-1 0 0,-3 1-1 16,3 3 0-16,-2 0 0 16,-1 1 0-16,1 4 0 15,0 3-1-15,1 0 0 16,-1 0 0-16,0 6 0 16,0 4 0-16,0 0 0 0,-1 3 1 15,-1-2-1-15,-1 3-1 16,1 0 2-16,-1-2-1 15,-1 4 0-15,2-1-1 16,1-1 1-16,1-2 1 16,0-1-1-16,3-1 0 0,1 0 0 15,4-3 0-15,-1 0 0 16,6 0 0-16,-1-1 0 16,4-1 0-16,-1 4 0 15,5 0 0-15,-1 2 0 16,1 2-1-16,3 2 0 15,0-1 1-15,3 2-1 16,3 0 1-16,0 2 0 0,3 1-1 16,1 2 1-16,0-2-1 15,0 4 1-15,9 0 0 16,0 2-1-16,5 0 0 16,1 2 1-16,3 2 1 0,0-1-2 15,4 0 1-15,-1-1 1 16,5-2-2-16,-4-1 2 15,3-3-1-15,2 0 1 16,0-1-1-16,2-3 1 16,-2-1 0-16,2-2 0 0,2-1 1 15,0-3 0-15,1-2-1 16,1 2 0-16,1-4 0 16,1-1 2-16,1-2-3 15,-1 1 3-15,1 1-1 16,-1-1-2-16,0 0 3 0,-1 2-3 15,1 1 1-15,-2 0 0 16,-1 2-1-16,1-1 0 16,-2 0 1-16,-3-1-1 15,1-2 0-15,-2 1 0 16,-1-1 1-16,-4-3-1 0,3-1 3 16,-2-1 2-16,1 0 1 15,-2 0-1-15,1 0 1 16,3-3-1-16,-3-2 0 15,0-1-1-15,-2 0-2 16,2-1 0-16,-2-2-2 0,-2 1 2 16,1 0 0-16,-4-1-2 15,2-1 1-15,-2 2 0 16,-5-2 1-16,-1 3 1 16,2-3-1-16,-5 1 1 15,0-2 2-15,1 1-1 16,-1-1 0-16,0-2 1 0,-1-1-1 15,-1 0 0-15,-1-1-2 16,-2 0-2-16,1-1 1 16,-2-1-1-16,-1 3 1 15,0-3-1-15,-1 1 1 0,1-2-1 16,-1-2 1-16,-5 1 0 16,-1-2-2-16,-1-1 1 15,-2-3 0-15,0 1 2 16,3 1-2-16,-2-1-1 15,-1-1 2-15,4 1-1 16,-2 1-1-16,1 0 2 0,-3 5-1 16,-3-1 0-16,-5 3 0 15,-7 4 0-15,-1 3-1 16,-5 6 0-16,-5-1-1 16,4 4 0-16,5 0-11 15,10 0-15-15,8-9-40 0,7-20-62 16,2-24-185-16</inkml:trace>
  <inkml:trace contextRef="#ctx0" brushRef="#br0" timeOffset="-121134.8">14323 5307 79 0,'0'0'20'0,"0"0"-2"0,0 0-9 0,0 0 1 16,0 0-1-16,0 0-4 16,0 0-1-16,0 0-1 15,0 0 2-15,39-20-1 16,-26 19-2-16,-2 1-2 0,6 0-1 16,2 0 0-16,2 0 1 15,3 0 0-15,5 0 1 16,3 3 2-16,3 0 2 15,3 1 5-15,7-1-2 16,2 0 5-16,7-1-2 16,8 1-4-16,7 0-2 0,7 0-3 15,6-1-1-15,8 1 1 16,4 2-2-16,0 1 2 16,9-1 5-16,0 2-7 15,3 0 1-15,4 0-1 16,2-1 1-16,0 0 1 0,4-2 2 15,2-1 2-15,5-3 4 16,5 0 1-16,2 0 2 16,8-2-7-16,3-5-1 15,6-1-3-15,1-1 0 16,2-2 0-16,0 2-1 0,-2 1 8 16,1-2 6-16,0 3 0 15,-3 0 0-15,-2 2-3 16,-1 1-7-16,3 4 0 15,-6 0-3-15,1 0 2 16,-1 0-4-16,-2 0 2 16,1 0 1-16,-3 0-1 0,2 0 1 15,1 0 3-15,1 0-3 16,2 0 1-16,1 0-2 16,-1 0-1-16,0 0 1 15,1 0-1-15,-1-3 2 0,1-2-1 16,-2-1 4-16,0-3 5 15,-2 2-2-15,-1 0-2 16,-2-1 2-16,-5 0-1 16,-2 1 1-16,-9 1 0 0,-3-2-2 15,-8 4 2-15,-3-2-1 16,-10 0-1-16,-6 1-2 16,-3-1-2-16,-3 1 0 15,-1-2-1-15,-9 1-2 16,1 0 2-16,-6-1-1 15,-7 2-1-15,-4 0 0 0,-7-2 0 16,-3 3 1-16,-7-5-2 16,-4 2 2-16,-3 0-1 15,-4-1 1-15,-4 0-2 16,-3 3 2-16,-1 0-2 16,-2 4-10-16,-5-4-35 0,-5-3-83 15,-1-9-56-15</inkml:trace>
  <inkml:trace contextRef="#ctx0" brushRef="#br0" timeOffset="-120125.05">14315 5674 120 0,'29'-4'111'0,"0"-12"-106"0,7-3-4 16,8 5 9-16,8 0-1 16,6 1-1-16,7 0-3 15,6 5-2-15,6 0 0 16,6 3-2-16,7 2 0 0,9 0-1 15,6 3 1-15,7 0-1 16,3 0 0-16,9 6 0 16,8 1 0-16,0 0 0 15,2 0 0-15,6-2 0 0,4-1 1 16,0-4-2-16,6 0 2 16,2 0-2-16,9-8 2 15,8-3-1-15,6 0 0 16,4-1 0-16,7 0 0 15,9 1 4-15,6-1 4 0,4 2-2 16,3 2 2-16,9 1 0 16,2-2 1-16,0 5 2 15,2-1-3-15,4-2 3 16,-2 3-2-16,2-2 0 16,1 1 0-16,-5-2 4 15,1 1-2-15,-3-3-3 16,-3 3 1-16,-8-3-4 0,-2 0-1 15,-1 1-3-15,-11-2 0 16,-4 1 0-16,-9-1 0 16,-9 2 0-16,-12-1-1 15,-11 2 0-15,-13 0 0 0,-13 2 0 16,-13 1 0-16,-16 4 0 16,-16 0 0-16,-13 0-1 15,-14 4-38-15,-15-2-46 16,-9-2-22-16</inkml:trace>
  <inkml:trace contextRef="#ctx0" brushRef="#br0" timeOffset="-106638.9">16049 14226 21 0,'0'0'-1'0,"0"0"0"0,0 0 1 16,0 0 1-16,0 0 4 15,0 0 12-15,0 0 10 16,0 0-8-16,0 0-10 16,0 0-6-16,6-8 4 0,-8 8 7 15,-4 0 11-15,0 0-16 16,-1 0-6-16,-2 0-2 15,4 0-1-15,-3 0 0 16,3 0 0-16,-1 0-1 16,2 0 1-16,2 0 0 0,-2 0 0 15,4 0 1-15,-2 0 0 16,1 0 5-16,1 0 15 16,0 0 3-16,0 0-3 15,0 0-5-15,0 0-10 16,0 0-3-16,-1 0-1 0,1 0 3 15,0 1-4-15,-1-1 2 16,1 0 0-16,0 0 0 16,0 2 1-16,-1-2 1 15,1 1 1-15,-1 0-2 16,1-1 0-16,0 2-3 0,0-2 0 16,0 1 2-16,0 1-2 15,-2-1 1-15,2-1-1 16,0 0 1-16,0 0 2 15,0 0 7-15,0 0 47 16,0 0-49-16,0 0-7 16,11 0 2-16,3 0-2 0,4 0 4 15,6-1 8-15,5-1-2 16,2 1-5-16,3 1-5 16,0 0 1-16,3-2-1 15,-1 2 0-15,-2 0-1 16,-2 0 1-16,-3 0-1 0,-2-1-1 15,-6 0 1-15,-3-1-1 16,-5 1 0-16,-1-2 1 16,-7 1-1-16,1 0 1 15,-4 0-1-15,-2 1 1 16,0 1-1-16,0 0-1 0,-2 0-7 16,-7 0-71-16,-3 0-50 15,-2 0-98-15</inkml:trace>
  <inkml:trace contextRef="#ctx0" brushRef="#br0" timeOffset="-105997.09">15918 14448 59 0,'0'0'24'16,"0"0"34"-16,0 0-34 0,0 0 4 0,0 0-4 15,0 0-3-15,0 0-3 16,0 0 2-16,0 0-11 16,0 0-5-16,0 0 0 15,0 0 9-15,0 0 35 0,37-3-34 16,-7 3 0-16,5 0 0 15,2 0-6-15,1 0 0 16,-1 0-3-16,-5 0-1 16,-1 0 1-16,-2-1-2 0,-6-2 2 15,0-2 5-15,-6 1 9 16,-1-3-4-16,-2 1-4 16,-3 1-2-16,-2 1-1 15,-3-1-4-15,0 3-1 16,-4 1-1-16,-2 1-1 15,2 0 1-15,-2 0-2 0,0 0 2 16,0 0 1-16,0 0-1 16,-4 0 1-16,-3 0-2 15,-2 0-1-15,2 0 1 16,-2 0-1-16,3 0 1 16,-5 0-2-16,3 3 0 0,2 4-3 15,-1-1-6-15,0-5-111 16,-1-1-73-16</inkml:trace>
  <inkml:trace contextRef="#ctx0" brushRef="#br0" timeOffset="-104267.54">21176 8163 231 0,'0'0'57'0,"0"0"6"0,0 0-35 16,0 0-20-16,0 0-6 0,0 0-1 16,-14 54 0-16,21-13 1 15,-4 8 1-15,6 5-3 16,-3 4 0-16,3-3 1 15,-2-1 0-15,3-4 0 16,0-6 0-16,1-6-1 0,0-9 0 16,-1-8 1-16,1-7-1 15,0-11 2-15,-2-3 3 16,0-6 30-16,4-15 5 16,0-9-17-16,3-7-10 0,2-10 6 15,2-4-6-15,1-5-10 16,0-3-2-16,-2 4-1 15,1 2 0-15,-5 9 0 16,-1 7 0-16,-3 6 0 16,-2 11 0-16,0 9 0 15,0 5-2-15,-2 6-7 0,-1 0-63 16,-1 7-21-16,-2 6-62 16</inkml:trace>
  <inkml:trace contextRef="#ctx0" brushRef="#br0" timeOffset="-103872.18">21542 8517 258 0,'0'0'7'16,"0"0"12"-16,0 0-4 0,0 0 5 15,39-24 11-15,-24 12 2 16,3 1-16-16,2-3-6 15,-1-2 1-15,3 3-5 16,-5-1-2-16,0-1-2 16,-2 0 1-16,-2 1 0 0,-2-1 4 15,-7 3 1-15,-3 1-1 16,-1 1 8-16,-2 3 8 16,-9 1-9-16,-6 5-1 15,-2 1-5-15,-3 0-5 16,-2 12-1-16,3 4 0 0,-1 5-1 15,4 8-2-15,5 1 0 16,5 5 0-16,3-1 0 16,5 2 1-16,1-4-2 15,12-2 1-15,8-8 0 16,1-4 0-16,5-7-3 16,4-7 0-16,2-4-30 0,-1 0-19 15,1-12-34-15,-2-9-37 16,-2-2-79-16</inkml:trace>
  <inkml:trace contextRef="#ctx0" brushRef="#br0" timeOffset="-103630.21">21979 8396 248 0,'0'0'51'0,"0"0"17"16,0 0-27-16,-41-25 0 15,28 25-1-15,-3 0 14 16,-1 8-26-16,2 5-8 0,5 4-10 15,1 5-6-15,5 3-3 16,4 2-1-16,0 1 1 16,2-1-1-16,9 0 0 15,5-4-1-15,0-5 0 16,4-5-31-16,1-10-49 0,2-3 8 16,-4-3-68-16,0-17-79 15</inkml:trace>
  <inkml:trace contextRef="#ctx0" brushRef="#br0" timeOffset="-103412.75">22134 8250 330 0,'0'0'9'0,"0"0"50"16,0 0-14-16,0 0-28 15,0 0-15-15,0 0-2 16,0 0 2-16,-14 45-1 0,14-11 0 15,0 6 0-15,0 3-1 16,0 1 0-16,0-2 0 16,0 0-2-16,0-5-3 15,0-8-95-15,0-9-97 0</inkml:trace>
  <inkml:trace contextRef="#ctx0" brushRef="#br0" timeOffset="-102954.52">22098 8522 311 0,'0'0'15'0,"0"-35"44"15,6 19-40-15,7 2 1 16,4 1-3-16,2 2 8 16,3 2-9-16,1 4-9 15,-3-1-4-15,2 5-2 0,-3 1-1 16,-4 0 0-16,-1 0 2 15,-4 3-2-15,-1 4 0 16,-4 1 0-16,0 2 0 16,-1 3 0-16,-2 1 0 15,0 0 0-15,-1 2 0 0,0 1 1 16,1-1-1-16,1-3 0 16,1 0 0-16,-1-2 0 15,2-3 0-15,-2-4-1 16,2-2 2-16,-2-2-1 15,1 0 1-15,0-6 0 0,0-5 0 16,0-3-1-16,2-2-1 16,-2-1 2-16,-2 0-1 15,-1-2 0-15,0 2 0 16,-1 2 0-16,0 1 0 16,0 1 0-16,-3 4 0 15,-7 0-1-15,-1 4-1 0,0 2-13 16,-3 3-42-16,1 0-11 15,1 0 3-15,0 6 5 16,7-1 12-16,0 1-3 16,5-2-7-16</inkml:trace>
  <inkml:trace contextRef="#ctx0" brushRef="#br0" timeOffset="-102668.99">22365 8422 91 0,'0'0'61'0,"0"0"-3"0,44-14 14 0,-30 12-16 0,1-1-16 15,0 3-3-15,0 0-13 0,-1 0-7 16,2 5-7-16,-3 6-4 16,-1 0-2-16,-1 2-3 15,-3 1 0-15,-4 0-1 16,-2-1 2-16,-2 0-2 16,0-2 0-16,0-2 1 0,-2-5-1 15,-5-1 0-15,0-3 2 16,1-3 0-16,2-8 1 15,4-6-1-15,0-4 3 16,12-4 7-16,9-2-9 16,6 0-3-16,4 3 1 0,-1 3-2 15,1 5 1-15,-6 8-15 16,-10 3-109-16</inkml:trace>
  <inkml:trace contextRef="#ctx0" brushRef="#br0" timeOffset="-102159">21181 9079 416 0,'0'0'9'0,"0"0"57"0,0 0-45 16,-43-8-13-16,32 22-4 16,0 4 4-16,-2 4 7 15,6 3-4-15,3 1-8 0,4-1-2 16,0 0-1-16,6-3 0 15,4-3 1-15,3-7-1 16,1-4 0-16,3-7 0 16,-4-1 0-16,3-10 0 15,-1-10-1-15,-3-3 0 0,-4-5 1 16,-3-3-3-16,-5 0 1 16,0-1 1-16,-9 3 0 15,-7 0 1-15,-4 4 0 16,0 2 0-16,-4 6 0 15,4 4-3-15,-2 6 1 0,5 5-4 16,4 2-31-16,2 2-4 16,9 9-16-16,2 1-10 15,4 0-43-15,10-4-7 16</inkml:trace>
  <inkml:trace contextRef="#ctx0" brushRef="#br0" timeOffset="-101894.58">21376 8926 241 0,'0'0'24'16,"0"0"48"-16,0 0-34 0,0 0-6 15,0 0-7-15,-43 1-10 16,31 29-2-16,-1 9 7 16,0 10 6-16,2 9 6 15,4 5-15-15,3 4-11 16,2 2-4-16,2 1-1 15,0-3 0-15,-2-2-1 0,1-4 0 16,-6-9-1-16,0-7 1 16,-1-8-3-16,-1-10-29 15,-3-9-19-15,0-12-30 16,-1-6-58-16,1-13-106 16</inkml:trace>
  <inkml:trace contextRef="#ctx0" brushRef="#br0" timeOffset="-101721.83">21188 9460 319 0,'0'0'3'15,"0"0"24"-15,37-43-13 16,-19 32-3-16,5 0-8 16,-2 3-1-16,6-3 0 15,3 0-2-15,-1-2-2 16,2-4-82-16,-3-6-173 0</inkml:trace>
  <inkml:trace contextRef="#ctx0" brushRef="#br0" timeOffset="-98982.93">21752 9146 250 0,'0'-6'12'0,"0"-1"37"0,0 2 31 0,0 3-35 16,0 2-16-16,0 0-7 15,-2 7-10-15,0 6 6 16,0 5 4-16,2 4-10 0,0 2-8 15,0-1 0-15,0 1-2 16,7-3-2-16,3-5 0 16,2-5 1-16,1-4 0 15,1-6 0-15,-1-1 0 16,3-3 0-16,-3-10-1 0,-1-2 0 16,-5-5-2-16,-3-2 0 15,-4 0 1-15,0-2-2 16,-6 1 0-16,-8 2-1 15,-1 4 0-15,-2 3 2 16,-4 5 1-16,2 5 0 0,-1 1 0 16,3 3 1-16,2 0 0 15,5 0-1-15,4 0 1 16,3 0 0-16,3 0 0 16,0 0 0-16,6 0 0 15,8-1 0-15,6-6 1 16,3 4-1-16,3-7 0 0,-1 3 1 15,2 1 0-15,-1 4 0 16,-4 2 0-16,-1 0-1 16,-4 2 0-16,-1 8 0 15,-3 3 0-15,-1 3 1 0,0 1-1 16,-2 0 1-16,-3 1-1 16,2 1 2-16,-4-1-2 15,1-1 1-15,-3-4-2 16,-1-2 2-16,0-5-1 15,-1 0 0-15,0-5 0 16,1-1 1-16,0 0 1 0,-2-11-1 16,4-3 0-16,0-7-1 15,4-4 2-15,3-3-2 16,3-2 1-16,-1 2-1 16,1 5 0-16,-1 4 0 15,-2 9 0-15,-1 3-1 0,0 7 1 16,-2 2-2-16,2 10 0 15,-1 4 2-15,0 4 0 16,-1 1 0-16,0-1 0 16,-2 0 1-16,1-2-1 15,1-2 1-15,2-3-1 0,-1-3 2 16,2-3-2-16,3-6 1 16,-1-1 1-16,5 0-2 15,-3-4 0-15,1-7 1 16,-3-2 0-16,2-1 0 15,-3-3 0-15,2-2 0 0,-5 2-1 16,0-1 0-16,-3-1 0 16,-1 3 0-16,-4 2 1 15,-1 0-1-15,0 3 2 16,-8 2 0-16,-1 2-1 16,-2 6 3-16,-2 1 1 0,1 0 0 15,2 4 1-15,2 9 1 16,3 1-3-16,4 4-2 15,1 1-1-15,1 1 0 16,10-2 0-16,2-1 0 16,3-1 0-16,3 0 0 0,0-4 0 15,-1-3-1-15,1-4 0 16,-3-3 1-16,2-2-1 16,2-2 1-16,-4-10 0 15,4-4 0-15,-1-7 1 16,2-8-2-16,1 0 1 0,3-2 0 15,-4 2-1-15,2 4-1 16,0 7 2-16,0 9-1 16,-2 8 0-16,-4 3 0 15,-2 10 0-15,0 7-1 16,-6 4 1-16,-5 2 0 16,-4-2 1-16,-1 0-1 0,-12-2 1 15,-12-2 0-15,-7-3 0 16,-10-1-15-16,-9-6-107 15,-3-7-193-15</inkml:trace>
  <inkml:trace contextRef="#ctx0" brushRef="#br0" timeOffset="-67990.15">16163 14550 1 0,'1'-3'83'0,"-1"0"-70"15,0-1 5-15,1 4-10 16,0 0-7-16,0-1-1 16,2 1 1-16,-3 0 2 0,2 0 1 15,0 0-2-15,-2 0-1 16,2 0-1-16,-1 0-1 16,2 0-1-16,0 1-1 15,0 2-20-15,-1-3-58 0</inkml:trace>
  <inkml:trace contextRef="#ctx0" brushRef="#br0" timeOffset="-67139.54">17039 14018 97 0,'0'0'14'0,"0"0"-5"16,0 0-6-16,0 0-2 15,0 0-1-15,0 0 1 0,0 0 0 16,0 0 2-16,0 0 4 15,0 0-3-15,0 0 0 16,0 0-1-16,2-3-2 16,-2 3 0-16,0 0-1 0,0 0 0 15,0 0-1-15,0 0-1 16,2 0 1-16,-1 0-2 16,3 0 2-16,1 0-11 15,-3-5-38-15</inkml:trace>
  <inkml:trace contextRef="#ctx0" brushRef="#br0" timeOffset="-66890.94">17068 13990 97 0,'0'0'-13'0,"0"0"8"15,0 0-48-15</inkml:trace>
  <inkml:trace contextRef="#ctx0" brushRef="#br0" timeOffset="-63446.27">25632 17936 272 0,'5'-6'22'0,"-2"2"-1"0,-2 4-1 16,5 1-22-16,2 15 3 15,3 7-1-15,3 4 2 16,2 8 3-16,5 6 3 16,0 4-6-16,-2 1-1 0,2-2 1 15,-2-5-1-15,-2-5-1 16,-1-10 0-16,-4-8-11 15,-2-7-28-15,-3-6-1 16,-5-3-4-16,-2-5-24 16</inkml:trace>
  <inkml:trace contextRef="#ctx0" brushRef="#br0" timeOffset="-63212.52">25897 17916 224 0,'0'0'45'0,"0"0"7"16,0 0 24-16,0 0-67 16,-21 42 26-16,8-7 5 15,-3 7-7-15,1 4-13 16,-5 6-14-16,2 3-4 16,0-1-2-16,-4-2 1 0,6-4-1 15,-4-5-2-15,3-12-2 16,0-7-24-16,3-8-48 15,-1-6-22-15,0-10-23 16</inkml:trace>
  <inkml:trace contextRef="#ctx0" brushRef="#br0" timeOffset="-62948.56">25360 17886 240 0,'0'0'11'15,"0"0"24"-15,-38-55 6 16,38 35 11-16,14 2-7 0,13-2-17 16,15-2-4-16,14 1-5 15,14 2-7-15,10 1-5 16,0 8-4-16,0 6-2 15,-8 4-1-15,-9 0-1 16,-10 11-1-16,-12 5-59 0,-10-6-60 16,-9-6-29-16</inkml:trace>
  <inkml:trace contextRef="#ctx0" brushRef="#br0" timeOffset="-62735.18">26018 18221 317 0,'0'0'77'0,"-11"49"-48"16,4-17 16-16,1 7-23 0,0 8-13 16,2 5-4-16,2 0-2 15,2 1-3-15,0 0 0 16,0-6 0-16,0-15-19 15,0-15-220-15</inkml:trace>
  <inkml:trace contextRef="#ctx0" brushRef="#br0" timeOffset="-61952.43">27168 17213 82 0,'0'0'78'0,"0"0"-26"0,0 0-8 0,0 0-7 16,0 0-5-16,0 0 2 15,0 0-16-15,0 0-14 16,40-16 1-16,-13 32 6 16,4 5 1-16,8 5-5 15,-3 2-4-15,3 4-2 16,-4 0 0-16,-3-1-1 0,-7-3 2 15,-5-4-10-15,-7-4-27 16,-5-5-23-16,-5-8-8 16,-3-4-33-16</inkml:trace>
  <inkml:trace contextRef="#ctx0" brushRef="#br0" timeOffset="-61731.26">27461 17175 266 0,'0'0'27'0,"0"0"44"0,0 0-8 16,0 0-45-16,0 0-16 15,0 0 8-15,0 0 11 16,-47 59-8-16,35-23-9 16,1 8-3-16,1 1 0 15,1 1 0-15,-2-5-1 0,0-4-3 16,-1-9-71-16,-2-12-65 15,-1-12-79-15</inkml:trace>
  <inkml:trace contextRef="#ctx0" brushRef="#br0" timeOffset="-61469.1">26945 17119 371 0,'0'0'5'0,"34"-49"21"15,-3 26 3-15,10 3-6 16,8 6-11-16,6 3-6 16,2 6 3-16,3 3-6 0,-3 2-3 15,-3 6 1-15,-6 6-18 16,-8-5-109-16,-7-7-100 15</inkml:trace>
  <inkml:trace contextRef="#ctx0" brushRef="#br0" timeOffset="-61183.97">27531 17281 449 0,'0'0'3'0,"0"0"8"15,0 0-5-15,52 21-1 16,-38-5-3-16,-2 3 0 16,-5 5 0-16,-3 3-2 15,-4 3 0-15,-4 1 2 16,-10 0-1-16,-1-3 1 0,-4-5-2 16,4-6 0-16,-1-3 1 15,6-3-1-15,3-4 0 16,6-2 0-16,1-2-1 15,10 0 1-15,12-2 0 16,8 1 0-16,7-1 0 16,5 3 0-16,3 0-2 0,-4-4-30 15,-4 0-117-15</inkml:trace>
  <inkml:trace contextRef="#ctx0" brushRef="#br0" timeOffset="-59675.34">28781 17537 16 0,'-4'0'1'0,"-2"0"9"0,2 0 9 0,-1 0 1 16,0 0-12-16,0-6 65 16,-2-1-19-16,2 0-26 15,2-1 11-15,1 2-5 16,2 0 2-16,0 5 0 16,0 1-14-16,7 1-19 0,7 13-2 15,5 6 1-15,4 7-2 16,2 2 2-16,2 4-2 15,0 3 0-15,0-2-2 16,-3-4-51-16,-4-3-13 16,-2-8-7-16,-7-5-41 0</inkml:trace>
  <inkml:trace contextRef="#ctx0" brushRef="#br0" timeOffset="-59405.72">29052 17547 222 0,'0'0'30'0,"0"0"24"0,0 0-20 15,0 0-18-15,0 0 4 16,0 0 2-16,-53 9-4 15,31 14-4-15,-4 6-6 16,-1 3-3-16,-3 4-4 16,0-1 0-16,2 1-1 0,4-5-1 15,1-1-1-15,5-7-13 16,4-3-63-16,5-10-6 16,3-6-78-16</inkml:trace>
  <inkml:trace contextRef="#ctx0" brushRef="#br0" timeOffset="-59048.89">28549 17440 180 0,'0'0'8'0,"0"0"45"16,0 0-12-16,-25-38 7 15,40 28-7-15,16 1-21 0,12-2-9 16,17 0 0-16,11-2-4 15,9 3-4-15,2 3-2 16,-3 5-1-16,-6 1-1 16,-11-3-99-16,-14-5-68 15</inkml:trace>
  <inkml:trace contextRef="#ctx0" brushRef="#br0" timeOffset="-49309.36">27785 18687 112 0,'0'0'41'0,"0"0"31"0,0 0-32 16,10-39 10-16,-4 29 11 16,-2 5-6-16,0 1-16 15,1 4-14-15,-2 0-14 16,1 16-9-16,1 8 2 0,-3 8 2 15,-1 7 2-15,-1 6-3 16,0 5-4-16,-3 2-1 16,-9-2 0-16,0-3 0 15,-3-4 0-15,1-20 0 16,-4-23 2-16,3 0-1 16,-4 0 1-16,1 0 0 0,-4 0 0 15,-2 0 4-15,0 0 1 16,-1 0 0-16,0 0-4 15,1 0-1-15,5 0 0 16,5 0-2-16,6 0 1 16,5-30-1-16,3-23-8 0,0-1-55 15,11-4-97-15</inkml:trace>
  <inkml:trace contextRef="#ctx0" brushRef="#br0" timeOffset="-48858.89">27681 18511 250 0,'0'0'28'16,"0"0"31"-16,0 0 29 0,0 0-42 0,2-38-9 15,4 32-12-15,1 2-5 16,4 1-10-16,1 3-6 16,1 0-1-16,1 0-2 15,-1 10-1-15,0 0 1 0,-4 1-1 16,-3 2 1-16,-3-2-1 15,-3 0 0-15,0-3 0 16,-3 0 1-16,-9-3-1 16,-2-4 1-16,-1-1-1 15,-2 0 1-15,1-1-1 16,1-8 1-16,4 1-1 0,2-5 1 16,5 2-1-16,4-1 1 15,0 2-1-15,13 0-1 16,8-1 1-16,6-5-53 15,3-9-135-15</inkml:trace>
  <inkml:trace contextRef="#ctx0" brushRef="#br0" timeOffset="-47694.1">29960 17716 97 0,'-3'-8'51'0,"0"0"7"0,2 1-11 16,-1 4-3-16,0-1 5 16,2 4 5-16,0 0-18 15,0 1-27-15,8 11-7 0,4 6 6 16,7 6 6-16,2 5-3 16,4 9-6-16,2-1-3 15,-1 3-2-15,-1-3 1 16,-6-1 0-16,0-7-1 15,-4-5-1-15,-1-4-35 0,-7-7-27 16,-3-6-55-16,-4-7-81 16</inkml:trace>
  <inkml:trace contextRef="#ctx0" brushRef="#br0" timeOffset="-47465.38">30175 17777 281 0,'0'0'3'0,"0"0"79"16,0 0-13-16,0 0-39 15,0 0-23-15,0 0 12 16,0 0 5-16,-36 38-9 16,23-9-4-16,-1 3-8 15,-2 1-1-15,-3 0-2 16,0-1 0-16,-3-2 0 0,2 0-4 15,-1-6-49-15,1-5-69 16,2-8-39-16</inkml:trace>
  <inkml:trace contextRef="#ctx0" brushRef="#br0" timeOffset="-47145.3">29838 17626 352 0,'0'0'4'15,"0"0"9"-15,0 0 38 16,0 0-16-16,0 0-8 0,0 0 2 15,0 0-7-15,43-40-6 16,-2 29-4-16,7 1-7 16,4 3-4-16,0-1 0 15,-1 1-1-15,-1 2-1 16,-4 0-44-16,-5-4-95 0,-7-5-79 16</inkml:trace>
  <inkml:trace contextRef="#ctx0" brushRef="#br0" timeOffset="-46509.07">30393 18074 330 0,'0'0'8'0,"0"0"71"15,0 0-30-15,0 0-19 16,0 0-2-16,0 0-1 15,30-41-4-15,-17 36-8 0,2 3-5 16,-1 2-5-16,-1 0-4 16,-3 4-1-16,-2 7 0 15,-4 0 0-15,-4 2 0 16,0 1 0-16,-1 1 0 16,-8 0-1-16,-4 0 0 0,-1-3-1 15,1 0-1-15,-1-2 1 16,5-3 1-16,1-2-2 15,4-2 1-15,4 1 1 16,0 1-1-16,8-1 1 16,7 2 1-16,5 1 0 0,1 3 0 15,1 2 1-15,-2 0-2 16,-2 3 1-16,-7 1 0 16,-4 0-2-16,-3-1 2 15,-4 0-1-15,0-3 2 16,-9 0-1-16,-6-4 1 0,-5-1-1 15,-1-1 1-15,-6-2-1 16,-1-1 1-16,1-1-1 16,-2-2 0-16,4 0 0 15,3 0-1-15,6-1 1 16,5-3-2-16,7-2-53 0,4-6-45 16,4-5-97-16</inkml:trace>
  <inkml:trace contextRef="#ctx0" brushRef="#br0" timeOffset="-46234.98">30815 17898 368 0,'0'0'8'0,"0"0"98"0,0 0-63 0,0 0-17 16,46-40-7-16,-30 36-8 0,0 3-8 16,1 1-3-16,-1 0 1 15,1 0-2-15,-2 0-9 16,-1 3-49-16,-3-1-52 15,-4-2-58-15</inkml:trace>
  <inkml:trace contextRef="#ctx0" brushRef="#br0" timeOffset="-46056.13">30864 17977 249 0,'0'0'17'0,"0"0"35"16,0 0 27-16,37 8-39 15,-15-8-21-15,1 0-12 16,1 0-5-16,-4 0-3 16,0-8-107-16,-4-11-151 15</inkml:trace>
  <inkml:trace contextRef="#ctx0" brushRef="#br0" timeOffset="-44356.66">31744 17770 275 0,'17'-11'38'0,"-3"-5"31"0,-3 0 11 0,-2 1-39 15,-4 2-12-15,-3 0 1 16,-2 0-4-16,-1 2-6 16,-13 0-10-16,-7 2-5 0,-7 3-3 15,-11 6 0-15,-5 0-2 16,-6 0 0-16,-1 9 1 16,1 5 0-16,8 3-1 15,6 4 0-15,14 2 1 16,8 1-1-16,14 2-1 0,4-1 1 15,23 0-1-15,12-3 1 16,9 2 0-16,7 1-1 16,0-1 1-16,-3-1-3 15,-6 1-1-15,-8 1 4 0,-12-1 0 16,-11 0-1-16,-5 1 2 16,-10-3-1-16,0 1 0 15,-14-2 0-15,-7-4 0 16,-5-2 0-16,-4-4 1 15,-4-1 0-15,-1-7 2 16,-3-2 5-16,0-2 21 0,4-5-9 16,5-10-1-16,9-4 8 15,10-8-2-15,10-6-10 16,18-9-8-16,20-8-6 16,14-7-1-16,11-9-1 15,9-11-33-15,-1-16-118 0,-3-11-272 16</inkml:trace>
  <inkml:trace contextRef="#ctx0" brushRef="#br0" timeOffset="-39760.79">28769 14318 186 0,'8'0'-28'0,"-2"0"92"0,4 0-54 16,1-2 1-16,3 2-9 15,0 0 0-15,6 0 0 16,2 0 4-16,1 0 6 0,3 0-2 16,1 0-3-16,-2 0-3 15,-2 0-2-15,-4 0-2 16,-3 0 1-16,-6 0-1 16,-7 2-3-16,-3 2-36 0,-3 0-24 15,-12-3-64-15</inkml:trace>
  <inkml:trace contextRef="#ctx0" brushRef="#br0" timeOffset="-39474.1">28827 14265 135 0,'0'0'3'16,"0"0"21"-16,0 0-6 16,0 0 2-16,26-42 5 15,-25 40 1-15,0 0-2 16,4-1 2-16,0 3 3 0,7 0-12 16,7 0-14-16,5 0-1 15,5 0-2-15,5 0 0 16,-2-1-41-16,3-13-110 15</inkml:trace>
  <inkml:trace contextRef="#ctx0" brushRef="#br0" timeOffset="-37525.28">16420 14429 41 0,'4'-7'9'0,"4"0"13"0,-2 3-5 16,-1 0 1-16,1 0 1 15,-3 2 15-15,1-1-10 16,3 3-4-16,-2-1-8 16,5-1-4-16,1 2-4 15,3 0 0-15,5 0 0 16,6-1 0-16,3-2 1 0,4-2 6 15,4-1-3-15,1-3-5 16,1 2-1-16,-2-3-1 16,-1 3 0-16,-6-1-2 15,-6 3 2-15,-4 4-2 0,-5 1-1 16,-10 0-10-16,-4 1-95 16</inkml:trace>
  <inkml:trace contextRef="#ctx0" brushRef="#br0" timeOffset="-37328.54">16440 14611 284 0,'0'0'1'0,"0"0"4"0,0 0-4 15,41-17 0-15,-6 13-1 16,6-3 0-16,5 0 1 15,1 0-1-15,2 2 0 16,-3 1-1-16,-6-3-5 16,-3-6-169-16</inkml:trace>
  <inkml:trace contextRef="#ctx0" brushRef="#br0" timeOffset="-31324.35">16837 14223 33 0,'0'0'24'0,"1"2"7"16,-1-2-3-16,0 0-12 15,0 0-6-15,0 1 8 16,0-1-5-16,0 0 9 0,0 0-17 15,0 0 1-15,0 0 2 16,0 0 3-16,0 0 0 16,0 0-4-16,0 0-5 15,0 0 0-15,0 2-1 0,0-1 0 16,0-1 0-16,0 1 0 16,1-1 0-16,-1 2 0 15,0-2 0-15,0 0 1 16,0 0 1-16,0 0 2 15,0 0 0-15,0 0 7 16,0 0 5-16,0 0-2 0,0 0-3 16,0 0-2-16,0 0-4 15,0 0-2-15,0 0-2 16,0 0-2-16,0 0 1 16,0 0 0-16,0 0 2 15,0 0-2-15,0 0 0 0,0 0 0 16,0 0 0-16,0 0 0 15,0 0 1-15,0 0-2 16,0 0 1-16,0 0-1 16,0 0 0-16,0 0 1 15,0 0-2-15,0 0 1 0,0 0 0 16,0 0 0-16,0 0-1 16,1 1 1-16,0 2-2 15,0-3 2-15,2 0-1 16,-1 2 0-16,2-1 0 15,-2-1-2-15,5 0 0 0,0 0-1 16,2 0-1-16,-3 0-7 16,-1-3-113-16</inkml:trace>
  <inkml:trace contextRef="#ctx0" brushRef="#br0" timeOffset="-30786.48">16999 14192 176 0,'0'0'22'0,"0"0"8"0,0 0-11 0,0 0-12 15,0 0-6-15,0 0-1 16,0 0 1-16,0 0 0 15,0 0 0-15,0 0 0 16,0 0 4-16,0 0-3 16,0 6 1-16,0-6 3 0,0 0 12 15,0 0 2-15,0 0-13 16,-2 0-4-16,-2 0-1 16,2 0-1-16,0-3-1 15,1-3 1-15,1 3-1 0,0-1 0 16,0 1-1-16,0 1 0 15,0 0 0-15,0 2-1 16,0 0 0-16,0 0-1 16,0 0-6-16,0 0-23 15,0 4-27-15,-5-3-31 16</inkml:trace>
  <inkml:trace contextRef="#ctx0" brushRef="#br0" timeOffset="-30442.16">16049 14106 206 0,'0'0'-74'0,"0"0"14"0,0 0 13 0</inkml:trace>
  <inkml:trace contextRef="#ctx0" brushRef="#br0" timeOffset="-30045.31">16049 14106 12 0</inkml:trace>
  <inkml:trace contextRef="#ctx0" brushRef="#br0" timeOffset="-29723.89">16049 14106 12 0,'23'28'8'0,"-23"-28"-7"0,0 0-1 0,0 0 0 15,2 0 1-15,-2 0-1 16,0 0 0-16,0 0 0 15,0 0 0-15,0 0-1 0,0 0 2 16,0 0-1-16,0 0 1 16,0 0-1-16,0 0 0 15,0 0 0-15,0 0 0 16,0 0 0-16,0 3-1 16,0-2 1-16,0 1 0 0,0-1 1 15,0 1-1-15,0-1 1 16,0 0 0-16,0-1-1 15,0 0 1-15,0 0-1 16,0 0 0-16,0 0 0 16,0 0-1-16,0 0 0 0,0 0-1 15,0 0-3-15,0 0 0 16,0 0-7-16,0 0 12 16,0 0 0-16,2 0 0 15,-2 0 0-15,2 0 0 16,0 0 0-16,-2 0 0 0,1 0 0 15</inkml:trace>
  <inkml:trace contextRef="#ctx0" brushRef="#br0" timeOffset="-29630.2">16107 14158 7 0,'0'0'16'0,"0"0"-1"0,0 0 1 16,0 0-11-16</inkml:trace>
  <inkml:trace contextRef="#ctx0" brushRef="#br0" timeOffset="-28775.44">16415 14121 136 0,'0'0'8'0,"0"0"11"15,0 0-12-15,0 0-7 0,0 0 0 16,0 0 0-16,-26 39 0 16,26-34 0-16,0 1 0 15,0 0 0-15,0 1-2 16,0-2 1-16,4 1 0 16,-2 0-6-16,-1-5-94 0</inkml:trace>
  <inkml:trace contextRef="#ctx0" brushRef="#br0" timeOffset="-28416.95">16270 14324 204 0,'0'0'7'0,"0"0"8"16,0 0-5-16,0 0-5 15,0 0-9-15,0 0 3 16,0 0 1-16,0 0-2 15,0 0-1-15,-4 27 3 16,8-17-5-16,-1 0-6 16,1 2-9-16,-1-2-31 0,-1-3-26 15</inkml:trace>
  <inkml:trace contextRef="#ctx0" brushRef="#br0" timeOffset="-28214.48">16257 14451 249 0,'0'0'-46'0,"0"0"51"0,0 0-2 16,0 0-5-16,0 0 2 15,0 0-1-15,0 0-1 16,0 0-3-16,-10 35-6 15,20-31-19-15,-1-3-38 16</inkml:trace>
  <inkml:trace contextRef="#ctx0" brushRef="#br0" timeOffset="-27512.79">16311 14493 191 0,'0'0'9'0,"0"0"7"16,0 0 13-16,0 0-5 16,0 0-18-16,0 0-6 15,0 0 0-15,0 0 1 16,-21-2-1-16,21 6 1 15,0 1 0-15,0-2-1 0,0 1 0 16,0-1 0-16,0 0 0 16,0-2 0-16,0 1 1 15,0-2-1-15,0 0 0 16,0 0 0-16,0 0 0 16,0 0-1-16,0 0 1 0,0 0-1 15,0 0-1-15,0 0-1 16,0 0-2-16,0 0-7 15,0 0-2-15,0 0 8 16,2 0-1-16,1 0 3 16,-1 0 3-16,-2 0 1 0,0 0 0 15,0 0 0-15,0 0 1 16,0 0-1-16,0 0 1 16,0 0-1-16,0 0 1 15,0 0 0-15,0 0 3 16,0 0 2-16,0 0 5 0,0 0 5 15,0 0-6-15,0 0-3 16,0 0 0-16,0 0 0 16,0 0 3-16,0 0-3 15,0 0-1-15,0 0-2 16,0 0-1-16,0 0 2 0,0 0-3 16,0 0-2-16,0 0 1 15,0 0 0-15,0 0 0 16,0 0-1-16,0 0 1 15,0 0-1-15,0 0 0 16,2 0-1-16,0 0 0 16,3 0 0-16,2 0-1 0,2 0-2 15,1 0-14-15,1-2-32 16,-3-4-21-16,-4-6-105 16</inkml:trace>
  <inkml:trace contextRef="#ctx0" brushRef="#br0" timeOffset="-26168.66">16132 14248 211 0,'2'-9'-26'0,"-2"2"28"0,2 4 0 16,-1 3-2-16,3 0 1 15,0 3-1-15,-2 4 1 0,0 0 0 16,-2-2 5-16,0-1 5 15,0 0 2-15,0-1-6 16,0-2-4-16,0 1 1 16,0-1-1-16,0-1 0 15,0 0 7-15,0 0 3 0,0 0-7 16,0 0-3-16,0 0-3 16,0 0 1-16,0 0-1 15,0 0 1-15,0 0 0 16,0 0-1-16,0 0 0 15,0 0 0-15,0 0-1 16,1 0-7-16,1 0-33 0,3 0-13 16,-1 0 11-16,-1-6-54 15</inkml:trace>
  <inkml:trace contextRef="#ctx0" brushRef="#br0" timeOffset="-25093.65">16203 14113 165 0,'0'0'9'0,"0"0"21"15,0 0-24-15,0 0-5 16,0 0-4-16,0 0 4 15,0 0-6-15,0 0 1 0,0 0-7 16,-24 3 9-16,24 1 2 16,0 0 0-16,0-1-1 15,0-2 1-15,0 1-1 16,0 0 1-16,0-2 0 16,0 0 0-16,0 0 1 0,0 0 0 15,0 0 0-15,0 0 1 16,0 0-2-16,0 0 0 15,0 0 0-15,0 0 0 16,0 0-1-16,0 0 0 16,0 1 1-16,0 0 0 0,0 2 0 15,-1-2 1-15,0 1-1 16,1-1 1-16,0-1-1 16,-1 2 1-16,1-1 0 15,0-1 2-15,0 0-2 16,0 0 1-16,0 0-2 0,0 0 1 15,0 0-1-15,0 0 0 16,0 0 0-16,0 0-1 16,0 0 1-16,-2 1 0 15,2 1 0-15,0-2-2 16,0 1 2-16,0-1 0 0,-2 0 0 16,2 2 0-16,0-1 2 15,0 0-4-15,0 0 2 16,0 1-1-16,0 0-1 15,0-1 1-15,0 2 0 16,0-2 0-16,0-1 0 0,0 2 0 16,0-2 0-16,0 0 0 15,0 1 1-15,0-1 0 16,0 0 1-16,0 0 1 16,0 0 0-16,0 0 0 15,0 0 0-15,0 0-1 16,0 0-1-16,0 0 0 0,0 0 0 15,0 0-1-15,0 0 1 16,-2 0 0-16,2 0 1 16,0 0-1-16,0 3 0 15,-2 0 0-15,1 0-1 16,1 0 1-16,0 2-3 0,0 2 1 16,0-1-1-16,0 1-4 15,0 0 4-15,3 2 4 16,-1-2-1-16,0-2 0 15,0-1 0-15,-2-2 0 16,1 1 0-16,-1-3 0 0,0 0 1 16,1 0 23-16,-1 0-9 15,1 0-11-15,-1 0-4 16,0-1 1-16,2-1-1 16,0 2 0-16,1 0 0 0,1 0-1 15,-2 0 2-15,0 0-1 16,0 0-1-16,-1 0 2 15,1 0-2-15,-2-2 2 16,0 2-1-16,0-1 1 16,0 1 0-16,0-1-1 15,0-1 2-15,0 1 0 0,0 1 0 16,0 0-2-16,0 0 0 16,2 0 0-16,2 0-2 15,3 0 2-15,3 0-2 16,0 0-32-16,-3-4-67 15</inkml:trace>
  <inkml:trace contextRef="#ctx0" brushRef="#br0" timeOffset="-24698.32">16300 14104 175 0,'0'0'7'0,"-5"0"2"0,1 0-2 15,2 0-7-15,1 4 0 16,0-1 0-16,1 1 0 0,-1-1 0 16,1 0 1-16,0-1-1 15,0 0 1-15,0 0-1 16,0-1-1-16,0 1 2 15,4-2-2-15,3 0 0 16,0 0 1-16,4 0 0 0,0 0-36 16,-4-7-79-16</inkml:trace>
  <inkml:trace contextRef="#ctx0" brushRef="#br0" timeOffset="-12449.99">16702 15325 111 0,'0'-32'19'0,"-7"-4"-10"16,-1 2-11-16,3 0-6 15,-1 0 3-15,2 0 2 0,0-3-5 16</inkml:trace>
  <inkml:trace contextRef="#ctx0" brushRef="#br0" timeOffset="-10842.52">21391 14229 77 0,'5'0'23'0,"3"-3"-4"16,-1 2 0-16,0 1-5 16,2 0-3-16,-4 0-8 15,1 0 1-15,0 0-1 0,-3 0-2 16,-1 1-1-16,-2 5-1 15,0-2 0-15,0-1-1 16,-7-3-90-16</inkml:trace>
  <inkml:trace contextRef="#ctx0" brushRef="#br0" timeOffset="-8672.22">18464 14275 84 0,'3'0'-9'0,"2"0"-4"16,-2 0-24-16</inkml:trace>
  <inkml:trace contextRef="#ctx0" brushRef="#br0" timeOffset="-8455.45">18803 14245 12 0,'47'-7'21'0,"2"-1"-1"0,-5 1 0 15,-3 0 2-15,-1 0 2 16,-8 3-13-16,-3 0-6 16,-8-2-2-16,-3 6-2 15,-6 0 0-15,-5 0 0 16,-7 0-1-16,0 7 0 0,-10 2-3 15,-11-1 3-15,-9-1-96 16</inkml:trace>
  <inkml:trace contextRef="#ctx0" brushRef="#br0" timeOffset="-8152.52">18418 14514 145 0,'0'0'-28'0,"0"0"30"15,0 0-7-15,0 0-9 16,0 0 10-16,0 0 4 16,0 0-1-16,48-7-5 15,-15 0 3-15,7-1 1 16,8-2 4-16,7 3 0 0,5-2 2 15,0 2 8-15,-3 3 19 16,-4 0-5-16,-4 1-28 16,-4 0 2-16,-9 0 1 15,-1 2 0-15,-8-3-2 16,-7 1-1-16,-7 0-2 0,-8-4-12 16,-5 1-120-16</inkml:trace>
  <inkml:trace contextRef="#ctx0" brushRef="#br0" timeOffset="-7860.43">18966 14232 7 0,'59'-10'54'0,"-7"-3"-48"0</inkml:trace>
  <inkml:trace contextRef="#ctx0" brushRef="#br0" timeOffset="-7113.25">18562 14238 29 0,'71'-9'38'0,"-2"-1"-30"15,-4-3-6-15,-5-2-56 0</inkml:trace>
  <inkml:trace contextRef="#ctx0" brushRef="#br0" timeOffset="20737.11">6420 16044 269 0,'-8'-11'10'0,"3"8"13"0,1 4 2 15,4 25-17-15,0 14-6 16,7 8 27-16,9 12 19 16,1 5-18-16,5 5-7 15,3-1-3-15,2-2-10 16,-1-6-4-16,1-10-2 16,-2-7-4-16,-3-14 0 0,-1-12 3 15,-4-12 0-15,-1-6 1 16,-2-12 10-16,2-17 5 15,-1-15-10-15,1-13-6 16,-1-10-2-16,1-11-1 16,-3-7 0-16,-2 1-1 0,1 5 1 15,-2 8-8-15,4 11-40 16,-5 16-46-16,0 11-52 16</inkml:trace>
  <inkml:trace contextRef="#ctx0" brushRef="#br0" timeOffset="21638.66">7049 16362 313 0,'0'0'5'16,"-14"-49"21"-16,1 26 8 0,-7 3-8 16,0 2 11-16,-5 9 10 15,-6 6-14-15,0 3-16 16,0 12-8-16,3 10-5 16,1 8-1-16,7 4-3 15,9 3 1-15,7-3-1 0,4 0 1 16,2-5 1-16,11-4-2 15,3-6 3-15,5-6-2 16,-2-6 0-16,4-6 0 16,1-1 1-16,-1-10-3 15,-4-5-2-15,2-7-6 0,-6 1-2 16,-1-1 2-16,-7 1-2 16,-1 6 5-16,-6 3 4 15,0 6 1-15,0 1 0 16,0 4 0-16,-2 0-1 15,0 1 4-15,-2 0 3 16,4 0 0-16,0 0-3 0,0 6-1 16,2 0-1-16,2 0 1 15,3-1 0-15,4 2 1 16,-2-1-2-16,4-2 1 16,1 2 1-16,1 0-2 0,-1 1 1 15,3 0-1-15,-1 1 0 16,-2 1-1-16,1-1-4 15,-2 1 0-15,1-3-1 16,-3-1 1-16,-2-5 3 16,3 0 1-16,-4 0 0 15,-1-13 2-15,0-4 0 0,2-7 1 16,-4 0-1-16,1 2-1 16,-2 0 1-16,3 8 0 15,-2 5 2-15,2 8-1 16,1 1-4-16,1 7 1 15,1 10-1-15,2 2 2 0,0 3 1 16,-1-2-1-16,-2 2 1 16,3-4-1-16,-2-2 1 15,1-6-1-15,-1-3 1 16,1-5 0-16,-1-2 0 16,4-2 0-16,-3-10 1 0,2-3 0 15,-1-4-1-15,-3-1 0 16,-1 0-1-16,0 6 0 15,-6 2 2-15,0 5 2 16,0 4 13-16,-2 3-5 16,2 1-14-16,0 10 1 0,3 2 1 15,2 6 1-15,4 2 1 16,-2 2-2-16,2-1 0 16,1 1 0-16,0-2-14 15,-3-5-58-15,-1-8-114 16</inkml:trace>
  <inkml:trace contextRef="#ctx0" brushRef="#br0" timeOffset="21786.86">7409 16056 485 0,'0'0'-33'0,"0"0"34"0,0 0-67 15,0 0-19-15,0 0 14 16,0 0 2-16,15 62-91 0</inkml:trace>
  <inkml:trace contextRef="#ctx0" brushRef="#br0" timeOffset="22249.71">7797 16314 391 0,'0'0'27'16,"0"0"-12"-16,0 0-4 0,0 0 10 16,0 0-8-16,0 0 2 15,0 0-5-15,-48 3-3 16,32 21-2-16,3 4 0 15,1 4-3-15,5 1 0 16,5-1-2-16,2-4 1 0,0-4 0 16,5-8 1-16,8-6-2 15,-2-10-2-15,5 0 6 16,2-17-1-16,0-4-1 16,-1-8-2-16,-1-2-6 0,-3 0 9 15,-4 4-2-15,-3 7-1 16,-2 6 2-16,-2 5 9 15,0 8 13-15,-2 1-19 16,4 6-7-16,1 9 2 16,5 4 1-16,2 5 0 15,3 2 0-15,0-1-1 0,4-1-1 16,1-5-27-16,-4-7-43 16,-3-9-94-16,-2-4-102 15</inkml:trace>
  <inkml:trace contextRef="#ctx0" brushRef="#br0" timeOffset="22612.6">8005 16328 304 0,'0'0'95'16,"0"0"-6"-16,0 0-56 16,0 0-33-16,0 0 0 0,0 0 1 15,0 54 7-15,9-31 3 16,1 1-4-16,0 2-5 15,1-1 0-15,-1-1-1 16,-4-4-1-16,1-3 0 16,-5-3 1-16,0-6-1 0,-2-6 1 15,0-2 2-15,0 0 2 16,-2-14-3-16,-2-3 1 16,0-10-2-16,3-3 0 15,1-4 0-15,2 2-1 16,9 2 0-16,4 6 1 0,2 5 0 15,3 9 0-15,3 8-2 16,-2 2 0-16,4 5-1 16,-4 13 1-16,-4 5-1 15,1 6-1-15,-5 3 0 16,-1 2-38-16,-3 1 29 0,-1-3-30 16,-3-5-37-16,0-10-47 15,0-11-43-15</inkml:trace>
  <inkml:trace contextRef="#ctx0" brushRef="#br0" timeOffset="23076.76">8477 16284 291 0,'0'0'191'16,"0"0"-134"-16,-18-37-7 15,9 33-3-15,0 4-25 16,1 4-16-16,3 10-1 0,1 4-1 15,6 4-1-15,-2 4-1 16,0 2 0-16,9-2-1 16,3-1 0-16,5-2-1 15,0-3 1-15,3-6-1 16,-1-5 1-16,2-8 0 0,0-1-1 16,1-3-1-16,-2-12-1 15,0-7 0-15,1-5 3 16,-2-4-2-16,-1-6-2 15,-2 0-2-15,-2 3 1 0,-5 7 4 16,-3 4 1-16,-6 7 0 16,0 11 3-16,0 5 1 15,-6 13-3-15,-1 10-1 16,1 7 1-16,1 8 0 16,3 3 0-16,2 4 0 15,0-5 1-15,4-3-3 0,11-6 0 16,4-11 2-16,6-7 1 15,10-13-1-15,5-4-1 16,7-20-2-16,0-12-15 16,-7-15-88-16,-2-17-206 15</inkml:trace>
  <inkml:trace contextRef="#ctx0" brushRef="#br0" timeOffset="23993.56">6349 13151 95 0,'-38'-6'218'0,"-7"6"-215"0,-6 0 14 0,2 19-1 0,-5 12-4 16,-1 13-5-16,1 9-1 16,0 9 12-16,6 6 1 15,7-1-1-15,13 1 2 16,13-6-6-16,15-6-3 15,3-5-5-15,21-7-2 16,12-4-2-16,6-3 3 0,8-7-4 16,3-6 2-16,1-7-2 15,3-10-2-15,0-4-16 16,-1-3-32-16,-4-13-43 16,-2-11-6-16,-9-7-119 0</inkml:trace>
  <inkml:trace contextRef="#ctx0" brushRef="#br0" timeOffset="24366.61">6474 13583 429 0,'0'0'8'16,"-46"17"22"-16,25 3-25 16,3 8-3-16,3 6-1 15,2 3 0-15,3-3 3 16,8 3-1-16,2-3-1 15,2-4-1-15,12-4 0 0,3-5-1 16,6-4 1-16,0-12 2 16,0-5-1-16,2-5-3 15,0-16 8-15,0-6-5 16,-3-6-2-16,-4-4-3 16,-4-4-11-16,-6 0-20 0,-6 2 8 15,-2 5 17-15,-4 7 7 16,-12 9 2-16,-3 8-3 15,-2 10 1-15,1 0 0 16,0 12-1-16,2 5-4 16,5 1-11-16,3 0-7 0,4 1 4 15,4-3-5-15,2-1 11 16,0-1 2-16,6 0-11 16,6-4-31-16,3-5-85 15</inkml:trace>
  <inkml:trace contextRef="#ctx0" brushRef="#br0" timeOffset="24657.2">6828 13489 408 0,'0'0'16'0,"0"0"31"0,0 0-47 0,25 37 1 15,-10-6 0-15,1 3 0 16,-1-1 0-16,3-3-1 0,-3-4 0 16,2-4 2-16,0-5-1 15,-1-8 2-15,-1-7-2 16,-1-2 2-16,-3-4 1 16,0-11 0-16,-1-6-2 15,0-4 2-15,-1 0-3 16,1-1-1-16,0-1 0 0,1 6-16 15,1 5-79-15,-1 1-17 16,0 3-26-16</inkml:trace>
  <inkml:trace contextRef="#ctx0" brushRef="#br0" timeOffset="25456.95">7411 13638 364 0,'0'0'8'0,"0"0"29"16,-7-42-11-16,2 28-6 15,-5 1-1-15,-1 3 5 16,-3 3-8-16,-4 5-8 16,-4 2-4-16,-1 6 3 0,-2 11-5 15,4 6 1-15,0 2-2 16,5 5 0-16,3-2 0 15,7-2-1-15,3 1 1 16,3-6-1-16,3-2 1 16,8-6 0-16,7-5 0 15,1-4 0-15,4-4 0 16,2-4 0-16,0-13 0 0,1-7-2 16,-2-3 1-16,-1-3-1 15,-3 0 0-15,-7 5 1 16,-4 5 1-16,-4 6-1 15,-3 5 1-15,-2 6 2 0,0 3 0 16,0 0-4-16,-2 8 0 16,-3 6 1-16,3 2 2 15,2 0-2-15,0 4 2 16,0-4-2-16,7-2 2 16,4-3 1-16,2-2-3 0,5-5 2 15,-2-4 0-15,4 0-1 16,-2-3 1-16,2-9-1 15,-2-6 0-15,1-3 1 16,-2-4-2-16,-1 3 0 16,-3 2 0-16,0 5 0 0,-2 6 0 15,-2 8 1-15,2 1-2 16,1 7-1-16,-4 10 1 16,3 1 1-16,-1 1-1 15,-2 1 2-15,1-2-2 16,-1-1 2-16,0-4-2 0,-1-2 2 15,0-6-1-15,2-5 0 16,-3 0 0-16,3-8 2 16,0-9-1-16,1-4-1 15,0 0 0-15,-1 0 1 16,-5 2-1-16,-1 2 0 0,-2 7 1 16,-1 6 1-16,0 4 2 15,0 0 0-15,0 6-3 16,4 6-1-16,2 5 0 15,1 2 1-15,3 1-1 16,0-2 0-16,3 2-3 0,-1-6-59 16,-4-4-52-16,-3-8-115 15</inkml:trace>
  <inkml:trace contextRef="#ctx0" brushRef="#br0" timeOffset="25596.98">7751 13418 451 0,'0'0'7'0,"0"0"8"0,-21-38-12 0,32 38-6 16,7 0-61-16,3 4-51 16,-2 3-3-16</inkml:trace>
  <inkml:trace contextRef="#ctx0" brushRef="#br0" timeOffset="26032.61">8091 13493 385 0,'0'0'13'0,"-52"12"24"16,29 2-20-16,4 7-11 15,1 4-4-15,9 1 0 16,-1 1-2-16,8-2 1 16,2-3 0-16,0-2 0 15,12 0 0-15,1-7 1 0,7-5-1 16,-3-5-2-16,4-3 3 16,0-11-1-16,-2-11 3 15,-1-6-3-15,-1-10 0 16,-5 2 0-16,-3-3-1 15,-3 3 0-15,-5 6 2 0,-1 9-2 16,0 5 3-16,0 10 11 16,-1 6 6-16,-1 2-11 15,0 12-7-15,2 7-1 16,0 4 0-16,0 2 0 16,6 2 0-16,4 0 0 15,3-1 0-15,1 1-1 0,-1-2-4 16,-2-6-110-16,-1-6-37 15</inkml:trace>
  <inkml:trace contextRef="#ctx0" brushRef="#br0" timeOffset="26408.82">8251 13580 398 0,'0'0'6'16,"0"0"26"-16,0 0 18 0,0 0-28 15,0 0-22-15,0 0 2 16,0 0-1-16,0 0 0 16,-11 40 0-16,22-20 0 15,-2 1 1-15,1 0-2 16,-2-1 0-16,-3 0 1 0,-1-4-1 16,-4-4 0-16,0-4 0 15,0-5 0-15,0-3 1 16,0-3 1-16,0-12-1 15,0-6-1-15,0-5 1 16,2-5-1-16,4-4 1 16,4 2-1-16,-1 4 0 0,1 4 1 15,2 8-1-15,1 10 0 16,-2 7 0-16,3 4 0 16,-3 13 0-16,1 7 0 15,-3 6-1-15,3 1 2 16,-2 1-1-16,1-1-1 0,2 0-1 15,1-4-62-15,-1-8-57 16,-1-9-78-16</inkml:trace>
  <inkml:trace contextRef="#ctx0" brushRef="#br0" timeOffset="26843.6">8656 13540 317 0,'0'0'-1'0,"-25"-39"25"0,14 27 28 0,2 8-19 16,0 4-27-16,-2 10-2 15,4 7-1-15,1 6 4 16,1 2 6-16,5 2 14 16,0 0-15-16,2 0-8 15,12 0 2-15,1-5-4 0,5-1 0 16,-1-6 0-16,3-3-1 15,4-8 0-15,3-4 2 16,1-6-2-16,3-12 2 16,1-8-3-16,6-6 1 15,-4-5-2-15,-3 0 2 0,-6 1-2 16,-7 5 1-16,-6 7 0 16,-10 6 0-16,-4 9 1 15,-4 7 0-15,-12 2 0 16,0 13 6-16,-2 9 4 15,1 6 7-15,5 3-8 16,8 2-1-16,4-2-5 0,14-4-2 16,11-6 1-16,14-8-1 15,8-7 3-15,9-6-4 16,4-3-7-16,0-23-64 16,3-18-161-16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22T11:01:59.4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26709 4909 94 0,'0'0'10'0,"0"0"12"0,0 0-8 16,0 0 3-16,0 0-4 16,-43 0 1-16,34 0-3 15,-5-4-1-15,1 3 3 16,-5-1 8-16,0-2-2 0,0 1 0 16,-1 2-10-16,1 0-2 15,1 0-3-15,2 1 0 16,1 0-2-16,1 0 0 15,0 0 0-15,3 0 0 16,1 1 0-16,2 1 3 16,-1 2-2-16,3-1-2 0,1 0-1 15,-3 4 0-15,2 2-1 16,-1 2 1-16,2 3 3 16,0 6-1-16,1 3-2 15,-1 5 2-15,2 8-1 0,0 9 5 16,-3 9 1-16,-2 10 4 15,0 9-8-15,-1 12 2 16,3 13-1-16,-7 7-3 16,5 11 6-16,0 9 2 15,-1 6 4-15,-3 5-10 0,2 1-3 16,-3 2 0-16,-2-3 2 16,3 0 1-16,-1-3 13 15,3-4 1-15,1-7 2 16,5-4-12-16,1-9-1 15,2-2 1-15,0-9 1 16,0-9 0-16,0 2 0 0,-2-4 2 16,0-5-5-16,-2-4 6 15,1-2 1-15,0-4-5 16,-3-8 2-16,2-6 4 16,1-7-5-16,0-4-2 15,1-8-3-15,2-7 1 16,0-5 1-16,0-7-1 0,0-6-1 15,0-2 0-15,1-4-1 16,-1-3-1-16,2-2-1 16,0 1 1-16,0-2 0 15,2 3 0-15,3-3 1 0,2 0 2 16,5-1 3-16,7-1 1 16,7 0-2-16,7 0 0 15,12 0-2-15,7 0 2 16,7-5-3-16,7 0 0 15,2 1-1-15,0 0 1 16,-2 1-3-16,-5-1 0 0,-5 1 0 16,-9-1-25-16,-6-6-57 15,-11-9-94-15</inkml:trace>
  <inkml:trace contextRef="#ctx0" brushRef="#br0" timeOffset="2607.94">31008 4852 66 0,'0'0'-13'0,"0"0"22"0,0 0 16 16,0 0 56-16,0 0-58 16,0 0-9-16,2 0 2 15,2 0-3-15,2 0-4 0,0 0 2 16,5 0-1-16,1 0 0 15,2 0-4-15,2 0-1 16,3 0 1-16,0 0 0 16,3 0 0-16,1 0-1 15,1 0 2-15,-3 1-2 0,1 3-2 16,-2 0 0-16,-2 2-2 16,-4-1 2-16,-3 3-3 15,-2 1-3-15,-1 4 6 16,-3-1-6-16,0 5 6 15,-2 1 2-15,0 6 7 0,-1 3 2 16,-1 9-3-16,-1 9 8 16,0 9-3-16,0 7-3 15,0 10-6-15,0 10 0 16,2 10-2-16,0 6 1 16,-1 6-3-16,-1 8 0 0,-1 0 0 15,1 1 1-15,-4 1 4 16,-6 0 13-16,-2-1 1 15,-2-3-7-15,-1 0-1 16,1-2-4-16,0 0-3 16,1-2-1-16,3 3-3 0,3-6 3 15,2-1 5-15,0-4-7 16,3-4-2-16,2-6-1 16,0-5-1-16,0-5 1 15,0-2 1-15,4-6 1 16,-3-4 0-16,2-4 1 0,-3-6 2 15,0-6-2-15,0-10 1 16,-1-5 9-16,-2-9-7 16,-2-4-4-16,2-3-2 15,0-2 1-15,1-2-1 16,-4-1 3-16,2-2-1 16,1 3 2-16,-2-6-1 0,1 0-2 15,2-1 3-15,0-1-2 16,1-2 0-16,-1-1-1 15,0 4 1-15,-1-2-2 16,1 0 1-16,0 2 0 16,0 2-1-16,-4-1 1 0,1 2 0 15,1-1 1-15,-3 1 2 16,1-2 0-16,-4 2 1 16,1-4 0-16,-3 1 2 15,-4 0 0-15,-4-3-2 16,-7 1-1-16,-7-1-1 0,-13-4-1 15,-12 0-2-15,-14 0 0 16,-14-6-12-16,-11-15-81 16,0-12-193-16</inkml:trace>
  <inkml:trace contextRef="#ctx0" brushRef="#br0" timeOffset="5310.98">27358 5227 114 0,'0'-14'73'0,"0"3"-49"15,0-2 14-15,0 9-11 16,0 1-5-16,0 3-7 16,0 0-10-16,-3 4-5 0,2 9 2 15,-1 1-1-15,0 8 1 16,-1 2 5-16,-2 3 5 15,-1 1 6-15,-3 3-1 16,0-1-3-16,-4 0-4 0,-1-3-2 16,1 0-2-16,-1-4-3 15,2-2 0-15,-1-4 1 16,3-3 0-16,-1-2-3 16,4-4 2-16,0-2 0 15,3-2-2-15,2-1 1 0,2 0 0 16,4-2 1-16,16 1 2 15,5-2 0-15,9 0-2 16,9 0 0-16,5 0-1 16,-3 0-2-16,0-6 2 15,-3 4-1-15,-7-2 0 16,-8 0-1-16,-6 3 1 0,-6-1-1 16,-5 2 1-16,-8 0-3 15,-2-1-23-15,0-2-64 16,-12 1-48-16</inkml:trace>
  <inkml:trace contextRef="#ctx0" brushRef="#br0" timeOffset="5699.05">27476 5415 88 0,'0'0'16'0,"0"0"8"0,0 0-4 0,0 0 8 15,0 0 9-15,9-41 7 0,-9 38 4 16,0 3-13-16,0 0-8 16,-1 0-13-16,-3 0-10 15,1 0 0-15,-1 7 0 16,2 3 6-16,1 2 2 15,-1 8-1-15,2 2 4 0,0 7 9 16,0 5-4-16,0 5-7 16,0 2-4-16,0-1 3 15,0-2 1-15,0-5-4 16,0-7 0-16,0-5 2 16,-2-7-5-16,1-1-22 0,-1-6-26 15,0-3-71-15,-1-4-195 16</inkml:trace>
  <inkml:trace contextRef="#ctx0" brushRef="#br0" timeOffset="7932.03">27492 6453 72 0,'1'-3'67'0,"-1"-1"-33"0,0 1-3 0,0-1 8 16,0 0-4-16,0 0-5 15,0-1 4-15,-2-1-6 16,-5 1-8-16,-2-1-6 15,-4 1-6-15,-5 3-3 0,-6-1 2 16,-4 3 0-16,-2 0 6 16,-1 10 0-16,-1-1-3 15,2 8-4-15,5-2-3 16,4 2-1-16,6 1 1 16,7-3-2-16,6 2 1 0,2-1 0 15,8-2 1-15,11 0-1 16,7 3 2-16,2-1-2 15,3 1 1-15,-1 1-2 16,-3 2 2-16,-3 3 0 16,-5 0-1-16,-6-1 0 0,-1 1-1 15,-8-3 1-15,-4-2-1 16,0-3 0-16,-4-1 0 16,-10-4 1-16,-2-2 1 15,-4-1-1-15,-5-1 0 16,-1-4 1-16,-3-1 3 0,-4-1 6 15,2 0 5-15,5 0-7 16,4-9 1-16,5-2 6 16,12-6-2-16,5-4 2 15,16-6-12-15,11-6-4 16,12-1 0-16,11-2-7 0,1 1-34 16,0 2-47-16,-6 2-145 15</inkml:trace>
  <inkml:trace contextRef="#ctx0" brushRef="#br0" timeOffset="8354.21">26883 7460 259 0,'0'0'31'0,"0"0"26"0,0 0-15 16,0 0-16-16,0 0-24 0,0 0-1 16,0 0 29-16,13 47 14 15,-11-10-16-15,-1 4-6 16,-1 3-9-16,0 2-4 16,0-1-6-16,0-2 0 0,-5-4-2 15,-1-6 0-15,1-7-8 16,1-8-20-16,-1-9-23 15,0-9-34-15,2-2-51 16</inkml:trace>
  <inkml:trace contextRef="#ctx0" brushRef="#br0" timeOffset="8861.85">27183 7625 412 0,'0'0'30'16,"0"0"31"-16,20-41-28 15,-10 32-8-15,-1 2-11 16,-1 0-6-16,1 0-2 16,3 1 1-16,-1 2-5 0,3 1-3 15,-5 0 2-15,2 3-1 16,1 0 0-16,-2 0-1 15,-3 0 1-15,-1 7-3 16,0 4-2-16,-3 0 2 16,-2 4 0-16,-1 2-7 0,0 5-13 15,-6 0-3-15,-6 4 13 16,-1 2 9-16,-3 2 3 16,0 0 6-16,0 1-8 15,-1-1 6-15,1-3-2 16,5-3 0-16,4-5 0 0,0-1-1 15,4-4 4-15,3-5 0 16,0-2 4-16,7-3-1 16,8-1-2-16,5-3 0 15,4 0 0-15,7 0-2 16,6-7 6-16,-2 1-5 16,-1 0 3-16,-5 2-1 0,-5 3-3 15,-8-1-3-15,-5 2 2 16,-4 0-2-16,-3 0-1 15,-2 0 1-15,-2 0-1 16,0 0-2-16,0 0-43 0,-12 0-59 16,0-4-124-16</inkml:trace>
  <inkml:trace contextRef="#ctx0" brushRef="#br0" timeOffset="10598.1">29536 5355 144 0,'0'0'26'0,"0"0"10"0,0 0-19 15,-20-37 7-15,11 28 15 16,-2 0-1-16,-3 0-13 16,-3 2 8-16,-4 0-9 15,-2 4-11-15,-4-1 0 0,-4 4-1 16,3 0-3-16,-2 1-5 16,3 5 1-16,4 1-4 15,5 0 1-15,7 1-2 16,4 0 2-16,6 1-1 15,1-1 2-15,3 2-1 0,10 0-1 16,7 0 3-16,6 3 1 16,2-1-3-16,2 4 1 15,2-2-2-15,-2 2 3 16,-2 1-2-16,-6 3-1 16,-1 0 1-16,-7 1-1 0,-4 0 0 15,-4-1 2-15,-5 1-3 16,-1-1 3-16,-2-3-2 15,-7-1 0-15,-8-2-1 16,-4-2 2-16,-3-2 1 16,-6-3-2-16,-1-3 1 0,-1-3 2 15,2-1-1-15,4-3 9 16,8-8 9-16,10-7-1 16,8-6 6-16,11-6-9 15,20-7-14-15,14-4-2 16,11-2-1-16,3-3-35 15,1 1-53-15,-7 1-171 0</inkml:trace>
  <inkml:trace contextRef="#ctx0" brushRef="#br0" timeOffset="11116.65">29037 6132 146 0,'0'0'29'0,"0"0"22"0,5-44 9 0,-4 34 10 16,-1 6-10-16,0 3-13 0,0 1-21 16,0 8-24-16,0 10 0 15,0 8 8-15,0 11 11 16,-4 6-8-16,-2 8-5 16,-2 3-5-16,1 1 0 15,0-4-1-15,0-7-1 16,3-7 1-16,1-11-7 0,-1-11-14 15,3-6-12-15,1-6-13 16,-1-3-28-16,1-4-24 16</inkml:trace>
  <inkml:trace contextRef="#ctx0" brushRef="#br0" timeOffset="11941.17">29406 6183 48 0,'0'0'40'0,"0"0"-6"0,0 0 5 0,0 0-1 15,0 0 2-15,0 0-2 16,0 0 3-16,0 0 1 15,0-38-10-15,-1 38-8 0,1 0-7 16,-1 0-5-16,0 0-6 16,-1 0-2-16,0 0 1 15,-3 0-1-15,-1 0 3 16,1 0-1-16,-1 1 2 0,0 2-1 16,-1-2 4-16,2 1 1 15,1-2-3-15,-1 1 1 16,1 1-4-16,0-2 1 15,-1 3-1-15,-1 0-4 16,2 1 2-16,-2-1-1 16,2 2-1-16,1 1 1 0,1-2 1 15,0-1-1-15,1-1 0 16,0-1 0-16,0-1 3 16,0 1 5-16,1 1 1 15,-1-1-7-15,-2 2-3 16,1 3-2-16,0 2 0 0,-5 4 1 15,2 5 1-15,-2 4 1 16,-1 5 0-16,0 3 1 16,3 4 0-16,0 3 2 15,2-2-2-15,1 4 0 16,2-6-3-16,0-3 1 0,8-3-1 16,7-8 0-16,3-2 2 15,7-5 0-15,-2-8 0 16,3-3 0-16,-1 0-1 15,0-3-1-15,-4-10 1 16,-4-1-2-16,-1-2 2 16,-6-1-3-16,-5 0 1 0,-3 0 0 15,-2 2 3-15,-11 2 2 16,-9 0-3-16,-8 6-2 16,-3 2-1-16,-5 5 1 15,1 0 0-15,4 5-31 16,1 2-49-16,7-7-103 0</inkml:trace>
  <inkml:trace contextRef="#ctx0" brushRef="#br0" timeOffset="12736.54">28754 7561 267 0,'1'-23'83'0,"1"-1"-65"0,0-1 45 0,5 3-28 16,4 5-19-16,1 3-7 0,3 3-2 15,1 4 3-15,0 6-6 16,1 1-2-16,1 10-2 16,-5 10 0-16,-1 7 0 15,-7 5-1-15,-5 3 2 16,0 1-1-16,-14 0 2 15,-2-1 0-15,-6-4-2 0,1-3 1 16,2-4-1-16,4-4 1 16,0-1-2-16,3-6 2 15,3-1-2-15,2-3 2 16,2-2-1-16,3-1 1 16,2-1-1-16,2-2 4 0,11 0 0 15,6 0 0-15,7-3-1 16,4 0-3-16,7-3 1 15,0-4-1-15,1 0 1 16,-4 1-3-16,-3 1-22 16,-5 0-55-16,-5 0-84 0</inkml:trace>
  <inkml:trace contextRef="#ctx0" brushRef="#br0" timeOffset="13186.48">29312 7467 400 0,'0'0'25'15,"0"0"12"-15,0 0-37 0,0 0 0 16,16 60 1-16,-14-30 4 15,-2 3 7-15,0 3 0 16,-7 1-3-16,-2-1-2 0,-1-2-4 16,-1-3-2-16,1-3 0 15,4-9 2-15,0-5 4 16,4-5 1-16,0-4-2 16,2-2-3-16,0-3 2 15,0 0 9-15,0 0 10 0,10 0-8 16,5 0-8-16,5 0-5 15,7-4 2-15,6-2-1 16,6-1 0-16,4 1 0 16,2-2-2-16,-3 4-1 15,-5-1 0-15,-3 1-1 0,-10 1 0 16,-4 3-13-16,-8 0-20 16,-2-1-6-16,-6-1-14 15,-4 2-22-15,0-4-21 16,-11-3-65-16</inkml:trace>
  <inkml:trace contextRef="#ctx0" brushRef="#br0" timeOffset="13425.4">29573 7680 186 0,'0'0'45'0,"0"0"5"0,0 0 14 15,0 0 4-15,0 0-12 16,0 0-32-16,0 0-8 15,0 0 19-15,0 0 10 16,-4 71-4-16,4-21-13 16,0 7-10-16,0 9-11 0,-2 3-5 15,-3 2 0-15,3 0 0 16,-1-7-1-16,0-7-26 16,3-12-70-16,0-17-144 15</inkml:trace>
  <inkml:trace contextRef="#ctx0" brushRef="#br0" timeOffset="24734.06">24534 5922 153 0,'0'0'6'0,"0"0"40"0,0 0-11 0,-39-33-41 16,33 29 90-16,2 0-57 15,3 2-3-15,-1 2-6 16,2 0-15-16,0 12-6 15,0 6 6-15,7 5 3 16,5 11 5-16,5 3 5 0,5 5 3 16,5 5-6-16,2 3-4 15,1 1-1-15,1-2-3 16,2-1 2-16,-4-4-4 16,-2-6 0-16,-6-2-2 15,-2-8 3-15,-4-5-4 16,-6-5 2-16,-3-5 0 0,-2-6 3 15,-4-1-1-15,0-5-13 16,0-1-23-16,-5 0-12 16,-6-12-70-16</inkml:trace>
  <inkml:trace contextRef="#ctx0" brushRef="#br0" timeOffset="25060.28">24817 5999 264 0,'0'0'2'0,"2"-36"40"16,-2 22 2-16,0 10-24 16,-4 4 4-16,-10 1-16 15,-4 16-4-15,-6 9 5 0,-5 5 4 16,-4 9 2-16,-3 5 0 15,-2 4-7-15,-1 2-1 16,3 1-1-16,2-2-2 16,4-3-2-16,1-5 1 15,5-7-2-15,6-7 1 16,1-4 0-16,5-7-2 0,3-1-24 16,3-5-15-16,3 0-15 15,3-6-27-15,0-5-33 16,6 0-59-16</inkml:trace>
  <inkml:trace contextRef="#ctx0" brushRef="#br0" timeOffset="25394.86">25244 6145 310 0,'0'0'27'0,"0"0"14"16,0 0-7-16,0 0-17 16,0 0 3-16,0 0-6 15,48-29-2-15,-23 27-3 16,7-3-3-16,1 1-4 0,3 1 1 15,-2 1-3-15,-5 0 0 16,-3 2 1-16,-7 0 1 16,-8 0-22-16,-7 4-40 15,-4 3-28-15,-6 0-50 16</inkml:trace>
  <inkml:trace contextRef="#ctx0" brushRef="#br0" timeOffset="25567.73">25248 6270 259 0,'0'0'52'16,"0"0"-15"-16,0 0-6 0,0 0 8 15,49 4 8-15,-18-4-9 16,9 0-15-16,4-3-15 16,6 2-5-16,-4-2 1 15,0-5-34-15,-9-9-178 16</inkml:trace>
  <inkml:trace contextRef="#ctx0" brushRef="#br0" timeOffset="32171.58">26344 9629 161 0,'7'0'13'0,"-3"0"105"0,-2 0-75 16,0 0 3-16,0 0-13 15,-1 0 5-15,-1 0-7 16,0 0-10-16,0-3-7 16,0-1-3-16,0 1-4 0,0-4-3 15,-1 0-3-15,-5-3 0 16,-5 1 0-16,-2-2 0 16,-6 0 0-16,-3 2-1 15,-4 1 1-15,-5 1-2 16,-3 5 2-16,0 2-1 0,-2 0 0 15,3 0 0-15,1 4 0 16,5 6 0-16,4 3 0 16,6 1 0-16,4 1-1 15,4 4 0-15,7 1 0 16,2 3 1-16,1-1 0 0,13-3 0 16,2 1 0-16,6-6 0 15,5-1 0-15,3-3 0 16,0-4 0-16,1 1 1 15,1 1-2-15,-5 1 1 16,0 2 0-16,-7 4 1 0,-1 3-2 16,-2 0 1-16,-6 3 0 15,-4 2 0-15,-4 0 0 16,-3 1 0-16,0-1 0 16,-6-2 0-16,-9-3 0 15,-7-2 0-15,-1 0 1 16,-6-5-1-16,-4-2 0 0,-4-2 1 15,-5-4-1-15,2-3 1 16,-2 0-1-16,0-5 1 16,5-9-1-16,5-4 1 15,8-4-1-15,7 0-1 16,10-1 0-16,3 0-58 0,4-1-104 16</inkml:trace>
  <inkml:trace contextRef="#ctx0" brushRef="#br0" timeOffset="32893.12">26451 10044 174 0,'0'0'39'0,"0"0"5"0,0 0-21 16,0 0-20-16,0 0-2 15,0 0 12-15,-4 38 20 16,4-14 4-16,0 2-7 16,0 4-4-16,0 2-8 0,1-2-7 15,2 0-5-15,-1-5-4 16,-1-5 0-16,1-3-2 15,-1-4 0-15,-1-3 0 16,0-3 0-16,0 0 1 16,0-5-2-16,-1-1-42 15,-2-1-91-15</inkml:trace>
  <inkml:trace contextRef="#ctx0" brushRef="#br0" timeOffset="33318.47">26672 10092 191 0,'0'0'34'0,"0"0"18"0,0 0-25 16,0 0 4-16,0 0 3 15,0 0-18-15,0 0-8 0,0 0 0 16,0 0 11-16,0 11 3 15,0 2-6-15,3 3-1 16,-1 4 4-16,2 2-4 16,0 2-4-16,0 3-4 15,0-1-3-15,0 1-2 16,-1-4-1-16,-1-3 0 0,0-2-1 16,-1-1 0-16,-1-4-1 15,0-3-36-15,-2-7-113 16</inkml:trace>
  <inkml:trace contextRef="#ctx0" brushRef="#br0" timeOffset="35717.22">26293 11153 86 0,'2'0'48'0,"-2"0"-17"0,2 0-8 16,0-2 3-16,-2-2 2 15,0 1-2-15,2-1-11 16,-2 0-1-16,0-2-1 15,0 2 1-15,0-2 2 16,0 1 9-16,0 0-6 0,0 0-7 16,0-1-6-16,-11 0-2 15,-1 2-2-15,0-2-1 16,-6 2 2-16,-3 0 0 16,-3 2 0-16,-3-2 3 0,-4 3 0 15,-3 0 1-15,1 1 1 16,-1 0-1-16,1 0-1 15,-2 5 0-15,4 2-2 16,4 3 0-16,2 0-1 16,6 5-1-16,4-3-2 0,3 6 1 15,4-1-1-15,5 0 2 16,3 1-2-16,0 0 0 16,9-3-2-16,5 0 2 15,5-4 0-15,5-1 3 16,2 0-3-16,3-4 0 0,2 2 1 15,-1-1-1-15,1 0 1 16,0 4 0-16,-2-2-1 16,-2 4-1-16,-5-2 1 15,-1 2 0-15,-1 0 0 16,-5 1 0-16,-1-2 0 16,-5 3 1-16,-3-3-1 0,-3 3 0 15,-3-1-1-15,0-1 2 16,-7-1-1-16,-6 0 0 15,-5 0 2-15,-3-4 3 16,-2 2 11-16,-5 0-7 16,-1-4 1-16,0 0-2 0,-2-2-5 15,3-3-1-15,3-1 0 16,1 0-1-16,4 0 0 16,3-6-1-16,4-5 0 15,2 0 0-15,6-5-2 16,5 0-64-16,0-2-155 0</inkml:trace>
  <inkml:trace contextRef="#ctx0" brushRef="#br0" timeOffset="36580.86">26418 11421 135 0,'2'-4'47'0,"0"1"3"16,-2-1-16-16,0 1-2 15,0 0 9-15,0 3 7 0,2 0-12 16,-2 0-20-16,0 0-13 15,1 10 0-15,1 2 9 16,0 6 9-16,0 6-4 16,-2 2-4-16,0 6-4 15,0 2-4-15,0-2-3 0,0-1-2 16,0-3 1-16,0-6-1 16,0-4 0-16,0-8 1 15,0 0-1-15,-1-6 0 16,0-1-6-16,-1-3-43 15,1 0-25-15,0-1-48 0</inkml:trace>
  <inkml:trace contextRef="#ctx0" brushRef="#br0" timeOffset="37101.99">26633 11529 292 0,'0'0'6'0,"0"0"66"16,0 0-19-16,0 0-25 16,-1-40 2-16,1 32-8 15,0 1-11-15,1 1-6 16,5 0-4-16,3 2 0 0,2-1 0 15,0 2-1-15,2 1 0 16,-1 1 0-16,1 1 0 16,-1 0 0-16,-3 0 0 15,-1 7 0-15,-1 3 0 16,-2 1 0-16,-3 6-1 16,-2 0 0-16,0 3 0 0,-5 2 0 15,-6 0 0-15,-4 2 0 16,-3 1 0-16,-1 0 0 15,-1-4 0-15,3-1 1 16,4-1-1-16,3-4 2 16,5-5-2-16,4 2 1 0,1-5 0 15,3-1-1-15,11-1 1 16,4-2 1-16,6-3-1 16,2 0 1-16,3 0-1 15,0-1 0-15,-1-4 1 0,-5 3 0 16,-5 0-1-16,-3 2-1 15,-8 0-67-15,-7 0-107 16</inkml:trace>
  <inkml:trace contextRef="#ctx0" brushRef="#br0" timeOffset="38237.07">26189 12404 145 0,'0'0'20'0,"0"0"36"16,0 0-15-16,0 0-6 0,0 0 5 15,0 0 5-15,23-38-15 16,-23 33-8-16,0 1-8 15,0 1-2-15,-2-1-6 16,-5 0-4-16,-5 0-1 16,-7 1 0-16,-2 0 0 0,-6 3 0 15,-2 0 0-15,-4 0 2 16,-2 1 1-16,1 6 5 16,0 4 3-16,3 1-1 15,4 3-8-15,3 0-1 16,9 2-1-16,3-3-1 0,9 1 0 15,3 0 0-15,1-4 0 16,15 2 0-16,8-3 0 16,0 1 1-16,7 0-1 15,-2-2 1-15,2 3-2 16,-3-1 2-16,-3 2-1 0,-1 1 0 16,-8 0 0-16,0 2-1 15,-6-2 2-15,-4 3-2 16,-4-1 2-16,-2 0-1 15,0 0 0-15,-5-4 0 16,-7 1 0-16,-3-3 0 0,-2-1 1 16,-4-3-1-16,-2 1 0 15,-1-4 1-15,-3 1 0 16,0-4 0-16,1 0-1 16,4 0-1-16,3 0 2 15,4-7-1-15,6-2 1 16,6-2-2-16,3 0 1 0,7-3-60 15,9 2-82-15,2-5-81 16</inkml:trace>
  <inkml:trace contextRef="#ctx0" brushRef="#br0" timeOffset="38629.19">26267 12728 298 0,'0'0'4'0,"0"0"46"0,0 0 1 15,0-41-10-15,5 31-7 16,2-2-2-16,3 2-17 16,0 2-2-16,1 2-7 15,3 2-4-15,-3 4-1 0,3 0 0 16,-2 0-1-16,0 1 0 15,-1 9 0-15,-6 1 0 16,1 3 0-16,-6 2 0 16,0 2 0-16,-3 0 0 15,-5 3 0-15,-4 0 0 0,-2 1-2 16,0-2 2-16,3 1-1 16,1-4 1-16,2-2-1 15,5-3 0-15,3-2-1 16,0-4-4-16,7-3-16 15,7-3 10-15,5 0-1 0,3 0-21 16,1-2-21-16,2-6-25 16,-2-2-12-16,-2-4-108 15</inkml:trace>
  <inkml:trace contextRef="#ctx0" brushRef="#br0" timeOffset="38987.93">26560 12722 208 0,'0'0'61'15,"0"0"-5"-15,0 0 2 0,14-38-12 16,-7 31-9-16,4 2-8 16,1 4-11-16,0 1-10 15,-2 0-6-15,1 7-1 16,-3 5 0-16,-2 3-2 15,-4 2 2-15,-2 0 0 0,0 3-1 16,-7 1-1-16,-6 2 1 16,-3-3-1-16,0 0-2 15,-5-2 2-15,1-1-2 16,4-4 0-16,1-1-1 16,6-4 2-16,1-2 1 0,8-1 0 15,0-2-1-15,9-3 2 16,11 0 0-16,7 0 0 15,8 0-1-15,2-4-32 16,3-3-50-16,-1-2-37 16</inkml:trace>
  <inkml:trace contextRef="#ctx0" brushRef="#br0" timeOffset="40204.42">29650 9587 198 0,'0'0'6'0,"0"0"21"0,0 0-20 0,0 0-3 16,0 0 1-16,-50-12 1 15,29 12 5-15,-2 0-3 16,-2 0 0-16,0 4-5 15,-4 0-3-15,2 2 1 0,-4-2-1 16,4-1 2-16,1 1-2 16,1-1 0-16,1 0 2 15,5 1-2-15,0-2 0 16,2-1 0-16,5 2 0 16,0 0 1-16,5 0-1 15,0 5 0-15,1 4 0 0,0 6 0 16,0 12 0-16,0 8-1 15,0 16 5-15,1 12 56 16,1 16-48-16,1 13 6 16,2 10-2-16,1 9-7 15,0 7-4-15,0 3-1 0,0 3 0 16,0-1 1-16,0-1 14 16,-6-4 1-16,-6-1-16 15,-6-6-3-15,-2-6-1 16,-3-4 2-16,0-5-2 15,2-9 0-15,0-12 2 0,-1-7-1 16,5-11 0-16,-1-9 1 16,4-10 11-16,2-8 9 15,1-6-15-15,0-7-2 16,6-5-3-16,2-5 1 16,1-4-2-16,1-3 0 0,1-2 0 15,0-1 2-15,0 0 7 16,0 0 6-16,7 0-10 15,8 0 1-15,3 0 1 16,7-4-2-16,6 1 0 16,8-3-4-16,11-2 1 15,10-1 0-15,10-2 5 0,9-2 13 16,4 0-10-16,-2 1-3 16,-5 3-1-16,-8-1-4 15,-10 6-3-15,-11-1 0 16,-6-2 0-16,-8-2-28 0,-9-6-56 15,-7-10-96-15</inkml:trace>
  <inkml:trace contextRef="#ctx0" brushRef="#br0" timeOffset="40871.91">29835 9855 221 0,'0'0'3'0,"0"0"25"0,0 0 2 0,0 0-14 16,0 0-1-16,0 0 2 15,-43-19-6-15,27 19 0 16,-3 0-3-16,1 8-4 16,0 1-2-16,0 1 0 0,5 0-1 15,5 0-1-15,4 0 0 16,4-3 0-16,2 3 1 16,14-3-1-16,5 2 2 15,3-1 2-15,3 2 2 0,-1 1-1 16,1-1-1-16,-6 1-4 15,-1 1 1-15,-4-1 0 16,-3 2 2-16,-6-1-2 16,-4 0 0-16,-3 1 0 15,0-4 1-15,-10 5 1 0,-7-3 2 16,-4 0 0-16,-3 0-2 16,-2-1-1-16,0-2-1 15,1-1-1-15,1 0 1 16,5-1-2-16,4-3 1 15,7 0-1-15,4-2-1 16,4-1-41-16,3 0-77 0,10-6-94 16</inkml:trace>
  <inkml:trace contextRef="#ctx0" brushRef="#br0" timeOffset="41132.85">30046 10038 251 0,'0'0'7'0,"0"0"70"0,0 0-22 16,0 0-26-16,0 0-18 16,0 0 15-16,0 0 0 15,10 44-11-15,-10-20-8 16,-3 3-4-16,-1 2-3 15,1-1 1-15,-1-4-1 0,4-3-1 16,0-4 0-16,0-4-56 16,0-7-42-16,2-5-15 15</inkml:trace>
  <inkml:trace contextRef="#ctx0" brushRef="#br0" timeOffset="41382.1">30248 10051 217 0,'0'0'84'0,"0"0"13"16,0 0-65-16,0 0-24 15,0 0 38-15,0 0-14 16,16 39-10-16,-10-19-9 0,1 0-9 15,-1 3-3-15,-2 0 1 16,0-2-4-16,-4-4-6 16,0-5-111-16,0-7-215 15</inkml:trace>
  <inkml:trace contextRef="#ctx0" brushRef="#br0" timeOffset="42732.21">31565 9660 158 0,'4'-7'29'0,"-1"1"28"0,-1 2-20 0,-2 0 5 16,1 1 11-16,-1 0-14 16,0 0-15-16,0 2-7 15,0 0-10-15,-2 1-4 16,-6 0-2-16,-6-2 0 0,-1 2 0 15,-6 4-1-15,-5 3 0 16,0 2 2-16,-3 5-1 16,2 0 0-16,2-1 1 15,4 5-2-15,7-2 1 16,6-1-1-16,7 0 0 0,1-1 0 16,12-4-1-16,11 2 2 15,5-4-1-15,7 3-1 16,3-3 2-16,-2 2-1 15,-3-1 0-15,-4 3 1 0,-6-1-2 16,-7 2 1-16,-2 1-1 16,-9-1 2-16,-4-1-2 15,-1 1 1-15,-5-1 0 16,-9-1 0-16,-5-1 1 16,-4-3-2-16,-2 1 2 15,-2-2-1-15,1-3 0 0,-2 0 0 16,2-2 0-16,3-1-1 15,5 0 2-15,5 0-3 16,7 0-4-16,5-4-112 16,1-6-48-16</inkml:trace>
  <inkml:trace contextRef="#ctx0" brushRef="#br0" timeOffset="42981.22">31836 9934 354 0,'0'0'13'0,"0"0"56"0,0 0-40 16,0 0-3-16,0 0-2 16,0 0 3-16,0 0-7 0,0 56-11 15,0-31-6-15,2 2-2 16,0 0-1-16,0 3 1 15,-2-4-2-15,0-1-7 16,-2-4-81-16,-4-6-92 16,0-8-70-16</inkml:trace>
  <inkml:trace contextRef="#ctx0" brushRef="#br0" timeOffset="43333.95">32110 10037 438 0,'0'0'4'16,"0"0"46"-16,48-29-30 15,-35 29-11-15,-2 0-5 16,-2 5-1-16,-3 7 0 16,-1 5-2-16,-5-1 0 0,0 5-1 15,0 2 1-15,-6-2-2 16,-2 2 2-16,-4-2-2 15,-3-2 0-15,3-1-6 16,-1-4-22-16,3-2 29 16,4-4-1-16,1-2 1 0,5-3 0 15,0 0 0-15,10-2 0 16,10-1 2-16,6 3 5 16,10-3 1-16,6 0-6 15,5 0-1-15,-3 0 0 16,-3 0-1-16,-9 1-70 0,-9 1-170 15</inkml:trace>
  <inkml:trace contextRef="#ctx0" brushRef="#br0" timeOffset="43957.08">29800 11096 346 0,'0'0'58'0,"0"0"-5"0,-61-11-34 16,34 11 3-16,-4 3-7 15,0 7-5-15,2 2-1 0,3 3-5 16,6 1-4-16,8-1 1 16,9 0-2-16,3-1 2 15,15 0-1-15,12-2 0 16,5 2 0-16,5 2 1 16,-2 0 0-16,-2 3-1 15,-11 3-2-15,-6 2-7 0,-8 3 5 16,-7-2-1-16,-1 0 2 15,-7-3 3-15,-8-3-1 16,-2-5 1-16,-4-1 1 16,-3-6-1-16,-1-3 0 0,-2-3 1 15,-2-1-1-15,2 0 2 16,0-4-1-16,6-6-1 16,2-2-1-16,7-3 1 15,7 1 0-15,5 4-1 16,0-3-97-16,10 3-66 15</inkml:trace>
  <inkml:trace contextRef="#ctx0" brushRef="#br0" timeOffset="44284.99">29872 11414 339 0,'0'0'24'0,"0"0"64"16,0 0-51-16,0 0-12 0,0 0-25 15,0 0 0-15,0 0 6 16,5 43 7-16,4-18-10 16,1 2-3-16,0 2 1 15,-3 0-1-15,0-4-15 16,-5-3-120-16,-2-10-10 0</inkml:trace>
  <inkml:trace contextRef="#ctx0" brushRef="#br0" timeOffset="44639.46">30009 11485 349 0,'0'0'12'16,"0"0"66"-16,0 0-36 15,0 0-13-15,49-31-23 16,-35 31-4-16,2 0 1 0,-3 7-2 15,-1 5-1-15,-6 2 1 16,-3 3-1-16,-3 1 0 16,0-1 0-16,-3 3 0 15,-8-4-1-15,1-1 0 0,-4-1 0 16,2-1 0-16,3-4 1 16,2 1 0-16,3-3-1 15,4-3 1-15,1 2-1 16,13-2 1-16,7-3 1 15,8-1-1-15,9 0 0 16,8-4 0-16,3-6-40 0,1 2 1 16,-1-2-55-16,-1-1-41 15</inkml:trace>
  <inkml:trace contextRef="#ctx0" brushRef="#br0" timeOffset="45138.33">31708 11133 425 0,'0'0'-4'0,"0"0"64"0,0 0-29 16,7-40-6-16,-9 39-14 16,-9-1-4-16,-3 2 3 15,-6 0 2-15,-3 0-7 16,-4 9-3-16,-1 2-1 16,3 2 0-16,5 1-1 0,6 2 0 15,6-1-1-15,8 2 1 16,0-1-1-16,15 3 1 15,6-2 0-15,4 0 0 16,0-3-1-16,1-1-1 16,-2 0-6-16,-4-2-6 0,-5-1 6 15,-5-2 6-15,-2 1 0 16,-4-4 2-16,-3 0-1 16,-1-1 1-16,-2-3 1 15,-10 2-1-15,-4 0 1 16,-5 1 0-16,-2-1 1 0,-1 1-1 15,-2-1 1-15,2 0-2 16,0 1 0-16,4 1 0 16,4-1 0-16,5 0 0 15,5 0-3-15,5-2-97 16,1-2-136-16</inkml:trace>
  <inkml:trace contextRef="#ctx0" brushRef="#br0" timeOffset="45530.9">31897 11379 478 0,'0'0'9'0,"0"0"22"0,0 0-19 0,30-36 0 15,-22 32-7-15,2 1 3 0,1 3 6 16,2 0-12-16,-4 3-1 15,1 5-1-15,-1 1 0 16,-5 2-3-16,-2 2-4 16,-2-2-5-16,0 4 3 15,-6-2 1-15,-5 3 5 0,-2-2 2 16,0 1 1-16,0-1-1 16,2-1 2-16,3-2-1 15,2-1 0-15,3-1-1 16,3-1 1-16,0-1 0 15,8 0 0-15,3-1 0 16,5 0 0-16,2-1 0 0,1-1 0 16,0-2-3-16,1 0-78 15,-4-2-39-15,-2 0-4 16</inkml:trace>
  <inkml:trace contextRef="#ctx0" brushRef="#br0" timeOffset="45920.35">32182 11401 439 0,'0'0'5'16,"0"0"41"-16,0 0-20 15,0 0-4-15,20-37-13 16,-17 37 0-16,2 0 0 15,1 0-8-15,0 6-1 0,0 4 0 16,1 1 0-16,-2 1-1 16,-1-1-2-16,-1 1-10 15,1 3-5-15,-3-3 7 16,0 0 5-16,-1 1 3 16,0-2 2-16,0-2 1 0,0 2 0 15,0-2 0-15,0-2 0 16,0 0 0-16,0 0 0 15,0-3 0-15,9-1 0 16,4-1 1-16,8-2-1 16,6 0 1-16,8-4 0 0,5-4 1 15,3-2-1-15,2-2 0 16,-4-4-10-16,-1-2-167 16</inkml:trace>
  <inkml:trace contextRef="#ctx0" brushRef="#br0" timeOffset="46893.33">32546 9382 248 0,'0'0'2'0,"0"0"5"0,0 0 19 0,0 0 12 16,0 0 16-16,0 0-8 16,0 0-16-16,43 0-5 15,-15 5-10-15,4 0-7 0,6 2-4 16,1 0 0-16,-2 0-2 15,-3 2 1-15,-1 0-2 16,-4 3-1-16,-4 0 1 16,-3 3 0-16,-3 3-1 15,-3 9 0-15,-4 3 0 16,-1 14 0-16,-2 12 1 0,-7 12-1 16,0 11 1-16,-2 12 1 15,0 11 1-15,-1 9-1 16,-4 11 2-16,-4 6-2 15,1 1 1-15,1 3-1 0,-7-4-1 16,-3-3 2-16,-2-7 2 16,-1-7 0-16,-4-6 7 15,0-6 12-15,2-10-12 16,2-7-4-16,2-11 1 16,0-7 2-16,3-5-3 0,4-3-3 15,-2-8-1-15,4-4 1 16,2-6-1-16,1-6 1 15,1-8-1-15,1-5-3 16,1-6 0-16,1-5 1 16,2-4-2-16,0-1 1 0,-1-3 1 15,0 0-1-15,1 0 4 16,0 0 2-16,-3 1-2 16,-2-1-2-16,-4 0 2 15,-1 3 2-15,-8-2 4 16,-4 2 1-16,-11 0-3 15,-6 0 1-15,-10 0-4 0,-13-2-5 16,-8 1 0-16,-8-2-1 16,-4 1-1-16,3-1-34 15,5 0-72-15,13-16-205 16</inkml:trace>
  <inkml:trace contextRef="#ctx0" brushRef="#br0" timeOffset="50282.2">3888 4330 94 0,'43'-17'6'0,"1"-2"6"0,8 5 1 16,6 0 7-16,3 1-7 16,4 2-6-16,4 3-2 15,4-1-2-15,1 3-1 16,4 0 0-16,1 2 1 0,6 1 2 15,-3-1 0-15,5 4 7 16,3-4 11-16,6 1-9 16,0-1 0-16,9-1-3 15,4 0-1-15,8-4-4 16,3-1 6-16,8 0-5 0,3-2-2 16,6 0-3-16,-1 2 0 15,5 3-2-15,2 3 1 16,0 1 0-16,5 2-2 15,0 1 2-15,0 0-1 16,3 0 0-16,0 0 2 0,-1 1-2 16,-2 2 6-16,0 1 2 15,0-1-1-15,0 1-3 16,4-2-1-16,0-1-1 16,3-1 2-16,3 0-2 15,2-4 0-15,0-6-1 16,-1 1 1-16,4-2 1 0,1 1 0 15,-3-1-1-15,1-1 0 16,-5 3 1-16,1-1-2 16,-6 2 7-16,-4 0 1 15,-5 3 3-15,-7 1 1 16,-2 0-8-16,-4 0 4 0,-7 1-3 16,-2-3-1-16,-6-1-1 15,-2 0 4-15,-5-3 0 16,-2 3 1-16,-7-3-3 15,-2-3 1-15,-3 3 2 16,-6-1-5-16,-3 0-3 0,-6 3 0 16,-8 2 0-16,-9 4-1 15,-8 1 0-15,-12 1-12 16,-12 0-61-16,-13-2-83 16</inkml:trace>
  <inkml:trace contextRef="#ctx0" brushRef="#br0" timeOffset="51504.02">16241 4184 186 0,'14'-2'6'0,"3"-3"-3"0,6-1-3 15,8 1 0-15,9 1 1 16,6 3 1-16,7-2 1 0,6 2-1 15,7-1 4-15,2 2 0 16,5-1 2-16,6-1 0 16,6 2-2-16,8-4 0 15,7 2 2-15,6 1-1 16,12-3-1-16,1 0-1 0,7-2 1 16,8 2-2-16,3-3 2 15,6 1-1-15,2-1 2 16,5 2 4-16,5 1 0 15,5-1 2-15,4 3 2 16,3-2-2-16,8 1-4 0,6 0-1 16,0-1-4-16,4 0 2 15,5-2-2-15,4 0-2 16,1-1-1-16,2 2 1 16,-1-4-1-16,6 3 1 15,-5-4 2-15,4 2 2 0,2-2 0 16,2 3 2-16,-3-3-2 15,1 3-2-15,-1-1 0 16,-4 2 0-16,-4 0-2 16,-1 0 1-16,-3 2 1 15,-2 0 0-15,-7-2-1 0,-4 1 2 16,-3-1-2-16,-6-3 1 16,-8 1 0-16,-5-2 1 15,-4 1 2-15,-4-1 0 16,-5 2-1-16,-3-1 0 15,-4 2-1-15,-5-1-3 16,-3 3-2-16,-6-2 1 0,-4 0 0 16,-5 3-1-16,-8-3 0 15,-8 1 0-15,-11 2 1 16,-13-2-1-16,-11 3 0 16,-12-1 1-16,-10 3-1 15,-12-2 0-15,-4 2-1 0,-4-2 2 16,-1 0-1-16,1 1 1 15,0 2-1-15,0 0 1 16,3 0-2-16,2 0-3 16,-3 0-74-16,2-7-95 15</inkml:trace>
  <inkml:trace contextRef="#ctx0" brushRef="#br0" timeOffset="97046.87">30878 13972 215 0,'0'0'-19'0,"0"0"73"15,0 0-27-15,0 0 20 16,0 0-27-16,0 0-26 15,0 0 7-15,0 0 13 0,43 47 2 16,-24-19-4-16,2 5-1 16,4 5-4-16,0-1-3 15,-1 3 1-15,1 1-4 16,-6-7 1-16,-1-2-1 16,-6-8-1-16,-3-7 2 15,-3-9-1-15,-4-8 1 0,1 0 38 16,-2-10 26-16,1-11-55 15,1-9-8-15,1-5-3 16,2-6 1-16,2-5-1 16,2-4 0-16,1 1-1 15,0 3-1-15,0 5-2 16,-3 7-19-16,0 11-5 0,-1 13-6 16,0 7-19-16,-2 3-97 15,0 0 28-15</inkml:trace>
  <inkml:trace contextRef="#ctx0" brushRef="#br0" timeOffset="97564.94">31524 14195 250 0,'0'0'11'0,"0"0"29"0,-38-18-19 0,19 13 2 16,-2 4 3-16,-1 1-5 15,2 0-9-15,-2 0-2 16,3 7-3-16,6 3-2 0,0 3-4 15,2 1 1-15,6 4-2 16,3 1 0-16,2 0 0 16,0 0 0-16,9-2 0 15,7-5 0-15,3-5 0 16,0-7 1-16,4 0 0 0,-5-12 0 16,-1-5 0-16,-4-3-2 15,-3-1 0-15,-7 1-1 16,-3 0 2-16,0 5 0 15,-2 1 1-15,-5 6 5 16,1 3 11-16,2 2 2 16,3 3-9-16,1 1-10 0,0 11 0 15,3 2 0-15,10 4 0 16,3 2 0-16,4 1 0 16,2-1 0-16,0 1 0 15,-1-1-24-15,-1-4-30 16,-4-6-66-16,0-4-43 0</inkml:trace>
  <inkml:trace contextRef="#ctx0" brushRef="#br0" timeOffset="97970.76">31724 14164 417 0,'0'0'10'0,"0"0"20"0,0 0-21 0,0 0-8 0,0 0-1 0,0 0 3 16,0 0 4-16,0 0-4 15,38 52-2-15,-32-29 0 16,-3 1-1-16,-1-1 0 16,-2-2 0-16,0-5 1 15,0-5-1-15,0-4 1 0,-2-5-1 16,-3-2 5-16,0-7 1 15,1-9-6-15,0-2 1 16,4-4-1-16,0 2 1 16,0 2-1-16,4 5 0 15,4 5 0-15,5 5 0 0,-1 3-1 16,2 0 0-16,1 11 1 16,3 3-2-16,-2 5 1 15,2 2 1-15,-2-1-1 16,0 4 1-16,-3-3-1 15,1 1-4-15,-4-5-48 16,-4-6-66-16,-3-6-79 0</inkml:trace>
  <inkml:trace contextRef="#ctx0" brushRef="#br0" timeOffset="98143.53">31880 14040 404 0,'0'0'-4'0,"0"0"14"16,0 0-9-16,0 0-2 0,0 0-13 15,0 0-16-15,0 0-24 16,43 0-54-16</inkml:trace>
  <inkml:trace contextRef="#ctx0" brushRef="#br0" timeOffset="98636.03">32320 14248 416 0,'0'0'-1'15,"0"0"32"-15,-27-53-7 16,10 40-2-16,-2 2-3 15,1 5 2-15,-1 2-2 16,1 4-9-16,-1 0-8 16,5 4-1-16,1 8-2 0,2 5 0 15,5 2 1-15,3 2 0 16,3 3 1-16,0 1-1 16,3-1-1-16,6-1 1 15,4-3-14-15,1-6-4 16,-1-7-5-16,4-7 7 0,0-1 10 15,1-16 5-15,-1-5 0 16,-2-3 1-16,-3-1 0 16,-4 2 1-16,-4 4-1 15,-4 3 6-15,0 7 16 0,0 3 4 16,0 3-9-16,0 4-8 16,0 0-8-16,0 4-3 15,0 9 2-15,3 4 0 16,4 2 0-16,1 3 1 15,3 2-1-15,0 1 0 16,1-3-23-16,1 2-26 0,-2-8-16 16,2-3-65-16,-3-8-68 15</inkml:trace>
  <inkml:trace contextRef="#ctx0" brushRef="#br0" timeOffset="99011.35">32472 14250 442 0,'0'0'-8'0,"0"0"52"0,0 0-23 0,0 0-23 15,0 0 4-15,0 0 2 16,48 18 4-16,-35 0-4 0,0-2-3 16,-2 2 0-16,-4 2-1 15,-2-3 1-15,-4-3-2 16,-1-1 0-16,0-3-1 15,0-6-2-15,-7-4 0 16,1 0 5-16,0-7 1 0,2-11-1 16,0-4 0-16,4-3-1 15,0-4 1-15,9 2-2 16,9 5 2-16,3 4 1 16,3 9 1-16,-3 7 0 0,-4 2-3 15,1 17-1-15,-9 6 0 16,0 4 1-16,0 5 0 15,-2-2-1-15,2 0 0 16,-3-3 0-16,3-3-36 16,-2-5-39-16,0-5-88 0</inkml:trace>
  <inkml:trace contextRef="#ctx0" brushRef="#br0" timeOffset="99638.13">32988 14319 426 0,'0'0'13'0,"0"0"35"0,0 0-19 0,-35-43-7 0,22 40 4 15,1 3-3-15,1 0-6 16,0 4-12-16,4 9-4 15,2 4-1-15,2 3 0 16,3 6 0-16,0-1 0 16,0 2 0-16,4-1 0 0,5-5 0 15,5 0 0-15,3-4-15 16,8-6-4-16,6-3-2 16,7-7-6-16,6-1 3 15,3 0 15-15,-1-10 5 16,-4-2 2-16,-2-3 0 0,-10-3 2 15,-10 0 0-15,-7-1 0 16,-7-1 3-16,-6 3 16 16,-6 0 6-16,-10 3-6 15,-5 5-7-15,0 5-6 16,-1 4 2-16,3 0-5 0,4 14-2 16,5 5-1-16,8 2 0 15,2 3-1-15,4-1 2 16,9-3-2-16,6 0 1 15,-3-5-1-15,4-2-10 16,0-3-10-16,0-6 4 0,4-4 4 16,1 0 12-16,3-8 2 15,1-9 0-15,2-3 0 16,0-4 0-16,1 2 1 16,-3 5 6-16,-3 3 7 15,-4 10-4-15,-4 4-8 0,-4 6-3 16,-7 12 0-16,-4 3 0 15,-3 3 0-15,-4-1-2 16,-9-3 1-16,-10-1-1 16,-8-7-43-16,-5-7-100 15</inkml:trace>
  <inkml:trace contextRef="#ctx0" brushRef="#br0" timeOffset="102731.15">31034 15136 298 0,'-9'-21'-16'0,"-10"3"66"0,-10 8 7 0,-8 10-25 16,-7 9-18-16,-6 16 4 16,-2 11 10-16,2 7-9 15,4 6-5-15,10 3-6 16,11 2-2-16,10 2-4 16,13-4-1-16,2-2 0 0,16-6-1 15,12-7 0-15,8-9 0 16,4-12 1-16,6-6-1 15,2-10-17-15,0 1-19 16,-5-18-37-16,-2-10-50 16,-1-8-74-16</inkml:trace>
  <inkml:trace contextRef="#ctx0" brushRef="#br0" timeOffset="103026.89">31102 15395 315 0,'0'0'15'16,"-40"21"54"-16,21-3-34 0,6 6-7 15,2 1-15-15,5 2 0 16,6-1-4-16,0-1-3 16,7-4-1-16,7-2-3 15,-1-2-1-15,3-4-1 16,0-7 1-16,3-5 0 16,-2-1 0-16,1-7 1 0,-3-13-1 15,-3-7-2-15,-6-3 0 16,-6-1-3-16,0 0-3 15,-13 2-2-15,-7 7-1 16,-4 6 5-16,-1 6 1 16,2 6 0-16,2 4-14 0,5 0-50 15,7 1-15-15,6 2-29 16</inkml:trace>
  <inkml:trace contextRef="#ctx0" brushRef="#br0" timeOffset="103315.06">31311 15419 401 0,'0'0'-1'16,"12"40"17"-16,-3-12 9 0,2 4 3 16,0-1-20-16,3 0-1 15,-2-5-5-15,-1-1 0 16,-2-6-1-16,-2-5-1 15,-1-4 1-15,-1-9-1 16,-2-1 2-16,2-14 6 0,0-10-5 16,-1-10 0-16,3-6-2 15,4-8 1-15,3 2-1 16,5 2-1-16,2 6 0 16,4 10 0-16,4 12-15 15,0 10-31-15,-1 6-46 0,2 7-3 16,-4 8-34-16</inkml:trace>
  <inkml:trace contextRef="#ctx0" brushRef="#br0" timeOffset="104048.54">31853 15469 277 0,'0'0'34'0,"0"0"42"16,0 0-19-16,0 0-21 15,0 0-3-15,-31-41-11 16,16 37-5-16,-2 2-8 15,-2 2-6-15,-2 3-1 16,1 8-2-16,2 3 0 0,1 2-1 16,5 1 2-16,3 2-2 15,5-1 1-15,4-1-1 16,0 0 1-16,2-3 0 16,8-1 0-16,2-3-3 0,-3-6-13 15,6-2 6-15,1-2 4 16,2-7 5-16,3-10-2 15,-1-6 2-15,0-3 1 16,-2 2 0-16,-5 0 1 16,-6 4-1-16,-2 7 1 15,-3 6 8-15,-2 4 3 0,0 3-6 16,-5 3-7-16,-1 11 3 16,-1 2 3-16,3 5 2 15,2-1-4-15,2-1-2 16,0-1-1-16,6-1 0 15,5-4 1-15,4 0 0 0,1-3-1 16,3-3 0-16,-2-4 1 16,2-3-1-16,2 0 1 15,0-13 0-15,1-6 0 16,0-2 0-16,-3-3 0 16,-2 3-1-16,-5 5 2 0,-4 7-2 15,-3 8 1-15,-3 1-2 16,-2 12-1-16,0 6 2 15,0 5 0-15,0 1 0 16,0 0 0-16,0-1 0 16,0-2-1-16,2-5 1 0,2-5 0 15,3-1-2-15,2-6-9 16,-1-1-3-16,4-3 10 16,0-3 2-16,1-9 0 15,-1-1 3-15,0-2-2 16,-1-2 2-16,-4 2-1 0,0 2 1 15,-5 6 0-15,0 2 10 16,-1 5 4-16,-1 0-16 16,0 9-1-16,0 4 3 15,2 4-1-15,1-1 0 16,0 1-1-16,2-3 0 0,0-3-32 16,2-1-25-16,-3-3-49 15,0-7-31-15</inkml:trace>
  <inkml:trace contextRef="#ctx0" brushRef="#br0" timeOffset="104218.61">32218 15419 312 0,'0'0'10'0,"-16"-68"53"0,9 48-40 16,3 9-18-16,4 7-3 15,0 4-3-15,5 0-15 0,8 9-43 16,2 2 1-16,6 1-63 15</inkml:trace>
  <inkml:trace contextRef="#ctx0" brushRef="#br0" timeOffset="104580.9">32527 15516 297 0,'0'0'29'16,"0"0"-2"-16,0 0-13 15,0 0-4-15,0 0 26 16,0 0 5-16,-49 24-13 0,24-13-13 16,-1 4-5-16,2-1-6 15,3 0-2-15,7 0 0 16,3 0-2-16,4-4 0 16,7 0 0-16,0-3-1 0,8-4 2 15,5-1 0-15,5-2 0 16,2-2-1-16,0-9 1 15,2-2-3-15,-5-3 2 16,-3 1 0-16,-4 1 0 16,-4 4 1-16,-2 5 3 15,-4 5 15-15,0 0-18 0,0 9-2 16,-1 5 2-16,-1 5 1 16,1 2-1-16,1-1-1 15,1-2 0-15,8 1 0 16,3-7-2-16,3-3-42 15,2-7-51-15,2-2-54 0</inkml:trace>
  <inkml:trace contextRef="#ctx0" brushRef="#br0" timeOffset="104923.2">32663 15566 313 0,'0'0'7'0,"0"0"69"16,0 0-76-16,0 0 15 15,0 0 23-15,0 0-6 16,15 54-14-16,-11-36-4 16,0-1-10-16,-1 2-3 0,-2-4 1 15,-1 1-1-15,0-5-1 16,0-4 0-16,0 0 0 16,0-7-2-16,0 0 2 15,0-1 5-15,0-10-4 16,0-6-1-16,0-2 0 15,0-1 0-15,8 0 1 0,-1 3-1 16,2 6 2-16,0 4-4 16,0 7 2-16,0 0-1 15,-3 5-2-15,2 8 0 16,-2 3-2-16,2 2-6 0,-1 2-22 16,1-3-16-16,0-2-51 15,-1-6-4-15</inkml:trace>
  <inkml:trace contextRef="#ctx0" brushRef="#br0" timeOffset="105544.9">33029 15600 252 0,'0'0'120'0,"0"0"-53"15,0 0-14-15,0 0-33 16,0 0-20-16,0 0 1 16,0 0 4-16,-38 18 8 15,25 2-4-15,1 4-5 16,2 0-3-16,5 3 0 0,0-2-1 16,3-2 0-16,2-2 0 15,0-5 1-15,9-1-2 16,4-6 0-16,7-5-4 15,4-4-2-15,4 0 3 16,6-10-6-16,2-5 1 0,1-2 2 16,-3-1 2-16,-6 1 2 15,-9-1 3-15,-9 5 0 16,-10 1 1-16,-1 4 7 16,-16 1 1-16,-4 4-3 15,-1 3 3-15,-1 0-1 0,3 0-2 16,5 8-3-16,6 4-2 15,7 0-2-15,2 2 1 16,7 2 0-16,8-3 1 16,6 1-1-16,2-1 1 15,2-2-2-15,2-5-7 0,-1-3-2 16,2-3 1-16,-1-3 6 16,2-10 4-16,0-4-1 15,-2 0 1-15,-1 0 0 16,-6 4 2-16,-4 5 4 15,-3 6-2-15,-4 2-4 0,-4 8-1 16,-5 9 0-16,0 4 0 16,-1 2 0-16,-12 2 0 15,-7-1 0-15,-6-5-3 16,-6-6-57-16,-6-11-129 16</inkml:trace>
  <inkml:trace contextRef="#ctx0" brushRef="#br0" timeOffset="114295.82">26795 17572 132 0,'0'0'225'0,"0"0"-169"0,0 0-22 0,0 0-19 15,0 0-7-15,0 0 3 16,0 0-5-16,0 0 14 16,0 0 1-16,0 0-12 15,52-45-5-15,-23 14-3 0,2-9 0 16,-3-4 0-16,-2-7-2 16,-3-2 1-16,-4 1-9 15,-6 4-5-15,-8 7 4 16,-5 9 0-16,0 9 9 15,-9 13 1-15,-7 10-1 0,-5 0-2 16,0 16 1-16,4 4 1 16,3 4 0-16,6 4 0 15,8 1 0-15,3 2 0 16,15 4 1-16,6 0-1 16,3 3 1-16,2 0 0 0,-2-1 0 15,-4-3 0-15,-4 0 0 16,-7-7 0-16,-8-1 0 15,-3-7 1-15,-1-2-1 16,-8-4 0-16,-10-2 1 16,-4-6-1-16,-4-2 1 15,-6-3-1-15,0 0 0 0,-1-4-1 16,7-9-2-16,2-4-31 16,9-3-40-16,9-4-23 15,6-4-11-15</inkml:trace>
  <inkml:trace contextRef="#ctx0" brushRef="#br0" timeOffset="114544.77">27177 17067 471 0,'0'0'29'0,"0"0"-22"0,0 0 20 0,0 0-26 0,0 0 1 15,8 48 2-15,0-8 9 16,-2 7-3-16,3 5-8 16,-2 2-2-16,1 3 1 0,-3-3-2 15,-2-6-32-15,-1-7-63 16,-2-13-59-16,0-13-25 16</inkml:trace>
  <inkml:trace contextRef="#ctx0" brushRef="#br0" timeOffset="114673.2">27157 17447 434 0,'0'0'2'15,"39"-27"4"-15,-8 16-5 16,6 4 0-16,5 0-1 0,2 2 0 16,-2-2-35-16,-1-1-75 15,-4-2-41-15</inkml:trace>
  <inkml:trace contextRef="#ctx0" brushRef="#br0" timeOffset="115043.91">27627 17335 330 0,'0'0'5'0,"0"0"51"16,0 0-22-16,-47 17 22 16,26-4-16-16,1 3-9 15,1 2-13-15,1 6 2 16,6 0-13-16,1 1-4 0,5 0-3 15,4-2 1-15,1-2-1 16,1-4-1-16,0-7-1 16,7-4-17-16,3-6-14 15,0 0 21-15,1-16 8 16,2-7 5-16,0-11-2 0,-1-8 2 16,0-11-1-16,-1-6-1 15,-3-5 1-15,-3 1 0 16,-4 8 2-16,-1 9-3 15,0 12 2-15,-3 16 14 0,-5 16 5 16,3 11-8-16,4 21-12 16,1 10 2-16,0 8-1 15,1 2-1-15,12-1 0 16,-3 0 0-16,3-4-1 16,4-7-1-16,-4-2-51 15,-1-9-117-15</inkml:trace>
  <inkml:trace contextRef="#ctx0" brushRef="#br0" timeOffset="115498">27879 17510 410 0,'0'0'5'0,"0"0"9"0,0 0-13 0,41-6-1 15,-28 2 1-15,-3-2 0 16,-1-4-1-16,-5-1 2 16,-4-3-1-16,0 0 1 0,-1-1 9 15,-12 4 18-15,-3 3-2 16,-5 6-7-16,0 2-4 16,0 10 2-16,2 8-3 15,6 5-8-15,4 4-3 16,9 3-1-16,0-3-2 0,11-3-1 15,8-2 0-15,4-4 0 16,4-8-1-16,-1-4-27 16,2-6-40-16,-2 0-54 15,-2-15-16-15</inkml:trace>
  <inkml:trace contextRef="#ctx0" brushRef="#br0" timeOffset="115777.15">28074 17463 345 0,'0'0'47'15,"0"0"34"-15,0 0-64 16,0 0-11-16,-19 43 7 16,20-22 16-16,6 0-13 15,4 1-9-15,-2-4-2 0,1-3-3 16,1-3 0-16,-3-5-1 16,1-7 0-16,1 0 0 15,2-8 1-15,-4-11 1 0,1-4 3 16,1-5 12-16,-3-3-8 15,1 0-8-15,-1 3-1 16,2 4-2-16,2 6-8 16,-3 9-33-16,1 4-31 15,-2 2-104-15,-2 3-136 16</inkml:trace>
  <inkml:trace contextRef="#ctx0" brushRef="#br0" timeOffset="115904.38">28355 17554 528 0,'0'0'25'0,"0"0"5"15,0 0-26-15,0 0-3 16,45 1-4-16,-30-1-50 16,-4-2-86-16</inkml:trace>
  <inkml:trace contextRef="#ctx0" brushRef="#br0" timeOffset="116608.77">29183 17067 337 0,'0'0'3'0,"0"0"75"0,0 0-47 0,-40-20-3 16,17 20-5-16,-4 11-2 16,-4 3-1-16,-1 6-2 15,0 3-11-15,5 2-3 16,5 0-3-16,8-2-1 16,6-1 1-16,8 1-1 0,4-4 0 15,15 2 0-15,8-1 0 16,6-1 0-16,1 1 0 15,1 0-1-15,-5 0-9 16,-4 0-12-16,-7 1 11 16,-9-3-1-16,-6-1 10 0,-4-3 0 15,-3-1 2-15,-14-2 1 16,-6-3-1-16,-5 1 0 16,-3-4 0-16,-7-2 1 15,0-3-1-15,4 0 1 16,-2 0-2-16,7 0 2 0,5-8-2 15,9-3 1-15,8-1-1 16,7-2-54-16,2-6-84 16,11-3-6-16</inkml:trace>
  <inkml:trace contextRef="#ctx0" brushRef="#br0" timeOffset="116811.07">29115 17118 380 0,'0'0'72'0,"0"0"-50"16,0 0 11-16,0 0-27 15,-49 68 27-15,20-11 9 16,-8 18-2-16,-5 13-22 16,-5 14-14-16,-2 12-4 15,-6 1 0-15,-4-4-14 16,-6-13-157-16</inkml:trace>
  <inkml:trace contextRef="#ctx0" brushRef="#br0" timeOffset="118973.88">30255 17001 185 0,'-1'-14'-1'0,"0"2"26"16,0 2 6-16,0 1-6 15,1 5-1-15,0 2 5 16,0 1 16-16,0 1-6 0,0 0-22 16,0 14-15-16,0 7 3 15,4 9 6-15,4 10 15 16,-1 4-4-16,3 9-9 16,3 5 1-16,1 0-6 0,2 2-6 15,1-4-1-15,-2-4 0 16,-2-11 0-16,-3-9 0 15,1-13-1-15,-4-16 2 16,1-5 0-16,2-20 21 16,3-14 0-16,1-11-14 15,3-7-4-15,2-7-1 0,0-4-2 16,2 1-1-16,-1 1-2 16,0 5 0-16,2 8-16 15,-1 9-28-15,-2 14-22 16,-2 12-46-16,-4 12 4 15,-4 3-131-15</inkml:trace>
  <inkml:trace contextRef="#ctx0" brushRef="#br0" timeOffset="119424.34">30863 17278 115 0,'0'0'193'0,"0"0"-165"0,18-37 32 0,-17 29-18 15,-1-1-11-15,-1 5 1 16,-15 4-7-16,-3 0-14 16,-8 10-4-16,-2 7 3 15,-2 9 5-15,0 2-6 16,5 6-5-16,4 3-1 0,9 0-2 15,4-4 0-15,8-3-1 16,1-5 0-16,6-9 0 16,9-9-1-16,5-7 0 15,5-3 0-15,1-20-1 16,3-8 1-16,-1-9-1 0,-1-6 2 16,-4-2 0-16,-4 4 0 15,-7 6 0-15,-6 11 1 16,-3 9-1-16,-3 11 4 15,0 7 0-15,-5 4-4 16,0 12 0-16,3 3 1 0,2 5 4 16,0 1 2-16,4 3-3 15,8-1-3-15,5 0 0 16,3 0-2-16,-4-3-8 16,2-7-88-16,-3-7-115 15</inkml:trace>
  <inkml:trace contextRef="#ctx0" brushRef="#br0" timeOffset="119830.82">31104 17344 387 0,'0'0'2'0,"0"0"65"0,-10-40-17 0,10 34-10 15,0 3-20-15,8 3-5 16,3 0-6-16,5 6-2 15,-2 7-3-15,4 2-2 0,-1 3 0 16,-1 1-1-16,-3 1-1 16,0-3 1-16,-4 0 0 15,-2-4-1-15,-2-1 0 16,-3-4 0-16,1-5-1 16,-3-3 1-16,0 0 1 15,0-3 2-15,-7-12-3 0,1-3 0 16,-1-4-1-16,3-4 1 15,2 2-1-15,2 1 2 16,0 2 0-16,6 4 5 16,7 6 4-16,3 4-8 15,3 5-1-15,2 2 0 0,0 3 0 16,1 10-1-16,-3 2 0 16,-2 4 1-16,-1-1-1 15,-2 2 0-15,-3-1-1 16,-3-1-21-16,-3-4-30 15,0-2-48-15,-5-7-86 0</inkml:trace>
  <inkml:trace contextRef="#ctx0" brushRef="#br0" timeOffset="120006.04">31339 17172 425 0,'0'0'4'0,"0"0"2"16,0 0-5-16,40-34-12 16,-15 34-103-16,-1 0-7 0</inkml:trace>
  <inkml:trace contextRef="#ctx0" brushRef="#br0" timeOffset="120428.52">31755 17225 415 0,'0'0'14'0,"0"0"33"15,0 0-23-15,-45 2 4 16,25 8-10-16,2 2-1 0,-1 6-5 16,0 2-4-16,7 1-4 15,1 3-2-15,5-1-1 16,4 1-2-16,2-1 1 15,0-5 0-15,4-2 1 16,6-5-3-16,3-8-1 16,0-3 0-16,2-1-1 0,-1-15-1 15,3-5 2-15,-3-5 3 16,0-2-1-16,-5 1 1 16,-1 4 1-16,-7 2-1 15,-1 4 2-15,0 8 4 16,0 4 10-16,-1 5 6 0,-3 2-13 15,0 13-6-15,2 5 3 16,2 7 0-16,0 2 1 16,0 1-6-16,8 2 0 15,4-3-2-15,1-4 2 16,3-4-4-16,1-6-44 0,-1-5-45 16,-2-10-78-16,3 0-53 15</inkml:trace>
  <inkml:trace contextRef="#ctx0" brushRef="#br0" timeOffset="120777.88">31892 17308 379 0,'0'0'0'16,"0"0"86"-16,0 0-48 16,0 0-26-16,0 0-8 15,0 0 15-15,0 0 8 0,4 39-11 16,5-17-8-16,-3 1-3 15,-1 0-4-15,-3-3 0 16,2-5 0-16,-3 0-1 16,-1-6 1-16,0-3-1 15,0-2 0-15,0-4 1 0,0 0 2 16,0-7-1-16,0-7-2 16,-3-4 0-16,3-2-1 15,0 0 0-15,3 1 1 16,5 5-1-16,2 4 1 15,4 6 0-15,0 1-1 0,-1 3 0 16,2 6 1-16,3 3-1 16,-3 6 0-16,1-2-1 15,-1 1-17-15,0-1-38 16,-3-2-9-16,0-4-40 16,-1-4-13-16</inkml:trace>
  <inkml:trace contextRef="#ctx0" brushRef="#br0" timeOffset="121190.17">32249 17342 359 0,'0'0'48'16,"0"0"18"-16,0 0-21 16,0 0-10-16,-42-7-3 15,28 20-8-15,3 3-9 16,1 3-6-16,5 4-2 15,4 0-3-15,1-2-1 0,5-1-2 16,6-3 0-16,7-3-1 16,3-7 1-16,5-4-1 15,4-1 0-15,6-2 0 16,0-14-1-16,1-2-2 0,-2-4-1 16,-5-3 2-16,-7 2-2 15,-5 1 2-15,-15 3 1 16,-3 4 1-16,-1 2 1 15,-14 5-1-15,-8 6 0 16,-1 0 0-16,1 6 1 16,0 8 1-16,4 5-1 0,6 3 0 15,4 2 0-15,9-2 0 16,0-1-1-16,16-4 1 16,11-4-1-16,11-6 1 15,13-1 0-15,12-6-1 16,6-3-26-16,3-20-100 0</inkml:trace>
  <inkml:trace contextRef="#ctx0" brushRef="#br0" timeOffset="155529.14">27118 13979 283 0,'0'0'0'0,"0"0"2"16,0 0-4-16,0 0 1 0,-26 51 2 15,19-29-1-15,-3 2 0 16,2 0 0-16,1-1 1 16,-1-1-1-16,2-2 0 15,3-1 1-15,-1-2-1 0,4-4 0 16,0-4 0-16,0-2 0 16,11-1 0-16,6-4 1 15,7-1-1-15,5-1 3 16,7 0-3-16,4 0 1 15,6-6-1-15,1-1 1 16,-1 0 1-16,-5 1-1 0,-3 1-1 16,-9 2 0-16,-8 0 0 15,-8 2-1-15,-7-2-38 16</inkml:trace>
  <inkml:trace contextRef="#ctx0" brushRef="#br0" timeOffset="155748.82">27339 14076 302 0,'0'0'2'0,"0"0"0"0,0 0-3 16,0 0 1-16,0 61 3 15,0-30 10-15,0 3 20 16,-1 7-20-16,-2-1-10 15,1 3-2-15,-2-4 2 16,2-3-5-16,2-8 1 0,0-6-1 16,0-8 0-16,0-10-50 15,0-4-116-15</inkml:trace>
  <inkml:trace contextRef="#ctx0" brushRef="#br0" timeOffset="155949.73">27630 13975 339 0,'0'0'1'16,"0"0"1"-16,0 0-4 15,0 0 1-15,0 0-1 16,0 0-1-16,0 0-67 15,0 0-167-15</inkml:trace>
  <inkml:trace contextRef="#ctx0" brushRef="#br0" timeOffset="156105.45">27614 14168 444 0,'0'0'-2'16,"0"0"4"-16,0 0-7 16,39-7-146-16</inkml:trace>
  <inkml:trace contextRef="#ctx0" brushRef="#br0" timeOffset="156703.22">27942 13952 292 0,'0'0'2'0,"0"0"1"16,16-40 1-16,-7 29 0 15,1 1 2-15,-1 3 2 16,1 3 3-16,0 1-3 16,-2 3-2-16,-1 0-5 15,-1 3-1-15,-3 8 1 0,-2 5-1 16,-1 1-1-16,0 3 2 15,-9 1-2-15,-1 2 1 16,-3-2 0-16,1 2-1 16,-2-3-1-16,3-2 1 15,3-2 0-15,1-2 1 16,4-4 0-16,3-2-1 0,3-1 1 16,10-4 0-16,7-1 0 15,-1 1 0-15,6 0 0 16,0-1 0-16,0 1 0 15,-6 4 0-15,-1 0 1 16,-6 2-2-16,-3 1 1 0,-5 2 1 16,-4-1-1-16,0 1 0 15,-9 2 2-15,-4-1 0 16,-4 1 1-16,-1-2-2 16,-3-1 0-16,-3 2 0 15,1-5-1-15,-1 0 1 0,1-1-2 16,-1-5 0-16,6-2-80 15,6-1-112-15</inkml:trace>
  <inkml:trace contextRef="#ctx0" brushRef="#br0" timeOffset="157446.29">28364 13911 217 0,'0'0'61'0,"0"0"-57"0,0 0 3 0,0 0-4 15,0 0-3-15,0 0 0 16,-18 47 2-16,16-17 40 16,2 2-30-16,0 4-5 15,0-1-1-15,-1 1-3 16,0-1-2-16,1-6 0 0,0-5-1 15,0-6 0-15,6-6 0 16,8-7 2-16,2-5 4 16,7 0 21-16,4-4-11 15,5-4-12-15,0-1-2 16,1-2-1-16,-2 1-1 0,-2 3 0 16,-8 1-1-16,-6 0-7 15,-5 3-97-15,-7-4-34 16</inkml:trace>
  <inkml:trace contextRef="#ctx0" brushRef="#br0" timeOffset="157649.73">28527 14114 361 0,'0'0'4'15,"0"0"-1"-15,0 0-3 0,0 0 0 16,2 54 1-16,1-27 1 15,2 3 5-15,1 4-2 16,-5 4-4-16,-1 2-1 16,0 0 0-16,0-2 0 15,0-5-4-15,0-8-65 0,0-12-70 16</inkml:trace>
  <inkml:trace contextRef="#ctx0" brushRef="#br0" timeOffset="157877.79">28804 14169 384 0,'0'0'2'0,"0"0"29"15,0 0-11-15,46-31-8 16,-25 27-8-16,4-2-2 15,3 1 1-15,2 0 1 16,-1 2-3-16,1-1-1 16,0 3 0-16,-2-2-1 0,-3-3-65 15,1-5-83-15</inkml:trace>
  <inkml:trace contextRef="#ctx0" brushRef="#br0" timeOffset="158291.89">29317 13898 418 0,'0'0'3'16,"0"0"-4"-16,-10 54 2 16,5-24 1-16,3 0-1 0,-4 1-2 15,2-1 2-15,1 0-1 16,1-1 1-16,2-1-2 15,0-2 2-15,1-3-1 16,9-6 0-16,8-4 0 16,0-12 0-16,7-1 0 0,1-10-4 15,1-7-13-15,-3-4-64 16,-3 1 51-16,-4 3 29 16,-5 5 1-16,-3 3 2 15,-6 5 6-15,-1 4 70 16,0 0-39-16,-2 8-4 0,0 6 9 15,1 5-17-15,0 5-14 16,0 7-10-16,2 0-1 16,-2 4-1-16,-1 0-2 15,1-1 2-15,0-1-3 16,0-7-2-16,1-8-83 0,3-14-96 16</inkml:trace>
  <inkml:trace contextRef="#ctx0" brushRef="#br0" timeOffset="158510.94">29671 13925 445 0,'0'0'0'0,"0"0"6"0,0 0-2 0,0 0-3 0,0 0-1 15,0 0 0-15,0 0 0 16,0 0-1-16,0 0-1 16,22 9-79-16,-19 2-128 15</inkml:trace>
  <inkml:trace contextRef="#ctx0" brushRef="#br0" timeOffset="158697.82">29757 14145 531 0,'0'0'1'15,"0"0"12"-15,0 0-7 16,0 0-6-16,0 0 0 16,0 0 0-16,0 0-1 0,0 0-4 15,21 0-86-15,-18 2-99 16</inkml:trace>
  <inkml:trace contextRef="#ctx0" brushRef="#br0" timeOffset="159211.21">29931 13908 441 0,'0'0'-3'0,"0"0"6"16,0 0-2-16,-7-44 2 16,14 38-2-16,4 1 1 15,3 2 2-15,3 3 12 16,0 0-7-16,0 0-8 16,1 7-1-16,-4 5 2 0,-2 3-4 15,-6 2 2-15,-4 3 0 16,-2 1-1-16,-1 0 0 15,-9 0-1-15,-4 0 0 16,2-3-2-16,-1-1-1 16,4-4-6-16,1-2-6 15,4-3 7-15,4-3 6 0,0-2 3 16,5 0 1-16,8 0 0 16,5-2 1-16,2 2-1 15,1 2 0-15,0 0 0 16,-2 2 2-16,-3 2-2 0,-5 3 0 15,-1 1 0-15,-6 1-2 16,-4 2 1-16,0 2 1 16,-4-2 0-16,-8-2 1 15,-1 0 1-15,-3-4 0 16,-1 0-1-16,-1-1 0 0,2-5-1 16,-3 2 0-16,4-2 0 15,-1-1 0-15,3-3-4 16,0 0-114-16,8 0 9 15</inkml:trace>
  <inkml:trace contextRef="#ctx0" brushRef="#br0" timeOffset="159650">30390 13902 432 0,'0'0'1'0,"0"0"2"0,-24-42-1 16,6 36-3-16,-3 3 1 15,-2 3 2-15,-4 0 0 0,2 0 5 16,3 6 12-16,3 5-14 16,3 1-4-16,7 1-1 15,5 2 0-15,4 0 0 16,3 1 1-16,14 0-2 15,3 4 2-15,6 1-1 0,1 2 0 16,-1 2 0-16,-2 2 0 16,-7 2 0-16,-4-1 0 15,-7 1-1-15,-6-2 1 16,0 0 0-16,-8-2 1 16,-8-8-1-16,-3-2 0 15,-1-7 1-15,-1-5-1 0,-1-3 1 16,7-6 3-16,4-9 11 15,4-7 26-15,7-5-34 16,2-7-5-16,18-4-1 16,8-8 1-16,7-5-2 15,5-3 0-15,7-9-49 0,-1-3-225 16</inkml:trace>
  <inkml:trace contextRef="#ctx0" brushRef="#br0" timeOffset="162436.54">26601 15260 276 0,'-3'6'-8'0,"-3"4"12"0,1 4-4 0,-1 7 2 16,2 5-2-16,1 5 0 15,-1 0 0-15,3 2 1 16,1-3 0-16,0-4 0 16,5-4-1-16,6-6 1 0,5-8-1 15,4-6 1-15,4-2 0 16,3-12 0-16,-2-6 0 16,1-5-1-16,-3-2 1 15,-3 0 0-15,-4 3-2 16,-9 3 2-16,-1 6 0 0,-4 7 5 15,-2 6 75-15,0 2-40 16,-2 14-33-16,-5 5 19 16,1 10-4-16,-3 5-11 15,4 1-6-15,-1 1-4 16,2 1-2-16,2-4 1 0,2-2-1 16,0-8 0-16,0-3-2 15,4-5-36-15,4-9-76 16,-1-8-26-16</inkml:trace>
  <inkml:trace contextRef="#ctx0" brushRef="#br0" timeOffset="162739.49">27014 15263 426 0,'0'0'0'0,"0"0"1"15,0 0-3-15,0 0 0 0,0 0-24 16,0 0-104-16,0 0-5 16</inkml:trace>
  <inkml:trace contextRef="#ctx0" brushRef="#br0" timeOffset="162919.81">27058 15524 437 0,'0'0'0'0,"0"0"2"16,0 0-4-16,0 0 0 16,0 0-30-16,0 0-105 15,0 0 39-15</inkml:trace>
  <inkml:trace contextRef="#ctx0" brushRef="#br0" timeOffset="163471.85">27321 15212 368 0,'0'0'0'16,"0"0"13"-16,18-42 0 0,-8 34-3 15,1 7-6-15,-1 1-3 16,-1 0-1-16,-1 5 1 16,-3 7-1-16,0 2 0 15,-4 2 0-15,-1 1-1 16,0 0 1-16,-1 0 0 0,-7-3 0 15,0 0 0-15,-1 1-1 16,-2-3 0-16,2 0 0 16,2-1 1-16,0 2-2 15,3-2 2-15,3 0-1 16,1 1 1-16,0-1 0 0,4 3-1 16,6 1 2-16,3 0-1 15,1 2 0-15,1 0 0 16,0 3 0-16,-2-1 1 15,0 0-2-15,-7-1 2 16,-1-3-1-16,-3-1 0 0,-2-3-1 16,0-3 2-16,-8-1-2 15,-4 0 2-15,-2-3-1 16,-3-1 2-16,0 1-2 16,0-1 0-16,-2-1 1 15,0 0-2-15,5 0 1 0,0-2 0 16,5 0-2-16,4 0 0 15,5 0-11-15,0-9-124 16</inkml:trace>
  <inkml:trace contextRef="#ctx0" brushRef="#br0" timeOffset="163908.13">27908 15209 291 0,'0'0'1'0,"0"0"1"0,0 0 1 0,-64-14-1 16,32 14 3-16,-5 7 10 16,1 3 51-16,3 1-40 0,4-1-13 15,5 4-7-15,6-1-3 16,6 0-2-16,7 1-1 15,5-1 0-15,0 0-1 16,10-5 0-16,9-1 2 16,2-4-1-16,4-3-1 0,2 0 0 15,1-8-1-15,-3-4-2 16,-1 0-1-16,-6-1 2 16,-3 3 3-16,-6 3 0 15,-5 3 0-15,-4 4 1 16,0 1-1-16,-2 13 0 0,-7 3 2 15,3 6 1-15,-4 4-1 16,6 1-1-16,-1 2-1 16,3 1 0-16,2-1 0 15,0 0 0-15,0-4-1 16,0-7-13-16,7-8-178 16</inkml:trace>
  <inkml:trace contextRef="#ctx0" brushRef="#br0" timeOffset="164108.22">28050 15422 424 0,'0'0'1'0,"0"0"8"15,0 0-5-15,0 0-3 16,0 0-1-16,56-10 2 0,-25 3-1 15,6-3-1-15,3 2 0 16,4-5-1-16,-3-6-30 16,-2-3-202-16</inkml:trace>
  <inkml:trace contextRef="#ctx0" brushRef="#br0" timeOffset="164727.51">29011 15128 336 0,'0'0'3'0,"0"0"29"0,0 0-29 0,0 0-1 16,-9 55 2-16,7-30-1 15,1 0 3-15,-1 2 1 16,2 0-4-16,0-1-1 16,0-2-1-16,0-3-1 15,2-2 1-15,6-8-1 0,4-5 1 16,6-6-1-16,4-10 2 15,3-6-2-15,0-7 1 16,2-1-1-16,-7 4 0 16,-3 5 0-16,-6 5 1 0,-5 7 0 15,-3 3 1-15,-2 6-2 16,-1 11 2-16,0 5 5 16,0 5 5-16,0 6-7 15,-1 1-3-15,-1 2-2 16,1-1 0-16,0-2 0 15,-1-6-2-15,2-7-93 0,0-11-86 16</inkml:trace>
  <inkml:trace contextRef="#ctx0" brushRef="#br0" timeOffset="164920.62">29349 15136 302 0,'0'0'81'0,"0"0"-77"0,0 0 6 15,0 0-8-15,0 0-2 16,0 0-1-16,43-4-1 16,-37 14-5-16,-3 0-108 15,-3-1-105-15</inkml:trace>
  <inkml:trace contextRef="#ctx0" brushRef="#br0" timeOffset="165087.22">29385 15438 468 0,'0'0'-4'0,"0"0"3"16,0 0-10-16,0 0-150 15</inkml:trace>
  <inkml:trace contextRef="#ctx0" brushRef="#br0" timeOffset="165489.64">29632 15145 464 0,'0'0'-1'15,"0"0"2"-15,-22 57-1 16,19-31 0-16,1 0 0 0,2-1 0 16,0-3 1-16,2-2-1 15,7-1 1-15,2-2-1 16,5-4 1-16,-1-8-2 15,5-3 2-15,0-2-1 0,1-9 1 16,1-5-1-16,-4-3-2 16,-2 1-1-16,-4 3 2 15,-5 5-1-15,-2 5 2 16,-4 3 0-16,-1 5 0 16,0 9-2-16,0 8 4 15,0 4 0-15,0 4-2 0,0 4 0 16,3 0 0-16,3-1 0 15,2-2 0-15,-1-6-4 16,2-6-72-16,2-12-176 16</inkml:trace>
  <inkml:trace contextRef="#ctx0" brushRef="#br0" timeOffset="165909.62">30014 15168 417 0,'0'0'2'0,"0"0"10"16,0 0-11-16,0 0 0 0,0 0 0 15,-25 37 7-15,24-14 18 16,1 3-16-16,0 1-6 15,0 2-2-15,2-2-1 16,2-2-1-16,4-5 0 16,4-7 0-16,0-4 0 0,8-9-1 15,3-3-1-15,4-14-4 16,0-5-6-16,2-3-7 16,-2-1 3-16,-6 2 12 15,-5 3 4-15,-4 9 0 16,-5 5 4-16,-7 7 5 0,0 3 7 15,0 16 0-15,-6 6 33 16,-1 11-22-16,4 6-8 16,3 5-9-16,0 3-8 15,2 1-1-15,3-3-2 16,4-12-70-16,-2-15-319 16</inkml:trace>
  <inkml:trace contextRef="#ctx0" brushRef="#br0" timeOffset="-27415.64">10689 17325 323 0,'0'0'-13'0,"0"0"39"16,0 0-24-16,0 0-8 0,0 0 8 16,0 0-5-16,0 0 3 15,54 9 11-15,-27-32 11 16,9-10 11-16,4-9-1 16,7-12-19-16,4-8-3 0,3-7 0 15,0-6-7-15,2-5-1 16,-8-3-1-16,0-3 0 15,-6 2 0-15,-9 8-2 16,-8 8 2-16,-8 12 0 16,-9 17-1-16,-6 15 1 0,-2 16 0 15,-10 8-1-15,-9 18-9 16,-4 11 3-16,-6 11 4 16,-2 8 2-16,2 5-2 15,2-1-2-15,8-1 0 16,5-2 1-16,11-7 1 15,3-5-1-15,8-4 2 0,11-5 0 16,8-5-1-16,6 0 0 16,5-3 0-16,3 0 1 15,-3 1 2-15,0 3-1 16,-7 1 0-16,-6 2 0 0,-7 2 0 16,-7-2 0-16,-7 0 0 15,-4-3 0-15,-2 1 2 16,-14-2-2-16,-7-1 4 15,-7 2 4-15,-9 0-4 16,-7 3-1-16,-8 0 1 16,-2 0-3-16,1-2 0 0,-1-3-1 15,6-7 1-15,6-3-1 16,10-7 0-16,10-6-7 16,8 1-8-16,11-7-14 15,5-7-51-15,12-5-61 16,10-5 2-16</inkml:trace>
  <inkml:trace contextRef="#ctx0" brushRef="#br0" timeOffset="-27202.89">11521 17098 443 0,'0'0'49'0,"0"0"-45"16,0 0-16-16,-7 67 14 0,8-27-13 16,-1 11-13-16,0 5 6 15,4 1 9-15,0 0-18 16,0 1 15-16,1-5-21 16,-2-8-25-16,-1-10-43 15,-2-12-58-15</inkml:trace>
  <inkml:trace contextRef="#ctx0" brushRef="#br0" timeOffset="-26946.38">11653 17219 486 0,'0'0'15'0,"0"0"24"15,0 0-42-15,0 0 1 16,0 0-1-16,31 54 1 0,-21-15 3 16,0 8 0-16,-1 3 4 15,3 6-4-15,-3-1-24 16,1 3-18-16,0-7-2 16,-2-4-54-16,-3-13-66 0</inkml:trace>
  <inkml:trace contextRef="#ctx0" brushRef="#br0" timeOffset="-26513.65">12248 16807 452 0,'0'0'15'0,"0"0"3"0,0 0-14 16,0 0-6-16,39-33 1 16,-20 33 1-16,1 0 0 15,6 0-2-15,-3 0 0 0,4 0 3 16,2-4 0-16,0-5 1 15,0 0-1-15,-1 2-7 16,-5 2-54-16,-4 1-44 16,-7 0-63-16</inkml:trace>
  <inkml:trace contextRef="#ctx0" brushRef="#br0" timeOffset="-26328.78">12294 17141 495 0,'0'0'21'0,"0"0"38"16,0 0-48-16,0 0-22 15,0 0 11-15,69-17 3 16,-26 1-2-16,0-5-5 16,6-1-32-16,-7-3-40 15,-4-4-54-15</inkml:trace>
  <inkml:trace contextRef="#ctx0" brushRef="#br0" timeOffset="-22945.9">13191 16324 231 0,'0'0'3'0,"0"-47"6"16,0 29 13-16,0 3-5 16,-1 5 7-16,1 9 10 0,-4 1-19 15,2 12-7-15,-4 10-15 16,3 9-19-16,-1 9 5 15,-3 10 11-15,4 11 10 16,1 3 40-16,0 6-14 16,2 3-23-16,-2 0-2 0,2-4 0 15,2-6-2-15,-2-7-2 16,0-6-23-16,-2-9-28 16,1-9-21-16,0-14-17 15</inkml:trace>
  <inkml:trace contextRef="#ctx0" brushRef="#br0" timeOffset="-22339.6">13617 16252 266 0,'0'0'1'0,"0"0"8"0,0 0 1 0,0 0-4 16,0 0-5-16,-50 25 3 16,34-2 14-16,-1 3 7 15,-2 5-2-15,-1 7-11 16,2 10-3-16,0 6 3 15,0 8-4-15,5 8-2 16,4 3-3-16,3 2 0 0,6-2-2 16,1-7 0-16,13-7 0 15,6-11-1-15,4-13-2 16,1-14 5-16,2-13-3 16,0-8 1-16,-1-10 3 15,-3-15 0-15,-6-7 0 0,-2-4-1 16,-5-5 2-16,-8 0-2 15,-2 1 0-15,-10 8-1 16,-11 3 1-16,-10 12 0 16,-5 10 5-16,-9 7-5 15,-3 17-1-15,0 14-1 0,4 9-2 16,6 7-31-16,3-7-69 16,8-12-163-16</inkml:trace>
  <inkml:trace contextRef="#ctx0" brushRef="#br0" timeOffset="-20921.77">15837 17014 214 0,'0'0'50'0,"0"0"-48"0,0 0 0 16,0 0-5-16,0 0 2 0,0 0 1 15,0 0 0-15,0 0 5 16,0 0 15-16,0 0 17 16,0 0-3-16,37 16-12 15,-18-35-5-15,10-6-6 0,4-9-5 16,5-5-2-16,7-9 1 15,4-9-1-15,2-7-2 16,3-8 6-16,0-6-1 16,-5-4-6-16,-2-4 0 15,-6-2-1-15,-2 4 1 0,-10 6-1 16,-4 9 1-16,-10 13 1 16,-7 18 6-16,-6 14 3 15,-2 17-4-15,-12 7-5 16,-8 20 0-16,-6 12-1 15,-4 12-1-15,-1 9 0 16,4 4 1-16,5 0 0 0,9-2-1 16,9-3 0-16,4-2 0 15,10-5-1-15,8-2-1 16,6-2 0-16,5 0 0 16,6-6 0-16,-2-4 0 15,-1-4-2-15,-1-2 6 0,-9-5-2 16,-2-3 0-16,-7-1 0 15,-5-5 1-15,-6-1-1 16,-2 0-1-16,-7-1 2 16,-17-1 8-16,-6 2 0 15,-8 2-4-15,-9 0-1 0,-4 1-1 16,0 1-3-16,1 2 1 16,2 0-1-16,4 1 0 15,6 0-3-15,9 1-17 16,3-2-31-16,11-2-34 15,9-8-62-15</inkml:trace>
  <inkml:trace contextRef="#ctx0" brushRef="#br0" timeOffset="-20480.34">16754 17018 473 0,'0'0'-3'0,"0"0"21"0,-25-51-2 0,25 39-3 16,0 4-11-16,3 2 2 0,8 1-3 15,-1 4-2-15,3 1 0 16,3 0-1-16,-2 8 0 16,2 5 0-16,0 6-2 15,1 5-16-15,-8 4-1 16,2 3-5-16,-10-1-9 16,-1 2 0-16,0 0 2 0,-11 2 12 15,-2-5 7-15,-3-1 5 16,2-1 3-16,0-6-2 15,3-2 16-15,4-7 2 16,3-3 18-16,4-3-19 16,0-3-10-16,9-2-2 0,11-1 0 15,2 0-12-15,3-12-67 16,2-6-118-16</inkml:trace>
  <inkml:trace contextRef="#ctx0" brushRef="#br0" timeOffset="-20125.1">17032 17063 462 0,'0'0'13'0,"0"-37"-1"0,5 28-11 15,5 6-3-15,3 3 0 16,0 3-1-16,-2 10-1 15,-2 6 2-15,-4 4 0 16,0 3-2-16,1 5 3 0,-6 2 1 16,0-2-5-16,0 1-8 15,-7-3-4-15,0-3 10 16,-1-5-7-16,1-4 11 16,0-4 8-16,4-6-3 15,1-1 0-15,2-2-1 0,0-1-1 16,5-2-2-16,12-1 6 15,6 0 0-15,8 0-4 16,8-10 1-16,7-3-2 16,1-3-16-16,-2-3-22 15,-2-5-78-15</inkml:trace>
  <inkml:trace contextRef="#ctx0" brushRef="#br0" timeOffset="-19720.97">17687 16699 446 0,'0'0'9'0,"0"0"4"0,0 0-9 0,0 0-5 0,0 0 1 16,39-26-1-16,-26 32 2 15,0-2-1-15,0-1 1 0,5-1-1 16,1 0 0-16,3 1 0 16,-2-1-6-16,4 0-46 15,-7-2-85-15,-3 0 2 16</inkml:trace>
  <inkml:trace contextRef="#ctx0" brushRef="#br0" timeOffset="-19550.67">17704 17037 566 0,'0'0'-3'0,"0"0"16"16,0 0-11-16,0 0-8 16,53-10-38-16,-17 3-17 15,2-9-14-15,-1-8-98 16</inkml:trace>
  <inkml:trace contextRef="#ctx0" brushRef="#br0" timeOffset="-16500.77">18485 16384 326 0,'-6'0'12'0,"2"-3"19"0,1 3-4 16,3 0-27-16,-2 18 0 15,-4 12-2-15,0 10 4 0,-5 11-2 16,-1 10 4-16,1 7 3 16,3 2 0-16,3-3 3 15,5-5-7-15,0-4-1 16,11-8-1-16,4-9 1 15,2-8-1-15,-1-12 0 0,2-9 0 16,2-12 1-16,2-2 0 16,2-19 2-16,-1-8 5 15,-2-5 1-15,-5-3-10 16,-4-1 1-16,-11 6-1 0,-1 6 3 16,-16 6 0-16,-5 7 6 15,-7 9-6-15,-3 4-3 16,-1 6 1-16,-1 9-2 15,4 5-6-15,3 2-26 16,7-1-32-16,5-4-44 0,5-6-10 16</inkml:trace>
  <inkml:trace contextRef="#ctx0" brushRef="#br0" timeOffset="-16110.85">18942 16467 468 0,'0'0'16'0,"0"0"-5"0,-9 56-11 0,6-11 0 16,-4 11 0-16,-2 3 1 15,1 1-1-15,-1-4 2 16,-3-4-2-16,3-7-1 0,3-8 2 16,2-7 0-16,2-6-1 15,2-5 0-15,1-8-1 16,15-8 2-16,11-3 4 16,10 0-3-16,13-6 0 15,10-4-1-15,5-4 1 0,2-1-2 16,-6 2 1-16,-4 3-3 15,-8 1 1-15,-8 2-22 16,-8 4 5-16,-7 1-25 16,-7-1-42-16,-12-5-77 15</inkml:trace>
  <inkml:trace contextRef="#ctx0" brushRef="#br0" timeOffset="-15910.57">19113 16796 408 0,'0'0'26'0,"0"0"-7"15,-11 52-18-15,11-7 1 16,6 12 13-16,0 11-2 16,0 6-6-16,-3 6-3 0,0 2-4 15,0 1 1-15,-1-5-25 16,-2-6-50-16,0-18-114 15</inkml:trace>
  <inkml:trace contextRef="#ctx0" brushRef="#br0" timeOffset="9985.15">22683 4914 245 0,'0'4'61'0,"0"-4"-47"15,0 0-12-15,2-1-1 16,11-7-1-16,6-4 1 0,7-10 14 16,8-6 17-16,6-9-5 15,4-10-14-15,4-5-8 16,1-7-2-16,-2-4-2 16,-4-4 2-16,-3 1-1 15,-5 6-1-15,-8 7 0 16,-9 10-1-16,-2 11 0 0,-8 12 0 15,-8 8 0-15,0 11 0 16,-13 1-6-16,-9 10 3 16,-1 8 2-16,-4 5 1 15,-2 5-1-15,6 4 0 16,8 1 0-16,6 0 0 0,8 1 1 16,1-1-1-16,10-3 1 15,10-3 0-15,4 1 1 16,2-5 0-16,1 4-1 15,1-4 0-15,-5 0 0 0,-6-1 0 16,-2-2 0-16,-7-2 0 16,-4-6-1-16,-4 3 1 15,-2-3 0-15,-11-3 0 16,-8 0 0-16,-5-1 1 16,-3-2-1-16,-1 0 0 15,-1-3 0-15,0 1-1 0,2-1 1 16,7-3 0-16,1 3-2 15,5 0 0-15,5-2-6 16,6 2-27-16,4-3-61 16,1 0-80-16</inkml:trace>
  <inkml:trace contextRef="#ctx0" brushRef="#br0" timeOffset="10256.01">23409 4685 407 0,'0'0'7'0,"0"0"14"16,0 0-19-16,0 0-1 0,2 53 2 15,1-24 1-15,-1 4-1 16,0 6-2-16,0 1 0 15,1-3-1-15,-3-1 0 16,0-6 0-16,0-7 0 16,0-5-3-16,0-9-64 0,0-7-52 15,0-2-46-15</inkml:trace>
  <inkml:trace contextRef="#ctx0" brushRef="#br0" timeOffset="10469.61">23635 4681 353 0,'0'0'6'0,"0"0"45"16,0 0-18-16,0 0-30 16,0 0 8-16,1 57 16 0,-1-25 2 15,0 8-20-15,0 2-7 16,0 0-1-16,0 2-1 15,0-2 0-15,0-5-7 16,0-13-239-16</inkml:trace>
  <inkml:trace contextRef="#ctx0" brushRef="#br0" timeOffset="47172.31">31380 2678 22 0,'0'0'5'0,"0"0"3"0,0 38 4 0,0-19 16 16,-1 2-13-16,-5 5-6 16,1 2 8-16,-3 2 27 15,1 3-39-15,-2-5-4 0,2 2 1 16,-1-6 0-16,3-4-1 16,2-2 0-16,-1-9 0 15,3-2 0-15,0-3 0 16,1-1 1-16,0-3 3 15,-1 0 2-15,1 0 58 16,0 0-50-16,0 0-12 0,-1-3 0 16,1 2-2-16,0-2 1 15,0 0-1-15,0 0 0 16,0 1 0-16,0 0 0 16,0 2-1-16,0-1 1 0,0 1-1 15,0-2 1-15,0 1-1 16,0 1 2-16,0-2 9 15,0 2 4-15,0 0-2 16,0 0-6-16,0 0-3 16,0 0 0-16,0 0-2 0,0 0 1 15,0 0-2-15,0 0-1 16,0 0 0-16,0 0 0 16,0 0 1-16,3-1 0 15,3-2 1-15,3 0 11 16,6 2 13-16,7-3-8 15,3 1 0-15,3 1-9 0,0 2-5 16,-1 0-3-16,-6 0-1 16,-5 2 0-16,-3 4-2 15,-5-1-10-15,-4 1-30 16,-4-2-38-16,0-2-11 16,0-2-98-16</inkml:trace>
  <inkml:trace contextRef="#ctx0" brushRef="#br0" timeOffset="47454.13">31395 2888 306 0,'0'0'7'0,"0"0"61"0,0 0-62 15,0 0-8-15,0 43 3 16,1-19 0-16,2 3 2 0,-2 4-2 16,-1-1 0-16,0 0-1 15,0-3 0-15,0-3 1 16,0-3-1-16,0-5-11 15,-1-8-118-15</inkml:trace>
  <inkml:trace contextRef="#ctx0" brushRef="#br0" timeOffset="47739.47">30995 2843 247 0,'0'0'11'0,"0"0"24"16,0 0-1-16,0 0-14 15,0 0-10-15,0 0-4 16,0 0-6-16,0 0 0 15,5-13 1-15,21 20-1 16,8 0 1-16,2-2-1 0,0-4-10 16,-2-1-184-16</inkml:trace>
  <inkml:trace contextRef="#ctx0" brushRef="#br0" timeOffset="48268.72">31461 3346 88 0,'0'0'139'0,"0"0"-98"0,0 0-8 0,-46-9-12 15,35 13 3-15,0 9-4 16,1 4-7-16,4 2-7 16,1 2 1-16,4 0-3 0,1 1 0 15,0-3-2-15,8-3 2 16,6-5-3-16,3-5 1 16,6-6 5-16,-4 0 20 15,3-13-7-15,-2-5-5 16,-5-2 2-16,-5-3-11 0,-6 0 1 15,-4 1-4-15,-7 2-1 16,-13 6-2-16,-7 5-3 16,-6 8-1-16,-4 1-3 15,1 3-54-15,1 5-135 16</inkml:trace>
  <inkml:trace contextRef="#ctx0" brushRef="#br0" timeOffset="48906.68">30867 3878 204 0,'0'0'33'0,"0"0"-21"0,0 0-2 16,56-4-4-16,-29 4-1 15,6 0 0-15,6 0-2 0,2 0-3 16,-2 0 2-16,-6 0-1 16,-3 0-1-16,-6 0-3 15,-10 0-39-15,-5 0-64 16</inkml:trace>
  <inkml:trace contextRef="#ctx0" brushRef="#br0" timeOffset="49139.52">31051 3772 191 0,'0'0'5'16,"0"0"28"-16,0 0 16 16,0 0-7-16,0 0-8 15,0 0-19-15,0 0-14 16,0 0 0-16,0 15 0 0,4 11 2 15,-2 9-2-15,-2 1 0 16,0 2-1-16,0-1-5 16,0-7-68-16,0-6-82 15</inkml:trace>
  <inkml:trace contextRef="#ctx0" brushRef="#br0" timeOffset="49700.55">31531 3723 116 0,'0'0'82'0,"0"0"-52"0,0 0 3 0,0 0-5 16,0 0-20-16,0 0-12 16,0 0 4-16,0 0 1 0,-12 47 0 15,8-24 1-15,0 3-1 16,0 0 0-16,1 0-1 16,1-2 2-16,1-3-2 15,0-3 1-15,1-4 0 16,0-5-1-16,0-3 1 0,0-3-1 15,3-1 2-15,7-2 1 16,3 0 1-16,4 0 5 16,4-4-5-16,1-1-3 15,3 1 2-15,2-2-3 0,-5 1 0 16,1 2 0-16,-6 0-3 16,-2 3-19-16,-5-3-22 15,-1 3-28-15,-8-3-108 16</inkml:trace>
  <inkml:trace contextRef="#ctx0" brushRef="#br0" timeOffset="49924.07">31649 3844 191 0,'0'0'11'0,"0"0"49"15,0 0-21-15,0 0-1 16,0 0-5-16,0 0-28 16,0 0-4-16,0 0 3 15,-3 46 11-15,2-15-2 0,-1 6-6 16,0 4-4-16,0 3-2 16,1 0 1-16,-2-7-5 15,3-6-146-15</inkml:trace>
  <inkml:trace contextRef="#ctx0" brushRef="#br0" timeOffset="51241.32">32855 2701 270 0,'0'0'5'0,"0"0"6"16,0 0-16-16,0 0 4 16,0 68 2-16,-3-28-1 15,-2 4 0-15,2 1 1 16,0-2-1-16,1-6 1 0,2-3-1 15,0-11 1-15,0-8-2 16,1-9-11-16,9-6-111 16</inkml:trace>
  <inkml:trace contextRef="#ctx0" brushRef="#br0" timeOffset="51588.41">33078 2706 301 0,'0'0'7'0,"0"0"-3"16,0 0-8-16,0 0 4 15,-11 43 2-15,7-15 1 16,-2 5 1-16,4 3-1 16,-3 2-2-16,4 3 2 15,1-2-2-15,0-5-1 0,0-5 2 16,6-6-2-16,6-7 3 15,-1-7-2-15,4-4 2 16,-1-5-1-16,-1 0 1 16,0 0-1-16,-5-8 1 15,-3-3-2-15,-5-1 0 0,0-1-1 16,-7 2 0-16,-5-1 1 16,-2 5 6-16,-1 2-2 15,-3 5-8-15,-3 0 3 16,2 5-5-16,-3 5-47 15,1-1-126-15</inkml:trace>
  <inkml:trace contextRef="#ctx0" brushRef="#br0" timeOffset="52346.3">33082 3332 238 0,'0'0'4'0,"0"0"2"0,-40 12 1 15,20-3-3-15,2 5 2 16,0 3-2-16,5 3-2 15,-1 1-1-15,5 0 1 16,8 1-1-16,1-4-1 0,3-4 2 16,11-5 0-16,6-6 5 15,-1-3 24-15,1 0-10 16,2-9-2-16,-3-6-7 16,-3-4-3-16,-4 0-5 15,-1-3-1-15,-8 3-3 0,-3 1 0 16,0 5 0-16,-13 5-6 15,-5 5-32-15,-6 2-76 16,0 1-107-16</inkml:trace>
  <inkml:trace contextRef="#ctx0" brushRef="#br0" timeOffset="52736.97">32828 3698 403 0,'0'0'-3'0,"0"0"9"0,0 0-16 16,0 0 8-16,2 58 4 0,-7-23-2 15,-3 4 1-15,-2 0-1 16,1-1-1-16,-1-3-53 16,0-4-56-16</inkml:trace>
  <inkml:trace contextRef="#ctx0" brushRef="#br0" timeOffset="53130.3">33008 3796 356 0,'0'0'11'16,"0"0"34"-16,0 0-36 16,0 0-6-16,0 0 2 15,0 0 0-15,0 0-1 0,-16 54 0 16,13-30-2-16,2-2-1 15,1 3 0-15,0-4 0 16,0-2-1-16,5-5 0 16,4-4 0-16,0-4 0 15,4-5 1-15,5-1 0 0,-5-1 0 16,1-8-1-16,-4 0 2 16,-2-1 0-16,-7 2 10 15,-1-2 5-15,-5 3-9 16,-9 0-4-16,-10 3-4 15,-2 4 0-15,0 0 0 16,-2 8-4-16,2 2 1 16,0 0-88-16</inkml:trace>
  <inkml:trace contextRef="#ctx0" brushRef="#br0" timeOffset="55533.58">13036 16917 209 0,'0'0'17'16,"0"0"-16"-16,0 0-4 0,45-30-17 15,-16 18-38-15,0 2-24 16</inkml:trace>
  <inkml:trace contextRef="#ctx0" brushRef="#br0" timeOffset="56364.77">13738 15989 294 0,'0'0'0'15,"-54"-17"4"-15,27 4 13 16,3-1 16-16,4 2-7 16,-3 1-4-16,2-2-9 15,-2 3-8-15,-2-1-3 16,-4 4 0-16,-2 1-1 0,-4 3-1 15,-2 1 1-15,0 2-1 16,-4 4 0-16,3 9 1 16,-2 4-1-16,-3 6-1 15,-1 6 1-15,-1 5 0 16,-2 9 0-16,2 5 1 0,1 11-2 16,4 2 2-16,5 6-1 15,7 5 0-15,4 4 2 16,7 5-1-16,9 3 1 15,8 4-1-15,2 7 2 16,16 0 0-16,11-2 6 16,9-4 11-16,6-1-17 0,10-4-1 15,3-4 0-15,5-7 0 16,-1-7-2-16,-1-8 1 16,0-13-1-16,-6-13 0 15,-5-17 0-15,-2-15 1 16,-7-15 1-16,-3-25 30 0,-3-21 9 15,-5-14-16-15,0-18-4 16,-2-10-5-16,-4-11-7 16,-3-2-3-16,0-4-4 15,-4 0-1-15,-3 6 0 16,-9 9-1-16,-2 8 1 0,-2 15 0 16,-13 12-1-16,-11 14 1 15,-10 11 1-15,-16 11-1 16,-14 17-1-16,-14 16 0 15,-13 8-5-15,-10 22-18 0,0 10-23 16,3 2-6-16,11-1-41 16,13-13-67-16</inkml:trace>
  <inkml:trace contextRef="#ctx0" brushRef="#br0" timeOffset="60751.62">32714 4334 26 0,'0'0'-2'0,"0"0"0"16,-47-7-4-16,28 7-9 15,0 0 14-15</inkml:trace>
  <inkml:trace contextRef="#ctx0" brushRef="#br0" timeOffset="61084.7">32528 4337 1 0,'0'0'6'0,"0"0"3"0,0 0 13 15,0 0 54-15,0 0-30 16,0 0-21-16,0 0-10 16,18 4-2-16,9-2 15 15,13 0 8-15,18 1-3 16,12 2-9-16,13-1-4 0,11 0-4 15,8-1-3-15,5 3-2 16,-5-2-1-16,-5-1 0 16,-7 1-3-16,-10 0 1 15,-15-1-6-15,-12 3-1 0,-8-2 0 16,-9 0 0-16,-3-4 1 16,-4 3-2-16,-6-3 0 15,-1 0-1-15,-6 0-43 16,-6-10-54-16,-9-10-59 15</inkml:trace>
  <inkml:trace contextRef="#ctx0" brushRef="#br0" timeOffset="62474.26">33032 4662 191 0,'0'0'2'0,"0"0"0"16,0 0-5-16,0 0 3 15,0 0 0-15,0 0 3 16,0 0-2-16,0 0 2 0,0 0 10 16,-15-20 10-16,14 15-8 15,0 2 3-15,1-2-6 16,0 1-1-16,5 0 6 16,7 3-5-16,4 1-5 15,5 0 1-15,-2 9-3 0,0 9-3 16,-6 7 1-16,-7 9-3 15,-6 7 1-15,-12 5-1 16,-13 4 1-16,-6 2-2 16,-5 0 0-16,1-6-4 15,5-8 3-15,3-9 1 0,8-8 2 16,6-11-2-16,7-4 3 16,5-6 5-16,1 0 4 15,4-2 32-15,19-3-34 16,9-1-7-16,13 1-2 15,11 0 1-15,3 2-14 0,-1-1-82 16,-10-6-118-16</inkml:trace>
  <inkml:trace contextRef="#ctx0" brushRef="#br0" timeOffset="65104.52">32765 5561 389 0,'0'-11'17'0,"-3"11"22"0,1 4-21 0,2 20-17 16,0 15-1-16,3 10 2 16,-1 11 0-16,0 8 0 15,-2 3-1-15,0-4 0 16,-2-2-1-16,-4-9 0 16,2-10 0-16,-2-10 0 0,2-10 0 15,2-8-2-15,2-4-18 16,0-8-24-16,0-6-57 15,0-6-6-15,4-15-89 16</inkml:trace>
  <inkml:trace contextRef="#ctx0" brushRef="#br0" timeOffset="65471.66">32935 5806 387 0,'0'0'5'15,"0"0"13"-15,0 0-3 16,0 0 7-16,-24 55 3 16,18-20-5-16,0 8 5 15,4 3-5-15,1 2-11 16,1 0-4-16,0-1-2 0,0-7-1 16,2-3-2-16,6-6 3 15,5-7-3-15,1-7 2 16,4-8-2-16,4-7 1 15,0-2 1-15,1-10 0 16,-2-8 1-16,-2-2-1 0,-5-3 1 16,-6 1-2-16,-8 2 0 15,0 3 2-15,-11 3 10 16,-11 4 0-16,-1 1-8 16,-4 6-3-16,4 2-2 15,-2 1 1-15,2 0-1 16,0 4-3-16,2 6-10 0,2 4-49 15,-3-2-13-15,4-1-50 16,2-2-75-16</inkml:trace>
  <inkml:trace contextRef="#ctx0" brushRef="#br0" timeOffset="65944.46">33011 5452 324 0,'-25'-36'91'0,"-10"5"-82"0,-6 9 23 16,-3 9-11-16,-3 13-10 16,-5 5 0-16,-4 24-2 0,-1 19-1 15,3 20-1-15,5 20 3 16,9 20 9-16,13 11-3 15,13 5-9-15,14 0-2 16,13-6-3-16,17-11-1 16,15-12 1-16,12-12-2 15,8-14 2-15,10-15 0 0,2-15-1 16,8-19 1-16,3-19 1 16,-1-11-1-16,-4-27 4 15,-5-17 20-15,-11-11-14 16,-15-16-4-16,-17-10-5 15,-20-14-1-15,-15-16 2 0,-22-9 1 16,-30-1-3-16,-18 10-3 16,-17 13 1-16,-15 26 1 15,-6 30-1-15,-1 26-4 16,8 19 3-16,14 7-25 16,14 13-34-16,22-7-56 0,18-6-240 15</inkml:trace>
  <inkml:trace contextRef="#ctx0" brushRef="#br0" timeOffset="67026.08">13756 17037 431 0,'0'0'1'0,"0"0"5"15,0 0 11-15,0 0-15 16,0 0-2-16,0 42 3 16,15-13-1-16,6 3 0 0,-2 7 1 15,4 2 0-15,-2 2-1 16,1-5 0-16,-6-2 1 16,0-8 0-16,-4-8 0 15,-1-13 9-15,1-7 25 16,1-20 14-16,9-17 2 0,14-24-15 15,20-26-11-15,22-25 4 16,30-23-20-16,26-15-7 16,26-15-3-16,13 3 0 15,-1 6-3-15,-18 8-89 0,-28 8-230 16</inkml:trace>
  <inkml:trace contextRef="#ctx0" brushRef="#br0" timeOffset="72767.46">29679 2546 189 0,'0'0'27'0,"0"0"-9"0,0 0-2 15,-48-8-2-15,33 8-7 16,-3 8-3-16,0 6 1 0,2 3 3 15,-1 4 1-15,4 1-4 16,2 6 1-16,3-5-3 16,4 4 2-16,4 0-2 15,0-3 0-15,13-2-1 16,9-4 1-16,3-4 4 0,7-4 7 16,5-9 18-16,2-1-3 15,-4-5 4-15,-4-10-3 16,-5-4-12-16,-8-1 9 15,-8-7-9-15,-10 1-2 16,0-1-5-16,-20-4-8 16,-7 4-3-16,-10 4 0 0,-2 5-2 15,-3 8 0-15,6 3-21 16,11 1-121-16</inkml:trace>
  <inkml:trace contextRef="#ctx0" brushRef="#br0" timeOffset="74956.34">29705 2864 87 0,'1'-8'3'0,"-1"-2"23"0,0 4 2 15,0 1-2-15,0 0 2 0,0 2-9 16,-3 2 5-16,-4 1-10 15,-2 0-2-15,-1 0-7 16,-4 7 0-16,-1 4 0 16,0 5-2-16,1 5 0 15,0 5-2-15,3 2-1 0,2 4 1 16,0 2-1-16,4 0 2 16,3-3-1-16,2-1 0 15,0-5 0-15,6-5-1 16,4-3 2-16,3-8 0 15,5-5 46-15,-2-4-4 0,4 0-3 16,-1-12-21-16,0-4-4 16,-1-3 1-16,-5-5-5 15,-3 0-2-15,-7-6-4 16,-3 0-2-16,0-1-2 16,-12 3-3-16,-4 1 0 0,-4 5 0 15,-1 8-2-15,1 7-3 16,-2 5-48-16,1 2-62 15,2 0-2-15</inkml:trace>
  <inkml:trace contextRef="#ctx0" brushRef="#br0" timeOffset="75247.92">29135 2857 301 0,'0'0'7'0,"0"0"5"0,0 0-7 0,0 0-3 15,0 0 2-15,0 0 0 16,57-4 5-16,-15 1-3 15,9-1-4-15,-3 1-1 16,-2-3-1-16,-9-1-88 16</inkml:trace>
  <inkml:trace contextRef="#ctx0" brushRef="#br0" timeOffset="75763.34">29530 3443 270 0,'0'0'4'15,"0"0"15"-15,-39-4-3 16,23 6-6-16,3 7-2 0,1 3 1 15,4 4-3-15,3 2-1 16,2 2-3-16,3 0 0 16,3-2-1-16,10 1 0 15,4-8 2-15,5-4 1 16,2-7 1-16,2-1 0 0,0-12 2 16,-1-5-2-16,-3-6 0 15,-4-2 1-15,-5-2-1 16,-6-2-1-16,-7 1-2 15,0 3 0-15,-10 4-2 16,-7 5-3-16,-7 6-4 0,-2 11 3 16,-5 0-79-16,2 0-99 15</inkml:trace>
  <inkml:trace contextRef="#ctx0" brushRef="#br0" timeOffset="76637.5">28930 4006 171 0,'0'0'9'0,"0"0"19"0,0 0-8 15,0 0-9-15,0 0-6 16,0 0 0-16,0 0-3 0,0 0 1 16,40-13 12-16,-17 13 13 15,9 2-15-15,5-1-2 16,0-1-2-16,0 0-7 15,-3 0 0-15,-2 0-1 0,-9 0-1 16,-2 0-1-16,-7 0-7 16,-3 0-68-16,-10-7-104 15</inkml:trace>
  <inkml:trace contextRef="#ctx0" brushRef="#br0" timeOffset="76854.72">29130 3841 244 0,'0'0'9'0,"0"0"-5"15,0 0 6-15,0 0 0 0,0 0-10 16,0 0 0-16,0 0 0 16,-5 47 2-16,7-17 2 15,-2 5-3-15,0 7 1 16,0 2 0-16,-7 1-2 0,-1 0 1 15,2-6-1-15,-1-8-74 16</inkml:trace>
  <inkml:trace contextRef="#ctx0" brushRef="#br0" timeOffset="77333.55">29712 3851 278 0,'0'0'4'16,"0"0"9"-16,0 0 23 16,-12-38-18-16,-6 36-11 15,-6 1 4-15,-5 1 2 16,-3 0 0-16,0 6-2 0,3 1-5 15,4 1-4-15,8 2-3 16,4-2 0-16,9 1 1 16,4 1-1-16,0 3 1 15,10-1 1-15,7 2-1 16,4 3 1-16,1 1-1 16,0 4 0-16,-1 1 0 0,-4 2 0 15,-3 0 0-15,-6-1-1 16,-3-1 0-16,-4-3 1 15,-1-1 0-15,0-2 0 16,-6-5-1-16,-5-2 2 16,-3-4 0-16,-1-3 0 0,-5-3 1 15,0 0 1-15,4-13 5 16,3-5 40-16,2-8-10 16,8-4-24-16,3-5-7 15,7-2-4-15,15 0-2 16,8 0-1-16,7 3-1 0,4 3-38 15,-3 1-131-15</inkml:trace>
  <inkml:trace contextRef="#ctx0" brushRef="#br0" timeOffset="79957.46">29044 4223 74 0,'-2'6'67'0,"2"-3"-68"16,0 0-2-16,0 1 3 15,3-1-2-15,8 0 6 16,9-3 12-16,10 0 6 0,8 0 9 16,14-6 1-16,12-4-13 15,8-3-6-15,8-1-1 16,2-4 1-16,-1 1-5 16,-6 2-3-16,-9 0-2 15,-8 5-3-15,-11 1 2 0,-8 5-1 16,-8 0-4-16,-9-2-54 15,-8-3-148-15</inkml:trace>
  <inkml:trace contextRef="#ctx0" brushRef="#br0" timeOffset="80262.2">29025 4303 238 0,'0'0'18'16,"0"0"14"-16,0 0-36 16,-7 41 1-16,6-14 5 0,-1 7 0 15,1 3-1-15,-1 2 1 16,0-1-1-16,-2 0 0 15,0-8-1-15,1-3 1 16,1-9 0-16,-1-5-2 16,3-10-34-16,0-3-155 0</inkml:trace>
  <inkml:trace contextRef="#ctx0" brushRef="#br0" timeOffset="80571.34">29135 4429 252 0,'0'0'3'0,"0"0"10"15,34-48 30-15,-18 38-7 16,-1 6-7-16,3 4-13 16,-5 0-11-16,1 14-3 0,-8 9-2 15,-4 4 1-15,-2 5-2 16,-5 0 1-16,-11 2 0 15,0-3 0-15,-4-1-1 16,0-6-1-16,6-6-3 16,2-2-15-16,2-7-30 0,6-4 32 15,4-5 14-15,0 0 6 16,12 0-1-16,6-8-2 16,6-2-1-16,7-3 1 15,3 0-38-15,2-1-31 16,0-3-104-16</inkml:trace>
  <inkml:trace contextRef="#ctx0" brushRef="#br0" timeOffset="81070.43">29533 4400 171 0,'0'0'5'15,"0"0"30"-15,0 0 7 16,-8-43-7-16,3 34-7 16,-3 2 0-16,-2 0 0 0,1 4-9 15,-2 3-13-15,-2 0-4 16,2 0-2-16,-1 9 1 16,3 1-2-16,1 4 1 15,3 0-1-15,4-1 1 0,1 3 1 16,0-1-1-16,10-1 0 15,1 2 0-15,3 0 1 16,1-2-1-16,3 0 0 16,-2-1 0-16,0 0 0 15,-1-1 0-15,-1 0 0 0,-3-2 1 16,-1 1-1-16,-7-4-1 16,-3 1 2-16,0 0-2 15,-1-1 2-15,-11-1 0 16,-4-1 0-16,-3 1 2 15,-2-2-1-15,-4-2 1 0,3-1 0 16,2-1 1-16,4 0 4 16,6-11 37-16,8-5-21 15,2-4-13-15,12-5-8 16,11-6-2-16,9-2-2 16,3-3-7-16,3-3-85 15,0-3-136-15</inkml:trace>
  <inkml:trace contextRef="#ctx0" brushRef="#br0" timeOffset="82177.27">29290 2603 173 0,'-2'-1'2'0,"-4"1"14"0,-1 1-9 0,-1 13-6 16,1 10 0-16,1 6 0 15,0 11-1-15,3 10-3 16,-2 6 1-16,5 7 23 16,0 1-16-16,0-2-3 0,12-12 0 15,1-18-7-15</inkml:trace>
  <inkml:trace contextRef="#ctx0" brushRef="#br0" timeOffset="82718.22">29085 3709 200 0,'0'0'4'0,"0"0"31"0,0 0-17 0,0 0-13 15,0 0-8-15,0 0 1 16,43-22-2-16,-36 29-61 15</inkml:trace>
  <inkml:trace contextRef="#ctx0" brushRef="#br0" timeOffset="83173.55">30024 2316 217 0,'0'0'-65'16,"0"0"15"-16,0 0 20 15,0 0 24-15,0 0 6 16,45-36 0-16,-26 36 1 16,5 6-1-16,-5 6 2 0,-2 5-1 15,-5 1 0-15,-5 6 7 16,-7 0 14-16,0 2-4 15,-13 1-2-15,0-1 1 16,-2-2 2-16,2-5-7 16,3-3-5-16,5-5-5 15,5-3 1-15,2-3-2 0,18-2 3 16,12-1 2-16,10-1 2 16,9 0-6-16,8-1 0 15,0 0-7-15</inkml:trace>
  <inkml:trace contextRef="#ctx0" brushRef="#br0" timeOffset="83828.81">29872 3607 261 0,'0'0'23'0,"0"0"44"16,0 0-21-16,45-41-22 16,-31 36-2-16,1 0-1 15,0 5-8-15,-2 0-9 0,-3 4-4 16,-4 7 0-16,-2 5 0 15,-4 4-3-15,-3 4 2 16,-10 2 1-16,-2 2 0 16,-1-4 0-16,2-1 0 15,1-6 3-15,4-6-5 16,7-5 4-16,2-6-2 0,16 0 4 16,13 0-2-16,14-10 0 15,16 2 0-15,12-5-3 16,13-3 1-16,4-8-48 15,0-9-331-15</inkml:trace>
  <inkml:trace contextRef="#ctx0" brushRef="#br0" timeOffset="84925.41">29915 4145 214 0,'0'0'13'0,"0"0"-6"0,5-42 14 16,-5 34 8-16,0 6-7 0,0 2 8 15,0 9-21-15,-7 12-4 16,-2 8 8-16,-3 10 1 16,-3 6 1-16,-2 10-7 15,-1 4-4-15,-1 2 0 16,4 1-3-16,-3-1 1 0,5-9-2 16,4-7-7-16,0-14-98 15,4-11-37-15</inkml:trace>
  <inkml:trace contextRef="#ctx0" brushRef="#br0" timeOffset="85298.55">29974 4490 269 0,'0'0'7'15,"24"-38"55"-15,-8 22-18 16,0 7-22-16,0 3-8 16,1 6-8-16,-2 0-4 15,-5 15-2-15,-6 8 0 16,-4 4 0-16,-6 5-1 0,-11 2 2 16,-7-2-1-16,-1 1-1 15,0-5 0-15,4-5-6 16,5-6-21-16,5-4-6 15,4-6 25-15,6-7 10 0,1 0 4 16,9 0 0-16,8-7 1 16,8-2-6-16,6-1 1 15,6 2 0-15,3-1-1 16,1 1-2-16,-7-1-110 16</inkml:trace>
  <inkml:trace contextRef="#ctx0" brushRef="#br0" timeOffset="85892.24">28308 4360 389 0,'0'0'4'0,"0"0"1"0,0 0-3 0,0 0-2 16,50-12 1-16,-33 14 1 15,3 3 1-15,-1 1-2 16,0 4-1-16,-4-1 0 0,-7 2-1 16,-4-3-114-16,-4 1-72 15</inkml:trace>
  <inkml:trace contextRef="#ctx0" brushRef="#br0" timeOffset="86021.29">28252 4536 259 0,'0'0'39'15,"0"0"-1"-15,43 3-18 16,-9-5 17-16,9-3-16 16,6-3-10-16,-3 1-7 15,-3 0-2-15,-7 0-2 16,-10-1-2-16,-12-5-148 0</inkml:trace>
  <inkml:trace contextRef="#ctx0" brushRef="#br0" timeOffset="86469.26">27249 3959 451 0,'0'0'6'16,"0"0"10"-16,-46 30-17 16,36 11 2-16,-1 9 2 15,0 7-1-15,4 4 3 0,3 3-2 16,4-3-1-16,0-4 0 16,6-8-1-16,8-10-2 15,1-10 2-15,7-14 1 16,4-10 0-16,1-5 2 15,1-17 0-15,-1-4 0 0,-4-9-3 16,-7 2-2-16,-8 0-3 16,-8 3 1-16,-4 5 2 15,-14 8 0-15,-7 7-1 16,-5 5 1-16,-3 0-3 16,0 17 2-16,2 6 0 0,4 4 0 15,7 3-19-15,8-3-86 16,4-9-8-16,8-9-99 15</inkml:trace>
  <inkml:trace contextRef="#ctx0" brushRef="#br0" timeOffset="86733.67">27570 4104 453 0,'0'0'7'0,"0"0"-2"15,0 0-8-15,-12 41 4 16,7-11 2-16,-2 3 1 16,2 2 0-16,3-2-2 15,2-2 2-15,0-2-3 16,0-4 1-16,4-5 0 0,7-3-1 16,2-6 1-16,5-6 1 15,6-5 1-15,8 0-2 16,7-10 0-16,7-6-1 15,4-1 0-15,2 2-2 16,-9 2 0-16,-8 0-50 16,-15 0-133-16</inkml:trace>
  <inkml:trace contextRef="#ctx0" brushRef="#br0" timeOffset="86950.02">27667 4256 436 0,'0'0'7'0,"0"0"33"16,0 0 26-16,0 0-21 16,0 0-37-16,0 0-6 15,0 0 2-15,5 58 3 0,3-8-4 16,-1 11-1-16,-3 11-1 16,-3 7 0-16,-1 4 0 15,0-7-35-15,-1-17-161 16</inkml:trace>
  <inkml:trace contextRef="#ctx0" brushRef="#br0" timeOffset="88192.2">17578 16136 225 0,'0'0'14'0,"0"0"-6"16,0 0 12-16,0 0 12 0,0 0-27 16,0 0 1-16,0 0 22 15,0 0-3-15,30 54-9 16,-17-28 1-16,4 1-6 15,1-2-5-15,0-2 0 0,-2-3 0 16,2-5-2-16,2-7-2 16,-1-8 2-16,11-9 17 15,15-23 15-15,15-21-6 16,20-18-4-16,20-17-8 16,17-10-6-16,14-3-7 0,6 8-4 15,-3 4 0-15,-17 2-39 16,-15 6-318-16</inkml:trace>
  <inkml:trace contextRef="#ctx0" brushRef="#br0" timeOffset="100633.26">21603 16374 252 0,'-9'-7'38'0,"0"0"2"16,3 2 1-16,-3 1-9 15,6 1-3-15,1 2-8 16,2-1-7-16,0 2-4 16,6 0-7-16,11 0-2 0,6 0-1 15,7 0 1-15,8 2 0 16,2-2-1-16,5 0 0 15,-4 2 0-15,0-2 0 16,-4 0-1-16,-5 1-17 16,-7-1-35-16,-2 0-48 0,-4-5-5 15</inkml:trace>
  <inkml:trace contextRef="#ctx0" brushRef="#br0" timeOffset="100985.21">22232 16101 423 0,'0'0'4'15,"0"0"22"-15,0 0 3 16,0 0-26-16,0 0-3 0,0 0 1 16,10 41 0-16,-10-14-1 15,0 3 1-15,0 0-1 16,0 2 1-16,0-6-1 15,0 0 0-15,-5-6 0 16,3-4 0-16,1-8 0 0,0-2 1 16,1-4-1-16,0-2 0 15,0 0 1-15,10 0 0 16,4 0 0-16,5-4 1 16,6-2-2-16,5-1 0 15,2-1 0-15,0 1 1 0,-3 1-1 16,-3 1-1-16,-3 1 1 15,-10 4-13-15,-6-1-31 16,-4-1-47-16,-3-2-13 16,0-1-106-16</inkml:trace>
  <inkml:trace contextRef="#ctx0" brushRef="#br0" timeOffset="101163.53">22390 16236 336 0,'0'0'58'0,"0"0"16"15,0 0-30-15,0 0-24 0,0 0-16 16,0 0 4-16,0 0-2 16,19 55-3-16,-13-26-2 15,0 3-1-15,-5 4 0 16,0 2-1-16,-1-1-30 16,-6-3-84-16,-3-4-172 0</inkml:trace>
  <inkml:trace contextRef="#ctx0" brushRef="#br0" timeOffset="101583.7">22299 16763 357 0,'0'0'9'0,"0"0"24"15,-37 1-20-15,22 14 0 16,1 4 4-16,-1 6-4 16,3 0 1-16,6 4-5 0,1-1-4 15,5-3-4-15,1-1 0 16,14-6-1-16,5-4 1 15,7-10-1-15,4-4 1 16,5 0 1-16,-2-11-1 16,-1-5-1-16,-6-1 2 0,-6 0-1 15,-9-3 1-15,-8 4 11 16,-4-2 7-16,-8 4-10 16,-12 0-5-16,-7 2-3 15,-5 5-2-15,-1 4 0 16,-5 3-3-16,-2 0-35 0,1 5-102 15,1 0-98-15</inkml:trace>
  <inkml:trace contextRef="#ctx0" brushRef="#br0" timeOffset="101875.95">21646 17493 464 0,'0'0'16'0,"0"0"-15"0,0 0 1 0,44 18 0 16,-14-15 5-16,7-1 10 15,3-2-7-15,-2 0-7 16,-2 0-2-16,-6 0-1 16,-4-2-30-16,-7-3-76 15,-7-5-36-15</inkml:trace>
  <inkml:trace contextRef="#ctx0" brushRef="#br0" timeOffset="102081.51">21831 17329 390 0,'0'0'43'15,"0"0"7"-15,0 0-48 16,0 0-1-16,-4 40 2 16,6-10 4-16,1 4 1 0,-1 5-5 15,0 0-2-15,-2 0-1 16,0-4-38-16,0-8-106 15,0-4-19-15</inkml:trace>
  <inkml:trace contextRef="#ctx0" brushRef="#br0" timeOffset="102615.12">22267 17315 103 0,'0'0'198'0,"0"0"-131"0,0 0-38 16,0 0-27-16,4 54 6 0,-3-21 11 15,-1 0-1-15,0 1-8 16,1 0-4-16,-1-4-4 16,0-1-2-16,0-5 0 15,0-5 1-15,0-5 0 16,0-4-1-16,3-6 0 16,7-4 0-16,5 0 4 0,7-6 0 15,2-4-3-15,6 1-1 16,3-4-1-16,3 3 0 15,-4-1-5-15,-1 4-16 16,-5-2-38-16,-6-1-34 0,-6 3-25 16,-9-4-40-16</inkml:trace>
  <inkml:trace contextRef="#ctx0" brushRef="#br0" timeOffset="102815.39">22456 17449 341 0,'0'0'119'0,"0"0"-78"16,0 0-42-16,-1 48 0 15,7-22 2-15,-1 4 0 0,2 3 2 16,-5 1-1-16,1 1-4 16,-1 0 2-16,-1-8-3 15,0-7-74-15,-1-8-104 16,0-8 4-16</inkml:trace>
  <inkml:trace contextRef="#ctx0" brushRef="#br0" timeOffset="103703.55">23276 16287 102 0,'0'0'11'0,"0"0"107"0,0 0-73 0,0 0-3 16,0 0 10-16,0 0-5 15,0 0-15-15,0 0-18 0,0 0-7 16,66-18-2-16,-26 12 1 16,5-1-4-16,2 3-1 15,2-1 0-15,-7 4-1 16,-2 0-15-16,-7-1-91 15,-7-4-54-15</inkml:trace>
  <inkml:trace contextRef="#ctx0" brushRef="#br0" timeOffset="104187.71">24113 16075 309 0,'0'0'39'16,"0"0"19"-16,3-45-14 15,-12 34-25-15,-7 2-6 0,-6 3-5 16,-3 2 0-16,-7 4-3 16,2 0-1-16,-1 2-2 15,4 7-2-15,2 3 0 16,10 2 0-16,3 3 0 15,7 1-1-15,5 1 0 0,5 0 1 16,15 1 0-16,3 2 0 16,8 1 0-16,1 1 0 15,0 0-1-15,-3 2-9 16,-4-1-9-16,-3-1 8 16,-11 0 3-16,-4-5 6 0,-5 2 1 15,-2-5 1-15,-3 0 0 16,-11-2 0-16,-4 0 0 15,-4-4 1-15,-4-2-1 16,-1-3 0-16,-1-4 1 16,3-1 2-16,4-1 3 0,4-11 20 15,7-3-4-15,10-4-2 16,4-5-2-16,19-8-11 16,11-5-5-16,11-2-2 15,3-3-40-15,0-4-71 16,-5 3-115-16</inkml:trace>
  <inkml:trace contextRef="#ctx0" brushRef="#br0" timeOffset="104629.2">23872 16861 393 0,'0'0'20'0,"0"0"23"0,0 0-8 0,0 0-22 0,0 0-9 15,-42 11 3-15,24 19 15 16,2 8-5-16,2-1-5 16,4 0-8-16,7 0-2 15,3-7-2-15,2-6-1 0,15-7 2 16,9-14-1-16,6-3 1 16,6-17 0-16,1-11 1 15,-1-8 0-15,-6-2 0 16,-8-2 1-16,-11 0 4 15,-12 5 1-15,-2 6-4 16,-24 9-1-16,-10 9-4 0,-7 11-2 16,-6 0-27-16,-2 17-41 15,0 0-134-15</inkml:trace>
  <inkml:trace contextRef="#ctx0" brushRef="#br0" timeOffset="105020.04">23403 17615 330 0,'0'0'36'0,"0"0"45"0,0 0-36 0,0 0-22 16,0 0-13-16,40-4 1 15,-13 2 4-15,5 1-1 16,2-2-9-16,-2 3-3 16,1 0-2-16,-6 0 1 0,-2 0-13 15,-4-1-37-15,-6-2-62 16,-4-5-51-16</inkml:trace>
  <inkml:trace contextRef="#ctx0" brushRef="#br0" timeOffset="105251.13">23558 17458 393 0,'0'0'61'16,"0"0"-6"-16,0 0-48 0,0 0 0 15,-6 42 13-15,6-12 0 16,5 5-8-16,1 2-8 15,-1 2-3-15,1 3 0 16,-3-3-6-16,-3-7-99 16,0-10-160-16</inkml:trace>
  <inkml:trace contextRef="#ctx0" brushRef="#br0" timeOffset="105797.09">24086 17511 463 0,'0'0'0'16,"-6"-42"49"-16,-3 22-16 0,-5 3 2 16,-3 3-17-16,-3 4-7 15,-4 5 1-15,0 3-5 16,-2 2-5-16,2 2-1 16,3 10-1-16,6 2 1 15,3 0-2-15,6 2 0 0,6 2 0 16,0-1 0-16,10 2 0 15,9-1 1-15,7 2-2 16,4 1-2-16,5 1-23 16,-5 1-4-16,0 2-1 15,-5 3-4-15,-6 1-1 0,-6-1-8 16,-5-1-22-16,-8-1 68 16,0-1 1-16,-10-3 1 15,-6-4 16-15,-5-2 39 16,-1-5-10-16,-2-7-1 15,0-4 2-15,5-4-2 0,-2-13-14 16,11-8-11-16,1-7-9 16,9-8-6-16,4-6-5 15,19-8-3-15,8-6-2 16,5-11-72-16,2-7-123 16</inkml:trace>
  <inkml:trace contextRef="#ctx0" brushRef="#br0" timeOffset="110292.21">25120 16014 242 0,'-1'0'28'0,"1"-3"-6"16,0-8 10-16,7-1-7 15,8-3-8-15,6 2-2 16,3-1 11-16,3 4-6 15,-4 3-13-15,0 4-3 0,-2 3-1 16,-6 0-2-16,-4 10-1 16,-6 9 1-16,-5 2-1 15,0 3 0-15,-8 2 1 16,-8 0-1-16,0 0 1 16,-4-2-1-16,0-4 0 0,2-4 0 15,2-5 0-15,3-5 0 16,4-3 1-16,8-3-1 15,1 0 1-15,12 0 1 16,6-6-1-16,6 5-1 16,3 1 0-16,0 1 1 15,-2 2-2-15,-3 10 2 0,-2 5-1 16,-6 2 0-16,-9 4 0 16,-5 2 0-16,0-1 0 15,-16 0 1-15,-4-4 35 16,-5-1-3-16,-2-5-19 0,-6-5-1 15,2-1 1-15,1-3-6 16,1-3-5-16,4-2-1 16,3-1-1-16,9-1-2 15,8 1 2-15,5-9-2 16,6-3-2-16,15-10-93 0,5-11-157 16</inkml:trace>
  <inkml:trace contextRef="#ctx0" brushRef="#br0" timeOffset="116454.26">25539 16117 155 0,'0'-4'11'0,"0"-1"34"0,0 2-4 15,0 0-5-15,0 2-6 16,0 0-1-16,0 0 0 15,0 1-16-15,0 0-6 16,0 0 0-16,0 0 13 16,0 0 9-16,0 0-10 15,-1 0-1-15,1-2 6 0,-1 0 2 16,1-2-15-16,0 0-7 16,0-2 0-16,0-1-1 15,4-2-2-15,4 0 0 16,3-1 0-16,2 1 0 0,3-1-1 15,0 5 0-15,1 2 0 16,1 3 0-16,-2 0 0 16,1 3 0-16,-3 8 0 15,-3 4 0-15,0 4-1 16,-7 3 1-16,-3 4-1 0,-1 3 1 16,-4 3-1-16,-9 1 1 15,-2-2 0-15,-7-1-1 16,3-2 1-16,-2-4 0 15,1-8 0-15,6-3 0 16,0-3 0-16,7-6 0 16,7-1 0-16,0-3 1 0,15 0-1 15,8 0 3-15,8 0 10 16,9 1-4-16,3-1-6 16,3 0-2-16,-3 0 2 15,-4 0-3-15,-9 0-6 0,-6 0-152 16</inkml:trace>
  <inkml:trace contextRef="#ctx0" brushRef="#br0" timeOffset="117034.52">25311 16901 331 0,'0'0'3'0,"0"0"19"0,0 0 14 15,-48-13 5-15,35 24-17 16,-2 7-5-16,2 5-2 0,4 2-9 16,0 3 0-16,7 3-6 15,2 3 0-15,0-5 0 16,13 0 0-16,2-7-2 16,8-5 0-16,1-9 1 0,4-8 1 15,3 0-1-15,0-11 1 16,-3-8 0-16,-5-5 1 15,-6-4-1-15,-7-2 19 16,-10-2-1-16,0 0-8 16,-13 3-7-16,-10 1-4 0,-3 7 0 15,-5 5-2-15,1 8 0 16,-1 2-4-16,3 2-88 16,5-2-219-16</inkml:trace>
  <inkml:trace contextRef="#ctx0" brushRef="#br0" timeOffset="117616.48">25012 17446 585 0,'0'0'0'0,"8"-40"19"0,2 28-10 0,3 9-9 0,5 3 0 15,-2 8 0-15,0 12 0 0,-3 3 0 16,-2 5-1-16,-6 1 0 16,-5 2-2-16,0 0-5 15,-3-5-4-15,-10-2 0 16,2-6 9-16,-3-3 2 0,5-4 0 16,2-5 2-16,3-2-1 15,4-3 1-15,0-1 0 16,9 3-1-16,9-2 0 15,3 6 1-15,5 1-1 16,-1 4 0-16,-1 6 0 0,-7 3 0 16,-7 4 0-16,-8 1 0 15,-2 0 0-15,-9-3 0 16,-8-1 0-16,-4-7 1 16,0-2 1-16,-3-6 2 15,4-2 2-15,0-4-4 0,5-1 0 16,1-4-2-16,6-9 0 15,6-5-1-15,2-8-52 16,7-1-78-16,10-6-70 16</inkml:trace>
  <inkml:trace contextRef="#ctx0" brushRef="#br0" timeOffset="117928.08">25312 17551 534 0,'0'0'33'16,"37"-38"-5"-16,-19 24-3 15,1 8-2-15,2 6-9 0,-6 0-8 16,-2 8-4-16,-3 10-1 16,-7 4-1-16,-3 4 0 15,0 4 0-15,-5 0 0 16,-6-1-1-16,-3-2-1 16,1-1 2-16,-1-2-1 0,4-3 1 15,5-5 1-15,1-5-2 16,4-1 1-16,6-4 0 15,11-2 1-15,9-4-1 16,9 0 0-16,6-3 1 16,5-8-1-16,-2 1 1 0,-2 0-2 15,-5 2 1-15,-8 3-62 16,-14 0-44-16,-11 4-138 16</inkml:trace>
  <inkml:trace contextRef="#ctx0" brushRef="#br0" timeOffset="118131.42">24802 18131 305 0,'0'0'359'0,"0"0"-353"0,98-23 6 15,-4-4-11-15,31-6 0 16,26-4-1-16,13-5 1 15,-1 0 2-15,-7 5 6 16,-14 9-5-16,-24 11-4 16,-32 10-3-16,-22 7-68 0,-29 0-94 15,-23 0-223-15</inkml:trace>
  <inkml:trace contextRef="#ctx0" brushRef="#br0" timeOffset="118535.32">24948 18148 700 0,'0'0'1'0,"-10"44"-2"16,8-7 1-16,2 6 0 15,0 4 0-15,0-1 0 16,0-2 1-16,0-2-1 15,0-5 0-15,0-4 0 16,0-7 1-16,0-8-1 0,0-6 0 16,5-10 0-16,7-2 0 15,3-3 1-15,4-11 0 16,2-3-2-16,-1-2 2 16,-5 1-1-16,-3 1 0 15,-6 3 1-15,-6 6-1 0,-6 2 0 16,-11 3 1-16,-7 3 0 15,-5 2 1-15,-5 12 15 16,-1 1-10-16,3 4-6 16,1 2-1-16,7-2 0 15,8-2 0-15,8-2-1 16,8-5-14-16,4-7-39 0,13-3-51 16,6-7-106-16</inkml:trace>
  <inkml:trace contextRef="#ctx0" brushRef="#br0" timeOffset="118784.21">25209 18319 652 0,'0'0'3'16,"0"0"39"-16,0 0-39 16,-12 44 5-16,6-12 22 0,2 3-3 15,4 2-7-15,0-1-9 16,2-4-6-16,10-2-3 15,0-7-2-15,4-5 1 16,1-8-1-16,3-7 1 16,3-3-1-16,3-8 1 15,4-8-2-15,1-3-5 0,-2-3-22 16,-2-2-36-16,-7 0-56 16,-3 2-123-16</inkml:trace>
  <inkml:trace contextRef="#ctx0" brushRef="#br0" timeOffset="118953.95">25435 18471 483 0,'0'0'87'0,"0"0"-16"16,-22 46-26-16,22-25-14 15,0 2-22-15,0 1-6 16,5-1-2-16,1-2 0 16,-3-1-1-16,-2 0-32 0,-1-5-38 15,0-3-64-15,-4-5-121 16</inkml:trace>
  <inkml:trace contextRef="#ctx0" brushRef="#br0" timeOffset="119248.71">25674 18259 552 0,'0'0'6'0,"0"0"24"16,0 0-11-16,0 0-4 16,6 72 31-16,-6-19-7 15,-6 10 1-15,-2 4-12 16,-1 3-17-16,2-4-7 0,2-2-2 16,1-6-2-16,3-11 0 15,1-7-3-15,0-9-36 16,0-9 39-16,2-11 0 15,7-11 0-15,4-4-66 16,5-19-57-16,3-8-130 0</inkml:trace>
  <inkml:trace contextRef="#ctx0" brushRef="#br0" timeOffset="119631.54">25933 18592 552 0,'0'0'89'0,"10"-54"-68"0,-4 26 13 16,4 5-17-16,2 5-12 15,2 5-4-15,-2 7 0 16,2 6-1-16,-3 3 0 15,-2 13 0-15,0 9 0 16,-4 4 0-16,-5 6 6 0,0 1-15 16,0-1 3-16,-10 2-3 15,1-4 2-15,-3-3 5 16,1-4 2-16,0-3 0 16,3-3 0-16,-1-3 0 15,5-4 0-15,3 1 3 0,1-1 0 16,0-2-1-16,9-1-2 15,10-1 0-15,9-3 0 16,5-2 0-16,11-4 1 16,5 0-1-16,4-16 0 15,-4-11-1-15,2-14-50 0</inkml:trace>
  <inkml:trace contextRef="#ctx0" brushRef="#br0" timeOffset="120404.14">26761 18781 438 0,'0'0'3'0,"0"0"0"0,0 0 9 16,44-21 14-16,-12 15-1 15,1 1-11-15,4 4-6 16,1 1-6-16,-8 0-2 0,-4 10 1 16,-8 4-2-16,-7-2-11 15,-10-2-128-15,-1-4-50 16</inkml:trace>
  <inkml:trace contextRef="#ctx0" brushRef="#br0" timeOffset="120535.2">26859 18994 397 0,'41'0'5'0,"9"-4"-1"15,3-5-2-15,1-9 2 0,1-9-2 16,-5-9-2-16,1-8-3 16,-6-8-184-16</inkml:trace>
  <inkml:trace contextRef="#ctx0" brushRef="#br0" timeOffset="120981.42">27616 18504 337 0,'0'0'195'0,"36"-48"-191"16,-12 29 24-16,-3 8 10 16,5 7-25-16,-1 4-8 0,-1 7-2 15,-4 11-1-15,-4 6 0 16,-7 3-2-16,-6 3 0 15,-3 1 0-15,-1 1 0 16,-10-4 0-16,-5 0 0 16,1-4 0-16,-3-5-2 0,4-3 1 15,0-5-2-15,6-2 0 16,8-5 1-16,0-1 0 16,16-2 2-16,8 3 0 15,10 2 0-15,2 3 1 16,1 3-1-16,-4 4 0 0,-7 5 0 15,-9 1 0-15,-10 2 0 16,-7 1 0-16,-12-1 0 16,-13 0 0-16,-7-4 0 15,-5-3 0-15,-3-2 1 16,0-7-1-16,2-2-1 16,1-3 2-16,8-3-1 0,7 0 0 15,8-9 0-15,12-8 0 16,4-11-1-16,21-11 0 15,11-10-66-15,11-9-16 16</inkml:trace>
  <inkml:trace contextRef="#ctx0" brushRef="#br0" timeOffset="121319.12">28344 18572 524 0,'0'0'-1'0,"54"-59"36"0,-23 33 14 0,2 2-17 0,2 8-13 16,0 6-8-16,-1 8-4 16,-3 2-5-16,-9 14-1 15,-6 10-1-15,-8 8 0 16,-8 4 1-16,-8 4-2 0,-12 3 1 16,-9 0 0-16,-4-1-1 15,-3-3 0-15,0-3 0 16,3-5-2-16,6-8 1 15,8-3 2-15,11-9 0 16,8-7 0-16,13-4 0 0,20 0 0 16,17-8-1-16,16-6 4 15,13-3-2-15,13 0 2 16,6 1-2-16,-6 3-1 16,-10 6 1-16,-15 3-1 15,-22-7-68-15,-21-8-255 0</inkml:trace>
  <inkml:trace contextRef="#ctx0" brushRef="#br0" timeOffset="123590.11">15709 18513 336 0,'0'0'-14'0,"0"0"18"0,0 0-3 15,-22 38 2-15,29-38 3 16,8 0 30-16,6-14-8 16,-1-7-11-16,8-8-9 0,-3-7-4 15,2-9-4-15,-2-3 1 16,-6-8 0-16,-2 1 0 16,-7-2 0-16,-2 5-1 15,-8 2 1-15,0 10 0 16,-10 9-1-16,-3 8-1 15,-3 10 1-15,1 9-2 0,-1 4 0 16,3 3 1-16,2 10 1 16,5 5-3-16,6 1 2 15,0 2 0-15,13 0 0 16,8 1-1-16,4-1 2 16,6 0 0-16,1-1 2 0,1 1-1 15,0 1 0-15,-5-1-1 16,-4-1 1-16,-5-1 2 15,-7 0-1-15,-5 0 0 16,-7-2 2-16,0 0 2 16,-11-1 1-16,-5-1-1 0,-6-1 0 15,-3-2-5-15,-1-1 0 16,-2-1 0-16,0-1-1 16,6-4-2-16,1 1 1 15,5-2-3-15,7 0-15 16,6-4-94-16,3 0-62 0</inkml:trace>
  <inkml:trace contextRef="#ctx0" brushRef="#br0" timeOffset="123818.3">16324 18206 549 0,'0'0'1'0,"0"0"2"0,0 0-5 0,0 50 2 15,4-21 1-15,-1 7 0 16,3 2 2-16,-3 6-3 16,0 0 2-16,-1 6-2 15,-1 0-2-15,-1-5 0 0,0-4-74 16,-2-11-96-16</inkml:trace>
  <inkml:trace contextRef="#ctx0" brushRef="#br0" timeOffset="124223.09">16530 18447 460 0,'0'0'21'0,"0"0"16"16,7-42-19-16,3 32-13 16,2 0-1-16,1 4-2 0,1 3-1 15,-1 3-1-15,-4 3-1 16,0 13 2-16,-5 5-2 15,-3 7 0-15,-1 5-1 16,-2 4-1-16,-6 0-3 16,-3 0-4-16,-2-1 1 15,2-4 7-15,4-5 1 0,1-6 1 16,4-4-1-16,2-1 0 16,5-6-1-16,11-2 0 15,4 0 4-15,3-3-2 16,6-2 1-16,0-3-1 15,1 0-1-15,-1-6-41 0,-2-8-32 16,-4-3-101-16</inkml:trace>
  <inkml:trace contextRef="#ctx0" brushRef="#br0" timeOffset="124472.64">17111 18118 530 0,'0'0'3'0,"0"0"9"16,0 0-12-16,0 0 1 15,53 1 0-15,-36 9 0 16,5-3-2-16,-3-1 1 0,0-1-9 15,0-4-55-15,-3-1-31 16,-5 0-69-16</inkml:trace>
  <inkml:trace contextRef="#ctx0" brushRef="#br0" timeOffset="124651.77">17151 18361 251 0,'0'0'5'0,"48"0"64"16,-10-12-15-16,4-5-25 0,5 0-19 16,-3-3-7-16,-2 2-1 15,-5 0-32-15,-6-1-172 16</inkml:trace>
  <inkml:trace contextRef="#ctx0" brushRef="#br0" timeOffset="125318.45">18016 17877 448 0,'0'0'16'0,"0"0"-14"0,0 0 1 16,0 0-4-16,4-39 0 15,11 39 2-15,0 0-2 16,2 0 1-16,-1 11 1 16,0 1-1-16,-3 6 0 15,-3-1 1-15,-1 5-1 0,-7 0 0 16,-2 2-1-16,0 2 1 16,-7-3 0-16,-5-1-2 15,1-3 3-15,-1-4-2 16,4-3 1-16,0-5 1 0,5-2-1 15,3-3-1-15,0 0 1 16,9-1-1-16,9 0 1 16,1 4 0-16,7 0 0 15,1 5 1-15,1 5 1 16,-3 3-4-16,-5 3 2 16,0 3 0-16,-7 2 1 0,-5 2 1 15,-6-1-1-15,-2 3 0 16,-5-1 2-16,-11-1-2 15,-6-3 7-15,-3-2 38 16,-3-4-24-16,-5-4-2 16,-4-6-11-16,1-5-4 0,-1-4-1 15,3 0-1-15,3-10-1 16,8-6 0-16,5-1-2 16,7-3-1-16,8-4-28 15,3-2-91-15,0-2-147 16</inkml:trace>
  <inkml:trace contextRef="#ctx0" brushRef="#br0" timeOffset="125860.12">18497 18176 420 0,'0'0'3'0,"0"0"43"0,-2-56-11 16,2 37 3-16,2-3-16 0,2 1-1 15,1-3-4-15,1-1-4 16,-2 0-8-16,3 1-2 16,-1 2 1-16,0 2-4 15,2 3 1-15,1 2 1 16,3 8-2-16,0 4 0 0,5 3 0 16,-2 3 0-16,3 11 0 15,-1 9-1-15,-2 7 1 16,-3 5-2-16,-5 8 2 15,-7 7 0-15,0 2-3 16,-10 4 0-16,-6-2 2 0,-6-3-2 16,-1-6 3-16,0-8 0 15,1-4 0-15,4-12 0 16,4-2 0-16,4-7 1 16,5-3 0-16,5-5-1 15,12 3 0-15,16-1 2 0,13-3 2 16,15 1-1-16,6-1-2 15,10 1 0-15,-3 2-1 16,-7 0 0-16,-9-2-13 16,-18-4-168-16</inkml:trace>
  <inkml:trace contextRef="#ctx0" brushRef="#br0" timeOffset="-84289.72">30117 12252 137 0,'0'0'52'0,"0"0"-5"0,0 0-27 15,0 0-5-15,28-37-6 16,-25 31-1-16,-2 1 3 15,2 1 3-15,-3-2 3 16,0 3-6-16,0 0 3 16,0 2-3-16,0-1-5 0,-5 0-4 15,-3 1-1-15,-8 1-1 16,-4 0 0-16,0 0 1 16,-9 0-2-16,-3 0 1 15,-3 3 1-15,-4-1-2 16,-1 1 1-16,2-3-1 0,3 0 1 15,2 0 0-15,5 0 0 16,6 0 0-16,4 0 0 16,5 0 0-16,4 0 0 15,0 0 0-15,4 0 0 16,-1 0 0-16,2 4-2 16,1 7 1-16,1 5 1 0,-2 4 1 15,2 8 2-15,0 8 3 16,-1 9-2-16,2 6 0 15,-5 9-1-15,2 5-1 16,-1 6-2-16,-3 3 2 16,-3 1-2-16,0 2 0 0,1-2 0 15,-7-1 0-15,1-1 1 16,0-7-1-16,0-2 1 16,-1-7 0-16,3-6 1 15,-2-7 4-15,3-5 1 0,1-8 3 16,1-5 2-16,3-4-2 15,2-6-4-15,2-2 0 16,4-5 2-16,-2 0-5 16,1-2 1-16,1-5-1 15,0 2-1-15,0-1 1 16,0 0-2-16,0 0 1 0,0 0 0 16,4-2-1-16,3 3 2 15,2-1 6-15,5 0 3 16,6 1-6-16,6-2-2 15,9 2-1-15,3-3 2 16,8 2 0-16,6-3 1 0,5 2 2 16,3-2-2-16,-1 0-1 15,-3 0 8-15,-6 0-8 16,-3 3-4-16,-11 1 0 16,-7 1-1-16,-5 1-1 15,-6-1 0-15,-4-2 1 0,-5-1-4 16,-4 1-19-16,-4-3-38 15,-1-4-106-15</inkml:trace>
  <inkml:trace contextRef="#ctx0" brushRef="#br0" timeOffset="-83255.35">30159 12373 297 0,'2'-11'11'0,"0"1"0"16,0 2 19-16,-2 8 1 15,2 0-29-15,-2 6-2 16,0 8 0-16,0 6 8 0,1 7 3 16,0 3-3-16,-1 4-5 15,2 2-3-15,-1-3 1 16,0 0-2-16,1-7-14 15,2-8-66-15,-1-9-7 16,3-9-127-16</inkml:trace>
  <inkml:trace contextRef="#ctx0" brushRef="#br0" timeOffset="-82865.31">30459 12364 297 0,'0'0'2'15,"0"0"4"-15,0 0-7 0,0 0 0 16,0 0 3-16,0 0 18 16,0 0 20-16,0 0-11 15,-14 53-13-15,9-31-3 16,0 4-6-16,2 0-2 15,3 0-3-15,0 0 0 0,0-1 0 16,3-4-1-16,8-5-1 16,4-4 0-16,3-2 0 15,2-7 1-15,4-3 0 16,-5 0 0-16,-2-6 0 16,-3-4 0-16,-7 0 0 0,-7-1 0 15,0 1 2-15,-17 0-2 16,-6 3 0-16,-6 0-1 15,-3 3 0-15,3 2 0 16,3 2-1-16,5 0-1 16,8 0-16-16,10-2-198 0</inkml:trace>
  <inkml:trace contextRef="#ctx0" brushRef="#br0" timeOffset="-81026.71">31748 12380 306 0,'0'-9'2'0,"0"-1"0"0,6 4-1 0,6-2-1 0,6 4 1 16,2 0-2-16,2 1 2 16,2 0 3-16,1 3-1 15,-2 0 0-15,-3 3-1 16,-3 7-1-16,-5 3-1 15,-4 2 0-15,-6 4 0 16,-2-1 0-16,-7 3 0 0,-6-2 0 16,-6 1 0-16,1-2 0 15,-4-2 0-15,2-2 0 16,6-4-1-16,1-1 2 16,4-4-2-16,7-2 1 0,2-1 0 15,3 1-1-15,14-1 1 16,4 2 0-16,5 1 1 15,1 2 0-15,0 1 0 16,-5-2 0-16,-6 4 2 16,-3 0-1-16,-9-1-1 0,-4 3 1 15,0-2 0-15,-16 2 2 16,-4-3 0-16,-5 2-2 16,-3-2-1-16,-3-1 0 15,1 0-2-15,3-5 1 16,3 1-2-16,7-2-53 0,5-2-37 15</inkml:trace>
  <inkml:trace contextRef="#ctx0" brushRef="#br0" timeOffset="-80693.42">32134 12519 457 0,'0'0'-3'0,"0"0"16"0,36-41-2 16,-26 37-1-16,0 2-9 16,-3 2 0-16,-1 3-1 0,-6 7-1 15,0 3 1-15,0 3 1 16,-8 3-1-16,-1 1 0 16,-1 3-1-16,0 1 1 15,1-1-2-15,3 2-4 16,3-1-17-16,3-2 0 0,0-2 1 15,0-5 1-15,13-3 16 16,5-3 7-16,7-3-1 16,5-3 2-16,7 0 6 15,3 0-3-15,0 1-4 0,-3-1-3 16,-10-3-32-16,-10 0-158 16</inkml:trace>
  <inkml:trace contextRef="#ctx0" brushRef="#br0" timeOffset="-80055.08">30034 13118 406 0,'0'0'-2'0,"0"0"31"0,14-54-4 16,4 43 0-16,4 8-22 0,2 1-2 15,-4 2-2-15,0 5 2 16,-5 7-2-16,-6 3 1 15,-4 5-3-15,-5-2-4 16,0 4-9-16,-6-1-5 16,-8-2-3-16,-1-1-6 0,-2-4 0 15,3 0 6-15,2-5 9 16,5-1 14-16,7-3 1 16,0-3-3-16,13 0 2 15,6 0 5-15,6 2 4 16,4 0 0-16,-3 3-5 15,-4 3-3-15,-6 1 1 0,-5-1-1 16,-4 0 0-16,-7 1 0 16,0-2 1-16,-9 1 1 15,-6-3 2-15,-4 2-1 16,-2-1-1-16,0-3-1 16,-1-1-1-16,4 0 0 0,1-4 0 15,8 0-33-15,8 0-53 16,1-13-98-16</inkml:trace>
  <inkml:trace contextRef="#ctx0" brushRef="#br0" timeOffset="-79725.44">30419 13196 450 0,'0'0'4'15,"0"0"14"-15,0 0-2 0,27-38-7 16,-21 37-7-16,-1 1-1 15,-1 0 0-15,-1 4 1 16,-2 7-2-16,0 4 0 16,-1 3 0-16,0 2 0 15,-1 3 0-15,-5-2 0 16,-1 1 0-16,0-3-3 0,-1 1 0 16,1-4-5-16,4-4 0 15,3-1 2-15,0-3 1 16,7-2 0-16,15-5 5 15,8-1 0-15,13 0 0 16,14-4-1-16,11-5-30 0,5-2-36 16,1-3-22-16,0-5-173 15</inkml:trace>
  <inkml:trace contextRef="#ctx0" brushRef="#br0" timeOffset="-79287.66">31818 13048 535 0,'0'0'3'0,"0"0"12"0,0 0-15 16,0 0 0-16,-38 36 1 16,32-2-1-16,5 3 1 15,1 6 2-15,0 5 0 16,9 2-3-16,3 0 0 16,4-5 0-16,1-6 1 0,3-10-2 15,4-9 1-15,0-10 0 16,-1-8-2-16,-1-2 1 15,-5-12-2-15,-7-5 0 16,-10-4 2-16,0-2 2 16,-16 0-2-16,-8 1 2 15,-9 3-1-15,1 2 0 0,1 7 0 16,0 4 0-16,7 4 0 16,3 2-1-16,9 0 0 15,4 8-5-15,7 2-83 16,1-1-72-16,8-4-121 15</inkml:trace>
  <inkml:trace contextRef="#ctx0" brushRef="#br0" timeOffset="-78917.52">32181 13258 553 0,'0'0'-6'0,"0"0"38"16,0 0-23-16,0 0-8 0,0 0-1 16,0 0-1-16,0 0 2 15,41 49-1-15,-29-29 0 16,-2-1 1-16,0-1-1 16,2-4 0-16,-2-1-1 15,-2-3 1-15,3-6-1 16,-1-4 0-16,1 0 0 0,0-5 1 15,-2-5 0-15,0-3 0 16,0 4 0-16,-5 0 3 16,-1 3 18-16,-1 3 24 15,2 3-23-15,2 0-15 16,0 6-4-16,3 9 3 0,3 5-4 16,0 10 0-16,0 4-3 15,0 6 1-15,-5 0-2 16,0-2-40-16,-5-10-109 15,1-13-137-15</inkml:trace>
  <inkml:trace contextRef="#ctx0" brushRef="#br0" timeOffset="-78321.38">32680 12357 462 0,'0'0'5'0,"19"-45"13"0,1 29-8 0,6 3-6 15,5 5-2-15,5 1 0 16,0 1-1-16,0 3 3 16,-1 0 0-16,1 3-1 0,-5 2-1 15,-4 5 1-15,2 7-1 16,-7 7-1-16,-3 8-1 15,-2 9 1-15,-3 12 3 16,-7 18 0-16,-2 19 0 16,-5 15-1-16,0 9-1 15,-6 9 2-15,-5 5-3 0,1 0 2 16,-2-5 0-16,1-5-2 16,0-7 1-16,1-9 1 15,-2-14-2-15,-2-12 1 16,3-15-1-16,-3-14 1 15,0-11 1-15,-1-5 4 0,-1-12 5 16,-10-5 13-16,-4-8-9 16,-14-3-4-16,-13 0-5 15,-14-7-5-15,-15-5-2 16,-9-3-1-16,-2-8-42 16,7-9-141-16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22T11:13:24.6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26211 12803 222 0,'0'0'-1'0,"0"0"15"0,0 0-5 0,8-44 16 0,-8 36 0 0,-1 3 1 16,-11 0-2-16,-3 3-5 15,-6 2 3-15,-2 3 0 16,-4 11-5-16,-6 9-4 0,0 6-1 16,-1 7-6-16,0 6 1 15,0 2-3-15,4 5 3 16,5-1 1-16,8-2 2 16,9-1 5-16,8-5-7 0,5-3-6 15,17-7 0-15,9-5-1 16,7-7 1-16,5-7-1 15,-1-5-1-15,0-6-29 16,-1 0-67-16,-8-16-58 16</inkml:trace>
  <inkml:trace contextRef="#ctx0" brushRef="#br0" timeOffset="315.93">26239 13172 365 0,'0'0'44'0,"0"0"-18"15,0 0-22-15,-40 50 5 0,38-30-1 16,2 0-2-16,0-3-1 16,0 0 0-16,8-5 0 15,3-1-2-15,5-4 1 16,1-4-2-16,6-3-1 16,0 0 2-16,3-6-2 0,-2-7 1 15,-1-5 0-15,-4-5-2 16,-4 0 1-16,-5-1 0 15,-7 3-1-15,-3-1 1 16,-3 4 1-16,-12 4 1 16,-7 4 3-16,-2 2-2 0,-1 3 0 15,-4 4-2-15,6 1-1 16,1 0-1-16,8 1 0 16,6 5-1-16,4 2 0 15,4-1-6-15,4-4-128 16,9-3-13-16</inkml:trace>
  <inkml:trace contextRef="#ctx0" brushRef="#br0" timeOffset="614.52">26498 13157 431 0,'0'0'10'15,"0"0"11"-15,0 0-17 16,0 0 13-16,27 38 0 15,-15-24-1-15,0 2-6 16,1 1-1-16,1 0-4 16,0 0-2-16,2-4-1 0,-2-2 1 15,1-5 0-15,-1-5 4 16,1-1 6-16,0-7 10 16,1-11-5-16,1-6-7 15,-1-6-6-15,-2-4-3 16,2 0-1-16,-4 1 0 0,2 3-1 15,-1 3-1-15,1 5-19 16,-1 4-55-16,0 0-40 16,1 6-69-16</inkml:trace>
  <inkml:trace contextRef="#ctx0" brushRef="#br0" timeOffset="932.41">27229 12771 429 0,'0'0'0'0,"0"0"6"16,0 0 10-16,-47-19-12 16,23 34-3-16,-1 7 5 15,-3 5 23-15,1 7-7 0,6 3-14 16,1 4 1-16,11 5-5 15,2 1-1-15,7 2-2 16,9 0 0-16,10-4 0 16,9-5-1-16,7-7 0 15,6-8 1-15,3-8-1 0,4-10-3 16,0-7-77-16,1-3-77 16</inkml:trace>
  <inkml:trace contextRef="#ctx0" brushRef="#br0" timeOffset="1246.64">27531 12827 421 0,'0'0'5'16,"0"0"-1"-16,0 0 8 15,0 0-10-15,0 0-1 0,25 37 0 16,-10-10 0-16,1 4 1 16,1-1-1-16,1 2 0 15,1-1-1-15,0-3 0 16,0-3 0-16,-2-6 1 0,1-2 0 15,-3-7-1-15,-2-5-4 16,-3-5-109-16,-3 0-17 16</inkml:trace>
  <inkml:trace contextRef="#ctx0" brushRef="#br0" timeOffset="1491.19">27789 12864 288 0,'0'0'4'15,"0"0"-2"-15,0 0-1 16,-44 3 2-16,26 12 0 16,-3 4 9-16,-2 3 60 15,-1 2-46-15,0 1-8 16,1 7-10-16,-1 0-4 0,3 4-3 15,0 2 0-15,4 0-1 16,3-1-1-16,3-7-11 16,5-10-162-16</inkml:trace>
  <inkml:trace contextRef="#ctx0" brushRef="#br0" timeOffset="1711.97">27951 13182 470 0,'0'0'-3'16,"-5"40"2"-16,-8-12 1 16,-5 2 1-16,-5 0-1 15,-6 0-1-15,-3-1 1 16,-2-3-1-16,-2-3-1 0,2-4-27 15,3-8-152-15</inkml:trace>
  <inkml:trace contextRef="#ctx0" brushRef="#br0" timeOffset="2054.36">28063 12887 370 0,'0'0'2'16,"0"0"1"-16,0 0-6 15,0 0 5-15,40 41 0 0,-21-17 5 16,5 3 26-16,2 3-16 15,1-1-7-15,-3-2-6 16,3-2-2-16,-2-1-1 16,0-5 1-16,-1-2-1 15,-6-6 0-15,2-4-1 16,-5-3-2-16,-3-4-71 0,-6-4-71 16</inkml:trace>
  <inkml:trace contextRef="#ctx0" brushRef="#br0" timeOffset="2255.12">28337 12925 401 0,'0'0'8'0,"0"0"-7"0,-46 22-1 15,28-4 0-15,-3 6 1 16,-2 5-2-16,-4 3 2 15,0 2 0-15,-2 3-1 16,2 3 0-16,0-1 0 16,4-4-1-16,4-4-7 15,4-12-160-15</inkml:trace>
  <inkml:trace contextRef="#ctx0" brushRef="#br0" timeOffset="2536.17">28597 12698 499 0,'0'0'2'15,"44"0"0"-15,-23 20-2 16,-2 17 1-16,-7 11 1 15,-9 9-1-15,-3 8 1 16,-21 6 0-16,-13 6 1 16,-15 4-1-16,-11 0-1 0,-12 2-1 15,-13-10-2-15,-6-12-237 16</inkml:trace>
  <inkml:trace contextRef="#ctx0" brushRef="#br0" timeOffset="3050.55">25543 13875 417 0,'0'0'6'0,"98"2"-4"0,-3-2-2 0,38-3 1 15,39-2 0-15,30-3 1 16,29-1-2-16,21-3 1 15,11 1 2-15,3 0 5 16,-2-2 15-16,-11 1-7 0,-18-1 14 16,-20 1-9-16,-22-1-7 15,-30 3-8-15,-30 0-2 16,-28 4-3-16,-31 3-1 16,-31 2 0-16,-32-2-43 0,-23-1-151 15</inkml:trace>
  <inkml:trace contextRef="#ctx0" brushRef="#br0" timeOffset="3653.77">26277 14516 401 0,'0'0'3'0,"0"0"1"0,0 0-3 0,0 0-1 0,43 37 3 15,-31-16 0-15,0 5 0 16,-1 1 3-16,-6 1-1 16,-1 3-4-16,-4-2 0 15,-1-3-1-15,-11-4 1 16,-7-8-1-16,-5-4 2 0,-5-10 1 15,-2 0 2-15,-3-5-2 16,-3-13 0-16,-1-4-1 16,1-7-1-16,2-3 0 15,8-5 0-15,4 1 0 16,9 1-1-16,9 4 1 16,5 4 1-16,13 4 41 0,17 2-31 15,15 2-8-15,19 1-2 16,18-2 1-16,12-4 0 15,10-1 1-15,3 1 1 16,-5-1-1-16,-12 4-3 16,-15 5 1-16,-14 1-3 0,-17 4 0 15,-16 3-49-15,-17-4-107 16</inkml:trace>
  <inkml:trace contextRef="#ctx0" brushRef="#br0" timeOffset="4090.37">26681 14810 453 0,'0'0'2'0,"0"0"33"16,0 0-28-16,39 4-5 16,-18 13 7-16,2 3-1 15,3 4-2-15,0 2-3 16,-4 1-3-16,2 0 0 0,-7 0 1 16,-3-5-1-16,-4-4-4 15,-4-8-56-15,-5-8-41 16,-1-2-6-16,0-12 3 15</inkml:trace>
  <inkml:trace contextRef="#ctx0" brushRef="#br0" timeOffset="4277.04">26918 14811 223 0,'0'0'163'0,"-39"23"-159"0,13-6 13 16,0 2 29-16,-3 5-18 15,1 1-3-15,1 2-16 16,2 3-5-16,1 0-3 16,3 0-1-16,7-2 0 15,0-6-40-15,6-11-168 0</inkml:trace>
  <inkml:trace contextRef="#ctx0" brushRef="#br0" timeOffset="4776.03">27558 14480 530 0,'0'0'3'16,"0"0"6"-16,0 0-1 16,40-17-6-16,-30 32 0 0,-4 5-2 15,0 4 2-15,-6 4 3 16,0 3-3-16,-5-1 0 16,-8 0-1-16,-2-2-1 15,-5-8 1-15,-3-7 0 16,-1-7 0-16,-2-6 1 0,0-4-1 15,-1-14 0-15,1-6-1 16,7-6 0-16,3-2 1 16,10-4-1-16,6-1 1 15,0 1-1-15,11 4 0 16,6 5 0-16,2 5 1 0,4 5-1 16,6 5 0-16,4 4 0 15,8 3 0-15,7 1-1 16,6 1 1-16,2 0 1 15,0-1-1-15,1 1 0 16,-5-2 0-16,-9 0 0 16,-5-2 0-16,-12 4-4 0,-5-5-120 15,-6-1-107-15</inkml:trace>
  <inkml:trace contextRef="#ctx0" brushRef="#br0" timeOffset="5038.09">27973 14658 657 0,'0'0'-2'0,"23"40"-1"0,-4-12 4 0,3 8-1 15,1-1 1-15,0 1-1 16,-3-5 0-16,-7-4-1 0,-6-4 0 16,-1-5-3-16,-5-2-17 15,-1-6-54-15,-1-5 4 16,-8-5-59-16,0-8-56 16</inkml:trace>
  <inkml:trace contextRef="#ctx0" brushRef="#br0" timeOffset="5224.6">28134 14783 407 0,'0'0'62'0,"0"0"-55"0,-52 21 31 16,28-5-9-16,-5 2 10 16,-1 5-8-16,-1 0-12 15,1 4-5-15,0 1-11 16,-1 4-3-16,0 3 0 15,0-5-5-15,1-9-127 0</inkml:trace>
  <inkml:trace contextRef="#ctx0" brushRef="#br0" timeOffset="6273.93">29689 13448 324 0,'2'0'2'0,"3"0"2"16,5 0-4-16,4 0 2 15,5 0 17-15,-1 3-4 16,6-1 2-16,-3 2-10 16,0 1-6-16,-1 1 0 0,-3 1-1 15,-4-2-32-15,-5-1-63 16,-7-3-163-16</inkml:trace>
  <inkml:trace contextRef="#ctx0" brushRef="#br0" timeOffset="6416.83">29716 13621 488 0,'0'0'0'16,"54"2"-1"-16,-11-2-4 16,8-4-120-16,-4-11-52 0</inkml:trace>
  <inkml:trace contextRef="#ctx0" brushRef="#br0" timeOffset="11110.26">30759 12834 31 0,'0'-5'2'0,"0"-1"14"0,0 0 5 15,0 1-12-15,0-1 3 16,2 0 3-16,2-1 5 16,-2 0 2-16,-1 0 0 0,0 1 6 15,-1 2-4-15,0 2-2 16,0 1-2-16,0 1-12 16,0 0-5-16,0 3-1 15,0 7-1-15,0 4 1 16,0 2-1-16,0 4 1 0,4 2 3 15,8 4 1-15,1 4 57 16,3 3-45-16,1 3-11 16,4 4-4-16,2 3-1 15,-2-1 1-15,0 1-1 16,-1-3 2-16,-4-3-3 16,-3-8 1-16,0-6-1 0,-7-6 1 15,-1-7-1-15,-3-4 0 16,-2-6 4-16,0 0 67 15,0-10-32-15,-6-9-36 16,2-7-1-16,1-9-1 16,3-7-1-16,0-9-1 0,3-4 1 15,8-5-1-15,5 0 1 16,0 3-1-16,1 6 0 16,1 7-1-16,-5 9 1 15,-2 9-2-15,0 10-2 16,-3 8 0-16,-2 6-10 0,0 2-98 15,-3 0 2-15,2 2-36 16</inkml:trace>
  <inkml:trace contextRef="#ctx0" brushRef="#br0" timeOffset="12175.6">31352 13070 134 0,'0'0'3'0,"0"0"13"0,0 0 11 15,0 0 5-15,12-42 1 16,-12 33-6-16,-6 5-1 15,-5 0-4-15,-3 1-6 16,-2 3 4-16,-4-2 4 0,0 2-6 16,-2 3-2-16,1 4-5 15,2 4-4-15,2 1-2 16,0 2-1-16,7 2-2 16,1 2-1-16,6 2 0 15,2 0-1-15,1-1 1 0,5 0-1 16,8-4 0-16,3 0 0 15,3-2 1-15,0-6-1 16,1-4 0-16,1-3 0 16,-1 0 0-16,0-11 0 15,-4-6 0-15,-2-3-1 0,-3-3 1 16,-4 3 0-16,-3-1-1 16,-4 5 2-16,0 3-1 15,0 5 0-15,0 4 1 16,-6 3 0-16,0 1 0 0,0 4-1 15,2 7 2-15,0 3-1 16,4 2 0-16,0 3 0 16,0-1 0-16,2 0 0 15,6 0-1-15,4-2 1 16,2-2-1-16,3-1 0 0,-1-6 0 16,3 0 0-16,3-7 0 15,1 0 0-15,1 0 0 16,0-11 0-16,1-5-1 15,1 0 1-15,-5-2-1 16,-5-2 0-16,-3 2 0 16,-7 1 1-16,-6 1 0 0,0 2 0 15,-10 1 0-15,-6 3 0 16,-3 2 0-16,0 3 0 16,-2 1 0-16,1 1 1 15,4 1-1-15,4 1 0 16,3 1 0-16,6-1 0 0,3 0 0 15,0-1 1-15,14 0-1 16,5-1 0-16,6 0 0 16,6 0 0-16,0 0 0 15,2 0 0-15,1-1 0 16,-2 1 0-16,-3-1 0 0,-4 1 0 16,-6 0 1-16,-6 2-1 15,-4-1 1-15,-4 2 0 16,-4 0 1-16,-1 0 0 15,0 6-1-15,0 7 27 16,0 1 6-16,0 4-25 16,0 4-2-16,4 2-1 0,-1 0-2 15,3 3-3-15,3-3 0 16,3 0-1-16,-2-2-1 16,0-5 0-16,1-8-6 15,-3-9-162-15</inkml:trace>
  <inkml:trace contextRef="#ctx0" brushRef="#br0" timeOffset="12787.41">32332 12730 227 0,'-16'0'-1'0,"-6"0"4"0,-4 9 3 15,-4 8 4-15,-2 9 51 16,1 4-19-16,1 11 12 15,4 4-25-15,5 7-13 16,9 2-7-16,9 2-3 16,3-2-6-16,10-3 0 15,12-5 0-15,5-7 1 0,6-7-1 16,1-11-3-16,1-8-120 16,-2-9-52-16</inkml:trace>
  <inkml:trace contextRef="#ctx0" brushRef="#br0" timeOffset="13089.68">32475 12896 270 0,'0'0'4'15,"0"0"0"-15,0 0 1 16,39 9 5-16,-21 10 57 16,4 5-37-16,6 2-9 0,1 1-11 15,0 2-6-15,-2-2-3 16,0-1-1-16,-3-2 1 16,-4-7-1-16,-1-1-2 15,-4-6-7-15,-1-9-121 16,-6-1-30-16</inkml:trace>
  <inkml:trace contextRef="#ctx0" brushRef="#br0" timeOffset="13306.67">32768 12925 292 0,'0'0'11'16,"0"0"-6"-16,0 0 13 15,-38-24 36-15,20 26-36 16,-5 12 11-16,-1 6 13 0,-2 4-22 16,2 6-13-16,-2 2-4 15,1 7-3-15,2 0 0 16,1 1 0-16,1-3-4 16,6-10-122-16,4-11-243 15</inkml:trace>
  <inkml:trace contextRef="#ctx0" brushRef="#br0" timeOffset="13570.9">33009 12725 348 0,'0'0'4'0,"0"0"5"16,38 13 7-16,-28 21 15 15,-2 9 5-15,-3 8-15 16,-5 1-6-16,-10 5-8 16,-12 1-4-16,-14 2-2 15,-10 1 0-15,-9 0-2 0,-9-4-6 16,-5-10-254-16</inkml:trace>
  <inkml:trace contextRef="#ctx0" brushRef="#br0" timeOffset="14210.6">30840 13682 173 0,'0'0'1'0,"0"0"13"0,0 0 13 0,0 0-4 16,0 0-19-16,54-9 3 15,4 9 8-15,24-1 20 16,24-3 19-16,27-2-21 0,27-1-9 16,18 0 0-16,6 0-6 15,3 0-3-15,-7 3-7 16,-11 1-1-16,-20 1-2 16,-21-2-3-16,-24 2-1 15,-21-1 0-15,-25 1-1 0,-21 2 0 16,-23 0-1-16,-14 0-7 15,-22-3-155-15</inkml:trace>
  <inkml:trace contextRef="#ctx0" brushRef="#br0" timeOffset="20005.59">30717 14120 110 0,'0'-4'45'0,"0"-1"-1"0,0 2-3 15,0-2-7-15,0 2-11 16,-2-2 6-16,0 1 8 15,0 0-15-15,-2-3-3 16,-4 4-8-16,-3 0-5 0,-6 2-2 16,-6 1-4-16,-6 0 1 15,-4 0 2-15,-3 4-1 16,-1 6 1-16,1 3 1 16,3-2 0-16,7 2-2 15,8 0-1-15,9 1-1 0,9-1 0 16,7 1 0-16,17 0 0 15,7 2 1-15,4-1-1 16,2 2 1-16,-3 2-1 16,-5-1 0-16,-8 2 0 15,-6 1 0-15,-7-3 0 0,-5 0 0 16,-3-1 1-16,-10-1 0 16,-7-2 0-16,-5 0-1 15,-4-4 1-15,-4 1 0 16,0-3 0-16,0-1-1 15,1-3 1-15,5-3 0 16,3-1-1-16,7 0 0 0,8 0 0 16,6-5-1-16,4-10-94 15,16-11-62-15</inkml:trace>
  <inkml:trace contextRef="#ctx0" brushRef="#br0" timeOffset="20239.71">30758 14018 394 0,'0'0'12'0,"0"0"44"0,0 0-54 0,0 0 1 0,16 54 16 15,-12-20 6-15,4 1-13 16,-4 4-7-16,0 2-2 16,1 0-3-16,-3-1 0 15,-1-5 0-15,-1-6-1 16,0-7-47-16,-1-10-67 15,-8-9-1-15,2-3-74 0</inkml:trace>
  <inkml:trace contextRef="#ctx0" brushRef="#br0" timeOffset="20378.75">30669 14290 283 0,'0'0'3'0,"0"0"46"0,0 0 8 15,0 0-40-15,46-32-15 16,-14 30 1-16,8-1-1 15,3 2-1-15,5-1-1 16,0-3-45-16,1-4-77 16</inkml:trace>
  <inkml:trace contextRef="#ctx0" brushRef="#br0" timeOffset="20753.32">31206 14182 281 0,'0'0'3'16,"-41"10"6"-16,12-1 28 0,0 5 26 15,1 0-14-15,4 5-18 16,8-1-11-16,7 2-14 16,5 0-2-16,4-2-3 15,0-1-1-15,9-4 0 16,4-6 2-16,4-4-2 0,0-3-2 16,4-10-22-16,-1-10 0 15,0-7 11-15,1-8 2 16,-4-8 3-16,0-4 2 15,-6-1 5-15,0-3 1 16,-5 4 0-16,-6 4 1 16,0 9 13-16,0 9 18 0,0 13-4 15,-4 12-6-15,3 5-16 16,1 19-5-16,0 8 0 16,0 6 2-16,7 5-2 15,4 0 1-15,4-2 0 0,-1-3-2 16,1-3 0-16,-1-3 1 15,1-5-7-15,-3-5-81 16,1-8-67-16,0-10-130 16</inkml:trace>
  <inkml:trace contextRef="#ctx0" brushRef="#br0" timeOffset="21017.58">31569 14030 316 0,'0'0'2'0,"0"0"11"0,10-37 35 0,-5 37-7 16,-1 0-22-16,1 14-15 15,4 8 2-15,1 5 9 0,6 4-4 16,1 3-3-16,1 0-5 15,1 2-2-15,-2-2 1 16,2-4-1-16,0-5 0 16,-1-3-3-16,0-6-79 15,-1-10-61-15</inkml:trace>
  <inkml:trace contextRef="#ctx0" brushRef="#br0" timeOffset="21265.8">31761 14050 302 0,'0'0'2'0,"0"0"17"15,0 0-2-15,-43 10 3 16,29 9 26-16,1 5-11 15,-1 5-14-15,2 3-15 16,0-1-4-16,0 7-1 16,1-3-2-16,2-9-61 15,3-9-179-15</inkml:trace>
  <inkml:trace contextRef="#ctx0" brushRef="#br0" timeOffset="22166.45">32368 14002 240 0,'0'0'12'0,"0"0"57"15,0 0-18-15,0 0-30 16,-37-30-3-16,5 30 15 0,-8 3-9 16,1 8-10-16,0 1-6 15,6 6-3-15,5-1-5 16,9 2 1-16,11-1-1 15,8-2 0-15,8 0 0 16,15 0 0-16,7 0 1 0,4 2-1 16,-4-1 0-16,-2 1 0 15,-7-3 1-15,-9 2-2 16,-7-3 1-16,-5-1 0 16,-8-1-1-16,-9-4 2 0,-4 2-1 15,-3-4 0-15,-1-1 0 16,0-2 0-16,1-3 0 15,1 0 0-15,4 0 0 16,5 0 0-16,2-3 0 16,6-4-2-16,6-4-9 0,4-3-60 15,13-5-22-15,8-5-19 16</inkml:trace>
  <inkml:trace contextRef="#ctx0" brushRef="#br0" timeOffset="22319.61">32381 13939 292 0,'0'0'14'16,"0"0"88"-16,0 0-47 16,0 0-50-16,0 0 1 15,22 47 8-15,-16-14-3 16,3 3-4-16,-2 2-4 16,1-1-2-16,-3 1 0 0,-2-1-1 15,-3-4-3-15,0-6-112 16,-2-9-75-16</inkml:trace>
  <inkml:trace contextRef="#ctx0" brushRef="#br0" timeOffset="22475.86">32327 14164 291 0,'0'0'2'15,"0"0"3"-15,57-26 6 16,-23 22-3-16,3 3-4 0,4 0-2 15,2 1-2-15,-2-5-24 16,-3-2-77-16</inkml:trace>
  <inkml:trace contextRef="#ctx0" brushRef="#br0" timeOffset="22867.07">32787 14046 295 0,'0'0'3'0,"0"0"30"16,-53-2 2-16,27 10 12 15,3 6-4-15,1 3-15 16,3 1-11-16,9 4-7 0,1-4-7 16,6 3-2-16,3-1 0 15,0-4 0-15,2-5-1 16,10-5 1-16,2-5-1 16,1-1 1-16,1-10-1 15,1-10 1-15,-2-8-2 16,1-5 0-16,-2-5-3 0,0-2-2 15,-4 0 1-15,-4 5 2 16,-5 5 3-16,-1 9 1 16,0 8-1-16,0 12 5 15,0 1-2-15,-2 14 0 16,2 11 5-16,0 5-3 0,0 6-1 16,2-1-2-16,5 1-1 15,6-1 0-15,0-5 0 16,-1 0-1-16,0-6 0 15,-1-5-12-15,4-11-102 16,-3-8-68-16</inkml:trace>
  <inkml:trace contextRef="#ctx0" brushRef="#br0" timeOffset="23083.37">32998 13925 431 0,'0'0'17'0,"0"0"24"16,0 0-23-16,64 27-3 16,-29-7-2-16,4 4-2 15,2-1-2-15,3-2-3 0,-6 2-6 16,-4-3 1-16,-7-2-1 16,-5-4-1-16,-6-2-53 15,-6-9-68-15,-2-3-32 16</inkml:trace>
  <inkml:trace contextRef="#ctx0" brushRef="#br0" timeOffset="23237.38">33336 13900 381 0,'0'0'4'16,"0"0"46"-16,-41-20-3 0,29 20-21 15,-1 11-1-15,0 9-3 16,-1 5-6-16,-3 10-8 15,-7 9-5-15,-4 9-3 16,-8 6 0-16,-15 0 0 16,-5-7-126-16</inkml:trace>
  <inkml:trace contextRef="#ctx0" brushRef="#br0" timeOffset="24940.89">30523 14820 76 0,'0'0'8'0,"0"0"-6"0,0 0 2 0,0 0-2 16,0 0 5-16,0 0 4 16,0 0 7-16,0 0-5 15,0 0-2-15,-5-37 5 16,5 34 2-16,0-1 2 16,0-1 9-16,0 0 1 0,0 1-1 15,0 1 7-15,0 1 9 16,0 2-11-16,0 0-27 15,0 7-6-15,2 5 6 16,6-1 6-16,5 3 7 16,3-2-2-16,6-1-3 0,5-4-5 15,2-2-1-15,3-4-5 16,6 0 0-16,2-2 0 16,7-13 0-16,3-2 1 15,4-5-1-15,3-2-1 16,1-4 0-16,0 4-1 0,2 1 0 15,-4 2 0-15,-3 4-1 16,3 5 0-16,-4 3 2 16,2 4 5-16,1 4 3 15,1 0-5-15,2 5-2 16,-1 6-1-16,-2 3-3 0,-5 0 2 16,-5 3-3-16,-10-1 2 15,-6 1-1-15,-8-1 0 16,-7 1 1-16,-7 0-1 15,-2-1 0-15,-4-1-1 16,-1-4 1-16,0 0 1 0,0-4-2 16,0-2 0-16,-2-3 1 15,-2-2 1-15,2 0-1 16,1 0 1-16,0-9 0 16,1-4-1-16,0-1 1 15,8-6-1-15,7 2 0 16,8-3 0-16,8 2 1 0,6 1-1 15,8 2 0-15,8 3-2 16,5 3 2-16,5 2 1 16,5 2-1-16,3 0 0 15,2 2 0-15,-3 1 0 0,-1-1 0 16,-3-1 0-16,-5-3 0 16,-1 0 0-16,-8-1 0 15,-3-1 0-15,-7-3 1 16,-4 1 2-16,-6-4-5 15,-5-1 6-15,-1 0 1 0,-6-4 0 16,-6-5-2-16,-5-2-1 16,-5-2-1-16,-4 0 0 15,-11 3-1-15,-6 7-1 16,-12 9-3-16,-7 9-17 16,-11 2-107-16,-8 0-230 0</inkml:trace>
  <inkml:trace contextRef="#ctx0" brushRef="#br0" timeOffset="25335.46">30906 14993 400 0,'0'0'4'0,"54"-4"15"0,-28 27-3 0,1 10 0 16,-1 5 0-16,-2 3 3 0,-1-1 2 15,0-2-8-15,-1-4-6 16,-3-7-4-16,-2-6-1 15,1-9-1-15,-5-12 0 16,1-2 31-16,2-20-1 16,-1-8-24-16,3-10-4 15,-2-4-1-15,1-6-2 0,-2 2 1 16,0 1 0-16,-1 5-1 16,-1 7-3-16,-1 10-41 15,2 11-1-15,-1 11-22 16,-2 3-53-16,1 7 0 15</inkml:trace>
  <inkml:trace contextRef="#ctx0" brushRef="#br0" timeOffset="25897.89">31659 15118 363 0,'0'0'4'16,"0"0"37"-16,0 0-5 15,0 0-17-15,-57-27 5 16,29 27 2-16,-3 7-5 16,0 6-8-16,5 3-4 0,1 2-1 15,6-1-4-15,5 0-2 16,8-2-2-16,5-1 0 16,1-4 0-16,5-2 1 15,11-2-2-15,4-5 2 16,4-1-1-16,1-4 0 0,2-7-1 15,-2-5-2-15,-3 3 2 16,-6 0 1-16,-5 2 0 16,-4 4 0-16,-4 1 1 15,-3 5 0-15,0 1 2 0,0 0-2 16,-4 4 0-16,-2 6 1 16,1 4 5-16,1 0 9 15,4-1-5-15,0 1-5 16,0-1-3-16,11-1-1 15,3-1 0-15,4-4-1 16,2-4 0-16,2 0-1 0,1-3 0 16,-4 0 3-16,3-9-3 15,-1-6 0-15,-3-4 0 16,1-5 0-16,-3-2 0 16,-2 2 0-16,-4 3 0 15,-2 5 0-15,-1 8 0 0,-3 8 0 16,1 0 0-16,3 11-2 15,2 7 2-15,1 3-1 16,2 1 1-16,1-1 1 16,0-2-1-16,1-1-1 15,-1-3-14-15,1-7-77 0,-2-5-74 16,3-3-115-16</inkml:trace>
  <inkml:trace contextRef="#ctx0" brushRef="#br0" timeOffset="26178.57">32268 14914 377 0,'0'0'71'0,"0"0"-67"16,-43-20 11-16,27 20 5 0,-1 10 1 15,3 10 9-15,2 6-1 16,7 7-6-16,5 4-8 15,0 4-4-15,3-1-5 16,11 0-4-16,3-5-1 16,4-5-1-16,3-7 0 0,3-9 0 15,1-3-9-15,0-9-78 16,-3-2-52-16,0-10-152 16</inkml:trace>
  <inkml:trace contextRef="#ctx0" brushRef="#br0" timeOffset="26364.5">32505 14904 371 0,'0'0'106'0,"0"0"-99"16,0 0 22-16,58 1-10 0,-26 18-6 16,5 2 3-16,3 3 3 15,2 2-8-15,-7-2-5 16,-2 1-4-16,-7 0-2 15,-5-3 1-15,-9-2-5 16,-3-8-69-16,-4-4-61 16,-5-8-59-16</inkml:trace>
  <inkml:trace contextRef="#ctx0" brushRef="#br0" timeOffset="26567.51">32804 14956 347 0,'0'0'3'15,"0"0"13"-15,0 0 36 16,-43-18-33-16,25 26 0 16,1 9 22-16,-2 6-18 15,0 3-9-15,2 5-7 16,-1 2-5-16,3 2-1 0,0-2 0 16,4-2-1-16,1-4-1 15,-1-6-9-15,3-5-110 16,3-8-91-16</inkml:trace>
  <inkml:trace contextRef="#ctx0" brushRef="#br0" timeOffset="26804.75">32924 14789 540 0,'0'0'1'15,"0"0"29"-15,36 27-19 16,-27 15 3-16,-4 12 7 16,-5 10 3-16,-5 5-4 15,-18 2-13-15,-14 1-5 0,-15 0-2 16,-16-8-41-16,-13-13-236 16</inkml:trace>
  <inkml:trace contextRef="#ctx0" brushRef="#br0" timeOffset="30491.83">27104 16030 183 0,'0'0'30'0,"-2"0"-27"0,-5 4-1 16,-3 3 1-16,0 3 3 0,-2 6 31 15,-2 1-18-15,0 4-7 16,-2 1-5-16,1 2-3 16,0-2-1-16,1-2-2 15,3-3 0-15,1-4 0 16,5-6-1-16,3-3 1 0,2-4-1 15,0 0 2-15,11-5 2 16,6-8 4-16,6-4-3 16,0-6-3-16,4-1-1 15,0-3 0-15,-2 2 1 16,-5 1-1-16,-5 2 7 0,-6 2 8 16,-3 6 11-16,-5 3-9 15,-1 4 1-15,0 2-3 16,-4 4-9-16,-1 1-3 15,0 1-2-15,1 13-1 16,0 8 2-16,2 6-3 16,1 11 8-16,-3 6 23 0,1 9 4 15,-2 1 3-15,1-2-21 16,-4 1-10-16,0-8-5 16,1-4 0-16,0-9-1 15,2-5 0-15,2-4-1 16,-2-4 0-16,2-6 1 0,1-1-1 15,0-3 0-15,0-3-1 16,-2-1-49-16,2-6-53 16,-2 0-104-16</inkml:trace>
  <inkml:trace contextRef="#ctx0" brushRef="#br0" timeOffset="30788.81">26895 16693 252 0,'0'0'38'0,"0"0"28"0,0 0-18 0,0 0-19 15,0 0 5-15,0 0-13 0,0 0-6 16,0 0 6-16,44-10-2 15,-9 10-8-15,10-4-4 16,8-2-3-16,4-1 1 16,-1 0 1-16,0 2-2 15,-6 2-2-15,-10 3-2 0,-9 0 0 16,-12 0-1-16,-13 4-22 16,-6-3-145-16</inkml:trace>
  <inkml:trace contextRef="#ctx0" brushRef="#br0" timeOffset="31678.38">26033 16395 2 0,'-13'135'182'0,"4"13"-41"0,-3 5 4 16,5 9-101-16,2 0-34 0,3 0-3 16,2-2-3-16,0-9-2 15,0-9 0-15,0-10-1 16,0-16 0-16,-1-12-1 15,-1-18 1-15,-1-14-1 16,-1-14 1-16,2-13 0 0,-1-12 0 16,1-11-1-16,2-6 1 15,0-7-2-15,0-5 2 16,0-1-1-16,0-3 1 16,0 0 0-16,0 0 0 15,0 0 0-15,0 0 1 0,3 0 1 16,4 0 1-16,0 0 0 15,5 0-1-15,2 0-2 16,3 0 1-16,8 0-2 16,4-3 2-16,5-4 2 15,6 0-1-15,3-2-1 16,3-2-2-16,-3 1 2 0,-3-3-2 16,-5 0-6-16,-3-6-55 15,-8-8-97-15</inkml:trace>
  <inkml:trace contextRef="#ctx0" brushRef="#br0" timeOffset="32039.89">25978 16195 77 0</inkml:trace>
  <inkml:trace contextRef="#ctx0" brushRef="#br0" timeOffset="33287.62">26100 16548 218 0,'0'0'4'15,"0"0"-1"-15,0 0 3 0,-36-4 0 16,26 11 1-16,1-1 11 16,4 1 11-16,-3 1-11 15,4-3-8-15,2-1-4 16,0 2 0-16,2-5-4 15,0 2 0-15,0-3-1 16,0 0 7-16,-2-3 92 0,0-7-86 16,2-3-2-16,-1-6 24 15,0-7-13-15,1-2-6 16,0-5 3-16,0-7-2 16,-1-4-4-16,1-4-4 0,0-3-2 15,0-3-3-15,0-3-1 16,0 3-1-16,0 4-1 15,0 5-2-15,1 4 0 16,1 8 0-16,0 5-1 16,2 5 0-16,-3 7 0 0,1 3 1 15,-1 6 0-15,1 3-2 16,-1 3 2-16,0 1-2 16,0 0 1-16,1 0 1 15,1 0-1-15,-2 2 0 16,2 3 0-16,4-1 1 15,0 0 0-15,11-1-1 0,6-2 1 16,14-1 0-16,10 0 1 16,12 0-1-16,11-7 0 15,7-1 0-15,1-2 1 16,-1-1-1-16,-8 3 0 16,-9-1 0-16,-13 4 1 0,-13 1-1 15,-12 4-1-15,-11 0 1 16,-5 0 0-16,-3 0 0 15,-4 0 1-15,0 0-1 16,-4 0-1-16,-3 0 1 16,-1 0-1-16,1 0 0 15,3 0 0-15,1 0-1 0,3 0-12 16,3-1-55-16,6-11-85 16,4-9-224-16</inkml:trace>
  <inkml:trace contextRef="#ctx0" brushRef="#br0" timeOffset="39249.48">23446 16595 170 0,'-6'-8'36'0,"2"-6"-11"0,-2-2 20 0,5-1-3 0,1-1 10 16,0-2-20-16,11 1-1 15,0-1-9-15,6 2-9 16,4 2-4-16,2 3-3 16,2 6-2-16,1 7-2 15,2 0-2-15,-2 13 0 0,-4 8 0 16,-1 9 1-16,-5 10-2 15,-4 4 1-15,-6 4 0 16,-3 3 0-16,-3-1-1 16,0-2 1-16,-10-8 0 15,1-9 0-15,2-8 0 16,-5-12 0-16,4-9 1 0,3-4 2 16,1-19 0-16,4-7-1 15,0-12 7-15,7-8 1 16,9-9-7-16,8-3-2 15,5-2-2-15,1 3-1 16,2 9-46-16,-3 8-77 0,-4 8-2 16</inkml:trace>
  <inkml:trace contextRef="#ctx0" brushRef="#br0" timeOffset="39608.62">23974 16775 403 0,'0'0'11'0,"0"0"7"0,0 0-14 16,33 45 5-16,-14-15 2 16,4 4-2-16,1 1-7 0,-6 4-1 15,2-2 0-15,-4-1-1 16,0-3-3-16,-4-6-57 15,-3-9-14-15,-1-7-33 16</inkml:trace>
  <inkml:trace contextRef="#ctx0" brushRef="#br0" timeOffset="39819.66">24178 16830 319 0,'0'0'4'0,"0"0"72"16,0 0-27-16,0 0-24 16,-40-7-13-16,26 28 7 15,3 5-1-15,-2 6-10 16,-1 6-5-16,1-1-2 0,-3 4-1 16,1-1 1-16,1-5-2 15,1-3-2-15,1-5-78 16,2-10-72-16</inkml:trace>
  <inkml:trace contextRef="#ctx0" brushRef="#br0" timeOffset="40290.81">24326 16818 426 0,'0'0'6'0,"0"0"50"15,0 0-27-15,0 0-28 0,0 0 2 16,0 0-2-16,39 44 2 16,-29-24-2-16,3 0-1 15,-2 0 2-15,0-4-2 16,1-6 0-16,-1-4-2 15,0-6-6-15,0-5-9 16,-1-13 16-16,2-7 2 0,-2-2-1 16,0-4 0-16,-3 3 2 15,0 4 11-15,-4 5 7 16,-1 10 12-16,-1 5 0 16,-1 4-16-16,0 16-15 15,0 11 1-15,0 11 1 0,-3 10 0 16,-4 11 0-16,-3 2-1 15,-1 1-1-15,-1-1-1 16,2-5 0-16,3-6 0 16,0-9-3-16,5-12-42 0,2-12-37 15,0-12-101-15,1-7-89 16</inkml:trace>
  <inkml:trace contextRef="#ctx0" brushRef="#br0" timeOffset="40553.1">24788 16568 453 0,'0'0'9'0,"0"0"24"15,22-38-17-15,-4 31-7 16,3 2-4-16,4 4 2 16,-2 1-3-16,2 0-3 0,-5 3 0 15,-4 8-2-15,-2 2-7 16,-5 0-75-16,-7-2-79 16</inkml:trace>
  <inkml:trace contextRef="#ctx0" brushRef="#br0" timeOffset="40694.26">24831 16719 433 0,'0'0'5'0,"0"0"-5"16,0 0 1-16,0 0 4 0,64 14 7 16,-34-14 0-16,3 0-8 15,3-8-3-15,-9-5-26 16,1-3-180-16</inkml:trace>
  <inkml:trace contextRef="#ctx0" brushRef="#br0" timeOffset="42523.75">27430 15713 44 0,'-4'-4'22'0,"1"-3"16"0,1-1-2 16,2 0-6-16,0 1 0 15,0 0 1-15,0 0-3 0,0 3-7 16,2-2-4-16,3 5-5 16,0-1-6-16,3 2-3 15,-1 0-2-15,5 5 0 16,0 4 0-16,5 6-1 15,-2 3 1-15,5 3 1 0,-4 4 0 16,3 3 2-16,-4 3-3 16,0 1-1-16,-6-1 2 15,-4-3-2-15,-2-5 1 16,-3-5-1-16,0-6 1 16,-4-5 1-16,-3-7 2 0,-1 0 36 15,-2-10 26-15,3-8-59 16,3-7-1-16,4-5 1 15,0-8 1-15,7-2-3 16,11 0-4-16,4-1 0 16,4 5-1-16,4 6 0 0,4 5-4 15,-3 4-16-15,-3 4-129 16,-3 3-103-16</inkml:trace>
  <inkml:trace contextRef="#ctx0" brushRef="#br0" timeOffset="42936.84">27834 15959 238 0,'0'0'4'0,"0"0"29"0,0 0-2 0,0 0-28 0,0 0 1 16,0 0 1-16,-8 51 7 16,2-24-1-16,2 4-5 15,2-2-4-15,0-4-2 0,0-2 0 16,2-3 0-16,0-10-3 16,0-6-20-16,4-4-105 15</inkml:trace>
  <inkml:trace contextRef="#ctx0" brushRef="#br0" timeOffset="43186.35">27974 15965 281 0,'0'0'11'0,"0"0"89"15,0 0-50-15,0 0-36 16,0 0-8-16,0 0 2 16,9 40 0-16,-9-15-4 15,-3 2-2-15,-4 3-2 16,3-2 0-16,1-1 0 0,1-5-4 16,0-10-193-16</inkml:trace>
  <inkml:trace contextRef="#ctx0" brushRef="#br0" timeOffset="48336.64">29583 15588 174 0,'0'-15'3'0,"3"-2"25"16,3-2 11-16,4 2-6 0,0 3-7 15,2 1 1-15,4 4 3 16,3 7-8-16,3 2-8 16,0 1-8-16,3 15-1 15,1 1-1-15,-4 7 0 16,0 2-1-16,-5 1 2 16,-3 2-4-16,-5-2 1 0,-4 0-1 15,-4-3 1-15,-1-2-2 16,0-7 0-16,-3-2 1 15,-3-6 0-15,-4-3 0 16,0-4 2-16,0 0 0 16,2-4 1-16,1-9 2 0,4-5 26 15,3-7-22-15,4-4-5 16,13-9-4-16,8 1 0 16,7-4-1-16,3 1 0 15,1 7-1-15,1 8 0 0,-7 8-12 16,-4 10-51-16,-9 7-36 15,-9 0-3-15</inkml:trace>
  <inkml:trace contextRef="#ctx0" brushRef="#br0" timeOffset="48653.53">30061 15744 228 0,'0'0'13'0,"0"0"61"0,0 0 4 16,0 0-48-16,0 0-19 15,0 0 21-15,5 60-14 0,-5-33-10 16,-5 7-5-16,3 0-1 15,0-4-2-15,2-4 0 16,0-5 0-16,0-8-1 16,3-5-15-16,6-5-66 15,-3-3-46-15,-1-6-141 16</inkml:trace>
  <inkml:trace contextRef="#ctx0" brushRef="#br0" timeOffset="48998.77">30181 15875 222 0,'0'0'79'15,"0"0"-39"-15,38-50 39 16,-25 34-34-16,3 1-17 16,-2 3-4-16,-3 0-7 15,2 8-8-15,-2 1-6 0,-1 3-2 16,-2 6 0-16,-2 8-1 15,-4 4 0-15,-2 4 0 16,0 3 0-16,-2 0 0 16,-8 1 0-16,-3 0-1 15,-1-2 0-15,-1-4 0 0,3-3-2 16,3-6 2-16,3-3 1 16,5-6 0-16,1-2 1 15,10 0-1-15,9-1 0 16,7-5 1-16,6 0-1 15,5 1 0-15,2 2-1 0,-2-2-1 16,-5-3-128-16,-6-2-150 16</inkml:trace>
  <inkml:trace contextRef="#ctx0" brushRef="#br0" timeOffset="50881.45">26908 18522 297 0,'10'-11'8'0,"3"4"35"15,4 4-14-15,4 3-19 16,3 5-4-16,1 11-2 15,0 4-1-15,-5 7 1 0,-4 5-1 16,-4 3 0-16,-4 5 0 16,-6-2 1-16,-2 1-1 15,0-7-2-15,-1-6 2 16,-5-8 0-16,1-6 2 16,-1-9 16-16,0-3 21 0,4-11-6 15,2-14-17-15,5-9-10 16,14-10-7-16,8-7-1 15,5-4-1-15,6 3 0 16,-1 6-33-16,-5 4-63 16,-5 12-100-16</inkml:trace>
  <inkml:trace contextRef="#ctx0" brushRef="#br0" timeOffset="51163.88">27367 18950 394 0,'0'0'4'0,"-7"49"30"15,7-22-17-15,-2-3-4 16,2-24-10-16,0 0-2 0,0 0-1 16,0 0 0-16,2 0-6 15,3 0-86-15,2 0-65 16</inkml:trace>
  <inkml:trace contextRef="#ctx0" brushRef="#br0" timeOffset="51473.87">27587 18883 455 0,'0'0'11'0,"0"0"94"16,0 0-104-16,0 0-1 16,40 29 0-16,-36-7 0 15,-2 2 0-15,-2 1 0 16,0-3-1-16,-5 0-9 15,-1-4-6-15,-1-13 13 16,1-5-2-16,3 0-8 0,-1 0-10 16,0 0 12-16,2 0 8 15,2 0 3-15,0 0 1 16,8 0 0-16,5 0 7 16,5 0-2-16,5 0 0 0,8 0 4 15,0 0-1-15,5 0-5 16,0-5-3-16,0-18-1 15,-6-8 0-15,-2-7-38 16,-3-6-145-16</inkml:trace>
  <inkml:trace contextRef="#ctx0" brushRef="#br0" timeOffset="53458.03">29828 18453 159 0,'1'-9'89'0,"-1"-1"-38"0,0-2 20 0,0 3-24 16,0 1-9-16,0 2-16 16,6 4-8-16,2 1-10 15,4 1-3-15,6 1-1 0,1 8 0 16,0 8 0-16,1 4 0 16,-3 5-1-16,-2 4 1 15,-3 3 0-15,-3-1 0 16,-3 1 0-16,-2-5 0 15,-2-5 0-15,-2-7 0 0,0-5 2 16,0-8-2-16,0-3 2 16,0-6 50-16,0-14-17 15,0-7-22-15,4-14-3 16,5-7 0-16,6-9-2 16,6-5-7-16,6-1 0 0,3 1-2 15,2 10-9-15,1 12-39 16,-5 12-28-16,-2 11-59 15,-9 10-32-15</inkml:trace>
  <inkml:trace contextRef="#ctx0" brushRef="#br0" timeOffset="53821.12">30317 18574 376 0,'0'0'2'0,"0"0"51"0,0 0-20 15,0 0-13-15,27-43-3 16,-15 40-4-16,0 3-9 0,-2 3-3 16,0 13-2-16,-6 6 0 15,-4 7 1-15,0 2-4 16,-7 3-16-16,-5 0 4 15,-1-4 4-15,-1-1-19 16,2-5 32-16,4-6-1 16,0-4 1-16,3-2 0 0,3-5-1 15,2-3 2-15,0-4 2 16,6 0 9-16,8 0 2 16,5 0-10-16,5-7-4 15,3-2 0-15,-1 1-12 16,0-2-50-16,-2-1-91 0</inkml:trace>
  <inkml:trace contextRef="#ctx0" brushRef="#br0" timeOffset="54177.31">30660 18585 427 0,'0'0'27'0,"0"0"11"16,22-48-8-16,-12 42-12 16,0 6-11-16,-4 0-5 0,-2 16 0 15,-3 2-3-15,-1 5 1 16,-1 6 0-16,-8-1-8 16,0-2-6-16,-3-3 3 15,5 0-13-15,-3-6-7 0,3-3 1 16,2-2 11-16,2-2-3 15,2-4 27-15,1-1 13 16,0-2 5-16,14 0 2 16,5-3-10-16,7 0-5 15,6 0-5-15,2 0-4 0,0-3 1 16,-1-7-15-16,-4-6-157 16</inkml:trace>
  <inkml:trace contextRef="#ctx0" brushRef="#br0" timeOffset="55966.8">30837 15433 14 0,'-1'-4'12'0,"-1"2"14"0,-1 0-4 16,2-1 15-16,-1 0-19 15,1 3 4-15,1-1-6 16,0 1 0-16,0 0-8 15,8 0-4-15,11 0 19 0,8 0 2 16,7 0-12-16,12 0 2 16,12 4-1-16,5-4-1 15,7 5-4-15,3 1-6 16,-2 0-1-16,-1 4-1 16,0-1-1-16,-6 2 2 15,0 0-2-15,-3 2 0 0,-5 1 0 16,-8 3 1-16,-4 0-1 15,-8 1 0-15,-9 4 0 16,-7 1 0-16,-3 1 0 16,-8 3 0-16,-4 4 1 15,-1 5 0-15,-6 5-1 0,2 3 1 16,0 6 0-16,0 4 1 16,-2 5 1-16,1 8 2 15,-4 9 10-15,2 10 23 16,-1 11-19-16,-3 9-1 15,-1 12-9-15,0 5-2 0,-3 3-1 16,2 0-1-16,-2-4-1 16,4-8 1-16,-1-5-3 15,0-11 0-15,2-10 0 16,-1-6-2-16,-1-4 0 16,-3-6 0-16,1-6 1 0,-1-2 0 15,-1-7-1-15,1-3 1 16,-1-6-1-16,1-1 1 15,1-4-1-15,1-3 1 16,0-1 0-16,4-2-1 16,-3-3 0-16,4-4 1 0,0-3-1 15,1-4 1-15,0-6-1 16,2-3 1-16,0-1 0 16,1-2-1-16,0-1 1 15,0 0 0-15,0 3-1 16,-1 1 1-16,0 0-1 0,0-2 0 15,-3 1 1-15,1-3 0 16,0 1 0-16,1-3 3 16,-2 2 4-16,1-1 3 15,0 6-1-15,-1 4-6 16,0 0-1-16,1 5 1 0,2 2-1 16,0 3 4-16,0 1 3 15,0 1-5-15,1-2-4 16,0 3 1-16,0-1 4 15,0-2-1-15,0-2-3 16,0-2-1-16,0-1 3 16,0-4 0-16,0-3-2 0,0-1-2 15,0-3 0-15,0-3 0 16,0-2 3-16,0 1-1 16,0-1 2-16,0-2 0 15,0 1-2-15,-2-1 0 16,1-2 1-16,-1 0-2 0,0-1-1 15,0-2 1-15,-1 0-1 16,-2-1 0-16,-5 1 1 16,-2 0 0-16,-8 1 0 15,-7-1 1-15,-8 3-2 0,-5-1 1 16,-5 1-1-16,3-1 1 16,1-3-1-16,7 0 0 15,8-14-2-15,12-14-44 16,10-12-55-16,4-10-102 15</inkml:trace>
  <inkml:trace contextRef="#ctx0" brushRef="#br0" timeOffset="105768.6">29194 16298 63 0,'-5'2'15'0,"-1"-2"-7"0,-1 1-5 15,2-1 25-15,-2 0 14 0,1 0-23 16,0 0 2-16,-1-1 4 15,1-5 0-15,2 3-2 16,-1 2 0-16,2-2 21 16,1 2-11-16,2-1-16 0,0 2-13 15,0 0-1-15,0 0-3 16,0 0 3-16,0-3 17 16,5-1-5-16,7 0-14 15,4-1 0-15,1 1 0 16,2 3-1-16,-1 1-1 0,-3 0 2 15,1 4-2-15,-6 6 1 16,0 3 0-16,-4 1 0 16,-3 2 0-16,-3-2-1 15,0 2 0-15,-1-2 1 16,-9-3 0-16,1 1 0 16,-3-4-2-16,3-1 2 0,1 0 0 15,4-4 0-15,3 0 0 16,1-3-1-16,1 1 2 15,11-1-2-15,5 2 1 16,1-1 0-16,2 4 0 16,0 1 0-16,-5 0 1 0,1 4-1 15,-6 0 0-15,-2 1-1 16,-2-1 1-16,-4 0 1 16,-2 0-1-16,0 0 0 15,-4 0 0-15,-8 0 0 16,-4-3 0-16,-1 2 0 0,-5-2 1 15,2 0-1-15,1 1-1 16,3-1 1-16,2 1 0 16,7-1 0-16,-1 0-1 15,7-3-3-15,1-1-76 16,2-3-46-16</inkml:trace>
  <inkml:trace contextRef="#ctx0" brushRef="#br0" timeOffset="106223.19">29461 16395 150 0,'0'0'40'0,"0"0"-15"15,0 0 10-15,39-48-4 0,-32 32 4 16,-1 3-5-16,1-1 11 15,-4 0-15-15,1 1-8 16,-1 3-5-16,1 2-5 16,0 1-3-16,2 4 0 15,1 1-5-15,2 2 0 0,-2 0 0 16,2 5 0-16,-2 10 0 16,-1-1 0-16,-3 6 0 15,-1 1 1-15,-2 1-2 16,0 1 1-16,-5 0 1 15,-7-1-2-15,-2 2 1 16,-1-4 0-16,1 0 0 0,3-4 0 16,1-6-2-16,5-1 2 15,5-4 0-15,0-5 0 16,12 0 0-16,6 0 2 16,7-7-4-16,6-3 4 15,5 1-2-15,3-2 0 0,-5 1 0 16,-3 1-41-16,-8-2-95 15</inkml:trace>
  <inkml:trace contextRef="#ctx0" brushRef="#br0" timeOffset="109062.57">29937 16247 52 0,'3'0'123'0,"3"-2"-87"0,-4-3 0 16,2-2-3-16,0 4 3 15,-2 0 0-15,0 2 4 0,-2 1-13 16,0 0-20-16,0 7-6 16,-8 9 1-16,-6 5 0 15,-4 6 2-15,-9 3 4 16,-1 5 2-16,-4 4-1 15,-1 0-5-15,-1 1-3 16,1-1 2-16,3-2-3 0,3-3 1 16,3-5-2-16,4-2 1 15,5-4 0-15,1-4 0 16,6-1-2-16,3-2-13 16,4-4-74-16,1-3-10 0,0-5-56 15</inkml:trace>
  <inkml:trace contextRef="#ctx0" brushRef="#br0" timeOffset="119553.43">29813 16770 236 0,'0'0'4'0,"0"0"27"16,0 0-27-16,0 0-3 0,0 0 0 16,0 0 0-16,0 0 25 15,0 0 7-15,0 0-2 16,0 0-13-16,0 0-1 16,8-19-2-16,-6 17-4 15,0-1-6-15,3 0-3 0,2-3-1 16,2 2 0-16,5 0 2 15,0-2 1-15,4 2 2 16,-1 4-3-16,1 0-3 16,-3 0 1-16,-3 10-1 15,-3 1 0-15,-3 3-1 0,-6 2 2 16,0 2-1-16,0-2 0 16,-6 0 1-16,-5 1 0 15,-3-3 0-15,1-3 1 16,-1-3-2-16,4 1 2 15,3-6-2-15,5 1 0 0,2-3 0 16,0 0 0-16,12-1 0 16,4 0 0-16,4 3 0 15,5 1 1-15,-1 3-1 16,-2 3 0-16,-3 3-1 16,-3 2 2-16,-6-1-2 0,-5 1 1 15,-3 0 0-15,-2 0 0 16,0-1 1-16,-9-1 5 15,-7-2 2-15,-1 0 1 16,-4-1-6-16,-3-4-1 16,2-2-1-16,-3 0 0 15,4-4 1-15,4 0-2 0,3 0 0 16,4 0-13-16,4-5-16 16,6-4-24-16,0-6-68 15,3-2-95-15</inkml:trace>
  <inkml:trace contextRef="#ctx0" brushRef="#br0" timeOffset="119934.54">30146 16833 379 0,'0'0'3'15,"27"-45"16"-15,-12 25 10 0,3 3-10 16,-3 2 0-16,0 2 0 16,-3 3-3-16,-1 7-7 0,-3 3-5 15,0 0-4-15,-4 3 0 16,-1 11 0-16,-3 4-1 16,0 3 1-16,-4 1-1 15,-7 5 1-15,-5 0 1 16,0 1-1-16,-2 0 0 0,2-2-1 15,1-1-1-15,8-4 1 16,1-1-2-16,6-9-4 16,4-1 1-16,14-7 3 15,9-3 3-15,6 0 1 16,10 0-2-16,3 0-11 0,-1-4-23 16,-3-4-51-16,-4-4-171 15</inkml:trace>
  <inkml:trace contextRef="#ctx0" brushRef="#br0" timeOffset="130635.39">30427 16480 210 0,'10'0'131'0,"5"-11"-101"0,5-2-15 0,5 6-10 16,4 1-3-16,0 3-2 15,-1 1 1-15,-4 0-1 16,-2 2 0-16,-3 0-1 15,-5 4-2-15,-4 5-31 16,-2-2-21-16,-6 3-22 0,-2-3-114 16</inkml:trace>
  <inkml:trace contextRef="#ctx0" brushRef="#br0" timeOffset="130792.95">30507 16629 252 0,'0'0'9'15,"0"0"55"-15,0 0-54 16,72-5-6-16,-27-1-3 16,7-3-1-16,5 1 0 15,0-1 0-15,-3-2-34 16,-5 2-47-16</inkml:trace>
  <inkml:trace contextRef="#ctx0" brushRef="#br0" timeOffset="130995.03">31267 16281 470 0,'0'0'4'0,"0"0"29"0,0 0-27 15,0 0-4-15,19 52-2 16,-18-11 1-16,-1 7 0 15,0 3 0-15,0 2-1 16,-3-3-2-16,0-11-154 16</inkml:trace>
  <inkml:trace contextRef="#ctx0" brushRef="#br0" timeOffset="132119.38">26769 17354 356 0,'0'0'-40'0,"14"-48"44"0,-4 29-1 15,2 6-2-15,3 9 0 0,0 1-1 16,1 3 0-16,-3 0 0 15,-3 9 0-15,-1 5 0 16,-1 1 0-16,-4 7 0 16,-3 2 0-16,-1 2 0 0,0 2 0 15,-7-1 0-15,-4-1 0 16,0-4 0-16,-1-3 0 16,1-1 0-16,2-4 0 15,2-2 0-15,4-1 0 16,3-1 0-16,0-2 0 15,6 0 0-15,8 0 1 0,3 2 0 16,0 1 2-16,-1 0-1 16,-2 2 0-16,-2-1 0 15,-5-1 0-15,-1 3 4 16,-6-3 1-16,0 0 3 16,-3 0-2-16,-12-3 0 0,-2 1-4 15,-3 1 0-15,-3-2-3 16,-3 1 0-16,2-3-2 15,3-1-1-15,2-3-2 16,6-2-57-16,3-4-46 16</inkml:trace>
  <inkml:trace contextRef="#ctx0" brushRef="#br0" timeOffset="132448.39">27003 17436 445 0,'0'0'3'0,"36"-45"0"0,-16 29 6 16,-4 10-3-16,1 6-3 15,-5 0-1-15,-1 3 1 16,-2 11-1-16,-4 5-1 0,-3 4-1 16,-2 1 0-16,0 1 0 15,0-1 0-15,-5-1 0 16,-6-2 0-16,1-2 0 15,2-4 0-15,-2-2-1 16,3-2 0-16,4-2 1 0,3-5 0 16,0-1 0-16,11-2 0 15,4 1 0-15,6-2 0 16,1 0 0-16,7 0 0 16,0 0-31-16,2-7-28 15,-2 0-33-15,-1-3-24 16</inkml:trace>
  <inkml:trace contextRef="#ctx0" brushRef="#br0" timeOffset="132617.76">27454 17429 340 0,'0'0'12'0,"0"0"67"16,0 0-72-16,-57 58 25 15,34-17-5-15,-4 10 4 16,-2 6-16-16,0 6-9 15,0 5-4-15,-1 3-2 0,-1 3 0 16,-2 0-2-16,-2-8-71 16,4-12-127-16</inkml:trace>
  <inkml:trace contextRef="#ctx0" brushRef="#br0" timeOffset="133116.72">27177 18013 411 0,'0'0'5'16,"0"0"8"-16,31-41-3 16,-21 38 0-16,0 1-8 15,-1 2 0-15,-1 2-1 16,-2 9-1-16,-5 2 0 15,0 2 0-15,-1 4 0 0,0-1-1 16,-4 2 0-16,-6-3-10 16,2 2-10-16,1-4 3 15,0-2-6-15,3-4-5 16,1 0 7-16,3-3 12 16,0 0 8-16,4-2 2 0,7 1 1 15,2 0 4-15,3 1 19 16,-2 2 1-16,2 0-10 15,-3 3-10-15,0 0-3 16,-5 2-1-16,-5-2 0 16,-3 3 1-16,0-2-2 0,0 1 1 15,-10-2 2-15,-4-1 0 16,0-1 0-16,-2 0-2 16,3-2 0-16,-3-1 0 15,2-1-1-15,2-1 0 16,0-3-2-16,5-1-48 0,1 0-17 15,6-1-35-15,0-12-27 16</inkml:trace>
  <inkml:trace contextRef="#ctx0" brushRef="#br0" timeOffset="133415.12">27391 18103 305 0,'0'0'61'0,"0"0"-36"0,33-48 17 0,-24 41-10 15,-1 6-16-15,-1 1-6 16,-1 3-4-16,-2 10-2 16,0 5-1-16,2 4 0 0,-4 4-2 15,-1-2-2-15,2 2 1 16,-1-3-1-16,0-3-24 16,0-2-8-16,1-4-5 15,-3-3 9-15,1-2 4 16,-1-5 17-16,1-1 7 0,2-3 1 15,1 0 6-15,2 0 21 16,6-7-22-16,4-4-3 16,2-1 2-16,5-2-3 15,3-1 0-15,3-1 0 0,-1 0-2 16,-1-1-3-16,-4-1-88 16,0-6-80-16</inkml:trace>
  <inkml:trace contextRef="#ctx0" brushRef="#br0" timeOffset="133677.31">27703 17608 356 0,'0'0'7'15,"0"0"49"-15,0 0-22 16,0 0-17-16,22-41-9 16,-5 38 3-16,2 2 0 15,3 1-5-15,-1 0-5 0,-2 2-1 16,-1 7 0-16,-5-1-31 16,-4 1-63-16,-4-2-36 15,-5-3-122-15</inkml:trace>
  <inkml:trace contextRef="#ctx0" brushRef="#br0" timeOffset="133819.6">27727 17711 290 0,'0'0'3'16,"0"0"2"-16,47 0-2 16,-17-6-1-16,3-2-1 0,1-3 0 15,0 1 0-15,-1-7-3 16,-5-2-55-16</inkml:trace>
  <inkml:trace contextRef="#ctx0" brushRef="#br0" timeOffset="134002.44">28060 17492 435 0,'0'0'6'15,"0"0"11"-15,-2 38-7 16,4-15 8-16,3 6-11 0,4 4-4 15,-4 1-1-15,0 0-1 16,0-5-2-16,0-11-148 16</inkml:trace>
  <inkml:trace contextRef="#ctx0" brushRef="#br0" timeOffset="135697.84">30086 17329 211 0,'-3'-14'3'0,"-6"4"18"0,1 2 8 16,1 2-8-16,0 2 12 15,-1 3 1-15,-1 1-6 16,-1 1-9-16,-1 10-6 15,-1 8-5-15,-3 6 3 0,-1 8-1 16,2 5-4-16,1 3-4 16,4 2 0-16,4 0-2 15,5-4 1-15,0-3-2 16,8-6 1-16,9-5 1 16,2-9-2-16,4-7 2 0,3-7-1 15,1-2 1-15,-1-10 0 16,-3-7-1-16,-4-2 0 15,-7 0 1-15,-6-1-1 16,-6 1 1-16,0 3-1 16,-13 2 0-16,-3 5 0 15,-2 2 1-15,-2 1-2 0,3 6-1 16,-1 0 0-16,6 0-1 16,4 7-7-16,1-1-97 15,5-2 10-15,2-4-105 16</inkml:trace>
  <inkml:trace contextRef="#ctx0" brushRef="#br0" timeOffset="135997.76">30262 17341 259 0,'0'0'5'0,"0"0"61"15,0 0-52-15,0 0-3 16,0 0 54-16,-26 53-32 16,19-27-10-16,4 3-12 0,3-1-7 15,0-1-3-15,0-3 0 16,9-4 1-16,1-3-2 16,4-7 0-16,4-5 0 15,3-5 0-15,0 0 1 16,4-8 0-16,-1-2 0 0,-2-1-2 15,-3 1-39-15,-1 0-53 16,-9 2-21-16,-3-4-92 16</inkml:trace>
  <inkml:trace contextRef="#ctx0" brushRef="#br0" timeOffset="136173.31">30378 17460 250 0,'0'0'61'16,"0"0"-4"-16,0 0-31 15,0 0 4-15,0 0 2 16,-5 48-14-16,5-21-9 0,1 2-7 16,1 5-2-16,-2 3 1 15,0 0-4-15,0-3-86 16,-3-9-20-16,-1-9-102 16</inkml:trace>
  <inkml:trace contextRef="#ctx0" brushRef="#br0" timeOffset="136447.51">30825 17260 356 0,'0'0'18'16,"0"0"51"-16,0 0-61 15,0 0-1-15,-58 78 31 16,23-24-8-16,-5 16-3 0,-6 6-13 16,-2 12-8-16,-1 3-4 15,0 0-2-15,5-6 1 16,4-4-4-16,7-7-1 16,8-17-67-16,8-17-79 0,10-20-127 15</inkml:trace>
  <inkml:trace contextRef="#ctx0" brushRef="#br0" timeOffset="143006.53">30745 17758 291 0,'-7'7'8'0,"-4"6"35"0,-1 10-22 0,-3 6 20 16,0 6-19-16,5 2-10 15,0-1-2-15,5 0-2 0,1-1-1 16,4-3-4-16,0-3-1 15,0-1-1-15,8-7 0 16,4-9-1-16,4-8 1 16,2-4 0-16,3-11 1 15,0-8-1-15,-2-6 0 0,-5 0 0 16,-6 1 0-16,-3 6 2 16,-5 3 2-16,-6 4 8 15,-9 8-5-15,-4 3-7 16,-3 3 0-16,-3 10-1 15,5 4 0-15,4 3-1 0,3 1 0 16,6-5-62-16,5-6-116 16</inkml:trace>
  <inkml:trace contextRef="#ctx0" brushRef="#br0" timeOffset="143383.7">30973 17890 380 0,'0'0'50'16,"0"0"-26"-16,0 0-6 0,0 0-14 15,0 0 21-15,0 0 10 16,-9 37-7-16,8-19-14 16,-2 0-7-16,3-1-5 15,0 0-1-15,0-1 0 16,0-2-1-16,0-3 0 0,1-1 0 15,3-3-1-15,4-4-1 16,0-3-4-16,3 0 3 16,4-10 1-16,-2-3 0 15,1 1 1-15,-2-2 1 16,-5 3 1-16,1 5 1 16,-5 5 5-16,-1 1 0 0,-1 3-6 15,1 11 0-15,-2 2 2 16,1 5-1-16,0 1-1 15,-1-1 0-15,4-1-1 16,-3-2-1-16,0-4-40 16,1-5-72-16,-1-7-106 15</inkml:trace>
  <inkml:trace contextRef="#ctx0" brushRef="#br0" timeOffset="143663.17">31165 17477 393 0,'0'0'8'0,"20"-44"51"0,-4 27-27 16,8 4-15-16,-1 4-9 15,5 3-1-15,2 4-1 16,-3 2-5-16,0 0-1 0,-3 5 0 16,-4 5-5-16,-6 1-64 15,-10-4-89-15,-4-3-106 16</inkml:trace>
  <inkml:trace contextRef="#ctx0" brushRef="#br0" timeOffset="143789.51">31163 17605 337 0,'0'0'53'16,"0"0"-23"-16,0 0-14 16,0 0-13-16,60 11 3 15,-27-11-4-15,2-4 1 0,2-3-3 16,0-4-1-16,-3-4-92 16,-2-6-70-16</inkml:trace>
  <inkml:trace contextRef="#ctx0" brushRef="#br0" timeOffset="143944.57">31583 17261 492 0,'0'0'6'0,"0"0"12"16,0 51-14-16,3-12 10 16,1 8-5-16,1 4-5 0,-2 4-2 15,-3-6-2-15,0-14-61 16,0-14-321-16</inkml:trace>
  <inkml:trace contextRef="#ctx0" brushRef="#br0" timeOffset="145004.51">22688 16477 400 0,'0'0'2'0,"0"0"-1"0,0 0-1 16,0 0-1-16,42 2 2 15,-31 5 0-15,3 1-1 16,-3-1 0-16,3 3 0 15,-2-1 0-15,-1 1-1 0,-3 1-70 16,-2-3 4-16,-2-2-49 16</inkml:trace>
  <inkml:trace contextRef="#ctx0" brushRef="#br0" timeOffset="145152.94">22632 16749 356 0,'0'0'10'16,"0"0"18"-16,42 8-5 16,-12-8-9-16,5 0-7 15,5 0-2-15,0 0-2 0,-6 0-2 16,-4-10-121-16</inkml:trace>
  <inkml:trace contextRef="#ctx0" brushRef="#br0" timeOffset="146309.62">20564 16006 184 0,'0'0'0'0,"0"0"2"16,-49 5-1-16,31 4 1 15,-8-2 0-15,-2 3 5 0,0 1-1 16,-1-2 0-16,4 2-3 15,2-4 0-15,4-1 0 16,5 0 4-16,5-2 4 16,4 2 1-16,3 1-8 15,0 4-2-15,2 8 0 16,0 9 2-16,2 12 10 0,-2 12-1 16,-2 14-6-16,0 16 2 15,-4 17 8-15,0 18-2 16,-2 14 4-16,1 8-5 15,0 8-6-15,2 3-3 16,-1-4-1-16,4-3 4 0,1-8-1 16,-1-7-2-16,0-7-2 15,-2-12 1-15,-1-12-2 16,1-16 0-16,1-13 4 16,-1-14 7-16,4-13-2 0,0-14-5 15,0-7-3-15,7-9-1 16,4-6 2-16,8-5 11 15,6 1 5-15,5-11-11 16,8-3-4-16,4-4-3 16,3 0-1-16,4-1 1 15,1 1-1-15,0 0 0 0,-3 5-1 16,-4-1 1-16,-5 1-40 16,-5-6-78-16,-6-10-112 15</inkml:trace>
  <inkml:trace contextRef="#ctx0" brushRef="#br0" timeOffset="146606.54">20595 16469 316 0,'0'0'2'0,"0"0"14"0,0 0 32 16,0 0-36-16,0 0-10 15,0 0 1-15,-4 64 0 16,4-25-1-16,3 4-2 0,9-2 0 15,-1-5-5-15,3-11-135 16</inkml:trace>
  <inkml:trace contextRef="#ctx0" brushRef="#br0" timeOffset="146934.6">21760 16233 359 0,'0'0'11'16,"0"0"60"-16,0 0-17 16,0 0-35-16,0 0-16 15,0 0-1-15,18 63 0 0,-12-25-2 16,0 7-1-16,-4 1 1 16,-2-1-7-16,1-6-176 15</inkml:trace>
  <inkml:trace contextRef="#ctx0" brushRef="#br0" timeOffset="147227.43">20798 17338 448 0,'0'0'-11'0,"0"0"16"15,0 0-10-15,20 60 4 16,-15-20 1-16,-3 4 0 15,-1 1 0-15,-1 0-3 0,0-6-88 16,0-8-53-16</inkml:trace>
  <inkml:trace contextRef="#ctx0" brushRef="#br0" timeOffset="147504.63">21748 17122 536 0,'0'0'3'16,"0"0"12"-16,0 47-13 15,0-14 3-15,0 5-5 0,0 5 0 16,0 1 0-16,3 1 0 16,3-5-2-16,-3-9-67 15,-1-12-138-15</inkml:trace>
  <inkml:trace contextRef="#ctx0" brushRef="#br0" timeOffset="148341.74">21765 15902 284 0,'0'0'-1'0,"0"0"3"0,0 0 5 15,0 0 16-15,48-29-6 0,-19 23-1 16,2-3-1-16,3 3 1 15,-1 1-5-15,-5-1-2 16,-2 4 2-16,-7 2-1 16,-4 0 0-16,-2 0-2 15,-4 10-2-15,-4 3-3 0,-1 7 0 16,-4 9 2-16,0 9 2 16,-1 13 1-16,-7 16 11 15,-4 11-5-15,1 13-5 16,3 11-4-16,4 9-3 15,5 3-2-15,2 3 1 16,10 4 0-16,5 0-1 0,3-6 1 16,0 0 0-16,2-6-1 15,-3-5 1-15,-2-10-1 16,0-5 0-16,-3-4 0 16,-1-9 0-16,-3-8 1 15,-5-10-1-15,2-8 1 0,-6-12 1 16,-2-5-1-16,0-10 1 15,0-5 7-15,-6-4 12 16,-2-2-11-16,-1-4-3 16,0 2-2-16,-2-3 3 0,-2-1 4 15,-1 1-3-15,-5 2-2 16,-4 2-3-16,-7 2 0 16,-7 4 2-16,-16 8-4 15,-15 8-2-15,-25 4 0 16,-18-3-14-16,-16-11-221 15</inkml:trace>
  <inkml:trace contextRef="#ctx0" brushRef="#br0" timeOffset="177445.78">2407 3832 106 0,'0'0'48'0,"0"0"-30"0,0 0 3 0,0 0 4 16,0 0 4-16,0 0-1 16,-9-39-10-16,4 33 4 15,3 3 0-15,-3-1-9 16,1 1-7-16,-1-1 3 0,1 0 3 16,-3 1-5-16,1 0-2 15,-3-1-1-15,0 1-1 16,-2 0 0-16,-3 1-2 15,1 0 1-15,-3-1 0 16,-1 0 1-16,-2-1-2 0,-1 1 1 16,-2-1 0-16,-1 1-1 15,1-4 0-15,0 1 0 16,-2-3 0-16,1 1-1 16,2 0 0-16,0-1 1 15,-2 2-1-15,3 0 1 16,0 3-1-16,-2-1 0 0,3 3 0 15,0 0 0-15,-2 2 0 16,1 0 0-16,3 0 0 16,-4 0 0-16,-1 0 0 15,2 0-1-15,0 6 1 0,-1-3 0 16,2 1 0-16,-2 2 0 16,4-2 0-16,-1 0 0 15,1-1 1-15,2 1-1 16,2-1 0-16,-3 0 0 15,3 0 0-15,1-2 0 0,2 4 1 16,-1-4-2-16,-1 3 2 16,3-1-2-16,1 1 1 15,-2 2 0-15,1 1-1 16,1 0 1-16,-2 3-1 16,1 3 0-16,-3-3 0 0,2 5 1 15,-1-3 0-15,2-1 0 16,0-1 0-16,0 0 0 15,3 0 0-15,-1 1 0 16,1-2-1-16,0 1 0 16,0 1 2-16,-1-1-2 15,3 3 1-15,0 0 0 0,-2 2-1 16,2 1 1-16,2 1-1 16,0 3 0-16,0 1 1 15,2-1-1-15,0 0 0 16,0 1 2-16,0 1-2 15,0-3 2-15,2 0-2 0,0-2 1 16,0 1 0-16,0-2 0 16,-2 1 1-16,2-1-2 15,-2-1 1-15,4 1 0 16,-2 1 0-16,0-3 0 0,0 2 1 16,2 1-2-16,-2-1 1 15,3 1 0-15,1 1 0 16,2-1 0-16,3 3-1 15,-1-2 1-15,4 2 0 16,1 0-2-16,2-1 2 16,0 1 0-16,3-2 2 0,1-1-2 15,0-4-2-15,2 1 2 16,0-1 0-16,2-3 0 16,0-2 2-16,2 0-2 15,0-2 1-15,2-1-1 16,3 0 1-16,-1-2 0 0,2 2-1 15,-1-1 1-15,1-3 0 16,1 2-1-16,0 1 0 16,0-2 2-16,3 0-1 15,-3 0-1-15,-1-1 1 16,1 2 0-16,1-1 1 0,-4 0-1 16,1 1 1-16,-5-1 1 15,2-1-2-15,-4-1 0 16,-1 0 0-16,-2 0 1 15,1 0-2-15,-1-4 2 16,1-6 2-16,-2-1 4 0,0-3-1 16,2-5-3-16,-2 1-2 15,0-3-1-15,-3-1 4 16,-1-2-4-16,-3-1 3 16,-1 1-1-16,-4 0-1 15,0 2-1-15,-6-1 1 16,1 2-1-16,-4-1 0 0,0 1 2 15,-2-3 10-15,-5 1 8 16,0-4-20-16,-2-1 0 16,1-5-1-16,-1 0 1 15,1-5-1-15,0 4 0 16,-1-3 1-16,1 6-2 0,-2-2 1 16,-1 2 1-16,-1 1-1 15,1 2 0-15,-2 0 2 16,-1 0 1-16,-1 1 7 15,-1 2-5-15,1-1-4 0,-3 1 1 16,0 1-1-16,0 2 0 16,0-1 0-16,0 5 0 15,0 1-1-15,1 1 1 16,1 1-1-16,3 3 0 16,1 1 0-16,3 1 0 15,3-3-1-15,6 0-1 0,0-8-57 16,8-9-126-16</inkml:trace>
  <inkml:trace contextRef="#ctx0" brushRef="#br0" timeOffset="184883.93">3815 14484 201 0,'0'0'7'0,"0"0"22"0,0 0-15 0,0 0 2 16,0 0 21-16,0 0-6 15,0 0-9-15,0 0 12 16,0 0-10-16,0 0-8 16,0 0 3-16,-31-16-6 0,22 11 6 15,-1 0-3-15,-1-1-6 16,1-1-2-16,-2 1-4 15,-3-1-3-15,-1-3 2 16,0 2-2-16,-2-2 0 16,-4-1 1-16,2-1-2 0,-5-1 1 15,0-1-1-15,1 3 1 16,-3-1-2-16,3 1 2 16,-3 2-1-16,2 1 0 15,-2 2-1-15,0 2 2 16,0 0-1-16,3-2 0 0,0 2 0 15,3-2 0-15,1 1 0 16,2-1 0-16,2-3 0 16,3 2 0-16,-3-3 0 15,3 2 0-15,0-2 0 16,-3 1 0-16,3-2 0 0,-3 2 0 16,1 2 0-16,-3 0 0 15,-1 0 0-15,2 1 0 16,-5 2 0-16,1 1 0 15,-1 0 0-15,0 3 1 16,-1 0-1-16,-2 0-1 0,4 0 2 16,-2 0-2-16,0 0 2 15,2 3-2-15,-4 2 1 16,2-1 1-16,-1 0-2 16,2-2 2-16,-1 2 0 15,-1 1-1-15,1 2 0 16,-4-1 0-16,5 0 1 0,0 2-2 15,-1 1 2-15,4-1-1 16,2-2 0-16,4 1 0 16,0 0 0-16,2 0 0 15,-1-1 0-15,5 1-1 16,-3-1 1-16,3 0 0 0,0 2 0 16,0-1 0-16,1 0 0 15,-1 2 0-15,-1-1 0 16,0-2 0-16,0 1 0 15,1 2 0-15,0-2-1 0,-2-2 2 16,2 1-1-16,1 1 0 16,-1 0 0-16,0-2 0 15,2 3 0-15,-3-1 0 16,1 3 0-16,1 0 0 16,-2 1 0-16,0 2-1 15,1 0 1-15,-1 1 1 0,0 0-2 16,2 2 2-16,-1-2-2 15,3 2 1-15,0-3 0 16,1 2 0-16,0-2 0 16,3 1-1-16,0 0 0 15,0 2 1-15,0 1 0 0,0-1 0 16,3 1-1-16,4 0 1 16,-1 1 0-16,1-1-2 15,-1 2 4-15,4-2-2 16,-1 0 0-16,1-1 0 15,0-1 0-15,1 1 0 0,2-2 0 16,-1 2 0-16,1-2 0 16,-1 0 0-16,0-1 0 15,1 0 0-15,1-2-2 16,-1 0 2-16,1-1 0 0,1 2 0 16,2-2 0-16,-2 1 0 15,1 0 0-15,1-1 0 16,1 2 0-16,1-2 0 15,0 2-1-15,4-2 2 16,-3 2-1-16,0-1 0 16,0 0 0-16,-2-2 0 0,0-1 0 15,2 4-1-15,-4-5 2 16,2 3-2-16,-1-3 2 16,3 1-1-16,-1-2 0 15,-2 1 0-15,2 1 0 16,2-4 0-16,-1 1 0 0,1-1 0 15,2-1 0-15,-4 0 0 16,2-1 0-16,1 0 0 16,-2-2 0-16,-2 2 0 15,1-2 0-15,0 0 0 16,1 0 0-16,-3 0 0 0,2 0 0 16,0 0 0-16,0 0 0 15,1 0 0-15,1 0 0 16,2-3 0-16,0 0 0 15,-1-1 0-15,0-2 0 16,-2 2 0-16,1 0 0 16,-2 0 2-16,-2-1-4 0,0 0 4 15,-1 2-2-15,-3-2-2 16,3 1 2-16,-1 1 2 16,-1-1-2-16,1 0 0 15,1-2 0-15,0 2 0 16,0-2 0-16,1-1 0 0,-1 3 0 15,-1-3 0-15,1 0 0 16,-3 2 0-16,-1-3 0 16,1 1 0-16,-1-1 0 15,-1 0 0-15,0 0 0 0,0-1 1 16,-2-1-1-16,2 0 0 16,-1 0 0-16,0 0 1 15,-1-1-1-15,0-1 0 16,2 0 0-16,0-1 0 15,1 0 0-15,-3-1 1 16,2 1-1-16,-2-1 0 0,0 1 0 16,-3 0 0-16,3 1 0 15,-4-1 1-15,2 1-1 16,-3 0 0-16,0-1 0 16,-1 0 1-16,1-5 0 15,-4-1-1-15,2 1 0 0,-2-1 1 16,0-1-1-16,0 2 0 15,0 1 1-15,0 1 0 16,0-1-1-16,-2 2 0 16,-2-1 1-16,1 3 0 15,-1-2-1-15,-2 0 2 16,0 0-1-16,0-2 1 0,-3 1 0 16,1-2-1-16,-4-1 0 15,3-1 0-15,-2 0-1 16,-3-4 0-16,4-1 0 15,3-4 0-15,5-2-2 0,2-7-22 16,0-8-70-16,0-8-114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22T11:17:06.2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21174 4595 111 0,'0'0'9'0,"0"0"-12"0,0 0 3 0,0 0 0 16,0 0 2-16,38 19-1 15,-25-13 0-15,5-2 2 16,6-1 0-16,4-1 6 15,8-1 3-15,6 0 0 16,6-1-6-16,7 0-1 16,10 0-1-16,9 0 0 0,9 0 0 15,7 0-1-15,8 0 1 16,3 1-2-16,5 1-1 16,3-1 2-16,4 2-1 15,4 0 0-15,8 0 2 0,4-2 4 16,6 2 2-16,5-1-3 15,2 0 1-15,4 0-3 16,1-1 2-16,0 1-2 16,5 0 0-16,-1 0 1 15,2 1-2-15,1-1 3 0,-1 0-4 16,6 2 1-16,2-1 1 16,-1 1-3-16,0-1 1 15,3 1-1-15,1 1 0 16,-2 0 0-16,-4 1 1 15,0-2 0-15,1 2 0 0,3-2 0 16,-2 0 1-16,-4-1-2 16,3 0 0-16,-4-2 0 15,-3 1-1-15,-2-2 0 16,-5 0 0-16,-2 0 0 16,-4 0-1-16,-3 0 1 15,-6 0-1-15,-4 0 1 0,-4-6 2 16,-5 4-3-16,-6-3 0 15,-7 2 1-15,-6-2 1 16,-6-1 0-16,-6 3 0 16,-5-4 1-16,-7 4 2 15,-7-2 1-15,-8 0 4 0,-8 0-1 16,-9 0-4-16,-9 0-2 16,-7 3-2-16,-8 0 0 15,-7 0-1-15,-6-1 1 16,-4 0-6-16,-1-6-96 15,0-4-140-15</inkml:trace>
  <inkml:trace contextRef="#ctx0" brushRef="#br0" timeOffset="1651.9">31524 4677 166 0,'-1'0'5'0,"1"0"4"0,0 0-2 0,0 0-6 16,0 0 2-16,0 0 32 15,0 0 13-15,3 0-27 16,5 0-10-16,3 0-2 15,3 0-3-15,5-2 3 16,9 0 3-16,7 1 0 0,10 1 1 16,11 0-1-16,9 0-2 15,6 0-3-15,6 2-4 16,1 3-1-16,0 0 0 16,-7 0 2-16,-2 1-3 15,-7-2 2-15,-5-1-1 16,-3 1 1-16,-8-1-2 0,-5-1 0 15,-6 0 0-15,-6 1-1 16,-9-1 0-16,-6 1 0 16,-7-1-20-16,-7-2-93 15,-4 0-95-15</inkml:trace>
  <inkml:trace contextRef="#ctx0" brushRef="#br0" timeOffset="2982.21">2297 6399 236 0,'0'0'1'0,"0"0"1"0,0 0-2 0,0 0 1 16,53-35-1-16,-28 28 1 15,6 0 3-15,9 2 5 16,8 1-2-16,6-2-1 16,2 3-2-16,9 2 0 15,6-2-1-15,10 2 2 0,3-1 10 16,9-2 6-16,11 0-5 15,3-2-4-15,5-2-4 16,11-4 0-16,2-2-1 16,9 0 1-16,3-3 4 15,3-2-1-15,6 1-2 0,-1 1-4 16,0 0-2-16,4 4 0 16,-5 0 2-16,-1 6-2 15,-3 4-2-15,-6 3 3 16,-6 0-4-16,-5 7 2 15,-9 8-2-15,-7 3 2 0,-11 3 1 16,-4 2-2-16,-9 3 0 16,-10-2-1-16,-4 0 1 15,-6-4 0-15,-5-2-1 16,-6-6 0-16,-3-3 0 16,0-6 1-16,-4-3-1 15,0-3 1-15,-8-18-27 0,-9-11-117 16</inkml:trace>
  <inkml:trace contextRef="#ctx0" brushRef="#br0" timeOffset="3731">6780 5666 272 0,'0'0'4'0,"0"0"4"0,0 0 3 0,0 0-13 15,-12 46 3-15,16-11 0 16,4 4 1-16,1 3-1 0,3 2 0 16,-1-3 1-16,0-2-1 15,0-9 0-15,-2-8-1 16,-2-6-1-16,-2-16-4 15,-5-6-146-15</inkml:trace>
  <inkml:trace contextRef="#ctx0" brushRef="#br0" timeOffset="3902.32">6758 5363 386 0,'0'0'4'0,"0"0"-2"15,0 0 2-15,0 0-4 16,0 0-10-16,0 0 7 16,0 0-4-16,0 0-13 15,37 8-161-15</inkml:trace>
  <inkml:trace contextRef="#ctx0" brushRef="#br0" timeOffset="4277.93">7002 5788 274 0,'0'0'4'0,"0"0"-6"16,0 0 4-16,14 44 0 16,-8-26-1-16,0-1 0 0,-3 1-1 15,-1-3 1-15,0 0 1 16,1-4-1-16,-3-2 2 15,0-2-2-15,0-3 2 16,-5-1-1-16,-2-3 4 16,-4 0 4-16,0-7 3 0,0-7-6 15,2-5-2-15,3-1-3 16,0-3-1-16,6 0 0 16,2 3 1-16,12 1 6 15,7 8-2-15,0 4-2 16,7 7-3-16,-1 0-1 0,2 7 0 15,-2 10-1-15,-1 1 2 16,-1 2-2-16,-1 0 1 16,1 0-1-16,-3-6-12 15,1-5-104-15</inkml:trace>
  <inkml:trace contextRef="#ctx0" brushRef="#br0" timeOffset="4554.09">7757 5573 417 0,'0'0'-5'0,"-39"15"9"16,16 5-1-16,0 10 4 15,-1 5-3-15,4 7 1 0,2 3-1 16,9-1 1-16,5-3-3 15,4-4-2-15,15-3-2 16,12-11 2-16,6-6 1 16,9-10-1-16,8-7-21 15,-1-17-90-15,-2-14-32 16</inkml:trace>
  <inkml:trace contextRef="#ctx0" brushRef="#br0" timeOffset="4850.47">8089 5722 349 0,'0'0'10'16,"0"0"-1"-16,-41 41-1 0,32-23 8 16,2 4 7-16,5 2 5 15,2-1-20-15,0-2-4 16,3-1-2-16,11-6 1 16,2-3-1-16,4-9-2 0,5-2 1 15,2-7 4-15,2-12-2 16,0-8-2-16,-2-4-1 15,-2-4 2-15,-10-1-2 16,-8 0 1-16,-7 5 1 16,-5 5-2-16,-17 5 1 15,-9 10-1-15,-7 8 0 0,0 3 2 16,-2 7-6-16,4 9 1 16,5 1-6-16,8 0-43 15,5-4-51-15,7-5-16 16</inkml:trace>
  <inkml:trace contextRef="#ctx0" brushRef="#br0" timeOffset="5074.78">8318 5334 385 0,'0'0'7'0,"0"0"-7"15,0 0-1-15,-10 71 3 16,9-23 2-16,1 12-1 16,0 4 3-16,1 1-1 0,11-1-3 15,0 0-1-15,3-7 0 16,2-9-1-16,2-3 0 16,-3-9-1-16,-1-10-2 15,-1-16-144-15</inkml:trace>
  <inkml:trace contextRef="#ctx0" brushRef="#br0" timeOffset="5481.29">8528 5753 402 0,'0'0'8'0,"0"0"-3"15,0 0-1-15,0 0-4 16,0 0 2-16,0 0 0 15,-20 44 0-15,20-24-1 16,0 1 0-16,4 0-1 16,2 1 2-16,0-3-2 0,3-1 0 15,-3-4-2-15,-1-4 2 16,4-3 0-16,-2-6 0 16,1-1 0-16,4-4 0 15,-1-10 2-15,2-6-2 16,3 0-6-16,-3-4 2 0,-1 5 4 15,-1 4 0-15,-5 2 1 16,-2 3 0-16,0 7 3 16,-2 3 0-16,0 0-4 15,0 3 2-15,0 7 4 16,3 4 9-16,3 3-2 0,4 1-7 16,1 1-4-16,7-3-2 15,4-1 1-15,3-6-1 16,2-3-2-16,-2-6-78 15,-2-3-70-15</inkml:trace>
  <inkml:trace contextRef="#ctx0" brushRef="#br0" timeOffset="6071.01">8908 5810 390 0,'0'0'3'16,"0"0"0"-16,0 0-3 15,-21 44 2-15,21-27 1 16,0 4 2-16,6-1-1 16,1 0-1-16,3 1-1 15,-2-2-1-15,0-3 0 0,-1-4-1 16,-5-5 0-16,0-3 1 16,-2-4-2-16,0 0 4 15,0-6 2-15,0-9-5 16,-2-3 1-16,0-5-1 15,0-4 0-15,2 3 0 0,0 3 0 16,4 3 1-16,3 6-1 16,6 6 3-16,2 6 0 15,4 0-4-15,2 8 1 16,0 8 1-16,-1 1 0 16,1 0-1-16,-8 2 0 0,0-1 0 15,-3-2 0-15,-2-3 1 16,-3-3-1-16,-1-2-1 15,0-5 2-15,-4 0-1 16,0-3 1-16,0 0 4 16,-8-6-4-16,1-5 0 0,-2-5 0 15,2-2 0-15,1 0-1 16,5-2 1-16,1 2 0 16,0 4 0-16,9 1 7 15,5 3-2-15,6 5-2 16,0 3-2-16,5 2-1 0,0 0-1 15,1 7 2-15,-4 7-2 16,-1 2 0-16,-1 1 0 16,-5 0-1-16,1 2 1 15,-5-4-8-15,-2-1-64 16,-2-4-33-16,-2-4-94 16</inkml:trace>
  <inkml:trace contextRef="#ctx0" brushRef="#br0" timeOffset="6755.63">9462 5848 418 0,'0'0'1'0,"0"0"6"0,0 0 0 16,0 0-5-16,0 0 0 15,0 0 0-15,10 47 2 16,-3-33 1-16,1-2-2 0,-2-1-2 15,1-1-1-15,-2-3 1 16,-4-3-1-16,0-1 1 16,-1-3 0-16,0 0 1 15,0 0 4-15,-1-7-1 16,-5-6-3-16,-2-5-1 0,1-4 0 16,0-1-1-16,7-1 1 15,0 3-1-15,0 3 1 16,7 5 0-16,6 5-1 15,7 7-1-15,1 1-1 16,6 0 2-16,2 12 0 0,-1 5 0 16,1 1 0-16,-2 2 0 15,-4-1 0-15,-3-1 0 16,-7-2 2-16,-2-4-3 16,-3-3 1-16,0-2 0 15,-4-4 0-15,-3 1 1 0,1-4-1 16,2 0 1-16,-2-1 1 15,3-12 3-15,4-5-3 16,2-5-1-16,5-6 0 16,4-2 0-16,6 0-2 15,-3 4 2-15,0 0-1 0,-2 9 1 16,-5 3 0-16,-3 7 2 16,1 4 0-16,-1 3 0 15,1 1 3-15,1 0 0 16,6 6-1-16,-2 4 0 15,0 0-2-15,1-1 0 0,-3 4 1 16,0-3-2-16,-5 1-1 16,0-3 0-16,-3 0 1 15,-4 0-1-15,-2-4-1 16,0 2 1-16,-3 1-1 16,-3 1 1-16,-11 2 1 0,-5 5-1 15,-8 2 1-15,-4 3-2 16,0 2-2-16,-3 1 1 15,5-6-41-15,2-11-124 16</inkml:trace>
  <inkml:trace contextRef="#ctx0" brushRef="#br0" timeOffset="16126.05">5936 10130 111 0,'0'0'42'0,"0"0"-38"0,0 0-3 16,0 0-1-16,40-4 0 0,-27 4 1 15,3 0-1-15,-1 0 0 16,3 0 0-16,1 0 1 16,0 0 4-16,4 0-3 15,0 0 2-15,1 0-2 16,2 0-1-16,3 0 0 0,1 4 0 15,5-1 0-15,0 1 0 16,4-1-1-16,-1-1 1 16,4-1 0-16,3-1 1 15,2 0 1-15,7 0 1 16,4-3 5-16,5-4-1 16,4-2 3-16,7 0-1 0,1-1-6 15,4 1-3-15,-1-1 1 16,2 2-1-16,3 2 2 15,2-1-1-15,0 4-2 16,0 2 0-16,2 1 0 16,3 0 1-16,-2 0-1 0,0 4 0 15,3 0 1-15,3 5-2 16,0-5 2-16,0 0-2 16,3 0 2-16,5-1-1 15,-3-3 1-15,3 0-1 16,3 0 2-16,2 0 0 0,3-3 2 15,-1-4-1-15,5 2 0 16,1 0 2-16,1 0-3 16,2-1-2-16,1 2 1 15,1 2-1-15,3 1 0 16,2-2 1-16,-2 2-1 0,2 1 0 16,0 0 1-16,0 0 3 15,4 0 3-15,-2 0-1 16,3 4 4-16,1-1-1 15,4 3-3-15,-1-1-4 16,0 1 0-16,2 1 0 0,2-3 2 16,-1 3-3-16,-1-1 0 15,0-2-1-15,1 3 1 16,-1 0 0-16,3 0 0 16,1 1-1-16,1 0 0 15,-2 1 0-15,4 2 1 16,0-1 0-16,-2 1 0 0,2 1-1 15,-2 0 3-15,-1-2-3 16,2 1 3-16,0-2-1 16,-1-4 2-16,0 1-2 15,2-4 2-15,2-2-2 0,-6 0-1 16,4 0-1-16,0-8 0 16,-4-1 1-16,6-2 0 15,-5-1 0-15,1 0-1 16,-2 0 3-16,-1 2 0 15,-1 3 7-15,-3 0 0 16,-4 3-5-16,-1 2-1 0,-6 2-1 16,0 0-2-16,-5 0 0 15,-1 0 1-15,-4 0-2 16,0 0 3-16,-4-1 1 16,0-2 2-16,-6 3-2 0,-6 0-1 15,-7 0-1 1,-6 0 0-16,-4 0 0 0,-7 0-2 15,-4-1 5-15,-3-1 0 16,-3 1 3-16,-5-2 1 16,-3-1-2-16,-1-2 0 15,-2-1-1-15,-5-2 1 0,-2 2 6 16,-6-1-6-16,-5 2-4 16,-9 0-1-16,-5 4-2 15,-5 2 1-15,-1 0 0 16,-5 0 0-16,-2 1-2 15,-3 6 1-15,0 3-2 0,-4-8-39 16,0-2-110-16</inkml:trace>
  <inkml:trace contextRef="#ctx0" brushRef="#br0" timeOffset="17905.07">5346 12104 1 0,'11'0'2'0,"2"0"-1"0,3 0-1 16,1 0 0-16,4 0 2 15,3 0-1-15,3 0 1 16,3 0 0-16,3-4 1 16,7 0 2-16,3-2-2 0,3 2 3 15,4-2 0-15,5 1-2 16,5 0 5-16,5 0-7 15,3 0-1-15,5 1 1 16,4 1-2-16,3 3 1 16,1 0 0-16,6 0 1 0,1 0-1 15,9 0 0-15,-1 0-1 16,5 3 1-16,3 0 0 16,6-2-1-16,-3 1 1 15,7-2-1-15,1 0 2 16,3 0 1-16,1 0-2 0,4-3 4 15,2-3-2-15,2 2 6 16,5 1 3-16,2 1 1 16,7 0-5-16,2 1 0 15,2 0-1-15,3 1-3 16,2 1 0-16,2-1 2 0,0 0 1 16,6 1 0-16,-2-1 5 15,5 0-4-15,-3 1 1 16,4-1 0-16,1-4-1 15,-2-2 2-15,5-1 2 16,-6 0-2-16,4 0-4 0,0-1-2 16,3 0-1-16,-3 1 0 15,-1 0 1-15,1 0 2 16,-5 4-4-16,-1 0 0 16,-8 3 1-16,-2 0 1 15,-6 3 0-15,-3 7 1 16,-5 0 1-16,-6 4-3 0,-6 2 1 15,-5 1-4-15,-11 0 4 16,-4-1-3-16,-11-1 1 16,-7-2 0-16,-7-2-1 15,-6-2 0-15,-8-2 2 16,-7-4-1-16,-8-1 3 0,-5-2 3 16,-5 0 1-16,-3 0 1 15,-9-4-3-15,-2-3 0 16,-3 0-2-16,-6-4 3 15,-1 1 3-15,-3 2-1 16,-4 0-5-16,2 1-3 0,0 5-2 16,-2 2-1-16,-1 0-4 15,-6-9-68-15</inkml:trace>
  <inkml:trace contextRef="#ctx0" brushRef="#br0" timeOffset="40264.29">27497 7156 67 0,'0'0'23'0,"0"0"22"0,0 0-28 0,21-38 7 0,-13 26 4 15,-3-4-1-15,3 1 3 16,-4-2-9-16,4 2 9 0,-6 0-7 16,-1 3-9-16,-1 3-6 15,0 2-2-15,-8 4-4 16,-9 3-1-16,-9 12 0 15,-9 10 2-15,-12 12 1 16,-2 7 1-16,-5 6-2 16,2 2 4-16,8 0-2 0,9-3-2 15,9-2-2-15,9-4 1 16,9-3-2-16,7-3 2 16,1-5-1-16,7-7-1 15,10-8 1-15,6-11-1 16,1-3 2-16,6-19 0 0,3-11-2 15,4-8 0-15,-2-6 1 16,-1 0-1-16,-3 1-2 16,-6 5-3-16,-7 5 3 15,-3 9 1-15,-7 9 1 16,-4 9 1-16,-2 6 0 0,1 6-2 16,-1 15 0-16,2 10 3 15,-1 11 4-15,0 13-3 16,1 10 2-16,-4 8 0 15,1 9 0-15,-1 7-1 0,0 4-3 16,-3-4 1-16,-8-5-2 16,-2-4 1-16,-6-8 0 15,-2-11 0-15,-4-10 0 16,-4-7 1-16,0-10-1 16,-1-10 1-16,-2-8 0 15,1-10 0-15,1-6 0 0,1-7-1 16,4-14-1-16,8-8 1 15,3-8-1-15,13-3-1 16,1-3 2-16,12 1 0 16,10 0 1-16,11 3 8 15,4 4-2-15,3 6-6 0,2 4-2 16,-1 6 0-16,-3 5 0 16,-5 8 0-16,-2 5 1 15,-6 1-1-15,-4 0-1 16,-1 11 1-16,0 5 1 15,-6 2-1-15,1 2 0 0,-4 1 1 16,-3 1-1-16,-1-1 0 16,0 0 1-16,-3-2-2 15,-2-3 1-15,-2-4 0 16,0-2 1-16,0 0-1 16,0-7 0-16,0-1 0 0,0-2 1 15,0 0 1-15,-2-8 0 16,2-4-4-16,0-4 1 15,0-2-1-15,2-1 1 16,5-2-1-16,1 0 2 16,2 3 0-16,-3 5 1 0,1 1-1 15,0 5 0-15,4 5 1 16,0 2-1-16,3 0 1 16,1 6 0-16,2 8 0 15,-2-1-1-15,2 1 0 16,-3 2 1-16,1-3-1 15,-3 1-1-15,0-3-1 0,-1 0-15 16,0-5-50-16,-2 0-58 16,-2-6-24-16</inkml:trace>
  <inkml:trace contextRef="#ctx0" brushRef="#br0" timeOffset="40568.93">28138 7764 317 0,'0'0'14'0,"0"0"49"0,0 0-28 0,0 0-22 0,-49-28-5 16,34 39-1-16,-3 6 3 15,5 2 1-15,3 5-4 16,1 1-4-16,6 2-1 0,3 2-1 15,2-2 0-15,11-2 0 16,9-5-1-16,7-4 2 16,4-9-1-16,5-4-4 15,3-3-32-15,-1-9-27 16,-2-9-78-16,-2-5-29 0</inkml:trace>
  <inkml:trace contextRef="#ctx0" brushRef="#br0" timeOffset="40908.1">28421 7790 249 0,'0'0'10'0,"0"0"21"15,0 0-14-15,0 0-2 16,-44 29 1-16,40-16 5 16,2 3-4-16,2-1-3 15,0 1-7-15,2 0-4 0,8-3-1 16,2-1-1-16,1-5 0 15,6-5-1-15,2-2 0 16,0-2 2-16,4-12-1 16,0-3-1-16,-1-5 0 15,-8-1 0-15,-1-1 0 16,-8 1 0-16,-7 2 1 0,0 2 0 16,-11 6 0-16,-10 1-1 15,-5 6 0-15,-3 4 1 16,0 2-2-16,0 0 0 15,1 11 1-15,8 1-1 16,3 4-4-16,7-5-85 0,5-4-69 16</inkml:trace>
  <inkml:trace contextRef="#ctx0" brushRef="#br0" timeOffset="41545.35">28653 7721 299 0,'0'0'9'16,"0"0"13"-16,0 0-16 15,0 0 2-15,0 0 1 0,0 0 7 16,32 40-4-16,-24-24-4 16,-4-1-3-16,1-3-3 15,1 5-2-15,-3-3 0 16,0-2 0-16,-1-1 1 15,-1-4-1-15,1-3 0 0,-1-2 0 16,-1-2 1-16,2 0 3 16,-2-6-2-16,2-2-2 15,1-3 0-15,-1 0 2 16,2 1-2-16,-1 0 0 16,0-1 1-16,0 4 1 0,3 0 0 15,0-2 6-15,2 2 14 16,-2 3-12-16,3-2-4 15,3 5 0-15,-4 1-2 16,3 0-2-16,0 1 0 16,1 9 0-16,2 0-2 15,-5 3 1-15,2 1-1 0,-1 0 0 16,-2 3 0-16,-1-5 0 16,-1-1 0-16,-1 0 0 15,-2-5 0-15,-1 0 0 16,-1-5 0-16,-1-1 0 0,0 0 1 15,0-8 2-15,0-8-3 16,1-4 0-16,2-4 0 16,3-2 0-16,2 1 0 15,2 2 0-15,-2 5 2 16,0 4 6-16,1 6 8 0,1 4-10 16,-3 4-5-16,2 0-2 15,2 6 1-15,-1 6 1 16,1 3-1-16,0 3 1 15,-1 2-1-15,1 1-1 16,-3 1-1-16,0 0-15 0,-1-3-43 16,0-2-66-16,-1-6-174 15</inkml:trace>
  <inkml:trace contextRef="#ctx0" brushRef="#br0" timeOffset="41921.53">29387 7746 148 0,'0'0'117'0,"0"0"-98"0,0 0 20 0,0 0-21 16,0 0-10-16,0 0-1 15,0 0 7-15,37-37 6 16,-20 34-9-16,2-1-5 0,3-2-4 16,2 0-1-16,0-2 1 15,2-4 0-15,-4 0 0 16,2-1 0-16,-5-3 5 16,-4 2 5-16,-3 1 0 0,-6-1-1 15,-6 0-1-15,-1 1 0 16,-15 3-1-16,-5 2-3 15,-9 5 5-15,-5 3 16 16,-3 7-10-16,-1 14 0 16,2 8-5-16,2 6-2 15,5 8 1-15,9 2-5 0</inkml:trace>
  <inkml:trace contextRef="#ctx0" brushRef="#br0" timeOffset="43013.96">29613 7548 91 0,'0'0'12'0,"0"0"21"0,5-37-18 0,-5 26 4 16,0 1-4-16,-1 2 3 15,-4 2-3-15,0 0-1 16,1 3-1-16,-1 2-4 16,1 1-5-16,-1 0 0 0,-5 0-4 15,0 8 2-15,-1 1-2 16,-5 5 0-16,1 3 2 15,-3 0-2-15,2 0 2 16,-5 0-1-16,2 0 0 16,3-1 0-16,-2-2 0 0,5 0 3 15,1 1-2-15,2-3 3 16,4 4 4-16,5-5 0 16,1 1-3-16,4-1 4 15,12-5 38-15,10 0-15 16,5-4-14-16,8 1-10 0,1-3-6 15,2 0-2-15,-1 0 0 16,-6 0-2-16,-5 0-63 16,-6 0-84-16</inkml:trace>
  <inkml:trace contextRef="#ctx0" brushRef="#br0" timeOffset="44049.96">29598 7622 114 0,'0'0'6'0,"0"0"19"15,0 0-8-15,0 0-5 0,0 0 4 16,-38-21-2-16,29 19-3 16,0 2-3-16,0 0-5 15,-1 0-2-15,-2 0 0 16,1 2-2-16,-3 3 2 15,2 2-2-15,-1 2 1 0,2 0 0 16,-2 1-1-16,0 1 0 16,4 0 0-16,0 0-1 15,1-2-2-15,2-2-5 16,2 0-88-16,1-2 84 16,2-3 13-16,1 0 0 0,0-2 1 15,0 0 2-15,0 0 5 16,6 0 14-16,9 0 37 15,3-7-25-15,9-2 4 16,4-2-5-16,8-2 8 16,3-3 10-16,-1 2-22 0,3-1-4 15,-5 0-13-15,-6 1-5 16,-6 3-3-16,-5 2-2 16,-12-2 0-16,-5 4 1 15,-5-2-1-15,0 2 0 16,-14 0-1-16,-11 3-3 0,-9 1 1 15,-9 3 0-15,-5 0 1 16,-5 0 0-16,0 7 0 16,5 5 0-16,1 3 0 15,6 2 0-15,6 5 0 16,7 2 1-16,5 4-1 0,8 3 0 16,6 2 1-16,9 3 1 15,2 0 1-15,19-2-1 16,10-4 0-16,10-4-1 15,12-9 0-15,9-7 0 16,1-6-1-16,3-4 0 0,-4-3-18 16,-7-14-87-16,-10-4-194 15</inkml:trace>
  <inkml:trace contextRef="#ctx0" brushRef="#br0" timeOffset="46083.16">28170 8548 3 0</inkml:trace>
  <inkml:trace contextRef="#ctx0" brushRef="#br0" timeOffset="46231.44">28179 8706 47 0,'6'47'83'0,"1"0"-11"0,3-2-13 16,-2-5-28-16,0-5-26 16,2-5-5-16,-5-4 0 15,1-4 0-15,-4-2 0 16,-2-7-3-16,0-6-5 15,0-7-133-15</inkml:trace>
  <inkml:trace contextRef="#ctx0" brushRef="#br0" timeOffset="46764.21">28148 8603 83 0,'0'0'2'0,"-10"-39"2"0,6 24-47 0</inkml:trace>
  <inkml:trace contextRef="#ctx0" brushRef="#br0" timeOffset="46978.23">28172 8711 19 0,'13'53'96'16,"4"2"-15"-16,-4 1-13 15,1-2-17-15,-4-3-3 16,-4-6-15-16,-2-8-31 16,-1-7-1-16,-1-11 0 0,-2-8 0 15,0-3-1-15,0-3 0 16,0-3 0-16,1-2 1 16,6 0 0-16,2 0-2 15,5-11-18-15,7-4-139 16</inkml:trace>
  <inkml:trace contextRef="#ctx0" brushRef="#br0" timeOffset="47418.92">28725 8856 225 0,'0'0'6'16,"0"0"31"-16,-48-28-2 15,23 25-4-15,-8 3 5 16,1 0 0-16,-2 7-13 0,2 6-19 16,3 5-2-16,2 2-1 15,9 1 0-15,2 4 5 16,8 0-3-16,5 1-1 16,3-1-3-16,1-5 2 15,11-1-2-15,7-5 1 0,5-9 0 16,4-5 0-16,3-5 0 15,0-11 1-15,0-8-1 16,-8-1 1-16,-3-1 0 16,-8 3 0-16,-5 5-1 15,-6 2 1-15,-1 8 0 0,0 1 1 16,-4 4 5-16,0 3-1 16,0 0-2-16,4 4-3 15,0 7 0-15,4 4 0 16,8 0-1-16,5 1 0 15,4-1 0-15,4-2 0 0,3-2 0 16,4-6-1-16,0-4-35 16,-1-1-70-16,-4-13-44 15</inkml:trace>
  <inkml:trace contextRef="#ctx0" brushRef="#br0" timeOffset="47962.38">28853 8533 384 0,'0'0'-49'0,"0"0"16"0,0 0 11 16,0 0 20-16,0 0 0 16,21 68 4-16,-8-31 21 15,4 4 15-15,-2 2 9 16,2 2 2-16,-3-4-39 15,-3-4-9-15,-1-7-1 0,-4-9 1 16,-3-7-1-16,0-7 0 16,-3-7 1-16,1-4 3 15,-1-13-1-15,0-7-3 16,2-4 1-16,2-4-1 16,3-2 0-16,0 3 1 0,2 4-1 15,5 6 0-15,-1 9 1 16,0 6-1-16,0 6-1 15,-5 5-1-15,-2 9 0 16,-4 3 1-16,-2 4 2 16,0-2-2-16,-5 0 1 0,-3-1-2 15,0 0 1-15,-1-3 0 16,-1 0-2-16,3-1 1 16,0-1-2-16,2-3 2 15,3 0 0-15,2-3 0 16,2 0 1-16,12 0 0 0,2-2 1 15,4-1 0-15,4 1 1 16,2-3-1-16,1 1 0 16,-1-3 1-16,2 0-1 15,-4 0 0-15,1 0 1 16,-2-5-1-16,-4-2-1 0,-2-3 1 16,-8-4-113-16,-3-4 1 15</inkml:trace>
  <inkml:trace contextRef="#ctx0" brushRef="#br0" timeOffset="48536.45">29256 8507 347 0,'0'0'5'0,"0"0"-2"0,0 0-3 0,0 0 0 16,0 0 1-16,-2 60 0 0,11-31 6 15,2 3 25-15,0 3-14 16,2 1-12-16,-4-2-3 16,0 0-1-16,-2-6-2 15,-2-2 0-15,-3-5 1 0,0-7-1 16,-1-4 0-16,1-5 0 16,-2-5 0-16,0 0 3 15,0-13-2-15,0-3-1 16,2-1 1-16,3-4-1 15,1 4 0-15,3 0 1 0,3 4-1 16,2 3 0-16,0 7 0 16,0 3 0-16,1 0 0 15,1 6 0-15,-4 5 0 16,1 0 1-16,-1 2 0 16,-5-1-1-16,4-1 0 15,-1 0 1-15,-3-2-2 0,2-2 1 16,-2 0 0-16,-1-4 0 15,-2-2 0-15,-1-1 0 16,1 0 1-16,2-4 0 16,1-6-1-16,2-5 0 15,5-1 0-15,1-1 0 0,4 0 0 16,0 4 1-16,3 4-2 16,-3 6 2-16,-2 3-1 15,1 0 0-15,-8 8-1 16,-2 3 1-16,-1 3 0 15,-3-1 0-15,-4 1 1 0,0 2-2 16,-9-2-1-16,-1-2-5 16,0-3-93-16,-3-6-23 15</inkml:trace>
  <inkml:trace contextRef="#ctx0" brushRef="#br0" timeOffset="48909.12">30014 8670 295 0,'0'0'6'0,"0"0"6"0,0 0-7 0,0 0-3 16,0 0 3-16,0 0 4 16,-24 41 11-16,24-22-5 15,2-2-12-15,11 1-1 16,3-1-1-16,5-4-1 0,1-4 0 15,2-6 0-15,0-3 0 16,-3 0 0-16,-4-6 0 16,-6-5 0-16,-5-2 1 15,-6-1-1-15,-6-1 0 16,-11 0 0-16,-2-1 0 0,-5 0-1 16,1 1 1-16,1-2-1 15,2 1 1-15,5 0-2 16,8 1 1-16,2 5 1 15,5 0 1-15,8 3-2 16,13 1-1-16,8-1-11 0,7-4-127 16</inkml:trace>
  <inkml:trace contextRef="#ctx0" brushRef="#br0" timeOffset="49126.99">30417 8400 255 0,'0'0'6'0,"0"0"22"15,0 0 21-15,0 0-21 16,0 0-8-16,-42 15 5 16,38 13 12-16,1 12-19 15,3 10-2-15,0 9-5 16,1 2-5-16,6 6-2 0,4 2-1 16,-4 0-3-16,0-3 0 15,-4-6 0-15,-3-2-2 16,0-11-1-16,-4-7-6 15,-6-12-103-15,-2-15-30 0</inkml:trace>
  <inkml:trace contextRef="#ctx0" brushRef="#br0" timeOffset="49311.71">30181 8954 320 0,'0'0'4'15,"0"-38"12"-15,14 21 27 16,8 0-20-16,9 0-3 16,5 0-9-16,11 0 0 15,2 0-9-15,6-2-1 0,3 1-1 16,1-5-4-16,-4-10-111 16,-5-12-102-16</inkml:trace>
  <inkml:trace contextRef="#ctx0" brushRef="#br0" timeOffset="49917.83">30932 8186 393 0,'0'0'7'0,"0"0"-9"0,0 58 3 16,0-21 0-16,0 11 2 15,0 5 0-15,0 2 1 16,0 2 0-16,0-2-2 16,0-6 1-16,0-8-3 0,0-8 0 15,0-11 0-15,0-9 1 16,0-9-2-16,0-4 2 16,0-4 3-16,-6-16-2 15,0-7-3-15,0-11 2 16,2-9 0-16,2-8-2 0,2-8 1 15,3-5 0-15,10 0 1 16,6 1-1-16,1 10 2 16,0 6 3-16,0 14-16 15,-1 13-25-15,-1 8 21 16,2 12 11-16,-4 4 2 16,4 6-1-16,-1 11-3 0,-3 6 10 15,-4 5 12-15,-5 3-6 16,-5 5-7-16,-2 0-2 15,-5-3 0-15,-7-1-2 16,-3-4 0-16,-2-4 0 16,-1-7-1-16,0-1-1 0,1-6 0 15,5-3-1-15,1-3 1 16,4-1 0-16,6 0 3 16,1 0-2-16,3 4 4 15,8 0-2-15,2 4 1 16,2 5 1-16,1 1-1 0,3 3 0 15,0 1-2-15,0 0 2 16,3-2-1-16,0-5 0 16,2-1 0-16,0-5 0 15,2-6-4-15,1-2-100 16,2-6-37-16</inkml:trace>
  <inkml:trace contextRef="#ctx0" brushRef="#br0" timeOffset="50295.02">31597 8352 264 0,'0'0'6'0,"-43"-20"-1"0,18 15 2 16,-4 3 30-16,2 2 7 15,0 0-11-15,3 9-14 16,7 3-13-16,3 5-4 0,8 2-2 15,6 0 0-15,5 2 1 16,14 0-1-16,8 0 0 16,4 0 1-16,3 1-1 15,-3-1 0-15,-2 2 0 16,-7-2-1-16,-10 2 1 0,-6-4-1 16,-6 0 1-16,0-2-2 15,-13-3 2-15,-5-1 0 16,-3 0 0-16,-2-3-1 15,-2 0-1-15,0-6 0 0,-2-1-3 16,0-2-21-16,2-1-66 16,5-1 13-16,2-13-125 15</inkml:trace>
  <inkml:trace contextRef="#ctx0" brushRef="#br0" timeOffset="50494.53">31507 8420 262 0,'0'0'2'16,"0"0"46"-16,0 0-28 15,0 0-15-15,0 0 73 0,-31 59-40 16,11-24 8-16,-2 7-32 16,-5 8-9-16,-2 4-4 15,-3 3-1-15,-1 0-1 16,1-9-2-16,6-9-157 15</inkml:trace>
  <inkml:trace contextRef="#ctx0" brushRef="#br0" timeOffset="50737.02">31878 8653 406 0,'0'0'5'0,"0"0"-14"15,0 0-26-15</inkml:trace>
  <inkml:trace contextRef="#ctx0" brushRef="#br0" timeOffset="54245.92">22377 7911 107 0,'0'-12'25'0,"0"2"-6"0,-9 3 22 15,0 7-7-15,2 4-16 16,-4 16-14-16,2 7-2 0,0 10 3 16,2 7 15-16,2 7 25 15,1 6-35-15,4 3-1 16,-3 0-3-16,3-2-5 15,0-6 0-15,0-8 0 16,0-14-1-16,0-9 0 16,0-9 0-16,0-11 1 0,0-1 10 15,0-13 14-15,-1-12 0 16,-1-8-22-16,0-11-2 16,2-11 0-16,0-8 0 15,0-5 0-15,0-3-1 16,5 3-1-16,2 7 0 15,-1 11 2-15,0 13 2 0,-3 14 44 16,3 14-37-16,1 9-4 16,4 12-8-16,2 12 2 15,5 9 1-15,1 4 1 16,5 3 1-16,4 5 0 0,2 1-1 16,1-1-1-16,2 0 0 15,-3-3-1-15,-1-1-1 16,-4-8 1-16,-3-5-2 15,-7-7-33-15,-8-8-65 16,-7-7-40-16</inkml:trace>
  <inkml:trace contextRef="#ctx0" brushRef="#br0" timeOffset="54451.99">22384 8256 278 0,'0'0'2'0,"0"0"2"0,25-56 1 0,1 39-1 0,8 4 0 0,6-3-2 15,6 4 0-15,1 1-1 0,3 2-1 16,-5 0-1-16,-1-1-18 16</inkml:trace>
  <inkml:trace contextRef="#ctx0" brushRef="#br0" timeOffset="54908.04">22992 8042 254 0,'0'0'5'15,"0"0"11"-15,0 0 32 16,-50-24-7-16,26 23 15 16,-1 1-9-16,0 0-19 15,3 4-14-15,-2 6-9 0,10 6-3 16,2 1-1-16,8 0-2 15,4-2 1-15,0 1 0 16,4-3 1-16,12-5-1 16,2-3 0-16,3-5 0 15,3 0 0-15,-2-9 1 0,-1-5 0 16,-5 2-1-16,-3 1 1 16,-5 3-1-16,-5 3 1 15,-1 4 1-15,-1 1-3 16,0 7 2-16,1 12-2 15,1 10 1-15,1 10 2 16,1 9-1-16,1 6 2 0,0 1-3 16,2 5 1-16,-4-5 0 15,-2-5 0-15,-2-6 0 16,0-11-1-16,0-8 1 16,-4-8 0-16,-5-9-1 0,-2-7 1 15,-1-1 0-15,-3-12 0 16,0-10-2-16,-1-8 0 15,6-7-1-15,5-7-2 16,5-3-33-16,2-2-23 16,11 0 11-16,5 7-16 0,2 5-6 15,4 1-116-15</inkml:trace>
  <inkml:trace contextRef="#ctx0" brushRef="#br0" timeOffset="55292.08">23159 8139 99 0,'0'0'107'0,"0"0"-100"0,0 0 11 16,48-37 23-16,-25 23-5 16,4 0 8-16,2-3-7 0,-2 2-15 15,2-1-10-15,-8 1-6 16,-2 1-4-16,-5 0 0 15,-7 1 1-15,-5 0 0 16,-2 3 2-16,-6-1-1 16,-11 7 0-16,-7 2-1 15,-2 2 4-15,-4 3 5 0,1 14 9 16,0 3-9-16,5 4-4 16,7 6-2-16,7 0-2 15,9 1 1-15,1-3 0 16,11-2-2-16,12-6-1 0,12-5 0 15,9-9 0-15,9-6 0 16,12 0-1-16,4-11-1 16,0-9-12-16,0-10-175 15</inkml:trace>
  <inkml:trace contextRef="#ctx0" brushRef="#br0" timeOffset="56137.93">29046 9576 245 0,'0'0'22'0,"0"0"1"0,0 0 20 15,0 0-29-15,0 0-12 16,-16 44 1-16,16-2 8 16,1 6 19-16,5 4-19 0,-4 4-7 15,2-1-3-15,1 0-1 16,-1-8 0-16,0-7-1 15,2-4-1-15,-1-12-2 16,1-11-2-16,1-12-110 16,3-4-32-16</inkml:trace>
  <inkml:trace contextRef="#ctx0" brushRef="#br0" timeOffset="56535.36">29359 9676 264 0,'0'0'0'0,"0"0"17"16,0 0 35-16,0 0 8 15,0 0-22-15,-41-36-11 16,24 49-7-16,-2 6 8 16,1 6-12-16,2 6-4 0,4 2-4 15,5 3-2-15,5-1-3 16,2 0-1-16,2-2-1 15,12-5-1-15,2-3 1 16,7-9-2-16,4-7 2 16,5-6-1-16,2-3 1 0,-3-10 1 15,0-6-1-15,-9-6-1 16,-7-3 0-16,-7 0 2 16,-8-3-2-16,0-1 0 15,-13 0 0-15,-6 2-2 16,-5 1 1-16,-2 7-3 15,-3 2 2-15,2 6-1 0,2 4-2 16,6 3-23-16,4 4-51 16,5-3-63-16,6 1-26 15</inkml:trace>
  <inkml:trace contextRef="#ctx0" brushRef="#br0" timeOffset="56934.86">29575 9410 265 0,'0'0'3'0,"0"0"13"15,0 0 10-15,0 0-17 16,0 0-5-16,0 0 3 0,0 0-3 15,-26 37 1-15,26-21 0 16,4-3-3-16,8 1-1 16,2-3 0-16,4-1 1 15,2 0 3-15,-2 0 0 16,1-2-2-16,-5 2-2 0,-1 1 0 16,-3-3 0-16,-3 2 0 15,-3-2-1-15,-3 1 0 16,-1-2 1-16,0 1-1 15,-11-3 1-15,-4 0-1 16,-4 1-1-16,-7-2 1 0,0-1-2 16,0 1 0-16,2-4 2 15,1 0-4-15,5 0-11 16,5-1-46-16,5-9 17 16,7-6-60-16</inkml:trace>
  <inkml:trace contextRef="#ctx0" brushRef="#br0" timeOffset="57112.97">29566 9412 245 0,'0'0'9'15,"0"0"71"-15,0 0-5 0,20-45-27 16,-3 33-6-16,9-4-17 16,7-1-6-16,8 1-9 15,10 0-8-15,-1 4-2 16,-4-8-4-16,-5-5-161 15</inkml:trace>
  <inkml:trace contextRef="#ctx0" brushRef="#br0" timeOffset="60763.84">22586 9152 239 0,'1'8'6'0,"3"2"-7"0,3 8 2 0,2 8 1 16,2 8 1-16,3 8 0 15,-1 6-1-15,-1 3 1 16,-2 0 0-16,-3-1-2 0,-1-5 1 15,-1-8-2-15,-3-10 0 16,-2-7 0-16,0-10-3 16,0-9-181-16</inkml:trace>
  <inkml:trace contextRef="#ctx0" brushRef="#br0" timeOffset="61247.79">22969 9199 150 0,'0'0'27'0,"0"0"27"16,0 0-34-16,-40-19 3 0,21 19 6 15,0 0 7-15,1 7 7 16,-4 6-17-16,1 5-9 16,4 4-5-16,1 5-3 15,9 1 2-15,1 2 12 16,6 1-13-16,3 0-7 0,13-2 1 16,4-5-1-16,6-1 0 15,3-8 0-15,2-6-1 16,2-8 0-16,-3-1-1 15,-1-7 0-15,-2-8 1 16,-6-4 0-16,-3-2-1 0,-5-2 1 16,-7-4 0-16,-6-1-1 15,0-5-1-15,-12 3-1 16,-6-2 0-16,-7 3 0 16,-5 8 0-16,-6 6 1 15,-3 8-1-15,1 7-2 0,0 0 0 16,5 11-2-16,2 7-3 15,10-4-64-15,9-1-60 16,9-10-70-16</inkml:trace>
  <inkml:trace contextRef="#ctx0" brushRef="#br0" timeOffset="61979.88">23125 8750 82 0,'0'0'17'0,"0"0"36"0,0 0-32 0,0 0-6 15,0 0-4-15,0 0-2 16,0 0 0-16,0 0 5 0,0 0-7 16,-38 42-1-16,31-28 9 15,0 1 4-15,3-4-9 16,0-1-5-16,0-3-3 15,2 0 0-15,0-5-2 16,2-2 2-16,0 0 4 16,0-4 43-16,0-7-20 0,2-3-27 15,6-3-1-15,0-1 2 16,3 0-3-16,-1 0 0 16,-3 3 0-16,0 3-2 15,-2 2-3-15,-2 3 0 16,0 7-1-16,-3 0 2 0,0 0-19 15,0 8 14-15,0 5 10 16,0 3 0-16,2 1-1 16,-1 3-1-16,3-1-1 15,2 1 4-15,1 1 9 16,3 0 20-16,2 0-5 0,-1-1-3 16,1 0-14-16,-1-3-8 15,1 0-2-15,-4-4-1 16,-4 0-9-16,-3-7-122 15,-1-2-129-15</inkml:trace>
  <inkml:trace contextRef="#ctx0" brushRef="#br0" timeOffset="62207.98">23084 9079 201 0,'0'0'56'0,"0"0"-21"16,0 0-5-16,0 0 62 0,0 0-29 16,40-15-24-16,-11 3-13 15,6-1-16-15,7-1-4 16,-1 0-5-16,1 4-1 0,-5-1 0 16,-5-2-7-16,-9-4-149 15</inkml:trace>
  <inkml:trace contextRef="#ctx0" brushRef="#br0" timeOffset="79588.84">22696 9816 39 0,'0'0'34'0,"0"0"-10"0,0 0-20 0,0 0-4 16,0 0 5-16,0 0 5 15,0 0 27-15,0 0-18 16,0 0-7-16,43-6-4 16,-23-3 1-16,7-4 2 0,9-3 2 15,7-5 1-15,9-2 4 16,5-5 0-16,9-3-2 15,3 1-5-15,1 1-4 16,0 1-1-16,-3 6-2 16,-9 1 0-16,-5 6-3 0,-13 4 0 15,-9 3-1-15,-5 1 0 16,-8 3-10-16,-4 0-46 16,-6 1 1-16,-6-4-99 15</inkml:trace>
  <inkml:trace contextRef="#ctx0" brushRef="#br0" timeOffset="80005.88">22645 9713 225 0,'0'0'1'0,"85"-43"0"0,-16 13 0 16,23-7-1-16,22-2 1 15,15-7-1-15,12-5-1 0,0-3-49 16</inkml:trace>
  <inkml:trace contextRef="#ctx0" brushRef="#br0" timeOffset="83873.72">23054 9814 202 0,'0'0'29'0,"0"0"-32"0,0 0-50 16,0 0 3-16,0 0 20 15</inkml:trace>
  <inkml:trace contextRef="#ctx0" brushRef="#br0" timeOffset="85882.94">21648 10739 163 0,'0'0'28'0,"0"0"-8"0,0 0 4 16,0 0-3-16,0 0-8 15,0 0-8-15,0 0-3 16,0 0 4-16,-27 62 2 0,19-17 4 15,3 6 3-15,-5 6-9 16,4 8 1-16,-2 2-4 16,0 4-1-16,1-6-1 15,-1-1 0-15,1-7-1 16,1-6 0-16,0-10 1 0,2-8-1 16,0-9 1-16,2-8-1 15,1-6 1-15,1-6-1 16,0-4 0-16,0 0-27 15,0-10-37-15,4-11-98 16</inkml:trace>
  <inkml:trace contextRef="#ctx0" brushRef="#br0" timeOffset="86389.54">21466 10907 291 0,'0'0'2'0,"-21"-49"26"16,16 24 7-16,3-2 27 15,2 2-45-15,0 1-13 16,9 2 12-16,6 2-11 15,6 5-3-15,1 2-2 0,7 7-2 16,2 6 0-16,0 0 1 16,1 5 0-16,-3 10 0 15,-4 4 0-15,-3 3 0 16,-7 3 1-16,-3 1-1 16,-8 4 0-16,-4 2-1 0,-2 2 1 15,-16 1-1-15,-4 1 2 16,-4-2-2-16,-3-3 2 15,-1-3-1-15,1-5 0 16,2-2 1-16,6-4-1 16,6-2 1-16,6-4 1 15,6-2-2-15,3-2-1 0,7 1 0 16,9-1 1-16,6 5 1 16,3 5 0-16,1 4 0 15,1 6-1-15,-1 3 1 16,0 1-1-16,-6-3 1 0,0-1-1 15,-4-4 1-15,-3-6-15 16,-4-3-58-16,-2-4 9 16,-5-3-7-16</inkml:trace>
  <inkml:trace contextRef="#ctx0" brushRef="#br0" timeOffset="86902.99">21883 11188 337 0,'0'0'3'0,"0"0"17"0,0 0-15 0,0 0-6 16,0 0 3-16,0 0 7 15,-16 56 6-15,16-28-8 16,0 3-4-16,4-1-2 16,3 3-1-16,3-3 1 0,1-6-1 15,-1-6-1-15,2-5 1 16,0-7-9-16,3-6-18 15,0-3 23-15,1-14 3 16,-1-6-3-16,-1-4-4 16,-3-3 2-16,-2 2 6 0,-3 2 2 15,-3 4 4-15,-3 6 21 16,0 6 25-16,0 5-10 16,0 5-21-16,0 0-20 15,0 11-3-15,0 4 2 16,4 5-1-16,5 3 1 0,0 1 1 15,5-1-2-15,1-2 0 16,3-1-2-16,0-4-48 16,2-6-39-16,-1-6 3 15,-1-4-59-15</inkml:trace>
  <inkml:trace contextRef="#ctx0" brushRef="#br0" timeOffset="87323.18">22260 11261 332 0,'0'0'15'0,"0"0"2"16,0 0-18-16,0 0 12 16,0 0 18-16,0 0-7 15,0 0-13-15,16 50-6 16,-12-31-2-16,1 1 0 0,-5 1-1 15,0-1 0-15,0-3 2 16,0-2-2-16,0-4 0 16,0-4-9-16,0-4-7 15,0-3 9-15,0 0 12 0,-2-7-4 16,-1-5 0-16,3-1-1 16,0-3 1-16,0-1 2 15,0 2 15-15,5 3 2 16,0 3-7-16,3 2-3 15,1 7-6-15,2 0-4 0,0 0 0 16,0 6 0-16,2 2 0 16,-1 2-1-16,-2 1 1 15,0 2-1-15,0-1 1 16,1-1-1-16,-4 1-31 16,1-1-57-16,-5-4-21 0,0-4-66 15</inkml:trace>
  <inkml:trace contextRef="#ctx0" brushRef="#br0" timeOffset="87721.21">22506 11343 340 0,'0'0'27'0,"0"0"7"16,0 0-21-16,0 0-15 15,0 0 2-15,0 0 2 16,0 0 7-16,0 0-2 15,0 0-5-15,40 37-1 0,-38-21 0 16,-1-2 0-16,-1-3 0 16,0-1-1-16,0-3-2 15,0-1-12-15,0-3 3 16,0-3 3-16,-2 0 11 16,1-9 0-16,-1-3-3 0,2-2 1 15,0-2 0-15,0 0 6 16,5 0 10-16,6 1-1 15,-2 5 2-15,0 2-3 16,2 5-12-16,2 3-3 16,-2 1-1-16,-1 6 0 0,0 4 0 15,-1 2 1-15,-2 1-1 16,0 1 1-16,-2-1-15 16,3 0-13-16,-4-5-29 15,1-1-35-15,0-6-32 16</inkml:trace>
  <inkml:trace contextRef="#ctx0" brushRef="#br0" timeOffset="87908.54">22783 11352 325 0,'0'0'15'16,"0"0"24"-16,0 0-28 15,0 0 8-15,0 0 9 16,-3 47-13-16,3-34-10 15,0 0-4-15,0 2 1 16,0-2-6-16,2-1-88 16,-2-5-32-16</inkml:trace>
  <inkml:trace contextRef="#ctx0" brushRef="#br0" timeOffset="88077.98">22763 11218 349 0,'0'0'31'16,"0"0"-20"-16,0 0 17 16,-7-42-22-16,9 41-5 15,8 1-3-15,4 0-3 16,-1 1-59-16,0 4-43 0,0 2-133 16</inkml:trace>
  <inkml:trace contextRef="#ctx0" brushRef="#br0" timeOffset="88420.02">22895 11360 283 0,'0'0'12'15,"0"0"11"-15,0 0-23 16,0 0 7-16,0 0 25 16,0 0-3-16,0 0-17 15,31 44-9-15,-25-34-1 0,0-1-1 16,-2-1 1-16,-1-2-4 15,-1-2-11-15,-1-1-13 16,-1-3 3-16,0 0 18 16,0-6 8-16,0-6-3 15,0 0-5-15,0-5 5 0,1 3 11 16,1 1 27-16,2 3-1 16,-2 3-14-16,3 4-7 15,-1 3-13-15,2 0-3 16,1 4-1-16,3 6 1 15,3-1 0-15,0 4 0 0,4-2 0 16,2-2-18-16,3-4-55 16,2-2-24-16,3-3-74 15</inkml:trace>
  <inkml:trace contextRef="#ctx0" brushRef="#br0" timeOffset="88811.24">23323 11314 130 0,'0'0'160'15,"-37"-4"-153"-15,12 4 12 16,-1 0 11-16,1 6 23 16,3 4-28-16,3 4-10 0,6 2-7 15,7-1-6-15,4 0-1 16,2-4-1-16,3-1-1 16,11-3 0-16,3-5 1 15,4-2-15-15,1 1-14 16,2-8 11-16,0-2 11 15,-6-1 5-15,0 3 3 0,-1 6 6 16,-5 1 20-16,-4 4-7 16,-1 15-5-16,-1 10-7 15,1 10 6-15,-4 9-6 16,-1 10-5-16,-1 6 0 16,-1 0-1-16,0-3 0 0,-7-5-1 15,-3-7 0-15,-5-9 1 16,-3-10 2-16,-1-6 0 15,-1-10 5-15,0-9-3 16,5-5 0-16,2-12 3 16,8-16-5-16,5-11-3 0,4-15-4 15,19-10-24-15,8-6-17 16,9-7-26-16,9-4-45 16,6 0-104-16</inkml:trace>
  <inkml:trace contextRef="#ctx0" brushRef="#br0" timeOffset="89648.01">24134 10897 409 0,'0'0'3'0,"-44"-6"16"0,16 6-12 0,-2 8 6 16,-1 7 11-16,2 5-4 15,3 4-9-15,4 3-9 16,8 2-2-16,9 1-1 16,3-1 2-16,2 1-1 0,9 0 0 15,11-2-1-15,2 2 2 16,4-3-2-16,-1 3 2 16,-2 0-1-16,-5-2 0 15,-7-1-7-15,-8-1-2 16,-3-5 6-16,-9-2 3 0,-7-2 0 15,-4-5 0-15,-4-2 1 16,-4-4-1-16,0 0 1 16,-2-5-1-16,1-1 1 15,-1 0 0-15,7-1 1 16,1-7-2-16,6-1 0 0,7-1 1 16,9-2-1-16,0-2-1 15,20-3-3-15,7 1-43 16,7-8-43-16,9 0 4 15,6-3 2-15,0-1-17 0,-1 1 80 16,-8 3 72-16,-6 5 36 16,-7 3-6-16,-7 9 19 15,-7 7-15-15,1 0-41 16,-5 13-17-16,-1 13-8 16,1 9 2-16,-1 9 4 15,2 6-11-15,-5 8-5 0,3 5-6 16,-3 2-1-16,0 0 0 15,-1-2-1-15,-4-6-1 16,0-12 1-16,0-9-1 16,-2-12 0-16,-4-13 1 15,-4-11 0-15,2-4 4 0,-2-25-3 16,1-13-1-16,1-14-1 16,7-14 0-16,1-13 0 15,12-5 0-15,9 2-10 16,5 7-1-16,3 11 6 15,-2 16 4-15,-2 16 2 0,-4 16 0 16,-4 13-2-16,-3 7-1 16,-2 11 0-16,-6 11 1 15,-3 6 0-15,-3 7 0 16,-6 3 1-16,-11 0 0 0,-4-1 1 16,-4-3-1-16,2-6-1 15,-2-5 1-15,5-9-6 16,1-6-24-16,3-6 2 15,4-2 3-15,6 0-28 16,2-14-53-16,4-2-17 16</inkml:trace>
  <inkml:trace contextRef="#ctx0" brushRef="#br0" timeOffset="90206.36">24534 11391 301 0,'0'0'18'0,"0"0"28"0,48 3-17 0,-27-3 4 0,1-8-5 15,2-4-3-15,-2-2-10 16,0-3-10-16,-1-1-2 0,-3-4 0 16,-4 1-1-16,-8 0 2 15,-4 2-3-15,-2 5 7 16,-8 3 4-16,-8 4-7 15,-7 5-1-15,-1 2 0 16,2 3-1-16,-1 11 1 16,5 7 2-16,5-1-2 0,4 5-3 15,7-1 0-15,2 1-1 16,5-1 0-16,10-4 1 16,8-3-2-16,4-2 2 15,8-6-1-15,3-4 0 0,4-5 0 16,3 0 1-16,0-7 0 15,-3-6-1-15,-4-3 1 16,-6-2 0-16,-5-1-1 16,-9-1 1-16,-7 3 1 15,-7 2 0-15,-4 3 3 16,-6 1 17-16,-9 5-6 0,-4 2-13 16,-1 4-1-16,0 0 0 15,3 6 0-15,4 7-2 16,5 1-2-16,7 1 0 15,1 1 0-15,4 1 1 16,11-3 1-16,5 1 0 0,4-4 0 16,5-1-4-16,2-6-31 15,1 0-2-15,6-4-4 16,-2 0-20-16,2 0-28 16,4-12 3-16,3-4-68 15</inkml:trace>
  <inkml:trace contextRef="#ctx0" brushRef="#br0" timeOffset="90582.5">25493 11258 330 0,'0'0'49'0,"-46"-7"7"15,19 7-31-15,-2 0 3 16,3 10 9-16,2 5-12 0,5 2-16 16,3 1-4-16,5 1-4 15,6 0-1-15,5-2 1 16,0-3-2-16,7-1 1 15,7-5 1-15,-1-2-2 16,4-6-13-16,-1 0 3 0,3-6 1 16,-4-12 3-16,1-8 4 15,-2-9 3-15,0-9-1 16,1-9-2-16,-1-5 3 16,-2-6-2-16,0 4-2 0,-6 2 3 15,-3 10 1-15,-3 11 0 16,0 12 9-16,-3 19 12 15,-3 9 1-15,-6 25-20 16,0 15-1-16,3 10 1 16,1 7 37-16,0 4-30 15,5-1-7-15,3-4-2 0,0-8 1 16,3-8-2-16,5-10-49 16,4-13-87-16,5-15-258 15</inkml:trace>
  <inkml:trace contextRef="#ctx0" brushRef="#br0" timeOffset="91418.03">26140 11171 239 0,'0'0'6'0,"0"0"25"15,0 0 11-15,0 0-8 0,43-45-1 16,-21 39-9-16,-1 2-12 15,3 0-4-15,2 2-6 16,-1 2-1-16,-6 0-1 16,-3 4 0-16,-3 5-3 15,-7-2-67-15,-6 0-24 0,-4-1-105 16</inkml:trace>
  <inkml:trace contextRef="#ctx0" brushRef="#br0" timeOffset="93373.97">23617 8501 125 0,'0'0'3'0,"0"0"15"15,25-41 11-15,-18 30-2 16,-1 1-8-16,-1 1 3 15,-3 1 2-15,-1 1 2 16,-1 0 5-16,0 2-5 0,0 0-1 16,-6 0-13-16,-5 2-7 15,-3 1-4-15,-3 0 2 16,-5 1-3-16,-3-1 0 16,-2 1 1-16,-4-2 0 15,-4 3 0-15,-2 0 0 0,-3 0-1 16,-5 0 1-16,-3 0 1 15,0 0-1-15,-2 4 1 16,1 2 0-16,0 5-1 16,-1 2 0-16,0 3 1 15,-4 2-2-15,-1 5 1 0,-3 2-2 16,-2 4 2-16,1 1-1 16,1 5 1-16,-4 2-1 15,3 1 0-15,3 1 1 16,2 0-2-16,4-1 2 15,4 1-1-15,4 0 1 16,4 2-1-16,1 0 0 0,2 3 0 16,0-3 0-16,1 1 0 15,1-3 0-15,1-2 1 16,3-3-1-16,1 2 1 16,4-3-1-16,3 0 0 0,2 0 2 15,2-1-2-15,2 0 1 16,3 2 2-16,1-4-2 15,2 2 1-15,1 1 1 16,3-3 3-16,0 0 9 16,2 1-4-16,2 2-7 15,1 0-1-15,0 2 0 0,0 3 0 16,2 1-1-16,7-2 1 16,-2 1-2-16,5-4 2 15,3 0 1-15,4-4 0 16,2 1 2-16,6-7 5 15,2 2 0-15,4-5-2 0,2-1 0 16,3-3-3-16,3-3-2 16,0-4 3-16,1-1 6 15,1-3-1-15,0-2-5 16,1-1 2-16,2 1-1 0,-3-1-2 16,2-2-3-16,-1 2-1 15,1-3 0-15,-1 0-1 16,-1 0 1-16,0 0-1 15,1-10 1-15,5 0 3 16,-3-6 1-16,2-2-1 16,1-3 13-16,0-3-6 0,2-3-3 15,0-2-1-15,3 1 0 16,3-3 0-16,-1 1-2 16,0-2 0-16,0-2-1 15,-1 3-1-15,-3-3-1 16,0 1 0-16,-2 1 0 0,-1-2 0 15,-1 2 0-15,-4 1 1 16,-4-1-4-16,1-2 1 16,-7 2 0-16,-1-4-1 15,-2 1 1-15,-2-3 0 16,-3-3-2-16,-7 4 3 0,1-2-3 16,-7 0 3-16,-2 2-1 15,-3 0-1-15,-2-2 1 16,-1 1 0-16,-3-3-1 15,-1 0 1-15,-1-2 0 16,0-2 0-16,0 1-1 0,0-2 0 16,0-1 0-16,-3-3 1 15,-4-2-1-15,-2 1 0 16,-8-2 0-16,-4 4 1 16,-10 3 0-16,-10 5-1 15,-10 4 0-15,-16 10 2 16,-13 11-2-16,-17 11-4 0,-13 5-5 15,-6 17-33-15,-2 1-38 16,11-8-117-16</inkml:trace>
  <inkml:trace contextRef="#ctx0" brushRef="#br0" timeOffset="97183.64">30211 9308 85 0,'3'-3'28'0,"0"-1"29"0,-2 2-40 0,-1-2 6 16,0 1 1-16,0 1-5 15,0 1-4-15,0-1-1 16,0 0-6-16,0-1-4 16,0 2 0-16,-3-1 3 0,-1 1 6 15,2 1 3-15,-3-3-2 16,1 2-2-16,-2-1-2 15,-4 1 0-15,1-2-5 16,-4 2-1-16,-1-2-2 16,-4-3-1-16,0 3 1 15,-3-2 0-15,-1-3-1 0,-2 1 1 16,-2-2 1-16,-1 1-1 16,-2 0 2-16,0 1-1 15,-1 1 0-15,-3 3-1 16,0 2-1-16,-1 1-1 15,-7 0 0-15,-1 0 0 0,-3 7-1 16,-2 0 1-16,-6 4 0 16,2-2 0-16,-1 2-1 15,0 1 2-15,2-1-1 16,4 2 1-16,4 1-1 0,5-1 0 16,7 4 0-16,3 4 1 15,1 2-2-15,5 5 1 16,1 6 0-16,-4 2 0 15,3 5 1-15,0 2-1 16,2 5 0-16,-1 0 1 16,3 2-1-16,0 2 0 0,4-2 1 15,-1 1 0-15,2-5 1 16,3-2-1-16,1-2-1 16,0-2 2-16,4-3-1 15,1-3 1-15,1-1-2 16,2-6 2-16,0-2 2 0,5-3 8 15,7-4 14-15,5-1-4 16,9-5-1-16,4-2 0 16,10-3-4-16,11-4-1 15,8-3 3-15,7 0-1 16,6-2-1-16,4-7-7 0,3 0-3 16,1-3 0-16,0-3-2 15,2-2 4-15,-3-3 1 16,4-3-3-16,3-6-2 15,-5-1 0-15,-2-6 0 16,-1 2-3-16,-7-5 1 16,-7 0-1-16,-7-3-1 0,-6-1 1 15,-12 0-1-15,-8-1 0 16,-8 0 0-16,-7 1 4 16,-11 1 2-16,-4 0-2 15,-1-1-3-15,-6-2 0 16,-15 0-2-16,-8-1 0 0,-10 2 0 15,-12 6-2-15,-15 7 2 16,-12 10-2-16,-11 10 0 16,-4 11-7-16,-1 3-43 15,11 3-74-15,18-6-205 0</inkml:trace>
  <inkml:trace contextRef="#ctx0" brushRef="#br0" timeOffset="115107.1">24030 9116 127 0,'5'-8'140'0,"2"-2"-122"0,0 1 1 15,5 2-14-15,7 4-4 16,6 3 0-16,6 0 0 16,6 0 3-16,5 7 4 0,4 6 1 15,1 3-2-15,4 8-1 16,-4 3-1-16,2 7 5 15,-4 6-7-15,-1 10 0 16,-3 5 6-16,0 3 1 16,-3 5-4-16,-1 2-1 0,-1 3-2 15,-5 2 3-15,-4 1 0 16,-2 1-3-16,-5 1-1 16,-7 0-1-16,-8-2 0 15,-4-1 0-15,0-5 2 16,-8-1 3-16,-10-7-3 15,-1-3 1-15,-1-7-2 0,0-3 1 16,3-4-2-16,1-5-1 16,3-3 1-16,5-7 0 15,1-2-1-15,2-7 0 16,3-4 0-16,1-3 1 16,0-5-1-16,0-1 0 0,0-2 1 15,0-1-1-15,0 0-1 16,0-1-12-16,0-11-56 15,3-9-76-15</inkml:trace>
  <inkml:trace contextRef="#ctx0" brushRef="#br0" timeOffset="118256.22">24536 10349 151 0,'-2'-10'4'0,"2"0"19"0,0 3-6 0,0 1-6 15,0 2-4-15,0 3-1 16,0-2 7-16,0 3-1 16,0 0-6-16,0 0-3 15,4 4 11-15,-1 5 4 0,0 3 4 16,2 5-8-16,0 3-1 16,1 6-3-16,1 2-2 15,-2 5-1-15,1 0-5 16,-2 1 0-16,0-3 0 15,-2-1-1-15,-1-7-1 0,2-3 1 16,-1-7 0-16,-2-3 0 16,2-1 1-16,-2-6 1 15,0 1-1-15,0-2 0 16,0 0 0-16,0 0-1 16,0-2 0-16,0 1-1 15,0-1 1-15,0 0-1 0,0 2 1 16,0-2-1-16,0 0 0 15,0 2 1-15,0-1-1 16,0 0 0-16,0-1 1 16,0 1-1-16,0-1 1 0,0 0 1 15,0 0-1-15,0 0 0 16,0 0 1-16,0 0-1 16,1 0 1-16,1 0-2 15,0 0 0-15,1 0 0 16,2 0 0-16,-4 2 0 0,1-1 0 15,1 0 0-15,-1 0 1 16,1 0-1-16,0-1 0 16,-2 3 0-16,0-2 0 15,1-1 0-15,-1 0 0 16,-1 0 0-16,0 2 0 16,0-2 0-16,0 1 0 0,0-1 0 15,0 2 0-15,0 0 1 16,0 1 0-16,0 1-1 15,-1 1 0-15,-1 0 0 16,0 1 1-16,-1 1 0 16,-1 0 0-16,2 0 1 0,-1 2 0 15,2-2-2-15,0 3 2 16,-1-3-1-16,2 0 0 16,0 0-1-16,0 0 1 15,0-4-1-15,0 1 1 16,0-3 0-16,0 0 0 0,0-1 2 15,0 0 4-15,4 0 12 16,8-6 1-16,4-7-11 16,10-6-5-16,6-6 0 15,6-3-3-15,4-3 1 16,1-2 0-16,-1 0 0 0,-2 2 0 16,-4 0 0-16,-4 5-2 15,-4 2 0-15,-2 4 0 16,-5 6 0-16,-2 1-9 15,-4 3-24-15,-2 2-27 16,-7-2-76-16</inkml:trace>
  <inkml:trace contextRef="#ctx0" brushRef="#br0" timeOffset="122751.21">23977 7524 284 0,'0'0'5'0,"0"0"16"16,0 0-1-16,0 0-17 0,-40-30-1 15,27 29 0-15,-4 1-1 16,0 0 2-16,-3 3 6 15,1 8 4-15,-1 3-2 16,2 6-2-16,1 6 4 16,3 4-5-16,1 6 2 0,5 6-1 15,3 4-3-15,5 7-3 16,0 1 0-16,13-3 0 16,2 2-3-16,5-5 1 15,5-4-1-15,4-10 0 16,3-4 2-16,0-7-2 0,2-8 1 15,0-9-58-15,-7-6-43 16,-2-13-48-16</inkml:trace>
  <inkml:trace contextRef="#ctx0" brushRef="#br0" timeOffset="123265.09">24081 7501 340 0,'0'0'2'0,"0"0"3"16,0 0 9-16,0 0-8 16,0 0-8-16,0 0 1 15,0 0 3-15,0 0 3 0,0 0 2 16,19 50-3-16,-8-29-3 15,2 2-1-15,1-2 0 16,-1-2 1-16,1-4-1 16,1-3 0-16,-3-7 0 15,0-3-5-15,0-2-10 0,1-11 4 16,-3-8-7-16,2-5-9 16,-3-6 14-16,-1 1 12 15,-4-2 2-15,0 6 2 16,-4 4 35-16,0 5 12 15,0 9 5-15,0 7-15 0,0 0-28 16,0 18-13-16,0 5 4 16,-4 8-2-16,2 8 3 15,-1 3 0-15,1 5-1 16,2 1-1-16,-2 5-2 16,-1 4 0-16,0-2 1 15,1-4-1-15,-2-4 0 0,-2-7-2 16,2-9-31-16,2-8-48 15,-1-12-31-15,1-8-71 16</inkml:trace>
  <inkml:trace contextRef="#ctx0" brushRef="#br0" timeOffset="123699.27">24369 7778 294 0,'0'0'3'0,"0"0"18"16,0 0 7-16,0 0-6 0,0 0-11 16,0 0-6-16,0 0 3 15,0 0 1-15,53-21-2 16,-39 32-4-16,3 4-1 15,-1 0-1-15,-5-1 0 16,-2 2-1-16,-1 1 1 16,-2-1-1-16,-2-3 0 0,-3-1 1 15,-1-2-1-15,0-3 1 16,0-4 1-16,-1-2 2 16,-5-1-1-16,0-1 0 15,1-12-2-15,1-4 1 16,2-5 0-16,2-4 0 0,0-4-2 15,7-4 1-15,7-1-1 16,5 1 0-16,1 2 0 16,4 4-3-16,2 4-26 15,3 4-25-15,-2 4-12 16,2-1-9-16,-1 0-94 0</inkml:trace>
  <inkml:trace contextRef="#ctx0" brushRef="#br0" timeOffset="124071.9">24889 7463 264 0,'0'0'0'0,"0"0"16"0,0 0-4 15,0 0-10-15,0 0 1 16,-55 3-2-16,36 8 19 16,-4-2 16-16,0 8-16 15,3 0-3-15,1-1-10 16,6 2-5-16,2-1-1 0,8 0-1 15,3-3 0-15,3-1 0 16,15 1 0-16,4-2 0 16,1 0 0-16,7 1 0 15,-1 0 0-15,0 1 0 0,-6 0 0 16,-3 1 0-16,-4 1 0 16,-5 0 0-16,-6 1 0 15,-5 0 0-15,0-2 0 16,-8 1 0-16,-7-3 1 15,-8 0 0-15,-2 0-1 16,-2-2 1-16,2-3-1 0,0-2 0 16,0-3-1-16,5-1-1 15,4-2-13-15,3-2-54 16,6-10 8-16,4-8-30 16</inkml:trace>
  <inkml:trace contextRef="#ctx0" brushRef="#br0" timeOffset="124266.01">24828 7562 173 0,'0'0'161'0,"0"0"-141"0,0 0 4 16,-42 19-13-16,24 2-1 16,2 6 0-16,-2 7 1 15,3 3 7-15,-3 6-13 16,3 4-2-16,-1 7-3 15,3 1 0-15,-1-1-1 0,3 0-1 16,2-7-105-16,-2-9 29 16,4-15-170-16</inkml:trace>
  <inkml:trace contextRef="#ctx0" brushRef="#br0" timeOffset="124570.85">24882 7382 334 0,'0'0'95'15,"0"0"-72"-15,0 0 8 16,0 0-25-16,52 6-6 15,-32 30 0-15,2 11 0 0,-3 12 4 16,-7 13 0-16,-8 12 3 16,-4 8-3-16,-14 9-3 15,-16 8-1-15,-13 2-3 16,-10-8-74-16,-10-13-150 16</inkml:trace>
  <inkml:trace contextRef="#ctx0" brushRef="#br0" timeOffset="127245.62">30611 7324 309 0,'0'-10'6'0,"0"4"42"0,0 6-1 0,0 0-41 16,0 10-7-16,0 7 3 15,0 6-1-15,0 5 2 16,0 3-1-16,0 4-2 0,0-3 0 16,3 1 1-16,-1-5-2 15,2-6-7-15,-2-7-55 16,1-6-18-16,-2-9-29 15</inkml:trace>
  <inkml:trace contextRef="#ctx0" brushRef="#br0" timeOffset="127400.83">30567 7189 381 0,'0'0'3'16,"-15"-38"-1"-16,15 25-1 0,0 7 1 15,3 6-11-15,7 0-68 16,5 2 2-16,-2 3-66 16</inkml:trace>
  <inkml:trace contextRef="#ctx0" brushRef="#br0" timeOffset="127750.84">30834 7371 319 0,'0'0'33'0,"0"0"-24"16,0 0-10-16,0 0 1 15,16 42 0-15,-11-30 1 16,-3-1 1-16,0 0-2 16,-2 1 0-16,0-3 0 15,0 0 0-15,0-3 0 0,0-1 1 16,0-3-1-16,0-2 1 15,0 0 3-15,0-6 1 16,0-6-3-16,4-4 0 16,5-4-1-16,5 0 0 15,0 3 1-15,-1 0 12 0,-2 7 14 16,2 6-1-16,-4 4-20 16,1 0-7-16,2 11 2 15,2 6 0-15,4 3-2 16,1 4 0-16,2 2 0 15,4-1 0-15,2 1-28 0,1-8-81 16,4-8-66-16</inkml:trace>
  <inkml:trace contextRef="#ctx0" brushRef="#br0" timeOffset="128212.96">31956 7970 471 0,'0'0'9'0,"0"0"8"0,44 54-16 0,-20-11 2 16,0 16 2-16,-4 11-3 16,-6 8-1-16,-12 7-1 0,-5 6 1 15,-22-3-1-15,-12-1 1 16,-13-5-2-16,-15-1-28 16,-12-8-63-16,-8-14-45 15</inkml:trace>
  <inkml:trace contextRef="#ctx0" brushRef="#br0" timeOffset="128678.21">28047 8393 363 0,'0'0'5'0,"-60"74"12"0,32-13 0 0,2 12 12 0,4 9-12 15,9 9-12-15,12 0-4 0,2-6-2 16,25-8 0-16,14-9 0 16,17-7 0-16,14-17-1 15,14-22-77-15,9-20-69 16</inkml:trace>
  <inkml:trace contextRef="#ctx0" brushRef="#br0" timeOffset="134070.54">26080 11428 52 0,'-8'0'-10'0,"0"-3"-31"16</inkml:trace>
  <inkml:trace contextRef="#ctx0" brushRef="#br0" timeOffset="134241.66">26360 11359 6 0,'0'0'18'0,"39"-4"-9"15,-23 2-3-15,0 2 2 16,4 0 3-16,-5 0-3 0,0-7-5 15</inkml:trace>
  <inkml:trace contextRef="#ctx0" brushRef="#br0" timeOffset="135041.01">26216 11318 107 0,'0'0'12'0,"0"0"22"0,0 0-10 0,0 0-2 16,0 0-3-16,-20-40 4 15,21 33-3-15,8-2-5 16,3 2-5-16,5-1 5 16,2 2 4-16,3 0 0 15,3 0-4-15,2 3-8 0,-2 2-4 16,-1 1-3-16,1 1 1 15,-2-1-1-15,-3 4-1 16,-1 1-12-16,-3-1-33 16,-3-2 5-16,-4-2-30 0,-4 0-70 15</inkml:trace>
  <inkml:trace contextRef="#ctx0" brushRef="#br0" timeOffset="135414.44">26134 11142 124 0,'0'0'6'0,"0"0"22"15,0 0-10-15,0 0 7 0,0 0-5 16,0 0-4-16,0 0-2 16,0 0-8-16,0 0 1 15,42-21 0-15,-19 21-1 16,6 0-4-16,2 0 0 0,-2 5-2 15,-2 2 1-15,1 1-1 16,-1 1-1-16,-6-2-29 16,-4-3-28-16,-5-3-76 15</inkml:trace>
  <inkml:trace contextRef="#ctx0" brushRef="#br0" timeOffset="135653.99">26123 11352 216 0,'0'0'41'0,"0"0"-37"16,0 0 2-16,0 0-5 0,0 0 0 15,55-5-1-15,-26 1 0 16,5 1 0-16,4 2 1 16,4-2-2-16,-3-1-28 15,-2-6-132-15</inkml:trace>
  <inkml:trace contextRef="#ctx0" brushRef="#br0" timeOffset="136737.22">27331 10773 106 0,'0'0'4'0,"0"0"19"0,0 0 5 16,-8-42-1-16,6 37-11 15,0 0-6-15,-1 4 3 16,1 1 1-16,0 0-6 0,0 11-5 16,-1 10-1-16,1 13 2 15,-5 15-1-15,1 13 0 16,-1 12-3-16,-2 16 39 15,-1 10 43-15,-1 7-43 16,-1 1-29-16,1 5-6 0,2-8-3 16,1-8 2-16,1-12-1 15,1-13-2-15,3-17 0 16,1-17 0-16,0-12 0 16,2-11 0-16,-2-13-1 15,0-4 2-15,0-19-68 0,0-14-89 16</inkml:trace>
  <inkml:trace contextRef="#ctx0" brushRef="#br0" timeOffset="137296.42">27260 10944 217 0,'0'0'4'0,"-11"-40"0"0,7 19 14 16,4 5 11-16,0 4-19 0,1 0-8 15,7 5-3-15,2 3-3 16,2 3 1-16,1 1-1 15,1 2 2-15,-3 11 2 16,1 3-2-16,-3 5 1 16,-3 2-1-16,-2 2 5 15,-4 2 1-15,0 0-2 0,-2-1-2 16,-6-3 1-16,-1-4-2 16,2-3 1-16,-1-4 1 15,3-3-1-15,4-3 0 16,-1-5 0-16,2-1 0 15,2 0 0-15,11 0 0 0,2 0 0 16,5-1 0-16,3-2 1 16,2 2-1-16,-6 1 0 15,2 0 4-15,-5 7 5 16,-3 6-4-16,-4 1-1 16,-3 3 2-16,-3 1 0 0,-3 1 3 15,0 1-1-15,-13-2 1 16,-5-1 0-16,-6-1-2 15,-4-2-2-15,-3-3-2 16,-3-1-2-16,2-3 1 16,2-2-4-16,4 1 1 0,4-4-2 15,7 1 1-15,6-3-4 16,5 0-94-16</inkml:trace>
  <inkml:trace contextRef="#ctx0" brushRef="#br0" timeOffset="137674.51">27626 11320 332 0,'0'0'3'0,"0"0"-4"0,-18 40 3 0,12-20-1 15,1 4 1-15,3 0 5 16,2 2 12-16,0-2-4 0,2-1-3 16,9-2-4-16,3-2 0 15,1-5-2-15,2-5 1 16,5-5 6-16,-3-4 7 16,2 0-5-16,-1-8-4 15,-2-6-5-15,0-4-2 16,-8-6-1-16,-2-5 0 0,-7-4-1 15,-1-3-1-15,-12-1 0 16,-9 4-1-16,-8 5 0 16,-3 8-1-16,-1 10-2 15,4 10 2-15,2 1-11 0,8 11-108 16,10-7-53-16</inkml:trace>
  <inkml:trace contextRef="#ctx0" brushRef="#br0" timeOffset="140028.1">27213 10519 17 0,'-11'27'42'0,"4"-4"-11"0,-1-6-5 15,5-7-6-15,2-5-5 16,1-5-5-16,0-1 12 15,1-13-13-15,10-7-3 0,2-5-14 16,2-3-37-16,5-5-30 16</inkml:trace>
  <inkml:trace contextRef="#ctx0" brushRef="#br0" timeOffset="140324.1">27483 10490 21 0,'0'0'24'0,"0"0"4"0,29 42 3 16,-19-32-11-16,-2-1-3 15,-1-5-6-15,-2 1-1 16,-3-1-1-16,0-3-4 0,-1-1 3 15,-1 0 6-15,0 0 9 16,0-9-20-16,0 0-4 16,0-3-1-16,-1-2-4 15,0-3-5-15,-1-2-18 16,0-1-8-16,-2-1-24 0,0 0-2 16</inkml:trace>
  <inkml:trace contextRef="#ctx0" brushRef="#br0" timeOffset="140557.22">27190 10601 15 0,'0'0'19'16,"0"0"-11"-16,0 0-3 16,0 0-2-16,0 0 3 15,0 0-1-15,0 0-5 16,0 0-15-16</inkml:trace>
  <inkml:trace contextRef="#ctx0" brushRef="#br0" timeOffset="140840.63">27470 10551 16 0,'0'0'32'0,"0"0"-9"15,38 35 2-15,-26-28-8 16,-1-1-4-16,0-2-4 16,-2-1-2-16,-4-2-2 15,-1 0-1-15,-2-1 2 0,-2 0 0 16,0 0 18-16,0-8-10 16,-8-3-10-16,-4-5-5 15,-2-6-21-15,-2-4-24 16,-3-1-44-16</inkml:trace>
  <inkml:trace contextRef="#ctx0" brushRef="#br0" timeOffset="141320.63">27527 10581 11 0,'0'0'14'0,"0"0"-1"0,0 0 12 0,0 0-14 0,0 0-9 16,0 0-2-16,-3-49-23 16</inkml:trace>
  <inkml:trace contextRef="#ctx0" brushRef="#br0" timeOffset="141530.42">27229 10669 2 0,'0'0'9'0,"0"0"27"16,0 0-29-16,0 0-8 15,17-56-40-15</inkml:trace>
  <inkml:trace contextRef="#ctx0" brushRef="#br0" timeOffset="141769.81">27567 10555 22 0,'0'0'23'0,"0"0"-5"15,53 31 0-15,-35-24 3 0,-2-4-2 16,-8-3 0-16,-6-30-112 16</inkml:trace>
  <inkml:trace contextRef="#ctx0" brushRef="#br0" timeOffset="142845.74">27428 10421 67 0,'0'0'6'0,"0"0"-6"16,0 0 0-16,0 0-7 16,0 0-15-16,0 0 2 15,0 0 17-15,0 0-6 0</inkml:trace>
  <inkml:trace contextRef="#ctx0" brushRef="#br0" timeOffset="143421.07">27417 10335 8 0,'0'0'149'0,"0"0"-114"0,0 0-6 16,0 0-3-16,0 0-2 16,0 0 3-16,0 0-6 15,-27-17-5-15,18 22-5 16,-2 10-2-16,-4 4 4 15,-2 4 1-15,-3 5 1 0,-2 4-4 16,0 6-3-16,-1-1-1 16,-2 3-3-16,0 1 0 15,0-5-2-15,3-2 1 16,0-6-3-16,2-4 2 16,7-7-1-16,-1-5 2 0,5-5-2 15,5-7 1-15,4 0 3 16,0-8 2-16,0-12-2 15,11-5-3-15,5-6-2 16,-3-6 1-16,6 0 0 16,-1-1-1-16,-1 4 1 0,-1 3 0 15,-3 5 0-15,-2 6-1 16,-3 4 0-16,0 6 0 16,-4 2 1-16,-1 3 0 15,-2 3-1-15,1 2 3 16,1 0-2-16,-2 0 0 0,2 5 1 15,3 5 1-15,2 3 1 16,3 3 3-16,1 2 0 16,3 3 9-16,0 2 5 15,4 3-11-15,1 1-4 16,0 0-2-16,0-2 1 16,1 0-5-16,1-4 1 0,-4-3 0 15,0-3-1-15,-3-7 0 16,-1-2 0-16,-4-5 1 15,-1 1 0-15,-3-2 0 16,-2-2 0-16,0-5-2 16,-2-1-28-16,-1-4-73 0,-1-1-115 15</inkml:trace>
  <inkml:trace contextRef="#ctx0" brushRef="#br0" timeOffset="152602.1">28300 11309 231 0,'-2'0'37'0,"0"0"-29"0,1 0 2 0,1-3 14 15,2 0-10-15,9-1 3 16,5 1 26-16,5-4-2 15,7 0-13-15,5 0-9 16,5 1-2-16,1 2-3 16,-1 1-6-16,-2 3-6 0,-2 0-2 15,-3 0 0-15,-3 3 0 16,-4 0 2-16,-2 0-4 16,-5-3-13-16,0 0-12 15,-4 0-15-15,-1-6-45 16,-5-5-17-16</inkml:trace>
  <inkml:trace contextRef="#ctx0" brushRef="#br0" timeOffset="153044.12">28556 11061 241 0,'0'0'6'0,"0"0"2"0,0 0 8 0,0 0-8 16,0 0-6-16,0 0-2 16,0 0 14-16,0 0 17 15,0 0-2-15,-10 54 0 0,10-28-12 16,0 7 6-16,0 7-1 16,3 4-14-16,1 4-4 15,0-1-2-15,2 0 0 16,1-4-2-16,-2-5 0 15,-1-4 1-15,2-7-1 0,-3-4 0 16,-2-6 0-16,-1-6-34 16,0-5-84-16,0-6-152 15</inkml:trace>
  <inkml:trace contextRef="#ctx0" brushRef="#br0" timeOffset="155725.63">29140 11011 188 0,'1'-6'3'0,"0"2"23"16,-1-1 4-16,1 0-5 16,-1 1-3-16,2 0 4 0,-2 1 8 15,0-2-10-15,1 2-10 16,-1 1-3-16,0 0 2 15,0-1 3-15,0 2-2 16,0-2-7-16,0 3-3 16,-4-1 1-16,-2 1-3 0,-3 0 0 15,2 0 0-15,-5 8 1 16,2 5 0-16,1 5 4 16,-1 2 4-16,3 5 4 15,2 4-8-15,1 2 1 16,4 6 4-16,0 3-3 0,0 2-3 15,8-1-3-15,3-3-2 16,6-7 0-16,-1-4 0 16,4-11 0-16,-1-5 2 15,2-8 2-15,-2-3 20 16,-1-4-9-16,1-10-11 16,-4-5-2-16,-3-3-2 0,-2-4 1 15,-1-3-1-15,-5-3 0 16,-4-4 0-16,0 1 0 15,0-2 0-15,-10-1-1 16,-3 2 0-16,-4-1 1 0,0 4-1 16,-2 5 0-16,1 0 0 15,0 6-1-15,5 4 0 16,1 5-1-16,6 4-2 16,6 4-34-16,0 3-5 15,3 2-51-15,10-1-63 16,-2-3-123-16</inkml:trace>
  <inkml:trace contextRef="#ctx0" brushRef="#br0" timeOffset="158011.95">28935 11029 24 0,'0'-4'5'0,"0"0"15"0,0 1 1 0,0-1-5 16,0-2-2-16,0 3 10 15,0-1-16-15,0 0 6 16,0-1-3-16,0 1 2 16,2 1 6-16,0-1 6 15,0 3 0-15,0 1-6 16,-1 0-10-16,1 0-8 0,-2 3 2 16,2 5 1-16,-2 0 0 15,0 1 1-15,0 1 2 16,0 1 3-16,0 1 5 15,0 1 4-15,0 2 0 16,0 2 2-16,0 7-6 0,0 2 1 16,2 2-1-16,4 5-4 15,-3 1-2-15,4 3-3 16,-2-2-3-16,1-2-2 16,-2-2 0-16,-1-5-2 15,-1-5 2-15,-1-4-1 0,-1-4 1 16,0-2-2-16,0-2-2 15,-4-5-101-15,-7-4-125 16</inkml:trace>
  <inkml:trace contextRef="#ctx0" brushRef="#br0" timeOffset="159394.49">29589 11005 159 0,'0'0'3'0,"0"0"14"0,0 0-3 0,0 0 4 0,0 0 5 15,0 0-2-15,0 0 6 16,0 0-11-16,0 0 7 16,0 0-2-16,0 0 4 15,0 0-5-15,0-24-3 16,0 24-3-16,0-1-2 0,0 1-4 15,0 0-1-15,0 0-2 16,0 0 0-16,0 0-2 16,0 0 1-16,0 0-3 15,0 0 1-15,-2 0 0 16,0 0-1-16,0 0 0 16,-1 0 0-16,0 0 0 0,1 0-2 15,-4 0 2-15,3 0-1 16,0 0 1-16,2 0 0 15,-1 0 0-15,-1 0-1 16,2 0 1-16,0 0 0 16,0 0 0-16,1 0 0 0,0 0-1 15,0 0 0-15,0 0 2 16,0 0-2-16,0 0 0 16,0 0 1-16,0 0-1 15,0 0 2-15,0 0 0 16,0 0 1-16,0 0 1 0,0 0-1 15,0 0-1-15,0 0-1 16,0 0 0-16,-1 0 0 16,1 0-1-16,0 0 0 15,0 0 1-15,0 0 1 16,0 0-2-16,0 0 3 0,0 0-1 16,0 0 1-16,0 0 2 15,0 0 2-15,0 0-2 16,0 0-3-16,-2 0-1 15,-2 1 0-15,0 1 0 16,-1 2-1-16,0 0 1 0,-1 1 0 16,0 1 0-16,-2 3 0 15,1 1 1-15,0 0 0 16,2 2 1-16,-2 1-1 16,2 0 2-16,2 4 0 15,1 2 0-15,-2-1-1 16,2 3 0-16,1-1-2 0,1 2 0 15,0-1 0-15,0-2 1 16,0 1-2-16,0-2 1 16,4-1 1-16,2 0 0 15,1-1 1-15,2-4-1 0,1-1 1 16,-3-1-3-16,5-4 2 16,-3 0 0-16,3-5 1 15,-2-1 4-15,0 0 3 16,2 0-2-16,0-1-1 15,0-5 0-15,2-4-3 0,-3-3-1 16,1-1-2-16,0-1 0 16,-2-4 0-16,0-2 1 15,-4-3-2-15,-2-3 2 16,-4-3-2-16,0-3 1 16,0 3 0-16,-10-4-1 15,-3 4 2-15,-2 2-2 0,-5 5 0 16,2 6 0-16,2 6-2 15,0 7 0-15,5 4-17 16,3 0-81-16,5-2-137 16</inkml:trace>
  <inkml:trace contextRef="#ctx0" brushRef="#br0" timeOffset="160184.16">30188 10739 313 0,'0'0'14'0,"0"2"-8"0,0 11-6 0,-4 8 1 16,1 7 26-16,-3 7 8 15,0 3-6-15,-2 7 2 16,2-1-12-16,0-1-7 16,-2 4-6-16,1-6-3 0,-1-4-2 15,1-3 1-15,0-7-2 16,1-6 0-16,1-8 1 16,2-8 0-16,1-5 4 15,2-5 0-15,0-15-3 16,0-7-1-16,4-8-1 0,8-9 1 15,1-9-1-15,2-4 0 16,2 0 0-16,-1 1 1 16,-1 6-1-16,-1 10 1 15,-5 12-1-15,-3 9 0 0,0 11 1 16,-1 8 0-16,-1 0 3 16,0 12-4-16,0 7 1 15,0 8 1-15,2 6 2 16,-1 6 0-16,3 0 0 15,-1 2 0-15,1-1-2 16,1-3-1-16,2-2 0 0,-2-5-1 16,1-2 0-16,-3-9 0 15,-2-1-1-15,-2-5-3 16,-2-3-53-16,-1-5-48 16,-1-5-39-16</inkml:trace>
  <inkml:trace contextRef="#ctx0" brushRef="#br0" timeOffset="160389.87">30175 11062 404 0,'0'0'4'0,"0"0"8"0,0 0-5 16,0 0 0-16,0 0-4 15,54-37-1-15,-28 31 0 16,4-1-2-16,2 3 1 0,0-3-8 16,2-3-177-16</inkml:trace>
  <inkml:trace contextRef="#ctx0" brushRef="#br0" timeOffset="160903.85">30644 10971 441 0,'0'0'3'15,"0"0"0"-15,0 0-2 16,-46 0 0-16,30 5 3 16,1 2 38-16,-3 2-16 15,2 0-5-15,2-2-11 16,5 4-7-16,-1-1-2 15,3-2-1-15,4-1 2 0,1-3-4 16,2-1 4-16,0-2-2 16,0-1 0-16,6 0 3 15,6-6-3-15,1-2 1 16,0-2 0-16,1 1-1 0,-3 2 1 16,1 6-1-16,-2 1 0 15,-3 11 0-15,1 10 0 16,1 11 0-16,-1 5 3 15,-2 12 15-15,-1 4-1 16,-3 4-1-16,-1 0-6 16,-1-3-2-16,0-5-2 0,-6-6-4 15,-4-9 1-15,-1-7-1 16,-4-9 1-16,-1-4 1 16,-4-11 0-16,-1-3-3 15,1-5 2-15,-1-14-3 16,5-9 0-16,6-9 0 0,7-4 1 15,3-8-2-15,9 0-11 16,11 0-41-16,5 6-9 16,4 4-34-16,-3 8-69 15,2 5-65-15</inkml:trace>
  <inkml:trace contextRef="#ctx0" brushRef="#br0" timeOffset="161310.54">30758 11123 326 0,'0'0'5'0,"0"0"11"0,0 0 20 16,0 0 2-16,36-13-6 16,-16 5-10-16,0-1-1 15,3-1-3-15,-3 2-10 16,-1-1-5-16,-1-1-2 0,-4 0 1 15,-1 0 0-15,-4-1-1 16,-5-2 0-16,-3 3 1 16,-1 0-2-16,-2 2 2 15,-13 2-2-15,-2 4 0 16,-6 2 1-16,0 2 0 0,-2 11 11 16,3 4 27-16,1 4-20 15,6 4-9-15,4 2-3 16,6 0-1-16,5 2-1 15,0-2-3-15,13-6-1 16,12-2 0-16,7-6 0 0,8-8 0 16,11-4-1-16,4-1 0 15,0-13-70-15,1-14-155 16</inkml:trace>
  <inkml:trace contextRef="#ctx0" brushRef="#br0" timeOffset="162028.1">31583 10992 249 0,'0'0'7'0,"0"0"-1"0,0 0 16 0,0 0 3 16,0 0-13-16,40-5 1 16,-9 1 27-16,9-1-10 15,8 2-9-15,6-1-5 16,0 1-5-16,-1 3-7 0,-8 0-3 15,-5 0-1-15,-7 0 0 16,-8 0 0-16,-5 0-1 16,-4 0-26-16,-5 0-90 15,-7-3-18-15</inkml:trace>
  <inkml:trace contextRef="#ctx0" brushRef="#br0" timeOffset="162460.88">31907 10767 174 0,'0'0'3'0,"0"0"0"16,0 0 5-16,0 0 22 16,0 0 3-16,0 0-3 15,0 0 8-15,0 0-4 16,0 0-4-16,-11-10-21 15,11 22-7-15,-2 8 13 16,1 7 31-16,-3 12-14 0,2 6-6 16,-2 6-9-16,1 3-7 15,2 3-5-15,0-2-4 16,1-1 0-16,-2-4-2 16,-5-6-2-16,-3-13-196 0</inkml:trace>
  <inkml:trace contextRef="#ctx0" brushRef="#br0" timeOffset="163876.9">30738 11988 242 0,'0'0'8'0,"0"0"10"0,0 3-17 0,0 10 2 15,-2 5 20-15,-1 6 2 16,1 5 31-16,-2 5-17 16,1 3-11-16,0 2-8 15,0 1-6-15,2 0-2 16,-1-2-6-16,-2-4-5 0,2-4 1 16,0-6-1-16,0-5 0 15,2-6-1-15,-1-6 0 16,1-4-35-16,0-3-34 15,0-1-30-15,3-14-74 16</inkml:trace>
  <inkml:trace contextRef="#ctx0" brushRef="#br0" timeOffset="164426">30959 12123 270 0,'0'0'6'15,"0"0"3"-15,0 0 0 16,0 0-4-16,0 0 15 15,0 0 24-15,0 0-8 0,0 0-2 16,0 0-13-16,-35 10-6 16,26 1 1-16,0 5 8 15,2 1-2-15,2 4-5 16,2 3 0-16,3 3 3 16,0 0-2-16,2 2-5 15,8-2-5-15,5-2-2 0,4-2-3 16,-3-5 0-16,5-5-2 15,0-6 1-15,3-4-1 16,-3-3 2-16,2-7-3 16,-4-9 3-16,1-2-2 15,-7-1 0-15,-2-3 0 0,-3-2-1 16,-6 0 1-16,-2-1-1 16,0 0 0-16,-9-1 0 15,-7 1 1-15,-3 2-2 16,-4 2 1-16,0 2 0 0,-1 4-1 15,1 3 1-15,3 6-1 16,4 2 0-16,4 4 0 16,7 0-4-16,5 0-51 15,0 2-58-15,6-2-114 16</inkml:trace>
  <inkml:trace contextRef="#ctx0" brushRef="#br0" timeOffset="165034.44">31080 11911 247 0,'0'0'17'0,"0"0"50"0,0 0-31 0,0 0-1 16,0 0-5-16,0 0 1 15,37 3 7-15,-14-3-18 16,2 1-15-16,2 0-2 15,-1 0-3-15,-2-1 0 16,-2 0-36-16,-3 0-53 0,-5-13-128 16</inkml:trace>
  <inkml:trace contextRef="#ctx0" brushRef="#br0" timeOffset="166186.85">31381 11776 222 0,'0'0'47'0,"0"0"-28"16,0 0 33-16,0 0-5 16,0 0-16-16,0 0-15 0,0 0 13 15,0 0-5-15,0 0-8 16,36-37-7-16,-25 30-3 16,3 4-1-16,-2 2 0 15,1 1-2-15,-1 0-2 0,0 2 0 16,-3 7-1-16,-2 0 0 15,-3 5 1-15,0 0-1 16,-4-1 1-16,0 3-1 16,-5-2 0-16,-4-1 1 15,0-2-1-15,-2 0 0 16,1-1 1-16,2-3-1 0,0-2 0 16,4-2 1-16,0-2-1 15,3-1 1-15,1 0-1 16,0 0 0-16,0 0 1 15,7 0-1-15,3 0-1 16,2 2 2-16,2-4-2 0,0 1 1 16,-2 0 0-16,0 1 0 15,-3 0 0-15,-2 1 0 16,-1-1-1-16,-4 0 1 16,3 0 0-16,-4 0 0 15,1 0 0-15,-2 0 0 16,0 0 1-16,0 0 1 0,0 1 2 15,0-1 2-15,0 0 4 16,0 0-5-16,0 0 1 16,0 0 1-16,0 0 0 15,0 0-2-15,0 2-1 0,0-2-3 16,0 0 0-16,0 0-1 16,0 0 0-16,0 0 0 15,0 0 1-15,0 0 0 16,0 0-1-16,0 0 1 15,0 0-1-15,0 0 1 0,0 0-1 16,0 0 0-16,0 0 0 16,0 0 0-16,0 0 0 15,0 0-2-15,0 0-43 16,-2 0-38-16,-1-2-119 16</inkml:trace>
  <inkml:trace contextRef="#ctx0" brushRef="#br0" timeOffset="166820.26">31480 11634 206 0,'0'0'9'0,"0"0"48"0,0 0-18 0,0 0 25 0,0 0-40 15,0 0-13-15,0 0 24 16,0 0 0-16,-19 41-2 16,7-16-10-16,1 0-1 15,1 2-7-15,1-3-4 16,1-2-1-16,2-1-4 0,1-3-2 15,-1-2 1-15,2-4-2 16,1-3-1-16,2-1-1 16,1-3 0-16,0 1 0 15,0-3 0-15,0 0 0 0,5 2 1 16,5-1 0-16,3 2 2 16,7-3-2-16,7 3 3 15,4-1 1-15,6-1 0 16,3-1-3-16,2-1 0 15,-5 2-2-15,-3-2 1 16,-7-1-1-16,-7 3-1 0,-5-4-2 16,-6 2-11-16,-4-2-23 15,-5 0-17-15,0 0-14 16,-1-6-36-16,-8-2-127 16</inkml:trace>
  <inkml:trace contextRef="#ctx0" brushRef="#br0" timeOffset="167107.76">31562 11717 342 0,'0'0'2'0,"0"0"0"0,0 0 31 0,0 0 11 0,0 0-4 16,0 0-2-16,0 0 10 15,0 0-15-15,0 0-16 0,0 0-14 16,-13-10 0-16,13 32 20 16,0 10 0-16,0 5-2 15,1 5 0-15,0 5-9 16,-1 1-4-16,0 2-5 16,2-3 0-16,1-3-1 0,-3-4-1 15,1-7-1-15,-1-4-2 16,0-9-49-16,0-9-54 15,0-11-155-15</inkml:trace>
  <inkml:trace contextRef="#ctx0" brushRef="#br0" timeOffset="169944.02">32330 11844 251 0,'0'0'4'0,"0"0"39"0,0 3-32 16,-1 12 16-16,-1 7 33 15,-1 8-14-15,-1 6-4 16,1 5-7-16,2 1-13 15,-1 1-10-15,1-3-4 0,-2 0-6 16,0-5 0-16,0-5-2 16,-1-4 1-16,0-6-1 15,0-5-4-15,-1-7-48 16,-1-6-14-16,-1-2-13 16,-2-6-59-16</inkml:trace>
  <inkml:trace contextRef="#ctx0" brushRef="#br0" timeOffset="170217.13">32138 11897 315 0,'0'0'3'16,"0"0"55"-16,0 0-23 15,0 0-3-15,0 0-13 16,0 0-5-16,0 0 19 0,0 0-6 15,-4-21-14-15,23 14-3 16,7-5 1-16,10-2 1 16,10-6-6-16,6 0-2 15,7-5-2-15,5 0-1 16,-3 2 0-16,-5 4 0 16,-7 6-6-16,-12 7-39 0,-11 6-26 15,-12 2-36-15,-12 13-8 16,-2 2-20-16</inkml:trace>
  <inkml:trace contextRef="#ctx0" brushRef="#br0" timeOffset="170551.05">32000 12505 310 0,'0'0'20'0,"0"0"54"0,0 0-58 16,0 0 24-16,57-16 6 16,-21-1-12-16,6 0 6 15,6-3-15-15,2 1-12 16,-1 1-8-16,-3 3-1 15,-6 4-4-15,-5 3 0 16,-4 1 0-16,-6 3-7 0,-2 1-22 16,-3-1-23-16,-5-2-15 15,-3 1-29-15,-3-3-70 16</inkml:trace>
  <inkml:trace contextRef="#ctx0" brushRef="#br0" timeOffset="171128.33">32609 12097 318 0,'0'0'7'0,"0"0"48"0,0 0-43 15,0 0-7-15,0 0 15 16,0 0 2-16,0 51 6 15,0-33-9-15,0 0-6 16,0-1-3-16,0-3-6 16,-1-1-1-16,1-3-1 0,0-4-1 15,-1-2 0-15,0-1-1 16,1-2 1-16,-2-1 2 16,1 0 8-16,0-4 20 15,1-5-27-15,-4-6-2 16,4-4-1-16,0-2 1 0,5-2 0 15,3 1-1-15,3 2 0 16,3 3-1-16,-3 5 0 16,1 5 1-16,3 6-1 15,-2 2 1-15,2 3-2 16,-3 8 2-16,2 5-1 0,-6 3 1 16,-1 1-2-16,-4 0 2 15,-2-1-1-15,1 0 0 16,-2-1-15-16,3-3-57 15,-3-4-34-15,0-4-148 16</inkml:trace>
  <inkml:trace contextRef="#ctx0" brushRef="#br0" timeOffset="171441.2">32991 12114 437 0,'0'0'13'0,"0"0"47"15,0 0-14-15,0 0-15 0,0 0-11 16,-41-11-2-16,31 22 5 16,1 5-6-16,3 2-7 15,3 1-5-15,1-1 0 16,2 1-2-16,0-5-1 15,0 0-1-15,5-4-1 16,6-3 2-16,4-2-2 0,3-4 0 16,2-1 0-16,5 1-6 15,-1-1-23-15,-2-1-32 16,1-6-48-16,-3-2-57 16</inkml:trace>
  <inkml:trace contextRef="#ctx0" brushRef="#br0" timeOffset="171640.19">33221 12212 452 0,'0'0'20'0,"0"0"39"16,0 0-17-16,0 0-8 15,38-10-26-15,-27 9-6 0,1 0-1 16,-3-1-11-16,-4 2-118 16,-5-4-131-16</inkml:trace>
  <inkml:trace contextRef="#ctx0" brushRef="#br0" timeOffset="171955.47">33543 11636 196 0,'0'0'2'0,"0"0"-4"15,0 0-132-15</inkml:trace>
  <inkml:trace contextRef="#ctx0" brushRef="#br0" timeOffset="176490.12">22390 11921 26 0,'0'0'68'0,"0"0"-46"0,0 0 11 0,0 0-14 15,-38 0 4-15,34 0-1 16,1 0 1-16,-1-2 5 16,4 0-3-16,-2 2 3 15,2 0-10-15,0-1-7 16,0 0-5-16,0 0-3 0,5-3-1 15,4-2 0-15,5-2 0 16,3-1-2-16,5 1 2 16,-2 0-1-16,4 4 0 15,-5 4-1-15,2 0 0 0,-6 9 0 16,0 12 0-16,-2 6 0 16,0 7 0-16,-7 5 1 15,-1 3-1-15,-2 1 1 16,-3-3 0-16,0-4-1 15,0-4 0-15,-7-10 0 16,2-5 1-16,1-8 0 0,-1-6 3 16,2-3 85-16,-1-2-57 15,3-9-17-15,-1-6-9 16,2-4-4-16,0-5 1 16,2-5 0-16,6 1-1 15,2 0 0-15,2 3-1 0,-2 7-1 16,0 6 1-16,0 6-2 15,-1 6 2-15,0 2-1 16,1 0 0-16,2 10 0 16,-1 4 1-16,1 3-1 15,-4 0 0-15,-1 5 1 16,-2-2-1-16,-3 0 0 0,2-1 0 16,-4 1 1-16,0-1-2 15,0-2 2-15,0-2-2 16,0-2 2-16,-4-2-1 15,0-3 0-15,2-3 0 16,1-3 0-16,-1-2 1 0,2-2 0 16,0-11 1-16,0-4-1 15,0-4 0-15,3-2-1 16,7-1 1-16,-3 2 0 16,0 3-1-16,-2 2 1 0,-1 6 1 15,0 4 1-15,-1 2 2 16,1 4-1-16,-1 1-1 15,1 0-1-15,1 0-2 16,-1 8 0-16,2 2 0 16,-2 1 0-16,4 1 0 0,-3 2 0 15,0 2 0-15,2 1 0 16,-2-1 0-16,4 2 0 16,-1 1-2-16,1-1-1 15,3 0-4-15,-3-2-47 16,0-3-30-16,0-6-26 0,2-7 0 15</inkml:trace>
  <inkml:trace contextRef="#ctx0" brushRef="#br0" timeOffset="176734.69">22965 11921 95 0,'0'0'188'0,"1"-47"-185"16,-1 32 35-16,0 8-6 15,0 7 9-15,0 4-36 16,-2 16-3-16,-2 11 3 16,-1 10 39-16,-1 7-9 0,1 5-15 15,-3 7-11-15,3 1-1 16,-3 1-3-16,2-3-4 16,4 2-1-16,-2-5-1 15,3-2 1-15,0-7-2 16,1-6-4-16,0-11-80 0,0-13-64 15,2-13-136-15</inkml:trace>
  <inkml:trace contextRef="#ctx0" brushRef="#br0" timeOffset="177114.81">23078 12515 379 0,'0'0'5'0,"0"0"3"0,0 0-2 16,0 0 17-16,0 0 18 15,8-37-18-15,5 18-2 16,0-2-5-16,3 0-8 16,-1 1-5-16,3 0-1 15,0 3-2-15,-4 0 1 0,0 4-1 16,-1 6 0-16,-1 3 1 15,0 4-1-15,-2 0 0 16,1 8 1-16,1 9-1 16,-1 5 1-16,-4 3-1 15,0 1 0-15,-4 0 1 0,-3-2 0 16,0-2-1-16,0-3 0 16,-9-5-1-16,-1-3 1 15,-5-2 0-15,-3-3-4 16,0-4-46-16,2-2-128 15</inkml:trace>
  <inkml:trace contextRef="#ctx0" brushRef="#br0" timeOffset="179685.85">26825 12026 223 0,'0'-1'3'0,"0"-6"0"0,0 1 0 0,0 0-1 16,0 2 0-16,2-1-1 16,3-1 0-16,0 0 0 15,0 0 1-15,2 0 1 16,-1 0 1-16,4 0 2 15,3 2 4-15,-2 1 3 0,5 0-6 16,-3 3-3-16,0 0-1 16,1 4-2-16,-5 6 0 15,4 4 0-15,-3 4 0 16,-3 3 1-16,0 1-1 16,-3 3 3-16,-1 0 2 0,0 2 4 15,-3-3 3-15,0-1-5 16,0-5-2-16,0-3-3 15,0-3-2-15,0-6 1 16,0 0 1-16,0-6 2 16,0 0 5-16,0 0 98 0,0-7-100 15,3-6-4-15,2-3-1 16,3-5 0-16,5-3-2 16,1-5-1-16,4 1 1 15,-2 0-1-15,3 5 1 16,-4 3 0-16,0 7 0 0,-3 10-1 15,-2 3 0-15,-2 2 0 16,-1 9 0-16,-1 5 0 16,-1-1 0-16,0 4 0 15,-1-2 0-15,-3-1 0 16,1-3 1-16,-1-1-1 0,0-2 0 16,-1-3 0-16,2-1 0 15,0-3 0-15,-2-2 0 16,2-1 0-16,-1 0 2 15,2-1-1-15,1-12 1 16,5-1-1-16,1-6-1 16,-1-4 0-16,3 0 1 0,0 2-1 15,-2 1 0-15,-1 7 0 16,-2 5 1-16,-2 7 0 16,0 2-1-16,-4 2 0 15,2 8 0-15,0 3 0 0,2 1 0 16,-2 2 0-16,2-2 0 15,2 1 0-15,-2-4 0 16,3 0 0-16,4-3 0 16,-1 1-1-16,4-3-1 15,3-5-34-15,-1-1-114 0,0-5-56 16</inkml:trace>
  <inkml:trace contextRef="#ctx0" brushRef="#br0" timeOffset="179965.09">27571 11859 202 0,'0'0'1'0,"0"0"0"0,0 0 0 15,0 0 0-15,0 0 2 0,0 0 2 16,0 0 23-16,0 0 2 15,0 0-24-15,0 0 5 16,-42 35 69-16,35 3-57 16,-2 4 15-16,2 3-24 15,-1 5-8-15,-1 1-4 0,0-3-2 16,1-1 1-16,0-3-1 16,1-5 0-16,-1-7-2 15,3-5-5-15,2-11-149 16,3-10-82-16</inkml:trace>
  <inkml:trace contextRef="#ctx0" brushRef="#br0" timeOffset="180485.2">27570 12333 236 0,'0'0'12'15,"0"0"37"-15,0 0-9 16,0 0 13-16,0 0-26 16,30-41-2-16,-14 18-2 15,3-2-3-15,-1-4-12 16,1-1-5-16,-4-4-1 0,-2-3-1 15,-3 0-1-15,-4 4 1 16,-4 3-1-16,-2 5 0 16,-2 8 0-16,-9 9 0 15,-2 6 0-15,-2 2 0 16,1 5-1-16,1 10 1 16,2 4 0-16,5 1 0 0,6 2 0 15,0 1-1-15,5 1 1 16,11-3 0-16,4 1 0 15,0-2 0-15,2-2 0 16,-2-2 0-16,-4-1 0 16,-3 0 0-16,-5-4 0 0,-3-1 1 15,-5-4-2-15,0-1 2 16,-2 1-1-16,-8-3 0 16,-4-2 0-16,-1 1 0 15,-2-1-1-15,2 1 0 16,-1-1-9-16,4 1-77 15,0-2-27-15,4 0-63 0</inkml:trace>
  <inkml:trace contextRef="#ctx0" brushRef="#br0" timeOffset="183976.31">29056 11722 185 0,'2'0'2'0,"7"-4"0"0,5-2-1 0,7 1 0 15,8-4-1-15,7-1 1 16,6-3 2-16,9 2 2 16,4-6 29-16,3 3-15 15,1-2-5-15,-2 3 7 16,-6 2-6-16,-2 1-6 15,-8 3-4-15,-8 1-4 0,-3 3 0 16,-6 0 0-16,-2-1-1 16,-7 0 1-16,-3 1-1 15,-3-1 1-15,-3 4-1 16,-3-3 0-16,0 3 0 16,-3 0-1-16,0 0-3 0,0 0-11 15,-1 0-103-15</inkml:trace>
  <inkml:trace contextRef="#ctx0" brushRef="#br0" timeOffset="188358.02">30780 10305 206 0,'-15'-6'0'0,"-3"4"25"0,-2 2-6 15,0 2 2-15,1 10-8 0,0 6-3 16,3 4 4-16,5 3 0 16,4 3-4-16,4 2-3 15,3 3 0-15,0-3-3 16,12 1-2-16,2-4-1 16,8-2-1-16,2-5 1 15,4-4 0-15,1-6-1 0,1-3-2 16,-2-7-50-16,-2 0-32 15,-4-5-133-15</inkml:trace>
  <inkml:trace contextRef="#ctx0" brushRef="#br0" timeOffset="188814.04">30929 10338 190 0,'0'0'2'16,"0"0"4"-16,0 0 4 15,0 0 13-15,0 0-4 16,0 0-13-16,0 0 0 16,0 0 0-16,34 2 0 0,-24 11-2 15,1 0-2-15,-1 0-2 16,-1 0 1-16,-1-5-1 15,-2 0 1-15,0-3-1 16,0-5 1-16,-1 0 1 16,1 0 1-16,1-8-2 0,1-4 0 15,0-1-1-15,0 1 0 16,-2 0 1-16,-1 4-2 16,-3 2 2-16,-2 6 3 15,0 0 68-15,-2 8-71 16,-7 10 1-16,-1 4 5 0,-2 5 3 15,-1 6 0-15,1-2-6 16,3 3-3-16,1-2 0 16,2-3-1-16,3-4 0 15,3-4 0-15,0-7-3 16,0-4-71-16,9-9-24 16</inkml:trace>
  <inkml:trace contextRef="#ctx0" brushRef="#br0" timeOffset="189155.44">31171 10467 312 0,'0'0'4'0,"0"0"-3"15,0 0 0-15,16-37 0 16,-13 36-1-16,1 1 1 0,0 0-2 15,-1 2 0-15,-1 7 1 16,0 1-1-16,0 0 1 16,-2 1 0-16,0-2 0 15,0 0 0-15,0-2 0 0,0-4 1 16,0-1-2-16,0-2 2 16,0 0 0-16,2-3 0 15,4-8 0-15,1-2-1 16,5-4 1-16,2-3-1 15,5 4 0-15,1-1-1 16,1 3-2-16,-1 0-81 16,2 1-140-16</inkml:trace>
  <inkml:trace contextRef="#ctx0" brushRef="#br0" timeOffset="189437.06">31426 10339 232 0,'0'0'3'16,"0"0"1"-16,0 0-2 15,-45 10 2-15,36-6 2 16,0 3-1-16,3 0 1 16,4 0-3-16,2 1-2 15,0-1 0-15,9 1-1 0,7-1 1 16,5 1 0-16,1 0 1 16,2 0-1-16,-1 1 1 15,-2 1-2-15,-7 0 0 16,-3 1 0-16,-7 1 0 15,-2-4 0-15,-2 2 0 0,-5-3 1 16,-7 1-1-16,-4-2 1 16,0-3-1-16,-5-3 0 15,4 0-5-15,0-4-75 16</inkml:trace>
  <inkml:trace contextRef="#ctx0" brushRef="#br0" timeOffset="189609.3">31549 10119 432 0,'0'0'5'0,"0"0"-5"16,47 51 1-16,-32-11 0 16,-5 8 1-16,-6 9-1 15,-4 7 0-15,-14 4-2 16,-11-4-2-16,-4-9-76 0</inkml:trace>
  <inkml:trace contextRef="#ctx0" brushRef="#br0" timeOffset="197229.84">29050 11701 41 0,'0'0'11'0,"0"0"-3"0,0 0-4 16,0-1 8-16,0-1-2 0,0 1 0 15,0-2 0-15,0 2 12 16,0-1-13-16,2-1 0 16,0 2 0-16,0-1 4 15,2 1 4-15,-1-1-4 0,2 0 0 16,2 0-1-16,5-1-3 16,7-3 1-16,8-2 2 15,9-2 9-15,13-4-10 16,5 0 0-16,11-3-1 15,5 0-4-15,2 0 0 16,-2 3-3-16,-6 0-1 0,-10 5-1 16,-7 2 0-16,-11 4 0 15,-9 3-1-15,-6 0 0 16,-8 0-1-16,-1 0 1 16,-4 7-1-16,-2-4-6 15,-2-2-66-15,-1-1-170 0</inkml:trace>
  <inkml:trace contextRef="#ctx0" brushRef="#br0" timeOffset="198662.13">30761 12739 184 0,'6'0'7'0,"2"0"10"16,4 0-14-16,5 0 4 0,9 0 11 16,5 0-3-16,11 0 3 15,10 0 3-15,12-4-6 16,9-6-8-16,6-3-2 16,4-2-2-16,2-4 0 0,0 0 0 15,-6 1 3-15,-9 1 4 16,-9 5 1-16,-12 3-5 15,-11 3-4-15,-10 3-2 16,-11 3-6-16,-7 0-36 16,-9 0-23-16,-2 0-69 15</inkml:trace>
  <inkml:trace contextRef="#ctx0" brushRef="#br0" timeOffset="199041.82">30650 12694 240 0,'0'0'9'0,"0"0"30"0,61-36-12 16,-22 25-1-16,14-2-4 0,13 1-13 15,16-3 1-15,10 0 4 16,7-4-7-16,5-1-3 16,1 0-3-16,1-1-1 15,-2 1-5-15,-5-3-62 16,-2-2-63-16</inkml:trace>
  <inkml:trace contextRef="#ctx0" brushRef="#br0" timeOffset="202813.19">31047 14576 126 0,'0'0'13'0,"0"0"-3"0,0 0 1 16,0 0-6-16,0 0-5 15,0 0 0-15,0 0 2 16,0 0 5-16,0 0 28 16,2 39-18-16,-2-20 2 15,0 5 4-15,0 4-6 16,2 5 0-16,0 3-2 0,0 3 0 15,-2 0-8-15,0 1-2 16,0 0-3-16,0-1-1 16,0-2-1-16,0 0 0 15,-2-4 0-15,2-4 0 0,-1-3-1 16,1-8-4-16,0-8-60 16,0-8-130-16</inkml:trace>
  <inkml:trace contextRef="#ctx0" brushRef="#br0" timeOffset="203324.96">31415 14701 265 0,'0'0'2'0,"0"0"2"0,0 0 0 15,0 0-1-15,0 0 2 16,-46 0 6-16,34 12 29 16,-1 5-24-16,1 3-2 15,3 3 2-15,2 4 1 16,2-1-7-16,5 2-3 0,0-1-2 15,2-3-1-15,11 0-2 16,4-1 2-16,4-6-3 16,5-4 2-16,0-6-1 15,4-3 5-15,-2-4 0 16,-2 0-1-16,-6-4-1 16,2-5-2-16,-7-2-1 0,-5-2 0 15,-4-1-1-15,-3-2 1 16,-3-2-1-16,-2-2 0 15,-10-2 0-15,-6-1 0 16,-1-2 0-16,-5 2-1 16,-1 1 0-16,0 3 0 0,0 1 0 15,3 5 0-15,2 3-1 16,2 3-2-16,7 2-2 16,6-3-55-16,5-3-51 15,0-6-73-15</inkml:trace>
  <inkml:trace contextRef="#ctx0" brushRef="#br0" timeOffset="203955.99">31639 14215 203 0,'0'0'2'0,"0"0"1"0,0 0 0 0,0 0 3 16,0 0 2-16,0 0 3 16,0 0 5-16,0 0 20 15,0 0-19-15,-40 25 4 16,35-2 16-16,1 4-22 15,2 2-6-15,1 2 0 16,1 2-3-16,0-2 2 16,1-3-4-16,8-1-1 0,2-6 1 15,4-3 0-15,2-5-2 16,3-5 1-16,2-4 1 16,-1-4 0-16,1 0 1 15,-3 0-3-15,-4-8 0 0,-3-1-1 16,-6-2 0-16,-6-1 1 15,0-2-1-15,-12 3 0 16,-9-1-1-16,-8 4 1 16,-5 2-1-16,-1 6 0 15,0 0 0-15,4 3-1 0,8 4-3 16,8-3-39-16,9-4-216 16</inkml:trace>
  <inkml:trace contextRef="#ctx0" brushRef="#br0" timeOffset="212076.22">30963 15632 167 0,'7'0'34'0,"5"-4"4"0,12-9 0 15,8-5-3-15,14-5 8 16,13-5 0-16,12-5-4 16,7-1-11-16,8 1-7 15,1 3-9-15,-5 6-4 0,-4 6-6 16,-9 5-1-16,-8 6 0 15,-10 1-1-15,-8 3 0 16,-5 1 0-16,-5 0-1 16,-6-1 2-16,-4 2-2 15,-5-2-4-15,-5 2-12 0,-5-1-10 16,-7-2-6-16,-1 3 4 16,0-1-24-16,0-2-4 15,-6-2-27-15</inkml:trace>
  <inkml:trace contextRef="#ctx0" brushRef="#br0" timeOffset="212768.14">30560 14476 176 0,'0'0'2'0,"48"-32"0"0,-10 13 5 0,13-3 11 16,13-1 5-16,12-4-1 0,13 0-3 16,8-2-4-16,6 1-4 15,4-1-3-15,2 4-3 16,-4-1-3-16,-3 6-1 15,-8 3-1-15,-8 3 0 16,-9 4 0-16,-10 3-1 16,-11 1-27-16,-11-3-55 0</inkml:trace>
  <inkml:trace contextRef="#ctx0" brushRef="#br0" timeOffset="-199432.62">33208 12353 146 0,'0'0'3'0,"0"0"-1"0,0 0 0 15,0 1-2-15,0 0 1 0,0 1 0 16,0-2 1-16,0 2-1 16,0-1 0-16,0-1-1 15,0 1 1-15,0 0-1 16,0 1-1-16,0-2 0 16,0 0-2-16,0 0-46 0</inkml:trace>
  <inkml:trace contextRef="#ctx0" brushRef="#br0" timeOffset="-193438.2">31914 12735 33 0,'0'0'43'0,"0"0"-20"0,0 0-6 0,2 0-4 16,-2 0 2-16,2 0 0 16,-2 0-4-16,0 0-4 15,0-1 0-15,0-1-2 16,0 2-2-16,0 0 1 0,1-2 0 15,0 1-1-15,-1 1 0 16,0-1-1-16,0 1-1 16,0 0 0-16,0 0-1 15,0 0 1-15,0 0-1 0,0 0 0 16,0 0 1-16,0 0 0 16,0 0 0-16,0-2 3 15,0 2 3-15,0-1-1 16,0 1-1-16,0 0-3 15,0 0-1-15,0 0 0 0,2 0 0 16,-2-3-1-16,0 3 0 16,0-1 1-16,0 1-1 15,0 0 0-15,0 0-1 16,2 0-3-16,1-4-40 16,1-4-55-16</inkml:trace>
  <inkml:trace contextRef="#ctx0" brushRef="#br0" timeOffset="-183700.66">22237 5304 183 0,'0'0'27'0,"0"0"-14"0,0 0 17 15,0 0-17-15,0 0-13 16,0 0 0-16,0 0 13 16,0 0 2-16,0 0-2 0,24 39-2 15,-13-22-2-15,6 1 13 16,3 6-2-16,5-1-5 16,6 4-5-16,1 1-1 15,5 4-5-15,0-1-3 16,-2 0 0-16,-3-1-1 0,-5-3 1 15,-5-4-10-15,-6-6-20 16,-3-6-8-16,-4-1-5 16,-5-7-15-16,-4-3-44 15</inkml:trace>
  <inkml:trace contextRef="#ctx0" brushRef="#br0" timeOffset="-183358.32">22587 5273 173 0,'0'0'2'0,"0"0"18"15,0 0 1-15,0 0-8 16,0 0-6-16,0 0-1 16,0 0 11-16,-48 38 2 15,28-9-7-15,-6 3-8 16,-2 7-1-16,-3 2-2 0,0 0 0 16,1 2-1-16,3-5 2 15,6-3-2-15,3-5 1 16,5-6-4-16,4-5-13 15,0-5-52-15,4-7-106 16</inkml:trace>
  <inkml:trace contextRef="#ctx0" brushRef="#br0" timeOffset="-181156.29">22864 5409 61 0,'-2'0'10'0,"-1"0"-8"0,0 0 1 16,0 2 0-16,1 2 2 16,-1-2 0-16,3 1 0 15,-2-1 0-15,0-1-3 16,1 0 1-16,0 0 2 15,1-1 2-15,0 0 42 16,0 0-27-16,0 0-7 0,0 0-4 16,0 0-1-16,0 0 3 15,0 0 7-15,0 0 7 16,0 0-6-16,0 0-8 16,4 0 0-16,9 0 13 15,4 0 11-15,11 0-7 0,6-1-3 16,14-7-4-16,6 0-7 15,6-2-6-15,3-1-3 16,-4 2-5-16,-4 2-1 16,-11 1 0-16,-8 2-1 15,-11 1 1-15,-8 0-1 0,-7 2 0 16,-3 1 0-16,-5 0 0 16,0 0-14-16,-2 0-27 15,0 0-40-15,-2-1-24 16,-4-2-130-16</inkml:trace>
  <inkml:trace contextRef="#ctx0" brushRef="#br0" timeOffset="-180648.84">22690 5780 249 0,'0'0'26'0,"0"0"35"16,0 0 9-16,0 0-56 16,0 0-2-16,0 0 13 0,-4 48-8 15,4-26-11-15,0 3-5 16,2-1 0-16,1-1 0 16,0-2-1-16,-1-4-45 15,-2-7-61-15,0-8-16 0</inkml:trace>
  <inkml:trace contextRef="#ctx0" brushRef="#br0" timeOffset="-180447.57">22665 5618 366 0,'0'0'4'0,"0"0"12"15,0 0-11-15,0 0-5 16,0 0-1-16,0 0-15 0,39-13-40 16,-33 22-25-16,-1-2-156 15</inkml:trace>
  <inkml:trace contextRef="#ctx0" brushRef="#br0" timeOffset="-180202.21">22841 5900 335 0,'0'0'5'15,"0"0"19"-15,0 0 12 0,0 0 1 16,37 31-9-16,-34-20-4 16,-3 3-2-16,0 0-5 15,-1 5-5-15,-9-1-5 16,-1 2-3-16,-6 0-1 15,-3 1-2-15,1-1 0 0,-5-1 1 16,-1-1-4-16,1-1 0 16,3 0-10-16,0-4-22 15,3-2-32-15,4-5-69 16,3-3-77-16</inkml:trace>
  <inkml:trace contextRef="#ctx0" brushRef="#br0" timeOffset="-179746.75">22819 5726 409 0,'0'0'36'0,"0"0"-8"0,0 0-8 0,0 0-13 16,0 0-4-16,0 0-2 0,0 0 1 15,0 0-8-15,0 0-57 16,0 0-93-16</inkml:trace>
  <inkml:trace contextRef="#ctx0" brushRef="#br0" timeOffset="-175093.1">23871 5155 146 0,'-1'2'111'0,"-1"-2"-78"0,1 0-5 0,0 1-12 15,1 0-2-15,0 3 1 16,0 1 5-16,7 2 3 16,4 2-2-16,1 3-9 15,3 1-4-15,2 3-3 0,3 2-3 16,-1 2-1-16,2-2 1 16,0 1-1-16,0-2-1 15,1 0 0-15,-1-1 2 16,-4-3-4-16,0-2 2 15,-6-4-3-15,0-1-25 0,-2-4-33 16,-5-2-28-16,-1 0-38 16</inkml:trace>
  <inkml:trace contextRef="#ctx0" brushRef="#br0" timeOffset="-174843.52">24121 5134 249 0,'0'0'20'15,"0"0"3"-15,0 0 17 16,0 0-15-16,0 0-19 16,0 0-4-16,-43 21 14 15,27 3 5-15,0 6-2 16,-6 4-3-16,1 2-5 0,-2 0-9 15,2-1-1-15,-1 0 0 16,6-5-1-16,0-6 0 16,5-4-6-16,3-8-75 15,3-7-76-15</inkml:trace>
  <inkml:trace contextRef="#ctx0" brushRef="#br0" timeOffset="-174267.07">23798 5017 109 0,'0'0'31'0,"0"0"-9"0,0 0 9 0,0 0-3 15,0 0 1-15,0 0 2 0,0 0-1 16,0 0 8-16,0 0-10 15,0 0-14-15,1 0-3 16,19 0 20-16,10 0-7 16,7-1-13-16,6-5-4 15,2 1-1-15,-2 0-2 0,-5 1-1 16,-9 0-3-16,-6 1 1 16,-9 3-1-16,-4 0 0 15,-3 0 0-15,-3 0-15 16,-4 0-39-16,0-3-64 0,0-6-60 15</inkml:trace>
  <inkml:trace contextRef="#ctx0" brushRef="#br0" timeOffset="-143719.54">22690 5770 1 0,'0'0'13'0,"0"0"13"0,0 0 5 0,0 0-20 0,0 0-5 16,0 0-3-16,0 0-2 15,0 0 1-15,0 0 0 16,-20 34 1-16,20-31 1 0,0-2 3 15,0 1-3-15,0-1-2 16,0-1 1-16,3 0-2 16,2 0 1-16,1 0-7 15,-1 0-58-15</inkml:trace>
  <inkml:trace contextRef="#ctx0" brushRef="#br0" timeOffset="-143185.53">22731 5952 102 0,'0'0'34'0,"0"0"21"0,0 0-15 0,0 0-4 0,0 0 0 15,0 0-3-15,0 0-1 16,0 0-7-16,0 0-12 15,0 0-9-15,-4-26-4 16,6 29 1-16,3 6 0 16,-1 1 0-16,-3 3 1 15,-1 3-2-15,0 0 0 0,-1 4 0 16,-11-2-1-16,-3-2-61 16,0-6-218-16</inkml:trace>
  <inkml:trace contextRef="#ctx0" brushRef="#br0" timeOffset="-142086.64">22754 5873 180 0,'0'0'6'0,"0"0"6"0,0 0-10 0,0 0 2 16,0 0 26-16,0 0-2 16,0 0-5-16,0 0-6 15,38 25-1-15,-31-19-4 16,2-1-7-16,-4 2 1 16,1-1-2-16,-3 0 0 0,1-2-1 15,-3 0 0-15,2-1-2 16,-3-1 3-16,0-1-1 15,0-1 1-15,0 0 14 16,-2 0 7-16,-3-1-18 16,1-5-4-16,0-3 1 15,0 3-2-15,2-5-1 16,1 1 1-16,-1 3-1 0,2-1-1 16,0 2 5-16,0 1 8 15,0 3-7-15,0 2-2 16,0 0 1-16,0 0-3 15,0 0-2-15,0 0-1 0,0 2 2 16,3 3-1-16,-1 1 1 16,2 2 0-16,0 0-1 15,-2 4 2-15,1 1-1 16,1 4 3-16,-2 1-2 16,-2 2 0-16,0 0 1 0,0 0-3 15,-7 1 2-15,-3-2-2 16,0-2 1-16,-1-2 0 15,-2 0 0-15,0-4-1 16,0-1 1-16,1-3-1 16,0-3-5-16,0-4-113 0,-1 0-167 15</inkml:trace>
  <inkml:trace contextRef="#ctx0" brushRef="#br0" timeOffset="-141680.52">22753 5745 264 0,'0'0'0'0,"0"0"2"0,0 0-2 0,0 0-13 16</inkml:trace>
  <inkml:trace contextRef="#ctx0" brushRef="#br0" timeOffset="-137302.71">17757 4959 48 0,'0'-5'24'0,"0"0"-10"0,2-2 7 15,-2 1-5-15,1 2 6 0,-1 1 9 16,0-1-8-16,0 4-8 16,0 0-3-16,0 0-9 15,0 10-3-15,0 4 2 16,0 8 1-16,0 4 1 15,0 6 69-15,3 6-67 16,2 5-5-16,1 1-1 0,3 1 1 16,-1-5-1-16,1-2 0 15,-1-6 0-15,-1-7 0 16,-2-9-62-16,-3-5-167 16</inkml:trace>
  <inkml:trace contextRef="#ctx0" brushRef="#br0" timeOffset="-136922.18">17730 5692 241 0,'0'0'13'15,"0"0"-1"-15,0 0 34 0,0 0-25 16,0 0-4-16,0 0-2 16,0 0-6-16,0 0-7 15,0 0 0-15,47-33-2 16,-32 35 0-16,-5 9 1 0,-2 3-3 16,-6 6 2-16,-2 1-1 15,0 1 0-15,-4-1 0 16,-5 2 1-16,-2 0 0 15,0-1 0-15,2-3-2 16,-2-3 2-16,4-1 2 0,3-1-2 16,4-4 0-16,0-2 0 15,4-3 1-15,11-2-1 16,3-3 1-16,7 0 0 16,4 0 0-16,-2 0-19 15,0-2-155-15</inkml:trace>
  <inkml:trace contextRef="#ctx0" brushRef="#br0" timeOffset="-136466.84">17719 6229 173 0,'0'0'17'0,"0"0"20"15,0 0-9-15,0 0 16 16,0 0 25-16,0 0-26 0,33-40-7 16,-24 37-17-16,0 3-15 15,-1 3-3-15,0 11-1 16,-7 3 0-16,-1 6 1 16,0 4-2-16,-4 0 0 15,-6 1 2-15,-1-1-2 0,1-4 2 16,1-2-1-16,0-5 0 15,5-3-1-15,0-5 2 16,4-2-1-16,0-2 0 16,0 2 0-16,7-2 0 0,5 2 0 15,3 1 0-15,0 2 1 16,-1 2-1-16,-1 0-1 16,-3 5 1-16,-7 1 0 15,-3 0 0-15,0 1 0 16,-7-1 1-16,-6 1-1 15,-5 0 1-15,1-4-1 0,-2 0 0 16,-1-4 1-16,2-1-1 16,-4-6-2-16,1-3-55 15,2-16-123-15</inkml:trace>
  <inkml:trace contextRef="#ctx0" brushRef="#br0" timeOffset="-135988.33">18318 5164 109 0,'0'0'201'0,"0"0"-174"0,0 0 45 0,0 0-24 16,0 0-39-16,0 0-9 16,0 0 0-16,0 0 0 0,0 38 0 15,2-14 0-15,3 0 0 16,3-4-1-16,4-3 0 15,-2-6 1-15,3-5 0 16,2-6-2-16,-2 0 0 16,-1-6-11-16,-1-5-17 0,-5 1 27 15,-2 0 4-15,-2 3 0 16,-2 3 2-16,0 3 2 16,2 1 2-16,0 2-4 15,1 11-4-15,2 3 1 16,1 5 0-16,1 6 0 0,-5 4-1 15,0 0-2-15,-2 1-167 16</inkml:trace>
  <inkml:trace contextRef="#ctx0" brushRef="#br0" timeOffset="-135720.39">18277 5770 304 0,'0'0'18'0,"0"0"86"16,16-38-77-16,-11 31-14 15,3 4 1-15,0 3-7 16,1 0-3-16,1 3-3 16,2 8-1-16,-1 3 1 15,0 3-1-15,0 2 0 0,-2 2-1 16,-7 0 1-16,-2 1 0 15,0 0-1-15,-2-2-1 16,-7-1-6-16,-4-4-39 16,1-5-23-16,-2-3-30 15,0-7-26-15</inkml:trace>
  <inkml:trace contextRef="#ctx0" brushRef="#br0" timeOffset="-135537.59">18257 5703 250 0,'0'0'49'0,"0"0"7"0,51-37-27 16,-23 25-4-16,5 0-4 15,4-1-8-15,0 5-10 16,-2 2-2-16,-1 2-1 16,-11 4-31-16,-4 0-162 15</inkml:trace>
  <inkml:trace contextRef="#ctx0" brushRef="#br0" timeOffset="-135198.68">18256 6199 208 0,'0'0'168'0,"0"0"-167"0,-15 53 2 16,13-24 4-16,-2 1 19 16,4 6-19-16,0-4-3 15,0 0-2-15,0-4-1 16,5-7-1-16,4-4 2 16,-3-8-2-16,1-5 0 0,-1-4 1 15,-2 0 3-15,-1-7 0 16,-3-4-1-16,0 2-1 15,-6-1 1-15,-7 3-2 16,-3 3 3-16,2 3 7 16,0 1 12-16,1 2-21 0,7 7-3 15,6-1 0-15,0-5-6 16,6-3-237-16</inkml:trace>
  <inkml:trace contextRef="#ctx0" brushRef="#br0" timeOffset="-134648.65">18944 5098 236 0,'0'0'40'0,"0"0"15"0,0 0 4 0,0 0-18 16,0 0-21-16,22-38-11 16,7 27-5-16,5 1-1 15,2 1 1-15,-2 4-1 16,0 0-2-16,-7 5-2 15,-9 0 2-15,-4 3-1 16,-3 6 0-16,-7 3 0 0,-1 4 0 16,-1 3 0-16,-2 4 0 15,0 5-1-15,0 4 1 16,0 5-2-16,-3 3 1 16,2 3-4-16,0-1-127 15,1-1-80-15</inkml:trace>
  <inkml:trace contextRef="#ctx0" brushRef="#br0" timeOffset="-134217.73">19254 5696 285 0,'0'0'19'15,"0"0"40"-15,0 0-22 0,-6-38-13 16,-7 34-11-16,-4 4-4 16,-8 0 12-16,-4 0 0 15,-1 9-13-15,2 3-5 16,2 2-2-16,4 0 0 16,10 1-1-16,6-1 0 0,6-3 0 15,9-1 0-15,11 0 2 16,9 0-2-16,2 3 1 15,2-2-1-15,-3 3-1 16,-3 3-1-16,-9 2-2 16,-7-1 2-16,-3 1-2 0,-6-3 3 15,-2 0 0-15,-2-1 2 16,-6-4-2-16,-1-3 2 16,-7-2-1-16,1-3 1 15,-2-3-1-15,2 0 1 16,1-10 0-16,3-4 1 15,7-6-1-15,4-6 0 0,3-2 0 16,19-1 0-16,1 1-2 16,9 3-1-16,-1 3-100 15,-1 5-75-15</inkml:trace>
  <inkml:trace contextRef="#ctx0" brushRef="#br0" timeOffset="-133811.58">19276 6362 174 0,'0'0'194'0,"0"0"-188"15,0 0 41-15,0 0-12 16,-33-41-10-16,17 34 9 0,-4 1-4 15,-2 5-12-15,-3 1-5 16,-1 3-7-16,5 10-5 16,1 2-1-16,4 4 0 15,6-2 0-15,7-2 0 16,3-1-1-16,0-2 1 0,6-5-1 16,8-2-2-16,4-3-9 15,-2-2-10-15,-3 0 1 16,1 0 15-16,-5 0 6 15,-1 4 0-15,-4 6 0 16,2 4 1-16,-2 5 15 16,-2 5 9-16,1 3-12 0,1 3-6 15,-2 1-5-15,0-1-1 16,-1 1-1-16,-1-12-43 16,0-14-195-16</inkml:trace>
  <inkml:trace contextRef="#ctx0" brushRef="#br0" timeOffset="-132186.62">17653 5375 66 0,'0'0'38'0,"0"0"-22"0,0 0 3 15,0 0 13-15,0 0-3 16,0 0-7-16,0 0-3 16,0 0 2-16,0 0-2 15,0 0-1-15,0 0-5 16,0 0 0-16,0 0 6 0,3-16 0 16,-3 16-14-16,0 0-3 15,0 0-2-15,0 0 1 16,0 0-1-16,0 0 0 15,0 0 0-15,0 0 0 16,0 0 0-16,0 0 0 16,0 0 0-16,0 0 0 0,0 0 0 15,0 0 1-15,0 0-1 16,0 0 0-16,0 0 2 16,0 0-2-16,0 0 1 15,0 0 0-15,0 0 1 0,0 0-1 16,0 0 1-16,0 0 0 15,0 0 1-15,0 0 7 16,0 0 13-16,0 0-5 16,0 0-10-16,0 0-4 15,0 0-2-15,0 0 0 0,0 0 0 16,0 0-1-16,0 0 1 16,0 0 2-16,0 0-1 15,0 0 3-15,0-1 5 16,0 1 2-16,0 0-4 15,0-1-5-15,0 1-3 16,0-2 0-16,0 1-1 0,0 1 0 16,0-1 0-16,0 1-1 15,2 0 0-15,4 0-3 16,2 0-4-16,-2-3-122 16,3 1-129-16</inkml:trace>
  <inkml:trace contextRef="#ctx0" brushRef="#br0" timeOffset="-118061.49">15949 5453 86 0,'0'0'4'0,"0"0"8"0,0 0 40 15,0 0-6-15,2-1-23 16,-2-3-5-16,2 1 5 0,2 0 3 16,-1 2-5-16,8 1-9 15,0 0-5-15,2 5-6 16,6 8 1-16,5 7 0 15,3 7-1-15,2 7-1 16,-3 4 0-16,1 5 0 16,-2 2-1-16,-6-2 2 0,-4-2-3 15,-3-5-11-15,-4-6-30 16,-6-8 5-16,-2-8-10 16,0-12-44-16</inkml:trace>
  <inkml:trace contextRef="#ctx0" brushRef="#br0" timeOffset="-117786.45">16159 5426 243 0,'0'0'40'15,"0"0"-19"-15,0 0 7 16,0 0-6-16,0 0-28 15,0 0 6-15,-41 33 0 16,30 1 0-16,-7 11 1 0,-1 5-2 16,0 3 2-16,0 2 0 15,0 2-1-15,4-3 0 16,6-7 0-16,4-6-8 16,1-8-58-16,4-15-18 15</inkml:trace>
  <inkml:trace contextRef="#ctx0" brushRef="#br0" timeOffset="-117485.8">16320 5563 347 0,'0'0'-25'0,"0"0"67"16,0 0-22-16,0 0-11 0,36-32-8 15,-20 32-1-15,-1 0 0 16,3 0-1-16,-3 5-3 15,1 0-28-15,-3 2-12 16,1-1-1-16,-7-2-25 16,-1-1-78-16</inkml:trace>
  <inkml:trace contextRef="#ctx0" brushRef="#br0" timeOffset="-117335.45">16366 5686 361 0,'0'0'17'0,"0"0"21"16,0 0-38-16,68 2 0 16,-32-2-37-16,5-13-84 15</inkml:trace>
  <inkml:trace contextRef="#ctx0" brushRef="#br0" timeOffset="-116623.21">17270 4753 50 0,'0'0'24'0,"0"0"37"0,0 0-17 0,0 0-32 16,0 0-10-16,-41 10 1 16,15 0-1-16,-1 3 0 15,-2 1 0-15,-1 0 0 16,6-1 0-16,1-3 0 0,8 5-1 15,-1-6-1-15,7 8 0 16,3 3 0-16,-1 5 0 16,2 11 0-16,3 15 4 15,-2 17 12-15,1 16 4 16,1 14-8-16,-2 17-3 0,2 10-4 16,2 6-2-16,0-2-2 15,0 0 0-15,2-4-1 16,3-7 1-16,0-7 0 15,0-7 0-15,0-11-1 0,-1-6 1 16,1-12-1-16,-1-9 0 16,3-11 0-16,-1-8 0 15,2-9 0-15,1-8 1 16,3-7-1-16,2-5 1 16,1-4 2-16,4-3-1 0,2-2 0 15,5-2 0-15,10-1 0 16,4-2 0-16,8 1 0 15,7-4-2-15,7-1-30 16,3-3-51-16</inkml:trace>
  <inkml:trace contextRef="#ctx0" brushRef="#br0" timeOffset="-115776.46">19234 4782 187 0,'0'0'-1'0,"0"0"4"16,0 0 7-16,0 0-8 0,0 0-1 16,56-23 0-16,-30 23-1 15,4 0 0-15,3 0 1 16,0 1 0-16,4 3 0 15,-3-1 3-15,-1 0-2 16,-6 0 0-16,-3 1 1 16,-3 1 3-16,-3 4 2 0,-3 3-3 15,0 6 0-15,-3 6-1 16,0 8 2-16,0 9 1 16,-3 13 4-16,-4 13-1 15,-1 15-3-15,-3 10-4 0,-1 13 0 16,0 9-1-16,-1 4-1 15,-2 3 1-15,-1-4-1 16,0-3 0-16,0-6-1 16,0-4 3-16,3-8 5 15,1-6 15-15,0-8-10 0,0-7-11 16,0-6 2-16,4-7 0 16,1-5 0-16,-1-6-1 15,-2-7-3-15,-1-3 1 16,-1-8 0-16,0-7 0 15,0-7 0-15,0-3 0 0,0-6 0 16,-2-3 0 0,-1 0 4-16,-5-2 1 0,-4-1 7 15,-3-3-5-15,-9 1-1 16,-8-2-5-16,-11 0 0 16,-13 0-2-16,-13 0 1 15,-11 0-69-15,-3-5-149 0</inkml:trace>
  <inkml:trace contextRef="#ctx0" brushRef="#br0" timeOffset="-109984.52">17623 6005 50 0,'0'0'12'0,"2"-1"16"0,-1 1-23 15,2 0 6-15,-3-1-4 16,3 1 56-16,-3 0-41 16,0-1-14-16,0-1-2 15,0 2-4-15,0 0-2 0,0 0-1 16,0 0 1-16,0 3-1 15,0 3 1-15,0 1-1 16,0-3 0-16,2 0-3 16,0-1-54-16</inkml:trace>
  <inkml:trace contextRef="#ctx0" brushRef="#br0" timeOffset="-108355.84">19308 5563 53 0,'-3'-6'10'0,"2"-1"19"0,1 1-8 0,0 0 4 16,0-2-1-16,-1 1-2 0,1-2-11 15,-1 2 2-15,1-1 0 16,-2 1-3-16,-1 0 7 15,1-1-6-15,-3 1 0 16,0 0-6-16,1 2-1 16,-3 0-3-16,-1 1 2 0,-2 1-2 15,-3-1 0-15,-1 4-1 16,-3 0 1-16,-5 0-1 16,1 0 0-16,1 0 0 15,0 6 0-15,0-1 0 16,4 0 0-16,0 0 2 0,1 2-2 15,2-1 0-15,-3 0 0 16,3 4 0-16,-1-2 0 16,1 2 0-16,-1 0 0 15,3 2 1-15,-2 0-1 16,2 1 0-16,2 4 0 16,0-1 1-16,-3 3-1 0,3 3 1 15,3 1 0-15,-3 1 0 16,2 0 1-16,2 2 0 15,2-1 0-15,2 1 3 16,1-1 7-16,0 2-2 16,11-1-4-16,3 1-3 0,3-2-1 15,6-2 0-15,2 1-2 16,6-4 1-16,-1-4 0 16,7-5 2-16,-1-4-3 15,-1-1 1-15,0-6 0 0,0 0-1 16,-6 0 0-16,-1-6 1 15,-2-1 0-15,1-3 0 16,-3-3-1-16,-1-1 1 16,-2 0-1-16,0-6 1 15,-1 0 11-15,-5-3 4 16,0-4 9-16,-5-1-13 0,-3-3 2 16,-7-2-5-16,0-5 2 15,-12-2-1-15,-10-3-8 16,-5 1-1-16,-9 2-1 15,-1 4 2-15,-1 4-3 16,0 10 0-16,0 6-5 0,4 5-73 16,-3 3-70-16</inkml:trace>
  <inkml:trace contextRef="#ctx0" brushRef="#br0" timeOffset="-98656.79">23067 6242 7 0,'2'1'27'0,"-1"-1"-24"0,1 0-3 0,-1 1-1 15,-1 1 2-15,0-1-1 16,0-1 2-16,0 0 4 16,0 0 5-16,0 2 20 0,-2-2-19 15,-2 0-9-15,2 0 2 16,-2 0-2-16,2 0-2 16,1 0 0-16,0 1-2 15,1-1-1-15,0 2-4 16,0-2-5-16</inkml:trace>
  <inkml:trace contextRef="#ctx0" brushRef="#br0" timeOffset="-96888.53">23034 6145 3 0,'0'0'21'0,"0"0"-9"16,0 0 1-16,0 0 4 15,0 0 4-15,0 0 5 16,0 0-10-16,0 0-5 0,0 0-5 16,0 0 2-16,0 0 11 15,0 0-1-15,42-4-5 16,-24-1-1-16,3 1 3 15,5 0 3-15,4-2-6 0,6 0-3 16,3 0 1-16,-3 0-2 16,1 0-3-16,-3 3-1 15,-5-1-3-15,-9 1 0 16,-4 0 1-16,-2 3-1 16,-6-3-1-16,-1 2 1 0,0 1-1 15,-3 0 1-15,1 0-1 16,-1 0-1-16,-3-1-5 15,0-1-92-15</inkml:trace>
  <inkml:trace contextRef="#ctx0" brushRef="#br0" timeOffset="-94183.58">19129 4723 120 0,'0'0'24'0,"0"0"-13"0,0 0-7 16,0 0-2-16,0 0 2 16,0 0 5-16,0 0 10 15,0 0 7-15,0 0-14 0,0 0-6 16,-38-12-2-16,27 10-2 16,-4-1-1-16,-1 2 0 15,-4-1 1-15,-3 1-2 16,-2 1 0-16,-1-3 1 15,1 3-2-15,2-1 2 16,1 1-1-16,5-2 0 0,-2 2 1 16,6 0-1-16,0 0 0 15,4 6 0-15,1 2-1 16,2 5 1-16,-1 6-1 16,3 2 1-16,2 7 0 0,0 5 0 15,2 7-2-15,0 3 2 16,0 5-1-16,0 7 0 15,4 6 1-15,-1 6 0 16,3 6-1-16,-1 7 2 16,-1 4-1-16,-1 7 0 0,-1-3 0 15,-2 2 0-15,0-2 0 16,0 3 0-16,0-5 1 16,0-3-1-16,0-2 0 15,-4-1 0-15,1-3 0 16,-2-4 0-16,3-5 0 0,-2-6 0 15,2-5 0-15,0-4 1 16,2-8-2-16,0-1 1 16,0-1 1-16,0-5-1 15,0-1 0-15,3-4 0 16,2-2 0-16,-3-4 0 16,1-4 2-16,-3-2-2 0,2-5 1 15,-1-2-1-15,-1-3 0 16,0-2 0-16,0-1 0 15,0-1 0-15,0-1 0 16,1-3 0-16,0 1 0 16,3-1 1-16,0 1-1 0,0-2 0 15,5 0 0-15,1 1 0 16,3-1 1-16,3-1-2 16,4-1 2-16,6 0-1 15,4 0 2-15,5 0 10 16,4 0 3-16,3 0-6 0,0 1-7 15,1 2 2-15,-3-1 3 16,0-2-4-16,-2 3 0 16,-1-3-1-16,-2 0-1 15,-2-3 0-15,-1-6 0 16,1-1 0-16,-4-7-1 0,-2-4-33 16,-9-9-82-16</inkml:trace>
  <inkml:trace contextRef="#ctx0" brushRef="#br0" timeOffset="-93193.7">19291 4814 51 0,'0'0'2'0,"0"0"-3"0,0 0 2 16,0 0 2-16,-1 0 15 15,-1-1 20-15,2-3-16 0,-1-2-6 16,0 0-6-16,0 1-5 16,1-1 1-16,0 0-1 15,0 2 5-15,0-2 0 16,3 3-6-16,6-1-1 15,0 1 0-15,2 3 0 0,2 0-1 16,2 0 0-16,1 4 0 16,2 5-1-16,-1 4 0 15,0 0 0-15,0 4-1 16,-1 1 1-16,0 6-1 16,-5 3 2-16,-1 2-2 0,-2 9 1 15,-3 3 1-15,1 9 2 16,-1 7 7-16,2 7 7 15,-1 10-7-15,-1 8-7 16,3 7 1-16,-1 2-1 16,0 3-3-16,0 0 0 0,-1-1 0 15,-4-3-1-15,1-8 1 16,-1-2-1-16,-2-2 0 16,0-4 0-16,0-5 0 15,0-2 1-15,0-3-1 16,-1-4 0-16,-2-5 0 0,2-5 0 15,-1-3 0-15,0-5 0 16,0 0 0-16,-4-5 2 16,3 1-2-16,-5-6 0 15,2-6 1-15,-2-2-1 16,-1-3 1-16,-2-5 0 0,1-2 0 16,2-1 0-16,-6-2 1 15,3-1 0-15,-2 2-2 16,-1-1 1-16,-4 2 0 15,-1 2-1-15,-2 0 2 16,-4 0-2-16,2 2 1 16,-4 0-1-16,0-2 1 0,2-3-1 15,0-6-1-15,3-6-85 16</inkml:trace>
  <inkml:trace contextRef="#ctx0" brushRef="#br0" timeOffset="-88466.55">24278 5398 155 0,'0'0'16'0,"0"0"38"0,0 0-13 16,0-40-10-16,1 32 2 0,1 0 9 15,-1 1-8-15,2 3-7 16,-1 2-8-16,3 2-8 16,0 0-8-16,1 5-3 15,1 8 0-15,2 1 1 16,0 6-1-16,-2 4 1 0,-1 0 0 16,-1 3-1-16,-2-1 0 15,-3 1 0-15,0-4 0 16,0-1 1-16,-7-2-1 15,-1-3-1-15,-5-4 2 0,-3-2-2 16,-1-4 0-16,-2-4-5 16,1-3-62-16,1 0-34 15,0-17-42-15</inkml:trace>
  <inkml:trace contextRef="#ctx0" brushRef="#br0" timeOffset="-88264.39">24249 5159 248 0,'0'0'7'0,"0"0"47"0,0 0-30 16,0 0-9-16,0 0-12 16,0 0-4-16,0 0-2 15,0 0 0-15,0 0-120 16</inkml:trace>
  <inkml:trace contextRef="#ctx0" brushRef="#br0" timeOffset="-87434.53">22712 6147 36 0,'0'0'4'0,"0"0"-2"0,0 0 1 16,0 0 5-16,0 0 16 15,0 0 7-15,-38 32 6 0,33-25-21 16,-1 0-2-16,0-1 0 16,1 1-5-16,0 0-6 15,1-2-2-15,3 0 0 16,1-2 0-16,0-2-1 15,0-1 0-15,0 0 2 0,4 0 5 16,15-5 6-16,13-7-11 16,19-5 1-16,18-8 3 15,24-2 41-15,27-7-21 16,20-6-18-16,18-4-2 16,8 0 0-16,3-3 2 15,-1 4 5-15,-9 1 15 0,-11 3-5 16,-18 4 1-16,-10 4-5 15,-17 2-7-15,-14 4-6 16,-14 3-4-16,-17 1-1 16,-10 5 0-16,-16 5 0 15,-10 4-1-15,-9 3 1 0,-12 4-2 16,-1 0-7-16,-11 0-68 16,-8 0-74-16</inkml:trace>
  <inkml:trace contextRef="#ctx0" brushRef="#br0" timeOffset="-86006.84">23870 6135 31 0,'3'-4'51'0,"0"-2"-22"0,-1 2 0 0,0 1-3 16,0 0-7-16,2 2 2 15,2-1-5-15,1 2-9 16,2 0 1-16,4 0 7 16,0 4 3-16,3 4-8 15,-1 1-5-15,2 2 1 0,-2 0-2 16,1 0-1-16,-3 2-2 16,-3-2 1-16,0 2-2 15,-7 0 1-15,-3-3-1 16,0 0 1-16,0 0 0 15,-10-2 0-15,-5 1 2 0,-1-1 1 16,-2-1 0-16,-4-1 0 16,2-2 0-16,0-1-1 15,1-1 6-15,4-2-3 16,-1 0 2-16,3-2-2 16,1-8 1-16,0-4-1 0,7-3 0 15,-2-3-2-15,3-1-2 16,4-3-2-16,0 2 2 15,0 1 0-15,1 2 0 16,11 3 1-16,5 0 4 16,8 0 5-16,7 1-6 0,10-2-3 15,5-2 2-15,2 2 1 16,3-1-2-16,-1 1 0 16,-5 1-2-16,-4 5 0 15,-5 1-2-15,-5 3 0 16,-8 1-2-16,-7 2-2 0,-13-9-99 15</inkml:trace>
  <inkml:trace contextRef="#ctx0" brushRef="#br0" timeOffset="-73436.84">25139 5395 165 0,'0'0'70'0,"0"0"-28"16,0 0-9-16,0 0-2 0,0 0-9 16,0 0-16-16,12-38-3 15,-1 36-1-15,5 1-1 16,3-1 1-16,4 0 1 15,4 2-1-15,-1 0-1 16,-1 0-1-16,-1 0 0 0,-4 0-2 16,-6 9-3-16,-3 0-21 15,-10 1-99-15,-1 0-77 16</inkml:trace>
  <inkml:trace contextRef="#ctx0" brushRef="#br0" timeOffset="-73280.09">25176 5538 139 0,'0'0'8'0,"0"0"6"15,46 2 7-15,-15-2-12 0,3 0-5 16,6 0-3-16,5-4 1 16,-2-5-2-16,-1-1-113 15</inkml:trace>
  <inkml:trace contextRef="#ctx0" brushRef="#br0" timeOffset="-72673.72">25975 5223 282 0,'0'0'2'0,"0"0"0"16,0 0-3-16,0 0 1 15,15 63 1-15,-6-34 1 16,3 1-1-16,-5 3 0 16,2-3-1-16,-3-2 1 0,2-5-1 15,-4-6 0-15,-2-7 1 16,-2-4-1-16,0-6 3 15,0 0 77-15,0-10-52 16,-3-5-22-16,-1-3-4 16,-4-6 0-16,5-1 1 0,3-4 0 15,0 1 1-15,0 1-1 16,5 2 0-16,6 4 0 16,1 7 11-16,4 5 2 15,4 8-14-15,0 1-1 16,4 4-2-16,2 8 1 0,-5 3 1 15,3 1-2-15,-2 1 1 16,-4 0 0-16,2 1 0 16,0 0 0-16,-4 0-2 15,0 0-2-15,-2-1-28 16,-2-4-79-16,-3-3-17 0</inkml:trace>
  <inkml:trace contextRef="#ctx0" brushRef="#br0" timeOffset="-72312.25">26618 5216 345 0,'0'0'6'0,"0"0"41"0,-37-20-9 0,26 20-23 0,-1 3-10 0,3 13-3 16,-1 1 2-16,5 4-4 15,0 2 1-15,5 0-1 16,0 1 0-16,7-2 1 16,4-2-1-16,2-4 0 15,6-5 0-15,3-3 0 0,-1-6 1 16,3-2 0-16,-2-4 0 16,-5-9-1-16,-3-4 0 15,-9-1 0-15,-5-1 0 16,0 1 0-16,-14-2-2 15,-4 1 1-15,-2 0 1 16,1 3-1-16,2 0 1 0,0 2-1 16,5 4 1-16,4 3-4 15,5 2 1-15,3 4-11 16,0 1-30-16,7 0-63 16,9 0 21-16</inkml:trace>
  <inkml:trace contextRef="#ctx0" brushRef="#br0" timeOffset="-72013.5">26797 5198 290 0,'0'0'5'0,"0"0"8"0,0 0-8 16,0 0 0-16,41 19-1 16,-28-7 4-16,1 6 1 15,0-1 0-15,0 1-5 16,-2 0-2-16,-3-1-2 15,-2-3 1-15,-3 0-1 16,-1-7 0-16,-3 0 1 0,0-5-2 16,0-2 2-16,-3 0 4 15,-2-7-1-15,0-4 0 16,2-7-2-16,3-3 3 16,0-4-6-16,11-1 2 0,5 2-1 15,-1 4 0-15,2 6-1 16,-1 5-7-16,-2 5-67 15,-5 4-34-15</inkml:trace>
  <inkml:trace contextRef="#ctx0" brushRef="#br0" timeOffset="-71398.53">27097 5192 171 0,'0'0'43'0,"0"0"-30"16,0 0-1-16,0 0-7 15,39 31 9-15,-28-15-4 0,0 1-3 16,0 1-4-16,-4 1-1 16,1-1-1-16,-3-1 0 15,1-1-1-15,-6-5 0 16,0-1 1-16,0-4-1 16,0-3 0-16,0-3 2 0,-6 0 3 15,0-2-3-15,3-6 0 16,-2-6-1-16,4-2 1 15,1-1-1-15,0 0 0 16,6 1 3-16,3-1 31 16,2 6 7-16,2 5-19 15,3 3-11-15,0 3-8 0,1 0-4 16,2 9 0-16,0 5 1 16,0-2-1-16,-2 3 0 15,-1-2 0-15,-2 1 0 16,-2-4 0-16,-3 1 1 0,-1-4-2 15,-4 0 1-15,-1-1 0 16,-2-3-1-16,-1-3 0 16,0 0 1-16,0 0 1 15,-4 0 0-15,-3-7 0 16,3-4-1-16,3-4 2 0,1-3-1 16,0-1-1-16,5-2 1 15,9-1 0-15,3-1 2 16,4 4 3-16,3 5 25 15,0 3-17-15,2 5-10 16,-4 6-3-16,-2 0 0 0,0 5-1 16,-4 7-1-16,-3 1 1 15,1 2 0-15,-2 1 0 16,-4 0-2-16,-1 0-3 16,-1-1-6-16,-2-1-70 15,-1-4-36-15,1 0-67 0</inkml:trace>
  <inkml:trace contextRef="#ctx0" brushRef="#br0" timeOffset="-70561.44">27981 5284 112 0,'0'0'100'0,"0"0"-94"0,17-37 24 0,-17 24-2 16,0 2-1-16,-10 1 6 15,-5 2 7-15,-3 1 1 16,-2 4-6-16,-3 3-15 0,2 0-9 16,1 2-7-16,3 10-3 15,1 4-1-15,6 1 0 16,-1 1 0-16,6 2 0 16,5 0 0-16,0 0-1 15,0-4 1-15,3-2-1 0,8-3 0 16,-2-4 1-16,4-4-1 15,1-3 1-15,0-3 1 16,1-11 0-16,2 0-1 16,-1-3 1-16,-5 1-1 15,-2 0 1-15,-2 4-1 0,-3 3 1 16,-3 3-1-16,1 2 1 16,-1 4-1-16,1 0 1 15,3 3-2-15,0 5 0 16,4 5 1-16,0 0 0 15,2 0 0-15,2 1 0 0,1-1 0 16,2-2 0-16,1-2 0 16,3-2 0-16,3-3 1 15,-1-4 0-15,5 0-2 16,1-9 3-16,0-6-2 16,-1-8 1-16,1-4 1 15,-3-7-2-15,-2-6 0 0,-3-5 0 16,-5 0 0-16,-5-1 0 15,-8 3-2-15,-2 2 2 16,-7 7-1-16,-11 7 1 16,-3 10 3-16,0 9-1 15,-1 8 16-15,-2 11-10 0,4 17-6 16,2 9-1-16,3 7-1 16,8 4 2-16,3 2-2 15,4-3 0-15,7 0 1 16,9-3-1-16,3-10 0 15,2-4 1-15,3-7-1 0,-1-8 0 16,0-6 0-16,1-8 0 16,-1-1 0-16,0-7 0 15,-3-8 0-15,-2-4 1 16,-5-2-1-16,-1 0 0 16,-8 1-1-16,-1 4 2 0,-3 5 0 15,0 5 0-15,0 3 1 16,0 3-1-16,0 4-2 15,0 9 2-15,3 2-1 16,3 3 0-16,5 0 1 0,2 1-2 16,2-2 1-16,0 0 0 15,1-3 1-15,0 0-2 16,-3-4-5-16,-2-4-91 16,-4-6-74-16</inkml:trace>
  <inkml:trace contextRef="#ctx0" brushRef="#br0" timeOffset="-70391.28">28541 5114 387 0,'0'0'2'0,"0"0"-4"0,0 0 1 0,0 0-8 0,0 0-55 15,0 0-7-15,0 0-63 16</inkml:trace>
  <inkml:trace contextRef="#ctx0" brushRef="#br0" timeOffset="-69998.92">28670 5311 303 0,'0'0'36'0,"0"0"-33"16,0 0 5-16,0 0 1 15,42-38 33-15,-29 24 14 16,-1 2 8-16,1 1-37 0,-3 7-17 15,1 1-7-15,-3 3-3 16,0 3 0-16,-3 7 0 16,-2 3-2-16,-1 2 2 15,-1 1-3-15,0-2 2 16,-1 1-2-16,0-2 1 0,0 0-2 16,0-1-3-16,-1-1 2 15,1-1 2-15,0 1 2 16,4 2 0-16,0 1 1 15,2 2 1-15,0 2-2 16,-3 2 1-16,1 0 1 0,-3 4-2 16,-1-3 1-16,0 1-1 15,-1-1 2-15,-5-4-1 16,-4-1 0-16,-1-3 0 16,-1-5 1-16,-2-4-1 15,0-1 0-15,-2-3 0 0,0 0 0 16,1 0 0-16,3-4 0 15,8-6-6-15,4-7-89 16,0-5-41-16</inkml:trace>
  <inkml:trace contextRef="#ctx0" brushRef="#br0" timeOffset="-69671.73">28975 5357 350 0,'0'0'2'0,"0"0"29"0,40-30-1 16,-26 23-10-16,1 0-2 16,2 0-5-16,-3 1-7 15,-3 3-4-15,-3-1-1 16,-2 0 0-16,-6 2-1 16,0 1 1-16,-7 1 0 0,-10 0 0 15,-4 0 0-15,-3 7 3 16,-3 3 1-16,2 3 5 15,3 1 1-15,8 3-6 16,3-1-4-16,11 2 0 16,1-1-1-16,20 0 0 15,8-4 0-15,9-2-1 0,10-5-46 16,7-6-101-16,4 0-60 16</inkml:trace>
  <inkml:trace contextRef="#ctx0" brushRef="#br0" timeOffset="-69326.16">29507 5314 240 0,'0'0'93'16,"0"0"-63"-16,0 0 39 16,-48-30-34-16,23 30-18 15,-1 3-2-15,1 9 6 16,3 4-8-16,6 0-8 16,6 3-3-16,5 2-1 0,5-1-1 15,0-3 1-15,14-3-1 16,0-4 1-16,4-6 0 15,0-4 0-15,1 0 0 16,1-16 0-16,-1-9 0 16,-1-9 0-16,1-9-1 0,-2-8 0 15,-3-3 0-15,-1-4-2 16,-6 3 1-16,-1 5 0 16,-5 10 1-16,-1 12 0 15,0 9 0-15,-3 11 1 16,-7 8 1-16,-1 18-4 15,1 14 1-15,4 12 2 0,5 9-1 16,1 4 1-16,11 1-1 16,8-2 0-16,5-6 0 15,-4-12 0-15,3-14-87 16</inkml:trace>
  <inkml:trace contextRef="#ctx0" brushRef="#br0" timeOffset="-67420.15">29859 5077 184 0,'0'0'32'0,"0"0"19"15,0 0-16-15,0 0-1 16,0 0-4-16,0 0-17 16,0 0 4-16,50 13 1 0,-22 8 2 15,5 7-4-15,6 5-6 16,4 3-5-16,3 2-2 15,-1-2-3-15,-1-1 1 16,-5-5-1-16,-3-6 0 16,-10-3 1-16,-5-4-2 0,-7-5 1 15,-6-4-14-15,-6-5-37 16,-2-3-32-16,-6 0 9 16</inkml:trace>
  <inkml:trace contextRef="#ctx0" brushRef="#br0" timeOffset="-67122.81">30251 5032 190 0,'0'0'5'0,"0"0"9"15,0 0 4-15,0 0-6 16,0 0-6-16,0 0-2 16,-38 7 4-16,27 6 5 0,-5 5 0 15,-1 3-6-15,-3 8-4 16,-3 3 1-16,-2 2-2 16,1 3 1-16,-1 0-2 15,2-3-2-15,5 0 1 16,5-8 0-16,5-5-3 0,5-8-166 15</inkml:trace>
  <inkml:trace contextRef="#ctx0" brushRef="#br0" timeOffset="-66485.44">30545 5391 275 0,'0'0'44'0,"0"0"-30"0,0 0-5 16,0 0 30-16,7 52-18 16,-6-30-9-16,0 1-9 15,0-1-2-15,1 0 0 16,1-4-1-16,-2-3-1 15,3-7-1-15,-4-7-72 0,0-1-63 16</inkml:trace>
  <inkml:trace contextRef="#ctx0" brushRef="#br0" timeOffset="-66310.58">30569 5232 332 0,'0'0'3'0,"0"0"2"16,0 0 7-16,0 0-10 0,0 0-3 15,0 0 1-15,0 0-2 16,0 0-1-16,12 23-68 16,-12-11-119-16</inkml:trace>
  <inkml:trace contextRef="#ctx0" brushRef="#br0" timeOffset="-66000.22">30794 5593 308 0,'0'0'14'16,"0"0"-1"-16,0 0 30 0,0 46-11 15,0-28-11-15,-8 0-11 16,-2 0-1-16,-2 1-7 16,-6-2-1-16,-3-3 0 15,-4 0-2-15,-3-1 1 16,0-6-3-16,3-3-86 0,2-4-92 15</inkml:trace>
  <inkml:trace contextRef="#ctx0" brushRef="#br0" timeOffset="-65766.34">30952 5490 396 0,'0'0'15'16,"0"0"-10"-16,11 40 5 0,-11-20 11 16,0 7-4-16,-5-2-5 15,-3 1-5-15,-2 0-5 16,-4-4-1-16,1-1-2 16,-4-5 1-16,-3-3-2 15,-1-7-29-15,-3-3-75 16,0-3-57-16</inkml:trace>
  <inkml:trace contextRef="#ctx0" brushRef="#br0" timeOffset="-65605.03">30928 5253 466 0,'0'0'5'0,"0"0"22"16,0 0-10-16,0 0-15 15,0 0-2-15,0 0 0 16,0 0-1-16,0 0-3 0,22 11-102 16,-22-11-215-16</inkml:trace>
  <inkml:trace contextRef="#ctx0" brushRef="#br0" timeOffset="-58398.24">24319 6242 3 0,'2'-3'5'0,"-1"0"-1"0,1 0 0 15,1-1 0-15,-1 2 1 0,1-2 6 16,0 3-1-16,-1-1-5 16,1 0 17-16,0 1-12 15,0 0-4-15,-1 0 1 16,-2-1-2-16,1 2 0 0,-1 0-1 15,0 0 0-15,1 0-1 16,-1 0 1-16,0 0 0 16,0 0 3-16,0 0 10 15,0 0 14-15,0 0-8 16,0 4 8-16,1 6-6 16,1 5-8-16,1 3-4 15,2 6-3-15,-1 2 7 0,1 2 8 16,2 2-9-16,-2 0-10 15,1-3-3-15,-4-3 0 16,0-6-2-16,-1-1 1 16,-1-5 0-16,0-4 0 0,-2 1 0 15,-7-4 1-15,-5 0 0 16,-2-1-3-16,-6 0 3 16,-2-1-5-16,-1-3-49 15,1 0-11-15,1 0-24 16</inkml:trace>
  <inkml:trace contextRef="#ctx0" brushRef="#br0" timeOffset="-57780.79">24341 6118 104 0,'0'0'30'0,"0"0"7"0,0 0-12 0,0 0 1 0,0 0 5 16,0 0-2-16,0 0-5 16,0 0-9-16,0 0-5 15,0 0-5-15,-36-27 0 16,34 27-2-16,-1 0-2 15,0 0 0-15,-1 0 1 0,1 0-2 16,-4 0 0-16,2 3 0 16,-2-2 2-16,3-1 0 15,0 0 0-15,1 0 1 16,2 0 1-16,1 0 0 16,0-1-3-16,7-2-2 15,3 0 1-15,4-4 3 0,-4 4-2 16,2 2-1-16,-1 1 1 15,-2 0 0-15,-4 0-1 16,-3 0 0-16,0 0 1 16,-2 4 1-16,0 0-2 15,-3 1 4-15,-5-2 0 0,-1 1-1 16,-2-1-3-16,1-1 0 16,3-1 0-16,4-1 0 15,3 0-1-15,0-3-20 16,2-13-152-16</inkml:trace>
  <inkml:trace contextRef="#ctx0" brushRef="#br0" timeOffset="-49859.63">31666 5299 109 0,'0'0'120'0,"0"0"-118"16,0 0-4-16,0 0 4 15,31 45-1-15,-14-28 4 0,7 3 0 16,3 1 12-16,5 3 6 16,5 2-13-16,2-1-5 15,-3 0-5-15,1-2 1 16,-1-2 0-16,-7-4-1 0,-3-2-1 15,-8-5-3-15,-6-7-75 16</inkml:trace>
  <inkml:trace contextRef="#ctx0" brushRef="#br0" timeOffset="-49578.63">31985 5348 205 0,'0'0'10'0,"0"0"19"16,0 0-18-16,-44 23 4 15,26 0 7-15,-4 3-7 16,-3 6-3-16,-1 1-9 0,2 2-2 15,2-1-1-15,-1-4 0 16,5-3 0-16,3-6-2 16,4-8-12-16,1-9-134 15</inkml:trace>
  <inkml:trace contextRef="#ctx0" brushRef="#br0" timeOffset="-49080.7">31554 5135 14 0,'0'0'160'16,"0"0"-154"-16,0 0 20 16,0 0 10-16,-10-37-10 15,10 36 1-15,0-2 0 16,1 3-7-16,5 0-9 0,4 0-3 16,1 0 1-16,4 6 1 15,-1 1-6-15,2-3-1 16,-1 2 0-16,5-3-1 15,-4-2-1-15,1-1 0 0,2 0 2 16,2-10-1-16,2-3 3 16,-2-4 4-16,1 0-1 15,0 0-4-15,-1 2-2 16,-4 3 1-16,0 4 2 16,-3 5 4-16,4 3-3 15,-4 0-4-15,4 8 0 0,1 5-1 16,3 4-1-16,-2 0 1 15,2 3-1-15,-2-2 0 16,0-3 0-16,-1-4-1 16,3-5-4-16,-2-6-136 15</inkml:trace>
  <inkml:trace contextRef="#ctx0" brushRef="#br0" timeOffset="-48659.63">32305 5632 413 0,'0'0'20'0,"0"0"-17"0,0 0-2 16,-11 59 1-16,9-28 0 15,-3 1-2-15,2 0 0 16,3-3 0-16,0-6-2 0,0-7-8 16,0-9-112-16,2-7-11 15</inkml:trace>
  <inkml:trace contextRef="#ctx0" brushRef="#br0" timeOffset="-48496.86">32288 5446 338 0,'0'0'3'15,"0"0"-2"-15,0 0 1 16,0 0-4-16,0 0 1 0,0 0 0 15,0 0-2-15,0 0-18 16,15 8-161-16</inkml:trace>
  <inkml:trace contextRef="#ctx0" brushRef="#br0" timeOffset="-48234.83">32524 5804 323 0,'0'0'13'0,"0"0"-8"16,0 0 5-16,-8 45 68 16,-1-20-49-16,-2 3 1 15,-3 2-17-15,-1 4-8 0,-2-3-4 16,-2-5-1-16,3-2 0 15,-2-6 1-15,2-6-2 16,2-8-11-16,3-4-109 16,2 0-24-16</inkml:trace>
  <inkml:trace contextRef="#ctx0" brushRef="#br0" timeOffset="-47990.74">32703 5716 278 0,'0'0'212'16,"0"0"-213"-16,0 0 0 15,26 44 8-15,-25-22 1 16,-1 3-2-16,0 3-2 0,-2-1-2 16,-10 2-1-1,-4-4-1-15,0-2 0 0,-4-2 0 16,-2-9-38-16,0-5-50 15,0-7-35-15,4-6-35 16</inkml:trace>
  <inkml:trace contextRef="#ctx0" brushRef="#br0" timeOffset="-47842.73">32755 5463 193 0,'0'0'323'0,"0"0"-319"15,0 0-2-15,0 0-2 16,0 0 1-16,0 0-1 16,0 0-1-16,0 0-6 15,-28 19-348-15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22T11:23:41.2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13986 13564 71 0,'0'0'2'0,"0"0"-2"0,0 0 0 0,0 0 0 0,0 0-3 15,0 0-1-15,0 0 10 16,0 0 8-16,0 0 6 15,0 0-5-15,0 0-1 16,-13-8 2-16,13 15-5 16,2-2-2-16,9 0-3 0,7-1 5 15,12-1 2-15,14-3 7 16,12 0 9-16,15-4-7 16,12-10-4-16,11-2-9 15,2-4-3-15,0 3-2 16,-6-1-2-16,-1 4 0 0,-12 2 0 15,-9 2-1-15,-7 5 0 16,-13 2 0-16,-7 3 0 16,-11 0-1-16,-9 0 1 15,-7 1-1-15,-12 5-1 16,-2-1-56-16,-18 0-65 0</inkml:trace>
  <inkml:trace contextRef="#ctx0" brushRef="#br0" timeOffset="342.25">14085 13853 129 0,'0'0'16'0,"64"0"21"0,-14-5 2 16,14-4-15-16,13-4-5 15,7 0-12-15,1-3-3 16,1 1-3-16,-1 1 1 0,-8-1-2 16,-12-2-33-16,-11-1-117 15</inkml:trace>
  <inkml:trace contextRef="#ctx0" brushRef="#br0" timeOffset="1511.06">9572 12971 173 0,'0'0'16'0,"-47"-4"-13"0,20-2 7 0,7 0 16 16,4-2 11-16,1-2-13 15,4-2 3-15,6-1-9 16,5-1-6-16,0-4-7 15,7 2-4-15,13 2 0 16,5 1 0-16,6 9-1 0,4 4 0 16,3 9 0-16,1 13 0 15,-3 14 0-15,-1 8 0 16,-7 7 0-16,-4 7 0 16,-6 3 0-16,-2 0 0 15,-6-7 0-15,-8-5 0 0,-2-11 0 16,0-10 1-16,-4-11-1 15,-7-9 1-15,-5-8 0 16,-2 0 2-16,1-18 0 16,0-10 0-16,3-13-1 15,5-13 0-15,4-9-1 16,4-5 0-16,9-1-1 0,9 3 2 16,10 11 1-16,4 10 1 15,3 16 2-15,-1 15 1 16,1 12-2-16,-1 7-2 15,-4 17 1-15,-2 7 0 16,0 3 5-16,-2 2 10 0,-4-1-10 16,0 4-7-16,-5 1-1 15,-1-1-1-15,-1-1 0 16,-3-5-1-16,-4-2-4 16,0-11-90-16,-5-11-58 0</inkml:trace>
  <inkml:trace contextRef="#ctx0" brushRef="#br0" timeOffset="1824.65">10276 12790 402 0,'0'0'9'0,"0"0"28"0,0 0-21 0,-18 61 20 15,18-28-15-15,0 5 3 16,11-2-15-16,3 1-7 15,6-5 0-15,2-6-1 0,1-8-1 16,1-9 0-16,3-9 0 16,-5-3 0-16,-3-15 0 15,-5-8 2-15,-4-3-2 16,-8-3-2-16,-2 1-2 16,-12 1-1-16,-7 3 2 0,-6 7 2 15,-4 3 0-15,0 4 1 16,0 8-1-16,4 3 1 15,3 2-3-15,4 3-66 16,5 4-56-16,1-1-40 16</inkml:trace>
  <inkml:trace contextRef="#ctx0" brushRef="#br0" timeOffset="2135">10350 12829 165 0,'0'0'138'16,"0"0"-106"-16,51 0-2 0,-26 6 11 15,-1 9-22-15,3 1-8 16,-2 4-2-16,0 2-1 16,-1 0-1-16,-4-1-4 15,-2-3-2-15,-3-2-1 16,-5-1 0-16,-5-6 0 0,-2-3 0 16,-3-5 0-16,0-1 2 15,-4 0-1-15,-8-8 0 16,0-5-1-16,1-4 0 15,1-6 1-15,2-2-1 16,5-5 1-16,3-1-1 0,2-1 0 16,12 0 1-16,8 4-1 15,1 2 0-15,6 7 0 16,-3 5 0-16,2 5-4 16,-5 5-114-16,-6 0-76 15</inkml:trace>
  <inkml:trace contextRef="#ctx0" brushRef="#br0" timeOffset="2725.03">10792 12724 382 0,'0'0'26'16,"0"0"12"-16,0 0-36 0,0 0-1 16,16 38 1-16,-5-23-1 15,3 1 1-15,-3 0-1 16,-2 1 0-16,2 0-2 15,-5-1 1-15,-3-2 0 0,-3-3 1 16,0-1-2-16,0-4 2 16,-9-3 0-16,-3-3 0 15,-1 0 3-15,-3-2-6 16,1-6 4-16,4-5-1 16,-1-1 0-16,6-1 1 15,4 0 1-15,2 2 6 0,0 0 22 16,10 3-29-16,9 3-2 15,2 3 0-15,2 0 0 16,2 4 1-16,0 0-2 16,-2 0 1-16,-2 4 0 15,-3 7 1-15,-2-1-1 0,-3 2 0 16,-2 0 0-16,-4 1 0 16,0-3 0-16,-4 0-1 15,-3 0 1-15,0-4-1 16,-1-2 2-16,-8 2-2 15,0-5 2-15,0-1-1 0,-1 0 0 16,2-8 2-16,0-7-2 16,5-3 1-16,3-5 0 15,0-7-1-15,9 1 2 16,9-1-1-16,2 3 0 16,3 4 3-16,4 7-4 15,-1 6 1-15,1 6 0 0,-4 4-2 16,-2 0 2-16,2 7-2 15,-4 5 1-15,0 2 0 16,-3 0-3-16,-1 3-9 16,1-1-74-16,-5-3-60 0,3-1-36 15</inkml:trace>
  <inkml:trace contextRef="#ctx0" brushRef="#br0" timeOffset="3474.42">11550 12662 278 0,'0'0'4'0,"0"0"11"0,0 0 10 0,0 0-8 15,0 0 0-15,-49-34 9 16,31 36 2-16,-4 9 3 16,1 5-8-16,4 1-7 0,0 3-10 15,7 1-4-15,3-1 0 16,3 0-1-16,4-6-1 15,0-4 0-15,2-4-1 16,9-6 1-16,3 0 1 16,3-8-1-16,1-10 0 0,2-4 1 15,-1-4-1-15,-1-2 1 16,-5 3-1-16,-3 4 0 16,-2 7 2-16,-6 5-2 15,0 7 2-15,-2 2-1 16,0 11-1-16,0 6-1 0,0 5 3 15,0 4-1-15,4 0 0 16,3-1 1-16,4-3-1 16,3-4-1-16,1-6 0 15,5-3 0-15,-1-9 2 16,0 0-1-16,0-10-1 0,3-12 1 16,-5-7 0-16,-3-10 0 15,-1-7 0-15,-4-11-1 16,-4-5 1-16,-4-6-1 15,-1-2-1-15,-4 3-1 16,-9 9 1-16,-3 11 0 0,-4 13 1 16,2 16 1-16,1 13 0 15,1 12 0-15,5 25 2 16,2 15 1-16,9 14 12 16,0 7 7-16,11 0-9 15,4-5-7-15,10-8-3 16,2-13-4-16,0-10 2 0,4-10-2 15,-2-9 1-15,-1-9 0 16,0-4 1-16,-4-11-1 16,-1-10 0-16,-3-6 1 15,-7-3-2-15,-1-3 3 0,-7 2-3 16,-1 6 0-16,-4 6 1 16,0 5-1-16,0 10 1 15,0 4-1-15,0 8-1 16,0 10 1-16,4 4 0 15,3 3 0-15,5-3-1 16,1 0 2-16,5-2-2 0,1-7 1 16,0-1 0-16,1-7-2 15,-5-3-46-15,1-2-41 16,-7-7-102-16</inkml:trace>
  <inkml:trace contextRef="#ctx0" brushRef="#br0" timeOffset="3633.44">11923 12241 379 0,'0'0'-1'0,"-46"-41"4"0,32 26-1 15,8 7-2-15,6 6 0 0,1 2-46 16,10 0-60-16,5 2-48 16</inkml:trace>
  <inkml:trace contextRef="#ctx0" brushRef="#br0" timeOffset="4036.32">12131 12394 470 0,'0'0'-1'0,"0"0"3"16,0 0 0-16,0 0 3 16,0 0 34-16,0-41-8 0,0 35-7 15,0 6-17-15,7 0-7 16,-1 3-1-16,6 9 1 15,1 4-1-15,-1 0 2 16,1 2-2-16,2 2 1 16,-1 0-1-16,-1 0 0 15,3 2 0-15,-3 0-1 0,1 1 1 16,-3 0-4-16,-2 2 3 16,2 2 1-16,-4 0-1 15,-1 2 2-15,-3-1 0 16,-1 2 0-16,-2-3 0 0,0-3 0 15,0 2 1-15,-7-2-1 16,-4-3 0-16,-3-2 1 16,-1-1 0-16,-5-1 0 15,-1-3 0-15,-2 1 2 16,0-3 3-16,-2 0 11 0,2-4-3 16,4-1-10-16,3-1-3 15,5-6 0-15,3 0-2 16,5-9-1-16,3-12-71 15,0-10-180-15</inkml:trace>
  <inkml:trace contextRef="#ctx0" brushRef="#br0" timeOffset="4708.34">12359 12439 475 0,'0'0'6'0,"0"0"-3"0,0 0-2 0,0 0 4 16,0 0 0-16,4-48 10 15,10 31-8-15,2-1-4 0,1-3-2 16,-4-2-1-16,-1 4 1 16,-7 3-2-16,-5 3 3 15,0 4-2-15,-7 6 0 16,-5 3 0-16,-5 1 1 15,1 12-1-15,-1 7 1 0,1 4-1 16,7 5 0-16,5 1-1 16,4 1 2-16,4-1-2 15,13-5 0-15,4-5 2 16,8-7-1-16,6-9 0 16,3-4 0-16,5-10-1 15,0-15-3-15,3-9-17 0,-1-6 9 16,-5-3 6-16,-9 1 3 15,-8 6 2-15,-12 9 2 16,-8 7 3-16,-3 14 28 16,-14 6-14-16,-6 9-9 15,-3 12-3-15,3 8-3 0,1 4-1 16,5 1 0-16,7-2-2 16,5-5 0-16,2-7 0 15,7-7 0-15,9-12 0 16,1-1 1-16,2-18-1 15,0-10 2-15,-1-10-2 16,-3-10 2-16,-5-6-1 0,-6-10 1 16,-4-4-2-16,0-2-2 15,-11 5 4-15,-5 10-2 16,-2 11 0-16,3 16 1 16,1 20 1-16,5 10 10 0,1 28-10 15,6 19-2-15,2 14-1 16,4 12 6-16,11 3 1 15,6 3-2-15,6-7-2 16,2-9-2-16,-2-7-2 16,-5-12-38-16,-13-13-121 0</inkml:trace>
  <inkml:trace contextRef="#ctx0" brushRef="#br0" timeOffset="5175.18">9892 13620 374 0,'-59'0'5'0,"-6"1"-3"0,5 23 3 0,6 13 6 15,6 14 23-15,10 9-5 0,13 8-17 16,13 10 5-16,10 6 0 16,4 9-10-16,10 0-5 15,5 0-1-15,4-4-2 16,-3-7 2-16,-7-7-1 0,-5-7 0 16,-6-9-1-16,0-8 2 15,-8-6-1-15,-8-7 0 16,-2-9-2-16,-4-9-14 15,-3-10-53-15,-2-10-48 16,-1-11-65-16</inkml:trace>
  <inkml:trace contextRef="#ctx0" brushRef="#br0" timeOffset="5951.85">9371 14451 302 0,'0'0'61'0,"0"0"-60"16,0 0-2-16,52-41 1 15,-26 22 2-15,3-4-1 16,5-5 7-16,2-5-1 16,4-4-4-16,3 3-2 15,1-4 0-15,-7 8-2 16,0 2-4-16,-9 4-103 0,-5 5 8 16,-9 2 29-16,-7 8 69 15,-4 1 4-15,-3 2 18 16,0-1 50-16,-6 1-21 15,-6 2-5-15,-3 0-3 16,-5 4-2-16,-2 0 1 0,-2 3-3 16,-3 11-6-16,0 7 0 15,4 7-4-15,3 4-4 16,4 9-5-16,10 2-9 16,6-1-5-16,0 1-3 15,15-5 0-15,6-8-1 0,12-8 1 16,3-11-1-16,8-11 0 15,3-6 2-15,3-17 0 16,1-9-1-16,-2-6 1 16,-4-2-4-16,-7 1-20 15,-7 4-17-15,-6 5-25 0,-8 3-26 16,-5 7 21-16,-7 3 49 16,-4 3 20-16,-1 4 1 15,-1 3 4-15,-9 1 10 16,-1 5 44-16,-4 1-18 15,-5 0-5-15,1 10-4 16,-3 4 1-16,0 5-4 0,-1 5-9 16,4 3-1-16,5 2-9 15,3 3-4-15,5-3-5 16,6 1 0-16,4-3-1 16,11-5 0-16,5-7 0 0,5-8 0 15,1-7 0-15,3-13 0 16,0-16 0-16,-2-7 0 15,-6-4 0-15,-6 0 0 16,-6 4 0-16,-7 7 0 16,-2 9 0-16,0 6 1 0,-9 10 0 15,-2 4 0-15,1 0 0 16,3 10-2-16,-1 5 1 16,8 4 1-16,0 2-1 15,5 2 1-15,9 1-1 16,6-1 0-16,4-1-1 15,1-3 1-15,2-3-1 0,-1-5-9 16,-1-10-104-16,-5-1-81 16</inkml:trace>
  <inkml:trace contextRef="#ctx0" brushRef="#br0" timeOffset="6144.97">10319 13758 449 0,'0'0'-6'0,"0"0"11"0,0 0-1 0,-21 47 7 0,23-18 21 15,12 8-20-15,1 3-7 16,8 1-4-16,4 2 0 16,2-2-1-16,-2 0 0 15,-2-3-2-15,-6-8-84 16,-9-7-155-16</inkml:trace>
  <inkml:trace contextRef="#ctx0" brushRef="#br0" timeOffset="6962.21">10361 14143 353 0,'0'0'2'0,"-2"-39"12"0,9 15 30 15,14-1 0-15,7-1-15 16,3 0-2-16,0 3-7 15,-2 7-7-15,-2 4-5 16,-4 8-6-16,-8 4 0 0,-1 8-2 16,-6 8 1-16,1 5-1 15,-4 1 0-15,0 0 0 16,1 0 0-16,-3-1 2 16,3-4-4-16,0-3 2 15,2-4 0-15,-2-3 0 16,3-5 0-16,2-2 0 0,0-5 0 15,2-10 2-15,0-5-2 16,0-7 0-16,-3-3 0 16,0-1 0-16,-6 1 0 15,-4 4 0-15,0 5 1 16,0 4 0-16,-4 9-1 0,-4 5 1 16,0 3-1-16,1 0 1 15,3 11-2-15,4 6 2 16,0 0 3-16,0 4 6 15,8-1-6-15,6-3-1 0,4-4-3 16,3-3 1-16,0-3 0 16,4-4 0-16,-3-3 0 15,-1 0-1-15,-2-10 0 16,-3-6 1-16,-2-7 0 16,-1-6 1-16,-4-5-1 15,-2 0 0-15,1 3-1 0,-2 2 1 16,0 9-1-16,-1 7 0 15,3 11 0-15,-2 2-2 16,4 11 2-16,-1 10-1 16,-1 5-1-16,4 2 2 15,1 1 0-15,1-4-1 0,1-5 1 16,4-6 0-16,0-5 1 16,3-8-2-16,1-1 1 15,4-13 0-15,-3-8 0 16,3-6 0-16,-4-4-1 15,-1-2 1-15,-6-2 0 0,-2 2 0 16,-8 6 0-16,-6 3 0 16,0 6 0-16,-9 6 1 15,-7 7 0-15,-1 5-1 16,-3 0 2-16,3 12-2 16,2 8 0-16,6 3 0 0,4 3 0 15,5 1 1-15,2-2-1 16,14-4 0-16,5-3 1 15,3-7 0-15,5-3-1 16,2-6 1-16,2-2-1 16,4 0 0-16,-3-12-6 0,3-5-72 15,-5-8-137-15</inkml:trace>
  <inkml:trace contextRef="#ctx0" brushRef="#br0" timeOffset="7269.08">11638 13653 543 0,'0'0'13'0,"-5"39"-13"0,5-18-3 0,11 2 4 16,7 4-1-16,2-1 1 0,4-1-1 16,-1-3 1-16,-1-7-1 15,0-5 2-15,-1-7-4 16,-6-3 4-16,-4-12-1 15,-1-13 1-15,-2-9-1 16,-3-7 0-16,-5-9-1 16,1-4 1-16,1 3-1 0,-2 4 0 15,2 9-2-15,2 9-15 16,4 11-29-16,3 8-50 16,1 8-53-16,3 2 2 15</inkml:trace>
  <inkml:trace contextRef="#ctx0" brushRef="#br0" timeOffset="8336">12071 13562 304 0,'0'0'3'0,"0"0"31"16,-62 18 24-16,37-3 13 16,2 1-9-16,-1 3-18 15,6 2-19-15,5 0-18 16,6-2-5-16,6-1-2 15,1-2 0-15,0-5 0 16,12-1 0-16,1-6 0 0,3-4 0 16,0 0 1-16,2-11-1 15,-3-7-2-15,1-2-1 16,-5-2-1-16,-4 1-1 16,0 4 3-16,-3 6 2 15,-4 6 1-15,2 5-1 0,-2 0 0 16,1 13-1-16,5 4 0 15,0 5 3-15,4 1-1 16,1-1 0-16,-1-2 0 16,6-4 0-16,0-5-1 15,0-7 0-15,3-4 1 0,-3-1 0 16,-1-13 0-16,2-8 0 16,-7-3 2-16,0-8-2 15,-7-8 0-15,-3-7 0 16,0-6-1-16,-10-6 0 15,-5-4-1-15,-4 3-1 0,0 4 0 16,-6 12 2-16,7 12 1 16,0 16-1-16,5 17 1 15,4 7-1-15,2 29-1 16,7 12 2-16,0 7 4 0,0 8 12 16,14-4-9-16,8-5-4 15,7-6-3-15,2-9 0 16,3-10 0-16,1-7-1 15,-1-8 0-15,-3-4 2 16,-4-8-2-16,-2-2 1 16,-5-5 0-16,-6-12 0 0,-2-8 0 15,-2-5-3-15,-6-4 2 16,-4 0-2-16,0 1 2 16,0 7 0-16,0 8-2 15,-2 8 4-15,0 6 0 16,2 4-3-16,0 6-2 0,2 8 2 15,7 1 2-15,0 3-1 16,4 0 2-16,-2-4-1 16,5 0 0-16,-2-4-1 15,1-4 1-15,0-4-2 16,0-2 2-16,-2 0-1 0,0-8 0 16,-2-6 0-16,-4-6 1 15,-1 2-1 1,-3-3-1-16,-1 2 1 0,0 5-1 15,-2 4 1-15,0 6 1 16,0 4-1-16,0 0 0 16,0 3-2-16,5 5 2 0,0 3 0 15,5 1 0-15,1-3 1 16,3 0-1-16,1-3 1 16,2-3-1-16,0-3 1 15,3 0-1-15,-2-2 0 16,-2-8 0-16,0-1 0 0,-1-6 2 15,-5-2-3-15,-2-5 1 16,-3 0 0-16,-2-1 0 16,-3 2-1-16,0 2 0 15,0 5 1-15,-4 6 0 0,-6 4 0 16,0 6 1-16,1 0-3 16,1 10 2-16,3 6 1 15,2 4 0-15,3 2 0 16,0 0 1-16,10 1 0 15,7-4 3-15,1-3 1 0,7-6-2 16,4-3-2-16,3-7-1 16,5 2-1-16,1-11-20 15,-4-12-126-15</inkml:trace>
  <inkml:trace contextRef="#ctx0" brushRef="#br0" timeOffset="9850.44">24217 11248 305 0,'0'0'-6'0,"0"0"43"0,0 0-25 15,0 0-5-15,0 54 59 16,0-20-21-16,0 6-2 16,1 8-13-16,-1 6 3 0,0 3-19 15,0 2-5-15,-2 0-5 16,-5-5-1-16,-3-6 1 16,-4-10-2-16,-1-8 1 15,-2-10-2-15,-2-7 1 16,0-5-1-16,-3-5-1 15,-4-3 0-15,1 0 0 0,0-10-3 16,-2-7-45-16,3-9-25 16,6-10-82-16,5-10-61 15</inkml:trace>
  <inkml:trace contextRef="#ctx0" brushRef="#br0" timeOffset="10055.2">24106 11103 349 0,'0'0'42'16,"0"0"17"-16,0 0-23 15,0 0-14-15,0 0-13 16,0 0-7-16,0 0-2 0,0 0-1 15,0 0 0-15,0 5-21 16,3 1-163-16</inkml:trace>
  <inkml:trace contextRef="#ctx0" brushRef="#br0" timeOffset="10752.98">24075 10376 313 0,'0'0'6'0,"0"0"12"0,0 0 66 16,0 0-52-16,0 0-22 15,-44 28 15-15,37 8-2 0,3 2-13 16,2 2-7-16,2-3-2 16,0-3-1-16,4-7 0 15,5-10-1-15,4-7 0 16,-4-7-9-16,1-3-61 16,0-18-86-16</inkml:trace>
  <inkml:trace contextRef="#ctx0" brushRef="#br0" timeOffset="10915.39">24042 10022 400 0,'0'0'6'16,"0"0"0"-16,-37-37 9 16,29 33-6-16,2 4-7 15,1 0-1-15,3 5-3 16,1 4 0-16,1 1-41 15,0-7-72-15,5-3-99 0</inkml:trace>
  <inkml:trace contextRef="#ctx0" brushRef="#br0" timeOffset="11128.76">24200 9860 379 0,'0'0'2'0,"0"0"2"16,0 40 0-16,0-16 7 16,3 10 2-16,3 3-9 0,-1 4-3 15,6 5-1-15,-4-2 1 16,1-1-1-16,1-7-1 16,-1-8-40-16,-2-11-69 15,-4-12-95-15</inkml:trace>
  <inkml:trace contextRef="#ctx0" brushRef="#br0" timeOffset="11584.32">24118 10129 346 0,'0'0'3'0,"0"0"0"0,0 0 1 16,22-40 3-16,-3 32-1 15,7-4 5-15,3 1 1 16,2-1-3-16,0 0-4 15,-2-3-4-15,-6 1 0 16,-2-3 0-16,-6 2 0 0,-4-1-1 16,-5-1 1-16,-4 8-1 15,-2 1 1-15,0 2 1 16,0 6 19-16,-1 0 13 16,0 12-30-16,1 6-2 15,0 6 3-15,0 6-1 0,7 3 0 16,2-1-1-16,3 0-1 15,0-5 0-15,0-3-1 16,1-7 0-16,-1-7 0 16,-1-5 0-16,-5-5 1 15,1 0 0-15,-3-15 2 0,-1-5-2 16,3-3 0-16,-1-2-2 16,-2 2 1-16,1 4-1 15,3 5 0-15,3 11 0 16,4 3 0-16,1 8-2 15,6 11 1-15,4 7 0 0,4 1 1 16,4 3-1-16,1 2 0 16,4-3-16-16,1-5-66 15,2-7-62-15</inkml:trace>
  <inkml:trace contextRef="#ctx0" brushRef="#br0" timeOffset="11888.57">25468 9904 356 0,'0'0'19'0,"-38"-26"49"0,15 26-31 16,-2 2-17-16,3 20-7 15,3 10-1-15,3 15 12 16,6 14-1-16,6 9-5 0,4 8-7 15,0 13-3-15,0 3-4 16,0-1-2-16,1-6-3 16,1-3 2-16,-2-13 0 15,0-13-1-15,0-14 0 16,-10-10-1-16,-3-13-4 0,-3-8-40 16,-3-13-42-16,-2-4-88 15</inkml:trace>
  <inkml:trace contextRef="#ctx0" brushRef="#br0" timeOffset="12566.65">25209 10451 507 0,'0'0'2'0,"0"0"2"16,50-44-1-16,-21 37 2 15,5 0 28-15,3 1 15 0,4-1-29 16,4 1-8-16,0-1-8 15,-2-3-1-15,0-1-1 16,1-4-1-16,-4-4 1 16,-5-1 0-16,-7-1 0 15,-7-2-1-15,-8 3 1 0,-7 3 0 16,-6 3 0-16,-14 4-1 16,-8 9 0-16,-6 1-1 15,-3 4 0-15,-4 14 1 16,4 5-1-16,3 8 0 15,9 1 1-15,8 2-1 16,11-2 1-16,4-2 0 0,18-1-1 16,10-8 2-16,9-1-1 15,7-8 0-15,5-6 0 16,6-6 1-16,2-3-1 16,3-15 0-16,-4-5 0 15,-3-4 0-15,-9-2 0 0,-14 1-1 16,-7 1 0-16,-14 7 2 15,-12 3-2-15,-2 6 2 16,-19 7-1-16,-7 4-1 16,-4 0 0-16,2 14 0 15,0 7 2-15,9 4-2 0,4 1 1 16,10 0-1-16,6-1 1 16,0-3 0-16,17-5 0 15,6-7 0-15,5-6 0 16,2-4 0-16,-1-4 0 15,-2-13 0-15,-5 1 0 0,-6-5 1 16,-6-2-1-16,-9 5 0 16,-1 2 0-16,0 3 0 15,-1 5 1-15,-6 2-1 16,2 6 0-16,3 0 0 16,2 7-1-16,0 6 0 15,2 3 1-15,10 2 0 0,3-1 0 16,2 0 0-16,5 0-1 15,-3-4 1-15,0 0-51 16,-1-5-22-16,-5-5-53 16,-1-3-26-16</inkml:trace>
  <inkml:trace contextRef="#ctx0" brushRef="#br0" timeOffset="12794.47">26494 9940 454 0,'0'0'37'0,"0"0"28"0,0 0-41 16,0 0-22-16,0 46 0 15,3 0 6-15,5 10 4 16,1 3-8-16,2 2-3 16,3-1-1-16,-2-5 0 0,2-6-2 15,-3-11-38-15,0-11-43 16,-3-10-99-16,-2-10-57 15</inkml:trace>
  <inkml:trace contextRef="#ctx0" brushRef="#br0" timeOffset="13569.88">26478 10336 360 0,'0'0'14'16,"-5"-37"14"-16,12 17 20 15,11 2-14-15,5 1 4 0,6 4-6 16,0 0-11-16,0 5-2 15,-4 5-9-15,-6 3-8 16,-1 4-2-16,-10 10 0 16,1 3 0-16,-5 3 0 15,1 0-1-15,-1 3 1 16,2-3 0-16,2 1 0 0,6-5 0 16,0 0 1-16,6-5-2 15,7-4 3-15,3-7-3 16,6 0 2-16,2-10-4 15,0-6-1-15,-7-3-5 16,-4 1 3-16,-10 0 5 0,-9 4 2 16,-8 2-1-16,0 2 0 15,-8 4 0-15,-3 4 1 16,1 2 1-16,2 0 0 16,1 8-1-16,4 5-1 15,3 3 1-15,0 2-1 0,7-1 2 16,6 0-2-16,3-2 1 15,0-3 0-15,0-3 0 16,-2-5-1-16,-1-4 1 16,-2 0-1-16,-1-6 1 15,1-8-1-15,1-6 0 16,2-4-1-16,0-1-1 0,1-5 0 16,2 0-1-16,-1 3 2 15,-2 3 1-15,0 4 0 16,0 9 0-16,-2 9 0 15,1 2 0-15,-4 9-1 0,-1 11 0 16,-1 2 1-16,-2 6 0 16,-3-2 0-16,1-2-1 15,-1-4 1-15,4-3 0 16,1-4 0-16,7-4 0 16,3-6 1-16,7-3-1 0,4 0 0 15,6-9 1-15,3-5-1 16,3-6-1-16,-2-3 2 15,-2-1-2-15,-9 2 2 16,-7 1-1-16,-11 3-1 16,-9 1 1-16,-5 10 0 0,-16 5-2 15,-5 2 1-15,-3 6 0 16,0 11 0-16,0 4 1 16,6 2 0-16,6 1 1 15,9 0 1-15,8-5 2 16,8-2 3-16,19-3 13 15,15-2-4-15,13-4-10 0,13-1-4 16,2-7-2-16,-2-3-23 16,-6-18-319-16</inkml:trace>
  <inkml:trace contextRef="#ctx0" brushRef="#br0" timeOffset="14104.36">24349 10907 370 0,'4'-14'4'0,"-2"8"74"0,2 6-59 0,-1 20-18 0,2 10 0 15,2 8 3-15,0 5 0 16,0 3-3-16,-3 0-1 16,-1 1 0-16,1-6-1 15,-4-9-73-15,0-11-98 16</inkml:trace>
  <inkml:trace contextRef="#ctx0" brushRef="#br0" timeOffset="14570.76">24319 11123 349 0,'0'0'3'0,"0"0"6"16,0 0 6-16,0 0 0 15,17-37 0-15,-1 30 3 16,4 1 1-16,3-1-8 16,2-3-9-16,0-3-1 15,-1-4 0-15,-3-2-1 0,-2-4 2 16,-4 0 0-16,-5-1-2 15,-4 4 0-15,-1 4 1 16,-3 6-1-16,-2 5 5 16,0 5 39-16,0 6-39 15,0 16-4-15,0 5 0 0,0 8 0 16,0 4 1-16,4 2 0 16,-1-1-2-16,5-7 1 15,-1-5 0-15,2-5-1 16,-3-9 2-16,-1-4-2 15,0-9 1-15,-3-1 1 0,1-11 3 16,0-10-4-16,4-5 0 16,2-5 0-16,3 1 0 15,5 2-1-15,0 5 1 16,2 10-1-16,3 9 1 0,3 4-2 16,-2 8 1-1,2 12-2-15,0 5 2 0,1 1-1 16,0 3 2-16,-3-1-2 15,-1-2-1-15,-3-5-116 16</inkml:trace>
  <inkml:trace contextRef="#ctx0" brushRef="#br0" timeOffset="14972.07">25626 11317 445 0,'-42'-1'-13'0,"-5"1"30"0,4 2 33 0,4 16-21 15,5 8-15-15,10 3-5 16,10 3-1-16,11 0-3 0,3 2-3 16,15-4 1-16,10 0-2 15,7-7-1-15,6-9 1 16,2-7 0-16,-2-7-1 16,-4-4 2-16,-8-16-2 15,-7-5-2-15,-9-4 1 0,-10-5 0 16,-9 3-1-16,-18 2 0 15,-8 2 0-15,-10 6 3 16,-5 7-3-16,-2 4 1 16,7 7-5-16,6 0-47 15,11 3-15-15,13-1-47 16,12-5-32-16</inkml:trace>
  <inkml:trace contextRef="#ctx0" brushRef="#br0" timeOffset="16019.36">25701 11123 462 0,'0'0'4'0,"0"0"18"15,0 0-17-15,6 47 6 16,-6-9 14-16,0 9-4 16,0 6-4-16,0 3-7 15,2-3-6-15,3-2-3 16,1-8-1-16,-2-10 1 0,4-10 0 15,-1-14-1-15,3-9 1 16,-1-4 2-16,6-19-2 16,3-7 0-16,2-7 0 15,5-3-1-15,5-2 0 16,5 1 0-16,-1 5 1 0,-1 9-1 16,-2 14-1-16,-6 15 2 15,-8 4-1-15,-7 19-1 16,-10 8 1-16,0 2-1 15,-11 4 1-15,-11-1 1 16,-1-3-1-16,-2-2 0 0,-2-3 0 16,4-6-2-16,2-4-1 15,1-6-10-15,7-7-20 16,2-5 6-16,4-2 9 16,6 0 15-16,1-9 3 0,3-3 1 15,13-1 1-15,6-1-2 16,4-2 0-16,8-2 0 15,3 0 0-15,4-1 1 16,-1-3 0-16,1 1 0 16,-7-2-1-16,-3-1 0 0,-6-2 1 15,-4 2-1-15,-3 0 0 16,-4 6 1-16,0 3 0 16,-3 7 4-16,2 8 5 15,-2 7 11-15,-4 14-18 16,1 8-1-16,-3 5 0 15,-3 3 0-15,-2 3-2 0,0-5 1 16,-12 3 0-16,0-6-1 16,-5-3-1-16,2-4 1 15,-1-7 0-15,2-5-1 16,2-6 0-16,5-5-1 0,0-3 3 16,6 1-1-16,1-10 1 15,1-1-1-15,13-3 0 16,6-3 0-16,6-2 0 15,7-2 0-15,7 1 0 16,5-3 1-16,1-1-1 16,1 2 1-16,-7 0 0 0,-7 4 1 15,-10 2-1-15,-9 6 0 16,-12 3 2-16,-2 1 9 16,-13 5 10-16,-10 1-17 15,-3 4-1-15,1 8 2 16,0 5 2-16,3 4-1 0,10 3-4 15,7 2-4-15,5-1 2 16,1-1-1-16,14-2 0 16,6-4-1-16,1-4 0 15,4-7 0-15,2-7 1 16,1 0-1-16,0-14 0 16,-1-6 0-16,2-6 1 0,-6-3 0 15,-2 2 0-15,-4 3 0 16,-4 4 0-16,-5 8 1 15,-2 7 0-15,-2 5-1 16,0 3 0-16,1 12-1 16,-1 5 1-16,2 5 1 0,0 0-1 15,2 2 0-15,1-3-1 16,0-3-1-16,3-4-73 16,-3-6-78-16,1-7-157 15</inkml:trace>
  <inkml:trace contextRef="#ctx0" brushRef="#br0" timeOffset="16299.53">26974 11441 454 0,'0'0'4'0,"0"0"33"0,0 0-20 0,0 0-13 15,0 0-1-15,15 61 0 16,2-31 1-16,0 0 1 15,3-2-4-15,-5-3 0 16,-1-4 0-16,-3-10-2 0,-1-4 2 16,-1-7-1-16,1-5 0 15,2-14 0-15,-1-4 1 16,5-8 0-16,4-3-1 16,5-3-1-16,5 3 2 15,2 3-2-15,3 5 1 0,1 6-12 16,0 6-112-16,0 4-46 15</inkml:trace>
  <inkml:trace contextRef="#ctx0" brushRef="#br0" timeOffset="16616.13">27551 11380 452 0,'0'0'2'0,"-51"4"20"15,28 5 14-15,0 2 15 16,-1 5-9-16,4 2-23 15,7 2-13-15,5 0-1 16,7 1-4-16,1 1 0 0,4-4 0 16,9-5-1-16,4-5-1 15,4-7-2-15,1-1-16 16,1-15-1-16,-1-5 8 16,-3-2 7-16,-6-1 4 15,-2 2 1-15,-10 5 2 0,-1 10-1 16,-1 6 4-16,-10 2 0 15,2 13 1-15,3 5 3 16,3 3-2-16,3 3-2 16,2-2-1-16,13-3-2 0,5-1-1 15,5-5 0-15,3-5-1 16,1-10-4-16,1 0-86 16,0-14-97-16</inkml:trace>
  <inkml:trace contextRef="#ctx0" brushRef="#br0" timeOffset="16966.65">27838 11146 400 0,'0'0'7'15,"0"0"54"-15,-39-25-11 16,25 41-45-16,3 14 0 0,2 10 4 16,3 7 21-16,6 5-9 15,0 2-8-15,3 3-6 16,7-2-5-16,-1-5-1 15,-2-7-1-15,-3-9 1 16,1-10-5-16,-1-11-1 16,-1-13-2-16,1 0 6 0,3-19 1 15,4-5 1-15,-1-5 0 16,5-6-1-16,4 3 1 16,2 2 1-16,1 4 0 15,0 9 14-15,0 11 4 16,-5 6-10-16,2 6-9 0,-9 14-1 15,1 9 0-15,-2 3 0 16,-3 6 2-16,-2-1-3 16,-3-5-28-16,1-11-127 15</inkml:trace>
  <inkml:trace contextRef="#ctx0" brushRef="#br0" timeOffset="17115.36">28076 11255 575 0,'0'0'3'15,"-10"-37"-1"-15,18 34-6 16,5 3-90-16,5 3-21 16,2 3-59-16</inkml:trace>
  <inkml:trace contextRef="#ctx0" brushRef="#br0" timeOffset="17669.68">28335 11491 416 0,'0'0'5'16,"0"0"1"-16,-13 55-4 0,13-36 0 16,3-2 0-16,10-2 2 15,7-2 0-15,1-4-2 16,4-2-1-16,-2-7-1 15,-2 0-2-15,-6-2-3 16,-2-12 3-16,-8-3 1 0,-5-1 1 16,-3-1-2-16,-14-1 2 15,-4 3 0-15,-1 0 1 16,-2 2 0-16,3-1 1 16,8 0-1-16,5 1 0 15,8-1 0-15,2 2 2 0,15 0-2 16,8 2 1-16,6 4 1 15,3 5 2-15,-1 3 0 16,2 0 2-16,-6 13-3 16,-2 2 2-16,-4 4-1 15,-4 2-1-15,-6 2-3 16,-1-2 0-16,-4-2 0 0,0-2-1 16,-5-3 0-16,1-7 2 15,2-3-3-15,0-4 2 16,5 0 1-16,-1-10 5 15,5-5 19-15,3-7-22 0,5-2 7 16,2-2 13-16,4 1-16 16,-2 2-5-16,-1 8-2 15,-3 5-1-15,-3 10 1 16,-6 10 1-16,-3 14-3 16,-4 7 4-16,-2 6 2 15,0 1-2-15,2 2-1 0,3-3-1 16,5-7-23-16,7-10-120 15</inkml:trace>
  <inkml:trace contextRef="#ctx0" brushRef="#br0" timeOffset="18506.09">30144 10558 298 0,'0'0'15'0,"0"-45"68"0,2 28-14 0,13 6-22 16,8 11-31-16,6 0-10 15,6 20-4-15,-3 10 0 16,1 4-2-16,-6 5 1 0,-7 0-1 16,-12 0 0-16,-7-4 0 15,-1-1-1-15,-13-4 1 16,-8-3 0-16,-4-3 0 16,-1-7-1-16,-1-4-2 15,5-7 2-15,0-6-1 0,5 0 0 16,9-12 1-16,8-9-1 15,4-6 0-15,21-4 2 16,13-4-1-16,11-1 0 16,5 0 1-16,-5 1 0 15,-6 3 0-15,-9 5 1 16,-12 5 0-16,-13 3 7 0,-9 5 21 16,0 4 7-16,-11 6-1 15,-7 4-16-15,-5 0-7 16,0 14 0-16,-2 5-2 15,2 6-2-15,7 2-5 16,8 3-2-16,8 1 0 0,5-1-1 16,19 0 0-16,10-5 0 15,12 1 1-15,7-8-2 16,9-5-4-16,-2-6-51 16,-2-7-62-16,-3 0-153 15</inkml:trace>
  <inkml:trace contextRef="#ctx0" brushRef="#br0" timeOffset="18680.56">30893 10825 399 0,'0'0'11'0,"0"0"32"0,-8 51 20 16,8-23-9-16,0 2-15 16,7 1-8-16,2 3-10 15,2-1-15-15,-4 1-4 16,0-2-2-16,-4-4 0 15,-1-1-1-15,-2-10-61 0,0-7-56 16,-4-10-146-16</inkml:trace>
  <inkml:trace contextRef="#ctx0" brushRef="#br0" timeOffset="18880.47">30910 10669 417 0,'0'0'3'0,"0"0"1"16,0 0-4-16,0 0 1 15,0 0-2-15,0 0 0 0,0 0-2 16,0 0-25-16,32-2-303 16</inkml:trace>
  <inkml:trace contextRef="#ctx0" brushRef="#br0" timeOffset="19128.59">31311 11025 434 0,'0'0'11'0,"0"0"43"15,28 54-5-15,-20-29-8 16,-1 4-24-16,-6-1 11 15,-1 2-14-15,-4 1-10 16,-9-1-2-16,-8 0-1 16,-7-3-1-16,-4-3 0 0,-4-5 0 15,-5-5-2-15,1-4-21 16,2-6-16-16,-1-2-13 16,6-2-42-16,9-12-61 15,4-12-135-15</inkml:trace>
  <inkml:trace contextRef="#ctx0" brushRef="#br0" timeOffset="19272.16">31230 10717 35 0,'0'0'447'0,"0"0"-442"16,0 0-1-16,0 0-7 15,0 0 2-15,0 0-4 16,0 0-335-16</inkml:trace>
  <inkml:trace contextRef="#ctx0" brushRef="#br0" timeOffset="20112.18">28076 12777 409 0,'0'0'4'0,"47"-65"14"0,-11 44 35 0,5 12-39 15,1 9-8-15,-2 2-1 16,-3 19-3-16,-10 12 0 0,-7 5-2 16,-11 2 1-16,-9 4 0 15,-3-3-1-15,-15-3 0 16,-5-5 0-16,-2-5 0 16,1-7 0-16,4-6-1 0,2-6 1 15,5-8 0-15,7-1 0 16,3-10 1-16,3-10-1 15,13-7 0-15,12-8 0 16,7-7 0-16,6-3 0 16,1 0 0-16,-4 0 1 0,-8 5 1 15,-8 8 2-15,-12 7 3 16,-7 7 67-16,-3 7-44 16,-15 8-8-16,0 3-11 15,-8 6-5-15,2 11 5 16,0 9-1-16,7 9-4 0,5 8-3 15,10 2-1-15,2 2-2 16,14 3 0-16,11-5 0 16,11-7-4-16,9-9-46 15,6-12-64-15,3-11-144 16</inkml:trace>
  <inkml:trace contextRef="#ctx0" brushRef="#br0" timeOffset="20298.33">28725 13001 445 0,'0'0'10'0,"0"0"44"0,0 0-33 0,0 0 13 15,0 0 0-15,-21 52-13 16,21-23-10-16,4 1-7 16,2 3-1-16,2 0-2 15,-3 1-2-15,-1-3 1 0,0-8-74 16,-4-7-80-16,0-13-215 15</inkml:trace>
  <inkml:trace contextRef="#ctx0" brushRef="#br0" timeOffset="20446.14">28658 12823 451 0,'0'0'2'0,"0"0"0"15,-9-40-1-15,9 40-1 16,4 0 0-16,6 6-2 0,-2 5-3 16,0-1-160-16</inkml:trace>
  <inkml:trace contextRef="#ctx0" brushRef="#br0" timeOffset="20681.2">28954 13111 374 0,'0'0'12'16,"12"51"41"-16,-6-22 7 15,-3 2-6-15,-1 0-17 0,-2-1-18 16,-1 2-7-16,-11-3-5 16,-2-2-4-16,-5-3-1 15,-1-3-1-15,-3-3-1 16,-2-6 0-16,1-6-1 15,1-3-13-15,0-3-43 0,-1-7-29 16,5-14-101-16</inkml:trace>
  <inkml:trace contextRef="#ctx0" brushRef="#br0" timeOffset="20860.99">28888 12830 489 0,'0'0'3'15,"0"0"1"-15,0 0-1 16,0 0-4-16,0 0 1 16,0 0 1-16,0 0-2 0,0 0-2 15,33 34-84-15,-30-21-248 16</inkml:trace>
  <inkml:trace contextRef="#ctx0" brushRef="#br0" timeOffset="21061.39">29317 12880 446 0,'41'-13'16'0,"5"2"35"16,2 5-33-16,3 3-12 15,-1 3-4-15,-4 0-1 16,-2 4-1-16,-6-1-3 15,-5-3-108-15,-2-3-258 16</inkml:trace>
  <inkml:trace contextRef="#ctx0" brushRef="#br0" timeOffset="21557.33">30140 12643 430 0,'0'0'5'16,"17"-39"12"-16,3 22 51 15,5 7-26-15,5 5-20 16,2 5-5-16,0 0-11 16,-3 13-4-16,-2 7-1 0,-6 5-1 15,-10 4 0-15,-7 2 0 16,-4 3 0-16,-10 0 0 15,-8-1-1-15,-4-2-1 16,-3-3 0-16,3-8 0 0,2-6-1 16,8-7-1-16,2-7 2 15,7 0 2-15,3-9 1 16,5-11-1-16,12-6 1 16,7-5-1-16,7-5 0 15,6-1 1-15,3-1-2 16,-5 5 2-16,-1 5-1 0,-10 4 4 15,-6 5-1-15,-10 4 3 16,-7 6 25-16,-1 3-7 16,-10 6-11-16,-8 0-2 15,-3 6 2-15,0 11 3 16,0 7-3-16,6 5-7 0,4 6-2 16,9 2-2-16,2 1-1 15,14-2 0-15,9-6 0 16,8-2-1-16,3-8-9 15,5-9-31-15,1-5-34 0,-6-6-78 16,-2-16-181-16</inkml:trace>
  <inkml:trace contextRef="#ctx0" brushRef="#br0" timeOffset="21792.42">30052 12432 451 0,'0'0'3'0,"0"0"7"0,0 0 24 0,0 0-22 0,0 0-8 16,87-12-1-16,-21 12 1 15,14 1-3-15,11-1 0 16,8 3-2-16,5 3-1 15,-4-4-120-15,-3-2-124 0</inkml:trace>
  <inkml:trace contextRef="#ctx0" brushRef="#br0" timeOffset="22072.35">31096 12789 370 0,'0'0'9'0,"11"64"74"15,1-29-25-15,1 5-30 16,-3 1 13-16,-3 2-26 16,-2 2-6-16,-5 1-2 0,0-2-3 15,-12-2-1-15,-7-5-2 16,-7-5 0-16,-5-8 0 16,-2-6-2-16,-8-6 2 15,-3-4-1-15,-3-6 0 16,3-2-1-16,1 0-4 0,2-14-74 15,8-11-53-15,10-10-121 16</inkml:trace>
  <inkml:trace contextRef="#ctx0" brushRef="#br0" timeOffset="22214.31">31055 12564 521 0,'0'0'4'0,"0"0"2"15,0 0-2-15,38-35-4 16,-34 48 0-16,-2 1-3 16,-1-8-160-16</inkml:trace>
  <inkml:trace contextRef="#ctx0" brushRef="#br0" timeOffset="22681.4">27727 13773 434 0,'0'0'3'0,"54"-23"8"0,22 13-6 15,34 2 4-15,43-2 29 16,42-3-7-16,41-2 0 16,34-2-12-16,22 1 0 15,19 3 1-15,6 1-11 16,-12 0-5-16,-12-1-2 0,-23 2 0 16,-29-6-2-16,-37 3 2 15,-39 1-1-15,-40 5 0 16,-48 7-2-16,-51 1 0 15,-34 3-108-15,-48 7-261 0</inkml:trace>
  <inkml:trace contextRef="#ctx0" brushRef="#br0" timeOffset="24276.46">29547 14533 228 0,'2'-3'1'0,"-2"3"-2"0,0 0 1 0,0 0 0 16,0 2 0-16,0 3 0 15,0-2-3-15,0 1-43 16</inkml:trace>
  <inkml:trace contextRef="#ctx0" brushRef="#br0" timeOffset="27103.03">28775 14445 206 0,'-4'0'65'0,"1"-6"-27"0,1 4 19 0,2 2-10 16,0 2-42-16,6 11 1 15,9 4 37-15,3 7-11 16,8 8-6-16,1 4 0 15,4 4-9-15,2 6-7 16,1-1 4-16,-4-3-5 16,-1-5-4-16,-5-6-2 0,-3-9 1 15,-6-7-1-15,-1-8 0 16,-5-7 2-16,-1 0 2 16,-5-13 14-16,0-13-6 15,-2-10-10-15,1-10-5 16,0-13 3-16,3-7-3 0,-2-8 1 15,5-7-2-15,0 1 1 16,5 1 0-16,-2 5 0 16,0 7 1-16,0 9-2 15,-2 11 2-15,-3 14-1 16,-6 8-1-16,2 6 3 0,-2 7-3 16,0 5 1-16,0 3 1 15,0 3-2-15,0 1 1 16,0 0-2-16,1 0 0 15,1 7 3-15,3-1-1 16,1 5-1-16,-1-5 2 0,3 2-2 16,-1-2 2-16,5-3-2 15,3 0 2-15,8-3-2 16,11 0 1-16,12-1 1 16,16-8-1-16,16-2 0 15,16-3 1-15,14-1-2 0,11 0 2 16,8-1-2-16,0 2 1 15,-8 0 1-15,-8 5-1 16,-14 3 0-16,-17 4 0 16,-17 0 0-16,-15 2 0 15,-16 0-7-15,-14 4-81 0,-14-4-36 16,-4 0-132-16</inkml:trace>
  <inkml:trace contextRef="#ctx0" brushRef="#br0" timeOffset="29860.73">30025 14302 104 0,'0'0'34'0,"0"0"-30"0,0 0 11 16,0-2 3-16,0-1 0 15,-2 1 6-15,-1 0 7 16,0-1-8-16,2 0-5 0,1-1 5 15,0 3-1-15,-2-1-3 16,2-1 3-16,0 3-8 16,0-1-4-16,0 0-2 15,0 1-2-15,0-2-3 16,0 2-1-16,0 0-1 0,0 0 0 16,0 0 0-16,2 0-1 15,-2 0 0-15,0 0 2 16,0 0-2-16,0 0 0 15,0 0 1-15,0 0-1 0,0 0 0 16,0 0 1-16,0 0-1 16,0 0 1-16,0 0-1 15,1 0 1-15,-1 0-2 16,2 0 2-16,-1 0-1 16,-1 0 0-16,0 0 2 15,0 0-4-15,1 2 2 0,-1-1 2 16,0-1-2-16,0 0 1 15,0 0 1-15,0 0 1 16,1 0 4-16,0 0 42 16,-1 0-43-16,1 0-4 0,0-3-1 15,-1 3 0-15,0 0-1 16,0 0 0-16,0 0 0 16,0 0 2-16,0 0-2 15,0 0 1-15,0 0-2 16,0 0 1-16,0 0 0 15,0 0 0-15,0 0 1 0,0-1 1 16,0 0-4-16,0 0 4 16,0 1-2-16,0-1 1 15,0-2-1-15,0 3 0 16,0-3 1-16,0 2 0 16,0-2 0-16,0 0 0 0,0-1 0 15,-4 2 1-15,-3-2-1 16,-5 1 2-16,-3 2 0 15,-5 1 0-15,-5 0 1 16,-4 0-3-16,-3 1 2 16,-3 9-2-16,-2 1 0 0,-2 5 1 15,-1 2 0-15,4 4 1 16,6 1-1-16,9 2-1 16,5-3 0-16,10-1-1 15,6-1 0-15,14-6 0 16,13-1 1-16,9-5-1 0,8-1 1 15,5-4 0-15,6-3-1 16,-1 3 1-16,-2 0-1 16,-8 3 0-16,-6 2 0 15,-10 2 0-15,-7 3 0 16,-10 2 0-16,-7 1 0 0,-4 0 0 16,-10 1-1-16,-9-2 1 15,-6 0 0-15,-9-1 0 16,-2-2-2-16,-4-1 3 15,-2-3-1-15,-4-2-1 16,2-4 0-16,1 0-4 0,5-2-32 16,5 0-11-16,8-4-35 15,10-8-12-15,10-4-56 16</inkml:trace>
  <inkml:trace contextRef="#ctx0" brushRef="#br0" timeOffset="30096.07">29983 14316 272 0,'0'0'11'0,"0"0"78"0,0 0-23 15,0 0-29-15,-61 28 2 16,30-1-13-16,-5 7-10 15,-2 6-8-15,-6 5-7 0,-3 4-1 16,-2 3-1-16,-4 2-2 16,-2-1-69-16,1-6-139 15</inkml:trace>
  <inkml:trace contextRef="#ctx0" brushRef="#br0" timeOffset="30486.71">30286 14665 54 0,'0'0'194'0,"0"0"-139"0,0 0 22 15,0 0-68-15,0 0 45 16,-4 40-17-16,0-15-5 15,1 4-14-15,-1 1-13 16,2 0-3-16,0-1-2 16,0-3 0-16,0-5 0 0,2-4-4 15,0-5-90-15,-1-8-129 16</inkml:trace>
  <inkml:trace contextRef="#ctx0" brushRef="#br0" timeOffset="30691.62">30311 14471 344 0,'0'0'3'0,"0"0"61"15,0 0-29-15,0 0-19 16,0 0-12-16,0 0-4 15,0 0 1-15,0 0-1 16,0 0-2-16,6 11-8 16,-2-5-181-16</inkml:trace>
  <inkml:trace contextRef="#ctx0" brushRef="#br0" timeOffset="30969.74">30490 14686 401 0,'0'0'6'0,"0"0"31"16,0 0 15-16,0 55-11 15,0-30-23-15,0 3-2 16,0 1-11-16,0-1-4 15,0 3 0-15,-1-4-1 16,-4-2-1-16,0-3 0 0,-1-5-50 16,2-8-95-16,0-9-68 15</inkml:trace>
  <inkml:trace contextRef="#ctx0" brushRef="#br0" timeOffset="31155.31">30483 14512 334 0,'0'0'2'0,"0"0"60"0,0 0-13 16,-6-40-25-16,7 40-20 16,7 0-3-16,3 1-2 15,3 2 0-15,1-3-106 16</inkml:trace>
  <inkml:trace contextRef="#ctx0" brushRef="#br0" timeOffset="32084.17">28104 14366 377 0,'0'0'4'0,"0"0"11"0,0 0-1 15,0 0-9-15,0 0-2 16,54-8 6-16,-20 8 9 15,5 0-1-15,-1 0-14 0,1 0-2 16,-7 3 0-16,-4 4-1 16,-5-2-2-16,-13 0-61 15,-7-1-97-15</inkml:trace>
  <inkml:trace contextRef="#ctx0" brushRef="#br0" timeOffset="32272.12">27996 14601 228 0,'0'0'4'0,"0"0"5"0,69 7 34 15,-22-10 7-15,6-4-21 16,-1-1-18-16,-1 1-8 16,-11-2-3-16,-11 1-17 15</inkml:trace>
  <inkml:trace contextRef="#ctx0" brushRef="#br0" timeOffset="32866.26">26375 14816 433 0,'0'0'0'15,"0"0"3"-15,44-30 14 0,-15 10 18 16,10-3-5-16,14-11-9 15,11-6-2-15,11-9-9 16,9-5-6-16,5-5-3 16,-2-4 0-16,-7 0-1 15,-12 1 1-15,-14 6 0 16,-15 6-1-16,-20 9 0 0,-16 14 1 16,-8 10-1-16,-23 14-1 15,-10 3-1-15,-8 9 1 16,-2 14 0-16,4 4 0 15,12 4-1-15,13 4 1 16,17 1 0-16,9 1-1 0,25 1 2 16,11 2-1-16,12-2 2 15,5-1-2-15,1 1 2 16,-5-4-2-16,-7 1 2 16,-14-7-3-16,-13 0 0 0,-14-8 2 15,-8-3-2-15,-16-2 2 16,-13-8 2-16,-9 3-2 15,-9-5 0-15,-6 0 0 16,-5-4 0-16,3-1 0 16,-1 0 0-16,10 0 0 15,10 0-2-15,12 0 2 0,19 0-12 16,5 0-61-16,19-3-90 16,15-7-72-16</inkml:trace>
  <inkml:trace contextRef="#ctx0" brushRef="#br0" timeOffset="33070.21">27483 14693 357 0,'0'0'9'0,"0"0"6"0,0 0 71 0,22 55-43 15,-14-32-21-15,1 3-15 16,-4 0-5-16,-1 2-1 15,-3-2-1-15,-1-5-7 16,0-3-122-16,-6-7-223 16</inkml:trace>
  <inkml:trace contextRef="#ctx0" brushRef="#br0" timeOffset="33212.01">27497 14483 449 0,'0'0'2'0,"0"0"1"16,0 0-5-16,0 0 1 15,0 0-12-15</inkml:trace>
  <inkml:trace contextRef="#ctx0" brushRef="#br0" timeOffset="40758.97">19206 4777 272 0,'0'0'11'0,"0"0"-8"15,0 0-1-15,0 0-1 16,0 0 0-16,-21 41 2 0,21-22 55 15,0 5-38-15,4 3 11 16,3 3-18-16,6 0-8 16,3-2-4-16,2-1 3 15,1-6-3-15,2-4 0 16,2-4-1-16,-1-4 2 0,0-6-1 16,-1-3 1-16,1-2-1 15,-4-9 1-15,-1-6 0 16,1-6-2-16,-4-8-1 15,-3-3-5-15,-1-5 2 16,-4 1 4-16,-4 2 0 16,-2 5 0-16,0 7 1 0,-7 10 4 15,0 4 18-15,-1 7-5 16,3 3-7-16,1 0-9 16,0 7-2-16,2 5 1 15,-1 1-1-15,3 1 1 0,0 3 0 16,0 2 1-16,0 6 4 15,0 4 13-15,2 10 5 16,1 6-8-16,1 9 0 16,0 10-5-16,0 4-3 15,-1 5-3-15,1 2-3 0,-2 3-1 16,-2-5-1-16,0-7 1 16,-2-9-2-16,-7-10 2 15,-4-10-1-15,-1-13 1 16,-1-13 0-16,-3-8 3 15,-2-3-1-15,0-8-1 0,-3-12-1 16,-2-5-1-16,6-7 1 16,-2-5-1-16,8-3-1 15,8-4 2-15,5 0-2 16,5 2-2-16,18 2-29 16,6 6-4-16,10 4-34 0,3 2-75 15,6 1-26-15</inkml:trace>
  <inkml:trace contextRef="#ctx0" brushRef="#br0" timeOffset="41063.24">19985 5108 510 0,'0'0'5'0,"0"0"27"0,0 0-14 0,42-31-15 16,-23 27 1-16,5 2-1 0,0 2-2 15,1 0-1-15,-4 0 1 16,-2 7-8-16,-5 2-68 15,-7-1-96-15,-6 1-87 16</inkml:trace>
  <inkml:trace contextRef="#ctx0" brushRef="#br0" timeOffset="41205.99">19991 5243 302 0,'0'0'51'15,"0"0"-18"-15,0 0-25 16,0 0-1-16,0 0 2 15,0 0 1-15,67 12-4 0,-26-15-3 16,3-9-34-16,4-5-280 16</inkml:trace>
  <inkml:trace contextRef="#ctx0" brushRef="#br0" timeOffset="41635.1">21152 4543 603 0,'0'0'-8'16,"0"0"7"-16,13 71 2 15,-8-6 13-15,1 12-2 0,1 11-2 16,-4 7-4-16,1 2-2 16,0-2-3-16,-2-10 0 15,0-4-1-15,-1-7 1 16,-1-8-2-16,0-10 2 16,-3-8-3-16,-7-14-17 15,-4-11-70-15,0-14-132 0</inkml:trace>
  <inkml:trace contextRef="#ctx0" brushRef="#br0" timeOffset="42097.37">21194 4777 464 0,'-6'-38'2'0,"2"-2"28"16,4 9-4-16,0 4 13 16,4 4-17-16,8 5 12 15,5 3-2-15,5 7-18 16,2 5-10-16,-1 3-3 16,1 3-1-16,-3 13 1 0,-6 5-1 15,-6 7-1-15,-4 2 0 16,-5 4 0-16,0-2 1 15,-12 0-2-15,-1-5-4 16,-1-3-12-16,1-6-2 16,3-4 1-16,4-6 3 0,2-1 6 15,4-4 4-15,6 0 5 16,11-3 2-16,7 0-1 16,3 3 1-16,-1-1-1 15,1 3 1-15,-3 3 0 16,-2 2 0-16,-7 4-1 0,-4-1 1 15,-8 0-1-15,-3 3 1 16,-5-3-2-16,-11 1 1 16,-11-2 0-16,-5 1 0 15,-3 0-4-15,-5-9-106 16,-3-4-133-16</inkml:trace>
  <inkml:trace contextRef="#ctx0" brushRef="#br0" timeOffset="42958.37">19174 4209 392 0,'0'0'4'0,"0"0"-6"0,0 0-1 15,0 0 3-15,-22 46 1 0,20-28 0 16,0 3-1-16,1 1 1 15,-1-4-1-15,2-2 0 16,-2-3 0-16,0-5 2 16,-1-5-2-16,1-3 0 15,1 0 3-15,0-14-1 0,1-5-1 16,0-3 0-16,2-4 0 16,7 1 1-16,-2 3-2 15,1 4 6-15,-2 6 85 16,2 7-44-16,-1 5-20 0,5 3-23 15,5 11-2-15,5 3 0 16,9 2 0-16,10 1-3 16,7-8 2-16,6-12-3 15,0-6-215-15</inkml:trace>
  <inkml:trace contextRef="#ctx0" brushRef="#br0" timeOffset="43617.14">21188 4130 396 0,'0'0'0'0,"0"0"11"0,0 0-5 15,0 0-5-15,-42 45 0 16,34-22 1-16,-1-2-1 16,-1-1 1-16,5-3-2 15,-2-4 1-15,3-5-1 0,1-3 0 16,1-5 2-16,2 0 4 16,0-13-3-16,0-7-1 15,3-6-1-15,4-5 0 16,2 3-1-16,1 1 0 15,-2 2 1-15,2 11 7 0,1 7 57 16,2 7-59-16,4 8-7 16,7 12 1-16,5 5 0 15,3 2 1-15,3 0-4 16,-1-6-90-16,1-5-197 16</inkml:trace>
  <inkml:trace contextRef="#ctx0" brushRef="#br0" timeOffset="44039.09">21628 5068 457 0,'0'0'36'0,"0"0"1"0,0 0-21 16,0 0 14-16,-44 43 7 16,30-22-17-16,2 2-9 0,4 1-7 15,5-1-3-15,3-2-1 16,3-4 0-16,12-7 0 15,5-5 1-15,6-5 0 16,1-2-2-16,0-9 1 16,0-8-1-16,-8 0 0 0,-8 0 0 15,-4 0 0-15,-7 2 2 16,-5 3-1-16,-12 3-1 16,-4 5-1-16,-2 2 0 15,0 4-7-15,0 0-76 16,6 0-84-16,9 0-210 0</inkml:trace>
  <inkml:trace contextRef="#ctx0" brushRef="#br0" timeOffset="44254.65">22146 4800 513 0,'0'0'7'16,"38"-27"47"-16,-15 17-26 16,6 7-13-16,2 3-8 0,2 0-4 15,-1 0-3-15,1 3 1 16,-6 4-2-16,0-1-1 16,-6-3-44-16,-6-3-63 15,-4-4-132-15</inkml:trace>
  <inkml:trace contextRef="#ctx0" brushRef="#br0" timeOffset="44425.08">22365 4625 517 0,'0'0'46'16,"0"0"-11"-16,0 0-25 16,0 0 23-16,-27 57-12 15,23-21-14-15,2 6-4 16,-2 4-2-16,1 1-1 15,-2 2-4-15,0-9-88 16,-1-5-193-16</inkml:trace>
  <inkml:trace contextRef="#ctx0" brushRef="#br0" timeOffset="45035.47">23249 4379 471 0,'0'0'27'0,"0"0"-16"0,2 55-10 0,4-3 9 16,0 14 20-16,2 9-12 15,-1 9-12-15,1 2-2 16,-3-1-3-16,-1 3 1 0,1-5-1 16,-5-8-2-16,0-14-55 15,0-11-62-15,-7-19-54 16</inkml:trace>
  <inkml:trace contextRef="#ctx0" brushRef="#br0" timeOffset="45441.44">23345 4594 512 0,'12'-44'2'16,"-3"3"2"-16,2 5 31 0,4 15-18 15,2 5-8-15,-1 11-8 16,-1 5 0-16,-1 0-2 16,-1 15 1-16,-2 3-1 15,-4 4 1-15,0 2 0 16,-7 2 0-16,2-1-1 16,-2-2 0-16,0-2 0 0,0-3-4 15,-2-3-22-15,0-1 6 16,2-2-12-16,0-3 23 15,0 0 5-15,10-2 5 16,3 0 1-16,6 0-1 0,-3 0 1 16,1 1 2-16,0 3-2 15,-2-1 0-15,-1 1 0 16,-4 2 0-16,-3 0 0 16,-3 1 0-16,-4-2-1 15,0 0 4-15,-12 1 12 0,-3-3-3 16,-4 1-9-16,-4-2-2 15,-1-3-2-15,0-2 0 16,-2-4-28-16,2-3-115 16,0-17-126-16</inkml:trace>
  <inkml:trace contextRef="#ctx0" brushRef="#br0" timeOffset="45834.47">23376 4039 308 0,'0'0'4'0,"0"0"43"0,0 0 50 15,0 0-58-15,-42-10-34 0,31 27-2 16,1 4 0-16,-1 5-2 15,-2 1 0-15,3 1-1 16,2-5 0-16,-1-3 1 16,4-8-2-16,1-4 1 0,4-8 0 15,0 0 2-15,2-12-1 16,7-8-1-16,3-4 1 16,1-4-1-16,2 1 0 15,-3 4 1-15,0 3-1 16,4 9 1-16,1 8 0 15,4 3-1-15,4 7-1 0,6 12 1 16,4 6 0-16,2 5 0 16,4 3-1-16,-4-4-83 15,-2 1-145-15</inkml:trace>
  <inkml:trace contextRef="#ctx0" brushRef="#br0" timeOffset="46171.07">23814 4848 368 0,'0'0'28'0,"0"0"65"0,0 0-58 0,0 0-22 16,0 0 21-16,13 43-2 0,-11-16-14 16,-1 4-12-16,-1 2-4 15,0 2-2-15,0-2-1 16,0-7-76-16,0-9-209 15</inkml:trace>
  <inkml:trace contextRef="#ctx0" brushRef="#br0" timeOffset="48647.68">24165 4404 253 0,'0'14'4'0,"0"4"-6"0,0 7 3 0,-2 3 15 16,-3 3 22-16,0 5-21 16,-2-2-6-16,1-1-4 15,-2-4-5-15,2-6 0 16,1-5-1-16,1-6 0 15,1-8 2-15,2-4 6 0,-1-3 63 16,2-11-53-16,-2-5-17 16,2-6 0-16,0-9 0 15,4-3 0-15,5-10-2 16,2-3 0-16,1-1 0 16,1 3 0-16,1 4 1 0,-3 11-1 15,2 13 38-15,-2 13-21 16,2 7-5-16,3 12-13 15,3 12 0-15,2 8 2 16,3 7-1-16,1 2 0 16,-1-2 1-16,-1 0-1 0,0-6 0 15,0-2 1-15,-5-4 0 16,-1-7-3-16,-7-2-58 16,-2-6-102-16,-8-6-108 15</inkml:trace>
  <inkml:trace contextRef="#ctx0" brushRef="#br0" timeOffset="48835.88">24169 4567 390 0,'0'0'20'0,"0"0"5"0,0 0-14 15,0 0-6-15,51-37-2 16,-14 31 0-16,4-1 2 15,7 2-4-15,-1-1-1 16,0 0-1-16,-3-4-152 16</inkml:trace>
  <inkml:trace contextRef="#ctx0" brushRef="#br0" timeOffset="49303.35">24746 4456 413 0,'0'0'3'15,"0"0"39"-15,0 0 0 16,-54-11 0-16,31 11-1 16,1 0-2-16,-2 0-8 15,-1 4-11-15,5 9-14 16,2 0-5-16,6 4-2 0,4 0 1 16,6 0 0-16,2-2-1 15,0-2 1-15,10-3-1 16,5-3 0-16,2-7-9 15,2 0-7-15,0-4 11 16,-1-9 3-16,-3 1 3 0,-3 0 0 16,-4 2 1-16,-3 7-1 15,-2 3 1-15,-1 1-1 16,-1 15-2-16,0 7 1 16,-1 11 2-16,0 9-1 15,0 4 2-15,0 7-1 0,3 2 0 16,-2 1-1-16,2-7 2 15,-1-6-2-15,-2-6 1 16,0-8-1-16,0-11 1 16,-10-7 0-16,0-6 0 15,-3-6 1-15,-3 0 2 0,-1-11-2 16,-2-5 0-16,-3-7-2 16,5-4-2-16,2-7 2 15,7 0-4-15,6-4-25 16,2 4-15-16,13 1-20 15,9 3-64-15,4 2-50 0</inkml:trace>
  <inkml:trace contextRef="#ctx0" brushRef="#br0" timeOffset="49676.44">24845 4647 315 0,'0'0'6'0,"0"0"40"0,0 0 11 15,0 0-9-15,0 0-3 16,0 0-20-16,40-45-4 16,-18 34-8-16,3 1-7 0,-2-2-4 15,2 0-1-15,-4-1 0 16,-4 3 0-16,-5-1 0 16,-5 1 0-16,-5 0 0 15,-2 5 1-15,-3-1 1 16,-12 3 0-16,-3 2 0 0,-5 1 2 15,-3 1 9-15,4 9 1 16,-1 4-3-16,5 3-5 16,7 1-1-16,5 1-4 15,6 1 0-15,2-1-1 16,14-2 1-16,8-3-1 16,5-6 0-16,6-1-1 0,3-7-1 15,2 0-14-15,-1-4-25 16,-1-12-36-16,-5-6-100 15</inkml:trace>
  <inkml:trace contextRef="#ctx0" brushRef="#br0" timeOffset="50394.82">24310 3895 198 0,'0'0'14'0,"0"0"46"0,0 0-2 0,0 0-2 16,0 0-13-16,0 0-22 15,0 0-14-15,0 0-2 16,0 0-4-16,0 0 6 15,0 0 3-15,42 19 0 0,-24-6-5 16,5-2-2-16,2-4-1 16,1 0 1-16,2-7 0 15,2 0-2-15,1 0 1 16,3-11 0-16,0-6-1 16,3-4 1-16,1-2 0 0,-4 0 0 15,-1 0 1-15,-7 6-2 16,-5 3 0-16,-5 6 1 15,0 6 6-15,-3 2 2 16,2 7-9-16,0 9 0 16,5 2 4-16,0 5 4 15,2 0-1-15,4-2-3 0,2 0-2 16,7-5-1-16,4-2 0 16,4-7-1-16,4-4 1 15,-3-3-4-15,-2-6-88 16,-5-13-352-16</inkml:trace>
  <inkml:trace contextRef="#ctx0" brushRef="#br0" timeOffset="53866.49">26081 4598 258 0,'0'0'4'0,"0"0"2"0,0 0-5 16,0 0-1-16,0 0 2 0,0 0 42 15,46 4-6-15,-17-1 1 16,6-4-12-16,9 1-2 15,2 0-9-15,2 0-5 16,-3 0-2-16,-4 0-7 16,-5 0-1-16,-9 0-1 0,-7 0 0 15,-6 0 0-15,-4 0-2 16,-6 0-35-16,-4 0-44 16,0-4-18-16</inkml:trace>
  <inkml:trace contextRef="#ctx0" brushRef="#br0" timeOffset="54100.28">26362 4482 330 0,'0'0'83'0,"0"0"-18"15,0 0-48-15,0 0-17 16,0 0 2-16,0 0 9 15,-4 55 2-15,4-26-10 16,0 3-2-16,3 1 0 16,-2 4-2-16,1-3-69 0,0-4-132 15</inkml:trace>
  <inkml:trace contextRef="#ctx0" brushRef="#br0" timeOffset="54364.5">27415 4286 551 0,'0'0'3'0,"1"45"-7"16,-1-2 6-16,0 12 23 15,0 8-1-15,-2 8-8 16,-2 3-3-16,1 2-7 0,0-2-3 16,1-1-1-16,-3-4-1 15,0-3-1-15,0-7-1 16,-4-11-15-16,1-9-64 16,-1-16-95-16</inkml:trace>
  <inkml:trace contextRef="#ctx0" brushRef="#br0" timeOffset="54883.96">27366 4414 413 0,'0'0'-2'0,"-15"-54"16"16,14 28 15-16,1 6 16 0,8 2-29 16,8 4 2-16,5 5 2 15,5 2-4-15,3 7-8 16,4 0-6-16,-3 6-1 16,-1 7-1-16,-4 5 0 0,-5 3 0 15,-7 3 0-15,-5 1 0 16,-7 1 0-16,-1 0-2 15,-6-2 1-15,-8-2-1 16,-3-4 2-16,0-1-1 16,1-7-1-16,3-2 2 0,2-2-1 15,8-4 1-15,3 1-1 16,0 1 0-16,14-1 1 16,4 2 1-16,7 1 0 15,2 1-1-15,0 2 0 16,-1 3 0-16,-6 0 0 15,-6 3 0-15,-5 1-1 0,-9-1 2 16,0 2-1-16,-12-1-1 16,-8-2 2-16,-5-1 0 15,-4-1-1-15,-3-2 0 16,2-1 0-16,4-3-1 0,3 0-7 16,4-2-74-16,7-3-76 15,10-1-130-15</inkml:trace>
  <inkml:trace contextRef="#ctx0" brushRef="#br0" timeOffset="55283.32">27801 4789 184 0,'0'0'147'0,"0"0"-68"0,54-36-17 0,-30 25-20 0,1 1-10 16,2 7-8-16,-4 0-6 15,-4 3-7-15,-3 6-10 16,-7 9 0-16,-7 1-1 0,-2 5-1 16,-2 2 1-16,-11 0-1 15,-3-1 1-15,-2 1-1 16,-4 0-2-16,1-3-5 15,1-3-4-15,5-3-4 16,4-4 11-16,7-1 0 0,4-6 0 16,5-1 3-16,13-2 2 15,9 0 0-15,3 0 0 16,6 0 1-16,5-7-1 16,0 1 0-16,-3-2-21 15,-3-2-85-15,-6-4-124 16</inkml:trace>
  <inkml:trace contextRef="#ctx0" brushRef="#br0" timeOffset="55724.15">27441 3895 421 0,'0'0'6'0,"0"0"12"0,0 0-16 0,0 0-2 0,-40 50 3 15,20-26 2-15,3 3 2 16,0-4-3-16,4 1-3 16,2-7 0-16,2-4-1 0,5-6 1 15,2-7-1-15,2 0 3 16,0-10 2-16,0-7-2 16,6-2-2-16,1-6 0 15,1 1-1-15,0 2 1 16,0 4-1-16,-3 7 2 15,1 6 32-15,0 5-5 0,4 5-27 16,0 13-2-16,7 6 1 16,3 6-1-16,7 3 1 15,6-3-1-15,7-8-2 16,5-15-176-16</inkml:trace>
  <inkml:trace contextRef="#ctx0" brushRef="#br0" timeOffset="57524.47">28777 4259 292 0,'-4'-4'6'0,"-7"1"5"0,-3 3 24 0,-4 0-16 15,-2 1-2-15,-4 7 23 16,1 4-9-16,-1 0-14 16,0 3-9-16,6 1-3 0,1 2-4 15,7 0-1-15,3-2 0 16,7-3 0-16,0 1 1 15,8-7-1-15,8-1 1 16,7-6 0-16,2-1 1 16,6-4-1-16,-1-10 0 0,-2-1 0 15,-2-3 0-15,-6 1-1 16,-5-2 1-16,-6 5-1 16,-3 2 1-16,-4 4 1 15,-2 4-2-15,0 2 4 0,0 3 34 16,0 4-34-16,0 9-3 15,-1 11-1-15,0 7 1 16,1 9 1-16,0 4 0 16,0 6 2-16,0 0-1 15,4 2 1-15,-3-5-1 16,-1-4-2-16,0-5 0 0,0-7 1 16,0-4 0-16,-4-10-1 15,-5-4 1-15,-2-6-1 16,-5-7 2-16,-1 0-1 15,-4 0 0-15,-2-8-1 16,0-4 0-16,0-5-2 0,4-1 2 16,5-4-1-16,6 1 1 15,8-2 0-15,4 1-1 16,17 2 1-16,9 1 0 16,8 6-1-16,6 3 0 15,1 4 1-15,-1 6-1 0,-4 0 2 16,-4 5-3-16,-7 8 2 15,-7 1-2-15,-5 4 1 16,-4-2 0-16,-3 1 0 16,-4-1 0-16,-2-2 0 15,-1-2 0-15,-3-3-1 0,0-1 1 16,0-3 1-16,0-3-3 16,-5-2 2-16,0 0 0 15,-2 0 1-15,1-9-1 16,-2-6 1-16,5-1-2 15,3-3 2-15,0 1-1 0,2 2 1 16,10 2-1-16,3 4 0 16,4 3 1-16,0 7-1 15,4 0 1-15,0 0-1 16,0 11 0-16,-2 1 0 16,0 3 0-16,-1-1 0 0,-2 1-3 15,0-4-24-15,-1-1-64 16,2-6-92-16</inkml:trace>
  <inkml:trace contextRef="#ctx0" brushRef="#br0" timeOffset="58811.9">29437 4591 392 0,'0'0'61'0,"0"0"-2"0,0 0-17 16,-40-25 6-16,29 25-37 15,2 1-8-15,0 6 1 0,0 6-1 16,4 2-2-16,1 0 2 16,4 0-3-16,0 2 0 15,6-2 0-15,7 0 1 16,2-3-2-16,5-4 1 0,1-5-5 16,4-3-5-16,-4 0-2 15,1-7 4-15,-4-3 6 16,-4-2 2-16,-5 3 0 15,-3-1 1-15,-4 3 0 16,-2 1 2-16,0 0 1 16,0 2 2-16,0 3 7 15,-2 1-4-15,-1 0-5 0,-1 0-2 16,2 4 0-16,1 4-1 16,1 2-1-16,1 2 1 15,10-1 0-15,5 1-1 16,3 0 1-16,6-2-1 0,0-3 1 15,4-1-3-15,-4-3 1 16,0-3 1-16,-4 0-1 16,-4 0 0-16,-6-9 2 15,-7 2-1-15,-4-3 1 16,0 0-2-16,-7 0 0 0,-8-1-1 16,-5 1 0-16,-1-1-1 15,0-1 0-15,2 1 2 16,0-2-1-16,7 4 3 15,3 0-1-15,5 0-1 16,4 2 2-16,0 3 0 0,7 0 2 16,10 2-2-16,5-1-1 15,3 3 1-15,0 0-1 16,0 3 0-16,-2 4 0 16,-4 3 0-16,-3 0 0 15,-1 2 1-15,-4-1-2 16,0 0 1-16,-2-1 0 0,-4 0 0 15,1 0 0-15,-1 0 0 16,-1-3 0-16,-1 0 0 16,-1 0 0-16,0-3-1 15,-2-1 0-15,0-1 1 0,0-2 0 16,1 0 0-16,0-3 0 16,2-10 0-16,3 0 0 15,4-4 0-15,3-1 0 16,4-2 0-16,1 4 0 15,-2 2 1-15,0 4 1 0,-1 6 5 16,-3 4-2-16,0 0-4 16,0 4 0-16,-3 6-2 15,2 3 2-15,-1 0-1 16,0 1 0-16,-2 0 0 16,-1 0 2-16,1-4-4 0,-2 2 2 15,0-4 0-15,-1 2 0 16,-1-6-1-16,-1-1 1 15,2-3 0-15,0 0 0 16,3 0 1-16,1-10 1 16,3-4-2-16,1-2-2 15,3-2 4-15,-1-2-2 0,0 4 0 16,-2 2 1-16,-3 4-1 16,-1 5 0-16,-4 3 2 15,-1 2-1-15,0 6-2 16,1 5 0-16,1 3 1 15,2-1 0-15,-1 4 1 0,1-4-1 16,4 1 1-16,0-1-1 16,2-2 0-16,3-1 2 15,3-1-3-15,1-5 1 16,6-2 0-16,2-2 2 16,1 0-2-16,4-5 1 0,-2-5-1 15,-1-5 1-15,-5-2-1 16,-5 3 1-16,-7-1-1 15,-9 0 0-15,-5 2 1 16,-1 1 0-16,-10 4-1 16,-7 3 0-16,2 5 3 0,-3 0 2 15,4 8-3-15,3 6 0 16,6 0 0-16,6 3 1 16,3-4 0-16,19 0 2 15,10-2-1-15,10-4-1 16,12-1 0-16,8-5-3 0,1-1-9 15,-1-4-62-15,-10-14-162 16</inkml:trace>
  <inkml:trace contextRef="#ctx0" brushRef="#br0" timeOffset="59915.35">28427 3907 275 0,'0'0'10'0,"0"0"50"0,0 0-23 0,0 0-23 15,0 0-6-15,0 0 6 16,0 0 0-16,0 1-4 16,2 2-4-16,4-2-2 15,6 1 0-15,-2-2 2 16,7 0-1-16,-1 0 1 16,4-2-2-16,0-5 1 0,1-5 0 15,0 0-1-15,-3-1 0 16,-1-1-1-16,-4 3 2 15,-2 0 0-15,-3 5 5 16,-3 3 14-16,3 3-11 16,1 0-10-16,2 11-5 0,3 1 2 15,4 6 2-15,3 2 1 16,2 0-1-16,1-2 2 16,8-2-1-16,3-2-1 15,9-7 0-15,6-4 1 16,4-3-3-16,1 0 1 0,-3-6-5 15,-10-11-125-15</inkml:trace>
  <inkml:trace contextRef="#ctx0" brushRef="#br0" timeOffset="61158.17">24567 5240 208 0,'0'0'8'0,"0"0"29"0,0 0-11 0,0 0-17 16,0 0-8-16,0 0 0 16,0 0 2-16,34 37 5 15,-28-14 8-15,-2 7 1 0,0 1-7 16,1 3-8-16,-2 3 0 16,-3 1 0-16,0 1-1 15,-3-4-8-15,-7-5-75 16</inkml:trace>
  <inkml:trace contextRef="#ctx0" brushRef="#br0" timeOffset="61437.05">24466 5595 366 0,'0'0'9'0,"0"0"33"15,0 0-12-15,0 0-27 16,0 0 1-16,45-3 4 15,-29 15-2-15,3 2 1 16,2 2 2-16,-5-1-6 16,2-2 0-16,-5-2-2 0,1-3 0 15,-5-7 2-15,1-1 0 16,1-3 27-16,1-10 9 16,4-8-32-16,3-7-5 15,2-1-1-15,4-5-2 16,-2 7 1-16,-2 3-3 0,-6 6-63 15,-10 8-133 1</inkml:trace>
  <inkml:trace contextRef="#ctx0" brushRef="#br0" timeOffset="61870.9">23946 6077 385 0,'0'0'51'16,"0"0"21"-16,0 0-21 16,0 0-38-16,0 0-10 15,0 0 1-15,37 25-1 16,-29 4-1-16,-2-1 0 0,0 2-1 15,-6-2-1-15,0-2 0 16,0-6 1-16,-6-6-1 16,0-5-2-16,-1-9 2 15,1 0 1-15,0-9-2 16,0-9 2-16,3-8-1 0,1-4 1 16,2-3-2-16,3-1 1 15,10 3-1-15,4 4 3 16,6 10-3-16,2 6 2 15,-2 11-1-15,3 0 0 16,-1 17 0-16,-1 1-1 0,-3 4 0 16,0-1 1-16,0 0-2 15,1-2-10-15,-5-2-74 16,4-7-79-16,-4-6-142 16</inkml:trace>
  <inkml:trace contextRef="#ctx0" brushRef="#br0" timeOffset="62149.85">24368 6125 295 0,'0'0'59'0,"0"0"10"16,0 0-16-16,-44-11-23 15,39 11-18-15,1 4-5 0,2 6-1 16,2 1 0-16,4 2-3 16,6-2 0-16,9-2-1 15,-3-2 0-15,8-1-1 16,-4-5 0-16,2-1 0 15,-1-1 0-15,-5-9 0 0,-1-6 0 16,-7-1-1-16,-4 0 0 16,-4-1-1-16,0 1-1 15,-10 1 2-15,-10 5 0 16,-2 5-1-16,-3 3 0 16,-4 3 0-16,-1 0-1 0,4 13-5 15,5 0-53-15,6 0-55 16,4-2-66-16</inkml:trace>
  <inkml:trace contextRef="#ctx0" brushRef="#br0" timeOffset="62583.01">24616 6040 444 0,'0'0'8'0,"0"0"40"0,0 0-9 16,0 0-17-16,0 0-15 16,0 0-4-16,0 0-1 15,0 0-1-15,7 44-1 16,1-29 2-16,4 1-3 16,2-3 2-16,-2-2-2 0,2-4-1 15,0-3-1-15,1-4-1 16,1 0 0-16,-1-8-5 15,-1-5 7-15,-5-2-1 16,2-4 2-16,-6 2 2 16,-1 3 0-16,-4 0 0 0,0 5 3 15,0 2 11-15,-2 1 23 16,-2 2-12-16,2 3-3 16,-1 1-4-16,3 0-11 15,0 0-8-15,0 8-1 0,2 2 1 16,9 5 0-16,2 0 0 15,5-1 1-15,5-1-1 16,-1-2-2-16,4-4-25 16,-1-5-38-16,-2-2-58 15,-5 0-99-15</inkml:trace>
  <inkml:trace contextRef="#ctx0" brushRef="#br0" timeOffset="63120.94">25007 6039 375 0,'0'0'51'0,"0"0"3"16,0 0-16-16,0 0-22 0,0 0-10 16,0 0-3-16,0 0 3 15,0 0-1-15,0 0-1 16,33 52-3-16,-24-36 1 16,-4-1-2-16,-3-2 0 15,-1-2 0-15,-1-2-2 0,0-2-2 16,0-4-1-16,0-3-5 15,0 0 6-15,-1-10 5 16,1-3-3-16,0-4 1 16,0 0 1-16,0-1 0 15,5 1 1-15,0 4 1 0,0 2 1 16,0 3 4-16,0 5 1 16,4 3-2-16,0 0-6 15,0 0 2-15,3 5-1 16,0 2 0-16,-1 3 0 15,1 0 0-15,-2-2 0 0,1 2-1 16,0-3 0-16,1-4 0 16,-2 1-1-16,1-4 0 15,-1 0 0-15,0-5 0 16,-2-4 0-16,-1-4 0 16,-3 1 1-16,-1-1 0 15,-3 4 1-15,0 2 1 0,0 4 56 16,0 0-28-16,0 3-10 15,0 0-12-15,0 3-6 16,1 7-2-16,6 3 0 16,-1 4 1-16,3 0-1 0,3 0 1 15,-2 1 0-15,-1-3-14 16,0-4-63-16,-1-6-100 16</inkml:trace>
  <inkml:trace contextRef="#ctx0" brushRef="#br0" timeOffset="63293.23">25202 5868 354 0,'0'0'94'0,"0"0"-80"16,-27-48-6-16,26 39-4 0,1 5-3 15,0 3-1-15,12 1-2 16,-1 0-16-16,5 0-143 15</inkml:trace>
  <inkml:trace contextRef="#ctx0" brushRef="#br0" timeOffset="63683.91">25432 5800 442 0,'0'0'24'16,"0"0"14"-16,0 0-19 15,0 0-6-15,0 0 9 16,0 41 10-16,7-17-10 16,5 5-11-16,2 3-5 15,0 3-4-15,1-3-1 16,-3 1 0-16,0-6-1 0,-5-6 1 16,-1-4-1-16,-2-5 0 15,-2-5-1-15,2-6-2 16,0-1 4-16,3-7 1 15,1-6-3-15,4-4 0 16,2-1 1-16,2 0 0 0,1 2 0 16,1 4 1-16,1 2 0 15,-1 7 0-15,1 3-1 16,-3 0 0-16,0 10 1 16,-3 4-2-16,0 3 2 15,-6-1-2-15,0 0 0 16,-6-1 1-16,-1-2-52 0,-6-1-39 15,-8-6-75-15,-4-4-158 16</inkml:trace>
  <inkml:trace contextRef="#ctx0" brushRef="#br0" timeOffset="63839.22">25509 5985 455 0,'0'0'40'0,"-10"-40"44"16,10 23-23-16,2 0-20 15,17 1-24-15,9-1-11 0,12 1-5 16,9 2 0-16,5-3-2 16,0-3-71-16,-3-10-277 15</inkml:trace>
  <inkml:trace contextRef="#ctx0" brushRef="#br0" timeOffset="64646.21">29661 4977 379 0,'0'0'1'0,"0"0"4"0,0 0 22 15,0 0-26-15,0 0 1 16,0 0 2-16,32 45 23 16,-27-7-1-16,0 7-13 15,0 9-7-15,0 5-4 0,-2 0 0 16,-1 0-2-16,0-6 0 16,-1-7 0-16,-1-8-17 15,0-8-38-15,0-12-56 16,0-10-44-16</inkml:trace>
  <inkml:trace contextRef="#ctx0" brushRef="#br0" timeOffset="64962.98">29551 5463 370 0,'0'0'7'0,"0"0"-2"16,0 0 2-16,0 0 8 15,54 50 8-15,-34-32 0 16,3 1-7-16,-3 1-7 16,1 0-3-16,-4-3-3 15,-2-4-1-15,-4-2-1 0,0-7 1 16,0-4 0-16,-3-3 4 16,5-12 53-16,2-7-41 15,5-8-11-15,5-6-2 16,2-3-3-16,5-2-2 15,-1 5-2-15,0 7-6 0,-4 6-22 16,-10 10-84-16,-12 6-185 16</inkml:trace>
  <inkml:trace contextRef="#ctx0" brushRef="#br0" timeOffset="65438.14">29094 5957 412 0,'0'0'4'0,"0"0"12"0,33-39 14 16,-18 39 5-16,1 6-28 15,1 13-2-15,0 8-3 16,-3 0-1-16,-1 3 1 16,-5-3-2-16,-4 0 1 0,-3-4-1 15,-1-3-1-15,0-5 1 16,-7-5 0-16,1-4-1 15,0-6 1-15,0 0 3 16,3-11-2-16,-1-8 0 0,2-6-1 16,2-4 0-16,0-4 0 15,7-2 0-15,7 5 0 16,2 6 1-16,3 7 0 16,1 14 2-16,0 3-2 15,2 16-2-15,1 7 0 16,-1 4 2-16,5 0-1 0,2-2 0 15,2-7-5-15,1-5-183 16</inkml:trace>
  <inkml:trace contextRef="#ctx0" brushRef="#br0" timeOffset="65765.86">29664 6036 419 0,'0'0'51'0,"0"0"-29"15,-38 0 5-15,31 5-8 16,2 3 5-16,3 1-9 0,2 1-9 16,0 0-2-16,10 0 0 15,6 0-1-15,5-3-2 16,2-2 1-16,2-4-1 16,-1-1-1-16,0-1 0 15,-2-10 0-15,-4-3 1 0,-3-4-3 16,-7-3-4-16,-5-2-2 15,-3 3 6-15,-6 0 2 16,-11 3-2-16,-8 4 2 16,-2 6-2-16,-5 4 0 15,-1 3-1-15,2 6 1 16,3 8-19-16,4 5-24 0,6 1-24 16,5 0-54-16,8-1-23 15</inkml:trace>
  <inkml:trace contextRef="#ctx0" brushRef="#br0" timeOffset="66191.41">29973 5924 458 0,'0'0'15'0,"0"0"54"0,0 0-11 16,0 0-34-16,0 0-19 15,0 0-4-15,0 0 0 16,0 0 0-16,0 0 0 16,30 59-2-16,-15-35 3 15,0-1-2-15,3-6 0 0,-2-3 0 16,2-4-1-16,-1-7-1 16,0-3 0-16,0-1 0 15,-1-15-3-15,-1-3 3 16,-1-5-1-16,-4-2 4 15,-1 1-1-15,-4 1 0 0,-2 7 1 16,-2 4 1-16,-1 3 4 16,0 5 7-16,0 3 7 15,0 2-13-15,0 0-6 16,0 7 0-16,1 6-1 16,3 1 1-16,4 5 0 0,5 2 0 15,0-2-1-15,3-1 1 16,3-1-1-16,3-1-1 15,1-5-6-15,1-4-39 16,0-4-45-16,0-3-47 16,-3-1-75-16</inkml:trace>
  <inkml:trace contextRef="#ctx0" brushRef="#br0" timeOffset="66749.96">30486 5949 255 0,'0'0'46'15,"0"0"50"-15,0 0-36 16,0 0-8-16,0-37-12 0,0 37-9 15,2 0-19-15,2 8-6 16,3 4-3-16,4 6-2 16,-4 0 0-16,3 0 0 15,0-1 0-15,-3 0-1 16,-2-4-1-16,-1-5 1 0,-1-2-2 16,-2-3-1-16,1-3-5 15,0 0 1-15,4-6 5 16,0-9-2-16,2-3 0 15,3-3 3-15,-2 1 1 16,0-1 1-16,0 4 0 16,-4 5 0-16,0 4 4 0,-2 3 2 15,1 3 0-15,0 2-3 16,1 4-2-16,2 7 0 16,3 1 0-16,-4 5 1 15,3 0-2-15,2 0 1 16,-2 0-1-16,2-1-1 0,0-5 1 15,2 0-1-15,1-5 0 16,1-3 1-16,0-3-3 16,2 0 1-16,-1-11-1 15,2-5 2-15,-5 1-3 0,-1-1 2 16,-4 0 1-16,-3 4 2 16,-3 4 2-16,-1 1 43 15,-1 4-15-15,0 2-9 16,2 1-10-16,0 3-10 15,4 7-2-15,1 5 0 0,2 1 0 16,1 1 0-16,2 0 0 16,0-1-1-16,-1-2-1 15,-2-3-28-15,-3-2-48 16,-3-8-92-16,-3-1-286 16</inkml:trace>
  <inkml:trace contextRef="#ctx0" brushRef="#br0" timeOffset="66908.09">30820 5715 472 0,'0'0'2'0,"0"0"0"0,0 0-2 0,0 0-2 0,0 0-53 15,0 0-39-15,0 0-85 16</inkml:trace>
  <inkml:trace contextRef="#ctx0" brushRef="#br0" timeOffset="67238">31109 5725 462 0,'0'0'0'0,"0"0"4"15,9 55 25-15,-3-25 16 16,2 1-22-16,2 3-10 15,0 3-5-15,3-3-4 16,-1 0-2-16,1-7-1 16,-2-5 0-16,0-7 1 0,4-9-2 15,-1-6 2-15,5-3-1 16,3-16 0-16,4-4-2 16,-3-3 0-16,3 0 0 15,-1 1 1-15,0 4 1 16,-1 9 3-16,-2 5 18 0,-2 7-12 15,0 3-6-15,-3 11-1 16,-2 7-1-16,-2 5-1 16,-4-1-1-16,-5-2 1 15,1 0-2-15,-5-3 0 16,0-6-51-16,-11-6-71 16,-3-6-117-16</inkml:trace>
  <inkml:trace contextRef="#ctx0" brushRef="#br0" timeOffset="67414.94">31264 5772 517 0,'0'0'4'16,"0"0"58"-16,-2-50-28 16,22 38-11-16,11 0-15 15,11 0-5-15,13 5-2 0,8 1 0 16,0-6-1-16,-1-8-77 15,-7-13-334-15</inkml:trace>
  <inkml:trace contextRef="#ctx0" brushRef="#br0" timeOffset="69477.24">24116 6791 155 0,'0'0'0'0,"0"0"-33"0</inkml:trace>
  <inkml:trace contextRef="#ctx0" brushRef="#br0" timeOffset="70665.52">29151 4161 128 0,'0'0'2'0,"0"0"-10"0,0 0 2 15,0 0 7-15,0 0 3 16,0 0 7-16,0 0 17 16,0 0 8-16,0 0-11 15,0 0-8-15,0 0 6 0,0 0 2 16,0 3 4-16,0-3-4 16,0 0-11-16,0 0-8 15,0 0-3-15,0 0-3 16,0 3 0-16,0-2 0 15,0 0-2-15,0 4 4 0,0-2-2 16,0-1 0-16,0 1 0 16,0 1 0-16,0 1 0 15,0-2 0-15,0-2 1 16,0 2-1-16,0-2 1 16,0-1 1-16,0 0 3 0,0 0 20 15,0 0 9-15,0 0-16 16,0 0-7-16,-1 0-2 15,1 0-4-15,-2 0-2 16,-2 0 2-16,0 0-2 16,1 0-1-16,1 3 1 0,-3-3 0 15,3 0-1-15,0 0-2 16,1 0 1-16,-1 0 0 16,2 0-1-16,-1 0 0 15,1 0 0-15,0 3-1 16,0-1 0-16,8 0-2 0,6-2-43 15,6-17-179-15</inkml:trace>
  <inkml:trace contextRef="#ctx0" brushRef="#br0" timeOffset="71741.5">30446 6304 172 0,'0'0'-56'0,"0"0"-1"0,0 0 31 0,0 0 7 15,0 0 17-15,0 0 2 16,0 0 1-16,0 0 1 16,0 0-2-16,0 0 1 15,0-14-2-15,-2 14 3 16,-1 0 1-16,0 0-2 16,0 1 0-16,0 1 1 0,0 2 0 15,1-3 1-15,2 1-1 16,-3 1 0-16,2-3-1 15,1 0 2-15,0 0 1 16,0 0 1-16,0 0-3 16,0 0-2-16,0-5-9 0,0 3-5 15,1-1-2-15,0 1 7 16</inkml:trace>
  <inkml:trace contextRef="#ctx0" brushRef="#br0" timeOffset="74838.57">18579 5950 279 0,'0'-14'12'0,"0"2"24"0,0 3 0 16,4 3-21-16,0 5-9 0,2 1-1 16,3 0-4-16,0 8-2 15,2 7 3-15,-3 3-1 16,1 6-1-16,-3 2 2 16,2 2 0-16,-7 1-2 15,1 0 1-15,-2 1 0 0,0-4-1 16,0-4 1-16,-2-2-1 15,-1-7 1-15,-2-4 0 16,1-5-1-16,1-4 3 16,-1 0 6-16,0-7-5 15,0-9-2-15,1-4 0 0,3-4 2 16,0-3 0-16,5 0 9 16,6 2 3-16,2 3-4 15,0 5-1-15,-2 9-6 16,1 6-3-16,-3 2-2 15,0 2-1-15,2 9 1 0,-4 3 0 16,1 3 0-16,2 0 0 16,-3 1 0-16,1-1 0 15,-4-2 0-15,-1-1 0 16,0-3 0-16,-2-2 0 16,2-3 0-16,-3-5 0 15,0-1 1-15,0 0 2 0,-7-4-1 16,2-9 0-16,-2-5-2 15,3-6 1-15,4-5 1 16,0-2-2-16,4 1 2 16,9 2 20-16,4 9-11 15,3 4-9-15,-4 10-1 0,2 5-2 16,-1 10 1-16,-1 9-1 16,-1 2 1-16,1 2-1 15,-3 1 1-15,-1-3-1 16,1-1 1-16,-5-4-3 15,0-2-36-15,-2-1-22 0,-1-6-45 16,-3-4 1-16,0-3-90 16</inkml:trace>
  <inkml:trace contextRef="#ctx0" brushRef="#br0" timeOffset="75055.84">19121 5849 237 0,'0'0'5'0,"26"-60"52"0,-20 41 25 15,-3 9-18-15,-1 10-14 16,-2 0-31-16,0 17-16 16,-5 12 5-16,-5 10 36 0,-4 10-19 15,-3 5-8-15,-2 3-11 16,-4 3-4-16,4 0-1 16,-5 0 0-16,3-2-1 15,-1-4-1-15,6-1 1 16,-2-8 0-16,5-11-19 0,5-4-31 15,5-12-25-15,3-9-59 16,0-9-25-16</inkml:trace>
  <inkml:trace contextRef="#ctx0" brushRef="#br0" timeOffset="75536.34">19046 6382 323 0,'0'0'8'0,"0"0"2"16,0 0 2-16,0 0 73 0,0 0-22 15,38-7-13-15,-23-2-14 16,6-3-22-16,-5-2-7 16,4-5-4-16,-4-2 0 15,-1-2-2-15,-4-4 1 16,-1 0-1-16,-2 3 0 0,-7 1-1 15,-1 3 0-15,0 8 0 16,0 3 0-16,-8 6-2 16,2 2 1-16,-5 1-1 15,6 0 0-15,1 8 1 0,4 5-1 16,0 1 1-16,6 3 0 16,8 3 1-16,0 4 0 15,5-1 0-15,-1 1 0 16,1 0 1-16,-4-1-1 15,-1-3 0-15,-4-3 0 16,-7-3 0-16,-1-4 1 0,-2-1-1 16,-2-2 0-16,-11-3 1 15,-4 0 0-15,0-1-1 16,-7 1 0-16,3-2-1 16,1-1 0-16,2 1-3 15,0-2-49-15,9 0-49 0,-1 0-122 16</inkml:trace>
  <inkml:trace contextRef="#ctx0" brushRef="#br0" timeOffset="81471.17">20785 5821 136 0,'0'0'40'0,"0"0"2"0,0-3-11 15,0 0-3-15,0-1 0 16,0 3-6-16,0-2 0 0,0 0-6 15,0 2-6-15,0-2-6 16,7 0 0-16,1 3 4 16,4-2 4-16,-1 2-5 15,3 0-4-15,-4 9-1 16,2 4-1-16,0 5 1 0,-2 5-1 16,-3 4 1-16,-3 4 0 15,-4 1 0-15,0 2-1 16,0-2 0-16,-9-3 1 15,-1-4-1-15,0-5 0 0,1-8 1 16,-1-3 0-16,3-7 2 16,-2-2 3-16,2 0 27 15,-1-4-2-15,3-8-26 16,-2-5-2-16,5-4 4 16,2-5 5-16,0-2-2 15,13-2-6-15,1 3-2 0,5 2 0 16,2 6-4-16,-5 8 1 15,3 8 1-15,-3 3-1 16,0 1-1-16,-5 12 1 16,0 5 0-16,0 0 0 15,-2 0 0-15,-4 1-1 16,-1-4 1-16,3-2 0 0,-6-3 1 16,0-3-1-16,0-4 0 15,-1-2 0-15,0-1 0 16,0 0 1-16,-3-1 1 15,-4-11-1-15,1-2 0 0,3-6-1 16,1-4 1-16,2-4-1 16,5 0 0-16,12 2 1 15,3 2-1-15,1 8-1 16,3 8 2-16,-1 8-2 16,-3 1 0-16,-3 16 0 0,-1 7 0 15,-2 2 0-15,-4 3 1 16,-1 1-1-16,-2 0 1 15,-2-4-1-15,-3-5-8 16,-1-1-39-16,-1-6-33 16,0-7-61-16,0-4-33 0</inkml:trace>
  <inkml:trace contextRef="#ctx0" brushRef="#br0" timeOffset="81711.46">21354 5747 288 0,'0'0'0'0,"9"-38"15"0,-9 25 78 0,0 6-34 15,0 7-13-15,0 3-27 16,0 16-16-16,0 12 11 0,-3 11 27 16,-9 9-17-16,0 6-13 15,-3 4-9-15,-2 2 2 16,-3-1-3-16,2 1 0 15,-2-4 0-15,2-2-1 16,2-3-1-16,0-4 0 0,5-9-13 16,3-8-55-16,3-12-31 15,5-17-94-15</inkml:trace>
  <inkml:trace contextRef="#ctx0" brushRef="#br0" timeOffset="82188.67">21363 6218 379 0,'0'0'11'0,"0"0"31"0,0 0-5 16,0 0 4-16,0 0-3 16,50-40-13-16,-34 24-10 15,0-2-4-15,0-4-6 16,-1-2-2-16,1-3-1 15,-4-6 0-15,1-3-2 0,-2 0 1 16,-5 2-1-16,0 5 1 16,-5 8-1-16,-1 7 1 15,0 7-1-15,0 7-3 16,-6 0-1-16,-1 9 0 16,2 6 2-16,-2 5 1 15,5 6 0-15,2-1 0 0,0 2 1 16,3 0 0-16,10-1 0 15,3-4 0-15,3 1 0 16,0-4 0-16,0-1 0 16,-1-2 0-16,-5-4 1 15,-5 1-1-15,-4-4 0 0,-4 1 0 16,0-3 1-16,-12 3 0 16,-7-2 0-16,-4 1 0 15,-8-1-1-15,1 1-1 16,0 0 0-16,2-3-2 15,3 0-40-15,4-6-56 0,1 0-147 16</inkml:trace>
  <inkml:trace contextRef="#ctx0" brushRef="#br0" timeOffset="97101.14">22895 5607 257 0,'0'0'38'0,"0"0"-24"15,0 0 8-15,0 0 3 0,0 0-9 16,-9-37-4-16,23 32-4 16,1 4-2-16,3 1-2 15,-2 0-2-15,0 3-2 16,-3 8 2-16,0 2-2 0,-3 0 0 16,-2 4 0-16,-3 0 1 15,-1-3-2-15,-2 4 1 16,0-6 1-16,-2-2-2 15,0-2 2-15,0-3-1 16,0-5 0-16,-4 0 4 16,3-9 2-16,1-8 3 0,-1-7 27 15,5-6-17-15,8-3-2 16,4-1-6-16,5 5-5 16,-4 4 9-16,4 11-3 15,-5 9-4-15,0 5-6 16,-4 4-3-16,-2 10 2 0,-3 6-2 15,-1 0 1-15,-3 2 0 16,-3-3 1-16,0-3-2 16,0-1 2-16,0-5-1 15,0-4 0-15,0-5 0 16,-6-1 1-16,3-4 1 0,0-9 4 16,3-7-5-16,0-2 6 15,0-3 3-15,1 1-2 16,7 6 10-16,6 5-6 15,-2 9-7-15,5 4-5 16,-4 11-1-16,3 10 1 16,-5 8-1-16,0 5 1 0,-4 3-2 15,-4 0-30-15,-3-3-43 16,0-3-142-16</inkml:trace>
  <inkml:trace contextRef="#ctx0" brushRef="#br0" timeOffset="97335.37">22763 6054 528 0,'0'0'18'0,"0"0"11"0,0 0-19 16,61-51-8-16,-10 28-1 15,8-4 1-15,8-4 2 16,4 4-4-16,0-1 0 0,-6 6 0 16,-11 4-60-16,-11 2-100 15,-16 5-139-15</inkml:trace>
  <inkml:trace contextRef="#ctx0" brushRef="#br0" timeOffset="97707.09">22931 6345 374 0,'0'0'2'0,"0"0"48"0,0 0 8 16,0 0-10-16,0 0-7 16,0 0-22-16,36-64-5 15,-12 26-1-15,-1 0-8 16,-3 1-4-16,-3 5 1 15,-8 7-1-15,-4 9 0 0,-3 6 0 16,-2 6 1-16,0 4-2 16,0 0-2-16,0 10-1 15,0 6 3-15,0 2-2 16,0 9 1-16,7 0 1 16,5 4-1-16,0 1 1 0,0-2-1 15,-1-2 1-15,-6 0 0 16,-3-6 1-16,-2-1-1 15,-4-4 1-15,-11-3-1 16,-5 0 0-16,-2-2-1 16,-4-4-7-16,-1-5-60 0,-1-3-108 15</inkml:trace>
  <inkml:trace contextRef="#ctx0" brushRef="#br0" timeOffset="102540.95">27596 5679 238 0,'0'0'6'0,"0"0"26"0,0 0-13 16,0 0 4-16,0 0 1 16,0 0 1-16,37-37-8 15,-28 37-5-15,1 0-7 16,-3 10-2-16,1 4 1 16,-2 2-2-16,-3 5 0 15,-2-1 0-15,-1 3 0 0,0-3 0 16,0-2-1-16,-5-2 0 15,-2-3 0-15,4-5 1 16,-4-2 0-16,2-6 2 16,0 0 35-16,1-10 3 15,0-7-36-15,3-2 0 0,1-9 5 16,7-3 3-16,8-3-8 16,8 1-3-16,3 3 5 15,1 5 8-15,-1 10-10 16,-1 8-2-16,-5 7 1 15,-6 10-4-15,-1 9-1 0,-4 5 1 16,-4 4-1-16,-3-2 1 16,-2-2-1-16,0-3 0 15,0-1 0-15,0-6 0 16,-4-2 0-16,1-4 1 16,-3-3-1-16,1-4 0 0,1-1 2 15,-3-4 1-15,3-10-2 16,3-5 0-16,1-6-1 15,1-4 1-15,10-2-1 16,4 2 0-16,4 5-1 16,-1 7 1-16,2 7 0 0,-5 10 0 15,1 2-1-15,-4 15 0 16,-1 4 1-16,-3 3 1 16,-2 3-1-16,-3-3 1 15,1 2-2-15,0-3 2 16,-1-2-2-16,-2 3-1 0,-1-6-79 15,0-3-122-15</inkml:trace>
  <inkml:trace contextRef="#ctx0" brushRef="#br0" timeOffset="102775.05">27483 6098 474 0,'0'0'4'0,"0"0"9"16,0 0 5-16,0 0-4 0,0 0-7 15,38-18 4-15,8 9 27 16,13-4-19-16,11-1-14 16,8-1-3-16,-2 0-2 15,-2 1 0-15,-11 0-53 0,-14 1-90 16,-11 2-207-16</inkml:trace>
  <inkml:trace contextRef="#ctx0" brushRef="#br0" timeOffset="103179.37">27628 6360 204 0,'0'0'138'0,"-41"36"-132"16,31-30 0-16,7-2 1 15,3-4 11-15,6-3 84 16,7-11-34-16,6-4-43 0,5-6-17 16,3-6-5-16,-1-1-1 15,-7 1-1-15,-5 1 1 16,-7 7-1-16,-7 6 2 16,0 5-2-16,-8 5 0 15,-2 6 0-15,-3 0-2 0,6 3 1 16,1 8 0-16,6 6-1 15,0 7 0-15,6 2 1 16,9 4 0-16,0 1 0 16,1 0 1-16,-3-4-1 15,-4 0 1-15,-6-4-1 0,-3-2 1 16,-4-5 0-16,-13-2 0 16,-5-2-1-16,-6-4 0 15,-1-1 1-15,-6-4-7 16,4-3-76-16,2-6-164 15</inkml:trace>
  <inkml:trace contextRef="#ctx0" brushRef="#br0" timeOffset="129628.75">27475 5172 84 0,'0'0'2'0,"0"0"-2"0,0 0-2 16,0 0 0-16,0 0-3 15,0 0-32-15</inkml:trace>
  <inkml:trace contextRef="#ctx0" brushRef="#br0" timeOffset="150381.56">15882 10674 92 0,'-3'0'20'0,"-1"-1"3"16,3 1 1-16,-1-2-5 16,2 1-14-16,-2-1-2 0,0 1 91 15,2-2-75-15,-4 3 2 16,4 0-6-16,-2 7-11 16,0 9-4-16,1 8 10 15,-1 9 4-15,-3 9-6 16,2 8 5-16,0 3-5 15,0 2-3-15,1 0-3 0,0-5-1 16,-1-3 1-16,0-13 0 16,2-7 1-16,-3-6-2 15,2-8-1-15,-4-10 2 16,3-3 26-16,-2-3 12 16,-2-15-29-16,1-6-8 0,0-8 0 15,3-7-3-15,-1-8 0 16,0-3 0-16,2 0 0 15,0 2-3-15,0 7 3 16,0 7-2-16,0 8 1 16,-1 11 0-16,3 5 0 0,0 5 0 15,0 5-2-15,5 0-2 16,4 0 4-16,3 3 1 16,5 7 1-16,-1-2 2 15,2 1-3-15,-1 1 1 0,2 0 0 16,0 0 0-16,-2 3-1 15,2-2 2-15,-3 3-2 16,2 5 3-16,-5-1-2 16,1 3 0-16,0 2-1 15,-2 0-6-15,-2 1-7 0,-1-1-10 16,-1-2-12-16,-3-2-8 16,2-5-19-16,-5-3-52 15,-2-4-70-15</inkml:trace>
  <inkml:trace contextRef="#ctx0" brushRef="#br0" timeOffset="150723.24">15848 11053 147 0,'0'0'3'0,"0"0"1"0,0 0 12 0,0 0 1 0,0 0-6 15,0 0 10-15,0 0 9 16,0 0 0-16,0 0-6 15,0 0-9-15,0 0-11 0,0-42 0 16,15 29 0-16,6-1-4 16,-1 0 1-16,5 1-1 15,1 0 1-15,-3 4-35 16,-3-3-86-16</inkml:trace>
  <inkml:trace contextRef="#ctx0" brushRef="#br0" timeOffset="151407.29">16235 10814 340 0,'0'0'0'0,"0"0"5"0,0 0-4 16,0 0 3-16,0 0 3 16,0 0 17-16,0 0-4 15,0 0-6-15,-40-8 0 16,28 8-7-16,-5 0 1 0,1 6-1 16,0 5-2-16,0 1 1 15,1 3-3-15,-1 2-1 16,5 5-1-16,3 0 0 15,3 1-2-15,2 0 2 16,3-2-1-16,0-2 1 16,5-5 0-16,4-3-2 0,0-5 3 15,3-5-1-15,1-1 4 16,3-8 0-16,-1-12-2 16,0-3-1-16,-2-1-2 15,-1 1 0-15,-3 3 0 16,-3 6-1-16,1 6 1 15,-3 6 2-15,3 2-2 0,1 7-1 16,2 13 8-16,-1 3 2 16,5 10 1-16,-5 5 0 15,1 2 3-15,2 5-6 16,-5-2-1-16,1-1-2 0,-5-2 0 16,-1-6-1-16,-2-4-2 15,0-6 1-15,0-5 0 16,-5-5 1-16,-4-6 0 15,1-5 0-15,-4-3 1 16,-1 0-1-16,2-3-1 0,0-11 2 16,4-5-1-16,-1-8-2 15,6-3-4-15,2-3-5 16,0-3-5-16,10 2-14 16,5 3-8-16,5 1-24 15,3 4-31-15,-3 1-69 0</inkml:trace>
  <inkml:trace contextRef="#ctx0" brushRef="#br0" timeOffset="151757.25">16460 10899 380 0,'0'0'2'0,"0"0"5"0,0 0-4 16,0 0 1-16,29-49-3 0,-17 38 4 16,-1-3 9-16,-1 1-4 15,0 0-5-15,-3 3-2 16,1 1-2-16,-5 2 0 16,1-1 1-16,-3 4 2 15,-1-2 6-15,0 3-2 0,-3 3-5 16,-4 0 0-16,-6 0-2 15,-3 11-2-15,1 7 3 16,-5 5 1-16,4 8 1 16,2 1 4-16,5 7 6 15,6-2-3-15,3-5-6 0,2-2-3 16,14-6-2-16,6-7 2 16,6-9 3-16,8-7 4 15</inkml:trace>
  <inkml:trace contextRef="#ctx0" brushRef="#br0" timeOffset="153243.29">17906 10737 130 0,'2'1'118'0,"-2"2"-111"0,0-3-6 0,2 3 0 15,0 2-1-15,0 1 0 16,2 2 1-16,-2 2-2 16,0 1 1-16,2 1 0 15,1 4 2-15,1 3 4 0,0 3-1 16,2 1 0-16,-3 5 0 16,3 1 0-16,-4 2 7 15,2-3-3-15,-2-1-3 16,-3-3-1-16,-1-5-2 15,0-5 0-15,0-2 1 0,-1-7 4 16,-8-2 14-16,2-3 7 16,-4 0-14-16,0-6-7 15,-2-5-6-15,-1-3 0 16,0-5 0-16,2-8 0 16,-2-3 1-16,5-6-2 0,0-5 1 15,5-1-1-15,-1 1 0 16,3 4 0-16,2 3 5 15,0 7 1-15,0 7 1 16,7 6-5-16,1 2-3 16,4 6-1-16,3 3 1 0,3 1 0 15,2 2 0-15,-1 2 0 16,3 9-1-16,2 3 0 16,-1 5 0-16,0 2 2 15,0 2-2-15,-3 2 1 16,1 1 0-16,-4 1 0 0,-3-2 1 15,-1 0 0-15,-2-3-1 16,-3-1 2-16,0-5-1 16,-5-2 0-16,-1-4 0 15,2-1 0-15,-4-4-1 16,0-3-23-16,0-2-40 0,0 0-15 16,0-6-44-16</inkml:trace>
  <inkml:trace contextRef="#ctx0" brushRef="#br0" timeOffset="153493.07">18003 10917 269 0,'0'0'1'0,"0"0"0"16,0 0 0-16,-43 1 1 0,36 2-2 15,3-3 1-15,0 2 0 16,2-2 8-16,2 0 13 16,4-4-10-16,9-5-9 15,7-4-1-15,5-1 1 16,4 0-11-16,2-5-37 0,1 2-20 16,-7-4-52-16</inkml:trace>
  <inkml:trace contextRef="#ctx0" brushRef="#br0" timeOffset="153856.07">18210 10746 302 0,'0'0'3'0,"0"0"4"0,0 0-10 16,0 0 4-16,0 0 12 15,16 46 6-15,-3-35 6 16,1 1-8-16,1-4-5 16,-1-1 0-16,-1-1-6 15,-2-2 1-15,-2-2 4 0,-1-2 3 16,-3 0 2-16,2 0-2 16,-6-7-1-16,1-5-4 15,1-5 0-15,-3-1-6 16,0-5-1-16,0-4-2 15,0 2 1-15,0 3-1 0,-2 1 1 16,2 6-1-16,0 4-2 16,6 8-36-16,1 3-55 15,1 0-32-15,0 0-21 16</inkml:trace>
  <inkml:trace contextRef="#ctx0" brushRef="#br0" timeOffset="154006.49">18526 10755 325 0,'0'0'64'0,"0"0"-62"16,0 0-1-16,0 0-2 16,0 0-3-16,0 0-91 15,0 0-17-15</inkml:trace>
  <inkml:trace contextRef="#ctx0" brushRef="#br0" timeOffset="154460.03">18847 10456 403 0,'0'0'5'0,"0"0"-7"16,1 45 0-16,7-24 2 16,-2 4 0-16,2-1 2 0,-2-2-2 15,-1-2 0-15,-1-1 0 16,-2-5 0-16,1-3 0 16,-3-4 1-16,0-4-1 15,0-3 0-15,-3 0 3 16,-3-10 10-16,-2-6-7 0,0-9-4 15,1-6 0-15,3-5-1 16,0-3 0-16,4 0-1 16,0 2 0-16,0 3 1 15,4 8-1-15,0 4 10 0,6 6 4 16,-3 5-4-16,6 5-4 16,1 3-2-16,2 3-3 15,3 0 0-15,2 3 1 16,0 4-2-16,1 6 1 15,2 1 0-15,2 0-1 16,0 2 0-16,1 5 2 0,-2 1-1 16,-2-1-12-16,-3 2-68 15,-5-6-70-15</inkml:trace>
  <inkml:trace contextRef="#ctx0" brushRef="#br0" timeOffset="154667.24">18944 10538 426 0,'0'0'7'0,"0"0"-8"0,-15-39 2 0,17 32-3 16,13-2 0-16,5 1 5 15,7 0-1-15,4-1-2 16,2 1 0-16,3-2-66 0,2-2-37 15,3-6-75-15</inkml:trace>
  <inkml:trace contextRef="#ctx0" brushRef="#br0" timeOffset="155148.57">19446 10322 361 0,'0'0'47'16,"0"0"-45"-16,-42 7 2 15,22 0-4-15,4 5 1 16,-5 0 0-16,3 2 0 16,1-1 2-16,4 0 2 15,0 0-1-15,6 0-4 0,5-2 0 16,2-4 1-16,0-1-4 16,4-6 1-16,7 0 4 15,5-3 0-15,-1-7 1 16,3-1-2-16,-4 2-1 0,2 0 1 15,-5 5-1-15,2 4 0 16,-4 0 0-16,0 13 1 16,2 10 3-16,0 7 8 15,0 8 2-15,3 6-7 16,-5 5-4-16,3 3-1 0,-1 3 1 16,-1-5-2-16,-3 0-1 15,0-8 1-15,-5-5-1 16,-2-8 0-16,0-9 2 15,-2-8 0-15,-10-6 2 16,-1-6 1-16,-3-6-2 16,1-12 0-16,1-9-1 0,5-10-2 15,3-6 0-15,6-5-4 16,0-2-12-16,8-1-7 16,9 5-10-16,4 1-49 15,0 4-19-15,2 4-69 0</inkml:trace>
  <inkml:trace contextRef="#ctx0" brushRef="#br0" timeOffset="155520.16">19646 10410 295 0,'0'0'7'0,"0"0"-10"15,0 0 3-15,0 0 5 0,51-25-4 16,-36 16 1-16,0-2 1 16,0-1 3-16,2-3 3 15,-4-1-2-15,-1 0-3 16,0-3-1-16,-4 1 2 16,-6 0-1-16,-2 5 8 15,0 0 7-15,-10 6-6 0,-7 3-3 16,-2 4-3-16,-4 3 0 15,-1 10 4-15,1 4 5 16,3 4 3-16,4 3 1 16,6 2-5-16,7-1-2 15,3 1-7-15,2-3-4 0,15-4 1 16,10-4-1-16,9-7 4 16,8-5-3-16,6-3-4 15,10 0 6-15,3-14-44 16,1-9-108-16</inkml:trace>
  <inkml:trace contextRef="#ctx0" brushRef="#br0" timeOffset="156535.53">17710 14019 83 0,'0'0'24'0,"0"0"-17"16,0 0 20-16,2-37-7 15,-2 31-5-15,0 2 5 0,0 1 7 16,0 2-3-16,0 1 4 15,0 0-23-15,2 8-3 16,1 5 6-16,3 5 5 16,2 5 0-16,2 3-2 15,1 2 1-15,1 6-1 16,2-4-6-16,5 2 0 0,-3 0-2 16,8-5-3-16,1-6 2 15,6-6-2-15,4-8 2 16,6-7-1-16,6 0 3 15,4-12 0-15,3-6-2 16,4-1-1-16,2-1 1 0,-3-2-2 16,-3 2 0-16,-1 2 2 15,-11 2-2-15,-9 4 1 16,-7 2 1-16,-7 3-2 16,-8 3-2-16,-4 1-12 15,-5 2-38-15,-2-1-17 0,-2-1-40 16</inkml:trace>
  <inkml:trace contextRef="#ctx0" brushRef="#br0" timeOffset="156865.16">18441 13976 305 0,'0'0'3'0,"0"0"7"0,0 0 10 15,56-18 5-15,-34 18-8 16,7 4-3-16,0 7-2 16,0 6 1-16,-2 0 1 15,-2 5-6-15,-6 2-4 0,-7 3-1 16,-8-1-2-16,-4-2 1 15,-10 3 3-15,-13 0 1 16,-8 3-4-16,-3 1 0 16,-3 3-1-16,2-2-1 15,0-2-41-15,7-6-83 0,5-12-38 16</inkml:trace>
  <inkml:trace contextRef="#ctx0" brushRef="#br0" timeOffset="160571.01">19446 13388 191 0,'0'-11'45'0,"0"2"-23"15,-4 2 25-15,2 6-8 16,2 1-19-16,0 8-18 0,1 11 4 16,9 8 18-16,1 6-3 15,4 5-4-15,-1 9-6 16,2-2-8-16,1 3-1 15,-3-2-1-15,-2-6 0 16,-4-5-1-16,-1-9 1 0,-5-8 0 16,-2-8 0-16,0-8 1 15,-2-2 6-15,-5-9 18 16,-3-11-20-16,-2-7-3 16,0-10 0-16,4-7 0 15,-3-3-2-15,6-3 0 0,-1 0 1 16,5 6-1-16,1 5 1 15,0 11 4-15,0 7 1 16,7 6 3-16,0 8-5 16,6 1-2-16,0 5-2 15,2 1-2-15,2 2 1 0,3 9 0 16,-1 2 0-16,2 5-1 16,1 2 1-16,2 4 1 15,-1 3-1-15,2 3 0 16,-2 1-1-16,-1 1 2 15,-5 0-17-15,-3-4-12 0,-5-2-21 16,-4-6-30-16,-5-6-2 16,0-4-12-16</inkml:trace>
  <inkml:trace contextRef="#ctx0" brushRef="#br0" timeOffset="160774.94">19533 13660 363 0,'0'0'2'0,"0"0"22"15,0 0-21-15,0 0-4 0,0 0 1 16,42-33 1-16,-13 22-1 16,4-2 0-16,2-1-36 15,1-3-56-15,-4-3-137 16</inkml:trace>
  <inkml:trace contextRef="#ctx0" brushRef="#br0" timeOffset="161240.45">19940 13471 391 0,'0'0'6'0,"0"0"18"0,-46 6-20 15,29 0-4-15,3 4 2 16,-3 0 0-16,4 3 12 15,2 4-1-15,0 0-7 16,6 3-5-16,3 0-1 16,4-2 1-16,-2 0-1 0,7-6 0 15,6-5 0-15,5-4-1 16,0-3 2-16,3-5 0 16,-2-10 1-16,-2-2-1 15,-1 0 0-15,-3-1-1 16,-5 5 0-16,-4 2 0 0,1 6 1 15,-1 5 2-15,2 0 13 16,0 13-17-16,2 10 3 16,3 8 4-16,1 8-1 15,-1 8 0-15,3 5-1 16,-5 3-1-16,2 4 0 0,0-1-2 16,-5-6 0-16,-1-5 0 15,-3-9 0-15,-2-8 0 16,0-10 1-16,-9-6 0 15,-4-7 1-15,-2-7 0 16,-2 0-1-16,0-11 0 16,-2-10-2-16,3-10-5 0,1-8-19 15,5-5-11-15,6-5-3 16,4-1-20-16,0 0-20 16,7 3-48-16</inkml:trace>
  <inkml:trace contextRef="#ctx0" brushRef="#br0" timeOffset="161665.15">20119 13529 376 0,'0'0'-6'0,"0"0"19"0,0 0-4 0,0 0-5 0,43-47-4 16,-26 34 0-16,2-1 1 0,0 1 0 15,-3 3 0-15,-3 0-1 16,-1-1 1-16,-5 4-1 16,-4 0 0-16,-3 1 2 15,0 2 23-15,-6 1-4 0,-10 2-14 16,-2 1-5-16,-3 0 3 15,-3 5 6-15,5 7 8 16,-3 3 0-16,7 2-9 16,3 5-1-16,8 1-1 15,4 2-2-15,0-1 0 0,10 0-5 16,8-1 0-16,9-5 0 16,5-6 0-16,6-5-1 15,4-7 1-15,2 0-1 16,-4-17-52-16,-6-12-146 15</inkml:trace>
  <inkml:trace contextRef="#ctx0" brushRef="#br0" timeOffset="170317.36">20340 12383 189 0,'0'0'-7'0,"0"0"14"16,0 0-6-16,0 0-2 16,45 4 1-16,-34-4-1 0,0 0 1 15,-1 0 0-15,1 0 0 16,0 0 0-16,-3 0 0 15,0 0 0-15,0 0-1 16,-1 0 0-16,0 0-7 16,-3 0-44-16</inkml:trace>
  <inkml:trace contextRef="#ctx0" brushRef="#br0" timeOffset="171241.16">21391 12001 186 0,'0'0'6'0,"0"0"19"0,0 0-3 0,0 0-3 0,0 0 1 16,0 0-1-16,0 0-11 16,0 0-6-16,0 0 0 15,-45-30 2-15,20 37 3 16,-4 0 3-16,-2-1 6 0,-4 1-6 15,1-1-3-15,1-1-2 16,3-3-2-16,2-1 2 16,6-1 2-16,6 0 46 15,2 0-42-15,7 0-8 16,0 6-3-16,3 5 0 0,2 6 0 16,2 9 0-16,0 8-1 15,0 9 1-15,0 10 1 16,0 10 1-16,0 5 0 15,0 0 1-15,-4 0 0 0,0-8-1 16,0-6-1-16,2-10 0 16,-3-10 1-16,2-5 0 15,1-4 1-15,1-3 1 16,-3-3 1-16,0 1-2 16,1-3-1-16,1-1-1 0,0-2 1 15,-1-2-1-15,1-1-1 16,2 0 1-16,0-2 0 15,0-1-1-15,12 0 1 16,7-3 4-16,4-2 14 16,10-2-11-16,3 1-1 15,9-2-5-15,-1 0 0 0,0 0-2 16,-4-6-23-16,-3-1-71 16,-8-6-80-16</inkml:trace>
  <inkml:trace contextRef="#ctx0" brushRef="#br0" timeOffset="171606.75">21386 12417 322 0,'0'0'4'0,"0"0"20"15,0 0-21-15,0 0-3 16,0 0 8-16,41 0 25 0,-16 0-1 15,8-2-12-15,2-1-8 16,3 2-7-16,1 0-4 16,2-1-1-16,-4-2-34 15,-6-6-94-15,-2-5-172 16</inkml:trace>
  <inkml:trace contextRef="#ctx0" brushRef="#br0" timeOffset="172351.14">22084 11951 282 0,'0'0'3'0,"0"0"2"0,0 0 4 16,0 0-6-16,0 0-2 15,0 0 5-15,0 0 23 16,47-4-4-16,-27 4-8 16,5 1-5-16,2-1-3 15,0 3 1-15,0-2-4 0,-1 1 1 16,-6-1 0-16,-2 2 0 15,-1 0 1-15,-5 0 0 16,-3 1 0-16,-1 1-5 16,-2 1 0-16,0 3 1 15,-1 2 1-15,1 5 1 0,-2 4 0 16,-1 2 0-16,1 4 0 16,1 7 1-16,-2 4-3 15,-1 4 3-15,0 9-3 16,0 6-1-16,-2 6 1 15,0 3-2-15,1-1-1 0,-1 0 1 16,0-3-2-16,0 0 1 16,0-6 0-16,0-2 0 15,-2-2 0-15,-1-4 2 16,0-5 0-16,1-5 1 16,-3-4 1-16,1-6 3 0,2-2-2 15,1-4-2-15,1-6-2 16,-2-4-1-16,2-2 1 15,0-5-1-15,0-2-1 16,0 0 1-16,0-2 1 16,0 0 0-16,0 0 1 15,-2-4 0-15,2-6-9 0,-4-7-87 16,0-3-122-16</inkml:trace>
  <inkml:trace contextRef="#ctx0" brushRef="#br0" timeOffset="172707.92">21925 13123 392 0,'0'0'15'0,"0"0"-4"0,56-7 1 15,-25 2-12-15,8 1 2 16,3 1 4-16,3 0 20 16,-2 2 3-16,1 1-12 15,-6 0-9-15,-3 0-6 16,-5 0 0-16,-6 0-1 0,-6 0 0 15,-4 0-1-15,-6 0 1 16,-3 0 0-16,-3 0 2 16,-2-3-2-16,0-7-10 15,0-1-148-15</inkml:trace>
  <inkml:trace contextRef="#ctx0" brushRef="#br0" timeOffset="174091.12">20950 13005 28 0,'0'0'8'0,"0"0"-6"0,0 0-2 0,0 0 0 15,0 0 0-15,0 0 0 16,0 0-1-16,0 0 1 15,0 0 0-15,0 0 1 16,0 0-1-16,14-9 4 0,-10 8 25 16,1-1 9-16,-1 2-17 15,-3 0 0-15,0 0-5 16,0 0-4-16,-1 0 1 16,2 0 13-16,5 0 0 15,-1 3-3-15,8 3 9 16,8-2-6-16,8 1-5 0,10-4-13 15,11 2-3-15,9-3-3 16,3 0 0-16,0-4-1 16,-1-7-67-16,-13-5-231 15</inkml:trace>
  <inkml:trace contextRef="#ctx0" brushRef="#br0" timeOffset="174508.41">20926 13018 269 0,'0'0'3'0,"0"0"-1"0,38 0-2 0,-13 0 0 16,7 0 0-16,7-2 1 16,1-6-1-16,4-2 0 15,-4 1 1-15,-1-1 0 16,-6 0-1-16,-4 3 0 16,-5 0 0-16,-9 4-2 0,-4-1-45 15,-8-2-168-15</inkml:trace>
  <inkml:trace contextRef="#ctx0" brushRef="#br0" timeOffset="174679.39">21085 12991 201 0,'0'0'10'16,"0"0"19"-16,0 0-20 15,0 0-7-15,0 0 2 16,0 0 7-16,45-19-5 0,-5 6-2 15,7-5-2-15,4-5-2 16,0-5-19-16</inkml:trace>
  <inkml:trace contextRef="#ctx0" brushRef="#br0" timeOffset="175065.94">20926 12937 289 0,'0'0'2'15,"0"0"-2"-15,65-5 0 16,-18 1 0-16,18 0 0 15,15-2 0-15,5-5-1 16,4-6-14-16</inkml:trace>
  <inkml:trace contextRef="#ctx0" brushRef="#br0" timeOffset="176437.05">21376 12493 90 0,'0'0'9'0,"0"0"6"16,0 0 1-16,0 0-2 15,0 0-4-15,0 0 3 16,0 0 7-16,0 0-6 0,0 0-7 16,0 0 2-16,51-8 9 15,-19 5-3-15,5-1-3 16,2 1 2-16,1 0-4 16,-1 2-4-16,-3-2-3 15,-7 3-1-15,-4 0-2 0,-6 0 1 16,-4 0-1-16,-5 0 1 15,-6-1 1-15,-3 1 0 16,-1-2 1-16,-9 2 1 16,-12 0-3-16,-4 0-2 15,-6 0 2-15,-6 0 0 0,1 0-1 16,-3 2 3-16,3 2-3 16,4-3 0-16,3 3 1 15,4 0-2-15,7 0 1 16,3 0 0-16,6-1 0 15,4-2 0-15,5 1-2 0,2 0 2 16,14-2 2-16,9 0-2 16,5 0 0-16,9 0 1 15,3 0-1-15,2-2 0 16,-2-1 0-16,-3 0 0 16,-6 0 1-16,-8 0-1 15,-7 1 0-15,-8 1-1 0,-8-2 2 16,-2 2 0-16,-13-2 0 15,-8 2-1-15,-8-2-1 16,-8 0 1-16,-3 2 1 16,-3-2-3-16,2 1 4 0,4-2-2 15,5 3 0-15,9-2 0 16,10 0 1-16,12-1 1 16,2-1-1-16,22-1-1 15,15-2 0-15,9-1 1 16,13 0-1-16,4-2 0 15,2-1-1-15,-4-5-74 0</inkml:trace>
  <inkml:trace contextRef="#ctx0" brushRef="#br0" timeOffset="179557.15">27458 4993 155 0,'2'0'4'0,"-1"0"-2"0,0 0-1 16,-1 0 0-16,1 0-1 16,-1 0 0-16,1 0 0 15,-1 0 0-15,0 0 2 16,0 0 0-16,0 0 1 15,1 0-2-15,2 0-1 16,4 0-3-16,2 0-13 0</inkml:trace>
  <inkml:trace contextRef="#ctx0" brushRef="#br0" timeOffset="-178835.43">1193 11046 76 0,'0'-2'5'0,"0"0"27"0,0-1 68 0,0 0-64 16,0-1-7-16,0 3-8 16,0-1 2-16,0 2-3 0,0 0-6 15,0 0-10-15,0 2-3 16,0 6 1-16,0 6 0 16,7 6 5-16,1 4 5 15,6 5 0-15,2 5-8 16,2 0-2-16,1 3 0 0,0-3-2 15,3-3 0-15,-5-8 2 16,2-6-2-16,1-5 0 16,-3-7 0-16,0-5 0 15,-2-6 0-15,-1-12 3 16,-3-6-3-16,-1-6 1 16,0-4 1-16,-6-3 0 0,-1 0-1 15,-3 3 1-15,0 5-1 16,0 5 0-16,-5 8 0 15,1 5 25-15,-4 4-7 16,4 7-12-16,0 0-3 16,4 2-5-16,0 8-2 0,0 5 2 15,2 4 1-15,7 3-1 16,5 6 2-16,1 3 1 16,5 7-1-16,3 5 0 15,4 2 0-15,-1 5-1 16,1 2 1-16,0 1 0 0,-3-2-2 15,-1-1 2-15,-10-2-1 16,-1-4 2-16,-8-4-1 16,-4-6 1-16,-2-6 0 15,-12-1 2-15,-7-4 0 0,-7-2 0 16,-6-4-1-16,-4-1 0 16,-4-5-3-16,2-8 3 15,1-3-2-15,4-3 0 16,4-15-2-16,6-6-59 15,3-9-122-15</inkml:trace>
  <inkml:trace contextRef="#ctx0" brushRef="#br0" timeOffset="-178284.5">1027 10769 277 0,'0'0'3'0,"0"0"3"15,0 0 14-15,0 0-5 16,0 0-1-16,0 0-9 0,0 0-5 16,0 0 1-16,0 0 0 15,0 0 1-15,-8 50-1 16,12-30 0-16,0-2 0 16,2-2 0-16,-2-5-1 0,-2-1 1 15,-2-4 1-15,2-2-1 16,-2-4 1-16,0 0 7 15,-2-8 24-15,-2-5-27 16,-2-3-2-16,2-1-3 16,2 0 0-16,0 2 1 0,0 3 3 15,-1 2 23-15,3 6-9 16,0 0-9-16,3 2-8 16,5 2-3-16,4 0 2 15,1 0-1-15,3 0 0 16,4 0 0-16,4 0 0 15,1 0 0-15,4-1 1 0,0-3-23 16,-4-2-87-16,-7-2-62 16</inkml:trace>
  <inkml:trace contextRef="#ctx0" brushRef="#br0" timeOffset="-177787.56">1718 11092 303 0,'0'0'41'0,"0"0"-29"0,0 0 7 0,0 0-20 16,0 0 1-16,0 0 1 15,0 0 4-15,49-19 6 0,-33 12-6 16,1-4-5-16,2 2 1 15,-1-1-1-15,-1-1-37 16,-1 3-33-16,-7-1-36 16</inkml:trace>
  <inkml:trace contextRef="#ctx0" brushRef="#br0" timeOffset="-177583.46">1833 11248 321 0,'0'0'29'0,"0"0"-25"16,0 0 1-16,37-10 14 0,-23 0 5 15,4-1-13-15,-1-1-9 16,-1-1-1-16,-3 0-61 15,-1 0-169-15</inkml:trace>
  <inkml:trace contextRef="#ctx0" brushRef="#br0" timeOffset="-172566.32">1310 12303 198 0,'-3'-3'36'0,"0"1"9"0,1 2-27 16,0 0-3-16,0 0 5 15,0 0 8-15,0 0-1 16,-1 0-7-16,1 0-8 15,0 0-4-15,0 3-3 0,2 3-3 16,0 1 2-16,0 2-3 16,0 1 2-16,0 3-2 15,9-2-2-15,-1-2 2 16,4 1-1-16,3-4 1 16,-1-4 0-16,1-2 4 0,1 0 1 15,-3 0 3-15,3-6-2 16,-5-2 5-16,0-2-5 15,-3-3-3-15,-2 2-2 16,-4-2 2-16,0-1 1 16,-2 1-2-16,0-1 0 0,-4-1 1 15,-6 1 3-15,-3 2-6 16,0-1-1-16,0 2 1 16,-2 1-1-16,3 4 0 15,3 2 1-15,0 1-2 16,2 2-1-16,5 1-3 0,0 0-18 15,1 4-112-15,1 1 26 16,0 1-40-16</inkml:trace>
  <inkml:trace contextRef="#ctx0" brushRef="#br0" timeOffset="-172088.37">1861 12114 190 0,'0'0'5'0,"0"0"31"0,0 0-16 16,0 0 9-16,0 0 0 16,0 0-1-16,0 0 7 15,-42-38-6-15,31 35-7 0,-5 3-9 16,3 0-5-16,-3 9 1 16,-2 3 3-16,2 8 0 15,1 2 1-15,1 3-2 16,5 5-1-16,5 1-6 15,2 2-1-15,2 0 0 0,6 1 0 16,8-2-2-16,4-3 2 16,6-4-1-16,1-3-2 15,3-8 1-15,5-7 0 16,-5-7-1-16,3 0 0 16,-2-14 0-16,-2-8-7 15,-4-2-49-15,-3-5-66 0,-5-1-32 16</inkml:trace>
  <inkml:trace contextRef="#ctx0" brushRef="#br0" timeOffset="-163419.65">3068 10160 132 0,'0'-3'19'0,"0"2"-5"0,1 1-11 16,1-2-1-16,-2 2 10 15,0 0 12-15,0-1-7 0,0 1-9 16,0 0-3-16,0 0-3 15,0 0 0-15,0 0 0 16,2 0 1-16,-2 0 3 16,0 0-1-16,2 1 3 15,2 5-3-15,1 7 1 16,1 1-2-16,4 6 5 0,1 4 12 16,2 5 6-16,3 1-6 15,2 6-11-15,1 0-5 16,2 2-2-16,2-4-2 15,-4 0 0-15,-1-4-1 0,-3-7 1 16,-3-8-1-16,-5-4 1 16,-1-5 0-16,-4-4 0 15,-1-2 14-15,-1-3 58 16,0-10-34-16,0-5-35 16,0-4-3-16,0-3 0 0,0-1-1 15,0 4 1-15,0 2-1 16,0 4 0-16,0 4 0 15,0 4 0-15,0 1 0 16,0 4 0-16,0 1 0 16,2 2 0-16,4 0-2 15,-1 0 1-15,2 0 0 0,4 7 2 16,0 1-2-16,0-1 1 16,2 5 0-16,1-2 1 15,-3-1-1-15,1 0 0 16,-1-1 0-16,-1-3 0 15,-3-2 0-15,-2-2 0 0,0-1 1 16,-3 0-1-16,-2-11 2 16,0-8 7-16,0-5 5 15,0-6-7-15,0-4-2 16,-7-6-4-16,0-2-1 16,-2-1 2-16,1 5-1 0,1 1-1 15,2 7-1-15,1 9-1 16,3 8 1-16,1 4-5 15,0 9-43-15,8 0-43 16,-2 9-8-16,1 4 13 16</inkml:trace>
  <inkml:trace contextRef="#ctx0" brushRef="#br0" timeOffset="-163159.78">3558 10207 249 0,'0'0'7'0,"0"0"41"0,0 0-43 16,0 0-3-16,0 0 2 16,0 0 14-16,0 0 15 0,0 0-17 15,18 42 1-15,-10-26-9 16,2 0-6-16,-4-1-1 15,1 1-1-15,-1-3 1 16,2 0-1-16,-4-3 0 16,0-1-1-16,-2-4-11 0,-2-4-111 15,0-1-37-15</inkml:trace>
  <inkml:trace contextRef="#ctx0" brushRef="#br0" timeOffset="-162984.59">3535 10069 215 0,'0'0'2'0,"0"0"-2"16,0 0-1-16,0 0-4 16,0 0-11-16,0 0-67 15</inkml:trace>
  <inkml:trace contextRef="#ctx0" brushRef="#br0" timeOffset="-162553.37">3671 10130 183 0,'0'0'7'16,"0"0"3"-16,0 0 1 15,0 0 5-15,38 26-5 0,-30-19 18 16,0 4-19-16,-1 2-4 15,-1 0-1-15,0-2-3 16,-2-1-1-16,-2 0 0 16,0-3 0-16,-2 1 1 15,0-5-2-15,0-1 2 0,0 1 0 16,-4-3 3-16,-4 0-1 16,-2 0 3-16,1 0-1 15,0-5 3-15,2-4 8 16,0 0 25-16,3-1-32 15,2-1 1-15,2-1 2 0,0 1-2 16,0 2 3-16,2-2 3 16,5 1-12-16,4 2-2 15,0-1-1-15,0 2-1 16,1 2-1-16,1 2 1 16,0 1-1-16,1 2 0 0,-4 0 0 15,4 1 0-15,2 7 0 16,-5 0 0-16,2 1 0 15,-2 2-2-15,-1 0-2 16,-2-1-56-16,-5-2-60 16,-1-4-87-16</inkml:trace>
  <inkml:trace contextRef="#ctx0" brushRef="#br0" timeOffset="-162108.34">4103 9936 351 0,'0'0'4'0,"0"0"49"15,0 0-35-15,0 0-9 16,0 0-3-16,-49 8 3 16,35 9 21-16,1 4-17 0,1 2-9 15,4 0-2-15,4-2-2 16,3-1 1-16,1-1-2 15,0-4 2-15,5-5-1 16,1-3-1-16,4-4 1 16,-3-3 0-16,1 0 0 0,-1-15 0 15,0-4 0 1,-3-9 1-16,1-4-1 0,-5-7 0 16,0 0 0-16,0-5-1 15,-9 2 0-15,-1 3 0 16,-3 5 2-16,0 9-1 0,2 6 0 15,4 8 0-15,1 11 2 16,3 1 2-16,3 18-5 16,0 8-1-16,11 5 4 15,4 7-1-15,6-1-1 16,1-3 2-16,3-3-4 16,-1-4 2-16,1-5-1 0,-7-6-133 15</inkml:trace>
  <inkml:trace contextRef="#ctx0" brushRef="#br0" timeOffset="-161615.56">3269 10821 350 0,'0'0'4'0,"0"0"8"0,0 0-6 16,0 0-8-16,0 0 4 15,25 39 3-15,-2-15 1 16,-2 3 8-16,4 2-1 16,0-4-9-16,0-1-1 15,-6-5-1-15,-3-2-2 0,-3-5 1 16,-5-3-1-16,-4-6 1 15,-2-3 2-15,-2 0 4 16,0-8 60-16,0-12-47 16,-4-7-16-16,-6-9-3 15,4-5-1-15,3-4-1 16,-1-1 0-16,4 5 0 0,0 5-2 16,0 8-42-16,7 7-34 15,-3 4-53-15</inkml:trace>
  <inkml:trace contextRef="#ctx0" brushRef="#br0" timeOffset="-161032.79">3654 10862 240 0,'0'0'2'0,"0"0"1"15,0 0 4-15,0 0 17 16,0 0 4-16,24-46-2 16,-19 35-5-16,-3 2-1 0,-1 1-7 15,1 2-8-15,-2 3 3 16,0 2 11-16,-1 1-5 16,-8 0-10-16,-2 0-4 15,-2 11 0-15,-3 5 1 16,3 4 1-16,-1 1 0 15,7 3 1-15,3 0 1 0,4-1 2 16,0-4 4-16,2-4-6 16,7-1-1-16,5-7-1 15,3-4 0-15,2-3 0 16,3-7 0-16,-2-8 1 0,2-8-2 16,-3-3 1-16,-2-4-1 15,-6-4 0-15,-2-1 1 16,-7 1 0-16,-2 0-2 15,0 1 1-15,-4 5-2 16,-6 6 1-16,0 4 0 16,-1 5 1-16,1 5 2 0,2 3 12 15,1 3 10-15,3 2-7 16,4 0-10-16,0 11-8 16,0 0 2-16,6 5-2 15,3 1 1-15,7 0 1 0,-1 1-1 16,3 1 0-16,0-5-1 15,0 3 0-15,0-3 0 16,0-3-1-16,-2-5-28 16,-3-3-60-16,-2-3-83 15</inkml:trace>
  <inkml:trace contextRef="#ctx0" brushRef="#br0" timeOffset="-160583.47">3971 10667 224 0,'0'0'68'0,"0"0"-4"0,0 0-19 0,0 0-16 16,-37-7-6-16,29 7 0 15,4 4-7-15,1 5-5 16,1-1-4-16,2 2-3 16,0-1-1-16,0 1-1 15,5-3 1-15,4 0-2 16,0-3 1-16,0 1-1 0,4-3-1 16,-2-2 0-16,2 0 0 15,-1-1 0-15,-1-8 2 16,1-2-1-16,-4-2-1 15,-1-1 0-15,-3 1-8 0,-2 0-2 16,-2 2 2-16,0 2 3 16,0 1 3-16,-6 1 1 15,-3 3 1-15,-5 0 0 16,3 1 0-16,-1 1-3 16,0 2 1-16,-1 0-10 0,1 0-2 15,1 5-56-15,2 1 36 16,2-1 0-16,3-2-58 15,2-3-127-15</inkml:trace>
  <inkml:trace contextRef="#ctx0" brushRef="#br0" timeOffset="-160149.65">4201 10435 217 0,'0'0'9'0,"0"0"7"0,0 0 0 15,-38 53 41-15,27-33-7 16,3 1-3-16,2-1-7 16,4-1-22-16,2-4-13 0,4-1-3 15,8-3-1-15,1-2-1 16,6-3 3-16,-2-5-4 15,5-1 2-15,-3 0 0 16,-2-12-1-16,1-3 0 16,-7-3 0-16,-1 1-1 0,-4 1 1 15,-4-1 1-15,-2 7 1 16,0 3 0-16,0 2 5 16,0 3 26-16,-2 2-12 15,0 0-14-15,0 0-5 16,2 0-2-16,0 8-1 0,0 0 1 15,4 0 0-15,5 1 0 16,0-1 0-16,2-2-1 16,0-3 0-16,2 0-9 15,-3-3-42-15,-3 0-63 16,-3-9-62-16</inkml:trace>
  <inkml:trace contextRef="#ctx0" brushRef="#br0" timeOffset="-159942.77">4209 10367 363 0,'0'0'1'0,"0"0"3"0,0 0-4 16,0 0-1-16,0 0 0 0,0 0 0 15,0 0-13-15,0 0-55 16,0 0-24-16</inkml:trace>
  <inkml:trace contextRef="#ctx0" brushRef="#br0" timeOffset="-159696.91">4305 10201 384 0,'0'0'19'0,"0"0"-1"16,0 0-7-16,0 0-7 15,10 49 24-15,1-30 4 16,3 4-14-16,3 0-11 16,-1 1-4-16,3 0-2 0,-2 2-1 15,-1-2 0-15,-3 0-2 16,-6-5-82-16,-3-7-115 15</inkml:trace>
  <inkml:trace contextRef="#ctx0" brushRef="#br0" timeOffset="-159126.04">4371 10468 85 0,'0'0'186'0,"0"0"-167"15,0 0 7-15,0 0-4 0,0 0 14 16,29-38 2-16,-18 29-16 16,5 0-11-16,-3 1-7 15,1 1-2-15,1 3-1 16,-4 1 0-16,1 2 0 16,-1 1 0-16,-3 0 0 0,2 0-1 15,-1 0 0-15,-1 0 0 16,2 0 0-16,-3 0 1 15,1 0-1-15,-1 0 0 16,-2-3 0-16,1-3 1 0,-3 0 1 16,1-2 0-16,-2-1-1 15,0-2 0-15,0 1 2 16,-2 3 4-16,0 1 17 16,0 2 4-16,0 3-12 15,0-1-6-15,0 2-6 16,5 0-2-16,2 7-5 0,2 9 2 15,4 5 2-15,5 6 5 16,3 7-5-16,0 5 5 16,2 2 2-16,-2 0 1 15,0 2-2-15,-1-2-3 16,-7-4-1-16,-3-3-2 16,-5-5-1-16,-5-4 2 0,0-7 1 15,-7-2 0-15,-7-9 1 16,-1-3 0-16,-4-4 3 15,2-11 12-15,1-16-6 16,3-10-11-16,6-10-1 0,5-10-2 16,2-6-5-16,13-3-35 15,3 2-38-15,2 0-63 16</inkml:trace>
  <inkml:trace contextRef="#ctx0" brushRef="#br0" timeOffset="-119030.61">5363 9575 157 0,'5'0'39'0,"-3"4"-37"0,3 3-5 0,2 3 4 16,1 5 1-16,1 2-1 16,1 4 27-16,0 4-7 15,3 5-13-15,2 0 7 16,2 1-5-16,1-2-5 16,0-4-2-16,0-4-1 15,4-5-1-15,-5-5 1 0,4-6 7 16,0-3-3-16,1-2-4 15,-4 0 0-15,2-7 1 16,-5-4-1-16,-1 0-3 16,-5-2-47-16,-5-4-43 15</inkml:trace>
  <inkml:trace contextRef="#ctx0" brushRef="#br0" timeOffset="-118627.43">5397 9795 223 0,'0'0'3'0,"0"0"20"16,0 0-8-16,0 0-3 15,0 0 10-15,0 0 2 16,49-30 0-16,-28 19-5 16,1-3-6-16,4 2-6 15,1-3-3-15,-2 5-3 0,-3 0 0 16,-2 3 1-16,-3 4-1 16,-4 3 2-16,0 0 2 15,-4 0 2-15,0 6 3 16,-1 5 6-16,2 0-2 15,-3 2-6-15,3 1-3 0,0 1-2 16,1-1-2-16,-3-3-1 16,4 0 0-16,-3-2 0 15,2-2 0-15,-5-2 0 16,2-3-2-16,-2 0-66 16,-6-2-21-16,0 0-12 0</inkml:trace>
  <inkml:trace contextRef="#ctx0" brushRef="#br0" timeOffset="-118441.66">5612 9528 190 0,'0'0'100'15,"0"0"-98"-15,0 0-2 16,0 0 0-16,0 0-1 15,0 0 0-15,0 0-1 0,0 0-11 16,40-3-167-16</inkml:trace>
  <inkml:trace contextRef="#ctx0" brushRef="#br0" timeOffset="-117787.31">5801 9585 356 0,'0'0'3'15,"0"0"-5"-15,0 0-3 16,0 0 5-16,0 0 1 16,14 51 1-16,-10-34-1 15,3 0 0-15,2 0-1 0,-2 0 0 16,0-2 0-16,-1-3 2 15,-1-1-2-15,-1-3 1 16,-2-3-1-16,1-3 0 16,-3-1 0-16,0-1 3 15,0 0 5-15,0-7 63 0,-7-4-68 16,2-3-1-16,-1-2-2 16,4-4 0-16,0 2 1 15,2 2-1-15,0 2 1 16,4 1 1-16,5 3 1 15,4 6-1-15,0 0-1 16,4 4-1-16,0 0 0 0,1 0 0 16,-1 1 1-16,-1 5-2 15,-2-2 2-15,-2 3-1 16,-2-3 0-16,-1 0 0 16,-5 1 0-16,1-2 0 15,-2-1 0-15,-1 1 0 0,-2-1 0 16,0-1 2-16,0-1 0 15,-7 0-1-15,-2 0 1 16,0-6-1-16,1-1 2 16,5-4-1-16,-4 1 1 15,7 1 4-15,0 0-1 0,0 2 0 16,2 2-3-16,6 4-2 16,4-1 0-16,2 2-2 15,-1 0 2-15,2 0-2 16,-1 6 1-16,0-2 0 15,-1 3 0-15,0 0 0 0,-1-1 0 16,-3 0-1-16,-1 4-19 16,-1-3-32-16,-2 1-54 15,-3-1-13-15</inkml:trace>
  <inkml:trace contextRef="#ctx0" brushRef="#br0" timeOffset="-117317.77">6278 9611 227 0,'0'0'8'0,"0"0"2"0,0 0-4 16,0 0-3-16,0 0 18 0,0 0 7 15,0 0 5-15,0 0 5 16,0 0-11-16,37-23-10 16,-25 16-4-16,1-2-5 15,0-1 0-15,1-1-4 16,-3 0 1-16,-2 2 1 0,-2-1-3 16,0 1 3-16,-5 2 0 15,-2 2 4-15,0-1 2 16,0 2-2-16,-9 2-5 15,-3 2-2-15,-3 0-1 16,-3 0-2-16,3 4 1 16,-1 5 0-16,1 4 1 0,5 2-1 15,6 4 1-15,4 1 1 16,0 1-2-16,8 2 0 16,8-2 1-16,3-1-2 15,5-6 2-15,5-2-1 16,4-8 1-16,4-4-1 0,-2-1 0 15,3-12-4-15,-9-6-105 16,-4-9-285-16</inkml:trace>
  <inkml:trace contextRef="#ctx0" brushRef="#br0" timeOffset="-114070.24">3698 11261 152 0,'0'0'43'0,"0"0"-4"0,0 0-9 16,0 0-14-16,0 0-12 15,0 0 0-15,0 0-1 16,0 0 3-16,3-10 5 16,1 6 19-16,3-1 4 15,-2-2-20-15,1 0-4 0,3 1-5 16,0 2 0-16,4 1-1 15,-2 3-3-15,5 0 0 16,-1 7 0-16,2 6 0 16,0 3-1-16,1 2 1 15,-3 2-1-15,-1 1 1 0,-3-3-2 16,-1-3 2-16,-4-1-1 16,-4-4 1-16,1-4-1 15,-3-3 2-15,0 1 3 16,0-4 7-16,-7 0 24 15,-3 0-25-15,2 0-5 0,-3-7-3 16,2-4 0-16,2-4-1 16,1-3-1-16,1 1 0 15,3-2 1-15,0 2 0 16,2 2 1-16,0 2-1 16,0 4 0-16,2 1 0 0,5 2-2 15,3 4 1-15,2 1-2 16,3 1 1-16,-1 0 0 15,1 0 1-15,1 3-2 16,-2 3 0-16,1 2 1 16,-6 0 0-16,2 0 0 0,-4-1 0 15,-2 2 0 1,-3-4 0-16,-2 0-1 0,0 0 1 16,0-3 0-16,-7-1 1 15,-2-1 0-15,-2 0 0 16,-3-10 0-16,3-4 0 15,0-1 0-15,4-4-1 0,3 2 0 16,4-1 0-16,0 3 1 16,4 2-1-16,10 5 0 15,1 2-1-15,3 6 0 16,5 0 0-16,-1 4 0 16,0 7 1-16,1 3 0 0,-3 1 0 15,-2 1-1-15,-2-2 0 16,-3 0-4-16,-5-2-27 15,0-2-83-15,-8-3-5 16,0-6-119-16</inkml:trace>
  <inkml:trace contextRef="#ctx0" brushRef="#br0" timeOffset="-113821.43">4219 10870 367 0,'0'0'9'0,"0"0"1"0,0 0-14 16,4 53 14-16,1-19 87 15,-1 7-75-15,4 4 0 16,-2 2-14-16,1 0-4 0,3 3-3 16,0 2 0-16,1-2-1 15,0 1-1-15,-2-4 1 16,2-6 0-16,-2-8-2 15,-2-7-61-15,-5-14-101 16,-2-10-101-16</inkml:trace>
  <inkml:trace contextRef="#ctx0" brushRef="#br0" timeOffset="-113365.33">4443 11393 319 0,'0'0'12'16,"0"0"-11"-16,0 0 1 15,0 0-1-15,0 0 5 16,13-40 51-16,-10 15-35 0,-1-5 7 16,0-7-5-16,-2-2-20 15,0-2-1-15,0 4-3 16,0 7 1-16,-6 5-1 15,1 9 1-15,-2 5-1 16,0 7 0-16,1 2 0 0,1 2-1 16,3 0 0-16,2 4-2 15,0 5 1-15,2 1 1 16,7 4 1-16,4 0-1 16,5-1 1-16,3 0 0 15,-2 0 0-15,4-2 0 0,0 0 0 16,-1 0 0-16,-3 0 0 15,0-1 1-15,-6 0-1 16,-1 1 0-16,-4-1 0 16,-6 1 0-16,-2 2 1 15,0 1 0-15,-14 3-1 0,-1 1 1 16,-10 0-1-16,1 0 0 16,-5-4-30-16,-1-4-90 15,2-7-112-15</inkml:trace>
  <inkml:trace contextRef="#ctx0" brushRef="#br0" timeOffset="-108820.16">5815 9978 225 0,'0'0'20'0,"0"0"9"0,0 3-28 0,0 8-1 16,3 4-1-16,3 6 2 15,0 3-1-15,6 6 2 16,-1 3 5-16,2 5 4 16,1-2-2-16,1 0-2 0,3-3-2 15,-2-2-2-15,-3-5-2 16,0-5 0-16,-3-2 0 15,-3-4 1-15,-1-5 0 16,-2-3-1-16,-4-2 2 16,0-3-1-16,0-2 8 0,-4 0 44 15,-5 0-46-15,1-5-4 16,-2-6-2-16,1-2-2 16,3-3 1-16,4-2-1 15,0-1 1-15,2 1-1 16,0 2 1-16,2-1-1 15,2 3 1-15,3 2 0 0,-1 2 0 16,4 0-1-16,-1 5 0 16,3 2 0-16,2 3 0 15,-3 0 0-15,0 0 0 16,1 8 0-16,1 2 0 16,-3 2-1-16,2 2 1 0,-3 0 0 15,1 0 0-15,-2 1-1 16,1-1-1-16,-3 1-16 15,-3-2-43-15,2 0 5 16,-5-4-35-16</inkml:trace>
  <inkml:trace contextRef="#ctx0" brushRef="#br0" timeOffset="-108442.72">6143 10265 282 0,'0'0'0'0,"0"0"7"0,0 0 15 0,0 0 21 15,0 0-15-15,0 0 1 16,0 0-14-16,0 0-12 0,0 0-2 16,0 0-1-16,29-21 1 15,-15 31-1-15,1 1 1 16,1 2-2-16,-2 1 2 15,-1-1 0-15,-2-2-1 16,-4-1-1-16,0-3 2 0,-7-2-2 16,0-4 1-16,0-1 2 15,-5 0 1-15,-6-10-2 16,0-3 0-16,-1-5-1 16,0-5 2-16,7-4-2 15,1-3 1-15,4-1-2 0,4 1 1 16,9 2 0-16,5 5-5 15,0 6-47-15,2 4-50 16,-5 6-26-16</inkml:trace>
  <inkml:trace contextRef="#ctx0" brushRef="#br0" timeOffset="-108051.15">6407 10235 210 0,'0'0'49'0,"0"0"-10"16,0 0 5-16,0 0-4 0,0 0-10 16,0 0-9-16,0-38-7 15,0 24-6-15,0-2-1 16,0 1-6-16,-2-1 0 16,-2 3 1-16,-1 2-1 0,1 2-1 15,-3 2 0-15,4 3 0 16,1 1 1-16,0 2-1 15,2 1 0-15,0 0-3 16,4 0 1-16,8 5 2 16,1 4 0-16,3 1-1 15,2 4 1-15,0 0 0 0,-1 3 1 16,-1 0-1-16,-3-1-1 16,-3-1 2-16,-5-2-1 15,-1 0 0-15,-4-4 0 16,0 0 0-16,-7-1 1 15,-5-3-1-15,-1 0-2 0,-1-1-11 16,1-3-42-16,-1-1-48 16,2 0-87-16</inkml:trace>
  <inkml:trace contextRef="#ctx0" brushRef="#br0" timeOffset="-107400.43">6405 9806 270 0,'0'0'4'0,"0"0"17"0,0 0 17 0,0 0-14 16,0 0-17-16,0 0-8 15,0 0 3-15,42 26 2 16,-13-2-1-16,5 6 2 15,-1 8-3-15,-2 5 0 16,-6 5-1-16,-6 6 1 0,-9 3-2 16,-10-5-47-16,-2-2-106 15</inkml:trace>
  <inkml:trace contextRef="#ctx0" brushRef="#br0" timeOffset="-106941.66">5690 10062 231 0,'0'0'19'0,"-20"63"-16"0,13-19 8 0,5 8 5 16,2 6-1-16,4 2-6 15,15 1 0-15,5-4 1 16,9-7-3-16,8-9-5 15,3-13-2-15,8-14 3 0,0-14-48 16,0-21-67-16</inkml:trace>
  <inkml:trace contextRef="#ctx0" brushRef="#br0" timeOffset="-99286.5">1758 13318 171 0,'0'-3'14'0,"0"0"-3"0,-2 1 8 15,0 2-7-15,0 0-5 16,2 0 1-16,-2 0 0 0,2 0-3 15,0 0-2-15,0 6 3 16,0 1-4-16,2 4 4 16,7 2 4-16,4 4 0 15,0-1-4-15,4 2 3 0,0 2-6 16,3-1-1-16,-2-2 1 16,2-2-2-16,-4-2-1 15,-1-4 1-15,-2-4-1 16,-1-1 1-16,-3-4 0 15,-1 0 0-15,0-8 1 0,-4-6 0 16,-2-5 0-16,-2-3 2 16,0-4-2-16,0-2-1 15,-6 1 0-15,-2 3-1 16,0 4 0-16,1 6 1 16,1 5 0-16,1 3 8 15,0 5 42-15,3 1-35 0,2 0-10 16,2 8-7-16,0 5 1 15,10 5 2-15,1 4-1 16,5 3 2-16,7 4-1 16,2 3 0-16,4 3 1 15,1 2 1-15,-1 1-1 0,0-1 1 16,-9-4-2-16,-2-2 0 16,-7-6 0-16,-7-3 0 15,-6-1 1-15,0-2 3 16,-12 0 4-16,-5 1-5 15,-6 1-3-15,-6-1-2 0,-5 0-1 16,1 0-3-16,-5-4-29 16,2-8-62-16,-2-6 14 15,0-4-39-15</inkml:trace>
  <inkml:trace contextRef="#ctx0" brushRef="#br0" timeOffset="-98867.67">1615 13069 240 0,'0'0'43'0,"0"0"-36"0,0 0 39 16,0 0-19-16,0 0-27 0,0 0 0 15,-13 41 0-15,22-14 0 16,2 4 1-16,-2-2 0 16,2-4-1-16,-4-2 0 15,-2-9 1-15,-3-4-1 16,0-6 0-16,-2-4 2 0,0-4 6 16,-4-10-6-16,-4-6-1 15,0-6 0-15,-1-1-1 16,2 0 0-16,0 2 0 15,3 7 1-15,1 6 0 16,3 2 0-16,0 5 0 16,5 5-2-16,9 1-1 0,1-1 1 15,7 8 1-15,3 2 0 16,4 4 0-16,1-3 0 16,1 1-3-16,-2-5-71 15,-7-1-61-15</inkml:trace>
  <inkml:trace contextRef="#ctx0" brushRef="#br0" timeOffset="-98618.37">2201 13239 375 0,'0'0'-1'0,"0"0"7"0,0 0-5 0,0 0-3 16,0 0 2-16,40-6-1 15,-27 6 2-15,1 1-1 16,-1-1 0-16,1 0-2 16,-1 0-7-16,-6 0-125 15,-1 0-9-15</inkml:trace>
  <inkml:trace contextRef="#ctx0" brushRef="#br0" timeOffset="-98443.71">2292 13388 208 0,'0'0'23'0,"0"0"0"0,0 0-13 16,0 0-9-16,0 0-1 16,0 0 9-16,0 0-3 15,41-14-1-15,-23-10-2 16,0-8-3-16,-3-7-118 15</inkml:trace>
  <inkml:trace contextRef="#ctx0" brushRef="#br0" timeOffset="-97991.42">2777 12485 380 0,'0'0'2'0,"0"0"-15"0,0 0 9 15,61 65 5-15,-25-23 3 16,6 10 6-16,3 8 4 15,2 5 0-15,0 5-3 16,-2-5 2-16,-3-2-9 16,-7-7-3-16,-5-9 0 0,-6-10 0 15,-5-10 1-15,-9-7-1 16,-5-9 0-16,-3-6 0 16,-2-5-6-16,-7-9-83 15,-11-15-138-15</inkml:trace>
  <inkml:trace contextRef="#ctx0" brushRef="#br0" timeOffset="-97487.2">2846 12553 339 0,'0'0'2'15,"0"0"8"-15,-42-51 2 16,36 34 24-16,4 4-16 0,2-1-13 16,2-1 1-16,9 2-5 15,7 0-3-15,1 4 0 16,2 2 0-16,0 6 0 16,0 1-1-16,-1 1 0 15,-3 9-1-15,-4 3 0 0,-3 4 0 16,-4 0-4-16,-4 1 1 15,-2 2-4-15,0-4-21 16,-7 1-1-16,2-4 7 16,-1-3 8-16,1-3 12 15,3-4 4-15,2-3 0 16,0 0 3-16,7 0-2 0,3-7 0 16,7 0 1-16,1-1-1 15,1 3 0-15,-3 2-1 16,0 3 0-16,-3 0 2 15,-4 0-2-15,-2 3 0 0,-3 5 0 16,-4 2 1-16,0 2 1 16,-2 2 2-16,-7 3 0 15,-5 3 0-15,-3 1-10 16,-1 1-3-16,-4-3-87 16</inkml:trace>
  <inkml:trace contextRef="#ctx0" brushRef="#br0" timeOffset="-96992.5">2563 12137 341 0,'0'0'1'0,"0"0"4"16,0 0 24-16,0 0-19 0,0 0-10 15,0 0-1-15,0 0 2 16,-29 50-1-16,35-27 0 15,4 2 0-15,-2-1 0 16,-1-4 0-16,-1-6 1 16,-2-1-1-16,0-7 0 0,-4-4 0 15,0-2 3-15,0-2 1 16,-4-8-2-16,-4-7-2 16,-1-4 0-16,1-2 0 15,-2 0 0-15,4 3 1 16,1 2-1-16,3 5 0 0,2 6 1 15,2 1-1-15,12 5-1 16,4-1 0-16,9 2 1 16,2 0 0-16,4 0 0 15,3 3 0-15,1 3-2 16,0-2-12-16,-3-1-112 0</inkml:trace>
  <inkml:trace contextRef="#ctx0" brushRef="#br0" timeOffset="-96604.65">3254 12435 339 0,'0'0'5'0,"0"0"64"0,-29 40-53 16,21-18-2-16,4 2-4 15,2-1 0-15,2 2-5 16,0-5-3-16,10-5 0 0,0-2-1 16,5-6-1-16,2-3 3 15,1-4-2-15,-1 0 2 16,-1-11-1-16,-3-2-1 15,-4-2 2-15,-5-2-2 16,-4 2 0-16,0 1 0 0,-8 4 0 16,-5 2-2-16,-3 2 0 15,-2 3-1-15,0 3-1 16,1 0-24-16,1 0-50 16,-1 3-23-16,4-3-84 0</inkml:trace>
  <inkml:trace contextRef="#ctx0" brushRef="#br0" timeOffset="-96398.35">3469 12322 254 0,'0'0'110'0,"0"0"-107"15,37-26 0-15,-21 18-1 0,2-1 1 16,0 1-3-16,-1 1 1 16,-1-1-1-16,-2 1 0 15,-4-1-2-15,-2-3-90 16,-8-2-152-16</inkml:trace>
  <inkml:trace contextRef="#ctx0" brushRef="#br0" timeOffset="-96226.68">3480 12185 396 0,'0'0'16'0,"0"0"1"15,0 0-16-15,0 0 2 16,16 47 1-16,1-32-3 16,3 3 0-16,2 2 2 15,3 2-2-15,-5 0-2 16,-5-1-105-16</inkml:trace>
  <inkml:trace contextRef="#ctx0" brushRef="#br0" timeOffset="-95406.09">3810 11807 280 0,'0'0'4'0,"0"0"3"0,0 0-7 0,25 57 7 16,-5-20 11-16,7 6 3 0,0 7 8 15,4 0-12-15,2 2-9 16,-1-2-3-16,1-5-5 15,-4-4 2-15,-4-4-1 16,-4-5 1-16,-4-7-2 16,-7-7-4-16,-6-6-59 0,-4-9-71 15</inkml:trace>
  <inkml:trace contextRef="#ctx0" brushRef="#br0" timeOffset="-94873.04">3757 11833 327 0,'0'0'5'15,"-25"-39"4"-15,20 24 10 16,5 1-2-16,0 0-12 15,9 2-4-15,7 1 1 16,0 4-1-16,4 3-1 16,2 4 1-16,-4 0-3 0,0 8 3 15,-3 9-2-15,-1 0 1 16,-5 2 0-16,-3-1-1 16,-4 2 1-16,-2-1-1 15,0-4-2-15,0 0 3 0,-2-4-2 16,-2-3-4-16,2-2-3 15,2-5 6-15,0-1 4 16,0 0 1-16,9-7-2 16,7-3 0-16,1 2 0 15,3 1 0-15,3 1 0 0,-3 3 1 16,0 3-2-16,-4 0 1 16,-1 7 0-16,-6 1 0 15,-2 3 0-15,-7 3 0 16,0 0 2-16,0 2 2 15,-12 2 2-15,-2 2-1 16,-1 0-3-16,-2 0-4 0,-1 0 4 16,3-2 1-16,1-1-4 15,5-4-27-15,5-2-31 16,2-8-33-16,2-1-100 16</inkml:trace>
  <inkml:trace contextRef="#ctx0" brushRef="#br0" timeOffset="-94661.75">4190 11903 218 0,'0'0'115'0,"0"0"-96"15,0 0-5-15,0 0-14 16,0 0 8-16,13 38 31 15,-6-15-17-15,4 2-16 0,0 4-4 16,3-1-1-16,1 2 0 16,-3-7-2-16,1-6-59 15,-8-9-153-15</inkml:trace>
  <inkml:trace contextRef="#ctx0" brushRef="#br0" timeOffset="-93899.78">3381 11481 253 0,'0'0'11'0,"0"0"30"15,0 0-5-15,0 0-32 16,0 0-3-16,0 0 3 0,-2 44 6 16,2-20 0-16,0 5-3 15,0-1-3-15,2-1-3 16,-2-2 1-16,2-5-1 15,-2-5 0-15,0-4 0 16,0-6 1-16,1-3-1 16,1-2 0-16,-2-1 1 0,2-15 1 15,2-2-3-15,-2-7 0 16,0-3 0-16,1 1 0 16,-1 0 0-16,1 7 0 15,-3 7 0-15,0 3 0 0,2 6 0 16,0 3 0-16,3 1 0 15,3 0-2-15,6 0 1 16,3 0 1-16,6 3 0 16,4 1 0-16,6 0 0 15,1-1 0-15,1-3-3 0,-5 0-173 16</inkml:trace>
  <inkml:trace contextRef="#ctx0" brushRef="#br0" timeOffset="-92305.42">4292 11518 119 0,'-1'-6'33'0,"-2"-1"8"0,-1 3-6 0,0-1 4 16,2 3-5-16,1 0 10 15,1 2-15-15,0 0-17 16,0 0-9-16,0 2-2 15,9 9 1-15,5 2 2 0,3 5 2 16,6 5 6-16,4 3 18 16,2 3-12-16,2 3-6 15,-2 0-1-15,-2-5-8 16,-5-4-1-16,-2-7 0 16,-9-5-1-16,-1-4-1 0,-6-5 2 15,-2-2-2-15,-2-2 3 16,0-12 0-16,0-5 0 15,-4-6-1-15,0-4-1 16,-2-3-1-16,4 1 0 16,2 5 0-16,0 7 1 15,0 5-2-15,8 7 1 0,1 5 0 16,4 2-1-16,2 2 1 16,1 7 2-16,4 3-2 15,-1 0 1-15,-2 0 0 16,3 0 0-16,-5-1 0 15,-1-4-1-15,-1-2 0 0,-4 1 0 16,-1-2 1-16,-4-4-1 16,0 0 0-16,-4 0 2 15,0 0 1-15,0-10 4 16,-9-4 13-16,-2-5 8 16,-2-5-18-16,-3-3-2 0,2-3-1 15,-1-2-5-15,4 0-2 16,4 4 1-16,3 1-2 15,4 5-1-15,0 5-2 16,2 5-47-16,5 3-39 16,1 2-89-16</inkml:trace>
  <inkml:trace contextRef="#ctx0" brushRef="#br0" timeOffset="-91955.55">5017 11389 327 0,'0'0'4'0,"0"0"39"0,0 0-7 0,0 0-21 16,0 0-13-16,0 0-2 0,0 0 4 15,0 0 1-15,50-24 2 16,-24 8 0-16,1 0-1 16,-2 2-2-16,-1 0-2 15,-3 2-2-15,-4 4 0 0,-3 1 1 16,-3 1-2-16,-5 0-79 15,-6 1-50-15</inkml:trace>
  <inkml:trace contextRef="#ctx0" brushRef="#br0" timeOffset="-91742.78">5069 11184 266 0,'0'0'17'0,"0"0"23"15,0 0 22-15,0 0-16 16,0 0-27-16,0 0-14 0,0 0-3 16,0 0 4-16,9 47 1 15,13-17 1-15,0 2-2 16,3 4-4-16,1 0-1 16,-3-2 0-16,-6-3-22 15,-3-11-138-15</inkml:trace>
  <inkml:trace contextRef="#ctx0" brushRef="#br0" timeOffset="-90945.39">5505 10974 238 0,'0'0'5'0,"0"0"28"0,0 0-25 0,0 0-8 16,0 0 4-16,29 63 11 16,-8-28 32-16,6 7-11 15,2 8-12-15,-1 3-8 16,3 2-9-16,-2 2-3 16,0-3 0-16,-2-2-3 0,-2-3 0 15,-2-4 0-15,-2-4-1 16,-3-1 1-16,-5-7-1 15,-6-6-8-15,-5-9-72 16,-2-12-84-16</inkml:trace>
  <inkml:trace contextRef="#ctx0" brushRef="#br0" timeOffset="-90397.62">5518 11058 283 0,'0'0'3'16,"0"0"0"-16,-20-50 5 15,17 34 7-15,3 0-6 16,0 1-3-16,7-2 1 0,2 6-3 16,4-1-2-16,3 5-1 15,1 1 0-15,4 5-2 16,-1 1 2-16,-4 3-2 16,0 8 0-16,-3 2 1 15,-4 4-1-15,-4 0 0 0,-5 2 1 16,0-2 0-16,0-2-1 15,-3 1-6-15,-4-3 11 16,3-5-1-16,0 1-5 16,3-5 1-16,1 0 3 15,5-4-3-15,9 0 2 0,1 0 1 16,5-6-2-16,-2 1 1 16,2 3-1-16,-2 0 1 15,-5 2-2-15,-4 0 1 16,-2 3 1-16,-4 5-1 15,-3-1 0-15,0 3 1 0,-2 1 2 16,-8 2-1-16,1 0-1 16,-4 1-2-16,-1 3 3 15,3 0-4-15,-3-3-61 16,2-3-41-16</inkml:trace>
  <inkml:trace contextRef="#ctx0" brushRef="#br0" timeOffset="-90034.33">5864 11137 292 0,'0'0'12'0,"0"0"-10"0,0 0 4 0,0 0 12 15,14-38 4-15,-6 32 23 16,1-1-15-16,3 3-22 15,3 3-6-15,-1 1-2 0,1 0 0 16,1 11 0-16,-5 0-1 16,-2 6-1-16,-2 0 2 15,-3 3 0-15,-1 1 1 16,-3-1-2-16,0 0 1 16,0-5 0-16,0-2-1 0,0-4 1 15,0-2 0-15,0-4-1 16,2-3 0-16,6 0 1 15,4-3 1-15,1-8-1 16,4-5 0-16,2-1 0 16,1-4-6-16,-2 0-52 0,-2 2-20 15,-3 2-60-15</inkml:trace>
  <inkml:trace contextRef="#ctx0" brushRef="#br0" timeOffset="-89550.73">5207 10653 366 0,'0'0'2'0,"0"0"0"0,0 0-2 16,0 0 0-16,-13 44 1 15,13-24 2-15,0 0-3 16,0-2 1-16,0-2 0 0,0-2 0 15,2-3 0-15,-2-5-1 16,0-3 1-16,0-3 1 16,0 0 2-16,0-2 0 15,-4-9-3-15,-3-6 0 16,4 0-1-16,-1-3 0 0,2 3 1 16,-2 1-1-16,4 7 0 15,0 4 2-15,2 2 4 16,9 3-6-16,7 0 1 15,7 5 0-15,3 0 0 0,6-2-1 16,4-3 1-16,-3-3-1 16,-6-17-33-16</inkml:trace>
  <inkml:trace contextRef="#ctx0" brushRef="#br0" timeOffset="-88453.78">6197 10629 178 0,'-4'-6'147'0,"-1"-1"-95"16,1 1-8-16,2 4-17 15,2 2-21-15,0 0-7 0,0 0 0 16,2 9 0-16,7 6 3 15,5 7 0-15,3 5 3 16,3 5 1-16,0 4 2 16,3 1-5-16,1 0 1 15,1-5-3-15,-3-4 1 0,0-4-2 16,-5-5 1-16,0-8 0 16,-3-4-1-16,-6-7 1 15,1 0-5-15,-5-3-31 16,0-12-42-16,-2-4-84 15</inkml:trace>
  <inkml:trace contextRef="#ctx0" brushRef="#br0" timeOffset="-88080.13">6209 10897 269 0,'0'0'13'0,"0"0"45"15,0 0-20-15,0 0-13 0,0 0-16 16,0 0-5-16,17-51 0 16,6 21 0-16,6-1-1 15,0 1 0-15,0 3 0 16,-2 7 0-16,-5 5-1 15,-2 6 1-15,-5 4 0 0,-3 4-1 16,-3 1 2-16,-1 0 1 16,0 7 9-16,0 2 7 15,-1 1-3-15,-1 4-9 16,2-2-4-16,-1 0-3 16,1-2-1-16,1 2-1 0,0-3 0 15,-2-1-1-15,-1-1-17 16,-4-3-69-16,-2-4-109 15</inkml:trace>
  <inkml:trace contextRef="#ctx0" brushRef="#br0" timeOffset="-87928.54">6342 10513 352 0,'0'0'0'0,"0"0"1"15,0 0-5-15,0 0-19 16,0 0-47-16,0 0 7 16,38-20-105-16</inkml:trace>
  <inkml:trace contextRef="#ctx0" brushRef="#br0" timeOffset="-87320.46">6568 10641 317 0,'0'0'15'16,"0"0"-10"-16,0 0-5 15,0 0 3-15,0 0 1 16,0 0-1-16,45 29-1 16,-36-23 0-16,-1 2-1 15,-3-1 0-15,2-4-1 0,-5 4 1 16,1-4 0-16,-3 1 1 15,0-1 1-15,-2-1 0 16,-5-1 0-16,-1-1 0 16,-2 0-1-16,-1 0 3 15,1-4-4-15,4-5 0 0,-1-1 3 16,5-1 3-16,2-1 3 16,0 1-2-16,2 1-4 15,5 2-1-15,7 2 0 16,-3 1-1-16,2 0 0 15,3 2 0-15,-1 2-1 0,-1 1 0 16,-3 0-1-16,1 0 1 16,-2 0-1-16,1 0 0 15,-5 4 0-15,0-3 0 16,-2-1 0-16,-2 0 0 16,-2 0 1-16,0 0 3 0,-4-4-1 15,-4-6-1-15,-2-3 1 16,-1-4 1-16,3-1-2 15,2-1-2-15,2 2 4 16,4 3 14-16,0 3 0 16,6 7-15-16,6 3-3 0,3 1 0 15,3 0-1-15,2 6 1 16,2 5 0-16,-1 1-1 16,-4 0 1-16,1 0 0 15,-5-3-6-15,-1 1-60 16,-7-3-79-16,-1-3-117 15</inkml:trace>
  <inkml:trace contextRef="#ctx0" brushRef="#br0" timeOffset="-86960.6">6920 10528 190 0,'0'0'28'0,"0"0"-3"0,19-45 11 16,-11 30 4-16,2 3-7 15,-1 0 11-15,0 1-15 16,2 1-13-16,-2 0-8 16,-3 1-5-16,0 2-1 0,-2-3 1 15,-4 2 3-15,0-1 7 16,0-1 3-16,0 3-8 16,-2 0 1-16,-6 1-4 15,0 2 0-15,-1 3 1 16,-3 1 0-16,0 0-3 0,1 0 1 15,1 4 1-15,3 6 0 16,1 3 0-16,6 4-2 16,0 1 0-16,0 4 0 15,7-1-2-15,7 0 1 16,3-4-1-16,3-3 0 0,5-7 0 16,1-6 0-16,5-1 0 15,0-13 0-15,4-10-1 16,-2-7-13-16,-2-8-91 15,1-12-138-15</inkml:trace>
  <inkml:trace contextRef="#ctx0" brushRef="#br0" timeOffset="-85542.45">1993 14563 218 0,'0'0'35'0,"0"0"24"0,0 0-3 16,0 0-39-16,0 0-9 0,-38 41 2 15,35-29 1-15,3 4-4 16,0-1-2-16,0-3-4 16,8-1 1-16,3-2-2 15,0-4 0-15,5-5 0 16,1 0 2-16,1-8-1 0,1-7 1 15,-2-2-1-15,-3-2 1 16,-3-1 0-16,-7 3 0 16,-4 2 0-16,0 3 0 15,-2-1 1-15,-9 4-2 16,-3 1-1-16,-3 0 0 0,-2 3-3 16,-1 3 3-16,3 1-1 15,-2 1-2-15,6 0-1 16,2 3 1-16,4 4-7 15,7 1-71-15,0 1 17 16,0-3-10-16,7-1-57 0</inkml:trace>
  <inkml:trace contextRef="#ctx0" brushRef="#br0" timeOffset="-85230.21">2335 14358 182 0,'0'0'9'16,"0"0"9"-16,0 0-6 15,0 0 38-15,0 0 0 16,0 0 3-16,0 0-16 0,0 0 4 16,0 0-16-16,-49 50-7 15,34-24-5-15,3 3-4 16,7 3 0-16,5 0-2 15,0 2-4-15,12-4-3 16,6-5 1-16,6-2 0 0,3-8 1 16,2-10-1-16,0-5 0 15,3-4-1-15,1-12 1 16,-2-7 0-16,-1-2-24 16,-9-2-89-16,-5-3-94 15</inkml:trace>
  <inkml:trace contextRef="#ctx0" brushRef="#br0" timeOffset="-84382.2">3290 13287 172 0,'0'0'62'0,"0"0"-10"16,0 0 2-16,0 0-11 16,0 0-6-16,-36-2-28 15,24 13-4-15,4 1 7 16,1 1-3-16,1 0-2 0,2 0-3 15,2 1-2-15,2-2 0 16,0-5-1-16,2 3 0 16,8-5 0-16,-1-2 0 15,1-3 0-15,4 0 0 0,-1 0 0 16,1-5-1-16,-3-4 1 16,-2 2 1-16,1-2-1 15,-6 2-1-15,-2-3 2 16,-2 0 0-16,0 2 0 15,-6-3-1-15,-4 1 0 16,-1 1-2-16,0 3-2 0,-1 2 1 16,2 3 0-16,1 1-3 15,1 0-2-15,2 4-44 16,4 3-27-16,2-1-13 16,0-1-33-16</inkml:trace>
  <inkml:trace contextRef="#ctx0" brushRef="#br0" timeOffset="-83955.38">3536 13242 121 0,'0'0'26'0,"0"0"9"0,0 0-17 0,0 0 11 16,0 0 14-16,0 0-4 15,0 0 2-15,0 0-3 16,0 0-11-16,0 0-2 16,-3-27-4-16,-3 27 3 0,-2 3 0 15,-4 5-12-15,1 7 0 16,-1 2-5-16,3 4 1 15,0 2 3-15,2 1-1 16,5 1-4-16,2 1-2 16,0-2-2-16,12 0 0 0,1 1-1 15,7-4-2-15,2-4 2 16,2-5 0-16,4-6-1 16,0-6 0-16,-1-1 1 15,0-13 0-15,0-6-1 16,-5-3-3-16,-2-1-38 0,-6 0-46 15,-5-1-86-15</inkml:trace>
  <inkml:trace contextRef="#ctx0" brushRef="#br0" timeOffset="-81365.26">4186 12616 103 0,'-2'1'63'0,"-3"4"-8"15,-2-1-42-15,0-1 12 0,3 2 2 16,-3 1-4-16,3 0-2 16,-2-1-10-16,0 2 4 15,2 1 0-15,0 0-2 16,2 1-1-16,2-1-8 15,2 3 2-15,-2-2-1 16,4 2-2-16,3-4-4 0,6-1 0 16,-2 1 2-16,3-5-1 15,-1-2 2-15,1 0-1 16,-3 0 0-16,-2-5 0 16,2-5 1-16,-4 0 1 15,-3-1-1-15,-2 1-1 0,-2 0 0 16,0 0 1-16,0 3-2 15,-8-3 1-15,-2 3-1 16,-1 0 0-16,-1 1 0 16,0 2 0-16,1 1-1 15,2 3 1-15,-1 0-4 0,4-1 0 16,2 1-7-16,2 4-30 16,2 2-23-16,0-2-25 15,0-3-63-15</inkml:trace>
  <inkml:trace contextRef="#ctx0" brushRef="#br0" timeOffset="-80958.84">4434 12521 137 0,'0'0'9'0,"0"0"27"0,0 0-3 16,0 0 0-16,0 0 12 0,4-39-1 15,-4 37-5-15,-4 1-7 16,-3 1-4-16,1 0-7 16,-6 5 4-16,1 7-4 15,-1 4-7-15,-1 5-3 16,3 3 3-16,0 5-4 15,6 2-1-15,2 2-5 0,2 1 0 16,4-3-1-16,10 0-1 16,3-6-1-16,3-6-2 15,3-9 2-15,1-5-1 16,1-5 0-16,-1-8 1 0,1-7-1 16,-2-5-5-16,-6 4-38 15,-5-2-50-15,-3 4-90 16</inkml:trace>
  <inkml:trace contextRef="#ctx0" brushRef="#br0" timeOffset="-80633.07">4226 13286 282 0,'0'0'13'0,"0"0"11"0,0 0-13 0,0 0-5 0,0 0 0 15,0 0 11-15,62-65 20 16,-21 23 5-16,8-7-20 15,5-4-11-15,-1 1-6 16,0 5 0-16,-5 7-4 16,-8 9 1-16,-7 8-3 0,-6 8 2 15,-6 7-1-15,-8 6-2 16,-4 2-29-16,-9 3-90 16,0 12-38-16</inkml:trace>
  <inkml:trace contextRef="#ctx0" brushRef="#br0" timeOffset="-79942.12">4390 13422 322 0,'0'0'8'0,"0"0"-3"16,0 0-6-16,0 0 1 15,0 0 3-15,42 46 5 16,-29-31 6-16,3 0-6 16,-3-1-5-16,1 0-2 0,-4-3 2 15,-3-1-2-15,-1-4-1 16,-2 0 1-16,-4-3 2 15,0-1 2-15,-4-2 55 16,-2 0-28-16,-5 0-22 16,0 0-5-16,-2-7 14 0,4-4-7 15,2-2-10-15,0-1 0 16,5-3 2-16,2 0-4 16,0 3 1-16,4-2 0 15,6 2-1-15,0 1 0 16,1 3 0-16,1 0 0 15,-1 2 0-15,1 1 0 0,-2 1 0 16,-3 2 1-16,2-1-1 16,-2 4 0-16,-2-2 0 15,1 2 0-15,-4-1 0 16,0 2 0-16,0 0 0 16,-2 0-1-16,0 0 2 0,0 0-1 15,0 0 1-15,-4-2-1 16,-2-1 1-16,-1-4-1 15,0-2 1-15,2-4-1 16,1-1 1-16,2 0 0 16,0-2 1-16,2 2 0 15,0 1-1-15,6 2 0 0,1 4-1 16,4 1-1-16,2 3 1 16,1 3-1-16,1 0 0 15,0 0 2-15,0 4-2 16,-1 4 0-16,-2 0-7 0,0 3-34 15,-1-2-47-15,-6-2-22 16,-1 0-52-16</inkml:trace>
  <inkml:trace contextRef="#ctx0" brushRef="#br0" timeOffset="-79691.71">4653 13053 277 0,'0'0'8'0,"0"0"48"0,0 0-20 0,0 0-23 0,0 0-9 15,0 0 3-15,0 0 50 16,22 47-35-16,-11-18-10 16,1 7-4-16,1 1-2 15,0 4-4-15,-1-2-2 0,-1 0 0 16,2-1 1-16,-4-2-3 15,0-2-60-15,-5-4-65 16,-4-4-47-16</inkml:trace>
  <inkml:trace contextRef="#ctx0" brushRef="#br0" timeOffset="-79273.07">4852 13677 335 0,'0'0'2'0,"0"0"8"16,20-39 24-16,-12 22 6 15,4-3-14-15,-3-4-7 16,-1-1-5-16,0-4-7 16,-2 1-4-16,-4-2-2 15,-2 0 3-15,-1 5-4 0,1 2 1 16,0 5-1-16,-3 5 1 15,-3 4 0-15,0 3 0 16,4 4-1-16,0 0 1 16,0 2-1-16,2 0-1 15,0 0 1-15,10 7-1 0,1 2 1 16,6 0 0-16,-1 0 0 16,4 0 0-16,-4 2 1 15,2-1-2-15,-5 0 1 16,-3 0 1-16,-2 1-1 15,-6 2 0-15,0-1 0 0,-2 0-1 16,-2 2 1-16,-8-2-2 16,0-1-3-16,-3-2-40 15,1-2-21-15,-1-6-25 16,-3-1-46-16</inkml:trace>
  <inkml:trace contextRef="#ctx0" brushRef="#br0" timeOffset="-77770.79">4763 12272 177 0,'-8'-5'6'0,"0"-1"59"0,3 0-24 0,1 4 4 16,2 0 4-16,2 2 0 16,0 0-33-16,13 10-15 15,5 4 1-15,2 4 1 16,7 8 11-16,4 1 30 16,0 1-39-16,-2 2-3 0,0 0-1 15,-6-5 0-15,-3-4-2 16,-5-3 2-16,-1-5-1 15,-9-5 1-15,-1-5-1 16,-4-3 1-16,0 0 5 16,-4-14-3-16,-6-7-2 0,1-5 1 15,1-7-1-15,1-1-1 16,2 0 2-16,5 3-1 16,0 5 0-16,0 9 0 15,8 7 0-15,4 6 0 0,2 4 0 16,2 1 0-16,4 8 0 15,-3 1 0-15,2 1 0 16,1-2 0-16,-3 1 0 16,0-3-1-16,-2 0 1 15,-5-3-1-15,0-1 1 16,-6-2-1-16,-3-1 1 0,-1 0 1 16,0 0 10-16,-3-7 53 15,-8-7-57-15,-2-4-4 16,-3-5 4-16,-4-6 5 15,-1-6-5-15,2-5-3 16,3-2-4-16,3-1-1 0,3 1 0 16,10 7-2-16,0 5-6 15,8 6-74-15,0 5-52 16,-3 2-160-16</inkml:trace>
  <inkml:trace contextRef="#ctx0" brushRef="#br0" timeOffset="-74366.27">5084 11988 137 0,'0'1'37'0,"0"1"-3"0,0 1-3 0,0 2-11 16,0 5-8-16,2 0 0 16,5 6 2-16,4-2-2 15,2 7-1-15,4 1-1 0,-2 0-2 16,1-3-2-16,-1-3-3 16,-3-1-2-16,-5-6-1 15,-1-4 1-15,-4-1 0 16,-2-4 4-16,0 0 36 15,0-2 31-15,-7-7-67 0,1-4-3 16,-4-4-1-16,0-1 1 16,3-2 0-16,3 0-2 15,4 3 1-15,0 0-1 16,0 7 1-16,9 3-1 16,3 4 0-16,4 3-1 15,2 0 0-15,-2 0-1 0,2 7 2 16,-3 0 0-16,-2 1 0 15,-3 0 0-15,-4-2 2 16,-1-1-2-16,-3 0-2 16,0-1 2-16,-2-3 0 15,0 1 2-15,-4-2 0 0,-5 0-1 16,-3-2 1-16,-1-9-1 16,1-3 1-16,2-5 0 15,3 2 0-15,5-1 3 16,2 2 2-16,2 3 0 15,9 5-6-15,5 3-1 0,2 4 0 16,2 1 0-16,0 0 0 16,1 3-1-16,-1 4 1 15,0 4 0-15,-3 2-3 16,-5 3-76-16,-6 1-124 16</inkml:trace>
  <inkml:trace contextRef="#ctx0" brushRef="#br0" timeOffset="-74162.8">5267 12397 165 0,'0'0'216'0,"0"0"-206"0,0 0 2 0,0 0-6 15,25-54-1-15,-2 23 24 16,3-2-4-16,3 0-16 0,2 1-6 15,1 3-3-15,2 2-2 16,-6 3-65-16,-7 4-125 16</inkml:trace>
  <inkml:trace contextRef="#ctx0" brushRef="#br0" timeOffset="-73821.68">5569 12261 274 0,'0'0'5'16,"0"0"15"-16,-27 46-3 16,19-26 20-16,-2 3 16 0,1-2-20 15,3 1-8-15,-1 0-14 16,5-2-5-16,2-5-3 16,0-3-2-16,9-3-2 15,6-5 3-15,4-4 0 0,5 0-2 16,1 0 1-16,-1-6 0 15,-1 2-1-15,-3 1 1 16,-5 3-1-16,-3 0 0 16,-6 0 0-16,-3 9-1 15,-3 0 2-15,0 4 0 0,-1 2 0 16,-7 0 1-16,-4 1-2 16,-1 0-2-16,-3-1 1 15,-1-1-4-15,1-1-38 16,3-3 7-16,1-5-34 15,3-5 21-15,3 0-16 16,3-12-46-16</inkml:trace>
  <inkml:trace contextRef="#ctx0" brushRef="#br0" timeOffset="-73631.09">5587 12407 195 0,'0'0'54'0,"0"0"-2"15,0 0-6-15,0 0 3 0,0 0-29 16,0 0-11-16,0 0 4 15,0 0 34-15,11 37-32 16,-4-10-7-16,0 3-6 16,2 1-2-16,-4-1 0 15,3 1-1-15,-3-3-46 0,-5-5-145 16</inkml:trace>
  <inkml:trace contextRef="#ctx0" brushRef="#br0" timeOffset="-73353.18">5319 11837 299 0,'0'0'5'0,"0"0"77"15,0 0-53-15,0 0-31 16,0 0 3-16,9 77 2 16,4-24 9-16,3 9 10 15,6 12-10-15,0 1-8 0,3 5-4 16,6-2 0-16,0-3 0 16,-1-2-4-16,1-7-171 15</inkml:trace>
  <inkml:trace contextRef="#ctx0" brushRef="#br0" timeOffset="-72760.65">4709 13033 293 0,'0'0'4'0,"0"0"31"0,0 0-8 0,-2 74 30 16,2-20-13-16,0 14-7 15,0 18-18-15,0 10-7 16,0 5-9-16,2 1-2 16,2-1-1-16,0-13-2 15,-4-14-58-15,0-22-155 0</inkml:trace>
  <inkml:trace contextRef="#ctx0" brushRef="#br0" timeOffset="-70466.62">6534 11129 231 0,'-8'0'22'0,"1"1"33"0,0 10-22 15,1 1 7-15,3 3-14 16,1 2-2-16,0 2-7 16,2 1-10-16,0-2-4 0,0-2-1 15,7 0 0-15,4-7-2 16,2-4 0-16,3-5 0 16,-1-1 1-16,4-11 3 15,-2-5-2-15,-3 1 0 16,-3-2 0-16,-3 2-1 0,-7 2 1 15,-1 1-1-15,0 3 2 16,-9 3-1-16,-9 0-1 16,0 4-2-16,-2 3 0 15,-3 0-2-15,0 0 2 16,4 4 0-16,2 7-2 0,5-1-7 16,5-2-51-16,5-1-33 15,2-3 4-15,0-4-128 16</inkml:trace>
  <inkml:trace contextRef="#ctx0" brushRef="#br0" timeOffset="-70196.61">6836 10987 272 0,'0'0'32'0,"0"0"14"16,0 0-5-16,0 0 10 15,0 0 2-15,-42 25-18 16,28-5-9-16,1 3-4 16,4 3-13-16,4 1-1 15,5 1-3-15,0 0-2 0,5-4-2 16,11-2 0-16,4-4-2 16,2-9 1-16,5-5 1 15,2-4 0-15,4-11-1 16,-1-8 1-16,-1-6-26 15,-2-1-32-15,-4-1-65 0,-9 4-110 16</inkml:trace>
  <inkml:trace contextRef="#ctx0" brushRef="#br0" timeOffset="-69833.63">6449 11940 318 0,'0'0'4'0,"0"0"30"16,0 0-5-16,48-54 25 15,-13 21 2-15,9-10-13 0,13-12-8 16,11-6-6-16,9-7-18 16,6 1-1-16,2-1-1 15,-5 7-7-15,-8 7 0 16,-5 10-2-16,-12 8 1 16,-12 11 0-16,-14 5-2 15,-6 10 0-15,-12 6-7 0,-7 4-48 16,-4 4-10-16,-15 12-94 15,-12 5-164-15</inkml:trace>
  <inkml:trace contextRef="#ctx0" brushRef="#br0" timeOffset="-69249.63">6818 11897 359 0,'0'0'37'0,"0"0"29"16,0 0-55-16,0 0-9 16,0 0 4-16,16 62 29 0,0-32-12 15,4 3-10-15,2 1-3 16,-2 2-6-16,2-2-2 16,-1-3 0-16,-6-3-2 15,1-4 1-15,-7-5-1 16,-2-5 0-16,-2-5 0 15,-5-4 1-15,0-2-1 0,0-3 3 16,0 0 0-16,-6-6-1 16,0-5-2-16,2-3 1 15,-1-5 0-15,3 0-1 16,2 0 0-16,-2 1 1 0,2 1-1 16,4 2 0-16,3 1 0 15,1 4 0-15,4 0 0 16,-1 3 0-16,0 4-1 15,3 3 1-15,-1 0-1 16,3 0 0-16,-1 10 0 0,-1 2-1 16,-1 3-2-16,1-2-7 15,-3 1-23-15,0-1-47 16,-2-3 19-16,-4-3-94 16</inkml:trace>
  <inkml:trace contextRef="#ctx0" brushRef="#br0" timeOffset="-68905.69">7192 11951 397 0,'0'0'5'0,"0"0"20"0,0 0 4 16,0 0-23-16,0 0-5 15,0 0 3-15,0 0 9 16,42 27-2-16,-21-11-6 0,-2 4-3 16,-2-1-1-16,0 1-1 15,-3-3 1-15,-5-4 0 16,-1-3-1-16,-6-3 2 16,-2-4-2-16,0-3 4 0,-4 0 0 15,-7-13-2-15,-3-5-2 16,1-8 1-16,2-9 0 15,4-4 0-15,3-5-2 16,4-1 1-16,6-5-9 16,8 0-91-16,-3 1-143 15</inkml:trace>
  <inkml:trace contextRef="#ctx0" brushRef="#br0" timeOffset="-68317.04">7341 10840 195 0,'0'0'23'0,"0"0"13"0,0 0 3 16,0 0 2-16,0 0-1 0,0 0-22 15,0 0-14-15,0 0 1 16,41-14 17-16,-10 16-2 16,5 5-13-16,-1 0-5 15,1 1-1-15,0 2 0 16,-7 0-1-16,-4-1 0 0,-5-4-3 15,-7 1-74-15,-4-5-35 16,-6-1-90-16</inkml:trace>
  <inkml:trace contextRef="#ctx0" brushRef="#br0" timeOffset="-68050.71">7547 10730 265 0,'0'0'13'0,"0"0"46"16,0 0 5-16,0 0-30 16,0 0-7-16,-38 48-2 15,38-18 6-15,0 8-20 0,0 2-7 16,0 4-4-16,9 0 0 15,-2-1-1-15,2-4-2 16,-3-9-108-16,-3-9-207 16</inkml:trace>
  <inkml:trace contextRef="#ctx0" brushRef="#br0" timeOffset="-66658.13">7744 10366 199 0,'-9'-9'3'0,"-2"1"5"0,1-1 29 15,4 4 7-15,1-1-8 16,1 2 20-16,4 2-12 15,0 2-16-15,0 0-28 16,11 13 0-16,5 4 0 16,5 10 1-16,3 5 1 15,5 7 5-15,2 3 6 0,-2 3-4 16,2-2-7-16,-4-2-1 16,-4-5 0-16,-4-6 0 15,-5-4-2-15,-3-9 2 16,-7-2 0-16,0-9 1 0,-4-3-1 15,0-3 9-15,-4 0 46 16,-4-11-51-16,-1-5-3 16,-3-4-2-16,3-4 1 15,1-3 0-15,4 0-1 16,2 3 0-16,2 1 0 16,0 4 1-16,10 4-2 0,3 5 0 15,3 3 1-15,2 6-1 16,2 1 1-16,1 1-1 15,1 13 0-15,-4 0 1 16,4 2-1-16,-5 4-3 16,-1-3-30-16,-3 0-32 0,-3-3-76 15,-5-4-52-15</inkml:trace>
  <inkml:trace contextRef="#ctx0" brushRef="#br0" timeOffset="-66332.9">8157 10505 364 0,'0'0'3'0,"0"0"50"15,0 0-5-15,0 0-13 16,0 0-15-16,0 0-10 0,0 0-6 16,0 0 0-16,47-27-2 15,-27 37-1-15,-2 0 0 16,0 0-1-16,-2 0 0 15,-5 0 0-15,-2-2 0 16,0-2 0-16,-4-1 0 0,-3-3-1 16,-2 0 1-16,0-2 1 15,0-3 4-15,-9-9-4 16,-3-6 0-16,3-6 0 16,3-5 0-16,2-2-2 15,4-1 1-15,0 3-1 16,13 2-5-16,3 6-34 0,1 8-46 15,-6 3-77-15</inkml:trace>
  <inkml:trace contextRef="#ctx0" brushRef="#br0" timeOffset="-65928.61">7464 11521 418 0,'0'0'51'0,"0"0"-1"0,0 0-38 0,-42 46-10 15,22 13 0-15,-4 19 0 0,-8 21 2 16,-10 15-3-16,-3 11 0 16,-9 1-1-16,0-1 1 15,0-11-1-15,8-18-3 16,4-22-8-16,13-23-3 15,10-28-26-15,11-23-85 0,3-18-130 16</inkml:trace>
  <inkml:trace contextRef="#ctx0" brushRef="#br0" timeOffset="-65616.35">8155 10224 524 0,'0'0'-3'16,"0"0"10"-16,0 0 1 15,0 0-6-15,0 0-2 16,-26 37 0-16,21 10 5 0,-3 20 13 15,-6 15 1-15,-2 14 1 16,-9 12-9-16,-4 6-6 16,-4 0-3-16,-1-6-1 15,-2-9-2-15,2-19-28 16,-1-21-75-16,-1-25-170 0</inkml:trace>
  <inkml:trace contextRef="#ctx0" brushRef="#br0" timeOffset="-61195.65">6139 16656 306 0,'0'0'35'0,"0"0"20"0,0 0-51 16,0 0-4-16,0 0 0 15,-18 70 4-15,21-19 12 0,5 14 21 16,3 11-19-16,1 8-9 16,3 5-7-16,-3 0-1 15,3-5 0-15,-1-11 0 16,-1-8-1-16,-6-11 1 16,2-10-1-16,-3-14 0 0,-3-9 1 15,-1-8 0-15,-2-7-1 16,0-6 1-16,0-3 1 15,0-16-5-15,0-12-138 16,-2-16-37-16</inkml:trace>
  <inkml:trace contextRef="#ctx0" brushRef="#br0" timeOffset="-60721.7">6110 16840 79 0,'0'0'304'0,"-24"-56"-298"16,14 23 44-16,2 2-3 16,5 3-15-16,1 5-6 15,2 2-4-15,0 4-2 16,13 8-16-16,1 2-5 0,3 7 1 16,4 0 0-16,0 10-1 15,0 8 0-15,-1 5-1 16,-1 4 1-16,-6 2-2 15,-3-1 0-15,0-1-2 16,-7 0-1-16,-1-4-7 0,0-5 5 16,-2-2 2-16,0-5 2 15,2-2 2-15,2-3 2 16,3-1-2-16,4-3 1 16,3-1 1-16,6 2-1 15,0 1 0-15,4 3 2 0,-3 4-1 16,1 5-1-16,-6 2 1 15,-3 3 0-15,-4 1 0 16,-7 1-1-16,-2 0 2 16,-6-2-1-16,-12-4-1 15,0 3 2-15,-7-5-1 0,-1-2 0 16,-2 0 0-16,1-3-1 16,-1-6-59-16,5-4-40 15,-1-1-10-15,-1-18-148 16</inkml:trace>
  <inkml:trace contextRef="#ctx0" brushRef="#br0" timeOffset="-60329.8">5891 16363 356 0,'0'0'3'0,"0"0"-2"0,0 0-5 16,-40 21 4-16,33 0 1 16,3 3 1-16,-1-1 0 0,3 0 0 15,2-4-2-15,0-4 1 16,0-4-2-16,0-5 2 16,0-6 0-16,0 0 0 15,0-8 8-15,0-9-6 16,0-4-1-16,0-3-2 15,2-1 1-15,3 3 0 0,-1 3 0 16,1 4-1-16,1 8 0 16,-1 4 0-16,4 3 0 15,2 0 0-15,2 7 2 16,5 2 2-16,5 5 3 16,4 3 3-16,4-1-8 0,2 3-1 15,7 3 0-15,0-1 0 16,-2 2-4-16,-4-3-151 15</inkml:trace>
  <inkml:trace contextRef="#ctx0" brushRef="#br0" timeOffset="-60077.68">6689 17213 415 0,'0'0'10'0,"0"0"12"16,-5 61 14-16,5-24-5 0,0 4-12 16,5 3-14-16,5 0-4 15,4-1 0-15,-1-6 0 16,1-9-11-16,-1-12-140 15</inkml:trace>
  <inkml:trace contextRef="#ctx0" brushRef="#br0" timeOffset="-59780.48">6820 16909 512 0,'0'0'4'0,"0"0"8"15,0 0 1-15,25-37-7 16,-7 33-4-16,5-2-2 15,3 3 1-15,3-1 0 0,0 4 0 16,-2 0-2-16,0 0-16 16,-7 0-88-16,-6 0-84 15</inkml:trace>
  <inkml:trace contextRef="#ctx0" brushRef="#br0" timeOffset="-59578.73">6939 17077 348 0,'0'0'5'16,"0"0"12"-16,0 0 44 15,0 0-18-15,0 0-6 0,0 0-20 16,56 8-5-16,-29-21-5 16,2-1-1-16,4-3-3 15,-1 0 2-15,-3-3-8 16,-7 0-114-16,-7-1-298 15</inkml:trace>
  <inkml:trace contextRef="#ctx0" brushRef="#br0" timeOffset="-57196.51">8070 16354 231 0,'-9'-5'9'0,"-2"1"22"15,0 3 0-15,2 1-6 16,-3 4 5-16,2 5 0 16,1 6-8-16,1 0-14 0,2 3-2 15,0-1-4-15,5 1 0 16,1-3 0-16,0 0-2 16,0-2 1-16,5-2-1 15,5-3 1-15,2-1-1 16,1-5 1-16,2-2 0 0,2 0-1 15,1-4 2-15,-3-6-1 16,-1-3 1-16,-5 1 1 16,-1-4-2-16,-6 0 2 15,-2 0 0-15,0-2-1 16,-6 2-1-16,-5 0 1 16,-5 0 0-16,-1 5-1 0,1 2 0 15,0 5-1-15,1 4-3 16,4 3-3-16,4 8-1 15,5 3-70-15,2-1-32 16,0-2-121-16</inkml:trace>
  <inkml:trace contextRef="#ctx0" brushRef="#br0" timeOffset="-56897.15">8412 16426 292 0,'0'0'2'0,"0"0"75"0,-48-24-24 15,29 21-3-15,-4 3-4 0,2 2-18 16,-2 11-2-16,3 6-14 16,3 7-6-16,5 5-2 15,5 5-2-15,7 2-1 16,0 0 0-16,11-2-1 15,7-5 2-15,3-5-1 16,3-8-1-16,4-6 1 0,4-7 0 16,-1-5-1-16,6-1-18 15,-6-11-35-15,1-5-46 16,-7-4-72-16</inkml:trace>
  <inkml:trace contextRef="#ctx0" brushRef="#br0" timeOffset="-56534.54">7739 17093 339 0,'0'0'1'0,"0"0"22"15,0 0 5-15,0 0-25 16,0 0 1-16,60 0 6 16,-16 0 14-16,9 0 18 0,11-6-28 15,10-4 9-15,8-5-15 16,2-6-4-16,3-3-2 15,-2-7 1-15,-5 0-1 16,-12 1-1-16,-13 6 0 16,-10 4-1-16,-14 9-6 0,-14 6-93 15,-11 5-30-15</inkml:trace>
  <inkml:trace contextRef="#ctx0" brushRef="#br0" timeOffset="-55813.63">7827 17367 345 0,'0'0'4'0,"0"0"10"16,0 0-11-16,-7 56 2 15,11-31 3-15,5 1 4 0,3 1-1 16,1 2-1-16,-3-1-6 15,2 1-1-15,-3-4-3 16,-5-2 2-16,-1-9 1 16,-2-4-2-16,-1-6 3 15,0-4 2-15,-2-8 68 0,-4-11-67 16,0-5-4-16,1-8-1 16,1-4-1-16,4-2 1 15,0 1-2-15,2 4 1 16,9 6-1-16,3 10 1 15,1 10-2-15,3 7 1 16,-1 1-2-16,4 12 2 0,-2 4-1 16,0 0 0-16,-3-1 1 15,-1 1 0-15,-6-6-1 16,0 2 1-16,-5-4 0 16,-1 0 0-16,-3-4 0 0,0-2 0 15,0-3 1-15,-5 0 0 16,-6-2 0-16,2-8 0 15,0-1 0-15,1-5-1 16,2 1 1-16,4-4 1 16,2 2-2-16,0 3 0 0,12 3 0 15,1 5 0-15,5 3-2 16,-2 3 2-16,6 2-1 16,-2 7 1-16,0 1-1 15,2 0 1-15,-1 0 0 16,-1-1-1-16,0-2-6 15,0-2-59-15,-6-1-62 0,0-4-20 16</inkml:trace>
  <inkml:trace contextRef="#ctx0" brushRef="#br0" timeOffset="-55566.52">8350 17193 336 0,'0'0'13'0,"0"0"48"0,0 0-47 0,-11 50 36 16,9-12-13-16,1 6-7 15,2 6-8-15,-1 5-17 16,0 5-2-16,4 0-2 16,4 2-1-16,-1 2 0 15,1-3-2-15,0 2-4 16,-1-10-76-16,-1-11-106 0,-2-10-97 15</inkml:trace>
  <inkml:trace contextRef="#ctx0" brushRef="#br0" timeOffset="-55191.34">8497 17903 324 0,'0'0'66'16,"0"0"-36"-16,0-44 17 15,0 21-10-15,4-5 7 16,1-6 7-16,1-3-28 0,4-2-16 16,-4-3 0-16,-1 2-6 15,-3 2 0-15,-2 5-1 16,0 8 1-16,-2 6-1 16,-5 9 1-16,-3 6-1 15,2 4 0-15,2 3-1 0,5 8 0 16,1 5 0-16,2 2 0 15,15 5 0-15,2-1 1 16,6 1 0-16,2 0 0 16,0 0 0-16,-2 0 1 15,-6-3-1-15,-1 0 1 16,-7 1-1-16,-7-3 1 0,-4 1 0 16,0 1-1-16,-8-2-3 15,-7 0-9-15,-5 0 0 16,-3-1-20-16,-2-6-34 15,1-2-66-15,0-7-97 16</inkml:trace>
  <inkml:trace contextRef="#ctx0" brushRef="#br0" timeOffset="-54319.31">10122 16509 351 0,'0'0'3'0,"0"0"-5"0,-9 58 3 16,9-12 6-16,9 10 14 15,2 11 32-15,2 4-39 16,3 4-7-16,-3 1-5 0,3-3 1 16,-5-6-1-16,3-6-2 15,-9-8 0-15,1-14 0 16,-4-5 0-16,-2-11-6 15,0-13-102-15,-4-10-47 0</inkml:trace>
  <inkml:trace contextRef="#ctx0" brushRef="#br0" timeOffset="-53852.59">10104 16733 292 0,'0'0'3'16,"-17"-50"4"-16,12 26 65 16,5 7-40-16,2 2 8 15,12 3-18-15,6 8-12 0,2 1-6 16,2 3-2-16,1 3-1 16,0 8-1-16,-6 5 1 15,-3 2-2-15,-4 2 1 16,-4 3 0-16,-3-2 0 15,-5 2 0-15,0-2-1 0,-2-1 0 16,-9-3-1-16,4-5 1 16,0-2-1-16,3-6 2 15,4-3 0-15,0-1 2 16,0-3-1-16,13-5-1 16,7-5-1-16,2 2 2 0,5 1-2 15,-2 4 1-15,-1 6 0 16,-1 0 0-16,-6 7-3 15,-4 8 3-15,-7 4 0 16,-6 3-1-16,0 0 1 16,-10 2 1-16,-5-1-1 0,-7-2 0 15,0-1-1-15,-5-1 1 16,0-4 0-16,-2-3 0 16,2-4 0-16,2-4 0 15,2-4-4-15,2-7-94 16,1-14-41-16</inkml:trace>
  <inkml:trace contextRef="#ctx0" brushRef="#br0" timeOffset="-49784.49">9934 16384 187 0,'0'0'3'0,"0"0"13"16,0 0 23-16,0 0-5 15,0 0 4-15,0 0-6 0,0 0-18 16,0 0-13-16,0 0-1 16,0 0 1-16,0 0 1 15,0 0 15-15,0 0 15 16,11 41-14-16,-11-21-6 15,0-2-3-15,0 2-2 0,0-6-4 16,0 1-1-16,-2-3 0 16,0-2-1-16,0-3-1 15,0-2 1-15,2-3-1 16,0-2 1-16,-2 0 0 0,1-2 3 16,0-11-3-16,1-7-1 15,0-3 0-15,0-5 0 16,0-4 0-16,0 3 0 15,0 0-1-15,0 8 1 16,0 4 0-16,0 8 0 0,0 6-1 16,2 3 0-16,4 0-3 15,-1 8 3-15,5 2 1 16,4 2 0-16,1-1 1 16,6-2-1-16,2-2 2 15,2-5-1-15,3-2 0 16,1 0-1-16,2-2 1 0,-6-2-1 15,1-2 1-15,-7 2-2 16,-6 0-41-16,-5-3-148 16</inkml:trace>
  <inkml:trace contextRef="#ctx0" brushRef="#br0" timeOffset="-48988.91">10523 16994 165 0,'0'0'124'0,"0"0"-63"16,-5-38 3-16,5 24-42 15,4 1-16-15,5 3-3 0,4 4 1 16,1 6-3-16,-1 0 0 16,1 13-1-16,-4 8 0 15,0 7 0-15,-1 3 0 16,-5 4 0-16,-4-2 0 16,0 1 0-16,0-6 0 0,0-2 0 15,-4-6 0-15,-3-3 0 16,5-6 0-16,2-4 1 15,0-5-1-15,2-2 2 16,12-2 29-16,6-11-19 16,4-4-8-16,7-3-2 0,2-5-2 15,-1 2 1-15,-3-2-9 16,-6-1-62-16,-7-2-143 16</inkml:trace>
  <inkml:trace contextRef="#ctx0" brushRef="#br0" timeOffset="-48771.46">10703 16527 398 0,'0'0'4'0,"0"0"24"15,20-37-12-15,5 26-11 16,-1 2-1-16,4 2 3 0,-1 3-7 16,-2 3 0-16,-6 1 0 15,-8 4-7-15,-4 7-140 16,-7 3-80-16</inkml:trace>
  <inkml:trace contextRef="#ctx0" brushRef="#br0" timeOffset="-48617.84">10773 16656 239 0,'0'0'10'0,"0"0"31"16,0 0-30-16,0 0 19 16,0 0 35-16,37 7-36 15,-14-14-20-15,1 0-7 16,1 0-2-16,-3-4-1 0,-6-2-150 16</inkml:trace>
  <inkml:trace contextRef="#ctx0" brushRef="#br0" timeOffset="-48009.16">11300 16314 110 0,'0'0'156'0,"0"0"-127"0,0 0 27 0,0 0-35 15,0 0-7-15,-27 40 36 16,25-22-30-16,2 0-11 15,0-2-5-15,6 2-2 16,8-2 1-16,1-1-1 16,6-4 0-16,0-4 0 0,4-4 0 15,-2-3 0-15,-2 0-1 16,0-11 2-16,-5-5-2 16,-5-1 2-16,-5-3 0 15,-4-1-1-15,-2 2 0 16,-8-2-1-16,-11 1-1 0,-7 6 1 15,-4 4-1-15,-2 5-1 16,-2 4 0-16,4 4 0 16,3 11 0-16,8 2-1 15,10 4-3-15,9-2 1 16,1 0-57-16,17-6-63 0,6-5-42 16</inkml:trace>
  <inkml:trace contextRef="#ctx0" brushRef="#br0" timeOffset="-47725.42">11812 16351 277 0,'0'0'4'16,"0"0"66"-16,-10-49-2 15,-5 40-20-15,-3 0 3 16,-4 9-4-16,0 0-10 0,-3 14-19 15,-2 8-7-15,2 7 1 16,4 4 0-16,6 4-3 16,11 4-6-16,4-2-2 15,9-1 1-15,14-7-2 16,8-8 0-16,7-9 1 0,7-10-1 16,-3-4 0-16,2 0-14 15,-3-8-58-15,-6-9-65 16,-7-4-135-16</inkml:trace>
  <inkml:trace contextRef="#ctx0" brushRef="#br0" timeOffset="-47388.6">11235 16963 277 0,'0'0'3'16,"0"0"52"-16,56-33 26 15,-7 8-21-15,16-6-7 16,16-5-12-16,8-1-13 15,5-2-14-15,0 3-4 0,-5 7-5 16,-15 7-3-16,-6 9-2 16,-14 7 0-16,-18 6-13 15,-15 0-71-15,-15 0-98 16</inkml:trace>
  <inkml:trace contextRef="#ctx0" brushRef="#br0" timeOffset="-45468.28">11383 16962 235 0,'0'-3'9'0,"-5"3"77"0,5 8-45 15,0 11-29-15,0 8 32 0,7 7-22 16,1 0-7-16,3 7-3 16,1-1-2-16,1 2-1 15,-2 3-6-15,1 1-2 16,-5-3 1-16,1-2-2 15,-4-7 2-15,0-7-1 0,0-8-1 16,-2-8 0-16,-2-7 3 16,0-4-2-16,0 0 5 15,-2-12-3-15,-4-10-2 16,2-6 0-16,2-9 1 16,2-4-1-16,0-3-1 0,6 3 1 15,6 5-2-15,1 10 2 16,3 7-1-16,2 9 0 15,2 8 0-15,-3 2 1 16,2 5-2-16,1 7 1 16,-4 6 0-16,0 3 0 0,-3 1 0 15,1 0 0-15,-3 2 1 16,0 0-2-16,-2-3 1 16,-1 1-2-16,-3-4-42 15,-1-4-63-15,-2-7-64 16</inkml:trace>
  <inkml:trace contextRef="#ctx0" brushRef="#br0" timeOffset="-45121.65">11750 17230 199 0,'0'0'22'0,"0"0"-3"0,8-43 38 0,-2 31 22 15,3 4-28-15,5 3-21 16,1 2-7-16,2 3-15 16,2 2-4-16,-1 7-1 0,1 6-3 15,-4 0 1 1,1 2 0-16,-5 2-1 0,-2-1 1 16,-3 2 0-16,-1-3-1 15,-3 0 0-15,-2-8 1 16,0-3-1-16,0-6 1 0,0-3 2 15,-2-12 0-15,0-6-3 16,-1-5 2-16,3-7 15 16,0 0-8-16,8-1-8 15,5 0-1-15,5 4-2 16,1 4-1-16,-1-1-63 0,-5 0-180 16</inkml:trace>
  <inkml:trace contextRef="#ctx0" brushRef="#br0" timeOffset="-43504.68">13179 16430 141 0,'1'-7'7'0,"-1"-1"15"0,1 0-10 16,0 2-6-16,1 0 2 0,0-1 0 15,0 0 2-15,0 1-3 16,-1 1-2-16,0 0-3 15,0 1-2-15,0 0 1 16,0 1 1-16,-1 0-2 16,0 1 0-16,0-2 0 15,0-1 0-15,0 2 5 0,0-1 1 16,0-1 4-16,-2 3 3 16,-1 0-4-16,1 0-4 15,-2 2-1-15,-1 0-1 16,1 8-3-16,0 11 2 15,-2 11-1-15,4 16 3 0,-2 16 54 16,4 18-48-16,-2 19-7 16,4 20 0-16,-2 9 0 15,0 14 1-15,4 9 2 16,1 4 3-16,2 1 11 16,-2-4-6-16,3-2-8 0,2-11-6 15,-2-9 1-15,-1-14 0 16,0-12-1-16,2-10 1 15,-5-13 0-15,1-10-1 16,-1-12 0-16,0-11 1 16,-1-10-1-16,1-11-1 0,0-12 1 15,-1-12-23-15,-2-9-112 16</inkml:trace>
  <inkml:trace contextRef="#ctx0" brushRef="#br0" timeOffset="-41666.13">14889 16605 282 0,'-7'14'15'0,"-2"3"4"0,6 9-11 15,3 5 16-15,0 6-6 0,2 1-2 16,9-1 1-16,4 0-9 16,-1-4-6-16,3-3 0 15,1-6-2-15,0-8 0 16,-1-9 1-16,2-7-1 15,-1-5 1-15,-2-16 1 0,0-9-1 16,-2-7 0-16,-1-5-2 16,-3-2 0-16,-3 0 0 15,-3 5 0-15,-4 8 2 16,0 12 12-16,0 4 14 16,0 12 2-16,-2 3-17 0,-1 5-9 15,2 13-2-15,1 9-1 16,0 6 5-16,0 8 5 15,8 7 2-15,2 5-1 16,-2 4-3-16,1 2 0 16,-2 1 0-16,2-4-4 0,-8-3-2 15,-1-5-1-15,0-8 1 16,-5-6-1-16,-9-3-1 16,-3-8 2-16,-4-2-1 15,-8-5 0-15,-2 0 0 16,-3-5-1-16,-4 0 0 0,0-4-2 15,0-5-4-15,4-2-51 16,4-9-39-16,5-19-85 16</inkml:trace>
  <inkml:trace contextRef="#ctx0" brushRef="#br0" timeOffset="-41276.42">14876 16391 292 0,'0'0'2'0,"0"0"5"0,0 0-2 0,-40 34 5 15,32-16 4-15,-1 2 3 0,3 1-5 16,-1-1-8-16,3-2-3 15,-1-3 0-15,3-5 0 16,2-3-1-16,0-7 0 16,0-3 1-16,5-15 1 15,6-6-1-15,2-6-1 16,3-3 0-16,-1 2 1 0,-1 4-1 16,-1 7 0-16,1 7 16 15,-5 10 20-15,-1 3-21 16,2 10-10-16,1 10-2 15,0 7-1-15,5 7-1 0,1 2 0 16,2 2-1-16,3-4-3 16,-6-4-111-16,3-7-91 15</inkml:trace>
  <inkml:trace contextRef="#ctx0" brushRef="#br0" timeOffset="-40949.42">15468 16926 356 0,'0'0'42'0,"0"0"23"0,0 0-25 0,0 0-22 0,0 0-15 16,0 0-1-16,0 0 1 16,60-35-2-16,-31 35 0 15,-2 3-1-15,0 5-1 0,-4-2-38 16,-8-1-98-16,-8 0-30 15</inkml:trace>
  <inkml:trace contextRef="#ctx0" brushRef="#br0" timeOffset="-40831.16">15435 17138 282 0,'0'0'3'0,"0"0"1"15,0 0 0-15,44 7 6 16,-6-14-1-16,5-11-6 0,6-5-1 15,-3-7-76-15</inkml:trace>
  <inkml:trace contextRef="#ctx0" brushRef="#br0" timeOffset="-40343.6">16109 16433 402 0,'0'0'7'16,"0"0"25"-16,27 40-25 15,-14 5 8-15,2 13 18 16,0 9-10-16,0 7-7 15,-4 6-7-15,-2-2-6 0,-1 2 0 16,-4-5-3-16,-4-7 1 16,0-4-1-16,0-13 0 15,-4-8-1-15,-1-11 0 16,-4-8-2-16,4-11-39 16,1-11-32-16,0-4-55 15,1-22-83-15</inkml:trace>
  <inkml:trace contextRef="#ctx0" brushRef="#br0" timeOffset="-39921.44">16161 16680 363 0,'0'0'3'15,"0"-58"23"-15,0 34 27 16,11 10-28-16,5 6-14 15,0 6-6-15,4 2-4 0,-1 4 1 16,-2 10-1-16,-2 5-1 16,-3 2 0-16,-4 3 1 15,-6 2-2-15,-2-2 1 16,0 2 0-16,-8-4 0 16,-3-3 0-16,-1-4-1 15,1-5 1-15,2-4-1 0,6-5 1 16,3-1 0-16,6-1 0 15,11-6-1-15,6-2 1 16,4 4 0-16,3 3 0 16,2 2-1-16,-3 7 1 0,-4 10 0 15,-5 5 1-15,-6 3-2 16,-8 2 1-16,-6 3 1 16,-4-1-1-16,-15 0 0 15,-6-4 1-15,-4-3-1 16,-4-1 0-16,-1-6 0 0,1-3 0 15,0-6-1-15,3-6-2 16,4-1-105-16,6-22-44 16</inkml:trace>
  <inkml:trace contextRef="#ctx0" brushRef="#br0" timeOffset="-39536.48">16224 16274 393 0,'0'0'-4'0,"0"0"11"0,-46-15 5 0,31 20 7 15,-1 14-12-15,1 2 0 0,1 5-1 16,1-1-3-16,2-1-2 15,-1-2 0-15,6-4-1 16,0-3 0-16,3-6 0 16,3-6 0-16,0-3 0 15,2-10 2-15,9-8-2 0,3-5 1 16,-1-3-1-16,0 1 1 16,3 3-1-16,-3 2 1 15,1 9 12-15,-1 6 2 16,2 5-11-16,0 1-3 15,5 12 0-15,1 4-1 16,2 3 1-16,2 4-2 0,2 3-1 16,-3 3-6-16,-2-2-143 15,-3-1-115-15</inkml:trace>
  <inkml:trace contextRef="#ctx0" brushRef="#br0" timeOffset="-39141.7">16631 17051 363 0,'0'0'8'0,"0"0"59"16,0 0-37-16,0 0-17 15,0 0-7-15,0 0 4 16,-23 37 11-16,21-16-14 15,2-1-3-15,0 0-3 16,8-4 0-16,4-2-1 0,1-6 0 16,3-2 0-16,1-6 0 15,-1 0 1-15,-3-8-1 16,0-7 2-16,-5-4-1 16,-6-5 0-16,-2-1 0 0,-2-2 1 15,-11 2-1-15,-5 2-1 16,-3 8 0-16,-4 7 0 15,1 5-1-15,2 3 0 16,0 3-1-16,8 10-4 16,6-3-59-16,5-1-70 0,3-8-72 15</inkml:trace>
  <inkml:trace contextRef="#ctx0" brushRef="#br0" timeOffset="-38910.56">16977 16807 344 0,'0'0'59'0,"0"0"3"0,0 0-43 15,64-27-6-15,-32 21 6 16,6 0-4-16,4 1-10 15,-2-1-4-15,1 1 1 16,-3 2-2-16,-7 0 0 16,-4 0-6-16,-9-3-53 0,-7 1-52 15,-11-4-21-15</inkml:trace>
  <inkml:trace contextRef="#ctx0" brushRef="#br0" timeOffset="-38710.67">17158 16604 326 0,'0'0'4'0,"0"0"83"16,0 0-41-16,-38-16-14 15,33 23-10-15,5 12 5 16,0 4-3-16,0 8-6 16,2 3-3-16,7 8-7 0,2 2-7 15,-1 3-1-15,-1-1 0 16,1-1-2-16,-5-8-58 15,-3-13-182-15</inkml:trace>
  <inkml:trace contextRef="#ctx0" brushRef="#br0" timeOffset="-37925.04">17687 16462 306 0,'0'0'16'0,"0"0"9"0,0 0 17 16,0 0-37-16,-11 48 2 0,11-7 31 15,0 6 4-15,1 7-11 16,9 4-10-16,-2 2-13 16,0 5-6-16,1-1-1 15,-2 0-1-15,2-4 0 16,-5-9 0-16,-1-6 0 0,1-9-1 15,-2-11-4-15,-2-10-73 16,0-10-50-16,0-5-31 16</inkml:trace>
  <inkml:trace contextRef="#ctx0" brushRef="#br0" timeOffset="-37415.35">17635 16607 265 0,'0'0'3'0,"-25"-56"15"16,20 31 36-16,0 1-1 16,5 2-14-16,0 4-5 15,10 3-11-15,6 8-9 0,7 1-7 16,2 6-3-16,2 2-3 15,0 11-1-15,-3 7 0 16,-4 5 1-16,-3 1-1 16,-7 1-1-16,-5 0 1 15,-5-3-1-15,0-2 1 0,-2-4-1 16,-8-4 0-16,-1-1 0 16,-2-6-1-16,4-3 0 15,-2 0 1-15,8-4-1 16,3 0 2-16,0-1 0 15,14-5-1-15,4 2 1 16,6 3 0-16,3 1 0 0,0 0 0 16,-2 7-2-16,-5 8 2 15,-4 1-1-15,-6 4 1 16,-3 0 0-16,-7-2 0 16,0 1 0-16,-13-2 0 0,-3-2 0 15,-6-3 1 1,-2-1-1-16,1-1 0 0,-2-3 0 15,2 0 0-15,4-2-1 16,3-2 1-16,7 2-22 16,3-2-33-16,6-2-48 0,0-1-34 15</inkml:trace>
  <inkml:trace contextRef="#ctx0" brushRef="#br0" timeOffset="-37201.96">18005 16834 214 0,'0'0'136'0,"0"0"-42"0,0 0-50 15,0 0-20-15,0 0-4 16,0 0-3-16,38 45-3 16,-34-16-10-16,-3 5-3 0,1 0-1 15,-2 1 0-15,0-3-1 16,0-7-49-16,-2-12-163 15</inkml:trace>
  <inkml:trace contextRef="#ctx0" brushRef="#br0" timeOffset="-35813.67">17667 16266 53 0,'0'-7'34'0,"0"0"3"0,0-1-4 15,0 0-7-15,0 1-1 16,-1 0 6-16,-1 1 2 0,1 2 1 16,-2 2 12-16,1 2-12 15,-3 0-12-15,1 8-19 16,0 6 1-16,-5 4 4 15,-2 4 5-15,-1 0-3 16,-3 4-4-16,0-2-3 16,-1-1-2-16,1-4 0 0,0-3 0 15,2-3-1-15,1-6 2 16,3-4 0-16,4-3-2 16,2 0 1-16,3-6 0 15,0-8-1-15,6-3 1 0,7-6-1 16,1-1 0-16,3-2 0 15,0 1 0-15,-1 2 0 16,-3 3 0-16,-4 6 0 16,-1 7 0-16,-2 6 1 15,0 1 1-15,-1 4 0 0,4 10 3 16,2 0 10-16,0 3 5 16,5 0-11-16,1-1-5 15,3 0-2-15,3-2-1 16,2-3 1-16,-5-2-4 15,3-5-12-15,-1-4-164 16</inkml:trace>
  <inkml:trace contextRef="#ctx0" brushRef="#br0" timeOffset="-33877.25">18445 16541 211 0,'0'-10'26'0,"-4"-1"45"0,-2 2-16 16,4 4 9-16,0 5-28 16,2 0-17-16,0 7-17 0,6 9 2 15,4 5 3-15,1 3 7 16,3 7-2-16,-1 1-2 16,1 3-5-16,-3-5-4 15,-2 5 0-15,1-6-1 0,-2-5 0 16,-4-6 1-16,0-4-1 15,-1-6 1-15,-1-7-1 16,-2-1 3-16,2-9 3 16,0-9 4-16,2-5-2 15,2-6-2-15,3-3-3 16,3 2-2-16,3 1 0 0,0 3-1 16,1 6 1-16,-1 6 0 15,1 8 0-15,-1 6 3 16,1 0 0-16,3 14-1 15,0 6 3-15,0 2-1 16,0 1 3-16,1 0-3 0,-3 0-1 16,-2-1-3-16,-1-4 0 15,-2-4-1-15,-1-2 1 16,-3-7-1-16,-1-2 0 16,-2-3 0-16,0 0 2 15,-3-13 2-15,1-4 17 0,0-7-1 16,1-4-11-16,0-5-2 15,-1-4-2-15,1-3-1 16,0 1-2-16,-2 0 0 16,1 8-2-16,-1 1 1 15,1 10-1-15,3 5 0 16,-3 6-5-16,2 2-49 0,-6 0-78 16,1-3-192-16</inkml:trace>
  <inkml:trace contextRef="#ctx0" brushRef="#br0" timeOffset="-33322.64">18350 16227 224 0,'0'0'3'0,"0"0"52"0,0 0-6 0,0 0-30 0,0 0-8 16,0 0 14-16,0 0-1 16,0 0-13-16,0 0-3 15,48 25-3-15,-32-21-1 16,1-3 0-16,1 1-1 0,3-6-1 16,-3-9 2-16,2-6 0 15,0-4 1-15,-2-1-3 16,0 0 0-16,-3 6 0 15,-1 3 0-15,-3 7-2 16,0 5 1-16,1 3-1 16,1 7 1-16,3 9 1 0,1 5 2 15,3 2 2-15,3 0 1 16,-1-1-1-16,4-2-3 16,1-4-2-16,1-5 0 15,3-5 0-15,2-5-1 16,-2-1-1-16,-4-15-93 0,-2-11-203 15</inkml:trace>
  <inkml:trace contextRef="#ctx0" brushRef="#br0" timeOffset="-32701.22">19427 16706 339 0,'0'0'7'0,"0"0"66"0,0 0-28 16,41-23-26-16,-5 15-2 16,7 2 2-16,3 2-3 15,4 2-9-15,-6 2-4 0,-2 0-3 16,-5 0 1-16,-8 5-1 16,-7 0 0-16,-6 0-1 15,-8-1-3-15,-5-1-54 16,-3-3-44-16,-5 0-50 15</inkml:trace>
  <inkml:trace contextRef="#ctx0" brushRef="#br0" timeOffset="-32500.75">19657 16546 348 0,'0'0'3'0,"0"0"69"0,0 0-11 16,0 0-30-16,0 0-15 15,0 0-5-15,0 0 5 16,-18 42-4-16,27-8-7 16,0 3-4-16,4 6-2 0,-4 1 2 15,-2 1-2-15,-2-1-7 16,1-7-120-16,-6-7-163 16</inkml:trace>
  <inkml:trace contextRef="#ctx0" brushRef="#br0" timeOffset="-32165.04">20564 16307 452 0,'0'0'-1'15,"-14"42"3"-15,8 0 3 16,3 16 24-16,1 13 8 16,3 10 11-16,-1 8-10 15,0 8-20-15,0 2-14 0,2-5-2 16,4-4-1-16,-2-4-1 15,-1-12 0-15,0-11 0 16,-3-18-3-16,0-13-45 16,0-19-33-16,0-13-82 15,0-24-2-15</inkml:trace>
  <inkml:trace contextRef="#ctx0" brushRef="#br0" timeOffset="-31660.68">20543 16568 401 0,'0'0'5'15,"-16"-66"13"-15,12 40 25 16,2 5-14-16,2 4-5 16,0 2 0-16,6 1 3 15,7 7-12-15,7 0-10 0,2 6-4 16,6 1-1-16,2 0 2 15,1 8-2-15,-4 5 0 16,-2 2 1-16,-4 4-1 16,-7-1 0-16,-5 3 0 15,-7 2 0-15,-2 2 0 0,-2-2 0 16,-9 1-1-16,-5-2-1 16,-3-3 1-16,0-3-1 15,2-7 1-15,3-1-2 16,4-4-1-16,10-3 3 15,0-1 0-15,15 0 1 0,11-1 0 16,1-1-1-16,3 2 1 16,-1 0 1-16,-2 7-2 15,-5 6 1-15,-7 1 0 16,-8 2-1-16,-7 1 1 16,0 0 1-16,-7-1-1 0,-13-1 0 15,0-2 0-15,-6-2 0 16,-1-1 0-16,0-1 0 15,1-4 0-15,5 0-1 16,-1-2-34-16,6-3-11 16,7 0-61-16,7 0-44 0</inkml:trace>
  <inkml:trace contextRef="#ctx0" brushRef="#br0" timeOffset="-31346.44">20882 16796 92 0,'0'0'269'0,"0"0"-217"0,0 0 10 16,51-45-14-16,-36 34-10 15,4 1-10-15,-3 7-12 16,3 3-10-16,-4 5-6 16,-7 10 1-16,-2 8 0 0,-6 5-1 15,0 4 0-15,-10 0 0 16,-5 4 0-16,0-3-3 15,-3-1 1-15,1-2-2 16,4-6-4-16,5-5-15 16,2-5 12-16,6-6 3 0,2-8 4 15,13 0 4-15,7 0 0 16,8-10 1-16,5-2-1 16,5-4 0-16,3 4 0 15,-3-3 0-15,-5 2-9 16,-5 0-71-16,-10 1-104 0</inkml:trace>
  <inkml:trace contextRef="#ctx0" brushRef="#br0" timeOffset="-30705.89">20400 16095 203 0,'0'0'9'0,"0"0"45"0,0 0-26 0,0 0-15 16,0 0 10-16,-39 12 23 15,28 6-29-15,4 4-11 16,-3 0-4-16,4-1-1 16,-1-1 0-16,3-3-1 15,2-4 0-15,-3-6 0 0,3-4 1 16,2-3-1-16,0 0 5 15,0-13-2-15,7-6 8 16,-1-4-3-16,5 0-4 16,-2-4 2-16,1 7 9 15,-2 2 7-15,1 6-1 0,-1 6 3 16,2 6-6-16,-3 0-14 16,7 13-2-16,3 4-1 15,1 2-1-15,4 2 0 16,3 1 0-16,-1-7-1 15,-1-9-49-15,-7-6-231 0</inkml:trace>
  <inkml:trace contextRef="#ctx0" brushRef="#br0" timeOffset="-28425.24">21567 16379 270 0,'0'-7'14'0,"0"0"42"0,0 7-12 16,0 0-32-16,0 0-9 16,0 0 1-16,0 7 4 0,0 2 6 15,-2-2 0-15,2 2-2 16,-2 0 0-16,1 1-1 15,1 3 2-15,0 3 6 16,0 5 1-16,0 3 0 16,5 6-1-16,2 4-5 0,2 2-4 15,0 1-3-15,-2 1-4 16,2-4-1-16,-4 0-2 16,-1-6 0-16,2-3 1 15,-4-6-1-15,0-4-1 16,-1-5-2-16,-1-3-45 0,-2-4-21 15,-7-3-56-15,-5 0-47 16</inkml:trace>
  <inkml:trace contextRef="#ctx0" brushRef="#br0" timeOffset="-28130.45">21411 16730 302 0,'0'0'5'0,"0"0"78"15,0 0-36-15,48-45-11 16,-9 32-1-16,9-4-7 0,7 3-5 16,3-2-12-16,0 6-5 15,-7 0-4-15,-8 3 0 16,-10 4 0-16,-10 3-1 16,-10 0 0-16,-5 0-1 15,-6 12 1-15,-2 3 3 0,0 5 12 16,0 3 7-16,-2 0-11 15,-1 2-8-15,3 2 0 16,0-3-4-16,0-1 0 16,0-2 0-16,3-1-1 15,3-4 0-15,0-5-16 16,-1-5-70-16,-1-6-30 0,-4 0-41 16,0-13-95-16</inkml:trace>
  <inkml:trace contextRef="#ctx0" brushRef="#br0" timeOffset="-27970.53">21879 16433 303 0,'0'0'0'0,"0"0"1"16,-2-38 0-16,2 38-2 16,6 0-1-16,-3 6-11 0,3-1-106 15</inkml:trace>
  <inkml:trace contextRef="#ctx0" brushRef="#br0" timeOffset="-27410.6">22026 16635 354 0,'0'0'21'16,"0"0"2"-16,0 0 10 15,43 39-6-15,-30-22-12 16,-2 2-8-16,-2 1-6 15,-4 0 0-15,-3 0 0 0,-2-3-1 16,0-3 0-16,0-2 1 16,-5-7-1-16,-3-5 0 15,2 0 1-15,0-7 1 16,2-8-1-16,1-7-1 16,1-3 2-16,2-1-2 0,0 1 1 15,2 1 0-15,6 6 2 16,3 6 5-16,3 6-1 15,2 6-5-15,2 0-1 16,-1 14 0-16,0 3-1 16,-1 5 1-16,-3 0 0 0,-4 2 0 15,0-2 0-15,-4-4-1 16,-2-1-1-16,-2-5 2 16,1-3-1-16,-2-4 0 15,0-5 0-15,0 0 3 0,0-3-1 16,0-10-1-16,0-6 0 15,0-5 0-15,4-4 1 16,0 0 2-16,6-1 20 16,3 2-9-16,0 6 1 15,5 5 2-15,-1 9-9 16,2 7-7-16,0 0 0 0,-4 14-2 16,1 5 0-16,-3 2 1 15,-1 3-1-15,-2-1 0 16,-3 3 0-16,1-2 1 15,-5-3-2-15,-1 2-1 16,-2-5-57-16,0-3-47 0,0-7-84 16</inkml:trace>
  <inkml:trace contextRef="#ctx0" brushRef="#br0" timeOffset="-27052.36">22539 16783 286 0,'0'0'41'0,"0"0"22"0,0 0-15 0,47-43-4 16,-30 30-6-16,0 3-5 15,3-2-5-15,-2 0-7 16,0 2-10-16,-2 2-6 0,-3 1-4 16,-1 1 0-16,-6 0 0 15,-4-1 0-15,-2 3 0 16,-2 0 1-16,-12 0-2 15,-6 1 2-15,-4 1-2 0,-1 2 0 16,-4 0 0-16,0 4 0 16,4 9 2-16,2 4 0 15,6 7 0-15,4 3 2 16,7 2-2-16,6-1 0 16,0-1 1-16,9-3 2 0,8-2-2 15,8-7 1-15,6-3 2 16,6-7-3-16,5-5-2 15,2 0-1-15,3-7 1 16,-5-10-26-16,-4-13-128 16</inkml:trace>
  <inkml:trace contextRef="#ctx0" brushRef="#br0" timeOffset="-25052.37">22147 16145 238 0,'-3'0'3'0,"-3"-1"9"0,2 6-8 16,1 3-2-16,-2 4 3 15,1 2 3-15,-1 2 10 16,-1-2-6-16,1 3-7 16,-3 2-1-16,0-1-2 15,0-1 2-15,1-1-2 0,-4-3-1 16,1 1 0-16,2-3-1 15,-1-1 1-15,-2-3-1 16,4-2 0-16,1-3 1 16,1-1 0-16,3-1 1 15,2 0 3-15,0-8 67 0,0-6-57 16,7-5-4-16,6-2-5 16,2-3 2-16,-1 1-4 15,2 1-1-15,-3 2 1 16,-2 4 8-16,0 3-1 15,-5 5-4-15,-1 1-2 16,-2 1 2-16,-1 3 0 0,5 3 1 16,-3 0-4-16,3 0 1 15,4 0 1-15,3 0 7 16,5 2-1-16,-1 2-1 16,7 0-3-16,-2 2-2 0,3 2-3 15,1-1-2-15,-1 4-1 16,-2 0 0-16,-2 2-1 15,-5 0 0-15,-7 1-25 16,-2-5-69-16,-5-6-128 16</inkml:trace>
  <inkml:trace contextRef="#ctx0" brushRef="#br0" timeOffset="-22649.21">21862 16306 19 0,'0'0'4'0,"0"0"8"0,0 0 16 15,0 0-5-15,0 0-5 16,0 0 16-16,0 0 1 16,0 0-7-16,0 0-1 0,0 0-2 15,0 0 0-15,0 0-8 16,-35-29-4-16,32 29-1 16,2 0-6-16,-1 0-2 15,-1 6-1-15,1 4 0 16,1-1 3-16,-1 6 5 0,2-4 18 15,0 2-12-15,0 0-7 16,2-2-3-16,6-1 3 16,3 1-1-16,0-3 2 15,2 0-3-15,1-4 1 16,0-1-3-16,-2-1 1 0,1-2 4 16,-1 0-2-16,-3 0 1 15,0 0-4-15,2 0-3 16,-4-2-1-16,1 0 0 15,-3 0-1-15,4-2 1 16,-4 2-2-16,3-2 1 0,-4 1 0 16,4-1-1-16,-4 0 1 15,-1 1-1-15,3-1 0 16,-2 1 0-16,-3-1 1 16,3 1-1-16,0-2 2 15,1 0-4-15,-2 2 4 0,1-3-2 16,0-1 0-16,-1 0 1 15,1 1-1-15,2 0 0 16,-3-1 0-16,2-1 0 16,1 2 0-16,-3-1 0 15,2 0 0-15,0 1 0 16,0 0 0-16,1 1 0 0,-1-2 1 16,-1 1-1-16,-1 1 0 15,1 0 0-15,0 2 1 16,-3-1-2-16,2 1 2 15,-1-1-1-15,2 1-1 16,0 0 2-16,-2-1-2 0,2 1 2 16,1 1-1-16,-1-3 0 15,2 1 0-15,1 1 0 16,0-1-1-16,1 1 2 16,0 0-1-16,1 2 0 0,0-1 0 15,-3 2 0-15,2 0 0 16,1 0-1-16,-4 0 1 15,1 0 1-15,0 5-2 16,-1-1 1-16,4 2 0 16,-4-1 0-16,3 1 0 15,1 0 0-15,2-1 0 0,0 2 0 16,0-1 1-16,1 0-1 16,-4-1 0-16,1 1-1 15,1 1 2-15,-2-1-1 16,-1-2 0-16,0 3 0 15,2 0 1-15,-4-1 0 0,1-1-1 16,-2 0 1-16,1 1 0 16,2-4-1-16,-1 0 2 15,2-1 0-15,4-1 2 16,-2 0 3-16,1 0-1 16,3-5-1-16,-3-1-4 0,2-3 0 15,-1 1 0-15,0-2 0 16,0-1-1-16,-5-1 1 15,3 2-1-15,-7 0-1 16,-1 3 0-16,-2 3-1 16,-2 3-39-16,-12-1-111 0</inkml:trace>
  <inkml:trace contextRef="#ctx0" brushRef="#br0" timeOffset="-20510.56">18608 17186 139 0,'0'0'0'0,"0"0"15"0,0 0 21 0,0 0-3 16,0 0 0-16,0 0 0 15,0 0-6-15,0 0-6 16,0 0-6-16,0 0 3 16,0 0 1-16,-45 9-7 15,25 1-5-15,-4 4-4 0,-2-1-1 16,-3 1-1-16,-4-2 0 15,-1-1 0-15,2-3 0 16,2-1 0-16,3-3 1 16,6-1 1-16,6-1 0 15,7 3 1-15,6 2-1 0,2 6-2 16,0 9 0-16,6 7 1 16,8 10 17-16,1 9-3 15,2 9-8-15,0 5-5 16,-3 4-1-16,-1-1 5 15,1-1 0-15,-8-7-3 0,1-11 0 16,-1-7-2-16,-4-9 1 16,-1-9 1-16,0-8 0 15,-1-2 5-15,0-5-2 16,1-3-3-16,3-2-2 16,1-1 1-16,6 0-1 0,4-3 1 15,6-4 2-15,7-4-2 16,4-2 0-16,0-1-3 15,1 3 0-15,0 0 0 16,-6 3 0-16,-2 2-5 16,-5 1-41-16,-5 0-26 0,-5-6-56 15,-6-3-8-15</inkml:trace>
  <inkml:trace contextRef="#ctx0" brushRef="#br0" timeOffset="-20319.26">18584 17590 302 0,'0'0'7'0,"0"0"54"0,0 0-19 0,0 0-28 16,0 0-6-16,0 0 4 0,49-35-4 15,-26 31-5-15,4 1-2 16,2-4-1-16,0 2 0 15,-2-4-3-15,-2-4-56 16,-6-4-66-16</inkml:trace>
  <inkml:trace contextRef="#ctx0" brushRef="#br0" timeOffset="-19886.62">18820 17216 304 0,'0'0'3'16,"0"0"17"-16,0 0 54 16,0 0-43-16,0 0 2 15,39-40-18-15,-17 39-8 16,-2 1-1-16,-3 0-4 0,2 0-1 16,-8 7-1-16,0 1 1 15,-2 2 0-15,-3 3 0 16,-1 7-1-16,-1 1 2 15,2 5 0-15,-2 6 3 16,3 5-1-16,1 6 1 16,4 3-1-16,3 7 0 0,4 4 1 15,2 6-1-15,2-1-1 16,2 5 0-16,-1-5-1 16,-4-5 0-16,-2-10-1 15,-9-10 1-15,0-6-2 0,-9-12 2 16,0-4-2-16,-13-8 3 15,-3-2-1-15,-8-5 2 16,-1 3-4-16,-4-3 0 16,0 0-2-16,4-9 0 0,3-8-55 15,0-16-151 1</inkml:trace>
  <inkml:trace contextRef="#ctx0" brushRef="#br0" timeOffset="-19043.48">22326 17129 252 0,'0'0'6'0,"0"0"49"0,0 0-21 16,0 0-13-16,0 0-15 16,-52-21-4-16,32 29 0 15,-7 1 0-15,-6 1-1 16,0 0 0-16,-4 1-1 0,3-2 0 15,1 0 0-15,5 0 1 16,7-1 0-16,3 0-1 16,7 3 0-16,4 4 1 15,5 7-1-15,2 8 1 16,0 11 11-16,9 9 45 0,-1 8-46 16,2 8-1-16,1 6 1 15,-3 0-7-15,-3 1 0 16,-3-5-2-16,-2-9-2 15,0-10 2-15,0-15-2 16,-7-10 1-16,1-11 0 0,2-6 1 16,-2-6 1-16,3-1 0 15,2 0-1-15,1 0 1 16,6-5 24-16,15-1-21 16,6-4-5-16,8 2 0 15,5-1-1-15,3 2 0 16,0 4 0-16,-7 3 1 0,0 0-3 15,-10 0-29-15,-4 0-47 16,-5 0-52-16,-7-3-17 16</inkml:trace>
  <inkml:trace contextRef="#ctx0" brushRef="#br0" timeOffset="-18819.55">22207 17588 333 0,'0'0'3'0,"0"0"21"0,0 0 39 16,0 0-42-16,27-37-11 15,-4 33-1-15,3 1-5 0,3 0-2 16,4 0-1-16,1 2-1 15,-4-1-8-15,-1-6-122 16,-4-6-52-16</inkml:trace>
  <inkml:trace contextRef="#ctx0" brushRef="#br0" timeOffset="-18325.56">22622 17224 149 0,'0'0'129'0,"0"0"-122"16,0 0 73-16,0 0-19 0,0 0-22 16,48-41-9-16,-24 37-6 15,3-2-6-15,4 3-10 16,-2 2-5-16,-1 1-1 15,-3 0-1-15,-4 0 0 16,-1 3 0-16,-9 6 0 16,-3 2 0-16,0 5-1 0,-5 3 3 15,0 8 0-15,-2 6 1 16,3 9 14-16,-2 4-5 16,3 8-9-16,4 3-1 15,-1 0 0-15,2 3-2 16,3-4 0-16,-1 2 2 0,0-2-2 15,-2-2-1-15,-2-5 2 16,-1-9-1-16,-5-3-2 16,-2-11 2-16,0-6-1 15,-8-5 1-15,-4-6 1 16,-5-2 1-16,-6 0 6 0,-2-3 2 16,-9 2-8-16,-4 1-1 15,-7 4-4-15,-9-2 0 16,-7-6-63-16,-4-4-196 15</inkml:trace>
  <inkml:trace contextRef="#ctx0" brushRef="#br0" timeOffset="-14039.67">14391 17737 212 0,'0'0'3'0,"0"0"43"0,0 0-23 0,0 0-10 16,-3 44 2-16,3-20 7 15,0 0-8-15,7 0-6 16,4-3-1-16,1-3-5 15,2-7 2-15,-2-5-1 16,2-6 2-16,0 0-1 0,-2-11 0 16,-2-6 1-16,-4-3-2 15,-3-4 0-15,-3-2-3 16,0 3 2-16,-7 0 0 16,-7 2-2-16,-1 7 1 15,-1 1 0-15,-3 7 0 0,2 5 2 16,2 1 0-16,1 3-1 15,1 10-2-15,4 2-1 16,6 0-2-16,3-1-4 16,0 0-49-16,10-7-57 15,3-7-35-15</inkml:trace>
  <inkml:trace contextRef="#ctx0" brushRef="#br0" timeOffset="-13755.78">14726 17795 168 0,'0'0'16'0,"0"0"12"16,0 0 31-16,25-42-14 15,-25 31 2-15,-3 3-12 16,-10 5 1-16,-1 3-10 16,-4 1-3-16,-1 15 2 0,-2 10 3 15,1 8-6-15,5 9-11 16,4 5-5-16,6 6-3 15,5 1-2-15,5-5 1 16,14-5-2-16,9-8 0 16,7-11 1-16,6-12-1 0,3-9 0 15,4-5 0-15,3-9-2 16,-5-14-50-16,-5-8-61 16,-4-6-218-16</inkml:trace>
  <inkml:trace contextRef="#ctx0" brushRef="#br0" timeOffset="-13036.5">16356 17673 44 0,'0'0'75'0,"0"0"-17"0,0 0-4 16,0 0 0-16,-45-24 2 16,31 24-14-16,1 0 4 15,-1 7-18-15,1 3-1 0,2 3-10 16,2 1-4-16,4 2-7 15,5-3-3-15,0 1-1 16,2-4-1-16,11-2 1 16,2-4-1-16,7-4 0 15,-4 0 0-15,4-2 0 16,-3-8-1-16,-3-4 1 0,-3-1 0 16,-7-2 0-16,-6-1 0 15,0 2 0-15,-7-1 0 16,-8 1-1-16,1 5 0 15,-6 1-1-15,2 9-1 16,1 1-2-16,3 0-5 0,4 9-33 16,6 4-3-16,2-1-49 15,2-4-65-15</inkml:trace>
  <inkml:trace contextRef="#ctx0" brushRef="#br0" timeOffset="-12726.95">16749 17729 239 0,'0'0'124'0,"0"0"-112"16,0 0 23-16,0 0-10 15,-49-10 2-15,24 28 15 16,-2 8 2-16,-1 9-17 15,1 5-12-15,4 7-7 0,3 1-5 16,9 2-3-16,7-6 1 16,4-6-1-16,5-5 0 15,16-9 0-15,1-11 0 16,9-10 0-16,2-3-1 16,4-12-25-16,-5-12-64 0,1-11-68 15</inkml:trace>
  <inkml:trace contextRef="#ctx0" brushRef="#br0" timeOffset="-12083.35">17731 17148 109 0,'0'0'2'0,"0"0"-1"0,0 0 21 0,0 0 7 0,0 0 14 0,14 52 10 0,-14-32-1 15,0 7-12-15,0 9-7 16,-2 8 2-16,-4 8-2 15,0 6-8-15,1 6-3 0,-3 5 1 16,2 3-15-16,0 1 3 16,3-3 0-16,-1-4-2 15,1-7-6-15,1-9-2 16,0-9 0-16,1-12-1 16,0-7 1-16,0-9 0 0,1-2-1 15,-2-6 0-15,2-4-3 16,-2-1-67-16,-3-3-11 15,1-11-143-15</inkml:trace>
  <inkml:trace contextRef="#ctx0" brushRef="#br0" timeOffset="-11820.69">17581 17998 337 0,'0'0'11'16,"0"0"60"-16,0 0-52 15,0 0-6-15,0 0 7 0,39 22 0 16,-24-4-8-16,0 2-4 16,-1 2-5-16,-2-1-2 15,-1 0 0-15,-3-5-1 16,-2-2 0-16,-1-6 1 16,1-7 0-16,-1-1 1 0,0-12 1 15,4-11 0-15,1-8-1 16,3-4-2-16,1-1 0 15,-1-1-10-15,-2 3-82 16,-4 7-175-16</inkml:trace>
  <inkml:trace contextRef="#ctx0" brushRef="#br0" timeOffset="-11414.59">17376 18487 303 0,'0'0'57'15,"0"0"-53"-15,0 0 4 16,-43 39 27-16,36-14-4 15,2 3-2-15,5 1-3 16,0-2-10-16,5-6-12 0,6-1 0 16,2-9-2-16,7-6-1 15,-2-5 1-15,-1-2-1 16,2-12 1-16,-6-6 1 16,-4-1-2-16,-2-2 0 15,-7-1 0-15,0 1 1 16,-9 2-2-16,-3 1 0 15,-3 5 0-15,-1 4-1 0,1 4-2 16,-3 7-3-16,5 0-20 16,1 6-44-16,2 2-66 15,7-3-97-15</inkml:trace>
  <inkml:trace contextRef="#ctx0" brushRef="#br0" timeOffset="-11143.36">17783 18531 433 0,'0'0'4'16,"0"0"3"-16,-53 3 12 16,27 18 2-16,0 6 13 15,0 9 6-15,3 6-15 0,5 4-12 16,10 1-7-16,3-2-4 15,5-2 0-15,13-8 0 16,10-6-2-16,8-11 0 16,8-12 0-16,11-6 1 15,6-18 0-15,6-20 0 0,-1-20-2 16,-2-16-2-16</inkml:trace>
  <inkml:trace contextRef="#ctx0" brushRef="#br0" timeOffset="-10382.65">21112 17251 45 0,'0'0'29'0,"0"0"-16"16,0 0 35-16,-22-39-15 16,15 31-1-16,-2 2 12 15,4 1 29-15,-1 5-16 16,3 3-18-16,1 14-23 0,2 12-7 16,0 13 25-16,0 11 0 15,6 11-6-15,3 8-6 16,-4 8-7-16,4 3-5 15,-2 0-7-15,0-5 0 0,-1-6-2 16,-1-8-1-16,-1-10 1 16,-4-10-1-16,0-12 0 15,0-7-2-15,0-8-24 16,0-7-49-16,-7-10-19 16,0 0-95-16</inkml:trace>
  <inkml:trace contextRef="#ctx0" brushRef="#br0" timeOffset="-10087.02">21011 18035 294 0,'0'0'4'0,"0"0"4"16,0 0 2-16,0 0 33 16,0 0-6-16,4 52 0 15,10-31-18-15,3 2-1 16,-2 1-8-16,1 0-7 15,-1 0-1-15,-4-4-1 0,2-6 0 16,-7-5-1-16,2-8 0 16,0-2 1-16,1-18 2 15,2-7-1-15,0-9-2 16,3-5 2-16,0-1-2 16,2 1 0-16,-2 5 0 0,0 2-4 15,-3 8-97-15,-7 3-179 16</inkml:trace>
  <inkml:trace contextRef="#ctx0" brushRef="#br0" timeOffset="-9664.38">20712 18494 385 0,'0'0'6'0,"0"0"1"0,-31 37 30 0,23-13 1 15,4 2-10-15,4 1-12 16,0-3-2-16,6-3-1 16,6-7-6-16,3-4-2 0,3-8-2 15,0-2 0-15,2-3-1 16,-6-11-1-16,-1-6 0 16,-4-3 0-16,-7-1 0 15,-2 0 0-15,-6 0 0 0,-7 3-2 16,-5 4 0-16,-1 7 1 15,-2 5-1-15,0 5-2 16,5 0 0-16,2 10-36 16,7 3-15-16,4-2-31 15,3-2-77-15</inkml:trace>
  <inkml:trace contextRef="#ctx0" brushRef="#br0" timeOffset="-9356.51">21234 18585 421 0,'0'0'6'0,"0"0"22"16,-43-13 3-16,17 19-5 15,-4 17 21-15,-2 9-6 0,2 8-10 16,3 8-8-16,8 5-7 15,7-1-8-15,12-2-4 16,3-4-4-16,19-10 0 16,11-11 0-16,10-10 5 15,8-12-4-15,7-4 1 0,3-20-1 16,4-16-1-16,-3-22 0 16,-6-22 2-16,-8-24-20 15</inkml:trace>
  <inkml:trace contextRef="#ctx0" brushRef="#br0" timeOffset="11543.47">20651 17037 191 0,'2'0'-15'0,"-2"0"16"0,0-3 1 16,2 0-2-16,3 2-1 16,-4 1 0-16,1 0 0 15,-1 0-2-15,-1 0-2 0,1 0 2 16,-1 3-2-16,0-3-20 15,0 0-60-15</inkml:trace>
  <inkml:trace contextRef="#ctx0" brushRef="#br0" timeOffset="16586.32">3783 12211 25 0,'0'-3'4'0,"3"-1"-4"16</inkml:trace>
  <inkml:trace contextRef="#ctx0" brushRef="#br0" timeOffset="16817.85">3915 12215 37 0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22T11:32:02.0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4378 3925 104 0,'0'0'11'0,"0"0"7"0,0 0 9 16,0 0-5-16,0 0 2 0,0 0 7 16,0 0-13-16,0 0-5 15,0 0-7-15,0 0-4 16,45-24-1-16,-19 16 2 16,1-4 0-16,6 2-1 15,-1-1 2-15,2 0-2 16,-3 0 0-16,-3 3-2 0,-5 1 1 15,-2 3-1-15,-4 1 0 16,-3 3 0-16,-10 0-2 16,-4 0-42-16,-2 0-193 15</inkml:trace>
  <inkml:trace contextRef="#ctx0" brushRef="#br0" timeOffset="285.17">4418 4024 116 0,'0'0'55'0,"0"0"-41"16,0 0 15-16,0 0-2 15,0 0 4-15,0 0-1 16,0 0-8-16,0 0-11 16,0 0-9-16,22 6 3 15,5-17 0-15,9-1-3 0,5-3 0 16,1-2-2-16,2-1 1 16,-1 2-1-16,-5-1-12 15,-4 0-77-15</inkml:trace>
  <inkml:trace contextRef="#ctx0" brushRef="#br0" timeOffset="612.9">4992 3884 270 0,'0'0'10'0,"0"0"13"16,0 0 1-16,0 0-19 16,0 0-2-16,0 0-1 15,61-23 0-15,-28 10-1 16,3-1 0-16,-1-3 0 0,4 3-1 15,-5 0 0-15,-5 4 0 16,-7 1-1-16,-4 6-8 16,-10 3-41-16,-8 0-14 15,0 2-87-15</inkml:trace>
  <inkml:trace contextRef="#ctx0" brushRef="#br0" timeOffset="782.77">5053 4034 191 0,'0'0'4'0,"0"0"30"0,42-7 9 15,-8-7 7-15,8-4-21 16,8-1-11-16,-1 1-12 16,0 1-6-16,-7 0 0 15,-11 1-93-15</inkml:trace>
  <inkml:trace contextRef="#ctx0" brushRef="#br0" timeOffset="11736.87">26195 7091 78 0,'-3'0'82'0,"2"0"-72"0,-1-3-2 0,-1 3-1 16,0-3-1-16,1 3 11 15,0-1 6-15,0-1-13 16,1 1-1-16,-1 0-4 16,2-1-4-16,-1 2 0 0,1 0 3 15,0 0 0-15,3 0-2 16,10 0-1-16,6-3 2 16,8 0 4-16,10-1-2 15,3 1-2-15,3-1 0 0,1 2 0 16,-2 0-3-16,-3-1 0 15,-6 2 0-15,-3 2 0 16,-3-1-1-16,-5 0-5 16,-6 0-21-16,-5 0-28 15,-5 0-36-15</inkml:trace>
  <inkml:trace contextRef="#ctx0" brushRef="#br0" timeOffset="11972.1">26263 7189 147 0,'0'0'46'15,"0"0"-43"-15,0 0-3 16,0 0 0-16,54 4 15 0,-22-4 0 15,9 0-10-15,11 0-5 16,6-7 3-16,8-2-3 16,1-3-82-16</inkml:trace>
  <inkml:trace contextRef="#ctx0" brushRef="#br0" timeOffset="12733.75">30059 7081 200 0,'0'0'19'0,"0"0"9"16,0 0-19-16,0 0-4 0,60-16 1 16,-29 14 4-16,5-2 1 15,4 1-4-15,3-1-5 16,-1 0-1-16,-1 2-1 15,-5 1 0-15,-5 1-1 16,-8 0-29-16,-8 0-50 0,-8 0-83 16</inkml:trace>
  <inkml:trace contextRef="#ctx0" brushRef="#br0" timeOffset="12924.95">30087 7183 236 0,'0'0'26'0,"0"0"-4"15,0 0-9-15,66 1 20 0,-25-1 4 16,9-1-5-16,7-3-8 16,3 2-12-16,-2 1 6 15,-5 1-18-15,-7 0-6 16,-11-5-124-16</inkml:trace>
  <inkml:trace contextRef="#ctx0" brushRef="#br0" timeOffset="14553.67">25088 8872 54 0,'-3'0'2'0,"1"3"13"0,0-2 15 16,2-1 1-16,0 0-21 15,0 0-1-15,0 0 5 16,0 0 1-16,0 0-6 0,0 0-6 16,9 0 10-16,4 0 3 15,14 0-2-15,9 0 1 16,18-10 2-16,15-2-2 15,18-3-2-15,13-2-3 16,4-1-5-16,1 2-2 16,-4-2 0-16,-9 1-1 0,-13 2-1 15,-15 3-1-15,-11 0 1 16,-13 4-1-16,-11 2 0 16,-8 3 0-16,-9 1 0 15,-7 2-4-15,-5 0-42 0,-1 0-26 16,-13 2-65-16</inkml:trace>
  <inkml:trace contextRef="#ctx0" brushRef="#br0" timeOffset="15116.65">25228 9133 16 0,'0'0'12'0,"0"0"19"0,0 0-4 16,0 0-1-16,-38 4-8 15,32-4 3-15,-2 0-7 0,2 0 0 16,2 0-1-16,0 0 3 16,2 0 1-16,1 0-6 15,-1 0-2-15,2 0-3 16,0 0-3-16,0 0-1 15,-2 0-2-15,2 0 1 0,0 0-2 16,0 0 1-16,0 0 0 16,0 0-1-16,0 0 1 15,7 0 3-15,7 0 3 16,11-1 4-16,16-6 4 16,14-4 9-16,18-4 8 15,19-4-3-15,12-3-4 0,10-2-8 16,-3 3-8-16,-3-2-1 15,-13 5-3-15,-13 3-2 16,-15 4-1-16,-14 5-1 16,-14 2 1-16,-12 4-2 0,-14 0-24 15,-11 0-112-15</inkml:trace>
  <inkml:trace contextRef="#ctx0" brushRef="#br0" timeOffset="18383.71">24305 9253 284 0,'2'-18'28'0,"-1"7"25"0,8 11-4 15,0 5-40-15,5 21-7 16,7 13 5-16,0 10 14 15,1 8 2-15,2 1-9 16,-4 2-8-16,-3-2-5 16,2-6 0-16,-6-11 1 0,-2-9-1 15,-3-9 1-15,0-10-2 16,-6-12 3-16,0-3 15 16,2-20 53-16,0-10-60 15,0-13-9-15,1-13-1 16,4-10-1-16,4-5 1 15,2 1-1-15,0 5-1 0,2 12-1 16,0 16-1-16,-1 16-14 16,-2 15-39-16,-3 8-33 15,-3 9-34-15,-2 9-13 16</inkml:trace>
  <inkml:trace contextRef="#ctx0" brushRef="#br0" timeOffset="18884.03">24822 9481 134 0,'0'0'85'15,"0"0"-81"-15,0 0 21 16,18-37 6-16,-16 22 0 16,-2-1 4-16,0-1 0 15,-8 4 1-15,-2 2-4 16,-4 5 0-16,-5 5-11 0,0 1 2 15,-3 7-6-15,2 8-9 16,-1 6-3-16,5 4-4 16,3 0 0-16,7 1 1 15,2-2-1-15,4-4 1 16,0-4-2-16,8-4 1 0,4-3-1 16,1-6 2-16,1-3-2 15,-1 0 1-15,0-6 1 16,-3-5-1-16,-1-5 1 15,-3-1-2-15,0-1 0 16,-6-1 1-16,0 1 0 16,-2 2 0-16,-6 3-1 0,1 1 1 15,1 3 0-15,1 4 0 16,2 4 7-16,0 1 7 16,3 0-13-16,0 10-2 15,0 2 0-15,1 6 0 0,7 1 1 16,0 0 0-16,1 1 0 15,5 0 0-15,-1-3 0 16,3-3-1-16,1-2-12 16,1-5-48-16,-2-4-38 15,1-3-49-15,-3-3-54 16</inkml:trace>
  <inkml:trace contextRef="#ctx0" brushRef="#br0" timeOffset="19193.73">24970 9390 303 0,'0'0'19'0,"0"0"40"0,0 0 7 0,0 0-28 15,0 0-22-15,0 0-9 16,0 0 0-16,0 0 8 16,0 0-5-16,0 0-6 15,46 54-2-15,-35-31 0 0,-1-2 0 16,-3-2 0-16,-2-4-1 15,-2-2 0-15,-1-6 0 16,-2-4-1-16,0-3 1 16,0 0 4-16,0-7-5 15,0-11 0-15,0-7 1 0,0-3-1 16,4-3 1-16,8-1-2 16,6 4 1-16,0 5-3 15,2 9-21-15,1 8-54 16,-6 6-29-16,-1 0-20 15</inkml:trace>
  <inkml:trace contextRef="#ctx0" brushRef="#br0" timeOffset="20314.89">25653 9281 58 0,'0'0'23'0,"0"0"23"0,0 0-7 16,0 0-6-16,0 0-5 0,0 0-10 16,0 0-5-16,0 0-5 15,0 0-6-15,0 0-2 16,0 0 0-16,0 0 1 15,-4-35 0-15,4 35 0 16,0 0 0-16,-1 1-1 0,0-1 2 16,1 0 0-16,0 1 2 15,0-1 2-15,0 0 2 16,0 0-3-16,-1 0 7 16,1 0 3-16,0 0-5 15,-1 0-1-15,1 0 0 0,0 0-2 16,0 0 0-16,-2 0 1 15,2 0 1-15,0 0 7 16,-1 0-3-16,0-1-7 16,1 1-2-16,0 0-1 15,-1 0 1-15,1 0 1 0,0 0 2 16,0 0-1-16,0 0-2 16,-3-1-1-16,3 1-1 15,0 0 0-15,0-2 0 16,0 2-1-16,-2-2-1 15,1 0 1-15,-2-1 0 16,0-1-1-16,1 0 1 0,0 1-1 16,-4-1 0-16,2 2 0 15,-3-1 1-15,0 2-1 16,-2 1 2-16,-2 0 0 16,-2 0 16-16,-3 2-4 0,-4 7-3 15,-1 8-2 1,1 6 0-16,-6 5 2 0,3 9 0 15,0 6 0-15,4 1-1 16,4 0 1-16,9 1-3 16,6-4-5-16,0-5-1 15,16-8-1-15,10-4 2 0,10-8 0 16,4-7-1-16,3-8-5 16,2-1-15-16,-5-3-32 15,-4-11-67-15,-7-2-84 16</inkml:trace>
  <inkml:trace contextRef="#ctx0" brushRef="#br0" timeOffset="21515.66">25822 9349 268 0,'3'-11'24'0,"-3"5"48"0,0 6-12 16,0 12-42-16,-1 13-12 16,-1 6 26-16,1 9-5 0,1 4-4 15,0 0 2-15,0 2-13 16,-2-4-8-16,-1-4-2 16,-2-3-1-16,-1-6 1 15,-7-5 0-15,0-5 0 16,-1-5 0-16,-5-4 0 0,0-5-1 15,-1-1 0-15,-4-4-1 16,1 0-1-16,3 0-16 16,4-12-23-16,5-5-5 15,4-4-11-15,7-5-81 16,7-8-90-16</inkml:trace>
  <inkml:trace contextRef="#ctx0" brushRef="#br0" timeOffset="21750.05">25877 9197 304 0,'0'0'28'0,"0"0"26"16,0 0-17-16,0 0-24 0,0 0-10 15,0 0-3-15,0 0 0 16,0 0 0-16,0 0-5 16,-12 0-58-16,11 6-70 15</inkml:trace>
  <inkml:trace contextRef="#ctx0" brushRef="#br0" timeOffset="21973.8">26047 9110 346 0,'0'0'58'16,"0"0"-12"-16,0 0-34 15,0 53 6-15,-1-26-6 0,0 4-6 16,-1 5-3-16,0-1 0 15,1 2-1-15,-2-3-1 16,3-4-25-16,-4-6-73 16,2-11-67-16</inkml:trace>
  <inkml:trace contextRef="#ctx0" brushRef="#br0" timeOffset="22426.92">25982 9319 291 0,'0'0'31'0,"0"0"50"16,0 0-46-16,0 0-19 16,29-37 1-16,-14 30 4 15,2-1-7-15,1-1-7 16,1-1-5-16,-4 0 0 16,-3-1-1-16,-3 1-1 0,0-2 2 15,-5 3-1-15,-4 1 0 16,0 3-1-16,0 2 1 15,0 3 2-15,0 0 6 16,0 8-5-16,0 7-2 16,0 6 2-16,0 3-1 0,0 3-1 15,5-1-1-15,0-1 1 16,3-2-1-16,-1-6 0 16,2-1 2-16,-2-8-2 15,2-3 1-15,-2-4-2 16,-1-1 0-16,0-4 3 15,-1-9-2-15,-2 0 0 0,1-2-1 16,2 3 0-16,-3 2 0 16,3 3 0-16,1 7 0 15,-2 0 0-15,4 0-1 16,-1 7 0-16,4 4 1 16,1 4 1-16,3-4-1 0,3-1 0 15,0-3-14-15,3-5-122 16,-2-2-135-16</inkml:trace>
  <inkml:trace contextRef="#ctx0" brushRef="#br0" timeOffset="23860.98">25394 10150 278 0,'-8'-8'37'0,"3"1"27"16,4 5-25-16,1 2-5 15,0 10-26-15,0 7-4 0,6 6 14 16,6 4-1-16,0 1-3 15,2 2-8-15,-1-2-3 16,-2-3-1-16,0-3-1 16,-4-5-1-16,-3-3 1 15,0-5 1-15,-2-2-1 0,-2-7 1 16,0 0 2-16,0-7 50 16,0-11-23-16,0-8-23 15,3-7-4-15,8-10-2 16,3-2-1-16,8 0 0 15,6 2-2-15,4 7-5 16,1 11-44-16,-2 9-39 0,-5 9-84 16</inkml:trace>
  <inkml:trace contextRef="#ctx0" brushRef="#br0" timeOffset="24190.76">25725 10328 400 0,'0'0'4'0,"0"0"31"16,0 0-6-16,0 0-11 15,40-39 12-15,-24 21-2 0,3-5-10 16,-1 3-7-16,-2-1-9 16,-3 1-1-16,-5 6-1 15,-4 3 1-15,-4 3 1 16,-4 4 0-16,-12 4 1 15,-4 0-2-15,-4 11 2 0,-4 6 0 16,-1 6 8-16,1 1-3 16,4 2-2-16,6 2 0 15,6-2-1-15,11-5-1 16,1-1-3-16,11-4 0 16,13-5 1-16,6-6-1 0,4-4-22 15,4-1-24-15,2-6-27 16,-4-9-59-16,-2-4 6 15,-5-1-94-15</inkml:trace>
  <inkml:trace contextRef="#ctx0" brushRef="#br0" timeOffset="24378.21">26002 10208 266 0,'0'0'22'0,"0"0"40"15,0 0-15-15,-45 20 10 16,29-2-1-16,-1 1-11 0,3 5-21 15,5 2 13-15,3-3-25 16,6-1-8-16,0-2-2 16,9-4 0-16,9-4-2 15,3-7-31-15,4-5-64 16,0-2-84-16</inkml:trace>
  <inkml:trace contextRef="#ctx0" brushRef="#br0" timeOffset="24597.63">26149 10007 474 0,'0'0'36'16,"0"0"-12"-16,-26 45-20 16,26-15 0-16,0 7-1 15,1 1-2-15,9 2 0 16,-2-3-1-16,1-3 1 0,0-3-37 15,-3-7-85-15,0-9-80 16</inkml:trace>
  <inkml:trace contextRef="#ctx0" brushRef="#br0" timeOffset="25224.71">26160 10278 275 0,'0'0'46'0,"0"-43"40"15,3 21-27-15,11 2-15 16,3 5-6-16,1 1-9 15,2 10-8-15,-4 4-9 0,-2 0-7 16,-2 11-4-16,-7 7-1 16,-3 3 0-16,-2 2 1 15,0-1 0-15,0 1 2 16,0-5-2-16,0-3 0 16,5-3 0-16,3-6-1 15,4 0 0-15,3-5 0 0,3-1 0 16,0-1-3-16,-1-11-1 15,1-3 1-15,-2-1 1 16,-5-1 2-16,-5-1-1 16,-5-1 2-16,-1 4-3 15,-10 0-2-15,-6 1-1 0,-4 4 3 16,-3 2 1-16,1-1 0 16,2 4 0-16,4 0-8 15,5 2-5-15,0 1 7 16,8 0 4-16,3-2 2 15,0 1-6-15,12-1-14 16,3-2 4-16,6 2-10 0,3-2-15 16,1 0 1-16,1 1 17 15,-1 1 19-15,-2 1 6 16,-4 1 0-16,-1 2 3 16,-2 0 12-16,-3 3 27 0,-2 8 0 15,1 1-7-15,-5 2-3 16,1 3-10-16,-3-1-5 15,1 1-7-15,-2 0-5 16,-2-3-3-16,-2-3-1 16,0 0-2-16,0-6 2 0,0-1-1 15,-2-4 1-15,-2-4 2 16,1-10-2-16,2-10 1 16,1-8-2-16,4-6 0 15,12-3 0-15,3-3-3 16,5 4 1-16,6 7-10 15,2 4-33-15,-1 4-56 0,-2 2-137 16</inkml:trace>
  <inkml:trace contextRef="#ctx0" brushRef="#br0" timeOffset="25664.63">26883 9174 206 0,'0'0'77'0,"0"0"-27"0,51-17 26 16,-23 17-10-16,7 15-13 0,3 18-11 16,0 16-9-16,-3 15-6 15,-10 11-8-15,-15 15-10 16,-10 9-6-16,-19 6-1 16,-22 3 1-16,-12 3-4 15,-11-4-81-15,-2-10-86 0</inkml:trace>
  <inkml:trace contextRef="#ctx0" brushRef="#br0" timeOffset="26706.56">25068 10731 282 0,'0'0'49'0,"0"0"13"0,-4-43 16 15,4 36-17-15,0 7-32 16,10 0-21-16,9 10-8 0,7 9 2 16,2 6 6-16,9 3 7 15,3 5-5-15,4 4 1 16,-1-1-2-16,0-2-3 16,-2-3-2-16,-2-4 0 0,-9-5 0 15,-4-5-3-15,-8-6-4 16,-6-4-18-16,-8-3-34 15,-4-3-27-15,0-1-28 16,-14-2-35-16</inkml:trace>
  <inkml:trace contextRef="#ctx0" brushRef="#br0" timeOffset="26958.86">25440 10684 294 0,'0'0'24'15,"0"0"51"-15,0 0 6 16,-35 7-30-16,13 15 11 16,-3 11-7-16,-5 7-21 0,-1 9-8 15,-4 5-15-15,1-2-7 16,3 3 0-16,2-8-10 15,6-11-55-15,6-18-98 16</inkml:trace>
  <inkml:trace contextRef="#ctx0" brushRef="#br0" timeOffset="28687.7">29183 8844 310 0,'0'0'14'0,"0"0"44"0,0 0-19 16,0 0-12-16,0 0-6 0,0 0-2 15,-45-25 4-15,19 31-2 16,-4 8-12-16,-4 1-2 16,2 0-3-16,4 5-2 15,7-3 0-15,8-1-2 16,7-1 3-16,6-2-1 15,13 1 3-15,10-1-1 0,6-2 0 16,3 2-2-16,2-3-3 16,-4 4 1-16,-4 1-1 15,-5-1 0-15,-8 0-2 16,-4 0-4-16,-5-2 5 16,-4 0-1-16,0-3 1 0,-7 1 1 15,-6-3 1-15,-5 0 1 16,-2-1 1-16,-4-1-2 15,-1-2 0-15,0 1 0 16,-2-1 0-16,2-3 0 16,2 0 1-16,4 0 1 0,6 0-2 15,5 0 0-15,8-4 0 16,0-6-5-16,12-4-16 16,9-5-33-16,4-6-13 15,7-8-43-15,5-4-73 0</inkml:trace>
  <inkml:trace contextRef="#ctx0" brushRef="#br0" timeOffset="28850.86">29308 8734 261 0,'0'0'40'15,"0"0"50"-15,0 0-49 16,0 0-16-16,-2 58 32 0,-3-15-8 16,2 9-10-16,-2 1-14 15,3 4-16-15,2-3-2 16,0-4 3-16,4-8-7 15,6-9-5-15,1-9-39 16,0-7-14-16,-1-10-21 0,-5-7-68 16,-4-5-100-16</inkml:trace>
  <inkml:trace contextRef="#ctx0" brushRef="#br0" timeOffset="29027.96">29259 9050 160 0,'0'0'197'0,"0"0"-190"16,0 0 11-16,60-43-6 16,-33 36-2-16,3 0-1 0,4 1-6 15,0 0-3-15,2 2 1 16,1-3-5-16,0-2-220 16</inkml:trace>
  <inkml:trace contextRef="#ctx0" brushRef="#br0" timeOffset="29647.03">29706 8967 294 0,'0'0'11'16,"-45"18"28"-16,18-9 8 15,-1 5 3-15,0 3 5 16,4 0-11-16,1-1-12 16,4 1-14-16,6 2-11 0,7-1-5 15,4-1 0-15,2-3-1 16,0 0 1-16,8-7 2 15,5-4-1-15,3-3-4 16,3-3 1-16,-1-12-2 16,2-8-1-16,-1-9-1 0,0-8-1 15,-4-9-8-15,-2-3-4 16,-4-2 6-16,-6 1 8 16,-3 9 0-16,0 7 0 15,-5 10 2-15,-3 10 6 16,-3 10 22-16,4 7-2 15,0 10-19-15,3 14-2 0,2 10 7 16,2 5 1-16,0 3-1 16,5 1-4-16,7-2 0 15,4 0-3-15,1-7 3 16,2-2-3-16,-1-7-3 16,1-6 0-16,-2-7-2 0,-1-5-1 15,1-5 2-15,-2-2 0 16,3 0 1-16,-3-6 1 15,4-4-2-15,-1-1 0 16,-3-3 0-16,1 0 0 16,-5-1 1-16,-2 0-2 0,-5-1 1 15,-2 5 1-15,-2-2-1 16,-4 6 1-16,-7 1-2 16,-6 2 1-16,-1 4 0 15,-1 0 2-15,1 10-1 0,1 3 1 16,6 5-1-16,3 2 0 15,8 0 0-15,0 0 0 16,8-3-1-16,11 0 1 16,4-7 0-16,10-3 0 15,1-3-4-15,6-4-13 16,-1 0-16-16,-2-8-35 0,-4-5-43 16,-5-4-112-16</inkml:trace>
  <inkml:trace contextRef="#ctx0" brushRef="#br0" timeOffset="29924.85">30155 9021 400 0,'0'0'18'0,"0"0"12"0,0 0-18 16,0 0 9-16,0 0 31 15,0 0-7-15,0 0-20 0,0 0-14 16,27 50-8-16,-18-36-1 15,1 0-1-15,-2-5 1 16,0-2-1-16,-1-3 1 16,1-4 0-16,0 0 1 15,0-11 1-15,1-8-3 0,2-6 0 16,2-6 0-16,1-4-1 16,2 1-2-16,4 1-15 15,1 4-38-15,0 5-57 16,0 4-124-16</inkml:trace>
  <inkml:trace contextRef="#ctx0" brushRef="#br0" timeOffset="30565.75">31234 8531 266 0,'0'0'56'0,"0"0"-53"16,0 0 49-16,0 0-12 0,-51-30-20 15,22 48 11-15,-5 12 12 16,-3 10-7-16,1 9-14 16,1 7 6-16,6 7-5 15,7 2-4-15,11 3-7 16,7-4-7-16,4-4-1 16,14-5-2-16,11-5 0 0,5-9 1 15,6-9-3-15,4-10-23 16,0-9-29-16,1-11-59 15,-2-4-181-15</inkml:trace>
  <inkml:trace contextRef="#ctx0" brushRef="#br0" timeOffset="31047.29">31556 8717 463 0,'0'0'2'0,"-5"43"8"0,3-11 41 16,2 7-8-16,-3 2-20 15,1 2-10-15,0-1-3 0,-5 1-4 16,-1-5-3-16,-6-2 0 15,-2-7-1-15,-5-6 0 16,-3-6 0-16,-2-4 0 16,0-5 0-16,-3-5-1 15,-1-3-7-15,-1 0-11 0,2 0-7 16,0-10-13-16,5-4-18 16,7-8-40-16,10-11-43 15</inkml:trace>
  <inkml:trace contextRef="#ctx0" brushRef="#br0" timeOffset="31235.64">31597 8422 493 0,'0'0'3'0,"0"0"0"0,0 0 15 15,0 0-12-15,0 0-5 16,0 0 0-16,0 0-1 15,0 0 0-15,0 2 0 16,-3 7-42-16,1-3-108 16</inkml:trace>
  <inkml:trace contextRef="#ctx0" brushRef="#br0" timeOffset="31450.57">31834 8276 387 0,'0'0'33'0,"3"38"-34"15,-3-10 46-15,0 11 17 16,-4 5-45-16,-4 3-8 16,1 2-5-16,-1-1 1 0,2 2-5 15,-3-9 3-15,4-7-26 16,0-10-77-16,2-15-139 15</inkml:trace>
  <inkml:trace contextRef="#ctx0" brushRef="#br0" timeOffset="31900.56">31726 8565 364 0,'0'0'6'0,"0"0"17"16,54-25-1-16,-29 19 11 0,3-2 5 15,1 0-16-15,-2-2-9 16,-1-1-8-16,-3-2-3 16,-4 0 0-16,-6-2-1 15,-5-1 1-15,-4 2-1 16,-4 3 1-16,0 3-3 0,-8 4 2 16,-3 4 5-16,-2 3 5 15,1 11 2-15,1 10 1 16,-2 6-3-16,3 6-4 15,3 1-4-15,6 0 0 16,1-2-2-16,0-5 1 0,5-7 0 16,5-5 0-16,3-8-1 15,-2-9 1-15,2-1 0 16,0-11 1-16,-2-7-1 16,3-5-1-16,-4-4-2 15,0 4-2-15,-1 5 0 0,-1 6 0 16,-1 5 1-16,2 7-1 15,0 2-2-15,0 12 5 16,3 4 0-16,0 4 0 16,-1 2 1-16,-2 3-7 15,-1-1-33-15,-4-1-37 0,-1-2-124 16</inkml:trace>
  <inkml:trace contextRef="#ctx0" brushRef="#br0" timeOffset="32196.68">32268 8861 441 0,'0'0'46'0,"0"0"-32"0,0 0-8 15,0 0-2-15,6 52 8 16,-3-25 10-16,2 4-2 15,0-1-10-15,4-4-5 16,-2-4 1-16,3-6-1 16,0-7-1-16,-1-9 0 0,2-3 1 15,2-16-4-15,0-8 1 16,3-4-2-16,0-9 0 16,4 0-1-16,0 1-5 15,3 3-39-15,-1 8-28 16,-3 7-38-16,-4 8-112 15</inkml:trace>
  <inkml:trace contextRef="#ctx0" brushRef="#br0" timeOffset="32679.08">32472 9099 380 0,'0'0'61'16,"0"0"-56"-16,0 0 5 15,48-38 12-15,-22 19 15 16,2 1 1-16,2-1-4 16,-2 1-20-16,-8 0-8 0,-1 3-5 15,-11 5 2-15,-5 2 0 16,-3 2 6-16,-8 2 1 16,-8 4-6-16,-6 0-2 15,-3 3 0-15,0 8 3 0,0 5 0 16,7 2-4-16,4 4 0 15,8 0-1-15,6 2 3 16,0-1-2-16,12 0 2 16,8-6-6-16,6-3-15 15,2-4-14-15,1-4-27 16,4-5-27-16,-3-1-27 0,1-1 26 16,-4-9 16-16,-2-2 55 15,-7 0 20-15,-5 0 7 16,-9 0 42-16,-4 3 36 15,0 2-14-15,-11 4-18 16,-3 3-7-16,-3 0-10 0,1 7-9 16,1 7-16-16,3 2 4 15,5 2-13-15,6-3-3 16,1 0-2-16,8-1 3 16,8-5 0-16,5-3-6 15,5-3-28-15,1-3-39 0,0-3-59 16,1-14-93-16</inkml:trace>
  <inkml:trace contextRef="#ctx0" brushRef="#br0" timeOffset="32867.15">33043 8740 398 0,'0'0'13'0,"0"0"76"0,0 0-30 16,-38-9-45-16,27 42 5 15,1 11 4-15,3 11-5 16,4 4-3-16,3 0-8 15,0-3-2-15,1-7-2 0,7-9-4 16,1-10-36-16,1-10-38 16,-3-9-45-16,0-5-131 15</inkml:trace>
  <inkml:trace contextRef="#ctx0" brushRef="#br0" timeOffset="33425.62">33007 9150 295 0,'0'0'21'0,"0"0"42"16,2-55-8-16,11 36-5 15,7 1 0-15,-2 4-1 16,2 3-16-16,-1 6-9 16,-4 5-8-16,-3 0-12 15,-6 14-4-15,-4 4 0 0,-2 1 1 16,0 4 1-16,0-3 0 16,0 1 0-16,0-2-1 15,0-5 1-15,10-1-5 16,4-2-14-16,3-4-9 15,5-4 0-15,2-3-2 0,-3 0 5 16,-1-6 14-16,-3-8 4 16,-9 1 3-16,-7-2-3 15,-1-4 0-15,-13 2 2 16,-5 1 4-16,-4-1 6 16,1 1 0-16,4 3-2 0,1 1-3 15,5 2 0-15,4 3 0 16,4-1 4-16,3 2 15 15,5 0-8-15,7 1-5 16,10 0 0-16,4 3-2 16,3 2 1-16,1 0 0 0,-1 5-3 15,-5 8-1-15,-1 4-3 16,-5 0 2-16,-2 3-1 16,-4-1 1-16,-3-1-1 15,-3-2 0-15,-1-4-1 16,-5-3 1-16,0-3 0 0,0-3 0 15,0-3-1-15,0 0 2 16,0-3 3-16,-3-10-3 16,3-10-1-16,0-4 2 15,11-9 2-15,7-3 1 16,6-1-3-16,9 3-1 0,-1 7-3 16,-1 9 0-16,-3 11 1 15,-7 10-11-15,-11 0-74 16,-10 7-87-16</inkml:trace>
  <inkml:trace contextRef="#ctx0" brushRef="#br0" timeOffset="33938.19">31360 9568 446 0,'0'0'28'0,"0"0"22"0,-47 28-11 0,28-6 5 15,-1 3-19-15,5 4-7 16,4 3-8-16,4-3-5 16,7-1-2-16,1-4-1 0,13-4-1 15,4-9 0-15,5-3 0 16,1-8 0-16,1 0 1 15,-3-16 1-15,-5-5-3 16,-2-6-1-16,-8-2-1 16,-7-1 0-16,-2 3-1 15,-15 2 0-15,-6 5-1 0,-4 6 2 16,0 4 1-16,3 4 0 16,7 2-6-16,7 4-14 15,10 0-17-15,2 0-27 16,18 0-17-16,6 0-28 15,6 1-73-15</inkml:trace>
  <inkml:trace contextRef="#ctx0" brushRef="#br0" timeOffset="34204.32">31652 9582 264 0,'0'0'38'0,"0"0"47"0,0 0-26 16,0 0 18-16,0 0-16 15,0 0-18-15,0 0-12 16,0 0-10-16,-49 0-4 15,36 24-3-15,1 9-2 16,4 9-4-16,2 5-3 16,1 9 0-16,2 3-2 15,-2 2 0-15,0 0 1 0,-1-1-4 16,-4-2-21-16,-2-4-15 16,-3-7 3-16,-1-10-13 15,-2-10-23-15,-1-11-13 16,3-13-92-16,0-3-74 15</inkml:trace>
  <inkml:trace contextRef="#ctx0" brushRef="#br0" timeOffset="34350.54">31486 9950 381 0,'0'0'6'16,"0"0"25"-16,46-24-4 15,-21 17-5-15,2-2-13 16,5 2-7-16,-1-4 1 16,-1-2-6-16,-7-6-291 0</inkml:trace>
  <inkml:trace contextRef="#ctx0" brushRef="#br0" timeOffset="35542.4">32285 9653 363 0,'1'-8'7'0,"2"5"50"16,4 3-9-16,5 18-42 15,7 8 28-15,4 9 3 16,5 6-9-16,4 3-10 0,1-1-10 16,-2-2 0-16,0 0-2 15,-6-7-1-15,-2-4-3 16,-3-7-35-16,-5-9-18 16,-6-7-43-16,-2-7-130 15</inkml:trace>
  <inkml:trace contextRef="#ctx0" brushRef="#br0" timeOffset="35776.66">32551 9697 352 0,'0'0'5'15,"0"0"61"-15,0 0-3 16,0 0-21-16,-43 9 10 15,18 19-3-15,-3 6-11 0,-3 5-12 16,-3 4-9-16,1 2-9 16,3 4-4-16,2-3 1 15,5 0-2-15,8-4-52 16,5-12-48-16,8-13-118 16</inkml:trace>
  <inkml:trace contextRef="#ctx0" brushRef="#br0" timeOffset="36036.55">33047 9467 544 0,'0'0'3'16,"62"5"65"-16,-32 30-25 16,-2 23-8-16,-10 22-8 15,-16 10-12-15,-14 7 1 16,-29 7-6-16,-17 6-2 16,-20-2-2-16,-14-4-7 0,-11-6-99 15,-8-17-182-15</inkml:trace>
  <inkml:trace contextRef="#ctx0" brushRef="#br0" timeOffset="44030.55">16700 13719 38 0,'0'0'4'0,"0"0"8"15,2 59 0-15,2-37 6 16,-1 4-7-16,-1-1 7 0,1 2 19 16,2 3-13-16,0 0-12 15,0 1 5-15,1 2-6 16,0 1-3-16,-1-1 1 16,2 1 0-16,-3 3 3 0,1 2 4 15,-3 4 1-15,2 5 2 16,-2 6 2-16,1 3-2 15,0 3-2-15,1 2-4 16,-2 1-1-16,2 4 0 16,1-2 1-16,0 3-3 0,0-1 2 15,1-2 2-15,-1 2-1 16,1 0-5-16,-1 1 0 16,1 1 0-16,1 1-1 15,-2 3-1-15,-1-1 4 16,0 0-5-16,-1-1-1 15,-3 0-2-15,1-1-1 0,-1-2 0 16,0 0 1-16,0 0-3 16,0-1 1-16,-2 0 2 15,2-3 3-15,-2 0 1 16,2-5 4-16,0 0-5 16,0-4-2-16,4-4-2 0,3-1 0 15,1-3-1-15,0 0 1 16,1 1-1-16,-1-1 1 15,-2-1-1-15,0-3 0 16,-2 1 2-16,1-4-2 16,-1 3 1-16,-3-4-1 0,1 0-1 15,1-4 2-15,-1-2-2 16,0-5 1-16,-2-4 3 16,2-4-2-16,-2-3-1 15,2-3 1-15,0-2 1 16,-2-1-1-16,3-1 0 0,-1-3-1 15,0 0 1-15,-2-1-1 16,2-1 0-16,-2-3 0 16,0 1 0-16,2-3 0 15,-2 0-2-15,0 0-18 16,0 0-41-16,0 0-35 0,0-10-54 16</inkml:trace>
  <inkml:trace contextRef="#ctx0" brushRef="#br0" timeOffset="44385.78">16682 17112 204 0,'0'0'-1'0,"0"0"96"0,0 0-78 0,0 0 3 0,0 0-14 16,0 0 8-16,0 0 27 15,0 0-14-15,49 15-14 16,-22-6-8-16,4 0-2 15,-2 2-1-15,0 0-1 0,-2-2-1 16,-5 1 1-16,-4-4-1 16,0-1-1-16,-7-5-56 15,-6 0-64-15,-3-10-147 16</inkml:trace>
  <inkml:trace contextRef="#ctx0" brushRef="#br0" timeOffset="44713.63">17111 16854 66 0,'0'0'138'0,"0"0"-88"15,0 0-37-15,0 0 12 0,0 0 18 16,-12 42 9-16,8-25-8 16,-4 2-17-16,3 5-4 15,-4 6-9-15,0 2 2 16,0 2-4-16,-3 2-1 16,2 1-1-16,-3 0-5 0,-1-4-2 15,3-5-2-15,2-4 0 16,1-7-1-16,2-11-5 15,2-6-98-15,-3-14-231 16</inkml:trace>
  <inkml:trace contextRef="#ctx0" brushRef="#br0" timeOffset="48688.62">15381 11901 222 0,'0'0'62'0,"0"0"-15"0,0 0-25 16,0 0-25-16,0 0 2 15,5 56 6-15,-9-19 5 16,0 8 5-16,-2 2 3 16,-3 1-9-16,1 1-3 0,0 0-1 15,0-8-2-15,3-2-2 16,-1-7 1-16,4-9-1 16,0-5 1-16,1-10-1 15,1-8 2-15,0-4 4 16,0-18 0-16,3-12-6 0,5-10 1 15,3-13-1-15,3-8 0 16,-4-2 0-16,2 2-1 16,-1 5 0-16,-6 8-1 15,-1 12 1-15,-2 11 0 16,0 10 7-16,-2 7 13 0,0 7 1 16,1 5-7-16,4 1-15 15,3 13-2-15,1 7 3 16,0 5 2-16,5 9 1 15,-2 5-2-15,0 3 0 16,2 2 1-16,-1 1 0 16,2-2 0-16,-2-2-1 0,1-5 1 15,-3-2 0-15,0-6 3 16,-3-4-4-16,0-4-28 16,-3-6-13-16,-1-5-17 15,-4-7-34-15,0-3-87 0</inkml:trace>
  <inkml:trace contextRef="#ctx0" brushRef="#br0" timeOffset="48879.67">15297 12194 347 0,'0'0'5'0,"0"0"-2"0,0 0-2 15,0 0 3-15,0 0-3 16,0 0 4-16,0 0 7 0,46 0-5 16,-13 0-2-16,0-3-3 15,6-5 0-15,-3-2-16 16,-5-5-108-16</inkml:trace>
  <inkml:trace contextRef="#ctx0" brushRef="#br0" timeOffset="49456.58">15749 12107 347 0,'0'0'1'0,"0"0"-1"16,0 0 2-16,0 0 15 15,0 0 22-15,0 0-2 16,0 0 2-16,-23-38-13 15,7 38-13-15,0 0-5 16,-6-1-5-16,3 9 1 0,-2 3-1 16,2 5 0-16,4 0-1 15,3 2-1-15,6 3 0 16,1-1-1-16,5 0 0 16,0-3 1-16,7 0-1 0,4-3 2 15,3-5 0-15,-1-3 1 16,3-6-2-16,-1 0-1 15,-1-3-4-15,1-7 1 16,-3 0 0-16,-5-1 0 16,1 2 3-16,-4 3-1 0,1 1 1 15,-3 3 0-15,3 2-1 16,-3 0-4-16,3 7 2 16,1 6 1-16,-2 4 1 15,1 7 2-15,-1 6-1 16,-3 4 0-16,-1 3 1 0,0 3-1 15,0-3 0-15,-3-2 1 16,-5-5-1-16,1-4 1 16,-2-2-1-16,-1-6 2 15,2-2-2-15,-1-5 1 16,-4-3 0-16,2-4-1 16,2-4 3-16,-1 0-1 0,2-12-2 15,3-9-19-15,3-9-41 16,2-9-26-16,0-8-131 15</inkml:trace>
  <inkml:trace contextRef="#ctx0" brushRef="#br0" timeOffset="49860.59">15870 12238 363 0,'0'0'2'0,"0"0"9"0,0 0-4 15,0 0 6-15,0 0-7 16,43-24 3-16,-30 19 1 0,1 0-5 16,-1 1-2-16,3-2-3 15,-3 0 0-15,-2 0 2 16,1-3-2-16,-5 0 2 15,1-2-1-15,-6 1 0 16,-2 0 1-16,0 1 0 0,-4 2 0 16,-7 4-2-16,-5 3 1 15,-2 0 0-15,-2 3-2 16,-2 12 3-16,4 4 4 16,2 5 6-16,3 2-2 15,4 2 3-15,9-2-8 0,0-4-2 16,15-6-1-16,8-4 0 15,7-8 4-15,7-4 1 16,1-8 0-16,4-10-4 16,-1-4-38-16,-6-9-64 15,-8-5-229-15</inkml:trace>
  <inkml:trace contextRef="#ctx0" brushRef="#br0" timeOffset="50431.49">15214 11412 304 0,'0'0'14'0,"0"0"-12"0,0 0 2 15,0 0-7-15,0 0 1 16,0 0 2-16,39 12 0 15,-20-2 2-15,3 0 1 0,2 3 3 16,-3-2-3-16,5-4-1 16,-3-1 0-16,1-5 0 15,0-1 3-15,1 0-1 16,0-9-2-16,0-3 1 16,-1-5 0-16,1 3 0 0,-1 0-2 15,-1 1 0-15,-4 1-1 16,-2 5 0-16,-3 3 0 15,-1 4-2-15,-2 2-2 16,-3 2 4-16,1 7 21 16,2 3-7-16,-2 1 4 0,3 3-6 15,3-1-9-15,3 1 0 16,2-3 0-16,5-2 1 16,6-6 4-16,2-7 0 15,-1-10-28-15,1-21-222 16</inkml:trace>
  <inkml:trace contextRef="#ctx0" brushRef="#br0" timeOffset="52257.14">17404 12090 239 0,'-5'-8'22'0,"-4"-1"7"0,5 5 6 16,1 4-10-16,3 0-22 15,0 14-4-15,0 3 1 16,3 6 0-16,1 3 1 15,1 3-1-15,-1 4 1 16,-2 3 0-16,1 2 0 0,1-1-1 16,0 1 1-16,-1-5 1 15,3-4-1-15,-1-7 0 16,1-7 1-16,3-12-5 16,1-3-2-16,5-14 11 15,1-11-3-15,2-5-1 0,4-1-2 16,-1-1 0-16,0 8 1 15,-4 7-1-15,-2 5-1 16,-2 8 2-16,-2 4-2 16,-2 2 3-16,-1 9 1 15,0 3 2-15,-1 1 2 0,-1 2 1 16,2-2-3-16,0 2-3 16,-2-1 0-16,3-3 0 15,-3-2 0-15,3-1 1 16,-1-6-1-16,-1-1 1 15,4-3-1-15,-2 0 0 0,1-3 0 16,1-4-1-16,-1-3 0 16,-3 0 0-16,2-2 1 15,-5-3-1-15,-1-3 0 16,-3-5 1-16,-1-6-2 16,1-1 0-16,-6-5 2 0,-4 0-2 15,0 1 0-15,1 2 0 16,-3 7 1-16,2 5-1 15,1 7 0-15,1 5-1 16,4 5-13-16,2 3-27 16,2 0-40-16,0 1-7 0,0 4 11 15</inkml:trace>
  <inkml:trace contextRef="#ctx0" brushRef="#br0" timeOffset="53025.66">17668 11468 66 0,'0'0'-6'0,"0"0"-46"16</inkml:trace>
  <inkml:trace contextRef="#ctx0" brushRef="#br0" timeOffset="53786.53">17656 11414 162 0,'0'0'44'16,"0"0"-42"-16,0 0 14 16,0 0-16-16,0 0 2 15,0 0 8-15,0 0 18 0,0 48-3 16,-9-29 1-16,-3 1-5 16,-3 1-8-16,-2 1-3 15,-2 0-4-15,-1-3-2 16,-1-4 1-16,2-1-2 0,1-5 1 15,0-2-2-15,3-4-1 16,3-3 1-16,4 0 1 16,-1 0-2-16,7-9 0 15,1 2-2-15,1-3-3 16,0 0 4-16,7-1 0 16,2 1 0-16,2 1-1 0,-1 0 3 15,1 0-2-15,-1 1 0 16,0-1 0-16,1 3 0 15,-3 1-1-15,2-1 1 16,3 0-1-16,0 2 1 16,4 0-1-16,-2 1 1 0,2 3 1 15,2 0 0-15,-4 0 2 16,2 7-2-16,-4 4 2 16,2 2 0-16,1 1 1 15,2 2 2-15,-5-3-4 16,2 1 0-16,1-4-1 0,-3-3 0 15,1-4 1-15,-1-3 0 16,1 0 1-16,-1-9-1 16,3-5 1-16,-1-2-1 15,1-2-1-15,0 1 1 16,-1 1-27-16,-5 2-98 0,-4-1-136 16</inkml:trace>
  <inkml:trace contextRef="#ctx0" brushRef="#br0" timeOffset="57494.94">17855 11932 217 0,'0'0'31'0,"0"0"25"0,0 0-30 16,0 0-24-16,0 0 3 16,-10 43 7-16,14-13 2 15,-2 4-1-15,2 3-7 0,-4 1 1 16,2 2-3-16,2 0-1 16,1-2-3-16,2-5 1 15,4-2-1-15,1-8 0 16,2-5 2-16,1-8-1 15,3-4 1-15,4-6-2 0,2 0 1 16,1-11-6-16,-2-4-29 16,-2-2-32-16,-3-4-46 15</inkml:trace>
  <inkml:trace contextRef="#ctx0" brushRef="#br0" timeOffset="57713.54">17810 12259 265 0,'0'0'1'0,"0"0"26"15,0 0-2-15,0 0-9 16,31-38-15-16,0 22 0 0,11-4 1 15,0-4-4-15,2-10-145 16</inkml:trace>
  <inkml:trace contextRef="#ctx0" brushRef="#br0" timeOffset="58628.92">19671 11904 130 0,'0'0'2'0,"0"0"11"15,0 0 14-15,0 0 6 16,0 0 17-16,0 0 4 0,0 0-40 16,0 0 13-16,0 47 0 15,0-13-8-15,3 3-7 16,2 1-6-16,1 4-2 15,1-3-2-15,0 0 1 16,-2-4-2-16,-1-2 1 0,-2-5 1 16,-2-4-3-16,0-9-33 15,0-7-37-15,-10-8-52 16,-4-1-80-16</inkml:trace>
  <inkml:trace contextRef="#ctx0" brushRef="#br0" timeOffset="58873.96">19400 12072 318 0,'0'0'1'0,"0"0"5"16,0 0 5-16,0 0 3 16,0 0 3-16,0-50-9 15,31 32 1-15,9-4-1 16,9-3 0-16,2 0-2 15,3 4-4-15,-3 1 0 0,-4 5-2 16,-6 8 0-16,-5 4-4 16,-9 3-71-16,-10 0-52 15</inkml:trace>
  <inkml:trace contextRef="#ctx0" brushRef="#br0" timeOffset="59049.05">19398 12452 324 0,'0'0'3'0,"0"0"0"15,0 0-9-15,0 0 20 0,69 3 0 16,-20-21-6-16,9-7-7 16,-3 0 2-16,0 2-2 15,-4 1-40-15,-9-4-64 16,-5 3-73-16</inkml:trace>
  <inkml:trace contextRef="#ctx0" brushRef="#br0" timeOffset="59960.61">20304 12244 137 0,'0'0'4'16,"0"0"27"-16,-42-9-15 15,36 6-11-15,5 3-3 0,1-3-7 16,0-4-102-16</inkml:trace>
  <inkml:trace contextRef="#ctx0" brushRef="#br0" timeOffset="60733.57">19858 12180 236 0,'0'0'19'0,"0"0"39"0,0 0-35 0,0 0-20 0,0 0-3 16,0 0 1-16,0 0 3 15,-19 37 0-15,26-22-2 16,-2 2 0-16,2 1-1 16,-3 0-1-16,-1-3 2 15,-1 0-1-15,0-3 0 16,-2-3 2-16,0-3-2 0,0-4 1 16,0-2-2-16,0 0 4 15,0-5 0-15,2-9-5 16,2-6-3-16,2-3-2 15,4-4 0-15,1 1 5 16,1 1-2-16,-1 5 1 0,-1 3 2 16,1 8-1-16,-1 5-1 15,-2 3-1-15,2 1-2 16,-1 1 2-16,-2 6 3 16,3 5 4-16,-4 0 0 15,2 1-2-15,-3 3 0 0,1-1-1 16,-1 0 0-16,2 3-1 15,-3-3-22-15,-1 0-49 16,0-4 15-16,2-7-84 16</inkml:trace>
  <inkml:trace contextRef="#ctx0" brushRef="#br0" timeOffset="62814.12">20194 12126 219 0,'-9'-2'33'0,"3"1"0"0,-4 1 14 16,3 0-28-16,-1 5-11 15,0 6-4-15,1 1-2 16,1 2 2-16,2 1 2 16,3 2-1-16,1 0-2 15,0-1-1-15,3 0-1 0,5-1 0 16,3-4-2-16,3-1 0 16,2-6 2-16,4-4-5 15,3 0-4-15,0-11-20 16,4-5-30-16,-2-1-21 15,-3 2-28-15</inkml:trace>
  <inkml:trace contextRef="#ctx0" brushRef="#br0" timeOffset="63774.41">20367 12182 74 0,'0'0'97'0,"0"0"2"15,0 0-17-15,0 0-60 16,0 0-10-16,0 0 8 16,0 0-2-16,0 0-7 0,-7 43-4 15,7-31-4-15,0 0-2 16,9-2-1-16,3 0 2 15,0-3 0-15,7-1 0 16,0-6 0-16,2 1-1 16,-2-1-11-16,-2-4-19 0,-3-3-13 15,-6-3 7-15,-6 1-9 16,-2 0 11-16,-2 1 12 16,-11 0-16-16,-7 2 18 15,-2-1 10-15,4 1 11 16,-2-2 3-16,4-2 0 0,5 1 16 15,4-2 4-15,5 1 5 16,-1 0-11-16,3-1 2 16,0 1-7-16,9 1-8 15,3 2 3-15,5 4-3 16,2 2-4-16,0 1-1 16,1 0-1-16,0 4 2 0,-1 5-2 15,-1 1 1-15,-1 1 1 16,0-1-1-16,-3 3 0 15,1-2 1-15,-2-1-1 16,0-4 0-16,-4 1 0 0,-2-1-1 16,-1-4 1-16,-1-2 3 15,0 0 0-15,1-9-3 16,-3-4 1-16,3-7 0 16,2 0-2-16,-4-1 2 15,2 0 8-15,-2 6 13 0,-2 2 9 16,-1 8-15-16,1 3-7 15,0 2-9-15,2 0-4 16,-2 10 0-16,1 3 2 16,4 0 2-16,-1 1 4 15,1 0-5-15,-2-4 0 16,3 2 1-16,0-4-1 0,2-5 2 16,-3 1-2-16,1-4 2 15,2 0-1-15,1-4-1 16,-1-5 1-16,1-5-2 15,1-1 1-15,-2-2-1 16,-2 1 0-16,-1 3 1 0,-3 3 0 16,-1 5 1-16,0 3 1 15,0 2-1-15,2 0-3 16,0 7 1-16,3 3 1 16,1 1 0-16,1 2 1 15,3-3 0-15,3 1-1 0,5-3 1 16,-2-4 0-16,5-3-1 15,0-1-1-15,-1 0 2 16,0-9 1-16,-1-4-2 16,-6-3 1-16,-1-4 0 15,-4 1 0-15,-7-2 0 0,-3 4 0 16,-1 2-1-16,0 2 2 16,-7 5-2-16,-4 4 7 15,-3 4 5-15,-1 0-4 16,1 6-4-16,3 7-1 15,2 1 0-15,5 2-1 0,4 0-1 16,5-3-1-16,12-4 0 16,9-2-1-16,8-5 1 15,4-2-1-15,5-5-18 16,-3-12-55-16,-6-11-132 16</inkml:trace>
  <inkml:trace contextRef="#ctx0" brushRef="#br0" timeOffset="64364.35">19420 11544 175 0,'-8'0'4'0,"5"0"23"16,2 0 7-16,1 0 2 15,0 0-18-15,9 0-2 16,5 0 4-16,6 0-9 0,2 2-3 15,1 1-5-15,1 0 0 16,1-3-2-16,-5 0 2 16,2 0-2-16,-3-10 2 15,2-4-2-15,0-5 0 16,1-1 0-16,-4 2 0 0,4 1 0 16,-4 3-1-16,-1 4-1 15,0 6 1-15,0 4 0 16,0 0 0-16,0 7 2 15,3 4 6-15,1 0 0 16,2-1-2-16,2-3-1 0,5-4-4 16,3-3 1-16,2-1-2 15,-5-19-102-15</inkml:trace>
  <inkml:trace contextRef="#ctx0" brushRef="#br0" timeOffset="66017.67">18820 13697 135 0,'0'0'7'0,"-2"-44"17"0,2 23-3 0,0 3-6 16,0 1-1-16,0 4 2 15,0 5 5-15,0 1 5 16,0 4 27-16,0 3-20 15,0 3-30-15,0 15-3 16,0 9 1-16,1 12 0 0,7 13 0 16,-1 19 2-16,4 11 2 15,2 12 6-15,2 17-3 16,2 8-3-16,3 8 16 16,1 6-7-16,2 1-1 15,4 3-10-15,-2-3 5 0,-1-2 3 16,-2-6-8-16,1-2-3 15,-4-3 1-15,-4-8-1 16,0-1 0-16,-5-6 1 16,-1-7-2-16,-5-7 0 15,-3-8 1-15,0-3 1 0,-1-10-1 16,1-6 1-16,-1-6-1 16,0-7 0-16,0-8 0 15,0-4 0-15,0-9 0 16,0-7 2-16,0-4-1 15,0-4-2-15,0-2 1 0,0-3 0 16,0-2-14-16,2-1-13 16,0 2-11-16,0-1-27 15,-2-2-43-15,-2-1-21 16</inkml:trace>
  <inkml:trace contextRef="#ctx0" brushRef="#br0" timeOffset="66297.99">18854 16619 483 0,'0'0'0'0,"0"0"-12"0,0 0 8 15,34 38 0-15,-10-27 3 16,1-3-3-16,2-2 8 0,2-5-8 15,0-1 6-15,0-1 0 16,-3-8-2-16,1-6 0 16,-4-5 0-16,-2-6 1 15,-4-5-2-15,-2-2 4 16,-4-1-3-16,-2 2-14 16,-1 2-39-16,0 1-54 0,-3 4-70 15</inkml:trace>
  <inkml:trace contextRef="#ctx0" brushRef="#br0" timeOffset="67177.03">20761 13797 62 0,'0'0'37'0,"0"0"-7"0,0 0 17 0,0 0-15 15,0 0-4-15,0 0-12 16,0 0-13-16,-2 44 4 0,1-5 25 16,1 13 7-16,0 14-9 15,1 16-7-15,11 16-8 16,2 10-3-16,2 11-8 16,4 9 0-16,0 7 2 15,0-1-2-15,1-2-1 0,1 0 1 16,-4-2 3-16,-1-3-3 15,-3-4-2-15,-2-5-1 16,-6-4 1-16,-2-9-1 16,-4-11-1-16,0-9 1 15,-2-13-1-15,-4-11 1 0,3-11-1 16,-3-7 1-16,0-6 1 16,4-6 0-16,0-3 0 15,0-6-3-15,2-2 4 16,0-5-3-16,0-1 1 15,0-2 0-15,0-4 0 0,0 3-1 16,2-2 0-16,-2-2 0 16,0 3 1-16,0-3-1 15,0-1 0-15,0-1 0 16,0-1 1-16,0 0-1 0,0-1 0 16,0 1-9-16,0 0-16 15,0-1-31-15,-6 1-72 16,1-1-61-16</inkml:trace>
  <inkml:trace contextRef="#ctx0" brushRef="#br0" timeOffset="67490.92">20781 16548 321 0,'0'0'18'0,"0"0"-19"0,45 15 1 0,-17-8 12 0,2 1 1 15,1-2-12-15,2 1 1 16,0-4 1-16,-1-3-1 15,-1 0 2-15,-2-3-1 16,-4-11 0-16,2-2-1 16,-7-2 0-16,0-6-24 0,-6-5-70 15,-3-2-93-15</inkml:trace>
  <inkml:trace contextRef="#ctx0" brushRef="#br0" timeOffset="67675.63">21351 16168 449 0,'0'0'42'15,"-38"42"-42"-15,15-12-2 16,-1 3 9-16,-5 7 1 0,0 1 1 16,2-2 0-16,2 0-3 15,4-3-5-15,7-7-9 16,5-12-133-16</inkml:trace>
  <inkml:trace contextRef="#ctx0" brushRef="#br0" timeOffset="73601.16">13448 15915 289 0,'0'0'18'0,"0"0"15"0,-41 12-16 0,35-12 20 16,6 0 0-16,0-9-16 15,18-5-6-15,7-6-6 16,12-6 4-16,10-4-3 0,9-5-2 16,7-4-4-16,6-2-1 15,-1 4-1-15,-4 3-2 16,-6 6 2-16,-13 5-3 15,-10 10 2-15,-10 7-3 16,-14 6-25-16,-9 1-39 0,-6 13-60 16,-18 4 25-16</inkml:trace>
  <inkml:trace contextRef="#ctx0" brushRef="#br0" timeOffset="73828.83">13434 16252 292 0,'0'0'10'0,"0"0"-7"16,64-39 60-16,-18 2-13 0,12-7-12 16,9-10-7-16,9-4-9 15,5-6-9-15,3 6-7 16,-3 1-4-16,-5 13-4 15,-15 4 0-15,-11 6-31 0,-19 5-158 16</inkml:trace>
  <inkml:trace contextRef="#ctx0" brushRef="#br0" timeOffset="79357.42">25477 13262 214 0,'0'0'18'0,"0"0"16"15,0 0 41-15,0 0-45 16,0 0-5-16,0 0-7 16,0 0-3-16,0 0-11 0,0 0-3 15,-26-9-1-15,34 26 1 16,5 6 1-16,6 5 5 16,4 7 4-16,6 4-1 15,3 5-4-15,4 2-3 16,-1 4-2-16,-1-2 0 0,-2-3-1 15,-5-3-11-15,-3-5-34 16,-6-9-55-16,-4-8-78 16</inkml:trace>
  <inkml:trace contextRef="#ctx0" brushRef="#br0" timeOffset="79725.32">25727 13306 245 0,'0'0'19'0,"0"0"27"16,0 0-24-16,0 0-19 16,0 0 0-16,0 0 5 15,0 0 10-15,0 0-4 0,-40 48 1 16,27-25 1-16,-5 3-1 16,-3 3 9-16,-1 7 1 15,-7 2-3-15,0 2-6 16,-2 0-10-16,2 0-5 15,4-4 0-15,5-3-2 0,6-7 1 16,4-6-5-16,5-6-74 16,5-10-162-16</inkml:trace>
  <inkml:trace contextRef="#ctx0" brushRef="#br0" timeOffset="81364.17">25287 13087 180 0,'0'-7'36'0,"0"0"-15"0,0 2 23 16,0 3-6-16,0 1-15 16,0 1-9-16,0 0-11 15,0 0-3-15,0 3 6 16,2 2 5-16,6 4-5 16,0-1 2-16,3-1 1 0,0 2-1 15,5-4-4-15,-1 2 0 16,5-6-2-16,-1-1 0 15,2 0 0-15,1-8 4 16,2-6-1-16,2-3 0 16,-4-3-1-16,0 2-1 0,-1-1-2 15,-4 4-1-15,0 3 1 16,-4 3-1-16,-1 4 0 16,0 5 1-16,2 0-1 15,-1 7 2-15,2 9 5 16,3 5 4-16,3 1-1 0,1 3-2 15,3-1-6-15,2 0 0 16,1-4-1-16,1 0-1 16,0-7-7-16,0-7-82 15,-1-6-189-15</inkml:trace>
  <inkml:trace contextRef="#ctx0" brushRef="#br0" timeOffset="82533.73">25975 13914 138 0,'0'0'25'0,"0"0"13"0,0 0-12 0,0 0 3 15,0 0 14-15,0 0-2 16,0 0-6-16,0 0-2 16,0 0-2-16,0 0-13 0,0 0-6 15,0 0-4-15,0 0 0 16,18-39-1-16,-2 35 0 16,-1 1 0-16,2 0-3 15,-2 3-3-15,1 0 0 16,-5 6-1-16,-1 7 0 0,-3 1 1 15,-2 3-1-15,-5 0 2 16,0 3 0-16,-3 0-2 16,-9-1 1-16,2-1 1 15,-4-2-5-15,-1-2 3 16,4-3-4-16,0-4 1 16,2-1 0-16,5-5 0 0,3-1 3 15,1 0 2-15,2 0-9 16,10 0 3-16,2-5 4 15,3 2-2-15,3 2 4 16,0 1-4-16,-2 0-6 16,0 4-13-16,-7 5 19 0,-3 0 2 15,-3 4 0-15,-2-1 0 16,-3 1 0-16,-3 0-2 16,-6 0 4-16,-3 0 1 15,-4 1 1-15,0-2 0 0,-3 0 0 16,0 1 0-16,1-2-2 15,-4-1 0-15,4 0-1 16,-3-4-1-16,3 0 0 16,1-4 0-16,1-1 0 15,5-1 0-15,0 0-4 16,2-3-35-16,5-7-71 0,2-3-104 16</inkml:trace>
  <inkml:trace contextRef="#ctx0" brushRef="#br0" timeOffset="83127.71">26293 14059 317 0,'0'0'10'0,"0"0"20"0,0 0-23 0,0 0 9 16,0 0 24-16,0 0-6 0,0 0-12 16,0 0-10-16,0 0-5 15,0 0-2-15,0 0 9 16,0-4-8-16,0-1-1 15,0-2 2-15,0-3-3 0,0-3-1 16,4-4-1-16,2 0-1 16,5-5 0-16,1 0 0 15,1 1 0-15,3 1-3 16,0 6 2-16,0 2-3 16,0 5 0-16,0 7-2 0,-2 0 1 15,-2 0-1-15,-3 12 2 16,-3 6 1-16,-2 2-1 15,-4 6 1-15,0 1 2 16,-10 0-1-16,0 1 2 16,-4-1-1-16,-2 0 1 15,0-4-1-15,0-3 1 0,-3-3-1 16,2-2 1-16,4-2 0 16,2-6-2-16,3 0 3 15,0-3-2-15,8-1 0 16,0-3 1-16,1 0 2 0,12 0 7 15,6 0-1-15,6 0-3 16,6 0-3-16,0 0-2 16,1-1-1-16,1-1-1 15,-9 0-24-15,-1-3-81 16,-5-2-178-16</inkml:trace>
  <inkml:trace contextRef="#ctx0" brushRef="#br0" timeOffset="86807.88">26960 13408 154 0,'0'0'1'16,"0"0"6"-16,0 0 5 16,0 0 4-16,0 0-6 15,0 0-8-15,0 0-1 0,0 0-1 16,0 0 1-16,0 0-1 16,0 0 0-16,0 0-2 15,38 16-9-15,-28-16-90 16</inkml:trace>
  <inkml:trace contextRef="#ctx0" brushRef="#br0" timeOffset="87254.73">26981 13334 147 0,'0'0'37'0,"0"0"-5"16,0 0-3-16,0 0-17 0,0 0 14 16,40-4 1-16,-11 1 1 15,4-3 0-15,2 3-5 16,1-1-15-16,-3 4-5 15,-2 0-3-15,-3 0 1 16,-4 0-2-16,-3 2 0 16,-4 2 0-16,-5 2-1 0,-6 0-9 15,-6-1-41-15,0 2-37 16,-11-1-56-16</inkml:trace>
  <inkml:trace contextRef="#ctx0" brushRef="#br0" timeOffset="87518.3">26897 13594 179 0,'0'0'79'16,"0"0"-56"-16,0 0-14 15,0 0 5-15,50 12 17 16,-23-9-12-16,5 2-7 0,5-1-7 16,5 3 0-16,2-4-5 15,7 1 0-15,-1-2 0 16,5-2-2-16,-1 0-18 16,-5-11-173-16</inkml:trace>
  <inkml:trace contextRef="#ctx0" brushRef="#br0" timeOffset="88867.1">28453 13790 218 0,'0'0'5'0,"49"-8"-2"0,-8 2 2 15,7 2 1-15,16 1 1 16,16-3 7-16,16 2 10 0,17-2-3 15,22 1 6-15,18-2-7 16,16 1 0-16,15 0-3 16,17 3-7-16,5-1-5 15,4 0 0-15,-1-1-2 16,0-3 0-16,-9 0-2 16,-12-4 2-16,-11 2 1 0,-16-3 2 15,-11-1 1-15,-18 4-3 16,-15 0-3-16,-20 3 1 15,-21 2-1-15,-20 3 0 16,-24 2-1-16,-20-3-57 0,-12-7-98 16</inkml:trace>
  <inkml:trace contextRef="#ctx0" brushRef="#br0" timeOffset="103753.78">28689 12911 175 0,'0'0'11'0,"0"0"24"0,0 0-14 15,2-3-8-15,2 0-9 16,-2-2 2-16,2-1 8 16,1-1 4-16,-1 0 1 15,1-2 5-15,5 0-4 16,1-2-5-16,4 0 0 0,5 1-4 15,5 3 1-15,3 4-2 16,3 3-4-16,1 0-5 16,-2 14 1-16,-3 6 0 15,-7 6-2-15,-3 4 2 0,-8 1 4 16,-6 4-3-16,-3-2 3 16,-5 1-2-16,-10-4 3 15,-7 0-5-15,-2-4 1 16,-7-4 0-16,1-5-1 15,-2-1-1-15,2-5 0 0,1-5-1 16,4-3 1-16,4-3-12 16,6 0-20-16,9-6-23 15,6-5-19-15,3-5-10 16,14-4-44-16</inkml:trace>
  <inkml:trace contextRef="#ctx0" brushRef="#br0" timeOffset="104104.78">29238 12812 241 0,'0'0'52'0,"0"0"-47"0,0 0 20 15,-39-34-7-15,26 34-7 0,-5 0 6 16,-2 10 0-16,-3 7 11 16,-1 7-1-16,0 4-5 15,1 2-4-15,6 5-1 16,-1 1-4-16,10 1-7 16,3-3-3-16,5-1-2 0,4-5 0 15,11-4 0-15,10-8 0 16,6-6 0-16,8-7 0 15,1-3-29-15,2-2-29 16,-6-15-62-16,-2-4-61 16</inkml:trace>
  <inkml:trace contextRef="#ctx0" brushRef="#br0" timeOffset="105566.64">29398 13093 227 0,'-1'0'4'0,"-2"0"5"0,3-4-1 16,0-1-4-16,0 0-3 16,5-1 0-16,2 1 12 15,2-3 12-15,0 1-5 16,4 2-2-16,0 0-8 16,1 2-2-16,-1 2-1 15,-4 1-3-15,1 0-3 0,-3 0 2 16,-2 4-3-16,-3 3 0 15,-2 5 0-15,0-1 0 16,0 3 0-16,-9 3 4 16,-1 0-2-16,-4 0 0 15,2 0-2-15,-3 1 3 0,3-1-2 16,0-3-1-16,5-3 0 16,1 0 0-16,3-3 0 15,-1-3 1-15,4-1-2 16,0-2 1-16,0-1 0 15,5-1 2-15,3 0 2 0,4 0-2 16,1 0-1-16,-1 2 0 16,0 3-1-16,-1 1 0 15,-4 1 0-15,2 4 0 16,-4-1-1-16,-3 3 2 16,2 1 0-16,-4-2 5 0,0-1 2 15,0 2 0-15,-8-2 7 16,1 1-2-16,-5-2-2 15,2 1-3-15,-4-2-1 16,1-1-5-16,-3 2 1 16,0-2-2-16,-2-2 0 0,1 0 0 15,-1-2 0-15,3-1-1 16,1 0 0-16,4-2 0 16,4-1-8-16,3 0-22 15,3-1-38-15,0-11-66 16</inkml:trace>
  <inkml:trace contextRef="#ctx0" brushRef="#br0" timeOffset="106068.96">29619 13259 305 0,'0'0'7'0,"0"0"44"0,0 0-25 16,0 0-13-16,14-40 1 15,-9 30 5-15,2-2 4 16,-2 0-5-16,3 2-8 16,-4-1-6-16,2 2-3 15,1 1 0-15,0 2-1 16,-1 2 0-16,0 1 0 0,-1 3 0 15,3 0-1-15,-2 0 1 16,-1 6-1-16,0 4-1 16,-2 4 1-16,1 1-1 15,-4 4 1-15,0 4 1 16,0-1 0-16,0 4 0 0,-7-2-2 16,-3 2 2-16,-3-2-2 15,0-3 4-15,-2-1-2 16,3-3 1-16,1-3-1 15,0-4 0-15,5-3 2 16,4 0-2-16,1-5 0 16,1-1-1-16,5-1 2 0,11 0 2 15,5 0 0-15,6 0-2 16,6-4-1-16,5-4 0 16,1 2-1-16,-2 0-19 15,-2-1-21-15,-2-1-76 16,-4-4 6-16</inkml:trace>
  <inkml:trace contextRef="#ctx0" brushRef="#br0" timeOffset="106362.29">30211 13046 429 0,'0'0'8'0,"0"0"31"0,0 0-30 0,37-13-9 15,-16 10 2-15,5-2 3 16,4-1 10-16,3-1-4 15,2 1-7-15,2 0-2 16,0 2-1-16,-2 0-4 16,0-4-57-16,-4-5-120 15</inkml:trace>
  <inkml:trace contextRef="#ctx0" brushRef="#br0" timeOffset="107392.25">31098 12905 231 0,'0'0'7'0,"0"0"17"0,0 0-8 16,0 0-6-16,0 0 8 16,0 0 21-16,-1-45 7 15,4 36-12-15,1 1-9 0,0-2-5 16,4 0-2-16,1 3-5 15,2 1-3-15,5 1-4 16,-1 0-4-16,5 2-1 16,-1 3-1-16,1 0 1 15,-3 8-2-15,-1 4 2 16,-3 4-2-16,-2 4 0 0,-5 1 1 16,-4 3 0-16,-2 3-2 15,0 0 3-15,-10 0-1 16,-8 2 1-16,0-1-1 15,-2-2 1-15,-2-2-1 16,4-3 0-16,-3-3 1 0,6-3-1 16,2-4 0-16,6-4 0 15,2-4 1-15,4 0-1 16,1-3 1-16,1-2 2 16,12-9 1-16,8-7-3 15,4-5-1-15,4-7 0 16,5-2 0-16,1-4-11 0,-5 3-11 15,-3-1 1-15,-6 3 6 16,-2 4 6-16,-6 4 8 16,-5 3 1-16,-3 6 0 15,-4 3 3-15,-1 2 13 0,0 6 8 16,-1 3-1-16,-8 0-10 16,1 5-7-16,-1 10-1 15,0 4 2-15,-1 4 6 16,4 4-1-16,3 2 0 15,3 0-4-15,0 1-4 0,7-2-2 16,9 3-2-16,4-5 1 16,5-5-2-16,5-4 0 15,4-10-18-15,2-5-23 16,2-2-27-16,-6-19-87 16,-3-9-156-16</inkml:trace>
  <inkml:trace contextRef="#ctx0" brushRef="#br0" timeOffset="108059.69">31068 12617 127 0,'0'0'20'0,"0"0"29"0,0 0-14 0,0 0 3 16,0 0-10-16,0 0 1 16,0 0 13-16,0 0-17 0,0 0-19 15,0 0-3-15,37-10 12 16,-4 7 6-16,7-1-4 15,8-3-5-15,0-3-1 16,2 3 0-16,-5-1-3 0,-5 2-2 16,-7-1-5-16,-6 3 1 15,-5 1-1-15,-7 1-1 16,-4 2 0-16,-3 0 0 16,-3 0-11-16,-4 0-20 15,-1 0-37-15,0-3-53 16,0-7-117-16</inkml:trace>
  <inkml:trace contextRef="#ctx0" brushRef="#br0" timeOffset="112131.83">31762 13178 187 0,'0'0'12'0,"0"0"3"0,0 0-13 0,0 0-1 15,0 0 5-15,0 0 33 16,0 0 9-16,-1 0-21 16,1 0-10-16,-2 0-5 15,2-5-1-15,0 2-2 0,0-2 4 16,0-2-4-16,2 0-1 16,1 1 0-16,4-1-2 15,1-1-3-15,3 3-2 16,0 1-2-16,1 2 4 15,1 2-2-15,0 0-1 16,-3 0 0-16,-2 8 1 0,-4 3-2 16,-2 5 1-16,-2 2-2 15,-1 4 0-15,-8 2 4 16,-4 1-1-16,-2 1 0 16,-1-2-1-16,2-2 1 15,2-3 0-15,2-3-1 0,6-5 2 16,1-2-2-16,3-2 0 15,7-4-4-15,10-3 3 16,6 0 2-16,8 0 0 16,5 3 0-16,6-3 1 15,-2 0-2-15,-1 0-12 0,-6 0-53 16,-8-6-106-16</inkml:trace>
  <inkml:trace contextRef="#ctx0" brushRef="#br0" timeOffset="114145.41">29288 14513 225 0,'-9'-15'6'0,"1"5"24"0,2 1-10 0,2 6 2 16,4 3 8-16,0 0-7 16,0 3-18-16,4 10 13 15,9 7 13-15,5 7-5 16,5 4-5-16,4 10-3 15,4 9-4-15,3 2-6 0,1 4-4 16,0-1-2-16,-3 2-1 16,-1-7 1-16,-4-6-2 15,-5-6 0-15,-5-7 1 16,-4-9-1-16,-4-11 0 0,-5-7 0 16,-2-4 30-16,0-18 5 15,-2-9-31-15,0-11-2 16,0-8-1-16,0-11-1 15,0-11 0-15,0-9 0 16,0-4-1-16,6-7 1 16,4-2 0-16,1 9-1 0,1 8 0 15,1 15 0-15,-2 13 1 16,-2 13 0-16,-4 14 0 16,-2 6 0-16,0 8 0 15,0 1-1-15,1 3 0 16,0 0 1-16,3 0 0 0,-2 0 0 15,1 0 0-15,-1 0 0 16,-1 0 0-16,1 0 0 16,-2 3 0-16,-1-3 0 15,0 0 0-15,2 0 0 16,1 0 1-16,1 0-1 0,1 0 0 16,6 0-1-16,0 0 1 15,5-3 0-15,7-2 0 16,9-1 1-16,12-3-2 15,16 1 2-15,17-1-1 16,18-1 0-16,15-1 0 0,11 1 0 16,9 3 0-16,5 0 0 15,-1 1 0-15,-7 2 0 16,-8 1 0-16,-14-1 0 16,-13-1 0-16,-11 0 0 15,-14-1 0-15,-12-1 0 0,-7 0 0 16,-10 1 1-16,-9 2-1 15,-5 0-1-15,-7 1 2 16,-2 0-2-16,-8 0 1 16,2-1-1-16,-2 0-34 15,-5-1-13-15,-3-4-66 0,-1-5-48 16</inkml:trace>
  <inkml:trace contextRef="#ctx0" brushRef="#br0" timeOffset="116188.03">30179 14588 167 0,'0'-7'4'0,"0"-1"36"0,0-1-8 16,0 4 0-16,0-2-2 15,2 0 4-15,-1 2 7 0,1 1-17 16,2-1 1-16,2 1-8 15,-1 3-7-15,5 1-3 16,-1 0-2-16,4 0-1 16,0 7 0-16,5 7 0 15,-3 2-1-15,1 2 0 16,0 5 1-16,-2 0 2 0,-1 2-1 16,-4 1 2-16,-2-2-3 15,-3-1-2-15,-2-3-1 16,-2-2 0-16,0-5 0 15,-4-3 1-15,-4-3-1 16,-2-3 1-16,-3 0 1 0,-1-3 0 16,-2-1-1-16,-2 0-1 15,-3 0 0-15,2-5-1 16,-5-2 0-16,1-2 0 16,0-6 1-16,2 1-1 15,0-5 1-15,3-2-2 0,3-5 1 16,3-2 1-16,4 2-1 15,4-2 0-15,4 0 0 16,0 2 0-16,3 2 1 16,5 5-1-16,3 1-1 15,1 2 2-15,3 2-2 0,-1 3 1 16,3 2 1-16,-3 1-2 16,2 2 2-16,-2 1-2 15,4 3 2-15,-5 2-1 16,2 0 0-16,-1 0 0 15,3 0 0-15,-2 0 0 0,3 0 0 16,-1 3 1-16,5-2-1 16,5 1 0-16,7-2 1 15,1 1 0-15,9-4 6 16,3-4 4-16,6-3-6 16,-2 0-2-16,-1-3-1 0,1 1 1 15,-8 0-1-15,-7 2 1 16,-6 2 1-16,-7 2 0 15,-9 2-2-15,-5 1 0 16,-5 2-2-16,-3 1 2 16,-1 0-2-16,0 0 2 15,-3 0-1-15,-1 0 0 0,-2 1-1 16,1 2 2-16,2 1-2 16,3-2-2-16,0 1 2 15,0-1-1-15,5 1 0 16,4-1-5-16,0-2-69 15,0-5-98-15</inkml:trace>
  <inkml:trace contextRef="#ctx0" brushRef="#br0" timeOffset="119270.03">30733 14915 157 0,'0'-1'3'0,"0"-5"35"0,-2 0-15 16,2 1 1-16,0 0-2 15,0 1-6-15,0 2 5 16,0-2-1-16,0 0-7 16,0 1 0-16,0 1 2 15,0 0-2-15,0-1 3 16,0-1 0-16,3-2-6 0,7-2-1 16,4-1-4-16,2-1 2 15,5 2 1-15,3 1-3 16,-1 4-2-16,0 1 0 15,-2 2-5-15,-4 3 4 16,-4 10-2-16,-5 4 0 0,-6 4 0 16,-2 5 0-16,-7 2 0 15,-11 4-2-15,-2 0 1 16,-5-2 0-16,1-4 1 16,2-4-1-16,6-6 1 0,2-6 0 15,6-3 0-15,5-4 0 16,3-3 0-16,3 0 1 15,15 0-1-15,6-3 0 16,3-5 0-16,9-1 1 16,2 2-2-16,-2 0 1 0,-1 1 1 15,-1 0-2-15,-3 2-3 16,-6 2-13-16,-3 0-87 16,-4-2 4-16</inkml:trace>
  <inkml:trace contextRef="#ctx0" brushRef="#br0" timeOffset="119691.03">31226 14890 305 0,'0'0'3'0,"0"0"7"0,0-44 61 0,5 29-19 0,2 0-38 16,3 3 12-16,1-2-6 0,-2 5-5 15,2 1-7-15,-2 7-6 16,0 1 0-16,-3 1-2 16,1 10 0-16,-3 2 1 15,-1 3-2-15,-3 2 1 16,0-1 0-16,0 3 0 0,-3-1 0 15,-2 1-2-15,-1-1 2 16,2 0 0-16,0-1 0 16,3-2 0-16,-1-3 0 15,2-1 0-15,0-4 0 16,4-4 0-16,9 0 0 0,6-4 0 16,6 0 2-16,7 0-2 15,5-5-2-15,4 0 2 16,0-1 0-16,-7-5-7 15,-7-3-242-15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22T11:34:16.9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20623 4382 104 0,'0'0'74'0,"0"0"-44"15,-17-41 32-15,7 28 1 0,-4 4-7 16,-1 1-7-16,-8 6-16 16,-4 2-12-16,-6 2-6 15,-1 14-2-15,-8 10 3 16,-5 9-2-16,-2 11-1 15,-3 6 1-15,-2 11 3 0,1 6-5 16,6 5-1-16,7 2-4 16,11-3-3-16,9-2 0 15,13-4-3-15,7-7 1 16,8-6 0-16,15-6-1 16,8-10 1-16,7-7-3 15,4-12 3-15,2-9-4 0,-1-10-1 16,0-7-30-16,-4-14-42 15,-2-11-93-15,-6-3-192 16</inkml:trace>
  <inkml:trace contextRef="#ctx0" brushRef="#br0" timeOffset="344.51">20470 4954 264 0,'0'0'59'15,"0"0"-17"-15,0 0 5 0,0 0 1 16,-39 39-21-16,38-22-5 16,1 2-2-16,0 0-7 15,7 4-6-15,2 1-3 16,4-1-2-16,1-2 1 16,2-1-3-16,1-7 0 0,-2-6 3 15,1-4-2-15,-2-3 4 16,0-4 0-16,-4-11-3 15,-1-3-1-15,-2-3 1 16,-4-5-1-16,-3-1-1 16,0 0-1-16,-10 3-2 0,-2 1 0 15,-5 3-2-15,-1 3 0 16,0 6-5-16,1 1-6 16,2 5-19-16,5 2-30 15,2 3-49-15,5 0-78 16</inkml:trace>
  <inkml:trace contextRef="#ctx0" brushRef="#br0" timeOffset="706.36">20602 4968 297 0,'0'0'39'0,"0"0"-5"0,0 0 12 15,48-5 8-15,-33 5-11 16,1 0-6-16,1 0-15 15,-1 5-9-15,-1 6-4 16,-1 2-6-16,-3 2 0 0,-2 3-2 16,-1 0 0-16,-4-1 0 15,-2 1 1-15,-2-2-2 16,0-2 2-16,0-4 1 16,-8-3-3-16,0-4 0 15,1-3 3-15,-2-1-1 16,2-12 0-16,1-4 0 0,6-6-2 15,0-3 0-15,6 1 0 16,10 1 1-16,-1 1-1 16,4 6 0-16,3 0-3 15,-2 7-17-15,2 0-26 16,-1 2-23-16,-2 3-39 0,-2 1-9 16,-5 1-2-16,-4 3-19 15</inkml:trace>
  <inkml:trace contextRef="#ctx0" brushRef="#br0" timeOffset="971.67">20937 4902 66 0,'0'0'76'0,"0"0"-5"16,0 0 0-16,0 0 8 0,0 0-3 16,0 0-28-16,0 0-31 15,0 0-6-15,33 19 0 16,-19-5 7-16,2 0 3 16,-1 5-8-16,-1 2-5 15,-4 0-3-15,-1 3-1 16,-1-1-1-16,-6 1-2 0,0-3-1 15,-2-5 2-15,0-2-2 16,-4-7 2-16,-4-4 0 16,-1-3 3-16,1 0-2 15,-5-10-1-15,5-8-1 16,5-3 1-16,3-6-1 0,3-5-2 16,14-3 1-16,4-1-1 15,5 5-4-15,1 3-19 16,1 4-35-16,-5 4-62 15,-6 3-89-15</inkml:trace>
  <inkml:trace contextRef="#ctx0" brushRef="#br0" timeOffset="1242.02">21266 4449 414 0,'0'0'15'0,"0"0"57"0,0 0-59 0,0 51-6 0,0-4 14 16,0 8 4-16,0 7-2 16,0 4-6-16,0 1-12 15,0 0-1-15,0-6-2 16,1-4 1-16,1-10-10 15,0-10-28-15,0-10-35 0,0-11-58 16,0-11-77-16</inkml:trace>
  <inkml:trace contextRef="#ctx0" brushRef="#br0" timeOffset="1638.19">21467 4897 375 0,'0'0'39'16,"0"0"20"-16,0 0-6 0,0 0-28 15,0 0-18-15,0 0-6 16,0 0 1-16,0 0-2 16,38 7 1-16,-32 11 1 15,-1 2 0-15,-2-1-1 16,-3 0-2-16,0-2-7 0,0-4-9 15,-2-3-2-15,-4-3 6 16,-2-5 2-16,-1-2 11 16,0 0 2-16,2-9-3 15,2-2 0-15,5-6 0 16,0-2 1-16,3 1 3 16,12 1 8-16,3 2 0 0,5 4-4 15,3 8-2-15,2 3-3 16,-2 3-1-16,-1 13-1 15,-7 1 1-15,-1 4 0 16,-9 2 1-16,-8 1-45 16,0-3-117-16</inkml:trace>
  <inkml:trace contextRef="#ctx0" brushRef="#br0" timeOffset="2372.77">19860 5825 463 0,'0'0'12'0,"0"0"42"0,0 0-43 0,0 0-13 16,0 78 3-16,7-26 3 15,-1 3 0-15,-4 3-2 0,-2-3 0 16,0-5 1-16,-2-6-1 15,-4-12 1-15,-1-8-1 16,1-13 1-16,-2-9 2 16,-1-4 25-16,1-21-8 15,-1-11-18-15,-2-11-2 0,6-16-2 16,5-13 0-16,2-7 0 16,15 0 0-16,6 7 1 15,-1 16 0-15,1 21-1 16,-2 19 1-16,-4 18-2 15,-3 4-3-15,1 19 2 0,1 2 2 16,-1 4 1-16,-3-1 0 16,1 0 1-16,-6-2 0 15,0-5-1-15,-3-4 1 16,3-7-1-16,-4-4 0 16,1-6-4-16,2 0 2 0,-2-11 4 15,-1-5-2-15,4-7-1 16,-3 1-1-16,0 0-1 15,1 4 3-15,-1 6-1 16,-2 5 0-16,3 7 1 16,3 2-5-16,2 12 2 0,1 7 6 15,3 5 3-15,-1 6-1 16,1 5-1-16,-1 2-2 16,-2-1 1-16,1-1 0 15,-2-2-3-15,-3-6 2 16,3-5-17-16,-2-1-35 15,-4-9-38-15,-1-3-63 0,0-9-154 16</inkml:trace>
  <inkml:trace contextRef="#ctx0" brushRef="#br0" timeOffset="2836.28">20486 6004 217 0,'0'0'91'0,"0"0"-73"0,0 0 63 0,0 0-33 0,0 0-29 16,0 0 14-16,-42-34-5 16,23 34-7-16,-4 9-1 15,2 4-5-15,-4 4-4 16,1 3-5-16,6 1-2 0,-2 4 0 15,5-1-1-15,7-1-2 16,3-3 1-16,5-3 0 16,1-4-1-16,10-3 2 15,7-7 0-15,2-3-3 16,-2 0 0-16,4-13 2 0,-1-4-3 16,-4-2 1-16,-1 1-1 15,-5 0-1-15,-5 6 2 16,-3 1 1-16,-3 4 1 15,0 4 5-15,0 1 7 16,0 2-5-16,0 0-3 0,0 2-4 16,0 5-2-16,0 7 1 15,2-2 0-15,7 5 2 16,0 0 0-16,4-2 0 16,1 1-1-16,1-2-19 15,-1-4-22-15,1 0-23 0,-3-7-58 16,-3-3-137-16</inkml:trace>
  <inkml:trace contextRef="#ctx0" brushRef="#br0" timeOffset="3441.48">20644 5753 425 0,'0'0'5'0,"0"0"39"0,0 0-23 0,0 0-20 16,0 0 3-16,-11 50 21 15,15-15 16-15,3 8-18 16,-1 1-11-16,2 1-6 16,-2 1-3-16,-1-5 0 0,-1-3-2 15,-2-8 1-15,-1-6 0 16,0-5-1-16,-1-8 0 15,1-4 0-15,-1-7 0 16,1-1 4-16,3-14-2 16,2-5-1-16,0-5-3 15,4-3-1-15,4 2 2 0,1 2 2 16,-1 4 0-16,0 10 0 16,1 3-3-16,-4 7 1 15,1 0 0-15,0 12-1 16,-1 2 2-16,-4 3 1 15,2 0 0-15,-3 1 2 0,-1-4-3 16,-3 0 2-16,-2-2-1 16,2-2-1-16,-2-6-1 15,0 1-1-15,0-5 0 16,0 0 2-16,0-5 2 16,0-6-1-16,0-8-2 0,3-1-1 15,3-1 0-15,2 0 0 16,3 5 1-16,1 2-1 15,0 5 1-15,3 5-2 16,-1 4 2-16,-1 0-3 16,3 3 3-16,-2 10 0 0,2 4 2 15,-5 0-2-15,1 3-2 16,-4 0-12-16,-2 1-40 16,-4-4 12-16,-2-2-66 15,0-4-114-15</inkml:trace>
  <inkml:trace contextRef="#ctx0" brushRef="#br0" timeOffset="3652.01">20885 5750 456 0,'0'0'7'16,"0"0"17"-16,-8-38-14 0,8 32-7 15,4 6-5-15,9 0 2 16,1 3-16-16,-1 10-51 16,4 4-83-16</inkml:trace>
  <inkml:trace contextRef="#ctx0" brushRef="#br0" timeOffset="3837.5">21237 6133 391 0,'0'0'8'16,"30"-41"23"-16,-12 14 12 15,5-5-18-15,2-4-9 0,-2 1 11 16,2-1-6-16,-2 5-17 16,-4 8-2-16,-6 5-11 15,-5 6-63-15,-7 4-106 16</inkml:trace>
  <inkml:trace contextRef="#ctx0" brushRef="#br0" timeOffset="4017.72">21267 5875 406 0,'0'0'102'16,"0"0"-86"-16,0 0-9 15,0 0-1-15,0 0 24 0,39 50 6 16,-17-30 1-16,4 3-15 15,2 5-15-15,1-1-4 16,2 0 1-16,-4 4-2 16,2-3-26-16,-6-8-63 15,-2-10-115-15</inkml:trace>
  <inkml:trace contextRef="#ctx0" brushRef="#br0" timeOffset="11346.55">25011 4949 142 0,'0'-15'8'0,"-1"-3"24"15,-2 2 41-15,-2 1-39 16,1 2-1-16,1 2-2 16,2 4 7-16,-2 3-4 15,3 4-13-15,0 0-15 0,4 7-7 16,9 13 2-16,7 7-1 15,7 8 1-15,4 11 1 16,5 6 3-16,1 9 2 16,1-1 2-16,-4 2 7 15,-2-3-4-15,-4-4 0 0,-4-11 0 16,-6-10-6-16,-4-8-6 16,-5-9-5-16,0-9-6 15,-6-5-6-15,-1-3-4 16,-2-6-7-16,0-11-43 15,-7-5-54-15</inkml:trace>
  <inkml:trace contextRef="#ctx0" brushRef="#br0" timeOffset="11647.62">25322 4895 199 0,'0'0'15'16,"0"0"6"-16,0 0 27 16,0 0-11-16,0 0-25 0,0 0-13 15,0 0 30-15,-48 59 18 16,16-13-12-16,-9 8-6 16,-7 6-13-16,-2 1-8 15,-4-1-5-15,0-3 0 16,4-8 3-16,10-6-1 15,7-11-7-15,9-7-15 0,10-7-19 16,9-11-47-16,5-7-100 16</inkml:trace>
  <inkml:trace contextRef="#ctx0" brushRef="#br0" timeOffset="12221.04">24853 4578 97 0,'0'0'29'0,"0"0"17"0,0 0 0 15,0 0 0-15,0 0-17 16,0 0-11-16,0 0-7 0,0 0-3 16,0 0-3-16,0 0 4 15,-19 6-1-15,32-3 3 16,2 1-3-16,7-1 0 16,-1-3-2-16,1 0-1 15,4 0-1-15,-1-7-1 16,-2-2-1-16,0-3-1 0,0-1 1 15,-4-3 0-15,-2 2 0 16,-2 1-2-16,-4 2 0 16,-1 1 0-16,-5 6 0 15,1 4-2-15,0 0-1 0,3 4-2 16,5 7 3-16,0 3 2 16,5 2 0-16,4 1 2 15,2-1 2-15,1-1 2 16,3-2 0-16,2-6-33 15,1-5-162-15</inkml:trace>
  <inkml:trace contextRef="#ctx0" brushRef="#br0" timeOffset="12634.54">25695 5087 313 0,'0'0'10'0,"0"0"43"0,0 0-2 0,0 0-26 16,0 0-21-16,57-3-3 0,-28 3 2 15,9 0 2-15,4 3 0 16,1 0 0-16,1 0-2 15,-4-1 1-15,-2 1-2 16,-10 1 0-16,-2-2-2 16,-8-2-40-16,-2 0-116 0</inkml:trace>
  <inkml:trace contextRef="#ctx0" brushRef="#br0" timeOffset="14325.25">26597 4889 142 0,'0'-11'7'0,"0"0"12"0,2-1 13 0,0 4-6 16,0-2 9-16,0 1 1 16,0 2 1-16,-1 0 3 15,1 2-18-15,-1 2-2 16,1 3-6-16,2 0-12 0,5 4-5 16,4 9 1-16,7 7 2 15,4 5 10-15,5 5 10 16,5 7-1-16,3 3-8 15,0 2-7-15,-1 1 2 16,-3-1 3-16,-2-5-3 0,-6-5-2 16,-5-5-1-16,-5-8 1 15,-5-7-6-15,-2-5-12 16,-3-5-9-16,-5-2-20 16,0 0-5-16,0-11-113 15</inkml:trace>
  <inkml:trace contextRef="#ctx0" brushRef="#br0" timeOffset="14591.69">26893 4776 303 0,'0'0'6'0,"0"0"39"15,0 0 7-15,0 0-29 0,0 0-23 16,-41 13 0-16,27 14 9 16,-2 9 17-16,-5 1-13 15,2 5-7-15,-5 0-2 16,1 1 1-16,0-5 1 16,0-1-9-16,2-7-26 0,1-3-23 15,4-7-22-15,4-9-50 16</inkml:trace>
  <inkml:trace contextRef="#ctx0" brushRef="#br0" timeOffset="14941.83">26406 4546 179 0,'0'0'4'0,"0"0"37"16,0 0 19-16,0 0-24 15,0 0-10-15,0 0-9 16,0 0-13-16,0 0-7 16,0 0 7-16,50-16 5 0,1 16-1 15,8 0-1-15,5 0-3 16,-1 0 2-16,-5 0 2 16,-8 0-4-16,-8 0-46 15,-7-1-118-15</inkml:trace>
  <inkml:trace contextRef="#ctx0" brushRef="#br0" timeOffset="15282.06">27318 4360 364 0,'0'0'17'16,"0"0"19"-16,50 45-42 16,-26-1 38-16,1 20-10 15,-3 20 1-15,-7 11-7 16,-11 6-7-16,-4 4-2 0,-21 3 5 15,-9-4 3-15,-10-9-3 16,-9-7-39-16,-7-10-45 16,-10-14-49-16,-4-17-178 15</inkml:trace>
  <inkml:trace contextRef="#ctx0" brushRef="#br0" timeOffset="15674.71">24694 4598 420 0,'0'0'7'16,"-44"0"-9"-16,17 20-2 15,-6 20 8-15,1 18 1 16,-2 15 8-16,-5 13 10 15,5 15 1-15,6 7-14 0,11 7 2 16,14 2-4-16,8-2 0 16,27-10-1-16,19-18-2 15,23-17-3-15,16-24-21 16,16-25-29-16,12-24-68 16,6-34-193-16</inkml:trace>
  <inkml:trace contextRef="#ctx0" brushRef="#br0" timeOffset="16969.34">26910 4255 163 0,'0'0'23'0,"0"0"13"0,-56-49 8 16,32 35-17-16,-2 4-1 16,1 2-7-16,-1 1 11 0,-5 2-16 15,2 4-5-15,-2 1-4 16,-1 0-2-16,-8 3-2 15,0 12 0-15,-5 2 1 16,-4 6-1-16,-4 7 1 16,0 6 3-16,0 10 8 0,2 10 4 15,5 9-5-15,6 13 0 16,4 16 0-16,8 11 2 16,12 7-5-16,5 11 2 15,11 4 0-15,14-3 0 16,19-8-3-16,16-8 7 15,9-13-2-15,11-18 2 0,3-18-4 16,2-21-2-16,0-20-2 16,-4-18-1-16,-2-21-2 15,0-21 2-15,-3-14 0 16,1-11-4-16,-7-7 0 16,-2-7-2-16,-6-4 1 0,-10-2 0 15,-11-4-1-15,-10-4 0 16,-12-4 0-16,-8-1-1 15,-11 3 1-15,-17 1-4 16,-13 9-2-16,-12 12 1 16,-9 10-4-16,-11 13-2 0,-5 13 7 15,-1 13-1-15,5 11 3 16,10 8 0-16,11 5-3 16,18 2-15-16,16 3-25 15,16 11-25-15,5-4-43 16,20 0-37-16</inkml:trace>
  <inkml:trace contextRef="#ctx0" brushRef="#br0" timeOffset="17342.36">27514 3855 293 0,'0'0'2'0,"-57"56"-6"0,8 1 8 0,-11 20 31 0,-19 26 5 15,-20 22-2-15,-14 25-4 16,-19 16-8-16,-13 11-7 0,-13 5-2 15,0-6-1-15,1-9-3 16,10-19 2-16,14-26 5 16,23-21 1-16,21-23 0 15,24-19-8-15,18-18-9 0,17-14-1 16,14-9 4-16,12-11-7 16,4-7-23-16,21-11-7 15,12-23-34-15,7-18-79 16</inkml:trace>
  <inkml:trace contextRef="#ctx0" brushRef="#br0" timeOffset="18834.64">28149 4689 191 0,'0'0'-90'0,"7"-44"90"16,-7 33 46-16,0 5 8 15,0 6 25-15,-8 4-7 16,3 20-68-16,-3 15 15 0,2 11 13 15,1 12-4-15,2 6-16 16,3 3-7-16,0 0-2 16,5-6 0-16,7-9 1 15,4-12 0-15,5-15 2 16,3-17-4-16,2-12 1 0,3-20-2 16,3-15-2-16,4-11-2 15,-4-2-1-15,-4-2 1 16,-6 5-2-16,-5 11 3 15,-7 7-1-15,-6 13 2 16,-3 12 0-16,-1 2-2 0,0 14 1 16,2 8 3-16,2 3 0 15,2 1 2-15,2-2 2 16,5-3-1-16,5-5 1 16,3-5-2-16,3-6 2 15,2-5 0-15,1-3 0 0,-2-13-1 16,-4-4 0-16,-6-4-4 15,-1-6 0-15,-8-1-2 16,-4-3 0-16,-2 0-2 16,-8 0 0-16,-8 1 1 15,-3 7 1-15,-4 4-1 0,0 3 1 16,2 4 1-16,6 4 1 16,4 0-1-16,9 1 2 15,2-1 2-15,18-2 0 16,10-1-1-16,8-4-2 15,5-1 2-15,2-2 0 0,-4-2-1 16,-3-2 1-16,-5-1-1 16,-8-4 1-16,-6 1 0 15,-7 0-1-15,-6 2 1 16,-4 4-2-16,2 6 0 16,-6 6 2-16,-3 11 1 0,-2 0 1 15,3 21-8-15,2 12-3 16,1 12 2-16,1 9 12 15,2 10-6-15,0 5-1 16,8-2 2-16,3-4 0 16,5-5 4-16,0-11-1 15,1-13-2-15,-2-10-1 0,-3-11 1 16,-3-10-1-16,-1-6 5 16,-2-17 11-16,0-11-3 15,3-10-14-15,3-6 1 16,0 3-1-16,0 1-2 15,2 9 1-15,-3 13 0 0,3 12 1 16,-1 9-3-16,3 9-3 16,1 15 3-16,3 7 2 15,0 2 3-15,2 1 0 16,1-1 6-16,-3-6 2 16,3-6-4-16,3-7-35 0,1-6-33 15,-3-8-36-15,0-2-62 16,-3-14-85-16</inkml:trace>
  <inkml:trace contextRef="#ctx0" brushRef="#br0" timeOffset="19277.11">29361 4770 218 0,'0'0'27'0,"0"0"64"0,0 0-40 0,-44-21-15 16,37 21-13-16,3 4-14 16,2 7-6-16,2 2 1 15,0 1 0-15,5-1-2 16,5-3 1-16,2-6 1 0,5-4 3 15,-1 0 0-15,3-11-1 16,-3-7-1-16,-2-1-1 16,-1-1-1-16,-2 5-4 15,-7 5-1-15,1 6 2 16,2 4 5-16,0 11-18 0,2 16 16 16,2 14 13-16,0 12 1 15,-4 10-3-15,-4 10 2 16,-2 9-10-16,-1 2 0 15,0-3 0-15,-9-1-2 16,-2-5-1-16,-4-8 0 16,-2-13 3-16,-3-13-4 0,-5-13 1 15,-3-12-1-15,-4-15 1 16,-3-4 0-16,-4-18-2 16,-4-10 0-16,4-10-2 15,4-6-1-15,11-6-1 16,11-1-1-16,13 2-3 0,8 2 2 15,23 6 1-15,11 1-16 16,13 8-48-16,7 1-12 16,6-2-42-16,2-1-119 15</inkml:trace>
  <inkml:trace contextRef="#ctx0" brushRef="#br0" timeOffset="19524.68">30090 4242 432 0,'0'0'-2'0,"52"-13"16"0,-12 13-1 16,9 23-5-16,2 11 0 15,1 11-1-15,-2 5 8 0,-7 1 9 16,-10-1-7-16,-5-5-6 15,-5-6 3-15,-6-7-9 16,-5-12-38-16,-4-6-32 16,-2-11-12-16,-5-3-65 15</inkml:trace>
  <inkml:trace contextRef="#ctx0" brushRef="#br0" timeOffset="19725.32">30528 4162 429 0,'0'0'0'16,"0"0"24"-16,-42 6-15 0,21 28-9 16,-4 13 9-16,0 10 15 15,-3 8 9-15,-1 3-21 16,-1 5-1-16,4-3-1 16,1 0 0-16,0-9-2 0,2-10-24 15,2-11-80-15,-4-17-55 16</inkml:trace>
  <inkml:trace contextRef="#ctx0" brushRef="#br0" timeOffset="19971.73">29847 4087 436 0,'0'0'3'0,"-38"-50"28"0,31 27 37 16,7 5-27-16,3 1-14 16,27-3-15-16,16 0-10 15,22-3-1-15,22-2 0 16,19 2-1-16,8-2 1 16,1 3 3-16,-7 1 0 0,-10 1-51 15,-13-8-91-15,-15-8-187 16</inkml:trace>
  <inkml:trace contextRef="#ctx0" brushRef="#br0" timeOffset="20834.71">29073 5960 432 0,'0'0'1'0,"-6"-38"20"16,6 28 0-16,2 9-14 16,13 1-9-16,8 13 3 15,5 8 1-15,0 4-1 0,3 5 0 16,-1 4 2-16,-2 2 4 16,-6-1 5-16,-4-2-3 15,-2-3-3-15,-7-5-2 16,-5-5 1-16,-2-6-1 15,-2-5-3-15,0-7 0 0,-4-2 3 16,-5-8 0-16,-3-9-3 16,-4-8 1-16,1-7-2 15,4-6-1-15,3-3-2 16,6-3-2-16,2 0-8 16,12 5 7-16,11 9 4 0,8 5-4 15,3 8-83-15,4 6-19 16,1 1-63-16</inkml:trace>
  <inkml:trace contextRef="#ctx0" brushRef="#br0" timeOffset="21189.85">29652 6046 327 0,'0'0'5'16,"0"0"22"-16,0 0 13 0,0 0-9 15,0 0-12-15,37-49-8 16,-14 24-2-16,-4-4-2 16,0 1-5-16,-7 1 0 15,-3 0-1-15,-7 7 5 16,-2 3 23-16,-4 6 1 0,-11 6-13 16,-6 5-8-16,0 0-5 15,-2 12-3-15,1 6 2 16,6 4-1-16,4 6 0 15,9 0 0-15,3 5 2 16,7 0 0-16,12 1-2 16,7-4 1-16,4-2 0 0,4-5 1 15,-2-5-35-15,2-9-47 16,-2-8-38-16,-5-1-60 16</inkml:trace>
  <inkml:trace contextRef="#ctx0" brushRef="#br0" timeOffset="21724.67">29965 5946 419 0,'0'0'5'16,"0"0"28"-16,-26-38-6 15,23 30 10-15,3 7-13 16,0 1-14-16,2 0-12 0,7 12 4 16,1 1 4-16,0 5-4 15,0 3-1-15,1 1 2 16,-5 0 2-16,-2-2-1 15,-2 0-1-15,-2-3-1 0,0-7 0 16,0-3 0-16,-7-3-1 16,-1-4 2-16,-3-5-1 15,1-14-1-15,0-4 1 16,2-10-6-16,6 0-30 16,2-3 42-16,0 4-3 15,10 6-2-15,5 8-1 0,5 8 0 16,2 8-1-16,3 2-3 15,2 5 2-15,2 7 4 16,-2 4 4-16,-2 2 3 16,-4 1-3-16,-4-1 2 15,-3-1-2-15,-2 0-5 0,-3-4 1 16,-3-1-2-16,-3-4-1 16,-1-4-1-16,-2-4-4 15,0 0 2-15,-6-5 3 16,-5-11 0-16,-1-4-1 15,-3-4 0-15,4-2-1 0,1-2-1 16,5 1-3-16,2 4 0 16,3 3-1-16,6 6 2 15,10 7 5-15,5 7-1 16,3 0 1-16,3 10 3 16,2 4 3-16,0 6 0 0,-1-1-1 15,-2 0-2-15,0 0-7 16,1-5-54-16,-8-5-47 15,1-8-86-15</inkml:trace>
  <inkml:trace contextRef="#ctx0" brushRef="#br0" timeOffset="22037.43">30529 5732 443 0,'0'0'7'0,"0"0"16"0,-39-2-9 0,32 10 9 0,-1 7 1 15,3 4-3-15,5 2 3 16,0 3-4-16,9-3-9 16,5-1-5-16,6-3-2 15,4-3-1-15,2-7 1 16,3-6-1-16,-1-1 1 16,0-8-1-16,-5-9-1 0,-4-5 0 15,-7-4-3-15,-10-1-2 16,-2 0-1-16,-11 0 2 15,-11 4-1-15,-7 5 2 16,-2 5-2-16,0 5 1 16,3 5-6-16,2 3-4 0,10 0-24 15,5 4-37-15,10 3-28 16,1-4-68-16</inkml:trace>
  <inkml:trace contextRef="#ctx0" brushRef="#br0" timeOffset="22344.73">30827 5706 385 0,'0'0'35'0,"0"0"-24"15,0 0-12-15,0 0 33 16,27 39-10-16,-14-29 8 0,4-1 2 16,0 0-10-16,6 0-13 15,-2-1-7-15,0-4 0 16,-4-1-1-16,-2-3 1 15,-4 0 0-15,-3-3 2 16,-3-9 0-16,-5-4-2 0,0-7 0 16,0-5-1-16,-1-5-1 15,-5 0 1-15,3-1-2 16,3 1 1-16,0 7-1 16,7 4 0-16,8 8-37 15,5 4-40-15,4 5-13 0,1 3-117 16</inkml:trace>
  <inkml:trace contextRef="#ctx0" brushRef="#br0" timeOffset="23033.72">31338 5750 429 0,'0'0'3'16,"19"-44"-1"-16,1 19 14 15,0-4 10-15,4-1-5 0,2-1-5 16,1 3 2-16,-5 1-9 16,-3 3-5-16,-5 4-2 15,-7 4 5-15,-7 5 17 16,0 5-7-16,-7 3-8 16,-10 3-6-16,-3 7-2 0,-3 12-1 15,1 8 0-15,0 2 0 16,5 4 0-16,5 1 0 15,9 0-1-15,3-5 0 16,14-4 1-16,13-5 1 16,8-8 0-16,8-5 2 0,7-7-7 15,3 0-41-15,6-16-34 16,2-8-16-16,1-7-25 16,-1-5 33-16,-6 2 61 15,-11-1 31-15,-13 6 6 16,-14 8 44-16,-12 7 45 15,-5 4-9-15,-13 10-40 0,-11 0-18 16,-4 8-1-16,-3 9-9 16,-1 8-1-16,4 4-5 15,6 4-10-15,8-2-4 16,7-2-2-16,7-5 0 16,4-6 1-16,12-8 1 0,4-7 2 15,5-3 0-15,2-13-1 16,0-15-1-16,-1-12-1 15,0-13-1-15,-5-13-1 16,-1-14-3-16,-4-8-1 16,-3-6-1-16,-7 1 2 0,-5 5-5 15,-1 11-19-15,-4 13-17 16,-10 20 60-16,2 15 11 16,-4 16-3-16,1 14-5 15,-1 26-18-15,4 17-3 16,3 18 4-16,5 9 4 0,4 9 1 15,12-2 2-15,16-3 2 16,5-7-3-16,7-8 2 16,1-9 1-16,-1-8-6 15,-2-13-48-15,-4-15-51 16,-3-13-73-16</inkml:trace>
  <inkml:trace contextRef="#ctx0" brushRef="#br0" timeOffset="23354.68">32644 4747 528 0,'5'-49'2'0,"9"3"23"16,1 15 17-16,5 12-23 16,-2 6-8-16,2 10-5 15,1 3-4-15,-1 16-3 0,0 7 0 16,-5 7-1-16,-4 10 2 15,-8 4 0-15,-3 4 1 16,-16 4 2-16,-8 4 0 16,-7 2 0-16,-4 2 0 15,2-3 0-15,4-5-2 16,8-3 0-16,7-7 0 0,9-8-1 16,5-4 1-16,13-7 0 15,10-3 2-15,4-3-12 16,3-4-54-16,1-2-119 15</inkml:trace>
  <inkml:trace contextRef="#ctx0" brushRef="#br0" timeOffset="23495.51">32780 5760 613 0,'0'0'23'16,"0"0"-3"-16,0 0-13 15,0 0-7-15,0 0-76 16</inkml:trace>
  <inkml:trace contextRef="#ctx0" brushRef="#br0" timeOffset="44481.14">13555 4655 238 0,'0'0'46'0,"0"0"-44"0,18 43 0 0,-5-18-1 16,6 8-1-16,2 8 1 15,8 3 6-15,2 3 4 0,1 0-9 16,4 0-1-16,-2-4-1 16,-1-5 0-16,-2-7 1 15,-6-5-1-15,-3-5 0 16,-8-8 0-16,-6-4-2 15,-7-6-90-15</inkml:trace>
  <inkml:trace contextRef="#ctx0" brushRef="#br0" timeOffset="44778.67">13812 4756 261 0,'0'0'9'0,"0"0"4"15,0 0-11-15,0 0 2 16,-45 37 33-16,27-9-4 16,-3 4 5-16,-2 6-22 15,-2 2-10-15,-2 2-2 16,0 2-3-16,1-1-1 0,-1-3 0 15,0-2 0-15,2-5-3 16,3-5 2-16,5-11-1 16,2-8-91-16,4-9-131 15</inkml:trace>
  <inkml:trace contextRef="#ctx0" brushRef="#br0" timeOffset="45197.65">13367 4439 33 0,'0'0'7'0,"0"0"-3"0,0 0-3 16,0 0-1-16,0 0-1 15,0 0-3-15,0 0-12 0</inkml:trace>
  <inkml:trace contextRef="#ctx0" brushRef="#br0" timeOffset="45602.74">13367 4439 59 0,'0'-14'25'0,"-2"14"8"15,0 0 10-15,-2 0-12 0,2 0-8 16,-1 0-6-16,1 0-7 16,-1 0 2-16,3 0 2 15,-2 2-2-15,2 0 0 16,0 0 1-16,0-1-2 15,2 2 6-15,5 1 7 16,0 2-4-16,2-2-9 0,4-1-4 16,-2 1-5-16,4-4 0 15,-3 0 0-15,3 0 0 16,0-1 2-16,-1-9-1 16,1-4 1-16,-2-3-1 0,2-5-1 15,-3-2-1-15,0 0 0 16,0 1 0-16,-1 2-1 15,-4 5 0-15,2 4 2 16,-2 6-2-16,3 6 0 16,4 0 1-16,0 7-1 0,6 6 0 15,2 3 1-15,2 2 0 16,3-1-1-16,0 3 1 16,0 0-1-16,0-2-1 15,-2 1 1-15,-4-1-2 16,-4 2-99-16,-4-6-123 0</inkml:trace>
  <inkml:trace contextRef="#ctx0" brushRef="#br0" timeOffset="45885.01">14152 4837 286 0,'0'0'5'0,"0"0"2"15,36 4 27-15,-13-4-5 0,7 0-12 16,8-4-6-16,2-2-7 15,5 1-3-15,4-1-1 16,-5-4-33-16,-1-1-99 16</inkml:trace>
  <inkml:trace contextRef="#ctx0" brushRef="#br0" timeOffset="46256.55">14898 4571 298 0,'0'0'5'0,"0"0"66"15,0 0-51-15,0 0-18 16,0 0 2-16,55 29 8 0,-27-4-1 16,3 5-7-16,5 7-2 15,0 0-1-15,-1 1-1 16,1-3 1-16,-4-3-2 15,-1-5 1-15,-4-7 0 0,-5-4-1 16,-6-8-34-16,-3-4-64 16,-9-4-49-16</inkml:trace>
  <inkml:trace contextRef="#ctx0" brushRef="#br0" timeOffset="46539.51">15157 4523 245 0,'0'0'47'16,"0"0"-29"-16,0 0 16 15,0 0-36-15,0 0 5 16,-40 59 45-16,26-24-22 15,-1 3-15-15,-3 3-2 0,0 2-6 16,1 0-3-16,1-2 0 16,2-6 0-16,-1-6-1 15,1-8-11-15,3-11-146 16</inkml:trace>
  <inkml:trace contextRef="#ctx0" brushRef="#br0" timeOffset="47099.53">14738 4266 42 0,'0'0'123'0,"0"0"-117"15,0 0-6-15,0 0-3 16,0 0 5-16,0 0 0 15,0 0 0-15,0 0-1 16,0 0 1-16,6 30-1 0,-1-26 1 16,3-1 2-16,1-3 16 15,1 0 24-15,3 0-39 16,0-4-3-16,0-4-1 16,0 1 0-16,-1-4 0 15,-3 4 0-15,-2-3 1 16,0 6-2-16,-1-2 1 0,1 3-1 15,-1 3 0-15,0 0 0 16,4 0 0-16,1 3 0 16,5 6 0-16,-2-1 2 15,4 2-2-15,1-3 1 16,0 2 0-16,1-5 0 0,-3-1-1 16,2 1 1-16,-3-4 0 15,-2 0-3-15,-4 0-85 16</inkml:trace>
  <inkml:trace contextRef="#ctx0" brushRef="#br0" timeOffset="47502.78">14733 3920 210 0,'0'0'5'0,"0"0"6"0,0 0 5 16,0 0-5-16,0 0-8 16,0 0 0-16,40-2 78 15,-2 5-49-15,16-2 14 16,8-1-21-16,12 0-13 16,2 0-4-16,-4 0-4 15,-5 0-2-15,-11 0-1 0,-10 0 0 16,-15 0-1-16,-6 0 0 15,-9 0 1-15,-7 3-2 16,-5 0-3-16,-4-3-66 16,0 0-88-16</inkml:trace>
  <inkml:trace contextRef="#ctx0" brushRef="#br0" timeOffset="48912.07">13220 5638 201 0,'-1'0'10'0,"1"0"-6"0,0 0-4 16,1 0 0-16,12 0 1 0,5 0 0 15,15 0 3-15,14-10 2 16,20-3 4-16,19-4 23 16,23-3 4-16,23-4-25 15,18 0-5-15,13 0 1 16,8 0-5-16,-2 2-1 0,-2 1-2 16,-8 3 2-16,-12-1-2 15,-14 2 0-15,-14 0 3 16,-9 2-2-16,-14-1 4 15,-13 2 4-15,-13 1-5 16,-12 1-4-16,-12 4 1 0,-15-1 0 16,-11 5 0-16,-11 0-2 15,-9 1 1-15,-6-1-30 16,-16-5-104-16</inkml:trace>
  <inkml:trace contextRef="#ctx0" brushRef="#br0" timeOffset="53223.4">13790 6002 153 0,'0'0'2'0,"0"0"4"15,0 0 8-15,0 0 7 0,0 0-4 16,0 0 6-16,0 0-2 16,0 0-8-16,0 0-6 15,0 0-3-15,-27-39-2 16,36 26 0-16,3 2-1 15,2-3 1-15,5 2-1 0,0 1 1 16,4 4-1-16,-2 4-1 16,2 3 1-16,2 0-1 15,-2 8 0-15,-1 10 0 16,0 3 0-16,-2 5 1 16,-3-1-1-16,-2 2 3 15,-1-1-3-15,-3-2 2 0,-3-3 0 16,-2-2-1-16,-3-4 0 15,2-3 1-15,-5-4 0 16,0-5-1-16,0-2 4 16,-5-1 99-16,-2 0-85 15,-4-10-11-15,0-3-4 0,-2-5-2 16,4-2 0-16,2-7 0 16,5 0 0-16,2-4-1 15,0 3-1-15,11 2 1 16,4 6 3-16,3 7-4 15,3 7 0-15,-1 6 0 0,4 0 0 16,-4 8 0-16,2 5 0 16,-2 4 0-16,1 0 0 15,-3 0 0-15,0 1 0 16,-3 1 0-16,-1-1 0 16,-4-3-2-16,0 1 0 0,-3-1 1 15,-1-1-1-15,-2 0-4 16,1-4-53-16,-1 0-36 15,2-10-2-15</inkml:trace>
  <inkml:trace contextRef="#ctx0" brushRef="#br0" timeOffset="53471.88">14541 5946 303 0,'0'0'4'0,"0"0"7"0,0 0 19 16,0 0-15-16,0 0 2 16,0 0 11-16,51-30-21 15,-22 19-2-15,7-2-2 16,2-2-3-16,2-2 1 16,1 0 0-16,-2 1-2 0,-5-4-4 15,-5 1-89-15,-7-6-78 16</inkml:trace>
  <inkml:trace contextRef="#ctx0" brushRef="#br0" timeOffset="53752.81">15103 5595 189 0,'0'0'13'0,"0"0"53"15,0 0 1-15,0 0-3 16,0 0-13-16,0 0-41 0,0 0-8 16,0 0 1-16,1 57 5 15,6-20 0-15,0 3-6 16,5 1-2-16,2-1 0 15,-1-1 0-15,1-3-2 16,-3-10-64-16,-7-12-233 0</inkml:trace>
  <inkml:trace contextRef="#ctx0" brushRef="#br0" timeOffset="55195.99">12996 4231 104 0,'-33'15'-83'0</inkml:trace>
  <inkml:trace contextRef="#ctx0" brushRef="#br0" timeOffset="55198.98">12892 4306 4 0</inkml:trace>
  <inkml:trace contextRef="#ctx0" brushRef="#br0" timeOffset="55332.73">12794 4553 17 0,'-4'82'39'16,"4"6"39"-16,19 0-7 16,16 1 6-16,17-4-40 0,14-7-32 15,16-13-5-15,15-15 3 16,13-17 0-16,9-17-3 16,5-16-4-16,0-21-79 15</inkml:trace>
  <inkml:trace contextRef="#ctx0" brushRef="#br0" timeOffset="55754.76">15363 3779 349 0,'0'0'2'0,"0"0"-3"16,38 37-4-16,-20 1 6 15,0 16 1-15,2 18 1 16,-7 14 1-16,-5 12 8 16,-8 15 2-16,0 1-11 0,-10-2-2 15,-7-4-1-15,-6-8 0 16,-6-13 0-16,-4-14 0 15,-1-12-1-15,-1-14-2 16,3-13-3-16,1-18-99 16</inkml:trace>
  <inkml:trace contextRef="#ctx0" brushRef="#br0" timeOffset="56071.45">15716 3674 318 0,'0'0'5'16,"0"0"37"-16,0 0-4 16,0 0-32-16,0 0-4 15,-9 54 1-15,0-14 1 16,-3 9 2-16,4 5-6 16,-3 0 1-16,1-4-2 15,6-9-26-15,0-17-267 0</inkml:trace>
  <inkml:trace contextRef="#ctx0" brushRef="#br0" timeOffset="56550.63">16143 3844 289 0,'0'0'4'0,"-42"30"-3"0,11 4 4 15,2 13 40-15,0 12-8 16,2 8-15-16,6 6 6 0,6 3-17 15,10 1-7-15,5-4-2 16,9-7-2-16,12-7 1 16,10-11-1-16,3-14 0 15,5-13 1-15,1-12-33 16,1-9-56-16,-7-12-36 0</inkml:trace>
  <inkml:trace contextRef="#ctx0" brushRef="#br0" timeOffset="56864.37">16309 3979 331 0,'0'0'4'16,"0"0"24"-16,0 0-26 15,40 17 1-15,-21 3 3 0,8 5-2 16,2 3-1-16,1 1 1 16,3 2-2-16,-2-2 1 15,-2-3-2-15,-4-4-5 16,-6-5-84-16,-6-8-40 15</inkml:trace>
  <inkml:trace contextRef="#ctx0" brushRef="#br0" timeOffset="57103.34">16559 3978 276 0,'0'0'7'16,"0"0"31"-16,0 0 17 15,0 0-27-15,0 0-21 0,-49 14-2 16,33 14 6-16,-2 8 3 16,-3 4-1-16,2 5-10 15,1-2-2-15,1-1-1 16,2-2-1-16,3-10 0 15,2-6-22-15,1-8-132 0</inkml:trace>
  <inkml:trace contextRef="#ctx0" brushRef="#br0" timeOffset="57565.71">16168 3729 298 0,'0'0'4'0,"0"0"-1"0,0 0 0 15,0 0-2-15,0 0-1 16,0 0 2-16,0 0 8 16,39-4 10-16,-20 4-7 15,-2 0-10-15,-1 0 0 16,-3-6 0-16,-1-4-1 16,-5-5 3-16,2-2 0 0,0-2-3 15,-3 2-1-15,-1 0-1 16,1 3 1-16,-1 4-1 15,4 3 1-15,2 7-1 16,2 0 0-16,3 3-1 16,5 8 2-16,0 5-1 0,4 1 0 15,-2-2-1-15,1 1 1 16,-4 0 0-16,-2-4 0 16,-2 1 0-16,-2-6-8 15,-4-3-114-15</inkml:trace>
  <inkml:trace contextRef="#ctx0" brushRef="#br0" timeOffset="57862.13">16757 4030 392 0,'0'0'7'0,"0"0"42"0,0 0-42 0,52-3 4 16,-25-1-1-16,2-2-1 16,7 1-6-16,0-1-2 15,1-1 0-15,-3 0-1 0,-3-3-34 16,-4-3-89-16,-6-4-48 15</inkml:trace>
  <inkml:trace contextRef="#ctx0" brushRef="#br0" timeOffset="58099.54">17307 3705 469 0,'0'0'5'16,"0"0"-2"-16,0 0-7 16,38 34 5-16,-15-13 3 15,2 3 3-15,8 4 0 16,-2 1 0-16,5 1-3 16,-2 4-1-16,1-2-3 0,-4-1 1 15,-4-3-2-15,-4-5-9 16,-6-6-51-16,-5-8-43 15,-8-8-10-15</inkml:trace>
  <inkml:trace contextRef="#ctx0" brushRef="#br0" timeOffset="58348.81">17568 3681 305 0,'0'0'4'0,"0"0"73"16,0 0-53-16,0 0-20 15,-41 26-1-15,25 5 9 16,-2 7 23-16,-2 5-28 0,3 4-4 16,-2 1-3-16,0 4 0 15,2-2 0-15,-3-2-1 16,3-8-1-16,3-13-94 15,3-13-137-15</inkml:trace>
  <inkml:trace contextRef="#ctx0" brushRef="#br0" timeOffset="58782.62">17176 3552 253 0,'0'0'3'16,"0"0"3"-16,0 0 2 0,0 0 3 15,0 0-9-15,0 0 0 16,0 0 1-16,0 0 3 15,7-9 35-15,8 9-23 16,5 0-8-16,-1-4-8 16,0-1 1-16,1-3-1 0,-2-2 0 15,0 0 1-15,-4 0 0 16,-3 0-3-16,2 2 0 16,-3 2 2-16,0 3-3 15,-4 3 2-15,4 0-1 16,1 2 0-16,0 8-1 0,3 2 2 15,1 1-2-15,3-1 1 16,-2 0 0-16,4-3 0 16,-2-5-5-16,-5-4-108 15</inkml:trace>
  <inkml:trace contextRef="#ctx0" brushRef="#br0" timeOffset="59218.34">17071 3293 334 0,'0'0'1'0,"0"0"2"0,0 0 0 0,0 0-2 0,64-13 1 16,-23 6 1-16,6 1 1 15,7-2 1-15,4 0-2 16,2-1-2-16,-4-1 0 16,-5 2 1-16,-2 0-2 0,-9 1-4 15,-6-3-62-15,-7-1-88 16</inkml:trace>
  <inkml:trace contextRef="#ctx0" brushRef="#br0" timeOffset="59537.39">18025 3114 407 0,'0'0'13'0,"53"17"8"16,-25 7-4-16,0 15-6 0,-8 16-5 15,-6 13 0-15,-12 18 1 16,-2 14 2-16,-12 7-2 15,-7 4-4-15,-8-2-3 16,-2-4 1-16,-6-11-1 16,-3-16 0-16,-1-13-1 0,-1-14-6 15,2-14-58-15,3-17-73 16,6-14-95-16</inkml:trace>
  <inkml:trace contextRef="#ctx0" brushRef="#br0" timeOffset="63039.51">17127 4432 235 0,'0'0'3'0,"0"0"12"15,0 0 2-15,0 0-6 16,0 0-6-16,51-47 0 16,-16 29 2-16,12-4 4 15,7 0 2-15,4-2-2 0,1 2-5 16,-3 2-4-16,-6 5 1 15,-9 2-3-15,-12 7 1 16,-11 6-2-16,-9 0-1 16,-9 3-18-16,-14 7-40 0,-12 3-44 15</inkml:trace>
  <inkml:trace contextRef="#ctx0" brushRef="#br0" timeOffset="63194.37">17203 4506 174 0,'0'0'28'16,"0"0"-1"-16,50-17-4 15,-14 0 0-15,8-6-1 16,9-4 2-16,7 0-11 16,7 0-6-16,-2 3-3 0,-5 0-4 15,-9-2-6-15</inkml:trace>
  <inkml:trace contextRef="#ctx0" brushRef="#br0" timeOffset="94539.84">6380 4814 223 0,'0'-7'4'0,"0"2"0"0,0 3 35 16,0 2-25-16,0 7-16 16,0 12 3-16,3 5 0 0,3 5-1 15,-1 3 1-15,2 2 0 16,-3 0-1-16,-2-4 2 16,1-2-2-16,-3-5 0 15,0-2 1-15,0-5 0 16,0-6 0-16,0-3 0 0,0-3 0 15,-1-4 4-15,-3 0 88 16,0-10-82-16,-1-5-4 16,3-7-2-16,2-3 1 15,0-7 1-15,2-3-3 0,5 3 2 16,0 1 12-16,1 7-9 16,-1 3 2-16,0 10 0 15,-2 3-5-15,3 8-3 16,0 0-3-16,2 0 0 15,3 8 1-15,-1 3-1 0,1 5 0 16,1 2 1-16,-1-1-1 16,-2 0 0-16,-2 0 0 15,-4-2 0-15,1-4 0 16,-3-3 0-16,-1-1 1 16,0-5-2-16,-2-2 2 15,0 0 2-15,0-3 0 0,-4-8-1 16,1-4-2-16,-1-3 1 15,4-2-1-15,-2 2-1 16,2 2 2-16,0 3-1 16,0 5 0-16,0 2 1 15,0 3 0-15,0 3-1 0,2 0-1 16,4 0 1-16,1 0 1 16,1 7-1-16,2 0-1 15,1 2 1-15,1 2 1 16,-1-1-2-16,2 2 1 15,-2 0 0-15,0 4 0 0,0-2 0 16,1 0-4-16,-1 3-3 16,-1-1-34-16,0-2-50 15,-3 1-12-15,-1-4-70 16</inkml:trace>
  <inkml:trace contextRef="#ctx0" brushRef="#br0" timeOffset="94944.39">6801 5059 214 0,'0'0'7'0,"0"0"46"0,0 0 0 15,6-45-9-15,1 34 0 0,2-2-14 16,0 2-12-16,4-5-8 16,1 5-5-16,-3-6-1 15,3 3-2-15,-3-2-1 16,-1 3 1-16,-3 0 0 15,-2-2 0-15,-3 3 0 0,-2 0 1 16,0 2 0-16,-7 1-1 16,-2 2 1-16,-4 4 0 15,-3 3-2-15,-1 0-1 16,1 3 1-16,3 10-1 16,-1 1 0-16,7 3 0 0,3 4-1 15,4-1 1-15,0-1-1 16,11 1 0-16,5-4 1 15,4-2 0-15,4-5 0 16,5-4 0-16,0-1 1 16,3-4-1-16,1 0-1 0,-1 0-1 15,-1 0-19-15,-2-7-58 16,-2-2-46-16,-7-2-44 16</inkml:trace>
  <inkml:trace contextRef="#ctx0" brushRef="#br0" timeOffset="95384">7216 4852 216 0,'0'0'38'0,"0"0"3"15,0 0 4-15,-13-39-2 16,4 33 6-16,-4-1-19 0,4 5-9 16,-5 2-9-16,1 0-6 15,-3 2-3-15,3 8 0 16,2 4-3-16,1 5 0 15,2-1 0-15,5 6 0 16,1-2-1-16,2 0 1 16,0-2-2-16,7-3 2 0,2-1-1 15,4-5-1-15,0-4 2 16,-1-2 0-16,-1-5 0 16,0 0-1-16,-1-2 2 15,-2-9-2-15,-4-4 1 0,1-1 0 16,-5-2 0-16,0 4 0 15,0-3 0-15,-2 4 1 16,-3 2-2-16,-1 4 2 16,2 1 1-16,1 2-2 15,1 4 1-15,2 0-1 0,0 0-1 16,0 6-1-16,5 2 2 16,5 5 0-16,1 0 0 15,1 0-1-15,1 0 1 16,3 2 0-16,-1-4 0 15,-1-1-1-15,-1-1-2 16,1-1-52-16,-3-2-39 0,-4-5 0 16,1-1-67-16</inkml:trace>
  <inkml:trace contextRef="#ctx0" brushRef="#br0" timeOffset="95752.38">7346 4871 258 0,'0'0'6'0,"0"0"39"0,0 0-8 16,0 0-18-16,0 0-13 15,0 0-1-15,0 0 4 0,0 0 2 16,0 0-9-16,0 0-1 16,41 45 0-16,-33-30-1 15,-4-1 1-15,-3 0-1 16,-1-3 0-16,0-2 0 15,0-2 0-15,-3-4 1 16,-3-3 0-16,-3 0 2 0,0-4-2 16,4-10 1-16,1-2-1 15,4-4 0-15,0-1-1 16,4 0 1-16,6 3-1 16,-2 4 8-16,5 5 8 0,1 5-10 15,1 4-5-15,1 0 0 16,4 12-2-16,-2 2 1 15,3 4 1-15,-2 2-2 16,-2 0-5-16,-4 0-84 16,0-6-99-16</inkml:trace>
  <inkml:trace contextRef="#ctx0" brushRef="#br0" timeOffset="99597.4">7983 4753 165 0,'0'0'67'0,"0"0"-11"16,0 0-7-16,0 0 6 15,0 0-17-15,0 0-3 16,0 0-8-16,0 0-4 0,0 0-9 16,-5-42-5-16,5 36-2 15,7-1-2-15,1 0-1 16,4 1 0-16,1 2-1 16,3 2-3-16,2 2 0 15,2 0 0-15,1 3 1 16,-2 8-2-16,-1 6 1 0,-3 3 0 15,-2 3 0-15,-5 3 0 16,-8 1 0-16,0-1 0 16,-2 0 0-16,-9 0 1 15,-3-2-1-15,-3-3-1 16,-4-3 2-16,3-2-2 0,1-6 1 16,-2-1 0-16,5-3-2 15,5-5-1-15,1-1-15 16,4 0-35-16,4-10-91 15,0-6-27-15</inkml:trace>
  <inkml:trace contextRef="#ctx0" brushRef="#br0" timeOffset="100017.42">8307 4634 227 0,'0'0'27'0,"0"0"31"0,0 0-14 16,0 0-6-16,0 0-8 15,0 0-8-15,0 0-10 16,-37-32-4-16,21 32-5 15,2 3 1-15,-4 6 1 0,0 5 9 16,3 3 9-16,-2 2-8 16,5 6-3-16,3 4 2 15,2 3-6-15,6 3-1 16,1 1 1-16,1 1 0 16,10-1-5-16,4-5-2 0,6-4 0 15,2-9 1-15,4-9-4 16,4-9 4-16,0 0-2 15,2-8 1-15,-4-11-30 16,-3-4-62-16,-5-4-156 16</inkml:trace>
  <inkml:trace contextRef="#ctx0" brushRef="#br0" timeOffset="102887.5">8474 4852 152 0,'0'-5'46'0,"0"-2"-8"0,0 1 0 16,0 2 7-16,0 1 7 15,0 0-4-15,-2 0-11 0,2 2-9 16,-2-1-4-16,2 2-10 16,0 0-5-16,0 0-7 15,0 9-1-15,2 4 1 16,3 4 1-16,4 7 1 15,0 0-1-15,-2 6 2 16,1-1 0-16,-2-1-2 0,0-3-1 16,-2-3-1-16,-2-4 1 15,-2-1-2-15,0-3 3 16,0 0-1-16,-6-2 0 16,-4-1-1-16,-1-1 0 0,-2 0 0 15,-2-3 0-15,2-2-1 16,-1-3 0-16,2 0 0 15,4-2-5-15,0 0-32 16,6-11-34-16,0-4-127 16</inkml:trace>
  <inkml:trace contextRef="#ctx0" brushRef="#br0" timeOffset="103138.01">8443 4698 336 0,'0'0'27'0,"0"0"58"0,0 0-26 0,0 0-45 15,0 0-5-15,0 0-5 16,0 0-3-16,0 0-3 15,0 0 0-15,0 0-16 16,-10-6-86-16,14 7-63 16</inkml:trace>
  <inkml:trace contextRef="#ctx0" brushRef="#br0" timeOffset="103475.32">8795 4600 281 0,'0'0'67'0,"0"0"14"16,0 0-35-16,0 0-24 15,0 0-3-15,0 0-4 16,42-19-10-16,-29 18-4 16,3 1 0-16,-1-2 0 15,1 2-1-15,-1 0-11 0,-3 0-34 16,-3 0-42-16,-5 0-33 15,-2 3-27-15</inkml:trace>
  <inkml:trace contextRef="#ctx0" brushRef="#br0" timeOffset="103651.4">8814 4698 120 0,'0'0'9'15,"0"0"34"-15,0 0-5 16,0 0 0-16,0 0 8 15,0 0-9-15,50 22-8 0,-25-26-18 16,6-7-6-16,0-1-4 16,-2 0-73-16,0-3-172 15</inkml:trace>
  <inkml:trace contextRef="#ctx0" brushRef="#br0" timeOffset="104942.11">9827 4285 139 0,'0'0'31'0,"0"0"10"0,0 0 4 15,0 0-12-15,0 0-1 16,0 0 1-16,0 0-4 0,0 0-10 16,0 0-8-16,0 0-3 15,0 0-3-15,-20-29-1 16,13 29-2-16,-4 0 0 16,-3 0-1-16,-1 3-1 15,-3 1 1-15,0 2-1 16,0 1 0-16,1-3 0 15,0 0 1-15,5-2-1 0,2 1 1 16,2 1-1-16,1-1 0 16,3 0 1-16,1 0-2 15,1 2 1-15,-1 1-1 0,1 4 1 16,0-2 0-16,0 5 0 16,1 3 0-16,1 1 2 15,0 1 2-15,0 1 9 16,0 2 5-16,1-1-10 15,-1-2-4-15,0-1-1 16,0-1 0-16,0-4 0 0,0 0-1 16,0-5 0-16,0-1 0 15,0-1 0-15,0 0-1 16,0-4 1-16,0 2-1 16,0-3-1-16,0 2 1 15,0-1-1-15,2-1 0 0,-2 0 0 16,4 0 1-16,1 0-1 15,2-3 2-15,1-4-1 16,3 0 1-16,1 0-1 16,-1 1-1-16,3-1 0 15,1 3 0-15,1 4 0 0,-1 0 0 16,2 0 0-16,0 0 0 16,1 11 0-16,-1-1 0 15,-2 4 0-15,-1 2 0 16,-2 1 0-16,-3 3 0 15,-5 1 0-15,-2-1 0 0,-2 0 0 16,0 3 0-16,-4-3 0 16,-9 0 0-16,-1-1 0 15,-6-2 1-15,-2 0 0 16,-1-2 1-16,-4-1 0 16,1-3 1-16,2-4 2 15,3-4 2-15,3-2 10 0,3-1-3 16,6-1-1-16,4-9 3 15,5 0-8-15,0-4-5 16,5 3-1-16,10-1-2 16,6 1 1-16,0 2-2 0,4 5 1 15,0 3 0-15,0 1 0 16,-6 0-1-16,-2 8-10 16,-4 2-52-16,-2-3-61 15,-9-3-125-15</inkml:trace>
  <inkml:trace contextRef="#ctx0" brushRef="#br0" timeOffset="106080.63">6722 5827 159 0,'4'11'21'0,"0"1"-18"0,0 6-1 16,2 6 44-16,1 4-25 0,-1 5-4 16,2 0 2-16,-2 3-13 15,1-1 2-15,-5-1 0 16,2-4 5-16,-4-5 3 15,0-3-2-15,0-7-4 0,0-2-5 16,0-6 4-16,0-1 3 16,-2-5 8-16,0-1 17 15,-2 0-14-15,-1-4-7 16,1-6-2-16,4-5-5 16,-2-1-4-16,2-4-1 0,0 0-1 15,7 2-2-15,3 1 0 16,-1 0 0-16,0 4-1 15,0 0 0-15,-2 5 0 16,1 2 1-16,0 1-1 16,0 4 0-16,-1 1-1 0,5 0 1 15,-3 0 0-15,3 11 0 16,2 0 0-16,-1 3-1 16,-1 1 1-16,-1 4 0 15,-3-1 1-15,1 0-1 16,-1-2 0-16,-4 1 1 15,-2-4-1-15,0-3 0 0,-2-3 0 16,0-3 0-16,0-2 1 16,0-2 3-16,-4 0-2 15,-3-12 1-15,0-3 3 16,3-6 3-16,4-2-4 16,0-1 2-16,0-2 0 0,4 6 0 15,6 3-4-15,0 4-1 16,2 5 0-16,3 5-2 15,-1 3-1-15,2 0 1 16,-1 7-1-16,3 4 1 0,-5 1 0 16,1 3 0-16,-1 0 0 15,-3 0 0-15,0 0-1 16,-3 0 0-16,-1 1-3 16,-1-2-19-16,-2 3-19 15,-3-3-32-15,0-1-67 16,0-6-54-16</inkml:trace>
  <inkml:trace contextRef="#ctx0" brushRef="#br0" timeOffset="106521.57">7237 6152 278 0,'0'0'8'0,"0"0"56"0,0 0 15 15,0 0-46-15,0 0-17 16,6-43 3-16,0 34-4 0,0 2-10 16,2-1-3-16,1 0-2 15,2 1 1-15,-2-2-1 16,0 1 0-16,-2 0 1 16,-3 1-1-16,-1 0 1 15,-3 0 1-15,0 3 0 0,0-3 1 16,-5 3-1-16,-4 1 1 15,-2 2-2-15,-2 1 1 16,0 0-1-16,1 2 0 16,1 8-1-16,2 2 0 15,3 3 0-15,0 1-1 16,6 2 1-16,0 1 0 0,0-1 0 16,8-1 0-16,0 0-1 15,5-5 2-15,1-3-1 16,0-3 1-16,2-1 0 15,1-3-1-15,1-2 0 0,0 0 0 16,2 0-19-16,-2-5-36 16,-2-5-47-16,0 1-8 15,-1-1-90-15</inkml:trace>
  <inkml:trace contextRef="#ctx0" brushRef="#br0" timeOffset="106976.36">7532 6061 170 0,'0'0'33'0,"0"0"28"16,0 0-18-16,13-41-4 16,-13 32 9-16,0 3-16 0,0 1 2 15,0 1-13-15,-2 3-11 16,-5-1-4-16,-4 2-2 16,2 0-1-16,-2 6-1 15,-1 2 0-15,1 2 1 16,3 4 1-16,-2-1 0 15,3 3-1-15,5-1-1 16,0 1-1-16,2-2-1 0,0-1 1 16,7-3-1-16,2-3 0 15,0 0 0-15,4-5 2 16,-1-2-2-16,-1 0 1 16,-1-6 0-16,4-7 0 0,-7-2 1 15,-1-1 0-15,-3-1-1 16,-1 0 0-16,-2 4 0 15,0 2 0-15,0 5-1 16,0 3 1-16,0 0 0 16,0 3 0-16,-3 0 0 0,3 2-3 15,1 6 2-15,-1 2 0 16,4 0-1-16,4 3 2 16,2-2-1-16,-1 2 0 15,5-5-1-15,-3 1 1 0,0-2-8 16,2-6-76-16,-4-1-62 15,0 0-90-15</inkml:trace>
  <inkml:trace contextRef="#ctx0" brushRef="#br0" timeOffset="107410.23">7730 6027 295 0,'0'0'49'0,"0"0"4"0,0 0-1 0,0 0-29 16,0 0-17-16,0 0-2 0,0 0-2 16,0 0-1-16,0 0-1 15,0 0 2-15,13 36-2 16,-7-26 0-16,0 1 0 16,-1-2 0-16,-1 0 0 15,-2-3 0-15,0-2 0 0,-2 0-1 16,0-4 0-16,0 0 2 15,0 0 2-15,-4-8-2 16,0-5 1-16,1-4-2 16,3-1 1-16,0-2 1 15,0 0-2-15,7 3 0 0,0 0 2 16,6 8 2-16,-2 2-4 16,0 3 0-16,5 4-1 15,-1 0 1-15,1 4-1 16,-1 5 1-16,0 1 0 15,-1 3 0-15,-1-1 0 0,-1 1 0 16,-2-2-7-16,-4 1-50 16,-1-4-57-16,-1-1-20 15</inkml:trace>
  <inkml:trace contextRef="#ctx0" brushRef="#br0" timeOffset="108409.3">8274 5828 64 0,'0'0'109'0,"0"0"-61"0,0 0 13 15,0 0-6-15,0 0 1 16,0 0 0-16,-23-39-29 0,32 31-12 16,5 0-9-16,3 5-4 15,4 0-1-15,-1 3 0 16,-2 0-1-16,2 6 0 15,-5 5-1-15,-1 2 2 16,-3 4-1-16,-3 0 0 16,-2 4 0-16,-6-1 0 0,2 3 0 15,-4 0 2-15,-6-2-4 16,-2 0 2-16,1-4 0 16,-3-3 0-16,4-3 0 15,3-6 0-15,-2-2 0 16,5-3 2-16,2 0-1 0,0-10 1 15,0-5-2-15,7-5 1 16,4-4-2-16,5-2 2 16,-1-4-1-16,3 3 0 15,-3 0 0-15,0 3 1 0,-3 5-1 16,-1 2 1-16,-5 6 0 16,0 1 0-16,-4 3 1 15,0 0 2-15,0 3 12 16,-2 1-2-16,0 0-2 15,0 2-3-15,0-1-2 0,0 1-3 16,-2 1 0-16,0 0-2 16,-2 0-1-16,-1 0-1 15,0 7 0-15,-1 4 0 16,1 2 0-16,-1 4 0 16,2 4 1-16,2 1 4 0,2 1 5 15,0 0-1-15,8-1-4 16,5-1-3-16,5-7-1 15,5-1 0-15,6-7-1 16,2-5 1-16,3-1-3 16,-3-10-86-16,-2-7-163 15</inkml:trace>
  <inkml:trace contextRef="#ctx0" brushRef="#br0" timeOffset="109930.45">8117 5503 178 0,'0'-6'8'0,"-5"1"48"0,1-1-13 16,2 2-6-16,-2 1 1 15,1 1-2-15,3 0-8 0,-2 2-9 16,0-2-9-16,2 2-3 16,0 0-3-16,0 0-2 15,0 0-1-15,0 0 1 16,0 0 0-16,0 6 0 16,2-3 1-16,3 5 1 0,3-2-1 15,2-2-1-15,0-1 1 16,3 0-1-16,1-2 1 15,0-1-1-15,2 0 0 16,-1 0-1-16,-4-7 1 16,2 0-1-16,-4-4 1 0,1 0-1 15,-4-1 2-15,1-2-2 16,-1 1-1-16,-2 2 1 16,2 2-1-16,0 2 0 15,-1 4 0-15,1 1 0 16,1 2-1-16,4 0 0 0,0 0 0 15,3 7 1-15,1 2 0 16,0 1 0-16,2 0 0 16,3 1 0-16,-1-2 0 15,2 0 0-15,4-3 0 16,0-4 0-16,2-2-2 16,-1 0-66-16,-1-7-113 0</inkml:trace>
  <inkml:trace contextRef="#ctx0" brushRef="#br0" timeOffset="111047.49">8777 5939 210 0,'0'0'79'0,"0"0"-2"0,0 0-49 15,0 4-26-15,4 10 0 16,2 5 13-16,2 4 14 16,0 5 1-16,1 2-14 0,0 3-8 15,-2-1-1-15,0-1-3 16,-3-1-2-16,-2-7-1 16,-2-2 1-16,0-5 0 15,0-3 6-15,-8-3 13 16,-4-3-10-16,-4 0-4 0,0-1-6 15,-3-3 0-15,-1-2-1 16,4-1 0-16,0 0-1 16,6-6 0-16,5-8-8 15,3-6-81-15,2-3-95 0</inkml:trace>
  <inkml:trace contextRef="#ctx0" brushRef="#br0" timeOffset="111279.4">8754 5782 302 0,'0'0'83'0,"0"0"-30"15,0 0-31-15,0 0-19 16,0 0-2-16,0 0-3 16,0 0 2-16,0 0-7 15,0 0-162-15</inkml:trace>
  <inkml:trace contextRef="#ctx0" brushRef="#br0" timeOffset="111732.9">9154 5671 242 0,'0'0'15'0,"0"0"41"0,0 0 9 16,0 0-25-16,0 0-24 16,0 0-7-16,0 0 23 15,0 0-7-15,45-9-12 16,-18 2-8-16,1 1-4 16,2-1 1-16,-2 0-2 0,-3 0 0 15,-2 4-2-15,-8 1-35 16,-3 1-93-16,-8 1-74 15</inkml:trace>
  <inkml:trace contextRef="#ctx0" brushRef="#br0" timeOffset="111893.54">9199 5811 198 0,'0'0'10'0,"0"0"-2"16,0 0 50-16,0 0-20 15,45 0-10-15,-18-8-5 16,4 0-18-16,4-1-3 16,1-3-1-16,-1 2-3 15,2-4-92-15</inkml:trace>
  <inkml:trace contextRef="#ctx0" brushRef="#br0" timeOffset="112336.23">10098 5368 283 0,'0'0'7'15,"0"0"28"-15,-44-3-18 16,27 5 16-16,-1 8 0 16,0 5 8-16,2 4-15 15,3 2-10-15,0 8-7 0,6 3 0 16,5 4 5-16,2 0-2 16,0-1-6-16,14-3-4 15,5-3 0-15,6-11-1 16,4-9 1-16,7-9 0 15,1-6 2-15,2-15 0 16,-1-8-1-16,-7-5-2 0,-6-1 1 16,-10-1 1-16,-6 1 2 15,-9 2 8-15,-7 2 0 16,-15 2-8-16,-9 5-3 16,-5 8-2-16,-8 7 0 0,-1 7-3 15,4 2-1-15,1 2-32 16,5 2-129-16</inkml:trace>
  <inkml:trace contextRef="#ctx0" brushRef="#br0" timeOffset="128960.69">28602 13212 106 0,'-2'0'105'0,"1"0"-67"0,-1-4 2 0,-2 0-11 15,3-2 13-15,1 0-13 16,0-2-11-16,0-1-2 16,0 2 3-16,7-4-12 15,2 1-2-15,3 0-2 0,4 1 2 16,0 2-3-16,4 0 0 15,-1 5-1-15,0 2 1 16,0 0-2-16,-4 8 0 16,0 5 0-16,-5 5-1 15,-4 5 2-15,-4 4-1 16,-2 4 0-16,-8-1-1 0,-8 5 1 16,-4-3 1-16,-5 0-1 15,-2-3 0-15,-2-4 0 16,-2-2 1-16,3-3-1 15,5-2 0-15,0-3 1 16,8-4-1-16,7-1 0 0,8 0 1 16,3-6-1-16,17 2 1 15,9-5 2-15,7 1 2 16,7-2 1-16,5 0-1 16,-3 0-2-16,-2-2-3 15,-13 2 1-15,-6 0-2 0,-15 4-6 16,-9 4-174-16</inkml:trace>
  <inkml:trace contextRef="#ctx0" brushRef="#br0" timeOffset="129728.38">28530 14165 281 0,'0'0'2'0,"0"0"3"0,31-39 4 16,-12 28 44-16,4 2-29 15,-1 3-1-15,1 2-6 16,-1 5-10-16,-3-1-3 16,-4 4-4-16,-5 6 0 0,-2 6 0 15,-8-2 1-15,0 3-2 16,-2-1 1-16,-10-1 0 15,-3 0-1-15,-3-3 2 16,1-2-1-16,0 0 0 16,4-4 0-16,2-2 0 0,9 0 0 15,2-2 0-15,6-1 0 16,15-1 1-16,5 2-1 16,6 0 0-16,4 0 1 15,3 2-1-15,-5 3 0 16,-3 2 2-16,-5 2-2 0,-5 2 0 15,-10 2 1-15,-5 0 0 16,-5 0 0-16,-1-2 1 16,-9 1-1-16,-6-2 0 15,-6-2 2-15,-5-2-1 16,-4 2 0-16,-2-3-1 0,-2-1 0 16,1 0-1-16,1-1 1 15,3-2-1-15,3 2-2 16,7-1-19-16,5-3-128 15</inkml:trace>
  <inkml:trace contextRef="#ctx0" brushRef="#br0" timeOffset="130241.8">28754 14989 381 0,'0'0'4'0,"0"0"-2"0,0 0-2 15,0 0 3-15,-34 40 22 16,23-11 9-16,1 4-13 16,0 5-11-16,0 1-6 0,-1-2-1 15,-1-3-1-15,1-3-1 16,1-4 0-16,0-6 0 15,2-5 2-15,4-6-3 16,3-3 1-16,1-4-1 16,3-3 0-16,12 0 1 15,7 0 0-15,9-4 0 0,8-5-1 16,7-1 1-16,5-1-1 16,-1 1 1-16,-3 0-1 15,-7 3 2-15,-9 1-1 16,-8 5-1-16,-10 1-1 15,-7 0-7-15,-5 0-53 0,-1 0-63 16,-2 0-19-16</inkml:trace>
  <inkml:trace contextRef="#ctx0" brushRef="#br0" timeOffset="130495.37">28842 15226 249 0,'0'0'9'0,"0"0"86"16,0 0-5-16,0 0-42 16,0 0-38-16,0 0 39 0,-11 40 4 15,11-5-20-15,0 5-17 16,0 6-5-16,0 3-4 16,0 1-4-16,0-2 0 15,-2-2-1-15,0-6-2 0,0-6 0 16,0-7-1-16,-2-7-40 15,1-8-55-15,-1-10-113 16</inkml:trace>
  <inkml:trace contextRef="#ctx0" brushRef="#br0" timeOffset="134159.06">30062 13303 134 0,'-8'0'42'0,"-1"0"-5"0,-1 0 8 0,4 0-6 16,-1 0 4-16,2 0 4 15,2 0-5-15,-2 0-20 16,5-1-9-16,0 1-7 15,0 0-5-15,0 0 0 0,9 0 1 16,5 0 1-16,8 1 4 16,7-1 13-16,8 0 2 15,8 0-6-15,5 0 3 16,5-1-4-16,-1-4-1 16,-3 0-4-16,-5 0-4 0,-10 3-1 15,-8 0-4-15,-7 2 0 16,-8 0-1-16,-5 0-1 15,-3 0 2-15,-3 0-2 16,-2 0-2-16,0 0-19 16,0 0-34-16,-2 0-54 0,-2-3-95 15</inkml:trace>
  <inkml:trace contextRef="#ctx0" brushRef="#br0" timeOffset="134457.51">30896 13048 305 0,'0'0'6'0,"0"0"85"0,0 0-26 0,0 0-37 15,0 0-24-15,0 0 34 16,6 46 2-16,-6-10-3 16,0 7-14-16,0 5-11 0,0-1-8 15,0 1-2-15,0-5 0 16,0-4-2-16,0-9-3 16,0-7-75-16,-1-12-128 15</inkml:trace>
  <inkml:trace contextRef="#ctx0" brushRef="#br0" timeOffset="135566.68">30834 14211 212 0,'0'0'5'0,"0"0"48"15,0 0-37-15,-43-10 6 16,25 10 44-16,-5 7-29 15,0 4 5-15,0 6-23 0,1 6-2 16,4 4-5-16,2 1 5 16,6 1-2-16,7 2-5 15,3-2-3-15,7-1-1 16,14-4-1-16,8-4-1 16,7-6-1-16,7-5 0 0,2-5-1 15,-1-4 1-15,-1 0 0 16,-4-12-1-16,-8-3-1 15,-8-5 1-15,-8-6 1 16,-7-1 2-16,-8-5 9 16,-7-2-5-16,-19 0-6 0,-8 5-3 15,-11 6 0-15,-8 7-2 16,-2 10 0-16,3 6-2 16,7 5-6-16,6 8-82 15,12-2-138-15</inkml:trace>
  <inkml:trace contextRef="#ctx0" brushRef="#br0" timeOffset="137834.4">30199 15469 305 0,'5'0'2'0,"4"-4"1"0,3-2 3 0,7 1 4 15,6 1 10-15,4-1 20 16,5 3-22-16,3-2-6 15,-2 3-8-15,-3 1 0 16,-4 0-3-16,-6 0-1 16,-7 0 0-16,-5 0 0 0,-4 0 1 15,-2-2-1-15,-4 0-1 16,0 0 1-16,0-3-10 16,-10-3-141-16,-3-3-53 15</inkml:trace>
  <inkml:trace contextRef="#ctx0" brushRef="#br0" timeOffset="138021.76">30376 15337 214 0,'0'0'3'15,"0"0"27"-15,0 0 22 0,0 0 3 16,0 0-32-16,0 0-16 16,0 0 1-16,0 0 8 15,-9 14 5-15,9 10-11 16,0 5-4-16,0 1-5 15,-1 8 0-15,-4-3-1 16,2-1 0-16,-2-1-1 0,0-3-7 16,1-7-47-16,-2-6-60 15,2-7-111-15</inkml:trace>
  <inkml:trace contextRef="#ctx0" brushRef="#br0" timeOffset="138317.79">30811 15250 309 0,'0'0'3'16,"0"0"3"-16,0 0 60 15,0 0-25-15,43-27-34 16,-40 47 2-16,1 9 18 0,0 7-6 16,-1 10-11-16,-1 4-3 15,0 2-5-15,-1 1-1 16,2-3-2-16,-3-5-1 16,0-13-61-16,0-11-154 0</inkml:trace>
  <inkml:trace contextRef="#ctx0" brushRef="#br0" timeOffset="139503.42">29865 16362 217 0,'-8'1'7'0,"5"-1"-5"0,3 1 10 16,12 0 2-16,17 3 26 15,14-1-8-15,21-3 21 0,15 0-20 16,19 0-9-16,11-2-7 16,17-6-4-16,6-3 5 15,10-2-2-15,1-3-6 16,-2 1-3-16,-4-1-1 16,-8 2 5-16,-14 1 0 0,-13 1-7 15,-15 3-1-15,-14 2-3 16,-18 1 0-16,-14 3-1 15,-18-1 1-15,-16 3-2 16,-7-3-31-16,-17-5-70 16,-11-4-120-16</inkml:trace>
  <inkml:trace contextRef="#ctx0" brushRef="#br0" timeOffset="141122.82">29003 16997 383 0,'0'7'6'0,"0"7"-9"0,0 9 6 0,0 6 4 16,0 3 17-16,0 2-15 16,3-3-7-16,-1-1-1 15,0-5 1-15,-2-5-1 16,0-4-1-16,0-4 1 0,0-6 0 15,0-5 0-15,0-1 6 16,-4-7 35-16,0-7-34 16,0-6 3-16,-1-4-1 15,3-5-5-15,2-5-2 16,0 3-2-16,6 0-1 0,2 2 1 16,5 6-1-16,2 8 2 15,4 7-1-15,0 9 1 16,3-1-1-16,-2 7 0 15,2 13 0-15,0 1 0 16,-3 3 0-16,-3 0 0 0,-1 0-1 16,-3-1 0-16,-6-5 0 15,-2-2 1-15,-4-4-1 16,0-5 0-16,-2-4 0 16,-5-3 1-16,-4 0 0 15,0-6 0-15,0-8 0 0,1-6 0 16,3-7-1-16,4-3 1 15,3-4-1-15,2 3 1 16,13 1 7-16,3 10 6 16,1 7-8-16,5 12-4 15,-1 1-1-15,2 11 1 16,1 8-1-16,-1 3 1 0,-1 7-1 16,-3-3-1-16,0 1 1 15,-6-2-1-15,-2-2-2 16,-5-3-14-16,-3-4-57 15,-5-3-27-15,0-3-69 0</inkml:trace>
  <inkml:trace contextRef="#ctx0" brushRef="#br0" timeOffset="141464.63">29424 17270 278 0,'0'0'5'0,"0"0"21"0,43-29 35 0,-24 15-11 0,4-1-16 15,3-1-8-15,3-1 1 16,-1-3-8-16,0-1-6 16,-1-1-5-16,-3 1-2 15,-6 1 0-15,-5 3-3 0,-3 0-1 16,-10 6 0-16,0 1 0 16,-14 4 3-16,-7 6-1 15,-6 0 0-15,-3 3 1 16,1 9 0-16,1 6 3 15,5 3-2-15,8 3-2 0,5 2-2 16,9-2 0-16,1 2-2 16,11-4 0-16,7-4 0 15,6-3 0-15,5-2 0 16,4-6-2-16,0-3-17 16,1-2-42-16,0-2-13 0,0 0-35 15,0-8 12-15,-3-3 13 16</inkml:trace>
  <inkml:trace contextRef="#ctx0" brushRef="#br0" timeOffset="141865.69">29929 17148 162 0,'0'0'74'0,"0"0"-8"0,4-50 14 15,-4 37-26-15,-6 2-15 16,-1 4-2-16,-5 3-20 16,1 4 24-16,-2 0-13 15,0 5-18-15,-1 8-4 16,-1 7-2-16,2 1-2 0,1 2 0 15,4 2-1-15,3-3 0 16,3-1-1-16,2-1 0 16,0-4 0-16,2-4 0 15,5-3 0-15,1-5-3 16,2-4-2-16,0 0 2 0,-2-7 2 16,0-8 1-16,-1 0-1 15,-4-2 0-15,-2 1 2 16,-1 2-1-16,0-1 1 15,0 2 0-15,0 3 1 16,0 4 0-16,0 2 4 0,0 4 0 16,1 0-5-16,6 0 0 15,3 7-2-15,3 3 2 16,0 1-2-16,2-1 1 16,-2 0 0-16,1-1-1 15,-1-2-1-15,-2 0-34 16,1-3-38-16,-2-2 8 0,-2-2-9 15,0 0-30-15,-3-6 18 16,1-3-90-16</inkml:trace>
  <inkml:trace contextRef="#ctx0" brushRef="#br0" timeOffset="142191.75">30035 17158 144 0,'0'0'43'0,"0"0"40"16,0 0 17-16,0 0-20 16,0 0-29-16,0 0-28 15,0 0-16-15,0 0 0 16,0 0 2-16,37 4-2 15,-26 10-3-15,-5 1-1 0,-1-1-3 16,-1-2 0-16,-3-2 0 16,-1-3 0-16,0 0 0 15,0-5 0-15,0-2 0 16,0 0 0-16,0-3 2 16,0-11-2-16,0-3-1 15,0-6 1-15,1-1-1 0,6-1 1 16,-1 2 0-16,0 4 0 15,1 4 1-15,3 7-1 16,0 6 1-16,3 2-1 16,3 11 0-16,3 5 0 15,-1 5 0-15,1 1 0 0,-4-3 0 16,1 2 0-16,-3-4-11 16,-4-4-46-16,1-3-34 15,-4-6-104-15</inkml:trace>
  <inkml:trace contextRef="#ctx0" brushRef="#br0" timeOffset="142416.87">30539 16959 409 0,'0'0'6'0,"0"0"31"0,48-30-14 0,-26 27-3 15,-1 3-11-15,-2 3-4 16,0 8-3-16,-3 1-1 16,-2 3-1-16,-4 2-2 0,-3-2-50 15,-5-1-61-15,-2-3-108 16</inkml:trace>
  <inkml:trace contextRef="#ctx0" brushRef="#br0" timeOffset="142555.23">30554 17129 269 0,'0'0'78'0,"0"0"-31"16,0 0-5-16,0 0-12 16,41-4-8-16,-5-3-11 15,4-2-7-15,10 0-3 16,1-3 1-16,5-1-13 0,1-4-47 16,0-4-87-16</inkml:trace>
  <inkml:trace contextRef="#ctx0" brushRef="#br0" timeOffset="142897.92">31326 16802 415 0,'0'0'55'16,"-38"-11"-42"-16,13 11 29 16,0-1 12-16,-4 16-22 15,1 5-5-15,5 7-2 0,3 6-11 16,9 4-5-16,7 0-4 15,4 1-3-15,3 0-1 16,14-3 0-16,7-8-1 16,7-6 0-16,3-10 1 15,4-8-1-15,1-3 0 16,-2-14 0-16,-3-11 1 0,-9-7-1 16,-8-5 1-16,-11-7 0 15,-6 2 0-15,-19-1-2 16,-12 6 0-16,-14 10 1 15,-4 13-2-15,-4 14-1 0,2 0-37 16,8 8-78-16,9-2-246 16</inkml:trace>
  <inkml:trace contextRef="#ctx0" brushRef="#br0" timeOffset="143925.94">30919 17535 175 0,'0'0'30'0,"0"0"35"0,0 0 9 16,0 0-5-16,0 0-20 16,0 0-28-16,71-18-3 15,-6 11 7-15,17-3-8 16,19-3-9-16,13-1-3 15,11 0 1-15,2-2-4 0,-5 3 0 16,-8 2-1-16,-14 1-1 16,-17 2 0-16,-22 2-1 15,-17 5-2-15,-14-1-27 16,-15 0-38-16,-15-3-70 16,-9-3-66-16</inkml:trace>
  <inkml:trace contextRef="#ctx0" brushRef="#br0" timeOffset="145128.26">31622 13793 402 0,'0'0'-11'0,"21"-54"11"15,-10 34 1-15,-2 3-1 16,-2 9 0-16,-4-1 0 0,1 3 0 16,-2 2 1-16,-2 4-1 15,0 0 1-15,-11 0-2 16,-4 12 2-16,-8 9 1 16,-3 7 3-16,-2 9 30 0,-1 12-19 15,5 9 7-15,5 3-9 16,8 3-7-16,9 1-5 15,2-5 0-15,12-4 1 16,12-6 0-16,7-10-2 16,7-7 1-16,5-9 0 0,6-10 2 15,2-11 0-15,0-3-1 16,-1-13 0-16,-4-10-2 16,-5-5 1-16,-9-5-1 15,-7-2 0-15,-10-1-1 16,-9-1-1-16,-6 3 1 15,-6 7 0-15,-14 4 1 0,-8 6-1 16,-6 10 1-16,-2 6 1 16,1 1 0-16,3 11 10 15,6 8 9-15,9 2-9 16,9 3-6-16,8-1-2 0,7 1 0 16,17 0-2-16,10-4 0 15,11-1-1-15,1-4 0 16,6-1 0-16,0-4-1 15,-7-1-4-15,-4-5-43 16,-7-4-52-16,-6 0-59 16,-7-8-124-16</inkml:trace>
  <inkml:trace contextRef="#ctx0" brushRef="#br0" timeOffset="145503.39">32226 14137 340 0,'0'0'5'0,"0"0"49"0,0 0-16 0,0 0-17 0,0 0-3 16,0 0 1-16,0 0 0 16,41 23-8-16,-24-5-5 15,-4 2-4-15,-1 1-2 16,-3 0 1-16,-3-1-1 0,-3-1 0 16,-3-5 0-16,0-5 0 15,-2-4 0-15,-7-5 1 16,0-2 0-16,-2-11-1 15,0-6 1-15,1-4-1 16,2-2 1-16,5-2 0 0,3 4-1 16,0 0 1-16,4 5 0 15,10 4 3-15,5 5 16 16,0 6-13-16,4 3-1 16,4 1-2-16,0 11-2 15,-1 5 0-15,-3 3-2 0,-3 2 1 16,-2 0-1-16,-5 5 0 15,-3-3-3-15,-5 2-38 16,-4-3-45-16,-1-7-32 16,-2-3-99-16</inkml:trace>
  <inkml:trace contextRef="#ctx0" brushRef="#br0" timeOffset="145767.14">32562 13821 365 0,'0'0'4'0,"0"0"63"0,0 0-12 0,0 0-39 16,0 0 12-16,0 0 12 16,27 76-19-16,-9-31-10 0,0 4-7 15,1 3-3-15,0 1 0 16,-5-2-2-16,-3-4-2 15,0-8-36-15,-2-8-55 16,-5-12-52-16,-2-12-165 16</inkml:trace>
  <inkml:trace contextRef="#ctx0" brushRef="#br0" timeOffset="146259.32">32596 14111 410 0,'0'0'4'15,"0"0"35"-15,6-41-4 0,7 35-16 16,6 5 2-16,3-1 0 16,4 2-2-16,1 0-11 15,0 0-4-15,-1 0-3 16,-4 0 0-16,-5 0 0 16,-3 0-1-16,-3 0 0 0,-4-1 1 15,-4-4-1-15,-3 0 2 16,0 1-1-16,-2-2 0 15,-8 3-1-15,-2 3 0 16,3 0 1-16,1 0 0 0,0 11-1 16,2 5 0-16,6 3-1 15,0 2 1-15,0 3 0 16,9-1 0-16,2-3-1 16,5 0-2-16,1-5-2 15,2-5-10-15,-2-7-1 16,3-3 10-16,-1-1 4 0,-2-15 2 15,-1-2 0-15,-4-2 0 16,-1-3 0-16,-3 2 0 16,-3 2 1-16,0 5 2 15,-2 3 11-15,-1 4 6 16,3 7-5-16,2 0-6 0,-1 2-6 16,2 10 0-16,3 2-2 15,1 4 0-15,0-1 0 16,1 1-1-16,-1 0 0 15,0-4 0-15,0-1-1 16,0 0-18-16,-1-5-57 0,0-2-33 16,-1-6-82-16</inkml:trace>
  <inkml:trace contextRef="#ctx0" brushRef="#br0" timeOffset="146428.89">33156 14162 267 0,'0'0'49'0,"0"0"60"0,0 0-50 0,0 0-1 0,0 0-18 16,0 0-11-16,0 0-9 16,0 0-10-16,49-5-8 15,-36 16-1-15,-2 1-2 16,-3 3 1-16,-4-1-13 0,-2-2-80 16,-2-4-67-16</inkml:trace>
  <inkml:trace contextRef="#ctx0" brushRef="#br0" timeOffset="146589.66">33126 13962 382 0,'0'0'0'16,"-1"-52"7"-16,1 36 8 16,10 8-12-16,6 6-3 0,4 2-29 15,0 0-100-15</inkml:trace>
  <inkml:trace contextRef="#ctx0" brushRef="#br0" timeOffset="147069.38">33386 14098 364 0,'0'0'48'16,"0"0"-7"-16,0 0 5 15,40 2 16-15,-24-4-25 16,1 2-15-16,2 0-12 15,-3 0-6-15,-3 2-3 0,-4 5-1 16,-3-1 1-16,-4 1-2 16,-2 0 1-16,0-2 0 15,-5 0-1-15,-3-4 1 16,0-1-1-16,2 0 0 16,3-10 1-16,3-2-1 0,0-3 0 15,11 1 0-15,4 0-1 16,5 2 2-16,5 3 0 15,-2 3 0-15,-1 3 0 16,3 0 0-16,-4 3 0 0,-2 2 0 16,-4-2 0-16,-5 1 0 15,-2 2 1-15,-5-2 0 16,0-1-1-16,-1 0 1 16,1 0 0-16,2 0 3 15,4-8-1-15,2-1 0 16,0 0 0-16,0 1 8 0,0 1-1 15,-1 4-1-15,-3 3-4 16,0 2-2-16,-5 14-3 16,-2 11 2-16,-2 15-1 15,-14 9 0-15,-7 13-1 16,-6 7 0-16,-5 3-2 0,-4-3-5 16,-5-4-47-16,-5-11-69 15,-4-10-102-15</inkml:trace>
  <inkml:trace contextRef="#ctx0" brushRef="#br0" timeOffset="147602.79">32213 14766 472 0,'0'0'38'0,"0"0"27"0,0 0-29 16,0 0-29-16,0 0 3 15,-14 50 16-15,12-15-8 16,2 1-10-16,0-2-5 0,0-1-3 16,5-4 1-16,0-5 0 15,4-8-2-15,0-6 0 16,6-10 0-16,-1 0-2 15,4-13-1-15,-2-5-4 16,-1-1 2-16,-4 1 5 0,-2 3 1 16,-4 4 0-16,-2 6 0 15,0 3 0-15,1 2 0 16,2 0 0-16,4 9 0 16,-1 1 0-16,4 2 0 15,1 0 0-15,1-1 1 0,4-2-1 16,3-2 1-16,1-3-1 15,1-4 0-15,2 0 0 16,-5-6 0-16,-1-8 0 16,-4-4 0-16,-7-4-1 15,-5-3 1-15,-4-4 0 16,-7-2-1-16,-13 1 1 0,-6 1-2 16,-3 4 1-16,-6 4-1 15,4 4 1-15,1 8-3 16,8 5-42-16,5 4-16 15,9 0-29-15,8 2-85 0</inkml:trace>
  <inkml:trace contextRef="#ctx0" brushRef="#br0" timeOffset="147900.89">32690 14838 419 0,'0'0'18'0,"38"2"43"0,-23-1-13 16,2 5-6-16,-3 1-23 15,0 4-3-15,-1 1-5 16,-2 2-7-16,-3-1-1 16,-1-1-2-16,-4 0-1 0,-3-3 0 15,0-3 0-15,0-3 1 16,-1-3-1-16,-6 0 3 16,0-3-2-16,-1-9 0 15,2-4-2-15,2-5 1 16,4-2-1-16,4-2 1 0,12 0-2 15,2 1 1-15,3 6-3 16,9 3-37-16,0 1-44 16,1 3-31-16,-1-2-171 15</inkml:trace>
  <inkml:trace contextRef="#ctx0" brushRef="#br0" timeOffset="148056.65">33083 14681 468 0,'0'0'18'0,"0"0"29"15,0 0 7-15,-28 58-12 16,28-31-17-16,0 4-10 16,10-1-8-16,3 1-5 0,1 2-1 15,-1-3-2-15,-4-3-29 16,-2-6-80-16,1-10-123 16</inkml:trace>
  <inkml:trace contextRef="#ctx0" brushRef="#br0" timeOffset="148194.28">33042 14883 447 0,'0'0'31'15,"0"0"30"-15,0 0-25 0,0 0-28 16,74-36-1-16,-22 26-3 16,8-3-4-16,3-2-15 15,-7-7-130-15</inkml:trace>
  <inkml:trace contextRef="#ctx0" brushRef="#br0" timeOffset="148958.57">31800 15544 452 0,'0'0'30'16,"9"64"-14"-16,-5-14 30 16,1 10-11-16,1 4-13 0,-4-2-9 15,-1-1-4-15,-1-4-5 16,0-8-3-16,-4-10 0 15,-2-11-1-15,-2-12 1 16,-1-13-1-16,1-5 4 16,2-25-1-16,0-12-2 0,2-17 0 15,4-10 1-15,0-10 0 16,0 0-2-16,8 2 0 16,0 7 0-16,1 16 1 15,-3 14 2-15,1 17 0 16,0 14-1-16,3 6-1 0,-2 19-1 15,3 6 0-15,4 4 0 16,-1-1 1-16,3 0-1 16,0-5 0-16,1-6 1 15,0-5-2-15,0-7 3 16,1-5-3-16,0-5 2 16,0-14-1-16,-2-6 0 0,-1-7 0 15,1-1 1-15,-3 0-2 16,-3 7 1-16,-1 8 0 15,-2 10 1-15,1 8 2 16,-1 20-3-16,0 12 1 16,4 7 2-16,0 8 5 0,0 3 0 15,-1 3-4-15,2-4-2 16,-4-1-2-16,2-4 0 16,-1-5 0-16,2-8-34 15,-5-8-87-15,1-12-97 16</inkml:trace>
  <inkml:trace contextRef="#ctx0" brushRef="#br0" timeOffset="149253.59">32417 15899 495 0,'0'0'2'0,"0"0"15"0,44-54 8 15,-22 37 4-15,2 2-16 16,1-1 3-16,-2-1-4 15,-1 2-7-15,-4 0-3 16,-7 1-1-16,-7 1 0 0,-4 5 0 16,-8-1 0-16,-16 7-1 15,-7 2 1-15,-5 2-1 16,-3 12 1-16,3 9 1 16,5 3 4-16,12 5 0 15,8 0-3-15,11-1-1 0,9-3-3 16,17-4 1-16,11-7 1 15,8-5-1-15,7-6 0 16,1-5-53-16,0-1-79 16,1-15-102-16</inkml:trace>
  <inkml:trace contextRef="#ctx0" brushRef="#br0" timeOffset="149644.39">33028 15740 464 0,'0'0'4'0,"-42"-18"17"0,15 16 39 16,-1 2-8-16,0 6-10 16,-2 11-11-16,3 5-9 15,6 7-13-15,3 2-4 16,5 2-4-16,8-3-1 16,5 0 0-16,3-5 1 0,12-9-1 15,4-3-1-15,5-8-6 16,3-5-16-16,0-1-5 15,1-16-5-15,-3-4 10 16,-5-5 15-16,-6-2 7 16,-4 1 2-16,-7 3-1 0,-3 6 12 15,0 4 12-15,0 6 1 16,-4 2-5-16,-1 6-5 16,3 0-7-16,1 10-8 15,1 7 4-15,0 3-3 16,0 4 0-16,5 2-1 0,5-1 0 15,0-3 0-15,1-2 0 16,3-3-16-16,-4-4-47 16,3-5-57-16,-2-5-41 15,1-3-166-15</inkml:trace>
  <inkml:trace contextRef="#ctx0" brushRef="#br0" timeOffset="149976.63">33199 15800 407 0,'0'0'17'15,"0"0"28"-15,0 0-3 16,0 0-30-16,0 0 30 16,0 0-4-16,19 65-14 0,-16-31-12 15,-3-2-4-15,0-1-5 16,0-4-2-16,-2-5 0 16,-3-6-1-16,0-2-1 15,1-4 3-15,1-7-3 0,3-3 1 16,0 0 2-16,5-10 0 15,10-10-3-15,4-11 0 16,8-6 1-16,4-4 0 16,1-1-2-16,-1 6 1 15,-3 8 1-15,-4 16 0 16,-4 12 1-16,-7 14-2 0,-5 19 1 16,-1 5 1-16,-6 8 0 15,-1 2-1-15,0-2 0 16,-11-8-15-16,1-10-108 15</inkml:trace>
  <inkml:trace contextRef="#ctx0" brushRef="#br0" timeOffset="155444.48">21634 17626 33 0,'-3'-6'0'0,"0"1"2"0,2 1 34 15,0 1-12-15,-1 0-8 16,1 1-8-16,-1 1 30 0,-2-2-25 16,0 2 18-16,1-2-7 15,-1 1 3-15,-1 0 1 16,3-1-4-16,-1 2 9 16,1-1-3-16,2-2-4 15,-2 2-8-15,2 0-5 0,0-1-1 16,0 1-2-16,0 0-2 15,0 2 0-15,0 0-6 16,0 0-2-16,0 0 1 16,0 0 1-16,0 0-1 15,0 0 2-15,0 0-1 0,0 0 0 16,0 0 4-16,0 0-3 16,0 0-1-16,0 0 0 15,0 0-1-15,0 0 0 16,0 0-1-16,0 0 0 15,0 0-1-15,0 0 2 0,0 0-1 16,0 0 0-16,0 0-1 16,0 0 1-16,0 0-1 15,4 0 0-15,2 5 1 16,3-3-56-16,-3-2-96 16</inkml:trace>
  <inkml:trace contextRef="#ctx0" brushRef="#br0" timeOffset="155859.64">21653 17460 274 0,'0'0'3'0,"0"0"2"0,0 0 43 0,0 0-4 16,0 0-10-16,3-37-13 16,18 37-7-16,6 0 1 0,4 10 0 15,2 5-7-15,2 3-2 16,0 6-4-16,-4-1 1 15,-7 4-3-15,-3 1 3 16,-10 2-5-16,-6 1 2 16,-5-2 2-16,0 1-2 0,-13 1 0 15,-5-2 0-15,-7 0 0 16,-5-1 0-16,-1-1 0 16,-4-1 0-16,5-5-3 15,1-1-1-15,5-7-14 16,10-6-56-16,8-6-28 0,6-2-42 15</inkml:trace>
  <inkml:trace contextRef="#ctx0" brushRef="#br0" timeOffset="156171.28">22075 17466 271 0,'0'0'7'0,"0"0"40"0,-47-20 31 16,29 20-24-16,-4 4-20 15,-1 11-8-15,3 7-2 16,2 4-2-16,2 4-1 16,6 5-10-16,5 2-6 15,7 3-2-15,-2-2-2 0,13 0 0 16,6-4-1-16,6-6 0 15,2-6 0-15,4-6-1 16,2-9-2-16,1-4-39 16,1-3-33-16,-4-6-22 15,-3-10-22-15,-4 2-42 0</inkml:trace>
  <inkml:trace contextRef="#ctx0" brushRef="#br0" timeOffset="156335.44">22242 17748 254 0,'0'0'57'15,"0"0"55"-15,0 0-65 0,0 0-27 16,0 0 31-16,0 0-17 16,7 60-2-16,4-33-15 15,0 3-12-15,1 0-3 16,-1 2-1-16,-2-1-1 16,0-3 1-16,-2-3-2 0,-1-5-24 15,-5-7-65-15,-1-9-87 16,0-4-10-16</inkml:trace>
  <inkml:trace contextRef="#ctx0" brushRef="#br0" timeOffset="156514.35">22254 17652 378 0,'0'0'1'15,"0"0"38"-15,0 0-7 16,-6-40-26-16,8 40-6 15,6 0 0-15,1 5-2 0,-1 2-52 16,2-2-65-16,-5-3-138 16</inkml:trace>
  <inkml:trace contextRef="#ctx0" brushRef="#br0" timeOffset="156762.54">22529 17801 356 0,'0'0'4'16,"22"44"33"-16,-10-17 8 16,-1 6-13-16,1 2-7 0,-4 2-4 15,-2 1-12-15,-5 1-6 16,-1-2 0-16,0 0-2 16,-1-5-1-16,-10-2 1 15,-2-6-1-15,0-4 1 16,-4-5 0-16,0-5-1 0,-3-4-1 15,1-4-22-15,-1-2-46 16,0-16-80-16,4-12-124 16</inkml:trace>
  <inkml:trace contextRef="#ctx0" brushRef="#br0" timeOffset="156912.28">22488 17624 330 0,'0'0'135'0,"0"0"-115"16,7-39-2-16,0 35-9 0,-2 4-8 16,3 0 0-16,-2 10-2 15,4 1-1-15,-5-1-58 16,1-4-111-16</inkml:trace>
  <inkml:trace contextRef="#ctx0" brushRef="#br0" timeOffset="157121.63">22758 17655 493 0,'0'0'2'16,"38"-3"6"-16,-11-7-4 15,5 6-2-15,3 1-1 16,1-3 0-16,-1 4 0 15,0-1-1-15,-4-3-20 0,-1-4-128 16,-3-7-156-16</inkml:trace>
  <inkml:trace contextRef="#ctx0" brushRef="#br0" timeOffset="158751.72">23460 17437 82 0,'0'-4'170'0,"0"-11"-144"0,0 0 33 16,0 0 16-1,5 1-33-15,2 2-11 0,8 2-8 16,3 6-11-16,4 4-4 15,2 1-6-15,3 15 0 16,-2 7-2-16,-3 5 0 16,-3 5 0-16,-8 2 1 0,-4 1-1 15,-7 5 0-15,0-5 0 16,-9-1 0-16,-6-2-1 16,-2-5 1-16,-3-1-2 15,1-7 2-15,0-6-1 16,4-3 0-16,1-7 1 15,5-4-2-15,7-2 1 0,2-12 1 16,1-8-18-16,12-6-7 16,9-6 9-16,4-3-8 15,4-3-15-15,1 2 1 16,-3-2 25-16,-5 5 9 0,-3 2 5 16,-5 3-1-16,-7 6 2 15,-6 2 12-15,-2 6 42 16,0 4-13-16,0 7-11 15,-9 5-5-15,-3 0-12 16,2 10 0-16,-1 10 13 16,-3 8 4-16,5 3-12 0,5 5-5 15,4 1-3-15,0 1-4 16,9 0-4-16,9-4-2 16,2-1-1-16,7-3-1 15,2-10 0-15,4-6 0 16,1-11-1-16,3-3-30 0,-7-9-53 15,-1-13-46-15,-7-10-152 16</inkml:trace>
  <inkml:trace contextRef="#ctx0" brushRef="#br0" timeOffset="159046.64">23350 17183 352 0,'0'0'3'0,"0"0"52"0,0 0 2 0,0 0-24 0,0 0-15 16,0 0-11-16,77-45 3 15,-19 31 2-15,9-1-5 16,3 4-6-16,-2 1 0 16,-2 9 2-16,-10 1-8 15,-10 0-80-15,-10-6-162 0</inkml:trace>
  <inkml:trace contextRef="#ctx0" brushRef="#br0" timeOffset="159402.5">24124 17662 414 0,'0'0'4'16,"0"0"64"-16,0 0-12 16,0 0-9-16,0 0-39 0,0 0-3 15,0 43 12-15,8-12-4 16,-2 6-5-16,-1 1-8 16,0 0 2-16,-2-2-1 15,-3-2-1-15,0-3 1 16,-3-7-2-16,-7-2 1 0,-2-7 1 15,-3 0-3-15,-4-6-13 16,2-4-25-16,-1-4-17 16,-1-1-42-16,0-4-63 15</inkml:trace>
  <inkml:trace contextRef="#ctx0" brushRef="#br0" timeOffset="159574.29">24015 17575 400 0,'0'0'3'0,"0"0"46"15,0 0-6-15,0 0-31 16,0 0-11-16,0 0-1 16,45-30 0-16,-36 30-109 15</inkml:trace>
  <inkml:trace contextRef="#ctx0" brushRef="#br0" timeOffset="160074.63">21540 17224 261 0,'0'0'4'0,"0"0"-2"16,0 0 11-16,0 0 4 0,0 0-8 16,-46 43 53-16,26 3-15 15,-3 13 0-15,-1 15-12 16,-3 14-4-16,5 13-10 15,6 5-6-15,9 2-5 0,8-3-5 16,22-7-3-16,19-12-2 16,20-16 1-16,17-17-1 15,17-12 0-15,14-14 0 16,11-15-1-16,9-12-4 16,2-19-100-16,3-25-167 0</inkml:trace>
  <inkml:trace contextRef="#ctx0" brushRef="#br0" timeOffset="160586.74">24283 17051 324 0,'0'0'7'0,"0"0"41"0,36 51 6 16,-7-13-6-1,4 14-22-15,3 14-1 0,-3 11-14 16,-6 11-8-16,-7 9-2 16,-10 2 0-16,-10-1-1 15,-3-9-1-15,-19-9 0 16,-9-8 1-16,-3-13-2 0,-3-11-4 16,0-11-69-16,4-16-121 15</inkml:trace>
  <inkml:trace contextRef="#ctx0" brushRef="#br0" timeOffset="161351.6">25057 16835 148 0,'0'0'4'0,"0"0"10"16,0 0 23-16,0 0-27 15,0 0-1-15,-46 64 58 16,31-11-8-16,-1 15-10 16,-4 21 9-16,5 22-24 0,-2 20-11 15,1 12-5-15,-1 9-15 16,-4 4-2-16,2-5-1 16,-6-16 1-16,3-13-1 15,-2-18 1-15,1-15-1 16,0-18 0-16,2-15-7 15,1-21-99-15,2-21-109 0</inkml:trace>
  <inkml:trace contextRef="#ctx0" brushRef="#br0" timeOffset="162707.23">25510 17636 202 0,'0'-8'4'0,"2"2"59"16,3 4-2-16,-1 2-10 0,5 4-38 16,2 10 4-16,1 4 19 15,-1 8-17-15,4 4-7 16,-4 5-3-16,-4 3-5 16,-4 1 0-16,-3-2-3 15,0-5 0-15,-3-3-1 0,-8-6 1 16,-3-8 0-16,-1-2 0 15,-3-7 0-15,-1-4-1 16,0-2 2-16,-4-4-1 16,1-11-1-16,1-10 2 15,-1-7-1-15,3-8 0 16,1-6-1-16,5-3 0 0,4 3 0 16,6 2 1-16,3 5-1 15,7 6 0-15,15 4 3 16,10 5 34-16,12 4-24 15,8 1 4-15,13 0 5 16,9 1-8-16,7-1-5 0,3-1-4 16,-3 2-2-16,-6-1-2 15,-13 8 1-15,-11 2-3 16,-16 5 0-16,-11 4 1 16,-14 0-41-16,-10 0-55 0,-5-4-144 15</inkml:trace>
  <inkml:trace contextRef="#ctx0" brushRef="#br0" timeOffset="164126.47">26014 17950 301 0,'-3'0'10'0,"-2"0"43"0,5 0-28 15,0 0-17-15,0 0-5 0,0 0 1 16,0 3 3-16,0-2-2 16,0-1-2-16,0 0-1 15,0 0 4-15,0 0 1 16,0 0 4-16,0 0-9 15,0 0-1-15,0 0 0 0,0-4-1 16,-2 3 1-16,2-1-1 16,0 0 0-16,-2 0 1 15,2 2 0-15,-1-1 10 16,0-1 14-16,0 0-14 16,0 2 3-16,0 0-4 0,-2-1-2 15,1 1-3-15,1 0 1 16,-1 0 4-16,1 0 8 15,0 0-6-15,0 0-5 16,0 0-1-16,1 0-3 16,0 0 0-16,-1 0 1 0,1 0 1 15,0 0 3-15,0 0-3 16,0 0-1-16,0 1-3 16,0 8 0-16,0 7 0 15,0 7 3-15,5 9 6 16,3 10 3-16,-1 7-4 0,2 5-6 15,-6 2-1-15,-2-3-1 16,-1-3 0-16,0-8-1 16,-6-7 0-16,-7-4 2 15,1-8-3-15,-3-5 2 16,1-5-1-16,-2-5 1 0,-3-3 0 16,2-5 0-16,1 0 0 15,1-7-2-15,2-7-5 16,4-6-27-16,5-7-37 15,4-8-74-15,0-10-133 16</inkml:trace>
  <inkml:trace contextRef="#ctx0" brushRef="#br0" timeOffset="164316.82">25976 17876 407 0,'0'0'22'0,"10"-38"6"0,-7 24 15 16,-1 5-10-16,0 4-16 15,0 3-8-15,0 2-6 0,-2 0-3 16,1 5 0-16,0 8-1 16,-1-3-50-16,0-3-98 15</inkml:trace>
  <inkml:trace contextRef="#ctx0" brushRef="#br0" timeOffset="164660.75">26237 18016 410 0,'0'0'37'16,"0"0"6"-16,0 0-3 15,23 38 7-15,-14-10-5 0,1 9-11 16,-1 7-11-16,-3 3-13 16,-1 4-4-16,-3-1-2 15,-2 0 0-15,0-5-1 16,-2-4 3-16,-8-5-3 15,-2-6 4-15,-3-6-7 0,0-6 3 16,-2-8-2-16,-1-4-14 16,-2-6-13-16,4-4-6 15,-3-15-53-15,5-8-36 16,0-15-153-16</inkml:trace>
  <inkml:trace contextRef="#ctx0" brushRef="#br0" timeOffset="164854.67">26176 17773 391 0,'0'0'3'0,"0"0"45"16,0 0-15-16,0 0-7 15,0 0-11-15,0 0-12 16,0 0-3-16,0 0 1 0,29 0-4 15,-25 0-111-15</inkml:trace>
  <inkml:trace contextRef="#ctx0" brushRef="#br0" timeOffset="166398.75">24989 18498 350 0,'0'0'26'0,"0"0"-19"0,35 54 23 16,-18-25-2-16,3 2-9 15,-3 2-12-15,0-1 8 0,-2-3-6 16,-3-2-5-16,-2-9-4 16,-3-8 2-16,1-6 2 15,-4-4 27-15,0-17 20 16,0-10-30-16,-2-9-16 16,1-11 2-16,1-12 0 0,0-10 0 15,0-12-2-15,1-10-3 16,0-10-4-16,-2-7 0 15,-1-6 2-15,-1-2-1 16,-2 8 0-16,1 7 0 16,0 6 0-16,0 14-1 15,0 12 2-15,-1 14 0 0,0 10 0 16,1 12 0-16,0 11 0 16,0 10 0-16,0 8 0 15,0 4 1-15,0 0-2 16,2 11 1-16,4 4 0 0,-2 0 0 15,1 2 0-15,0 0 0 16,0-4 1-16,1-1-1 16,5-7-1-16,11-2 2 15,8-2-1-15,21-5 0 16,16-10 1-16,23-6-2 0,20-5 2 16,19-4-1-16,14 1 0 15,3 2 1-15,-4 5-1 16,-14 7 0-16,-17 5 0 15,-14 9-1-15,-19 0 1 16,-19 2-49-16,-16-2-85 16,-14-2-295-16</inkml:trace>
  <inkml:trace contextRef="#ctx0" brushRef="#br0" timeOffset="167614.22">20492 17906 303 0,'0'0'95'0,"0"0"-93"0,0 0 0 15,54 4 0-15,-30 1 12 16,3-2 2-16,1 2-2 16,-1 1-7-16,-1-2-5 0,-2 3-1 15,-5 2-1-15,-5-3 0 16,-5-2-83-16,-9-4-84 15</inkml:trace>
  <inkml:trace contextRef="#ctx0" brushRef="#br0" timeOffset="167786.87">20506 18095 370 0,'0'0'6'0,"0"0"7"16,0 0 50-16,62 7-24 15,-24-7-2-15,3 0-16 0,4-7-14 16,1 0-2-16,-5 3-5 16,-8-3-10-16,-14-3-159 15</inkml:trace>
  <inkml:trace contextRef="#ctx0" brushRef="#br0" timeOffset="171990.7">18360 17656 171 0,'5'0'98'0,"2"0"-76"0,0-3-12 15,6 2 4-15,5 1 17 16,3 0-2-16,6 9-12 16,0 10-6-16,2 6-3 15,1 7-5-15,-3 4-2 16,-3 5 0-16,-8 0-1 0,-3 0 0 15,-11-1 1-15,-2-6 0 16,-4 0 0-16,-15-3 3 16,-3-5 2-16,-7 0-2 15,-4-4-2-15,1-2-1 16,-5-4 0-16,3-5 0 0,-1-2-1 16,6-5 1-16,2-4-1 15,10 0 0-15,4-11 0 16,11-5-10-16,0-7-82 15,9-4-6-15,13-5-80 16</inkml:trace>
  <inkml:trace contextRef="#ctx0" brushRef="#br0" timeOffset="172271.73">18722 17729 291 0,'0'0'2'16,"0"0"29"-16,-39-23 9 16,22 21-1-16,0 2 0 15,-3 5-3-15,2 9-6 0,2 4-8 16,2 7-5-16,5 3-1 16,5 4-2-16,4 1-3 15,0 4-2-15,13 0-6 16,6 0 0-16,7 1-3 15,6-6 1-15,6-5-1 16,5-6 0-16,5-8 0 0,-2-10-1 16,-2-2-51-16,-7-21-57 15,-7-11-153-15</inkml:trace>
  <inkml:trace contextRef="#ctx0" brushRef="#br0" timeOffset="172906.41">18161 17367 267 0,'0'0'1'0,"0"0"-1"0,0 0 8 0,15 42 6 16,-2-29 1-16,0-3 4 15,7 0-8-15,-3-2-5 16,3-3-6-16,1-4 3 0,-1-1-3 15,2-6 3-15,-3-9-1 16,-2-5-1-16,1-4 1 16,-3-1-1-16,-1 0-1 15,-5 4 1-15,0 5-1 16,-1 3 1-16,-2 8-1 0,0 5 1 16,0 0-1-16,3 9 4 15,5 6 7-15,2 2 8 16,4 4-2-16,4-1-3 15,3 0-3-15,3-2-6 16,3-4-3-16,3-2 0 16,1-7-1-16,1-4-1 0,-7-9-119 15</inkml:trace>
  <inkml:trace contextRef="#ctx0" brushRef="#br0" timeOffset="173355.2">19131 18188 376 0,'0'0'2'0,"8"63"49"0,1-29-15 0,-1 3 3 0,-2 2-20 16,-1-1-9-16,0 1-6 16,-5-4-2-16,0-7-1 15,0-2 0-15,-10-6 0 0,-2-6 1 16,-4-3-1-16,-2-6-1 16,-2-3 0-16,-1-2-2 15,0 0-6-15,0-7-43 16,2-11-63-16,4-14-103 15</inkml:trace>
  <inkml:trace contextRef="#ctx0" brushRef="#br0" timeOffset="173538.7">19057 17940 525 0,'0'0'15'16,"0"0"28"-16,0 0-23 0,0 0-20 15,0 0 0-15,0 0-24 16,0 0-221-16</inkml:trace>
  <inkml:trace contextRef="#ctx0" brushRef="#br0" timeOffset="184938.88">22819 4564 11 0,'0'0'4'0,"0"0"4"0,0 0 7 15,0 0 10-15,0 0 4 16,38 9-8-16,-22-9 2 15,3 0-10-15,6 0 3 16,6 0-2-16,7-4-4 16,9-1-1-16,12 0-4 0,8-1 0 15,12-3-2-15,7 1 0 16,7-1-1-16,5 0-1 16,0 0 1-16,-2-1 0 15,-1-3-1-15,0 3 0 16,-1-3 1-16,1-1 8 0,1 0 57 15,0 0-56-15,1-2-1 16,-2-1 1-16,-2 0-3 16,-3 1 1-16,-2 0 1 15,-5 1-4-15,-5 1-3 16,-6 0 3-16,-7 4-2 0,-5 1-1 16,-8 1 0-16,-6 2 3 15,-10-1 0-15,-3 4 3 16,-9-1-2-16,-4 3-2 15,-5-1-1-15,-3 2-1 16,-5 0-2-16,0 0 1 16,-2 0-1-16,0 0-1 0,0 0 1 15,-1 0-1-15,4 0 0 16,-1-1 0-16,3 1 0 16,0 0 1-16,3-2-1 15,2 1 2-15,0-2-1 16,4 2 2-16,3-2 6 0,4 0 1 15,0 0-4-15,6-1-3 16,7-3-1-16,5 1-1 16,8 0 0-16,5-2 0 15,6 1 0-15,4-2 0 16,4 1 1-16,1-2 0 0,-1 3-1 16,1 0 1-16,-1-2-2 15,-1-1 1-15,-3 0 1 16,-3 0-1-16,-3-1 2 15,-3-2 0-15,-5 2-1 0,-5-2 1 16,-4 0-2-16,-7 0 0 16,-4 0-1-16,-6 1 1 15,-6-1 1-15,-2 2 1 16,-2 2 19-16,-3-2 0 16,-1 0-17-16,-1 0-2 0,0 0 0 15,-1 0 0-15,-1-2-2 16,1-3 1-16,2-1-1 15,0-4 0-15,4 0 0 16,1-8 0-16,2 1 0 16,3-6 0-16,0-3 0 15,1-1 0-15,1-1-1 0,-2-1 1 16,-4 2 0-16,0 2-1 16,-4 1 1-16,-5 1-1 15,-1-1-1-15,-1 2 1 16,0-1-1-16,0 4 1 15,-3 1 0-15,3 2 2 0,1 2-1 16,-1 3 0-16,2 1-1 16,-1 0 0-16,-1 0-2 15,-1 2 1-15,-1-1-2 16,-2 2 1-16,-1-2-1 16,0 0 0-16,-1 3-1 0,-1-3-5 15,0-3-2-15,-1 2 2 16,2-1-3-16,-2-1-2 15,0-1-1-15,1 1 1 16,-1 0 1-16,0 2-6 16,0-2 1-16,0 3-3 0,0 0 1 15,0 2-3-15,-3-1 2 16,-1 2 6-16,-4 0-4 16,1 2 7-16,-1-1-2 15,-4 2-5-15,1 1-3 16,-1-1 1-16,-3 1 2 0,2 2-4 15,-3-1 1-15,1 1 3 16,-1 1-16-16,0 0 13 16,-6 0 5-16,1 1 9 15,-3 0 26-15,1-1-25 16,-5 1-15-16,-3-2-12 0</inkml:trace>
  <inkml:trace contextRef="#ctx0" brushRef="#br0" timeOffset="186082.87">22443 3414 34 0,'-8'32'49'0,"5"0"-2"0,-1-4-10 16,2 0-6-16,2 1-2 16,0-1-6-16,0 2 1 15,0 0 1-15,0 1-3 16,0-1 3-16,0 0-2 0,0-3 4 15,0 3-5-15,0-5 1 16,0 2-6-16,0 3-7 16,0-2-5-16,-1 2 0 15,0 0-1-15,1 3-1 16,0 0-1-16,2-1 0 16,6 3-1-16,0-3 1 0,4 0-1 15,-1 0 1-15,2-1-2 16,0-1 1-16,0-2-1 15,0 2 1-15,1-4-1 16,-1-1 0-16,0 0 1 16,3-4-1-16,-2-3 1 0,2-1 0 15,-1-3-1-15,1-1 3 16,-1-1-3-16,1-3 1 16,-4 0-1-16,5-2 2 15,-4-1-2-15,1 0 1 16,-1-1-1-16,1-1 1 0,-4 1-1 15,1 0 0-15,-1 0 1 16,1 0-2-16,-2 1 2 16,1 0-1-16,3-1 0 15,-1 1 0-15,3-2 0 16,4-1 1-16,3 0-1 0,3-4 1 16,4 1-1-16,9 0 1 15,5-2 0-15,1-8-37 16,-4-7-105-16</inkml:trace>
  <inkml:trace contextRef="#ctx0" brushRef="#br0" timeOffset="187022.77">22346 3532 196 0,'0'0'4'0,"0"0"-1"16,0 0 11-16,1-39 6 15,0 28-5-15,1-2-1 16,0 0-2-16,-1-5 0 16,1-2 1-16,2-3-1 0,0-2-4 15,-2-4 1-15,1-2-1 16,1-3 1-16,3 0-5 15,0-3-2-15,1-2-1 16,4 0 0-16,3-5 1 16,4 1-4-16,6-1 2 0,5-4-1 15,6 1-1-15,2 2 0 16,4-1-1-16,3 5 1 16,1 0-1-16,6 1 0 15,5 0 3-15,7-2-1 16,7-1 1-16,15-4-1 0,13-3 1 15,16-2 0-15,13 1 0 16,17-6 1-16,12 0 3 16,10 0 1-16,8 2-1 15,3 4-2-15,4 4-1 16,0 7 0-16,-4 6 1 0,-5 7-1 16,-10 6 2-16,-11 7-2 15,-13 5 1-15,-16 6 0 16,-17 3-1-16,-13 4 0 15,-12 9-2-15,-12 6 2 16,-9 2-2-16,-9 2 1 0,-2 1-3 16,-5 0-36-16,0-4-2 15,-2-6-31-15</inkml:trace>
  <inkml:trace contextRef="#ctx0" brushRef="#br0" timeOffset="187708.94">26360 1999 86 0,'77'22'35'0,"9"3"-34"0,9 12 0 15,8 10 2-15,3 7 1 16,-2 8 2-16,-7 8-1 16,-13 8 0-16,-13 4-1 0,-19 5 1 15,-15 4 0-15,-17 1-2 16,-9-6-11-16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6-22T11:39:21.9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21021 14257 166 0,'-1'6'-37'0,"-8"0"90"0,0 0-32 16,-4 5 3-16,1 6-12 16,1 9-7-16,1 6 7 15,2 10 7-15,1 11-3 16,3 11 5-16,2 13 4 16,2 8-11-16,0 6-2 15,0 10-8-15,2 0 3 0,3-3 1 16,3-5-1-16,-5-4-4 15,2-10-2-15,-1-8 0 16,-4-13-2-16,0-11 0 16,0-10-1-16,-2-14-7 15,-8-16-60-15,-2-9-53 0</inkml:trace>
  <inkml:trace contextRef="#ctx0" brushRef="#br0" timeOffset="557.79">20919 14502 423 0,'7'-39'-34'0,"4"0"62"16,0 3-6-16,8 9-4 15,3 7-5-15,0 6-7 16,3 7-2-16,1 9-2 16,-1-1-1-16,0 15 0 0,-4 6-1 15,0 7 1-15,-4 3-1 16,-4 5-1-16,-3 1 2 16,-7-1-1-16,-3-1-1 15,0-5 1-15,-3-6 0 16,-7-6 0-16,-2-6 0 15,0-6 0-15,1-4 0 0,2-3 0 16,4 0 1-16,3-3-1 16,2-3 0-16,7 1 1 15,9-1-2-15,5 5 1 16,5 1 0-16,8 1 0 0,-4 12 0 16,3 8 0-16,-2 3 0 15,-5 4 0-15,-3 2-1 16,-7-2 2-16,-8-2 0 15,-8-3 3-15,0-3 5 16,-16 0 6-16,-9-4-4 16,-5 0-3-16,-9-3-5 0,-5 0-2 15,-3-4-1-15,0-5 0 16,-6-4-1-16,4 0-43 16,0-18-87-16,6-14-136 15</inkml:trace>
  <inkml:trace contextRef="#ctx0" brushRef="#br0" timeOffset="931.55">21071 13901 416 0,'0'0'2'0,"0"0"3"0,-58 17-3 0,37 4-1 16,0 5-1-16,0 4 0 15,0 1 1-15,1 0 1 16,6-4-2-16,2-3 0 16,6-9 0-16,2-5 0 15,4-9 0-15,0-1 2 0,2-16 0 16,9-11-1-16,3-5 0 15,1-2-1-15,5 0 0 16,-5 4 1-16,3 6-1 16,-2 9 3-16,2 11 33 0,-3 4-27 15,2 14-4-15,2 8-2 16,1 4 0-16,3 3-3 16,4 1 1-16,4-1-1 15,2-7 0-15,1-9-33 16,-3-13-173-16</inkml:trace>
  <inkml:trace contextRef="#ctx0" brushRef="#br0" timeOffset="1388.15">21919 14522 498 0,'0'0'-3'0,"0"0"26"0,0 0-13 0,0 0-9 16,60-34 0-16,-28 29 0 15,3 0-1-15,-1 2 0 16,1 0 1-16,-4 2-1 16,-6 1 0-16,-5 2 0 0,-6 8-25 15,-8 2-49-15,-6 1-42 16,-7-1-14-16</inkml:trace>
  <inkml:trace contextRef="#ctx0" brushRef="#br0" timeOffset="1557.89">21925 14766 324 0,'0'0'77'0,"50"4"-31"15,-4-4-19-15,10 0-11 16,7-1-13-16,6-4-1 0,-4-2-1 16,-7-9-19-16,-8-10-238 15</inkml:trace>
  <inkml:trace contextRef="#ctx0" brushRef="#br0" timeOffset="3813.06">23626 14030 201 0,'0'-10'10'0,"0"3"1"16,-4 4 12-16,4 3-12 15,0 13-10-15,10 7 0 16,9 7 5-16,6 3 35 16,6 6-19-16,5 3 0 0,5 2-10 15,1 2-7-15,0 0-5 16,0-2 1-16,-3-6 0 16,-6-5-1-16,-5-4 1 15,-7-8-2-15,-6-4-8 16,-6-7-76-16,-9-7-38 0</inkml:trace>
  <inkml:trace contextRef="#ctx0" brushRef="#br0" timeOffset="4251.63">24033 13998 113 0,'0'0'4'0,"0"0"34"0,0 0-5 16,24-39-5-16,-24 38-3 0,0 1-7 16,-7 8-13-16,-10 12 0 15,-7 9 38-15,-11 8-5 16,-5 11-21-16,-9 10-5 15,-4 10-9-15,1 3-2 16,0 2-2-16,8-1-1 0,6-8-3 16,7-17-86-16,7-16-132 15</inkml:trace>
  <inkml:trace contextRef="#ctx0" brushRef="#br0" timeOffset="4517.62">24337 13698 339 0,'0'0'7'15,"0"0"-1"-15,0 0-5 16,-42 45 1-16,23-5-2 0,-2 11 0 16,0 6-1-16,0 0 0 15,4-7-13-15</inkml:trace>
  <inkml:trace contextRef="#ctx0" brushRef="#br0" timeOffset="4795.95">24588 13925 447 0,'0'0'3'15,"0"0"2"-15,51 31-4 0,-22 1 0 16,1 6 0-16,2 4-1 16,1 3 0-16,3 0 0 15,-4-1 0-15,0 0 2 16,0-4-2-16,-3-8-2 0,-2-7-3 16,-8-14-89-16,-1-11-3 15,-5-6-86-15</inkml:trace>
  <inkml:trace contextRef="#ctx0" brushRef="#br0" timeOffset="5026.59">24928 13986 401 0,'0'0'3'0,"-39"17"3"16,18 0-2-16,-1 9 2 0,-2 5-1 15,1 6-1-15,-2 4-4 16,-2 2 0-16,0 9 0 16,-1-2 0-16,0 0-4 15,1-9-106-15,4-12-117 16</inkml:trace>
  <inkml:trace contextRef="#ctx0" brushRef="#br0" timeOffset="5275.14">25191 13796 414 0,'0'0'5'15,"58"-11"8"-15,-33 23 3 16,-2 31-6-16,-6 15-2 0,-7 13-4 15,-7 10 0-15,-3 10-1 16,-13 4-2-16,-13-4 1 16,-9 4-2-16,-12-3-3 15,-6-9-36-15,-9-16-120 16</inkml:trace>
  <inkml:trace contextRef="#ctx0" brushRef="#br0" timeOffset="5557.8">23704 13820 385 0,'-38'-1'8'15,"0"1"0"-15,3 11-3 16,5 27-4-16,3 15 3 16,6 10 2-16,5 14 13 15,13 9 34-15,5 5-23 0,24 1-25 16,16 0-3-16,13-1 0 16,15-10-2-16,17-11-2 15,13-21-48-15,4-23-57 16,5-26-138-16</inkml:trace>
  <inkml:trace contextRef="#ctx0" brushRef="#br0" timeOffset="5806.14">25435 13672 487 0,'0'0'6'0,"0"0"-1"16,0 0-6-16,58-25 0 16,-31 25-5-16,3 1-55 15,2-1 29-15,0 0-47 16,1-14-29-16</inkml:trace>
  <inkml:trace contextRef="#ctx0" brushRef="#br0" timeOffset="5963.24">25918 13462 508 0,'0'0'4'0,"-14"71"-1"15,12-20-2-15,-4 10 0 16,0 5 0-16,4 2-1 15,0-8-4-15,2-11-94 16,0-19-133-16</inkml:trace>
  <inkml:trace contextRef="#ctx0" brushRef="#br0" timeOffset="7621.91">26341 14050 225 0,'0'-10'6'0,"0"3"0"0,1 7 33 16,14 4-20-16,4 16-12 0,10 9 46 16,7 6-10-16,6 6-16 15,2 6-13-15,1 4-7 16,-5 3-5-16,-2 0-1 15,-9-4-1-15,-4-12 1 0,-7-8-2 16,-7-10-2-16,-3-13-41 16,-6-7-22-16,-2-8 21 15,0-18-70-15</inkml:trace>
  <inkml:trace contextRef="#ctx0" brushRef="#br0" timeOffset="7822.14">26694 13990 322 0,'0'0'4'16,"0"0"22"-16,0 0 31 15,-48 20-41-15,32 12 26 0,-7 5-20 16,-3 7-7-16,-1 7-6 16,-2 4-6-16,-3 6-3 15,-2 2 0-15,1 2 0 16,-1-3-5-16,1-9-83 15,3-13-124-15</inkml:trace>
  <inkml:trace contextRef="#ctx0" brushRef="#br0" timeOffset="8080.92">27070 13670 429 0,'0'0'-10'0,"0"0"18"0,0 0-3 15,0 0-4-15,-56-6 2 16,29 34-2-16,-6 9 1 16,3 4-2-16,2 5 0 15,4 3-1-15,4 4 0 16,5-5-7-16,5-9-155 0</inkml:trace>
  <inkml:trace contextRef="#ctx0" brushRef="#br0" timeOffset="8299.57">27202 13877 392 0,'0'0'106'0,"0"0"-97"16,0 0-7-16,52 26-2 16,-30-2 2-16,-3 4 0 0,4 3-1 15,-3-2-1-15,0-4-1 16,-1-1-9-16,1-8-47 16,-2-5-56-16,2-11-86 15</inkml:trace>
  <inkml:trace contextRef="#ctx0" brushRef="#br0" timeOffset="8488.98">27583 13880 416 0,'0'0'10'0,"0"0"30"16,0 0-15-16,-19 56 4 0,4-14 12 16,-3 12-17-16,-7 9-6 15,-4 10-8-15,-4 7-7 16,-5 8-2-16,-4 8 0 15,-4 9-2-15,-2-5-12 16,1-11-129-16,4-14-213 0</inkml:trace>
  <inkml:trace contextRef="#ctx0" brushRef="#br0" timeOffset="10512.66">16212 14837 234 0,'0'0'-17'0,"0"0"17"15,0 0-7-15,0 0 7 16,0 0 1-16,-42 0 1 15,15 4 2-15,-5 2 6 0,-3-2 7 16,-7 3-5-16,-7 1-3 16,-3 4-4-16,-1 2-3 15,-1 2 0-15,4-3-1 16,4 2-1-16,8-6 0 16,7-2 1-16,6 0-1 0,7 2 1 15,3 3 0-15,3 10 3 16,3 12 8-16,-1 10 4 15,2 17-2-15,2 21 4 16,1 16-3-16,-1 19-4 16,3 17-1-16,3 10-2 0,-2 12 4 15,-2-1-4-15,-1-3-2 16,2-1-3-16,-5-9 0 16,-3-5-1-16,-3-9 1 15,-1-4 15-15,-5-10-4 16,1-8-6-16,0-4 5 0,2-11-2 15,3-11-2-15,2-9-2 16,3-9-2-16,0-9-1 16,5-12-2-16,0-6-1 15,2-9-1-15,0-5 1 16,2-4-1-16,0-4 0 0,0-2 0 16,0-3 0-16,8 0 0 15,0-5 0-15,6-3 1 16,10 0-1-16,8-3 1 15,11-7 0-15,8-1-1 16,9-1-1-16,6 4 2 0,3-1-2 16,0 2 0-16,-2 3-21 15,-5-2-25-15,-6 1-25 16,-11-5-66-16</inkml:trace>
  <inkml:trace contextRef="#ctx0" brushRef="#br0" timeOffset="11103.41">16054 15239 268 0,'0'0'2'0,"0"0"11"0,0 0-11 16,-26 45-1-16,22-18 2 0,0 6-1 15,2 4-1-15,2 1-1 16,0 2 1-16,0 3-2 15,0-4 1-15,0-4-66 16</inkml:trace>
  <inkml:trace contextRef="#ctx0" brushRef="#br0" timeOffset="11388.77">15987 16151 231 0,'0'0'61'0,"0"0"-55"15,0 0-1-15,-18 54 1 16,13-29 1-16,1 6-5 16,1 2-1-16,1 4-1 0,2 0-1 15,0 1-1-15,-2-4-69 16,0-2-75-16</inkml:trace>
  <inkml:trace contextRef="#ctx0" brushRef="#br0" timeOffset="11644.99">15924 16893 235 0,'0'0'2'15,"0"0"20"-15,0 45 8 16,0-23-18-16,2 5-8 0,0 6-3 16,3-2 0-16,2-1-1 15,-5-2-30-15,-1-8-69 16</inkml:trace>
  <inkml:trace contextRef="#ctx0" brushRef="#br0" timeOffset="13398.83">16631 15189 229 0,'-1'-5'6'0,"-3"5"33"0,4 0-18 0,0 11-18 16,9 9 1-16,6 4 1 15,5 6 1-15,3 2 2 16,3 1 4-16,4 3-7 15,-1-2-4-15,0-4 1 16,0-3-2-16,-5-6 0 16,-4-7 0-16,-2-5-22 0,-6-5-12 15,-6-4-38-15,-4-5-78 16</inkml:trace>
  <inkml:trace contextRef="#ctx0" brushRef="#br0" timeOffset="13834.97">16826 15182 179 0,'0'0'3'0,"0"0"30"0,0 0 3 15,-41 6-22-15,28 14-4 0,-5 5-4 16,-1 8-1-16,1 2-1 16,0 7-4-16,1-1 1 15,-1 6 0-15,3-5-1 16,-1-5-2-16,3-10-67 0</inkml:trace>
  <inkml:trace contextRef="#ctx0" brushRef="#br0" timeOffset="14057.58">17018 15429 366 0,'0'0'17'16,"0"0"-3"-16,0 0-11 16,0 0-3-16,8 51 1 0,-8-29-1 15,-8 2 1-15,0 0-1 16,0-1 0-16,3-2 0 16,1 0-1-16,3-2-1 15,1-4-52-15,0-6-37 16,0-6-69-16</inkml:trace>
  <inkml:trace contextRef="#ctx0" brushRef="#br0" timeOffset="14239.65">17153 15544 427 0,'0'0'4'0,"0"0"15"15,0 0-18-15,9 47 0 16,-4-23-1-16,4 2-1 15,-5 2 1-15,-3 3-3 16,-1-2-67-16,0-8-87 16</inkml:trace>
  <inkml:trace contextRef="#ctx0" brushRef="#br0" timeOffset="14511.82">16561 16080 508 0,'0'0'9'16,"0"0"11"-16,0 0-21 15,0 0 1-15,63 34-1 16,-32-4 2-16,0 1-2 0,-3 3 0 16,-1 1-3-16,-2 1-36 15,-8-5-34-15,-4-5-43 16,-4-11-17-16</inkml:trace>
  <inkml:trace contextRef="#ctx0" brushRef="#br0" timeOffset="14723.95">16778 16115 392 0,'0'0'4'0,"0"0"11"0,0 0-7 16,-50 12-8-16,38 10 1 16,-2 4 3-16,1 4-1 15,2 5-1-15,1-2-2 16,4 1 0-16,2 0-3 15,1-8-87-15,1-12-101 16</inkml:trace>
  <inkml:trace contextRef="#ctx0" brushRef="#br0" timeOffset="15459.85">16905 16259 307 0,'0'0'60'0,"0"0"-53"16,0 0 1-16,0 0-8 15,0 0 0-15,0 0 0 0,0 0 0 16,0 0 1-16,17-19-1 16,-14 23 0-16,0-1 0 15,-3 0 1-15,0-1-1 16,2 0 0-16,-2-2 0 15,0 0 1-15,0 0 10 0,0 0 25 16,0 0-21-16,0 0-5 16,-2 0 1-16,0-2-2 15,0 0 2-15,-1 2-3 16,2 0-3-16,0 0 1 0,0 0-2 16,-1 0 4-16,0 0 3 15,2-1-3-15,0 1-3 16,0 0-2-16,-2 0-1 15,2 0-1-15,0 0-1 16,0 0 0-16,0 0 1 16,-1 0-1-16,1 0 1 0,0 0-1 15,0 0 1-15,0 0 0 16,0 0 2-16,0 0 2 16,0 0 0-16,-1 0 0 15,1 0-2-15,0 0-1 16,0 0-2-16,0 0 0 0,0-2 1 15,0 2-1-15,0-1 0 16,0-2 1-16,2-2-1 16,6 0 0-16,2-1 0 15,3 2-1-15,1 1 2 16,-1 3-2-16,0 0 1 0,-2 10 0 16,-1 7-2-16,-2 3 1 15,-2 4 0-15,-4 3 0 16,-2 3 0-16,0-1-1 15,-8 0 0-15,-3-1 1 16,0-3 0-16,-1-4 1 0,4-2-1 16,1-5 0-16,3-5 1 15,2-4 0-15,2-2 1 16,0-2-2-16,0-1 0 16,13 0 0-16,5 0-1 15,4-4-18-15,3-3-22 0,0-1-39 16,1-3-45-16,-3-3-26 15</inkml:trace>
  <inkml:trace contextRef="#ctx0" brushRef="#br0" timeOffset="15608.76">17236 16362 463 0,'0'0'1'0,"0"0"-3"0,1 57-3 0,5-21 4 16,0 6 0-16,-5 2-57 0,-1-4-46 16,0-6-131-16</inkml:trace>
  <inkml:trace contextRef="#ctx0" brushRef="#br0" timeOffset="16198.3">16570 17088 487 0,'0'0'2'0,"0"0"44"0,0 0-45 0,0 0-2 16,50 47 1-16,-17-27 1 0,0 0-2 16,-3 0 1-16,-1-3-1 15,-4-2-12-15,-4-2-25 16,-3-8-44-16,-9-5-26 15,-3 0-7-15</inkml:trace>
  <inkml:trace contextRef="#ctx0" brushRef="#br0" timeOffset="16369.76">16760 17037 402 0,'0'0'39'0,"0"0"-18"0,-19 40-18 16,18-16 9-16,1 3 1 15,0 1-6-15,0-1-4 16,0 0-3-16,5 0 0 16,1-3-1-16,-3 0-52 15,-1-11-112-15</inkml:trace>
  <inkml:trace contextRef="#ctx0" brushRef="#br0" timeOffset="16796.09">16906 17156 534 0,'0'0'0'15,"0"0"2"-15,0 0-2 16,41-27-1-16,-29 27 1 16,-3 2 0-16,-2 9-1 15,-2 3 1-15,-2 3 0 0,0 3 0 16,-3 0-1-16,0 3-3 15,0-3-13-15,0 0 0 16,2-2-2-16,1-4-20 16,3-2 35-16,1-3 4 15,1 0 0-15,4-2 0 0,1-1 1 16,1 2 0-16,-1 2-1 16,-1 2 0-16,1 1 0 15,-5 2 0-15,-1 2 0 16,-2 2 0-16,-5-2 1 15,0-2-1-15,0 2 2 0,-11-2 9 16,-1-1 4-16,-1-2 2 16,-2 0-9-16,0-1-5 15,2-4-2-15,1-2 1 16,1-1-2-16,3-4-2 16,2 0-21-16,3-2-49 0,3-10-46 15,0-10-52-15</inkml:trace>
  <inkml:trace contextRef="#ctx0" brushRef="#br0" timeOffset="16975.79">17187 17398 501 0,'0'0'7'0,"0"0"-5"16,23 42-1-16,-13-20-1 15,-1 2 0-15,-1-1 0 16,-3-1 0-16,0-2-11 0,-5-1-48 15,0-8-74-15,0-7-87 16</inkml:trace>
  <inkml:trace contextRef="#ctx0" brushRef="#br0" timeOffset="17287.84">17654 15201 302 0,'0'0'146'15,"0"0"-124"-15,0 0 3 16,0 0-14-16,0 0-11 16,0 0 1-16,0 0-1 15,0 0-3-15,23 25-2 0,-15-8-45 16,-1-4-59-16,2-6-14 16</inkml:trace>
  <inkml:trace contextRef="#ctx0" brushRef="#br0" timeOffset="17437.18">17954 15226 391 0,'0'0'3'0,"0"0"-3"15,0 0-4-15,0 0-7 0,6 44-89 16,-6-27-35-16</inkml:trace>
  <inkml:trace contextRef="#ctx0" brushRef="#br0" timeOffset="17799.12">17618 16313 584 0,'0'0'-17'0,"0"0"3"16,0 0-110-16,0 42-67 15</inkml:trace>
  <inkml:trace contextRef="#ctx0" brushRef="#br0" timeOffset="18016.31">17761 16690 193 0,'0'0'360'16,"0"0"-384"-16,0 0-126 0,0 0-80 15</inkml:trace>
  <inkml:trace contextRef="#ctx0" brushRef="#br0" timeOffset="18251.84">17832 17200 624 0,'0'0'3'0,"0"0"9"15,0 0-14-15,0 0-2 16,3 40-51-16,3-26-48 0,-3-10-121 16</inkml:trace>
  <inkml:trace contextRef="#ctx0" brushRef="#br0" timeOffset="18966.59">17943 14802 265 0,'0'0'43'15,"0"0"-41"-15,0 0-1 16,0 0 0-16,11-38-1 15,9 37 1-15,0 2 3 16,4-1 9-16,1 0 3 16,-2 5-1-16,1 5-7 0,0 4-3 15,-2 4-4-15,-1 5 0 16,-6 4-1-16,0 6 0 16,-3 7 0-16,-3 9 1 15,-2 10-1-15,0 10 3 16,-2 14-1-16,-1 14 3 0,4 10-1 15,-2 10-1-15,4 10 2 16,1 8 9-16,3 6-2 16,1-5-3-16,2 1 22 15,0-6-22-15,1-8-1 16,-1-11 3-16,-3-10 3 16,0-7-5-16,-1-9 3 0,0-7-4 15,-4-11 2-15,-2-5-3 16,0-5-1-16,-3-10-4 15,-4-4-1-15,0-4 0 16,0-6 1-16,0 0-1 16,-7-4 3-16,0-4 5 0,1-2 11 15,-1-3-6-15,1-1-3 16,-1-4-6-16,-2-2-3 16,2 0 0-16,-4-3-1 15,-5 2 1-15,-1 0-1 16,-5 0 1-16,-6 1-2 0,-8 4-5 15,-10-1-58-15,-9-8-87 16,-6-9-252-16</inkml:trace>
  <inkml:trace contextRef="#ctx0" brushRef="#br0" timeOffset="20964.4">13555 16131 269 0,'0'0'-3'0,"0"0"4"0,0 0-1 0,52 59 3 16,-19-29 8-16,4 9 2 16,7 3 0-16,2 7 0 15,-1 0-3-15,2 4-5 16,-3-1-3-16,-5-5-1 0,-6-6-1 16,-6-8-1-16,-9-10 0 15,-3-10 1-15,-10-12-14 16,-5-1-85-16,-6-21-124 15</inkml:trace>
  <inkml:trace contextRef="#ctx0" brushRef="#br0" timeOffset="21139.83">13803 16056 429 0,'0'0'-2'16,"-38"33"8"-16,19 3-4 15,4 12 0-15,-1 9 4 16,1 6-4-16,-1 4-1 16,-1-1 0-16,1 2-2 15,-1-1 0-15,1-3 0 0,0-6-4 16,0-15-137-16</inkml:trace>
  <inkml:trace contextRef="#ctx0" brushRef="#br0" timeOffset="21428.67">14152 16199 347 0,'0'0'169'16,"28"-43"-162"-16,-9 21 1 16,8 10-7-16,0 5-1 15,-1 7 0-15,-4 0-1 0,-1 0-1 16,-6 7-12-16,-5 2-54 16,-6-2-45-16,-4-1-83 15</inkml:trace>
  <inkml:trace contextRef="#ctx0" brushRef="#br0" timeOffset="21546.61">14197 16343 443 0,'0'0'0'16,"37"-2"17"-16,-5-5-15 16,12 0-1-16,5-3-2 0,-3-7-79 15,-6-9-88-15</inkml:trace>
  <inkml:trace contextRef="#ctx0" brushRef="#br0" timeOffset="23841.84">22113 15857 26 0,'0'0'86'0,"0"0"-72"0,0 0 40 0,0 0-22 15,0 0-13-15,0 0-9 16,0 0-2-16,0 0 2 16,0 0 5-16,0 0-3 0,-48-35-1 15,33 35-2-15,-7 0-3 16,2 1-3-16,-7 7-2 15,-2 5 0-15,-3 0-1 16,-1 2 0-16,2 1 0 16,-3 1 1-16,3 1-1 0,2-2 0 15,3 5 0-15,2 2 0 16,4 6 0-16,1 7 0 16,3 11 0-16,7 14-1 15,2 12 3-15,4 16 9 16,3 16 23-16,0 12-21 15,2 8-4-15,6 7-5 0,-2 0 2 16,3 0-4-16,-1-3 1 16,0-5 2-16,1-8 7 15,-5-6 5-15,-1-5 10 16,-2-9-21-16,-1-10 0 0,0-10 0 16,2-6-2-16,-7-12 4 15,0-8 3-15,1-7-5 16,2-6-3-16,0-6 0 15,2-7-3-15,0-6 1 16,0-2 0-16,5-5-2 16,4-4 2-16,4-1 1 0,5-2 4 15,6-2 14-15,7-2-6 16,8 0-10-16,9 0 1 16,6 1-1-16,7-4-2 15,5 2-1-15,3-2-1 16,2 3 0-16,-2 0-1 0,-3 0-10 15,-8 0-38-15,-13 3-64 16,-8-3-101-16</inkml:trace>
  <inkml:trace contextRef="#ctx0" brushRef="#br0" timeOffset="24659.66">22278 16104 244 0,'0'-10'3'0,"0"-3"-1"0,0 7 0 16,2 4 0-16,4 2-1 16,6 0 0-16,1 4 1 0,4 10 10 15,5 6 18-15,5 3-16 16,4 8 5-16,3 5-9 15,3 3-5-15,1 0-4 16,-4 0-1-16,-1-3 0 16,-6-4-1-16,-5-6 0 0,-3-5 0 15,-11-5-2-15,-5-5-1 16,-3-8-66-16,-1-3-9 16</inkml:trace>
  <inkml:trace contextRef="#ctx0" brushRef="#br0" timeOffset="24904.01">22586 16011 254 0,'0'0'3'0,"0"0"1"0,0 0 9 15,0 0 36-15,0 0-47 16,0 0 0-16,-47 32 7 15,30 3 42-15,-3 9-37 16,-2 3-9-16,-2 6-5 0,2-1 1 16,-1 1-2-16,2-5-2 15,0-1-1-15,6-9-1 16,1-6-20-16,5-11-105 16,3-11-99-16</inkml:trace>
  <inkml:trace contextRef="#ctx0" brushRef="#br0" timeOffset="26046.72">22714 16341 266 0,'-5'-7'12'0,"1"1"-9"15,2 6 2-15,2 0 10 16,0 13-14-16,0 7 0 0,4 3-1 16,-1 2 0-16,4 2 0 15,-3 0 0-15,0 0 0 16,-3-3-1-16,3-4-3 16,0-7-42-16,0-9-153 15</inkml:trace>
  <inkml:trace contextRef="#ctx0" brushRef="#br0" timeOffset="26218.3">22841 16334 297 0,'0'0'5'0,"0"0"-1"16,0 0 35-16,0 0-14 15,0 0-23-15,0 0 0 16,0 0-1-16,18 38-1 15,-18-9 0-15,2 3-3 16,-2-2-3-16,0-3-99 0</inkml:trace>
  <inkml:trace contextRef="#ctx0" brushRef="#br0" timeOffset="27079.74">22188 16902 306 0,'0'0'-5'0,"0"0"8"0,0 0-2 16,0 0 1-16,0 0-2 15,0 0 0-15,31 54 2 0,-5-23 2 16,3 5-1-16,-1-1-3 16,0-2 0-16,-1-2 0 15,-2-1 0-15,-1-8-3 16,-8-6 1-16,0-6-21 15,-6-8-82-15,-4-2-53 0</inkml:trace>
  <inkml:trace contextRef="#ctx0" brushRef="#br0" timeOffset="27308.1">22469 16902 298 0,'0'0'6'0,"0"0"-3"15,0 0 5-15,0 0 17 16,-41-20-20-16,30 37-4 16,-5 8 0-16,1 5-1 0,-3 3 1 15,2 6-1-15,-4 0-1 16,0 1 0-16,2-1-1 16,-4-4-5-16,6-9-118 15</inkml:trace>
  <inkml:trace contextRef="#ctx0" brushRef="#br0" timeOffset="27892.81">22688 17162 92 0,'0'0'16'0,"0"0"6"0,0 0 23 16,0 0-18-16,0 0 0 0,0 0 0 16,0 0-4-16,0 0-5 15,0 0-5-15,-16-38-4 16,27 30-4-16,0 1-3 15,-1 2-1-15,3 1 2 16,-1 2-3-16,-1 2 0 0,1 0 0 16,-6 10 0-16,-1 2 0 15,-3 1 0-15,-2 3 0 16,0 4-3-16,-7 1 3 16,-1-1 0-16,-4 2 0 15,-1 0-1-15,2 0 1 0,1-1-1 16,3-5 1-16,4-2 0 15,3-4 0-15,0-3 0 16,4-3 0-16,8-3 0 16,7-1 0-16,4 0 0 15,2 0-1-15,1-6-19 16,1-5-102-16,-3-6-51 0</inkml:trace>
  <inkml:trace contextRef="#ctx0" brushRef="#br0" timeOffset="28087.57">22971 17186 310 0,'0'0'6'0,"0"0"44"15,0 0-20-15,0 0-28 16,0 0 0-16,0 0-1 16,0 0 1-16,11 46-2 0,-9-24 0 15,0 7-2-15,-2 3-3 16,-2-2-75-16,-11 0-153 15</inkml:trace>
  <inkml:trace contextRef="#ctx0" brushRef="#br0" timeOffset="28359.66">22225 17861 394 0,'0'0'4'16,"0"0"34"-16,0 0-19 0,0 0-16 15,53 1 1-15,-20 23-3 16,4 6-1-16,0-1 0 15,-1 3 0-15,-2 0-1 16,-3 0-3-16,-8-3-21 16,-3-5-69-16,-7-10-22 0</inkml:trace>
  <inkml:trace contextRef="#ctx0" brushRef="#br0" timeOffset="28593.53">22531 17899 403 0,'0'0'6'0,"0"0"15"16,0 0-15-16,0 0-5 0,-38 4 0 16,29 9 2-16,-4 4-1 15,-2 6 0-15,-1 1-1 16,-2 4-2-16,2 1 1 15,-4 3-2-15,3 0-3 16,3-7-87-16,1-4-35 0</inkml:trace>
  <inkml:trace contextRef="#ctx0" brushRef="#br0" timeOffset="29088.05">22662 18048 458 0,'0'0'9'15,"0"0"21"-15,15-45-16 0,-8 39-9 16,-3 2-4-16,-1 2-1 16,0 2 1-16,-1 0-1 15,-1 0 0-15,1 3-1 16,-1 6 1-16,0 2-1 15,0 1 0-15,-1 3-1 0,1-1-2 16,-1 1-5-16,1 0-9 16,2-2 5-16,-1 0 6 15,-1-2-4-15,4 0 1 16,3-2-1-16,-1 2 6 16,2-2 1-16,4 1 3 0,0-2-3 15,3 2 5-15,1-1-1 16,4 1 0-16,-1 2 0 15,-2 1 0-15,0 0 1 16,-5 0-1-16,-5 0-1 16,0-1 2-16,-8 1 1 15,0-1 2-15,0 0 1 0,-8-2 0 16,-2 0-3-16,-7-1-1 16,-1-4-1-16,1-2-1 15,0-3 0-15,0 0-17 16,4-7-95-16,5-10 5 15</inkml:trace>
  <inkml:trace contextRef="#ctx0" brushRef="#br0" timeOffset="29239.99">22907 18140 297 0,'0'0'136'0,"0"0"-119"0,29 46-9 15,-19-19 14-15,2 7-14 16,-1 3-5-16,-6 1-3 15,1 1 0-15,-2-2-2 16,-2-9-64-16,-2-10-144 16</inkml:trace>
  <inkml:trace contextRef="#ctx0" brushRef="#br0" timeOffset="29692.28">23441 15850 202 0,'0'0'2'16,"0"0"5"-16,0 0 39 15,0 0-38-15,0 0 2 16,0 0 16-16,45 45-12 16,-21-22-7-16,3 1 1 15,4 2-5-15,2-1-2 16,-1-1 0-16,-1 0-1 0,-2-2 0 16,-2-5 0-16,-4-3-2 15,-3-8-15-15,-5-6-106 16</inkml:trace>
  <inkml:trace contextRef="#ctx0" brushRef="#br0" timeOffset="29875.98">23751 15851 319 0,'0'0'2'0,"-38"3"2"0,16 8-2 16,0 10 2-16,-3 7 1 15,-4 6 0-15,0 5 0 16,0 4-2-16,1 5-1 16,4 5-2-16,0 0-1 15,0-3-1-15,3-9-29 0</inkml:trace>
  <inkml:trace contextRef="#ctx0" brushRef="#br0" timeOffset="30949.64">23965 16219 154 0,'0'0'5'0,"0"0"18"0,0 0 11 16,0 0-13-16,0 0-6 16,0 0-12-16,0 0-1 15,0 0 2-15,0 0 1 16,0 42 4-16,0-20 0 16,0 2-3-16,0 2-4 15,0-1-1-15,0 1-1 0,0-4 0 16,3-2 0-16,-2-3-4 15,2-8-109-15</inkml:trace>
  <inkml:trace contextRef="#ctx0" brushRef="#br0" timeOffset="31358.32">24118 16302 203 0,'0'0'5'0,"0"0"32"0,18-47-5 15,-9 32-14-15,1 1 0 16,2 4 5-16,-3 0-8 15,3 9-9-15,-1 1-3 16,-1 1-3-16,-5 13 1 16,1 6-1-16,-6 4 0 0,0 3 0 15,0 0-1-15,-5 4 1 16,-3-3 0-16,-1 0-1 16,0-2-1-16,3-1 1 15,3-5 0-15,3-3 0 16,2-6 1-16,13-4-1 0,8-5 1 15,8-2 0-15,4 0 0 16,2 0-64-16,-1-1-51 16</inkml:trace>
  <inkml:trace contextRef="#ctx0" brushRef="#br0" timeOffset="31639.84">23804 16845 371 0,'0'0'6'0,"0"0"25"0,0 0-28 16,62 56 5-16,-29-21 0 15,2 4-5-15,0 6-3 16,-3 0 0-16,-5-1 0 16,-6-2-1-16,-8-6-44 15,-4-10-63-15,-7-14-102 0</inkml:trace>
  <inkml:trace contextRef="#ctx0" brushRef="#br0" timeOffset="31811.66">24039 16979 235 0,'0'0'182'16,"0"0"-173"-16,0 0 7 15,-38 27-13-15,27 4 0 16,-1 4 1-16,-1 4-3 16,1-1 1-16,-2 3-2 0,3-4-1 15,2-3 0-15,-3-5-14 16,5-11-168-16</inkml:trace>
  <inkml:trace contextRef="#ctx0" brushRef="#br0" timeOffset="32103.89">24183 17172 438 0,'0'0'-2'16,"40"-18"13"-16,-23 13 2 15,0 5-1-15,-4 0-8 0,-5 12-2 16,-6 6 0-16,-2 3-1 16,-2 8 0-16,-10 0 0 15,-3 4-1-15,-2 1 0 16,-1 3-1-16,3-5 1 0,-1-3-4 16,5-5-1-16,4-6-3 15,4-6 1-15,3-5 5 16,3-5-1-16,12-2 2 15,7 0 1-15,8-10-25 16,2-3-43-16,2-3-25 16,-2-5-71-16</inkml:trace>
  <inkml:trace contextRef="#ctx0" brushRef="#br0" timeOffset="32400.66">24438 17227 401 0,'0'0'7'0,"0"0"38"16,0 0-13-16,0 0-21 16,0 0-8-16,40-31-3 15,-29 44 1-15,-3 5 0 16,-2 5-1-16,-4 3 0 0,-2 3-2 16,0 4-2-16,-5-1-19 15,-7 1-8-15,-1-1-13 16,-2-5 10-16,3-5 15 15,2-6 17-15,2-5 1 16,8-6 2-16,0-5-1 0,14 0 12 16,4 0 20-16,11-5-21 15,7-3-7-15,4-1-4 16,-4 1 1-16,-2 2-31 16,-8 2-98-16</inkml:trace>
  <inkml:trace contextRef="#ctx0" brushRef="#br0" timeOffset="32651.64">23693 18017 553 0,'0'0'0'0,"0"0"-4"15,58 55 4-15,-11-28 0 0,2 2 0 16,3-1 1-16,-3-4-3 16,-7-3-35-16,-8-5-36 15,-7-6-64-15,-5-7-42 16</inkml:trace>
  <inkml:trace contextRef="#ctx0" brushRef="#br0" timeOffset="32835.6">24028 18047 512 0,'0'0'3'0,"-38"56"-4"16,20-18 2-16,0 4 0 16,3 1 0-16,4-6-1 15,2-3 0-15,2-5 1 16,3-6-5-16,3-7-136 15,1-12-130-15</inkml:trace>
  <inkml:trace contextRef="#ctx0" brushRef="#br0" timeOffset="33272">24256 18105 482 0,'0'0'7'0,"20"-40"24"16,-11 29-4-16,-1 8-11 16,0 3-12-16,-3 3-1 0,-1 10-3 15,-2 8 3-15,-2 5-4 16,0 2 3-16,0 0-2 16,0 1-2-16,-2-4 1 15,0-2-9-15,0-5-20 16,2-3 11-16,0-5-4 0,0-3 6 15,0-2 7-15,1-2 5 16,7 0 5-16,1-2 3 16,1 3-1-16,5 2 0 15,-3 3-1-15,1 0-1 16,1 5 0-16,-5 1 1 0,-3-1-1 16,-4 4 1-16,-2 0-1 15,0 0 2-15,-6-1 1 16,-5-1 3-16,-5 0 0 15,1-3-3-15,-3-4-1 0,1 0-1 16,-2-3 0-16,1-4-1 16,0-2 1-16,3 0-3 15,4-11-44-15,4-10-92 16</inkml:trace>
  <inkml:trace contextRef="#ctx0" brushRef="#br0" timeOffset="33615.99">24511 18117 528 0,'0'0'12'0,"0"0"9"0,0 0-17 0,0 0-1 16,0 0-1-16,0 0-1 15,0 0 0-15,33 41-1 16,-30-22 0-16,-2 0 0 15,0-1 0-15,-1 1-1 16,0-3-3-16,0 0-2 0,-6-1 1 16,1-2 4-16,-6-1 1 15,4-2 1-15,1-1-1 16,3-1 2-16,3-2-1 16,0-2 1-16,4-1-1 15,13-3 0-15,8 0 1 0,10-10-1 16,7-4 0-16,7-6-1 15,7-5 0-15,-2-7-11 16,0-4-57-16,-6-12-162 16</inkml:trace>
  <inkml:trace contextRef="#ctx0" brushRef="#br0" timeOffset="34288.12">24359 15820 272 0,'0'0'2'0,"0"0"0"0,-22-43 4 0,22 32 35 0,0 1-1 15,1 1 12-15,14-1-12 16,9 1-14-16,8 1-14 0,8 1-5 15,8 3 1-15,6 4-6 16,5 0 0-16,2 0-2 16,3 6 0-16,-2 2 1 15,-2 5-1-15,-3 5 0 16,-4 2 0-16,-6 12 0 0,2 13 0 16,-8 16 1-16,-2 24 2 15,-6 23 10-15,-4 27 6 16,-3 20-12-16,-2 23 0 15,-3 11-1-15,4 8 4 16,1 3-2-16,1 0 2 16,-1-11 0-16,-5-13-4 0,-6-14-1 15,-5-20 4-15,-4-21 1 16,-6-21 7-16,0-18 0 16,0-17-8-16,-8-14 1 15,-4-11-1-15,-3-7 0 0,-6-8-1 16,-6-6-1-16,-4-2 2 15,-7-2 3-15,-2 0-5 16,-9 0-3-16,-3 3-3 16,-2-2-2-16,-5 4 1 15,-4 1 0-15,-5-1-10 0,-5-3-42 16,-9-7-65-16,-8-11-150 16</inkml:trace>
  <inkml:trace contextRef="#ctx0" brushRef="#br0" timeOffset="35717.22">16027 14834 250 0,'-9'0'1'0,"-7"3"0"15,-2 8-1-15,-4 6-1 0,-7 6 2 16,-3 10-1-16,-8 7 1 15,-2 7 1-15,-5 7 0 16,0 9 2-16,2 11 1 16,3 13 26-16,1 9-6 15,6 21-17-15,3 13-5 0,6 17-2 16,8 11 0-16,4 3-1 16,12 5 0-16,2-2 0 15,19 3 0-15,12-5 1 16,15-4 62-16,8-3-33 15,9-9-4-15,4-5-11 16,4-15-11-16,-1-14-2 0,-3-14-2 16,-1-21 1-16,-8-15 0 15,-1-25 1-15,-5-24-2 16,-4-19 1-16,-5-36 1 16,-7-26 26-16,-3-33-16 0,-10-25-9 15,-2-24 0-15,-9-21 0 16,-5-24 3-16,-3-15 1 15,-4-12 0-15,-7-1 4 16,-13 0-8-16,-9 9 1 16,-9 15-4-16,-11 24 1 0,-6 16 0 15,-6 27 1-15,-9 21-2 16,-5 27-1-16,-8 26 1 16,-5 24-2-16,0 23 2 15,4 12-3-15,8 25 0 16,11 8 0-16,19 3 0 15,21 1-3-15,18-5-16 0,10-13-84 16,24-17-100-16</inkml:trace>
  <inkml:trace contextRef="#ctx0" brushRef="#br0" timeOffset="40797.16">27670 15719 239 0,'0'-26'32'0,"0"10"31"0,0 16 1 15,0 9-42-15,8 24-17 0,5 11 4 16,3 15 19-16,4 9-9 16,0 7-3-16,-1 7-5 15,-2 2-8-15,-3 0-2 16,-7-1-1-16,-1-6 0 16,-4-7-1-16,-2-14-4 15,0-14-99-15,-9-17-33 0</inkml:trace>
  <inkml:trace contextRef="#ctx0" brushRef="#br0" timeOffset="41308.19">27667 15881 262 0,'0'0'3'0,"9"-51"0"16,-9 25 24-16,5 2 26 16,1 0-5-16,2 0-15 15,6 1-2-15,4 3-10 16,4 5-6-16,2 3-4 16,4 7-8-16,-3 5-1 0,-3 5-1 15,-2 16-1-15,-5 5 1 16,-7 7-1-16,-2 2 0 15,-6 2 0-15,0 0-1 16,-11-6 1-16,-1-1 0 16,-3-6-1-16,-2-5 1 15,1-5-1-15,2-6-1 0,3-4-1 16,5-4-2-16,6 0 5 16,9-4-1-16,15-4 1 15,3-2 0-15,8 5 1 16,1 1-1-16,0 4 0 0,-4 0 0 15,-5 9 2-15,-8 9-4 16,-8 2 4-16,-9 3-2 16,-2 1 0-16,-15 2 1 15,-8-2-1-15,-7 0 0 16,-2-2 0-16,-5-6-1 0,0 0 1 16,-1-6-2-16,-2-2 0 15,0-8-84-15,1 0-30 16,2-15-6-16</inkml:trace>
  <inkml:trace contextRef="#ctx0" brushRef="#br0" timeOffset="41696.62">27589 15294 268 0,'0'0'3'0,"0"0"0"0,-38-8 4 0,24 19-3 15,3 10 1-15,-2 2-3 16,1 8 0-16,1-2-3 0,0 2 0 16,4-4 4-16,1-6 25 15,2-4-16-15,2-10-10 16,2-7-1-16,0-2 3 15,4-17 0-15,5-6-2 16,1-7-2-16,4-2 1 0,-5 3-1 16,1 1 2-16,1 7 0 15,-1 8-2-15,-1 8-11 16,5 7 2-16,1 1 6 16,8 13-3-16,4 6-2 15,6 7 3-15,4 4 5 0,4 2 0 16,0 1-3-16,-1-4-116 15</inkml:trace>
  <inkml:trace contextRef="#ctx0" brushRef="#br0" timeOffset="42091.66">28309 16281 474 0,'0'0'6'0,"0"0"28"0,-43-9-12 0,29 27-4 0,6 2-10 15,5 1-2-15,3 3-2 16,0-4-3-16,5-2-1 15,9-5 1-15,1-3-1 16,5-4 1-16,-1-6-2 16,4 0 1-16,-4-7 1 0,-5-10-1 15,-5-6 1-15,-5-2 0 16,-4-3-1-16,-15 0 0 16,-8 4 0-16,-5 4 0 15,-3 6 0-15,-1 4 0 16,3 6-1-16,4 2-1 15,8 2-6-15,8 0-50 0,8-5-56 16,1-5-64-16</inkml:trace>
  <inkml:trace contextRef="#ctx0" brushRef="#br0" timeOffset="42295.27">28607 15794 421 0,'0'0'6'0,"29"-44"8"16,-12 30 11-16,5 6-11 0,3 3-10 15,0 4-3-15,1 1-1 16,-2 0 1-16,-3 4-2 16,-4 6-10-16,-8 0-91 15,-7 0-41-15</inkml:trace>
  <inkml:trace contextRef="#ctx0" brushRef="#br0" timeOffset="42447.7">28633 15934 297 0,'0'0'6'0,"0"0"59"16,42 2-43-16,-4-12-3 0,11-1-15 16,1-5-2-16,1-3-2 15,-4-6-78-15,-8-5-152 16</inkml:trace>
  <inkml:trace contextRef="#ctx0" brushRef="#br0" timeOffset="42789.89">29799 14645 458 0,'0'0'0'0,"0"0"8"16,0 0-4-16,0 0-3 16,43 68-3-16,-25-21 4 15,1 4-1-15,-2 3-1 16,-1 1 0-16,-1-3 0 16,-4-4-4-16,-3-10-50 15,-7-12-107-15</inkml:trace>
  <inkml:trace contextRef="#ctx0" brushRef="#br0" timeOffset="43527.89">29882 14926 214 0,'0'0'2'0,"0"0"-1"16,0 0 3-16,0 0-3 16,0 0 4-16,0 0 4 15,0 0 48-15,0 0-38 16,-29 0-7-16,29 5 2 16,0 3 2-16,-2 3-7 15,-7 8-4-15,-9 5 1 0,-7 9-3 16,-11 3-1-16,-7 3 0 15,-6 4-1-15,-3-4-1 16,-2 0 0-16,2-6 0 16,6-4 0-16,9-5 1 0,9-5-2 15,12-5 2-15,14-7-1 16,6-5 0-16,24-2 0 16,12-3 1-16,13-6-1 15,8-2 1-15,4 0-1 16,-1 5 0-16,-6 4 0 0,-10 2 1 15,-12 8 4-15,-13 13 2 16,-15 5-4-16,-8 9-2 16,-12 3 3-16,-13 5-2 15,-12 1 1-15,-6 1-1 16,-6-1 0-16,-1-2 0 0,1-4 0 16,2-1-1-16,10-6 2 15,8-4-2-15,8-3 0 16,14-7-1-16,7-7 0 15,11-7 0-15,15-3 0 16,12-3 1-16,10-12 0 16,3-4-1-16,3-5 2 0,-3 4-2 15,-6 0 0-15,-11 6 1 16,-8 4 3-16,-9 6 28 16,-7 4-15-16,-5 0-10 15,-4 10-2-15,-1 6 7 0,0 7 5 16,0 6-2-16,0 4-10 15,0 2-2-15,1 1-2 16,6-2 0-16,0-2-1 16,3-2-1-16,3-4 1 15,-1-5-3-15,-1-7-71 16,1-9-92-16,-2-5-50 0</inkml:trace>
  <inkml:trace contextRef="#ctx0" brushRef="#br0" timeOffset="43779.77">30284 14811 356 0,'0'0'5'0,"0"0"0"0,0 0 11 15,0 0-1-15,0 0-5 16,50 20 12-16,-24 10 6 16,5 1-13-16,5 6-11 15,-1 0-2-15,2 1 0 0,-2-5-2 16,-2-6-5-16,-7-7-81 16,-3-14-52-16</inkml:trace>
  <inkml:trace contextRef="#ctx0" brushRef="#br0" timeOffset="44041.7">30738 14716 267 0,'0'0'1'0,"0"0"16"16,0 0 78-16,0 0-73 15,0 0-3-15,2 49 28 16,-11-13-23-16,-5 7-9 16,0 4-7-16,-1 5-3 0,-2 7-4 15,-1 2-1-15,3 1 0 16,-2 0-2-16,5-3 1 16,-1-5-19-16,5-11-92 15,2-11-59-15</inkml:trace>
  <inkml:trace contextRef="#ctx0" brushRef="#br0" timeOffset="44390.83">30858 15355 398 0,'0'0'58'0,"0"0"14"0,0 0-27 16,0 0-38-16,0 0 0 15,0 0 4-15,23 57-3 16,-19-31-6-16,1 1 0 16,-2-3-2-16,0 0 0 15,-3-3-2-15,0-6-62 16,0-10-65-16,-7-5-114 0</inkml:trace>
  <inkml:trace contextRef="#ctx0" brushRef="#br0" timeOffset="44558.9">30789 15151 368 0,'0'0'-2'15,"0"0"7"-15,0 0-1 16,0 0-4-16,0 0 0 16,0 0-6-16,0 0-89 15</inkml:trace>
  <inkml:trace contextRef="#ctx0" brushRef="#br0" timeOffset="45809.73">29739 16416 251 0,'-17'3'19'0,"1"0"57"0,2-3-16 0,7 1-15 16,2-1 1-16,6 0-8 15,25-5-3-15,21-14-14 16,30-15-2-16,28-14-5 16,34-15-6-16,18-10-3 15,21-7-2-15,11-2-1 0,-2 2-2 16,-14 11 0-16,-23 5-1 16,-21 1-58-16,-26-5-183 15</inkml:trace>
  <inkml:trace contextRef="#ctx0" brushRef="#br0" timeOffset="47202.14">30525 16563 111 0,'0'0'-22'0,"0"0"21"15,0 0-2-15,0 0 2 16,0 0 1-16,0 0 0 0,0 0 0 16,0 0 0-16,0 0 0 15,0 0 0-15,0 0 0 16,-37-14 3-16,36 13 17 16,0-3 2-16,-1 3 4 0,-1-2 5 15,0 0 6-15,1-1 1 16,-2 1 5-16,2-3 7 15,1 2-5-15,-2 1-11 16,2-2-10-16,0 2 0 16,1-1-10-16,0-1-5 0,5 1-5 15,5 0-2-15,3-2-2 16,5 0 1-16,-2 3 0 16,1 1 0-16,-1 2-1 15,2 0 1-15,-3 12-2 16,-1 8 1-16,-1 7 2 0,-1 6 0 15,-3 4 1-15,-1 2-1 16,-3-1 0-16,-1 0 0 16,-4-3 1-16,0-5-2 15,0-6 1-15,0-4 0 16,-1-6 1-16,-4-8 8 0,0-3 15 16,-1-3 8-16,1-9-13 15,-3-8-11-15,3-8-1 16,0-8-3-16,3-9-2 15,2-7-2-15,0-5-1 16,11-1-1-16,5 1 0 16,7 8 1-16,0 8-2 0,4 14 1 15,-2 14 0-15,2 10 0 16,-2 14-1-16,-2 15 1 16,-2 9 0-16,-1 6 0 15,-3 3 1-15,-4 0-2 0,-2-2-7 16,-5-2-50-16,-3-8-69 15,-3-11-138-15</inkml:trace>
  <inkml:trace contextRef="#ctx0" brushRef="#br0" timeOffset="58944.77">27917 17100 76 0,'-5'0'23'0,"1"1"-2"0,0-1 4 0,1 0-7 16,0 0-8-16,3 1-5 16,0-1 1-16,0 2-1 15,0-2-2-15,0 0 20 16,0 0 27-16,0 0-22 0,0 0-24 16,0 0 0-16,0-3-4 15,3-1 1-15,4-1 0 16,0 1-1-16,4-3 0 15,4 0 1-15,4-4 0 16,7-4 2-16,8-4 5 16,6-6-3-16,8-2-2 0,5-4-2 15,3-2 0-15,0 5 0 16,-4 2-1-16,-7 7 0 16,-4 6-3-16,-8 6-49 15,-10 0-21-15,-3 2-115 16</inkml:trace>
  <inkml:trace contextRef="#ctx0" brushRef="#br0" timeOffset="59177.75">27630 17348 335 0,'0'0'22'0,"38"-26"-18"0,23-3 1 0,27-8-1 16,32-15-3-16,25-12-1 16,25-14-18-16,11-11-69 15</inkml:trace>
  <inkml:trace contextRef="#ctx0" brushRef="#br0" timeOffset="94603.03">31592 15392 158 0,'0'0'216'0,"0"0"-161"0,0 0 0 0,0 0-20 0,-12-42-12 16,24 29-10-16,3-1-1 15,7-2-4-15,4 2-6 16,1 0 0-16,1 4-2 15,0 3-1-15,-4 3-6 16,-4 4-44-16,-7 0-63 0,-6 0-64 16</inkml:trace>
  <inkml:trace contextRef="#ctx0" brushRef="#br0" timeOffset="94767.16">31634 15487 308 0,'0'0'2'15,"0"0"10"-15,0 0 30 16,56-17-10-16,-23-1-19 16,5-2-11-16,-2-3-1 15,-1-4-15-15,-6 0-116 16</inkml:trace>
  <inkml:trace contextRef="#ctx0" brushRef="#br0" timeOffset="95029.85">32124 14216 409 0,'0'0'3'0,"0"0"-11"15,0 0 13-15,26 73-1 16,-13-28 3-16,2 7-2 16,0 3-4-16,1 0 2 15,0-1-3-15,-1-10-76 0,-2-10-84 16</inkml:trace>
  <inkml:trace contextRef="#ctx0" brushRef="#br0" timeOffset="95633.88">32181 14540 224 0,'0'0'132'0,"0"0"-123"16,0 0 13-16,0 0 3 0,0 0 7 15,-31 50-4-15,24-26-10 16,-2 1-7-16,-3 4-2 15,-1 1-5-15,-3 1-2 16,0-2-1-16,-3-3 0 16,-1-1 0-16,1-3 0 15,3-6-1-15,3-5 0 0,9-1 0 16,4-5 0-16,10-3 1 16,10-2 1-16,7 0 1 15,9 0-1-15,0 0-1 16,-1 0 0-16,-5 2-2 15,-4 8 2-15,-9 5-1 0,-8 7-1 16,-9 2 1-16,-9 8 0 16,-11 0 1-16,-8 0 0 15,-7 1-1-15,-4 0 1 16,-2-2-1-16,1-4 0 0,6-4 1 16,7-5-1-16,11-8 0 15,11-3 0-15,9-7-2 16,23 0 3-16,10-11 2 15,12-6-2-15,8-3-1 16,8-1 0-16,2 1 0 16,-6 1 1-16,-5 6 1 0,-10 5 0 15,-11 4 3-15,-11 4 0 16,-8 0-1-16,-10 1 4 16,-2 10 4-16,-4 5 5 15,0 3 5-15,0 2-5 16,1 4-10-16,3-2-2 0,2 5-4 15,2-2 1-15,0 2-1 16,5-3 0-16,-4 0-38 16,-2-8-43-16,-4-3-101 15</inkml:trace>
  <inkml:trace contextRef="#ctx0" brushRef="#br0" timeOffset="95889.98">32551 14523 363 0,'0'0'0'0,"0"0"28"0,0 0 14 15,51-17-11-15,-29 33-8 16,9 7-7-16,1 2-6 16,6 5-7-16,-1-2 0 15,0-2-2-15,-2-5-26 16,-5-7-113-16,-3-10-100 0</inkml:trace>
  <inkml:trace contextRef="#ctx0" brushRef="#br0" timeOffset="96104.74">33051 14489 376 0,'0'0'1'16,"0"0"6"-16,0 0 26 16,-41 47 14-16,29-30-26 0,2 0-9 15,0 0-6-15,-2 0-3 16,1 0-2-16,2-1 0 15,-2-3 0-15,4-1-2 16,3-3-37-16,2-5-92 16,1-2-83-16</inkml:trace>
  <inkml:trace contextRef="#ctx0" brushRef="#br0" timeOffset="96334.89">32934 14743 243 0,'0'0'103'0,"0"0"-59"16,0 0 20-16,-1 40-1 15,1-22-26-15,0 7-14 16,1 0-14-16,5 7-6 0,0 3-1 16,-1 1-1-16,3-1 1 15,-3 1-14-15,2-7-77 16,-3-10-73-16</inkml:trace>
  <inkml:trace contextRef="#ctx0" brushRef="#br0" timeOffset="96531.39">33138 15112 376 0,'0'0'6'16,"0"0"35"-16,0 0 3 16,5 47-21-16,-3-29-13 15,0 0-6-15,2 0-1 16,-4 1-2-16,0-1-1 0,0-5-25 16,0-3-163-16</inkml:trace>
  <inkml:trace contextRef="#ctx0" brushRef="#br0" timeOffset="96710.82">33139 14948 183 0,'0'0'114'0,"0"0"-112"0,0 0 0 16,7-40-12-16,-4 32-101 15</inkml:trace>
  <inkml:trace contextRef="#ctx0" brushRef="#br0" timeOffset="97227.16">32864 14023 289 0,'0'0'4'0,"0"0"21"16,0 0 21-16,0 0-9 16,0 0-13-16,0 0-19 15,0 0 0-15,0 0 1 0,-40 14-2 16,31 2-1-16,1-1-2 16,0-3 0-16,0 1 0 15,-1-6 0-15,1-4 1 16,2-3 0-16,1 0-1 15,1-10 4-15,3-6-3 0,1-2-1 16,0-2 0-16,5 0 0 16,4 1 0-16,1 3-1 15,2 5 1-15,-1 6-1 16,0 2 0-16,2 3 5 16,4 0 5-16,0 0 2 0,2 4-1 15,7 2-6-15,1-1-2 16,3 1-2-16,0-2 0 15,-1-4-14-15,-4 0-192 16</inkml:trace>
  <inkml:trace contextRef="#ctx0" brushRef="#br0" timeOffset="97943.87">32363 15773 327 0,'0'0'13'0,"0"0"41"0,0 0-5 15,0 0-21-15,84-50 8 16,-15 22-7-16,22-10 4 16,16-5-6-16,13-3-11 15,3 2-6-15,-8 6-5 0,-14 8-5 16,-21 8 2-16,-22 13-2 16,-24 6-2-16,-26 3-54 15,-11 0-68-15,-27 9-183 16</inkml:trace>
  <inkml:trace contextRef="#ctx0" brushRef="#br0" timeOffset="98338">32701 15888 437 0,'0'0'-8'15,"0"0"16"-15,0 0-1 16,41 30 17-16,-28-7-9 16,-4 4-5-16,-1 2-3 15,-4 4 2-15,0-2-5 0,-4 2-2 16,0-5-1-16,-4-2-1 16,-2-6 1-16,-3-5-1 15,0-7 2-15,0-4-2 16,0-4 2-16,0-3 0 0,-2-13-1 15,2-4 0-15,3-7 0 16,5-7-1-16,1-4 2 16,8 0-4-16,14-1 4 15,6 9-2-15,2 9 1 16,4 14 0-16,-4 7 0 0,-3 9-1 16,-5 16 1-16,-2 5 0 15,-4 3 0-15,-4-1-2 16,-2 1 3-16,-3-2-2 15,-2-1 0-15,-5-9-60 16,0-8-192-16</inkml:trace>
  <inkml:trace contextRef="#ctx0" brushRef="#br0" timeOffset="101584.58">28722 17738 249 0,'3'-5'20'0,"1"-1"24"16,5 6 12-16,5 5-44 15,4 14 19-15,7 4 3 16,5 7-18-16,5 0-5 0,-2 1-9 16,1-3 1-16,-4-1-1 15,-3-4 0-15,-1-2-4 16,-6-8-81-16,-5-7-21 15</inkml:trace>
  <inkml:trace contextRef="#ctx0" brushRef="#br0" timeOffset="101819.65">29274 17730 340 0,'0'0'4'16,"0"0"3"-16,0 0 20 16,0 0-7-16,-51 24 2 15,30 0-4-15,-3 6-8 0,0 0-6 16,1 2-2-16,1 1-1 16,4 0 0-16,0-6-10 15,5-4-137-15,1-5-119 16</inkml:trace>
  <inkml:trace contextRef="#ctx0" brushRef="#br0" timeOffset="102120.81">29043 18166 188 0,'0'0'7'0,"0"0"35"16,0 0-12-16,0 0-2 15,0 0 1-15,0 0-2 0,0 0-3 16,0 0-3-16,-18 10-3 16,18 1 0-16,0 7 1 15,0 4 3-15,0 9-5 16,0 2-11-16,2 2-2 0,1 2-3 15,0-2 2-15,-1-3-1 16,0-6-2-16,0-2 1 16,-2-7-19-16,0-10-136 15,0-7-156-15</inkml:trace>
  <inkml:trace contextRef="#ctx0" brushRef="#br0" timeOffset="110991.93">28764 18020 58 0,'-2'-6'11'0,"0"0"62"0,1-1-60 0,1-2-5 0,0 0 9 15,0-1 6-15,0 3 0 16,0-1-7-16,0 0 11 16,0 5 7-16,0-1 3 15,-2 3 4-15,0 1-5 0,0 0-16 16,2 4-6-16,0 6 3 15,0 4 0-15,5 3-6 16,6 2 5-16,3 1-4 16,7 1-2-16,0-1-3 15,6-2-1-15,4-1-1 16,2-2-2-16,-1-3 0 0,-1-1-2 16,-4-4 1-16,-4 1-2 15,-6-5 0-15,-4-1 1 16,-6 0-2-16,-4-1-13 15,-2-1-20-15,-1 0 2 16,0 0-25-16,-3 0-54 0,-2-3-4 16</inkml:trace>
  <inkml:trace contextRef="#ctx0" brushRef="#br0" timeOffset="111247.07">29194 17933 209 0,'0'0'12'0,"0"0"39"15,0 0-7-15,0 0-4 0,0 0-2 16,0 0-12-16,0 0-1 16,0 0-3-16,-43 33-3 15,29-12-7-15,2 1-1 16,-4 4-5-16,2 4-3 15,-2-1-2-15,3 0-2 0,-3 0 0 16,3-4-17-16,1-5-34 16,2-5-32-16,3-5-9 15,1-6-26-15</inkml:trace>
  <inkml:trace contextRef="#ctx0" brushRef="#br0" timeOffset="111495.56">29058 18156 264 0,'0'0'17'0,"0"0"27"15,0 0-16-15,0 0 49 16,9 68 2-16,-5-24-25 16,1 10-18-16,2 9-4 15,1 6 0-15,-2 5-17 16,1 0-9-16,-2-3-4 0,1-3-1 15,1-9-1-15,-4-15 0 16,1-15-19-16,0-17 19 16,-1-18 0-16,-2-31 0 15,-1-18-64-15</inkml:trace>
  <inkml:trace contextRef="#ctx0" brushRef="#br0" timeOffset="111975.49">28603 17802 159 0,'0'0'4'0,"0"0"55"0,0 0-10 16,-38-19 3-16,34 16 7 0,4-1-2 16,0-2-7-16,16-1-26 15,11-5-9-15,17-6 15 16,17-4 2-16,14-6-3 16,10-2-7-16,6-1-10 15,-1 3-7-15,-9 6-3 0,-12 6-2 16,-11 3-4-16,-16 1-57 15,-13-10-99-15,-10-10-261 16</inkml:trace>
  <inkml:trace contextRef="#ctx0" brushRef="#br0" timeOffset="112337.09">29755 18221 435 0,'0'0'8'16,"0"0"57"-16,0 0-36 0,53-18-5 15,-26 7-6-15,2-1-2 16,2 0-7-16,-1 2-7 16,-3 1-1-16,-3 5-2 15,-6 1-15-15,-6 3-41 16,-8 0-67-16,-4 0-64 15</inkml:trace>
  <inkml:trace contextRef="#ctx0" brushRef="#br0" timeOffset="112480.93">29778 18417 369 0,'0'0'32'0,"0"0"10"0,0 0-3 15,48 9-23-15,-15-19-6 16,4-4-8-16,4-9-9 15,0-11-65-15,1-13-267 16</inkml:trace>
  <inkml:trace contextRef="#ctx0" brushRef="#br0" timeOffset="112996.98">30963 17565 340 0,'0'0'36'0,"0"0"27"15,0 0-12-15,0 0-44 0,0 0 11 16,50 33 15-16,-15-11-4 16,5 4-9-16,3 1-9 15,0 3-8-15,1 0-2 16,-6-2 0-16,-4 2-3 15,-3-6-4-15,-7-1-34 0,-3-6-39 16,-3-11-67-16,-2-6-75 16</inkml:trace>
  <inkml:trace contextRef="#ctx0" brushRef="#br0" timeOffset="113203.38">31602 17599 342 0,'0'0'4'0,"0"0"18"0,-46 27-5 16,22-7 10-16,3 4 7 16,-2 1-13-16,2 2-12 15,1-1-7-15,1 0 0 16,4 1-2-16,2 1-3 15,0-5-31-15,4-6-101 0</inkml:trace>
  <inkml:trace contextRef="#ctx0" brushRef="#br0" timeOffset="113527.66">31384 17969 222 0,'0'0'37'15,"0"0"50"-15,0 0-8 16,0 0-19-16,0 0-6 16,0 0-16-16,0 0-25 15,0 0-5-15,11 12 8 16,-5 13 8-16,0 7-5 15,0 7-3-15,3 6-4 0,2 2-7 16,-4 0-2-16,3 0-3 16,1-5 1-16,-1-9-2 15,0-6-1-15,2-11-35 16,-3-15-58-16,-2-7-131 0</inkml:trace>
  <inkml:trace contextRef="#ctx0" brushRef="#br0" timeOffset="114405.67">31196 17258 215 0,'0'0'49'0,"0"0"6"0,0 0-19 16,0 0-12-16,0 0 11 0,-37 35 2 15,28-16-13-15,2 4-11 16,-2-3-6-16,1 4-4 15,0-5-1-15,3-2-2 16,-1-3 1-16,4-6-1 16,0-2 2-16,1-6-2 0,1 0 1 15,0 0 3-15,0-10-2 16,3-4 0-16,4-6-2 16,1 0 2-16,2-1-2 15,-4 0 0-15,1 4 0 16,-2 5 1-16,0 5 0 0,0 4 4 15,0 3 12-15,6 0-13 16,3 7 7-16,5 3 9 16,3 2-5-16,4-1-5 15,4 0-5-15,1-1-2 16,-1-2-3-16,-3-3-2 0,-3-5-65 16,-5 0-146-16</inkml:trace>
  <inkml:trace contextRef="#ctx0" brushRef="#br0" timeOffset="114825.22">30692 17209 206 0,'0'0'8'0,"0"0"47"16,0 0-3-16,0 0 20 0,0 0-3 16,0 0-25-16,0 0-22 15,37-22 1-15,17 7 3 16,17-8-8-16,12-2-9 16,9-4-5-16,-1-1-2 15,-4 1-1-15,-9 4 0 0,-12 4-1 16,-13 4-7-16,-13 2-63 15,-9-5-124-15</inkml:trace>
  <inkml:trace contextRef="#ctx0" brushRef="#br0" timeOffset="-203264.83">2538 16205 50 0,'0'4'10'0,"0"-1"-4"0,0 1 24 0,0-1 63 15,-6 1-72-15,3 0-4 16,-3-1 3-16,2 1 2 16,-3 2 1-16,2-4 4 15,0-1 8-15,1 0 8 0,-2-1-10 16,1 0-11-16,1-7 1 16,-1-8-9-16,3-5-11 15,1-4 4-15,1-5 8 16,0 0-15-16,10 0 2 15,1 2-2-15,0 4-1 0,5 8 1 16,-1 5-1-16,5 5-1 16,1 5-2-16,1 3 2 15,4 13 2-15,1 5 0 16,0 8 1-16,0 3 1 16,0 5-2-16,0 0 1 15,-3 0 0-15,-3-1 0 0,-1-5-1 16,-5-7 1-16,-5-5-1 15,-2-7 1-15,-5-5 0 16,-3-4-1-16,0-3 4 16,-3 0-1-16,-5-8-1 15,-4-8-1-15,1-8-1 0,-3-2-1 16,3-5 1-16,-1-2-2 16,2 2 4-16,1 2-1 15,5 6-1-15,-1 7 3 16,3 2 1-16,2 5 1 15,0 2-1-15,0 2-1 0,0 0-2 16,7 1-1-16,1 0 0 16,4 1 0-16,-1 1 1 15,2 1-2-15,3 1 1 16,-1 0 1-16,1 1 0 0,-2 6-2 16,2 2 2-1,-1 1-1-15,-1 3-1 0,-4 1 1 16,1 0 1-16,-3 2 0 15,-2 1 1-15,-1-1-2 16,-1-1 1-16,-2 1 0 16,-2-3 0-16,0-1-1 0,0-4 0 15,0-1 1-15,0-3 1 16,0-4-2-16,-2 0 5 16,-5-1-3-16,1-10-2 15,-4-4 0-15,-1-1 0 16,1-4 0-16,3 0 2 0,0 2-4 15,0 1 7-15,3 1-2 16,4 5 2-16,0 1 0 16,0 3-1-16,0 1-3 15,0 2 0-15,2 3-2 16,7-1 1-16,0 2 0 16,2 0-1-16,2 0 1 0,1 0 1 15,-1 0-1-15,3 0-14 16,-3 0-12-16,1 0-7 15,-3 0-26-15,0 2-14 16,-2-2-13-16,-2 0-7 16</inkml:trace>
  <inkml:trace contextRef="#ctx0" brushRef="#br0" timeOffset="-202856.75">3102 15938 298 0,'0'0'27'0,"0"0"32"0,0 0-24 15,0 0-3-15,0 0-12 0,0 0-16 16,0 0 3-16,0 0-5 16,0 0-2-16,0 0 0 15,0 38 0-15,13-25 0 16,3 0 0-16,-1-4 1 15,1-3-1-15,0-3 1 16,2-3 1-16,-3 0-2 0,1-9 3 16,-5-5 1-16,1-3 0 15,-4 0-2-15,-3 0-2 16,-3 0 0-16,-2 0 2 16,0 4 1-16,-11 1-2 15,-1 3 1-15,-5 0-3 0,1 5 1 16,-4 0 4-16,2 4-5 15,0 0 1-15,5 0 0 16,2-1 0-16,1 2-3 16,6 3 4-16,4 3-12 15,0-2-46-15,0 0-21 0,2-3-28 16,5-2-102-16</inkml:trace>
  <inkml:trace contextRef="#ctx0" brushRef="#br0" timeOffset="-202436.48">3312 15715 371 0,'0'0'7'0,"0"0"8"0,0 0-21 0,0 0 5 0,0 0 11 0,0 0 5 15,38 28-11-15,-23-19 0 16,3 0-2-16,-2-1 1 16,-2-3-4-16,-2 1 3 0,0-4 0 15,-5-2 0-15,-3 0-2 16,0 0 1-16,-1-5 3 16,-3-3 9-16,0-2-10 15,0 0 0-15,0-2-1 16,0 0 1-16,-5 0-1 15,3 4 0-15,2-1 7 0,-2 1 13 16,2 3-12-16,0 1-6 16,0 1-2-16,6 2-2 15,3-2 1-15,3 3 1 16,1 0-3-16,1 0 1 16,3 0 0-16,-1 0 0 0,0 0 0 15,0 0-56-15,-6 0-36 16,-3 0-20-16</inkml:trace>
  <inkml:trace contextRef="#ctx0" brushRef="#br0" timeOffset="-202238.59">3338 15416 416 0,'0'0'1'15,"0"0"-1"-15,0 0-6 16,0 0-21-16,0 0-22 16,0 0-20-16,0 0-74 15</inkml:trace>
  <inkml:trace contextRef="#ctx0" brushRef="#br0" timeOffset="-201878.83">3571 15476 340 0,'0'0'30'0,"0"0"-29"16,0 0-2-16,0 0 6 16,36 37-1-16,-26-27-1 15,4-1 0-15,-1-2-2 16,-1-2 2-16,-1-2-1 0,-4 0-2 15,0-3-1-15,-5 0 2 16,-2-7 10-16,0-7-3 16,0-2-6-16,-5 0 0 15,-2-1 0-15,1 3 3 16,-1 3 16-16,3 5 6 0,2 2-8 16,2 4-10-16,0 0-7 15,0 0-4-15,9 0 0 16,4 0 2-16,7 0-2 15,7-2 2-15,2-9-13 0,2-7-77 16,-1-8-60-16,-1-5-77 16</inkml:trace>
  <inkml:trace contextRef="#ctx0" brushRef="#br0" timeOffset="-201423.19">3931 15132 334 0,'0'0'23'0,"-41"26"43"15,26-12-47-15,3 3-1 16,4-1-13-16,6-2 6 16,2 0-1-16,0-2-10 15,8-5-1-15,2-2-1 0,1-5 0 16,0 0-22-16,0-7 6 16,0-5 18-16,-2-1 2 15,0-1-4-15,-2 2 4 16,-1 5-2-16,1 4 1 15,5 3-6-15,3 10 1 16,7 13 29-16,5 11-7 0,5 10-11 16,5 10-4-16,-1 3-1 15,0 2 1-15,-3 1 3 16,-2-6 1-16,-8-6-3 16,-3-8-1-16,-7-6 0 0,-8-7 5 15,-2-6 5-15,-3-6 4 16,-12-7 4-16,-5-2 8 15,-10-6-18-15,-2-4-9 16,-7-16 1-16,-1-8-2 16,2-7-2-16,4-6-6 0,6 0-8 15,10-3 5-15,4 1 2 16,9 0-15-16,2 0-8 16,8-3-8-16,6 2-21 15,6-3-68-15,-3 2-1 16</inkml:trace>
  <inkml:trace contextRef="#ctx0" brushRef="#br0" timeOffset="-200871.82">4152 14965 361 0,'0'0'15'0,"0"0"15"0,0 0-32 0,0 0-1 15,0 0 2-15,0 0 2 16,47 24 1-16,-33-7 2 16,-1 0-1-16,1 4 0 0,-4-2-1 15,-1-3 1-15,-4-4-1 16,0-2-1-16,-5-4 1 16,0-6 2-16,0 0 5 15,-6-2-4-15,0-9-3 16,-3-4 1-16,1-3-4 0,0 0 1 15,4 1 1-15,-1 4 7 16,5 4 8-16,0 3-12 16,0 5-6-16,7 1-4 15,5 0 3-15,1 5 2 0,1 3-1 16,1 2 0-16,-1 3 6 16,1-3-3-16,-4 1 0 15,-1-4-1-15,-2 0 1 16,-3-4-1-16,-1-1 1 15,-2-2 1-15,-2 0 1 16,0-7 6-16,0-9-6 0,-2-5 0 16,-5-6-2-16,-1-2 0 15,1-1 0-15,2 2-1 16,0 5 0-16,3 6 0 16,2 7 4-16,0 6 2 15,5 4-8-15,4 2-2 0,4 10 6 16,3 3 0-16,-2 3 5 15,4 1-2-15,-1 0-2 16,1-2-2-16,0-4-1 16,2-3 2-16,-2-7-22 15,-3-3-71-15,-2-6-133 0</inkml:trace>
  <inkml:trace contextRef="#ctx0" brushRef="#br0" timeOffset="-200471.1">4621 14775 408 0,'0'0'5'0,"0"0"8"0,3-52-9 0,1 34 1 0,-2-3 5 15,2 1 7-15,0 0-9 16,-4 4-6-16,0 2 0 15,0 4-1-15,0 0 4 16,-10 4 5-16,-1 5 7 16,-3 1 5-16,1 0-5 0,-2 13-10 15,1 3-4-15,1 5 0 16,4 4-1-16,4 0-2 16,5 1 0-16,0-3 0 15,4-2 0-15,10-5 0 16,0-2 0-16,6-4-2 15,2-3-1-15,0-5 3 0,3-2 2 16,0 0-1-16,0-16-13 16,1-5-19-16,-2-9-41 15,1-7-74-15,-2-4-39 16</inkml:trace>
  <inkml:trace contextRef="#ctx0" brushRef="#br0" timeOffset="-200124.61">4859 14448 387 0,'0'0'20'16,"0"0"36"-16,-41 20-39 16,32-8-2-16,0 3 1 0,5 2 1 15,4 0-4-15,0 0-9 16,0 0-3-16,9-3 0 16,4-1-2-16,3-6 0 15,2-3-5-15,-1-4-19 16,2-1-6-16,-6-12-3 0,-1-4-8 15,-4 0 13-15,-5-3 0 16,-3 3 22-16,0 4 11 16,-1 5 6-16,-7 3 27 15,-2 4 7-15,4 1-6 16,1 0-6-16,1 1-14 0,2 6-11 16,2 1 0-16,0 0-2 15,8-2 1-15,5 1-2 16,1-2-2-16,1-3 0 15,4-2 1-15,-1 0-3 16,-3-2-16-16,1-10-15 0,-5-5-39 16,-2-2-23-16,-3-1 1 15,-2-2-20-15</inkml:trace>
  <inkml:trace contextRef="#ctx0" brushRef="#br0" timeOffset="-199825.06">5030 14393 81 0,'0'0'90'15,"0"0"-38"-15,0 0 5 0,0 0-16 16,0 0-37-16,0 0 37 15,0 0-7-15,0 0-13 16,-17 43-7-16,25-34 0 16,1-2-3-16,3 0-5 15,-3-2-6-15,1-3 0 16,-2-2-1-16,-4 0 6 0,0-1 0 16,-1-12 3-16,-3-3 0 15,0-8-4-15,0-2-3 16,0-2 1-16,-5 1-1 15,1 6-1-15,2 4 5 16,2 7 9-16,0 7-2 0,0 3-13 16,7 0-6-16,6 10 6 15,7 3 6-15,0 0 3 16,0 0-7-16,3-2 2 16,3-4-1-16,-3-7 1 15,-4-3-36-15,-4-17-178 0</inkml:trace>
  <inkml:trace contextRef="#ctx0" brushRef="#br0" timeOffset="-198706.53">3480 16499 299 0,'0'0'24'0,"0"0"-22"0,0 0 0 0,0 0-4 16,41-29 2-16,-20 29-1 16,4 0-1-16,-3 6 4 15,2 8 1-15,-3 6 3 16,-1 3 0-16,-5 1-1 0,-3 0 2 16,-7-1-2-16,-1-3 2 15,-4-3-1-15,0-4 3 16,-5-2-1-16,-6-7 10 15,-2-4 21-15,-4 0-14 16,0-10-5-16,-1-8-5 16,5-10-4-16,1-8-7 0,8-3-1 15,4 0-1-15,2 2 0 16,12 6-1-16,3 9-2 16,6 8 0-16,-1 12-1 15,1 2 0-15,-1 0 1 0,0 6 1 16,1 6 2-16,-6-1-2 15,-3-2 2-15,-3 0-1 16,-2-2 0-16,-2-2 0 16,-5-1 1-16,0-1 0 15,-2-3-1-15,0 0 4 16,-4 0 6-16,-6 0-2 0,-3-7-3 16,-2-5-3-16,4-5 2 15,0-4 3-15,3 3-7 16,2-2 0-16,6 4 1 15,0 2 1-15,2 8-4 16,10 3-1-16,3 3-1 0,3 0 1 16,0 3 1-16,4 7 1 15,-4 2-1-15,0 0 2 16,2 1 1-16,-3-4-2 16,-2 1 0-16,0-5 1 15,1-3-2-15,-6-2 1 0,2 0 1 16,-3-10-2-16,0-6 2 15,-3-8 3-15,-1-5-1 16,0-3-2-16,-5-1 0 16,0 2 0-16,0 3 0 15,0 5-1-15,-2 7 2 0,-6 8 1 16,2 6 1-16,-3 2 0 16,2 5 2-16,0 10-6 15,0 6-1-15,5 2 2 16,2 4-1-16,0 0 0 15,7-4-1-15,7-7-1 16,3-5-1-16,4-10-1 0,3-1-1 16,3-8 3-16,-3-15-18 15,-1-8-20-15,-3-6-44 16,-5-7-33-16,-7-4-12 16</inkml:trace>
  <inkml:trace contextRef="#ctx0" brushRef="#br0" timeOffset="-198518.95">4036 15841 396 0,'0'0'95'0,"0"0"-72"0,0 0-24 0,0 0-1 16,8 53 5-16,11-35 7 16,3 3 2-16,2 2-5 15,3 1-4-15,0 0-2 16,-2-1 0-16,-3 1-16 15,-6-5-50-15,-5-5-68 0,-11-5-43 16</inkml:trace>
  <inkml:trace contextRef="#ctx0" brushRef="#br0" timeOffset="-198045.17">4103 16141 365 0,'0'0'67'0,"0"0"-44"16,6-40-21-16,8 16 4 15,1-3-2-15,1-1 1 16,0-1 4-16,-2 2-6 16,-6 2-1-16,-1 3-2 0,-3 5 2 15,-1 3-2-15,-3 6 2 16,0 3 0-16,0 3 2 16,0 2 13-16,-3 0-6 15,3 2-1-15,0 5-8 16,0 3-2-16,6 0 2 0,6 2-1 15,-1-1 1-15,3-3-2 16,-1-2 2-16,3 0-1 16,-5-2 0-16,1-4 0 15,-5 0 1-15,-1 0 2 16,-4-4 2-16,-2-5 2 0,0 2-2 16,-4-3-1-16,-5 2 0 15,0 1 1-15,4 2 2 16,-1 5 2-16,3 0-7 15,3 0-3-15,0 0-3 16,0 0 2-16,7 3 0 0,4 0 0 16,3-2 1-16,1-1-1 15,1 0 0-15,1 0 2 16,2-4 0-16,-1-3 1 16,-1-4-2-16,1-4 1 15,-2-2-19-15,0-2-23 0,-3-3-24 16,-2-2-25-16,-2 0-37 15,0 1-41-15</inkml:trace>
  <inkml:trace contextRef="#ctx0" brushRef="#br0" timeOffset="-197701.21">4528 15686 214 0,'0'0'62'0,"0"0"-21"0,0 0-14 16,0 0 9-16,0 0 13 15,0 0-12-15,0 40-23 16,4-34-1-16,3 0-2 15,4-1-3-15,-2-3-1 16,2-1-2-16,3-1 1 0,-1 0-4 16,-1-4-2-16,0-6 5 15,-3-2-3-15,-1-2 1 16,-4 0-1-16,-4 0-1 16,0 1 0-16,-2 0 3 15,-8 3-3-15,-3 2 2 0,-1 3-1 16,-3 1 1-16,-1 4-6 15,0 0-6-15,0 0-1 16,3 4-3-16,1 1-8 16,5 2 1-16,3-3-6 15,6 0-33-15,0-4-36 0,4 0 13 16,9-4-11-16,7-7-16 16</inkml:trace>
  <inkml:trace contextRef="#ctx0" brushRef="#br0" timeOffset="-197312.99">4809 15399 249 0,'0'0'57'0,"0"0"-9"15,0 0-21-15,0 0 5 16,-40 35 3-16,26-17-2 16,3-1-14-16,5 1-3 15,1-1-10-15,5-5-4 0,0 3-2 16,7-5-2-16,4-4-1 15,3 1 4-15,1-7-2 16,1 0-11-16,-3 0 3 16,-1-13 7-16,-5-5 1 0,-1-8-1 15,-6-9 4-15,0-5-2 16,-13-8-2-16,-8-2-3 16,-1 2 1-16,-3 5 3 15,3 8 1-15,0 8 0 16,3 11 5-16,6 10 16 0,7 6 12 15,4 3-24-15,2 14-10 16,11 7 0-16,9 4 2 16,6 5-1-16,5-1 3 15,4-2-2-15,0-5-1 16,-1-3 1-16,-3-6-5 16,-4-7-36-16,-5-6-26 0,-4-3-103 15</inkml:trace>
  <inkml:trace contextRef="#ctx0" brushRef="#br0" timeOffset="-197173.14">5055 15215 411 0,'0'0'65'0,"0"0"-51"0,0 0-9 0,0 0-8 15,0 0 4-15,0 0-8 0,0 0-139 16</inkml:trace>
  <inkml:trace contextRef="#ctx0" brushRef="#br0" timeOffset="-196580.29">3741 17055 387 0,'0'0'25'0,"0"0"-13"0,0 0-11 0,34-54 20 16,-8 18 10-16,11-12 0 15,13-14-7-15,13-13 2 16,15-19-4-16,12-11-3 16,14-14-7-16,11-12-1 0,6-2-6 15,1-4 0-15,-3 7 0 16,-5 6-3-16,-9 12 1 15,-9 14 2-15,-13 10-5 16,-14 17 0-16,-15 14 1 16,-12 9-1-16,-11 15 0 0,-13 10 1 15,-6 9-1-15,-6 9 1 16,-6 5-1-16,0 0-3 16,-9 8-48-16,-11 5-67 15,-7-3-149-15</inkml:trace>
  <inkml:trace contextRef="#ctx0" brushRef="#br0" timeOffset="-195958.75">3077 16393 168 0,'0'0'18'0,"0"0"6"0,0 0-6 0,0 0-4 16,0 0-7-16,0 0-2 15,0 0 10-15,31-38 7 16,-1 5 7-16,14-12-2 0,16-15 8 16,19-16-6-16,17-15-5 15,22-14-3-15,18-7-2 16,16-9-8-16,11-7-5 16,8-1 0-16,1-1-1 15,-3 0-1-15,-10 3-2 0,-7 4-1 16,-9 5 2-16,-18 10-2 15,-12 10-1-15,-20 16 3 16,-15 9-3-16,-15 18 3 16,-16 12-3-16,-15 12 0 15,-11 12 1-15,-11 8-1 16,-10 10-18-16,-5 1-105 0,-19 3-26 16</inkml:trace>
  <inkml:trace contextRef="#ctx0" brushRef="#br0" timeOffset="-189154.95">3690 14821 121 0,'0'0'4'0,"0"0"28"0,0 0-2 16,0 0-8-16,0 0 0 0,0 0 17 15,0 0-20-15,-38-17-6 16,31 13 1-16,2 0-10 15,-1-2 0-15,1 2 2 16,-1-3-2-16,-2 1-2 16,2-2 2-16,-3-1 3 0,3 0 6 15,-4 0-5-15,2-3-4 16,-1 4 1-16,0-1 0 16,-3-2 0-16,1 4 0 15,-3 0-1-15,-3 0-2 16,-1 2-1-16,-5 2 0 0,-3 2 1 15,-3 1 0-15,-4 0-2 16,-4 4 4-16,-1 6-2 16,1 1-1-16,-1 2 1 15,2 0-2-15,0 0 3 16,2-2 1-16,3 0-4 0,-4-1 1 16,1-1 1-16,-2 2-2 15,-1 2 0-15,-2 1 0 16,1 2 0-16,0 1 0 15,1 4 0-15,3 1 0 16,1 0 0-16,-2 1 0 0,2 3 0 16,-1-2 1-16,1 1-2 15,-1 1 2-15,1-1-1 16,2 1 1-16,2 1-2 16,0 0 0-16,2 1 2 15,-2 1-1-15,2 2 0 0,-2 1 1 16,3 1-1-16,-1 1 0 15,0 1-1-15,0 0 2 16,2 2-2-16,5-4 2 16,-2-2-1-16,3-1 0 15,4-4 0-15,1-1 0 0,1-1-1 16,5 2 1-16,0-2 0 16,2 2-1-16,4 2 1 15,2-1 0-15,0 1-2 16,0 1 2-16,0-2-1 15,4 2 2-15,0 1-1 0,4 0 0 16,-2-1-1-16,-1 2 1 16,1 0 0-16,-2 0 0 15,1-1 0-15,2 2 0 16,0-1 0-16,-1 1 0 16,3-2 0-16,0 0 0 15,2-2 0-15,0 0 0 0,1-2 0 16,3 0 0-16,1-3 0 15,-1-2 0-15,1-1 0 16,2 0 0-16,0-1 0 16,-3 1 0-16,3-3 0 15,-1 0-1-15,0 1 2 0,1-2-1 16,-1 0-1-16,4-2 0 16,0 0 0-16,2-2 1 15,0-5 1-15,-1 0 0 16,3 0-1-16,-3-4 0 15,1-3 0-15,1 1 1 16,1-1 0-16,-3 0 2 0,2 0-1 16,1-4 1-16,-2-3-3 15,-2 0 3-15,2-2 1 16,0-2-2-16,2 1 1 16,-2 0-2-16,2-4 0 0,0 3 2 15,2-2-1-15,0-3-6 16,2 1 3-16,0-1 14 15,0 0-11-15,-2 1 0 16,-1 2 0-16,1 0 0 16,-4 0-1-16,-1 3-1 0,0 1 1 15,0-1-1-15,1 0 1 16,0 1-1-16,-2 0 1 16,2-3-1-16,0-1 1 15,1-1-1-15,-2-2 0 16,5-1 8-16,-4 0-2 15,2-3-3-15,1 3-2 0,-4 0 0 16,3 0-1-16,-2 4 0 16,3-2 0-16,-4 3 1 15,3-2 0-15,-1 1-1 16,-1-1 1-16,0 1-2 16,-2-1 2-16,4 1-1 0,-2-1 0 15,2-2-2-15,-4-2 2 16,4 0-2-16,-2-2 4 15,-1-1-2-15,0 2-2 16,0-1 5-16,-1 4-2 16,-2-1 0-16,0 2-1 0,-4-1 0 15,5 0 0-15,-3-2 1 16,2 1-1-16,-1 0 2 16,0-3-4-16,2 3 4 15,0-3-4-15,-4 0 4 0,2 2-2 16,-1-2 1-16,-1 1 2 15,-1 0 5-15,-1 0-2 16,-1 1-1-16,1-1-1 16,-3 2-1-16,0 0-2 15,-1-1 1-15,-2 2-1 16,-1 0 1-16,-1 2-1 0,-3 2 2 16,0 1-2-16,-3 0 4 15,0 1 6-15,0 0-1 16,0 0-3-16,0 0-3 15,0 0-2-15,0 0-2 16,-4-1 0-16,2 0 1 0,-2 1-1 16,0-2 1-16,-3 2-3 15,1-1 3-15,-2 0 1 16,-1-2-1-16,1 2 1 16,1-1-1-16,-2-1-1 15,0-1 1-15,0 0-1 0,0 0 0 16,2-2 0-16,-4 2 0 15,3 0 0-15,-4 0 1 16,-1 2-1-16,1-2 0 16,-1 1-2-16,-3-1 1 15,3 3 2-15,0-2-2 16,-3 0 1-16,3 2 1 0,-3-2-1 16,3 2-1-16,-1 1 1 15,-1-1-1-15,3 2 1 16,-1-2 0-16,2 2 0 15,0-1 1-15,2 1-2 16,2 0 1-16,-2 0 0 0,2-1 0 16,-1 3 0-16,1-3 0 15,-3 3 0-15,0 0 0 16,1 0-1-16,0-2-1 16,-3 4 2-16,2-1 1 0,-2-1-1 15,-1 0 1-15,2 0 0 16,-1 0-2-16,-1-3 2 15,1 0-1-15,0-2 0 16,3-1-1-16,-1-2 1 16,1 0 0-16,-1-3 0 0,1 1-1 15,-3 3 2-15,1-2-1 16,-2 2 0-16,0 1 0 16,2 2 0-16,-3 1-1 15,1 3-2-15,1 1 3 16,3-1 0-16,3 4 1 15,2-1 0-15,4-6-1 0,2-11-7 16,6-15-127-16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293BF-2D60-4F90-B0D3-4F7A1C37D7EA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D0357C-22B3-4CEE-AA8D-502C960AAA1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56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C1834-E348-5842-AFED-5AAA16C49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10E1A9-604C-0CE1-274C-1F85EC0E4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5588A8-F38D-BE3F-0E97-0A04E171F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38F08-CFCC-748C-1711-E3E049101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0357C-22B3-4CEE-AA8D-502C960AAA1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178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C1C89-B93F-5114-566D-FEC92D32C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DB8850-CF21-DEC1-007D-80B707C28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F1E090-6464-CD6B-A9CF-C511B59A6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DB0B8-3F5F-4881-2F02-25A904764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0357C-22B3-4CEE-AA8D-502C960AAA1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253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4F1DC-AA71-3418-2A17-BF7E8E348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5BB2CC-D49B-560B-2EB3-1A745E21B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A383B8-BE2E-04A2-46D0-B754325CB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CF704-68A2-B916-E1C4-B27F54F94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0357C-22B3-4CEE-AA8D-502C960AAA1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116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06F31-E375-715A-6F33-003F92FD2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5ED99-1103-8275-010C-2320DA60C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FB01F-D753-251A-E087-6D7445AEB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28EBC-7EEF-8EA2-8D3C-9E2777655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0357C-22B3-4CEE-AA8D-502C960AAA1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534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E267D-E1FC-848A-A4AC-20FDF3101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B2298-AA22-3466-3BDD-A67295148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CBF78B-8931-AF42-E4AD-931E5B0AB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C722B-DC36-E82E-7BB7-95DE1F5C7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0357C-22B3-4CEE-AA8D-502C960AAA1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272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DA879-A71F-47BC-DA29-7584293D0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8D2B6-1E58-9C85-0765-27F249012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D52C76-A111-DD38-3D6C-34952C3BA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94CC2-76D6-5ED7-85B8-28BCF5509E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0357C-22B3-4CEE-AA8D-502C960AAA1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843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5B297-CD8B-B9E2-BC98-7147454C8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7CC60-A300-A1D4-5FE0-F230BBBAB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5D8CB9-EBF5-9137-41D3-E8584EC71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7CF86-D7C0-E6D0-6F63-CFF20D818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0357C-22B3-4CEE-AA8D-502C960AAA1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316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D2502-47ED-A483-1812-14E9596A6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14E750-65F8-16EB-9F38-F00E32FF9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D4134-3609-5C62-0325-FFD09197E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D2601-D7AE-F8B2-2B0A-132CF943E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0357C-22B3-4CEE-AA8D-502C960AAA1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545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D2502-47ED-A483-1812-14E9596A6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14E750-65F8-16EB-9F38-F00E32FF9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D4134-3609-5C62-0325-FFD09197E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D2601-D7AE-F8B2-2B0A-132CF943E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0357C-22B3-4CEE-AA8D-502C960AAA1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792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D2502-47ED-A483-1812-14E9596A6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14E750-65F8-16EB-9F38-F00E32FF9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D4134-3609-5C62-0325-FFD09197E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D2601-D7AE-F8B2-2B0A-132CF943E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0357C-22B3-4CEE-AA8D-502C960AAA1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429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23E07-4FD2-7976-D915-25D5AD608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38FF0-78FE-D6CE-0E47-D53DF752E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582808-97C3-8257-BAFA-4005513FA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5655A-E7F1-0E65-120D-B164FA2CD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0357C-22B3-4CEE-AA8D-502C960AAA16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458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7466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60958" indent="0" algn="r">
              <a:buNone/>
              <a:defRPr>
                <a:solidFill>
                  <a:schemeClr val="tx1"/>
                </a:solidFill>
              </a:defRPr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EEECE1">
                    <a:shade val="90000"/>
                  </a:srgbClr>
                </a:solidFill>
              </a:defRPr>
            </a:lvl1pPr>
          </a:lstStyle>
          <a:p>
            <a:fld id="{FA7F876A-8D22-4A02-9D2C-4A4EF0784A46}" type="datetimeFigureOut">
              <a:rPr lang="en-IN" smtClean="0"/>
              <a:pPr/>
              <a:t>22-06-2026</a:t>
            </a:fld>
            <a:endParaRPr lang="en-IN" dirty="0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EECE1">
                    <a:shade val="90000"/>
                  </a:srgb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EEECE1">
                    <a:shade val="90000"/>
                  </a:srgbClr>
                </a:solidFill>
              </a:defRPr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9707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22-06-2026</a:t>
            </a:fld>
            <a:endParaRPr lang="en-IN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6400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7466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5"/>
            <a:ext cx="10363200" cy="1509712"/>
          </a:xfrm>
        </p:spPr>
        <p:txBody>
          <a:bodyPr lIns="45720" rIns="45720"/>
          <a:lstStyle>
            <a:lvl1pPr marL="0" indent="0">
              <a:buNone/>
              <a:defRPr sz="2933">
                <a:solidFill>
                  <a:schemeClr val="tx1"/>
                </a:solidFill>
              </a:defRPr>
            </a:lvl1pPr>
            <a:lvl2pPr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EEECE1">
                    <a:shade val="90000"/>
                  </a:srgbClr>
                </a:solidFill>
              </a:defRPr>
            </a:lvl1pPr>
          </a:lstStyle>
          <a:p>
            <a:fld id="{FA7F876A-8D22-4A02-9D2C-4A4EF0784A46}" type="datetimeFigureOut">
              <a:rPr lang="en-IN" smtClean="0"/>
              <a:pPr/>
              <a:t>22-06-2026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EECE1">
                    <a:shade val="90000"/>
                  </a:srgb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EEECE1">
                    <a:shade val="90000"/>
                  </a:srgbClr>
                </a:solidFill>
              </a:defRPr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3393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3467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3467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22-06-2026</a:t>
            </a:fld>
            <a:endParaRPr lang="en-IN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04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32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667" b="1"/>
            </a:lvl2pPr>
            <a:lvl3pPr>
              <a:buNone/>
              <a:defRPr sz="2400" b="1"/>
            </a:lvl3pPr>
            <a:lvl4pPr>
              <a:buNone/>
              <a:defRPr sz="2133" b="1"/>
            </a:lvl4pPr>
            <a:lvl5pPr>
              <a:buNone/>
              <a:defRPr sz="2133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78" y="1859757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32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667" b="1"/>
            </a:lvl2pPr>
            <a:lvl3pPr>
              <a:buNone/>
              <a:defRPr sz="2400" b="1"/>
            </a:lvl3pPr>
            <a:lvl4pPr>
              <a:buNone/>
              <a:defRPr sz="2133" b="1"/>
            </a:lvl4pPr>
            <a:lvl5pPr>
              <a:buNone/>
              <a:defRPr sz="2133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933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8" y="2514600"/>
            <a:ext cx="5389033" cy="3845720"/>
          </a:xfrm>
        </p:spPr>
        <p:txBody>
          <a:bodyPr tIns="0"/>
          <a:lstStyle>
            <a:lvl1pPr>
              <a:defRPr sz="2933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22-06-2026</a:t>
            </a:fld>
            <a:endParaRPr lang="en-IN" dirty="0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9086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6667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22-06-2026</a:t>
            </a:fld>
            <a:endParaRPr lang="en-IN" dirty="0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7282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22-06-2026</a:t>
            </a:fld>
            <a:endParaRPr lang="en-IN" dirty="0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7641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3"/>
            <a:ext cx="3657600" cy="1162051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3467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867"/>
            </a:lvl1pPr>
            <a:lvl2pPr indent="0" algn="l">
              <a:buNone/>
              <a:defRPr sz="1600"/>
            </a:lvl2pPr>
            <a:lvl3pPr indent="0" algn="l">
              <a:buNone/>
              <a:defRPr sz="1333"/>
            </a:lvl3pPr>
            <a:lvl4pPr indent="0" algn="l">
              <a:buNone/>
              <a:defRPr sz="1200"/>
            </a:lvl4pPr>
            <a:lvl5pPr indent="0" algn="l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3733"/>
            </a:lvl1pPr>
            <a:lvl2pPr>
              <a:defRPr sz="3467"/>
            </a:lvl2pPr>
            <a:lvl3pPr>
              <a:defRPr sz="3200"/>
            </a:lvl3pPr>
            <a:lvl4pPr>
              <a:defRPr sz="2667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22-06-2026</a:t>
            </a:fld>
            <a:endParaRPr lang="en-IN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842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4220633" y="1109133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10672237" y="5359402"/>
            <a:ext cx="207433" cy="156633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prstClr val="black"/>
              </a:solidFill>
              <a:latin typeface="Constanti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5842000" y="6220886"/>
            <a:ext cx="6350000" cy="63711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prstClr val="black"/>
              </a:solidFill>
              <a:latin typeface="Constanti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6"/>
            <a:ext cx="2950464" cy="1582621"/>
          </a:xfrm>
        </p:spPr>
        <p:txBody>
          <a:bodyPr lIns="45720" rIns="45720" bIns="45720"/>
          <a:lstStyle>
            <a:lvl1pPr algn="l">
              <a:buNone/>
              <a:defRPr sz="2667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7"/>
            <a:ext cx="2946400" cy="2179320"/>
          </a:xfrm>
        </p:spPr>
        <p:txBody>
          <a:bodyPr lIns="64008" rIns="45720"/>
          <a:lstStyle>
            <a:lvl1pPr marL="0" indent="0" algn="l">
              <a:spcBef>
                <a:spcPts val="333"/>
              </a:spcBef>
              <a:buFontTx/>
              <a:buNone/>
              <a:defRPr sz="1733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4267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FA7F876A-8D22-4A02-9D2C-4A4EF0784A46}" type="datetimeFigureOut">
              <a:rPr lang="en-IN" smtClean="0"/>
              <a:pPr/>
              <a:t>22-06-2026</a:t>
            </a:fld>
            <a:endParaRPr lang="en-IN" dirty="0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3"/>
            <a:ext cx="812800" cy="366183"/>
          </a:xfrm>
        </p:spPr>
        <p:txBody>
          <a:bodyPr/>
          <a:lstStyle>
            <a:lvl1pPr>
              <a:defRPr smtClean="0"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921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22-06-2026</a:t>
            </a:fld>
            <a:endParaRPr lang="en-IN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171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22-06-2026</a:t>
            </a:fld>
            <a:endParaRPr lang="en-IN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76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6349"/>
            <a:ext cx="1221740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prstClr val="black"/>
              </a:solidFill>
              <a:latin typeface="Constanti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6351"/>
            <a:ext cx="6350000" cy="63711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prstClr val="black"/>
              </a:solidFill>
              <a:latin typeface="Constantia"/>
              <a:cs typeface="+mn-cs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609600" y="704851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934635"/>
            <a:ext cx="10972800" cy="438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6183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600" smtClean="0">
                <a:solidFill>
                  <a:srgbClr val="1F497D">
                    <a:shade val="90000"/>
                  </a:srgbClr>
                </a:solidFill>
                <a:latin typeface="+mn-lt"/>
                <a:cs typeface="+mn-cs"/>
              </a:defRPr>
            </a:lvl1pPr>
          </a:lstStyle>
          <a:p>
            <a:fld id="{FA7F876A-8D22-4A02-9D2C-4A4EF0784A46}" type="datetimeFigureOut">
              <a:rPr lang="en-IN" smtClean="0"/>
              <a:pPr/>
              <a:t>22-06-2026</a:t>
            </a:fld>
            <a:endParaRPr lang="en-IN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3"/>
            <a:ext cx="4470400" cy="366183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600">
                <a:solidFill>
                  <a:srgbClr val="1F497D">
                    <a:shade val="90000"/>
                  </a:srgbClr>
                </a:solidFill>
                <a:latin typeface="+mn-lt"/>
                <a:cs typeface="+mn-cs"/>
              </a:defRPr>
            </a:lvl1pPr>
          </a:lstStyle>
          <a:p>
            <a:endParaRPr lang="en-IN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3"/>
            <a:ext cx="1016000" cy="366183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600" smtClean="0">
                <a:solidFill>
                  <a:srgbClr val="1F497D">
                    <a:shade val="90000"/>
                  </a:srgbClr>
                </a:solidFill>
                <a:latin typeface="+mn-lt"/>
                <a:cs typeface="+mn-cs"/>
              </a:defRPr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 dirty="0"/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25399" y="203202"/>
            <a:ext cx="12240684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 dirty="0">
                <a:solidFill>
                  <a:prstClr val="black"/>
                </a:solidFill>
                <a:latin typeface="+mn-lt"/>
                <a:cs typeface="+mn-cs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 dirty="0">
                <a:solidFill>
                  <a:prstClr val="black"/>
                </a:solidFill>
                <a:latin typeface="+mn-lt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87366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6667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6667">
          <a:solidFill>
            <a:schemeClr val="tx2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6667">
          <a:solidFill>
            <a:schemeClr val="tx2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6667">
          <a:solidFill>
            <a:schemeClr val="tx2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6667">
          <a:solidFill>
            <a:schemeClr val="tx2"/>
          </a:solidFill>
          <a:latin typeface="Calibri" pitchFamily="34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6667">
          <a:solidFill>
            <a:schemeClr val="tx2"/>
          </a:solidFill>
          <a:latin typeface="Calibri" pitchFamily="34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6667">
          <a:solidFill>
            <a:schemeClr val="tx2"/>
          </a:solidFill>
          <a:latin typeface="Calibri" pitchFamily="34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6667">
          <a:solidFill>
            <a:schemeClr val="tx2"/>
          </a:solidFill>
          <a:latin typeface="Calibri" pitchFamily="34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6667">
          <a:solidFill>
            <a:schemeClr val="tx2"/>
          </a:solidFill>
          <a:latin typeface="Calibri" pitchFamily="34" charset="0"/>
        </a:defRPr>
      </a:lvl9pPr>
    </p:titleStyle>
    <p:bodyStyle>
      <a:lvl1pPr marL="364058" indent="-364058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SzPct val="95000"/>
        <a:buFont typeface="Wingdings 2" pitchFamily="18" charset="2"/>
        <a:buChar char=""/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52996" indent="-328076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indent="-328076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3227" indent="-279393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SzPct val="65000"/>
        <a:buFont typeface="Wingdings 2" pitchFamily="18" charset="2"/>
        <a:buChar char="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1949402" indent="-279393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SzPct val="65000"/>
        <a:buFont typeface="Wingdings 2" pitchFamily="18" charset="2"/>
        <a:buChar char="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2316422" indent="-280409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560256" indent="-243834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2133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26007" indent="-243834" algn="l" rtl="0" eaLnBrk="1" latinLnBrk="0" hangingPunct="1">
        <a:spcBef>
          <a:spcPct val="20000"/>
        </a:spcBef>
        <a:buClr>
          <a:schemeClr val="tx2"/>
        </a:buClr>
        <a:buChar char="•"/>
        <a:defRPr kumimoji="0"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indent="-243834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867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10" Type="http://schemas.openxmlformats.org/officeDocument/2006/relationships/image" Target="../media/image14.png"/><Relationship Id="rId4" Type="http://schemas.openxmlformats.org/officeDocument/2006/relationships/image" Target="../media/image90.png"/><Relationship Id="rId9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0.png"/><Relationship Id="rId7" Type="http://schemas.openxmlformats.org/officeDocument/2006/relationships/image" Target="../media/image18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customXml" Target="../ink/ink8.xml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customXml" Target="../ink/ink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2.xml"/><Relationship Id="rId5" Type="http://schemas.openxmlformats.org/officeDocument/2006/relationships/image" Target="../media/image310.png"/><Relationship Id="rId4" Type="http://schemas.openxmlformats.org/officeDocument/2006/relationships/image" Target="../media/image30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0.png"/><Relationship Id="rId7" Type="http://schemas.openxmlformats.org/officeDocument/2006/relationships/customXml" Target="../ink/ink1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3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y6nwn9oYS_EylzJeyfnlkS5TDUX1vAKO?usp=shari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584224" y="128768"/>
            <a:ext cx="11571136" cy="58923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267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Demonstration of Variance-Covariance Principles</a:t>
            </a:r>
            <a:endParaRPr lang="en-IN" sz="4267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336" y="1056944"/>
            <a:ext cx="8259328" cy="47441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EB8924A-C345-6AC7-A3C3-50F49317CEEF}"/>
                  </a:ext>
                </a:extLst>
              </p14:cNvPr>
              <p14:cNvContentPartPr/>
              <p14:nvPr/>
            </p14:nvContentPartPr>
            <p14:xfrm>
              <a:off x="768240" y="1608480"/>
              <a:ext cx="11424240" cy="5249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EB8924A-C345-6AC7-A3C3-50F49317CE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880" y="1599120"/>
                <a:ext cx="11442960" cy="526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1336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76" y="684939"/>
            <a:ext cx="11326806" cy="6173061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397411" y="0"/>
            <a:ext cx="11571136" cy="589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  <a:normAutofit fontScale="90000" lnSpcReduction="10000"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6667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4267" b="1" dirty="0">
                <a:solidFill>
                  <a:srgbClr val="9900CC"/>
                </a:solidFill>
                <a:latin typeface="Arial" pitchFamily="34" charset="0"/>
                <a:cs typeface="Arial" pitchFamily="34" charset="0"/>
              </a:rPr>
              <a:t>Demonstration of Variance-Covariance Principles</a:t>
            </a:r>
            <a:endParaRPr lang="en-IN" sz="4267" b="1" dirty="0">
              <a:solidFill>
                <a:srgbClr val="9900CC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BBBCF48-01A0-7D79-B89F-4770E18A8CB4}"/>
                  </a:ext>
                </a:extLst>
              </p14:cNvPr>
              <p14:cNvContentPartPr/>
              <p14:nvPr/>
            </p14:nvContentPartPr>
            <p14:xfrm>
              <a:off x="837720" y="1262160"/>
              <a:ext cx="7963200" cy="5547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BBBCF48-01A0-7D79-B89F-4770E18A8C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8360" y="1252800"/>
                <a:ext cx="7981920" cy="556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6597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584224" y="128768"/>
            <a:ext cx="11571136" cy="58923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267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Demonstration of Variance-Covariance Principles</a:t>
            </a:r>
            <a:endParaRPr lang="en-IN" sz="4267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066A58-9F02-F32A-88AF-E418F874A882}"/>
              </a:ext>
            </a:extLst>
          </p:cNvPr>
          <p:cNvSpPr txBox="1"/>
          <p:nvPr/>
        </p:nvSpPr>
        <p:spPr>
          <a:xfrm>
            <a:off x="432666" y="1068409"/>
            <a:ext cx="11405371" cy="2185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 algn="just" defTabSz="121917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226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Maiti J, Multivariate Statistical Modeling in Engineering and Management, CRC Press, 2023.</a:t>
            </a:r>
          </a:p>
          <a:p>
            <a:pPr marL="380990" indent="-380990" algn="just" defTabSz="121917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it-IT" sz="226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Johnson, R. A., Wishern, D. W., Applied Multivariate Statistical Analysis, sixth ed., </a:t>
            </a:r>
            <a:r>
              <a:rPr lang="it-IT" sz="2267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26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Pearson, 2024.</a:t>
            </a:r>
            <a:endParaRPr lang="en-US" sz="2267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878" y="3254136"/>
            <a:ext cx="6251827" cy="34072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A237F7-2E7A-5CAF-2778-795424458A33}"/>
                  </a:ext>
                </a:extLst>
              </p14:cNvPr>
              <p14:cNvContentPartPr/>
              <p14:nvPr/>
            </p14:nvContentPartPr>
            <p14:xfrm>
              <a:off x="2105640" y="1528200"/>
              <a:ext cx="7261560" cy="1227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A237F7-2E7A-5CAF-2778-795424458A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96280" y="1518840"/>
                <a:ext cx="7280280" cy="124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7179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54" y="421302"/>
            <a:ext cx="5462870" cy="47406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028" y="421302"/>
            <a:ext cx="6056001" cy="528617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FD65A9D-3214-D790-F310-0366C6D4FA3D}"/>
                  </a:ext>
                </a:extLst>
              </p14:cNvPr>
              <p14:cNvContentPartPr/>
              <p14:nvPr/>
            </p14:nvContentPartPr>
            <p14:xfrm>
              <a:off x="1631520" y="2455920"/>
              <a:ext cx="10538640" cy="3199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FD65A9D-3214-D790-F310-0366C6D4FA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22160" y="2446560"/>
                <a:ext cx="10557360" cy="321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1659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637" y="342644"/>
            <a:ext cx="6830378" cy="58777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85E2FC0-29BA-B9B4-1B8F-80FC5F58479B}"/>
                  </a:ext>
                </a:extLst>
              </p14:cNvPr>
              <p14:cNvContentPartPr/>
              <p14:nvPr/>
            </p14:nvContentPartPr>
            <p14:xfrm>
              <a:off x="4925520" y="2491200"/>
              <a:ext cx="6457680" cy="3902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85E2FC0-29BA-B9B4-1B8F-80FC5F5847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16160" y="2481840"/>
                <a:ext cx="6476400" cy="392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6197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035" y="566291"/>
            <a:ext cx="9754961" cy="41915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19304" y="4876800"/>
            <a:ext cx="2772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</a:t>
            </a:r>
            <a:r>
              <a:rPr lang="en-IN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Shuttercock</a:t>
            </a:r>
            <a:endParaRPr lang="en-IN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E592ABD-776A-BD88-FE44-04E325297A95}"/>
                  </a:ext>
                </a:extLst>
              </p14:cNvPr>
              <p14:cNvContentPartPr/>
              <p14:nvPr/>
            </p14:nvContentPartPr>
            <p14:xfrm>
              <a:off x="242640" y="2004120"/>
              <a:ext cx="11700000" cy="3027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E592ABD-776A-BD88-FE44-04E325297A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3280" y="1994760"/>
                <a:ext cx="11718720" cy="304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3137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7020F03-3EC9-28BE-01F1-CE6B63D7A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EBA7A77A-2550-F5B1-8B5F-BB28ECC4A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349" y="0"/>
            <a:ext cx="11571136" cy="589235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What is an S matrix? Covariance</a:t>
            </a:r>
            <a:endParaRPr lang="en-IN" sz="36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CDE461-0454-005F-FBE4-6B90A2575CAE}"/>
                  </a:ext>
                </a:extLst>
              </p:cNvPr>
              <p:cNvSpPr txBox="1"/>
              <p:nvPr/>
            </p:nvSpPr>
            <p:spPr>
              <a:xfrm>
                <a:off x="4005815" y="871264"/>
                <a:ext cx="4763034" cy="10048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I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IN" sz="24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I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I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I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d>
                            <m:dPr>
                              <m:ctrlPr>
                                <a:rPr lang="en-I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400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IN" sz="2400" b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a:rPr lang="en-IN" sz="2400" b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IN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 b="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400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I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400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IN" sz="2400" b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IN" sz="2400" b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IN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 b="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400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CDE461-0454-005F-FBE4-6B90A2575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815" y="871264"/>
                <a:ext cx="4763034" cy="10048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4F393E-5139-092A-8102-F7912DD8742C}"/>
                  </a:ext>
                </a:extLst>
              </p:cNvPr>
              <p:cNvSpPr txBox="1"/>
              <p:nvPr/>
            </p:nvSpPr>
            <p:spPr>
              <a:xfrm>
                <a:off x="2168203" y="4496867"/>
                <a:ext cx="7018506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IN" sz="24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I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4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sSup>
                        <m:sSupPr>
                          <m:ctrlPr>
                            <a:rPr lang="en-I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IN" sz="2400" b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𝐣</m:t>
                                  </m:r>
                                </m:sub>
                              </m:sSub>
                              <m:r>
                                <a:rPr lang="en-IN" sz="24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sSub>
                                <m:sSubPr>
                                  <m:ctrlPr>
                                    <a:rPr lang="en-I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IN" sz="2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sz="24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sup>
                      </m:sSup>
                      <m:d>
                        <m:dPr>
                          <m:ctrlPr>
                            <a:rPr lang="en-I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IN" sz="2400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sub>
                          </m:sSub>
                          <m:r>
                            <a:rPr lang="en-IN" sz="24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sSub>
                            <m:sSubPr>
                              <m:ctrlP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4F393E-5139-092A-8102-F7912DD87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203" y="4496867"/>
                <a:ext cx="7018506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D820858-68D2-B621-C4BF-1AA5C672912F}"/>
              </a:ext>
            </a:extLst>
          </p:cNvPr>
          <p:cNvSpPr txBox="1"/>
          <p:nvPr/>
        </p:nvSpPr>
        <p:spPr>
          <a:xfrm>
            <a:off x="4648977" y="3826462"/>
            <a:ext cx="4357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matrix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66803" y="2448781"/>
                <a:ext cx="3202800" cy="10726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  <m:brk m:alnAt="7"/>
                                          </m:rP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IN" sz="24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pxp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03" y="2448781"/>
                <a:ext cx="3202800" cy="10726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546062" y="2301464"/>
                <a:ext cx="4267200" cy="15781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IN" sz="24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𝐣</m:t>
                          </m:r>
                        </m:sub>
                      </m:sSub>
                      <m:r>
                        <a:rPr lang="en-IN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 i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en-IN" sz="2400" i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 i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 i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en-IN" sz="2400" i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 i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r>
                                      <a:rPr lang="en-IN" sz="2400" i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 i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en-IN" sz="2400" b="0" i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 i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nxp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IN" sz="2400" b="1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6062" y="2301464"/>
                <a:ext cx="4267200" cy="15781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7767805" y="2229101"/>
                <a:ext cx="2002087" cy="15265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1</m:t>
                                    </m:r>
                                    <m:r>
                                      <a:rPr lang="en-IN" sz="240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nxp</m:t>
                          </m:r>
                        </m:sub>
                      </m:sSub>
                    </m:oMath>
                  </m:oMathPara>
                </a14:m>
                <a:endParaRPr lang="en-IN" sz="2400" b="0" dirty="0">
                  <a:solidFill>
                    <a:schemeClr val="bg1"/>
                  </a:solidFill>
                </a:endParaRPr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805" y="2229101"/>
                <a:ext cx="2002087" cy="15265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4F393E-5139-092A-8102-F7912DD8742C}"/>
                  </a:ext>
                </a:extLst>
              </p:cNvPr>
              <p:cNvSpPr txBox="1"/>
              <p:nvPr/>
            </p:nvSpPr>
            <p:spPr>
              <a:xfrm>
                <a:off x="2168203" y="5472352"/>
                <a:ext cx="7018506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IN" sz="24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en-I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4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sSup>
                        <m:sSupPr>
                          <m:ctrlPr>
                            <a:rPr lang="en-I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IN" sz="2400" b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𝐣</m:t>
                                  </m:r>
                                </m:sub>
                              </m:sSub>
                              <m:r>
                                <a:rPr lang="en-IN" sz="24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sSub>
                                <m:sSubPr>
                                  <m:ctrlPr>
                                    <a:rPr lang="en-I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IN" sz="2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sz="24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sup>
                      </m:sSup>
                      <m:d>
                        <m:dPr>
                          <m:ctrlPr>
                            <a:rPr lang="en-I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IN" sz="2400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</m:sub>
                          </m:sSub>
                          <m:r>
                            <a:rPr lang="en-IN" sz="24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sSub>
                            <m:sSubPr>
                              <m:ctrlP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4F393E-5139-092A-8102-F7912DD87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203" y="5472352"/>
                <a:ext cx="7018506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D91C4C6-A840-C8CA-4303-C2AEDAACB2F1}"/>
                  </a:ext>
                </a:extLst>
              </p14:cNvPr>
              <p14:cNvContentPartPr/>
              <p14:nvPr/>
            </p14:nvContentPartPr>
            <p14:xfrm>
              <a:off x="522000" y="749880"/>
              <a:ext cx="11670480" cy="6108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D91C4C6-A840-C8CA-4303-C2AEDAACB2F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2640" y="740520"/>
                <a:ext cx="11689200" cy="612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2369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FD390F-2349-6770-E937-F9A12CC74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EA4315CC-74EC-DE0F-59E3-191424754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349" y="0"/>
            <a:ext cx="11571136" cy="589235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How to get the S Matrix from X Matrix?</a:t>
            </a:r>
            <a:endParaRPr lang="en-IN" sz="36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BB3FEB-33A1-435B-5199-F14A5D92B86C}"/>
                  </a:ext>
                </a:extLst>
              </p:cNvPr>
              <p:cNvSpPr txBox="1"/>
              <p:nvPr/>
            </p:nvSpPr>
            <p:spPr>
              <a:xfrm>
                <a:off x="369651" y="662678"/>
                <a:ext cx="4503906" cy="7261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en-IN" sz="22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p>
                        <m:sSupPr>
                          <m:ctrlPr>
                            <a:rPr lang="en-IN" sz="2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2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200" b="1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IN" sz="2200" b="1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𝐣</m:t>
                                  </m:r>
                                </m:sub>
                              </m:sSub>
                              <m:r>
                                <a:rPr lang="en-IN" sz="22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2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sSub>
                                <m:sSubPr>
                                  <m:ctrlPr>
                                    <a:rPr lang="en-IN" sz="2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IN" sz="2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200" b="0" i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200" b="0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sz="22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sup>
                      </m:sSup>
                      <m:d>
                        <m:dPr>
                          <m:ctrlPr>
                            <a:rPr lang="en-IN" sz="2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IN" sz="22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</m:sub>
                          </m:sSub>
                          <m:r>
                            <a:rPr lang="en-IN" sz="22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2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sSub>
                            <m:sSubPr>
                              <m:ctrlPr>
                                <a:rPr lang="en-IN" sz="2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200" b="0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200" b="0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BB3FEB-33A1-435B-5199-F14A5D92B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51" y="662678"/>
                <a:ext cx="4503906" cy="7261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70A7C6-20B0-62BD-2DAA-3685A8C19D98}"/>
                  </a:ext>
                </a:extLst>
              </p:cNvPr>
              <p:cNvSpPr txBox="1"/>
              <p:nvPr/>
            </p:nvSpPr>
            <p:spPr>
              <a:xfrm>
                <a:off x="4961106" y="589235"/>
                <a:ext cx="4863829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IN" sz="24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I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4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sSup>
                        <m:sSupPr>
                          <m:ctrlPr>
                            <a:rPr lang="en-I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IN" sz="2400" b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𝐣</m:t>
                                  </m:r>
                                </m:sub>
                              </m:sSub>
                              <m:r>
                                <a:rPr lang="en-IN" sz="24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sSub>
                                <m:sSubPr>
                                  <m:ctrlPr>
                                    <a:rPr lang="en-I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IN" sz="2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sz="24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sup>
                      </m:sSup>
                      <m:d>
                        <m:dPr>
                          <m:ctrlPr>
                            <a:rPr lang="en-I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IN" sz="2400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sub>
                          </m:sSub>
                          <m:r>
                            <a:rPr lang="en-IN" sz="24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sSub>
                            <m:sSubPr>
                              <m:ctrlP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70A7C6-20B0-62BD-2DAA-3685A8C19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106" y="589235"/>
                <a:ext cx="4863829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69651" y="2055657"/>
                <a:ext cx="4267200" cy="15781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IN" sz="24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𝐣</m:t>
                          </m:r>
                        </m:sub>
                      </m:sSub>
                      <m:r>
                        <a:rPr lang="en-IN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 i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en-IN" sz="2400" i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 i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 i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en-IN" sz="2400" i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 i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r>
                                      <a:rPr lang="en-IN" sz="2400" i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 i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en-IN" sz="2400" b="0" i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 i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nxp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IN" sz="2400" b="1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51" y="2055657"/>
                <a:ext cx="4267200" cy="15781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69651" y="3269941"/>
                <a:ext cx="4267200" cy="1529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IN" sz="24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IN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IN" sz="2400" i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4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IN" sz="2400" b="1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51" y="3269941"/>
                <a:ext cx="4267200" cy="15295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69651" y="4484225"/>
                <a:ext cx="4267200" cy="1529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IN" sz="24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IN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  <m:r>
                                      <a:rPr lang="en-IN" sz="2400" i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4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IN" sz="2400" b="1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51" y="4484225"/>
                <a:ext cx="4267200" cy="15295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636851" y="2084837"/>
                <a:ext cx="4267200" cy="1174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4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IN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240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IN" sz="24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sz="2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24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IN" sz="24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24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IN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4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IN" sz="2400" b="1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851" y="2084837"/>
                <a:ext cx="4267200" cy="11742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565568" y="3288312"/>
                <a:ext cx="4267200" cy="1483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8=</m:t>
                      </m:r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4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IN" sz="2400" b="1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568" y="3288312"/>
                <a:ext cx="4267200" cy="14839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494284" y="4529815"/>
                <a:ext cx="4267200" cy="1483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16=</m:t>
                      </m:r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IN" sz="2400" b="1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284" y="4529815"/>
                <a:ext cx="4267200" cy="14839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3A917F1-2670-7747-4D61-E36278750DA5}"/>
                  </a:ext>
                </a:extLst>
              </p14:cNvPr>
              <p14:cNvContentPartPr/>
              <p14:nvPr/>
            </p14:nvContentPartPr>
            <p14:xfrm>
              <a:off x="1399680" y="820800"/>
              <a:ext cx="10779120" cy="6017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3A917F1-2670-7747-4D61-E36278750DA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90320" y="811440"/>
                <a:ext cx="10797840" cy="603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7810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EDDAC4C-67CB-1911-0270-2ACE536D6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D3337467-C7F1-6525-AD82-48580FE9B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349" y="0"/>
            <a:ext cx="11571136" cy="589235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Matlab</a:t>
            </a:r>
            <a:r>
              <a:rPr lang="en-US" sz="3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Code</a:t>
            </a:r>
            <a:endParaRPr lang="en-IN" sz="36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6F4D579-651D-8D15-62D2-DCB2609DA8F2}"/>
                  </a:ext>
                </a:extLst>
              </p:cNvPr>
              <p:cNvSpPr txBox="1"/>
              <p:nvPr/>
            </p:nvSpPr>
            <p:spPr>
              <a:xfrm>
                <a:off x="3021544" y="858155"/>
                <a:ext cx="3925112" cy="6939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I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I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en-IN" sz="2400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IN" sz="24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b="1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IN" sz="2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sup>
                      </m:sSup>
                      <m:d>
                        <m:dPr>
                          <m:ctrlPr>
                            <a:rPr lang="en-I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400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acc>
                        </m:e>
                      </m:d>
                      <m:r>
                        <a:rPr lang="en-I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6F4D579-651D-8D15-62D2-DCB2609DA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544" y="858155"/>
                <a:ext cx="3925112" cy="6939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BA046D5-FD60-A111-1FFD-666381B9BBA4}"/>
              </a:ext>
            </a:extLst>
          </p:cNvPr>
          <p:cNvSpPr txBox="1"/>
          <p:nvPr/>
        </p:nvSpPr>
        <p:spPr>
          <a:xfrm>
            <a:off x="0" y="0"/>
            <a:ext cx="7411592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clc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; clear all</a:t>
            </a:r>
          </a:p>
          <a:p>
            <a:pPr>
              <a:buNone/>
            </a:pPr>
            <a:endParaRPr lang="en-IN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x1=[4 8 12]'; x2 = [8 16 24]';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X=[x1 x2];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X =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4     8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8    16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12   24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COVX=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(X);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COVX =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16    32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32    64</a:t>
            </a:r>
          </a:p>
          <a:p>
            <a:pPr>
              <a:buNone/>
            </a:pP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=size(X);  % [3x2]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x1bar=mean(X(:,1));   % 8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x2bar=mean(X(:,2));   % 16</a:t>
            </a:r>
          </a:p>
          <a:p>
            <a:pPr>
              <a:buNone/>
            </a:pP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onesvector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=ones(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(1),1);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onesvector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1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1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1</a:t>
            </a:r>
          </a:p>
          <a:p>
            <a:pPr>
              <a:buNone/>
            </a:pPr>
            <a:endParaRPr lang="en-IN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Verify with actual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Matlab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code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var11=1/(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(1)-1)*(X(:,1)-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onesvector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*x1bar)'*(X(:,1)-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onesvector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*x1bar);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var12=1/(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(1)-1)*(X(:,1)-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onesvector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*x1bar)'*(X(:,2)-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onesvector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*x2bar);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var21=1/(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(1)-1)*(X(:,2)-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onesvector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*x2bar)'*(X(:,1)-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onesvector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*x1bar);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var22=1/(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(1)-1)*(X(:,2)-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onesvector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*x2bar)'*(X(:,2)-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onesvector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*x2bar);</a:t>
            </a:r>
          </a:p>
          <a:p>
            <a:pPr>
              <a:buNone/>
            </a:pPr>
            <a:endParaRPr lang="en-IN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Cov_Matlab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[[var11, var12] ; [var21,  var22] ]</a:t>
            </a:r>
          </a:p>
          <a:p>
            <a:pPr>
              <a:buNone/>
            </a:pPr>
            <a:endParaRPr lang="en-IN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Cov_Matlab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16    32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32    64</a:t>
            </a:r>
          </a:p>
          <a:p>
            <a:pPr>
              <a:buNone/>
            </a:pP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CorrelationX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(X);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CorrelationX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1.0000    1.0000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1.0000    1.0000</a:t>
            </a:r>
          </a:p>
          <a:p>
            <a:pPr>
              <a:buNone/>
            </a:pP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Correlation_Matlab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[[var11/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sqrt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(var11*var11), var12/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sqrt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(var11*var22)] ; [var21/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sqrt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(var11*var22),  var22/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sqrt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(var22*var22) ]];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Correlation_Matlab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% 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% 1     1</a:t>
            </a:r>
          </a:p>
          <a:p>
            <a:pPr>
              <a:buNone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% 1     1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087" y="1339712"/>
            <a:ext cx="2105319" cy="8192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6877" y="2946908"/>
            <a:ext cx="360948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4D579-651D-8D15-62D2-DCB2609DA8F2}"/>
              </a:ext>
            </a:extLst>
          </p:cNvPr>
          <p:cNvSpPr txBox="1"/>
          <p:nvPr/>
        </p:nvSpPr>
        <p:spPr>
          <a:xfrm>
            <a:off x="8124722" y="440704"/>
            <a:ext cx="3925112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2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Pearson Correlation Coefficient Given 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BB3FEB-33A1-435B-5199-F14A5D92B86C}"/>
                  </a:ext>
                </a:extLst>
              </p:cNvPr>
              <p:cNvSpPr txBox="1"/>
              <p:nvPr/>
            </p:nvSpPr>
            <p:spPr>
              <a:xfrm>
                <a:off x="2855180" y="2488141"/>
                <a:ext cx="4503906" cy="7261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en-IN" sz="22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p>
                        <m:sSupPr>
                          <m:ctrlPr>
                            <a:rPr lang="en-IN" sz="2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2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200" b="1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IN" sz="2200" b="1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𝐣</m:t>
                                  </m:r>
                                </m:sub>
                              </m:sSub>
                              <m:r>
                                <a:rPr lang="en-IN" sz="22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2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sSub>
                                <m:sSubPr>
                                  <m:ctrlPr>
                                    <a:rPr lang="en-IN" sz="2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IN" sz="2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200" b="0" i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200" b="0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sz="22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sup>
                      </m:sSup>
                      <m:d>
                        <m:dPr>
                          <m:ctrlPr>
                            <a:rPr lang="en-IN" sz="2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IN" sz="22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</m:sub>
                          </m:sSub>
                          <m:r>
                            <a:rPr lang="en-IN" sz="22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2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sSub>
                            <m:sSubPr>
                              <m:ctrlPr>
                                <a:rPr lang="en-IN" sz="2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200" b="0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200" b="0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BB3FEB-33A1-435B-5199-F14A5D92B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180" y="2488141"/>
                <a:ext cx="4503906" cy="7261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70A7C6-20B0-62BD-2DAA-3685A8C19D98}"/>
                  </a:ext>
                </a:extLst>
              </p:cNvPr>
              <p:cNvSpPr txBox="1"/>
              <p:nvPr/>
            </p:nvSpPr>
            <p:spPr>
              <a:xfrm>
                <a:off x="2904328" y="1709529"/>
                <a:ext cx="4863829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IN" sz="24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I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4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sSup>
                        <m:sSupPr>
                          <m:ctrlPr>
                            <a:rPr lang="en-I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IN" sz="2400" b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𝐣</m:t>
                                  </m:r>
                                </m:sub>
                              </m:sSub>
                              <m:r>
                                <a:rPr lang="en-IN" sz="24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sSub>
                                <m:sSubPr>
                                  <m:ctrlPr>
                                    <a:rPr lang="en-I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IN" sz="2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sz="24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sup>
                      </m:sSup>
                      <m:d>
                        <m:dPr>
                          <m:ctrlPr>
                            <a:rPr lang="en-I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IN" sz="2400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sub>
                          </m:sSub>
                          <m:r>
                            <a:rPr lang="en-IN" sz="24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sSub>
                            <m:sSubPr>
                              <m:ctrlP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70A7C6-20B0-62BD-2DAA-3685A8C19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328" y="1709529"/>
                <a:ext cx="4863829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651087" y="2421636"/>
                <a:ext cx="2468753" cy="7099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  <m:brk m:alnAt="7"/>
                                          </m:rP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IN" sz="24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pxp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087" y="2421636"/>
                <a:ext cx="2468753" cy="7099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651087" y="3394234"/>
                <a:ext cx="2344552" cy="7108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e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4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e>
                                  <m:e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pxp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087" y="3394234"/>
                <a:ext cx="2344552" cy="710836"/>
              </a:xfrm>
              <a:prstGeom prst="rect">
                <a:avLst/>
              </a:prstGeom>
              <a:blipFill>
                <a:blip r:embed="rId8"/>
                <a:stretch>
                  <a:fillRect b="-8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A31AFF2-9463-25E8-EAE1-B6C802DA240A}"/>
                  </a:ext>
                </a:extLst>
              </p14:cNvPr>
              <p14:cNvContentPartPr/>
              <p14:nvPr/>
            </p14:nvContentPartPr>
            <p14:xfrm>
              <a:off x="500400" y="1254960"/>
              <a:ext cx="11515320" cy="5603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A31AFF2-9463-25E8-EAE1-B6C802DA240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1040" y="1245600"/>
                <a:ext cx="11534040" cy="562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5256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7501E5-80B3-9665-8340-617AD3AF9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22DF9EAA-8779-5398-E247-6A8C8DBD8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349" y="0"/>
            <a:ext cx="11571136" cy="589235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Python Code</a:t>
            </a:r>
            <a:endParaRPr lang="en-IN" sz="36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FF09E9D-C97C-5201-DFB9-4405103C5668}"/>
                  </a:ext>
                </a:extLst>
              </p:cNvPr>
              <p:cNvSpPr txBox="1"/>
              <p:nvPr/>
            </p:nvSpPr>
            <p:spPr>
              <a:xfrm>
                <a:off x="7239214" y="4230005"/>
                <a:ext cx="3925112" cy="6939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I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I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en-IN" sz="2400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IN" sz="24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b="1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IN" sz="2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sup>
                      </m:sSup>
                      <m:d>
                        <m:dPr>
                          <m:ctrlPr>
                            <a:rPr lang="en-I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400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acc>
                        </m:e>
                      </m:d>
                      <m:r>
                        <a:rPr lang="en-I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FF09E9D-C97C-5201-DFB9-4405103C5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214" y="4230005"/>
                <a:ext cx="3925112" cy="6939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1128265-2DA1-229F-5AB6-5A5E2C66DE69}"/>
              </a:ext>
            </a:extLst>
          </p:cNvPr>
          <p:cNvSpPr txBox="1"/>
          <p:nvPr/>
        </p:nvSpPr>
        <p:spPr>
          <a:xfrm>
            <a:off x="468630" y="0"/>
            <a:ext cx="741159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sz="1000" dirty="0">
                <a:solidFill>
                  <a:schemeClr val="bg1"/>
                </a:solidFill>
                <a:latin typeface="+mj-lt"/>
              </a:rPr>
            </a:br>
            <a:endParaRPr lang="en-IN" sz="1000" dirty="0">
              <a:solidFill>
                <a:schemeClr val="bg1"/>
              </a:solidFill>
              <a:latin typeface="+mj-lt"/>
            </a:endParaRP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# Create column vectors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x1 =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np.array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([4, 8, 12]).reshape(-1, 1)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x2 =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np.array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([8, 16, 24]).reshape(-1, 1)</a:t>
            </a:r>
          </a:p>
          <a:p>
            <a:endParaRPr lang="en-IN" sz="1000" dirty="0">
              <a:solidFill>
                <a:schemeClr val="bg1"/>
              </a:solidFill>
              <a:latin typeface="+mj-lt"/>
            </a:endParaRP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# Concatenate horizontally to form matrix X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X =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np.hstack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((x1, x2))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# NumPy's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cov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treats rows as variables by default, so we use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rowvar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=False to match MATLAB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COVX =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np.cov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(X,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rowvar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=False)</a:t>
            </a:r>
          </a:p>
          <a:p>
            <a:endParaRPr lang="en-IN" sz="1000" dirty="0">
              <a:solidFill>
                <a:schemeClr val="bg1"/>
              </a:solidFill>
              <a:latin typeface="+mj-lt"/>
            </a:endParaRPr>
          </a:p>
          <a:p>
            <a:r>
              <a:rPr lang="en-IN" sz="1000" dirty="0" err="1">
                <a:solidFill>
                  <a:schemeClr val="bg1"/>
                </a:solidFill>
                <a:latin typeface="+mj-lt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=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X.shape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 # Returns a tuple (3, 2)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x1bar =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np.mean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(X[:, 0])  # 8.0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x2bar =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np.mean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(X[:, 1])  # 16.0</a:t>
            </a:r>
          </a:p>
          <a:p>
            <a:r>
              <a:rPr lang="en-IN" sz="1000" dirty="0" err="1">
                <a:solidFill>
                  <a:schemeClr val="bg1"/>
                </a:solidFill>
                <a:latin typeface="+mj-lt"/>
              </a:rPr>
              <a:t>onesvector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=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np.ones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((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[0], 1))</a:t>
            </a:r>
          </a:p>
          <a:p>
            <a:endParaRPr lang="en-IN" sz="1000" dirty="0">
              <a:solidFill>
                <a:schemeClr val="bg1"/>
              </a:solidFill>
              <a:latin typeface="+mj-lt"/>
            </a:endParaRP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x1_col = X[:, 0:1]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x2_col = X[:, 1:2]</a:t>
            </a:r>
          </a:p>
          <a:p>
            <a:endParaRPr lang="en-IN" sz="1000" dirty="0">
              <a:solidFill>
                <a:schemeClr val="bg1"/>
              </a:solidFill>
              <a:latin typeface="+mj-lt"/>
            </a:endParaRP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var11 = (1 / (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[0] - 1)) * ((x1_col -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onesvector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* x1bar).T @ (x1_col -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onesvector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* x1bar)).item()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var12 = (1 / (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[0] - 1)) * ((x1_col -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onesvector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* x1bar).T @ (x2_col -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onesvector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* x2bar)).item()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var21 = (1 / (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[0] - 1)) * ((x2_col -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onesvector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* x2bar).T @ (x1_col -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onesvector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* x1bar)).item()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var22 = (1 / (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[0] - 1)) * ((x2_col -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onesvector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* x2bar).T @ (x2_col -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onesvector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* x2bar)).item()</a:t>
            </a:r>
          </a:p>
          <a:p>
            <a:endParaRPr lang="en-IN" sz="1000" dirty="0">
              <a:solidFill>
                <a:schemeClr val="bg1"/>
              </a:solidFill>
              <a:latin typeface="+mj-lt"/>
            </a:endParaRPr>
          </a:p>
          <a:p>
            <a:r>
              <a:rPr lang="en-IN" sz="1000" dirty="0" err="1">
                <a:solidFill>
                  <a:schemeClr val="bg1"/>
                </a:solidFill>
                <a:latin typeface="+mj-lt"/>
              </a:rPr>
              <a:t>Cov_Matlab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=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np.array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([[var11, var12], [var21, var22]])</a:t>
            </a:r>
          </a:p>
          <a:p>
            <a:endParaRPr lang="en-IN" sz="1000" dirty="0">
              <a:solidFill>
                <a:schemeClr val="bg1"/>
              </a:solidFill>
              <a:latin typeface="+mj-lt"/>
            </a:endParaRP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# Calculate correlation matrix</a:t>
            </a:r>
          </a:p>
          <a:p>
            <a:r>
              <a:rPr lang="en-IN" sz="1000" dirty="0" err="1">
                <a:solidFill>
                  <a:schemeClr val="bg1"/>
                </a:solidFill>
                <a:latin typeface="+mj-lt"/>
              </a:rPr>
              <a:t>CorrelationX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=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np.corrcoef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(X,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rowvar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=False)</a:t>
            </a:r>
          </a:p>
          <a:p>
            <a:endParaRPr lang="en-IN" sz="1000" dirty="0">
              <a:solidFill>
                <a:schemeClr val="bg1"/>
              </a:solidFill>
              <a:latin typeface="+mj-lt"/>
            </a:endParaRPr>
          </a:p>
          <a:p>
            <a:r>
              <a:rPr lang="en-IN" sz="1000" dirty="0" err="1">
                <a:solidFill>
                  <a:schemeClr val="bg1"/>
                </a:solidFill>
                <a:latin typeface="+mj-lt"/>
              </a:rPr>
              <a:t>Correlation_Matlab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=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np.array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([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    [var11 /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np.sqrt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(var11 * var11), var12 /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np.sqrt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(var11 * var22)],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    [var21 /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np.sqrt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(var11 * var22), var22 /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np.sqrt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(var22 * var22)]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])</a:t>
            </a:r>
          </a:p>
          <a:p>
            <a:br>
              <a:rPr lang="en-IN" sz="1000" dirty="0">
                <a:solidFill>
                  <a:schemeClr val="bg1"/>
                </a:solidFill>
                <a:latin typeface="+mj-lt"/>
              </a:rPr>
            </a:br>
            <a:endParaRPr lang="en-IN" sz="1000" dirty="0">
              <a:solidFill>
                <a:schemeClr val="bg1"/>
              </a:solidFill>
              <a:latin typeface="+mj-lt"/>
            </a:endParaRP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print("X =\n", X)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print("\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nCOVX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=\n", COVX)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print("\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nCorrelationX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=\n",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CorrelationX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)</a:t>
            </a:r>
          </a:p>
          <a:p>
            <a:br>
              <a:rPr lang="en-IN" sz="1000" dirty="0">
                <a:solidFill>
                  <a:schemeClr val="bg1"/>
                </a:solidFill>
                <a:latin typeface="+mj-lt"/>
              </a:rPr>
            </a:br>
            <a:endParaRPr lang="en-IN" sz="1000" dirty="0">
              <a:solidFill>
                <a:schemeClr val="bg1"/>
              </a:solidFill>
              <a:latin typeface="+mj-lt"/>
            </a:endParaRPr>
          </a:p>
          <a:p>
            <a:pPr>
              <a:buNone/>
            </a:pPr>
            <a:endParaRPr lang="en-IN" sz="10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C9F395-AD9F-04C4-D7EC-BEB3C6B8C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087" y="1339712"/>
            <a:ext cx="2105319" cy="8192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8EA368-28EC-434A-CA24-B9B47E177CB3}"/>
              </a:ext>
            </a:extLst>
          </p:cNvPr>
          <p:cNvSpPr txBox="1"/>
          <p:nvPr/>
        </p:nvSpPr>
        <p:spPr>
          <a:xfrm>
            <a:off x="8326877" y="2946908"/>
            <a:ext cx="360948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E8BD44-3447-B780-8F7C-BD2FE9967827}"/>
              </a:ext>
            </a:extLst>
          </p:cNvPr>
          <p:cNvSpPr txBox="1"/>
          <p:nvPr/>
        </p:nvSpPr>
        <p:spPr>
          <a:xfrm>
            <a:off x="8124722" y="440704"/>
            <a:ext cx="3925112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sz="2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Pearson Correlation Coefficient Given 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223A50-0D8E-60B8-A51B-BE172B699EAF}"/>
                  </a:ext>
                </a:extLst>
              </p:cNvPr>
              <p:cNvSpPr txBox="1"/>
              <p:nvPr/>
            </p:nvSpPr>
            <p:spPr>
              <a:xfrm>
                <a:off x="7072850" y="5859991"/>
                <a:ext cx="4503906" cy="7261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en-IN" sz="22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p>
                        <m:sSupPr>
                          <m:ctrlPr>
                            <a:rPr lang="en-IN" sz="2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2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200" b="1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IN" sz="2200" b="1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𝐣</m:t>
                                  </m:r>
                                </m:sub>
                              </m:sSub>
                              <m:r>
                                <a:rPr lang="en-IN" sz="22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2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sSub>
                                <m:sSubPr>
                                  <m:ctrlPr>
                                    <a:rPr lang="en-IN" sz="2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IN" sz="2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200" b="0" i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200" b="0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sz="22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sup>
                      </m:sSup>
                      <m:d>
                        <m:dPr>
                          <m:ctrlPr>
                            <a:rPr lang="en-IN" sz="2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IN" sz="22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</m:sub>
                          </m:sSub>
                          <m:r>
                            <a:rPr lang="en-IN" sz="22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2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sSub>
                            <m:sSubPr>
                              <m:ctrlPr>
                                <a:rPr lang="en-IN" sz="2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200" b="0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200" b="0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223A50-0D8E-60B8-A51B-BE172B699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850" y="5859991"/>
                <a:ext cx="4503906" cy="7261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32C556-C247-40BA-8A43-C83A85F162E5}"/>
                  </a:ext>
                </a:extLst>
              </p:cNvPr>
              <p:cNvSpPr txBox="1"/>
              <p:nvPr/>
            </p:nvSpPr>
            <p:spPr>
              <a:xfrm>
                <a:off x="7121998" y="5081379"/>
                <a:ext cx="4863829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IN" sz="24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IN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4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sSup>
                        <m:sSupPr>
                          <m:ctrlPr>
                            <a:rPr lang="en-I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IN" sz="2400" b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𝐣</m:t>
                                  </m:r>
                                </m:sub>
                              </m:sSub>
                              <m:r>
                                <a:rPr lang="en-IN" sz="24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sSub>
                                <m:sSubPr>
                                  <m:ctrlPr>
                                    <a:rPr lang="en-I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IN" sz="2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sz="24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sup>
                      </m:sSup>
                      <m:d>
                        <m:dPr>
                          <m:ctrlPr>
                            <a:rPr lang="en-IN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IN" sz="2400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sub>
                          </m:sSub>
                          <m:r>
                            <a:rPr lang="en-IN" sz="24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sSub>
                            <m:sSubPr>
                              <m:ctrlPr>
                                <a:rPr lang="en-I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32C556-C247-40BA-8A43-C83A85F16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1998" y="5081379"/>
                <a:ext cx="4863829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039E2F-8774-794C-B10E-07904B15BC02}"/>
                  </a:ext>
                </a:extLst>
              </p:cNvPr>
              <p:cNvSpPr txBox="1"/>
              <p:nvPr/>
            </p:nvSpPr>
            <p:spPr>
              <a:xfrm>
                <a:off x="8651087" y="2421636"/>
                <a:ext cx="2468753" cy="7099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  <m:brk m:alnAt="7"/>
                                          </m:rP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IN" sz="24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en-IN" sz="24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pxp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039E2F-8774-794C-B10E-07904B15B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087" y="2421636"/>
                <a:ext cx="2468753" cy="709938"/>
              </a:xfrm>
              <a:prstGeom prst="rect">
                <a:avLst/>
              </a:prstGeom>
              <a:blipFill>
                <a:blip r:embed="rId7"/>
                <a:stretch>
                  <a:fillRect b="-42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537B21-4E09-D360-D3BC-28CE3DAAB097}"/>
                  </a:ext>
                </a:extLst>
              </p:cNvPr>
              <p:cNvSpPr txBox="1"/>
              <p:nvPr/>
            </p:nvSpPr>
            <p:spPr>
              <a:xfrm>
                <a:off x="8651087" y="3394234"/>
                <a:ext cx="2344552" cy="7108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e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4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e>
                                  <m:e>
                                    <m:r>
                                      <a:rPr lang="en-IN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pxp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537B21-4E09-D360-D3BC-28CE3DAAB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087" y="3394234"/>
                <a:ext cx="2344552" cy="710836"/>
              </a:xfrm>
              <a:prstGeom prst="rect">
                <a:avLst/>
              </a:prstGeom>
              <a:blipFill>
                <a:blip r:embed="rId8"/>
                <a:stretch>
                  <a:fillRect b="-51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888FBA6-9E45-3466-E99D-AA693D8AB2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9151" y="4503487"/>
            <a:ext cx="1181161" cy="201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CA8C5-21A7-1C75-FAEF-67549715C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C17F6332-24DE-E51A-52B1-C6B28B78F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349" y="0"/>
            <a:ext cx="11571136" cy="589235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Using a Normalized Data Set</a:t>
            </a:r>
            <a:endParaRPr lang="en-IN" sz="36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35DF9-F6F2-3FDD-F2DA-7382B8073E0F}"/>
              </a:ext>
            </a:extLst>
          </p:cNvPr>
          <p:cNvSpPr txBox="1"/>
          <p:nvPr/>
        </p:nvSpPr>
        <p:spPr>
          <a:xfrm>
            <a:off x="504103" y="294617"/>
            <a:ext cx="11235613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few precautions are in order whenever we handle a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dataset</a:t>
            </a:r>
          </a:p>
          <a:p>
            <a:pPr marL="342900" indent="-34290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features data vector </a:t>
            </a:r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of size 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(with </a:t>
            </a:r>
            <a:r>
              <a:rPr 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rows of observations 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 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p-predictors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each of the predictors (</a:t>
            </a:r>
            <a:r>
              <a:rPr lang="en-US" sz="2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200" b="1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X</a:t>
            </a:r>
            <a:r>
              <a:rPr lang="en-US" sz="2200" b="1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,…,</a:t>
            </a:r>
            <a:r>
              <a:rPr lang="en-US" sz="2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200" b="1" baseline="-25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</a:t>
            </a:r>
          </a:p>
          <a:p>
            <a:pPr algn="just">
              <a:lnSpc>
                <a:spcPct val="200000"/>
              </a:lnSpc>
              <a:buClr>
                <a:srgbClr val="0000FF"/>
              </a:buClr>
            </a:pP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a) different measurements and hence units</a:t>
            </a:r>
          </a:p>
          <a:p>
            <a:pPr algn="just">
              <a:lnSpc>
                <a:spcPct val="200000"/>
              </a:lnSpc>
              <a:buClr>
                <a:srgbClr val="0000FF"/>
              </a:buClr>
            </a:pP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b) vary widely in their values</a:t>
            </a:r>
          </a:p>
          <a:p>
            <a:pPr marL="342900" indent="-34290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such circumstances, some of the predictors </a:t>
            </a:r>
            <a:r>
              <a:rPr lang="en-US" sz="2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200" b="1" baseline="-2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200" b="1" baseline="-2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 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exert more influence not by their real – life significance but by the sheer weight of its magnitude</a:t>
            </a:r>
          </a:p>
          <a:p>
            <a:pPr marL="342900" indent="-34290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Necessary to use correlation matrix </a:t>
            </a:r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rather than </a:t>
            </a:r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under the above circumstances</a:t>
            </a:r>
          </a:p>
          <a:p>
            <a:pPr marL="342900" indent="-34290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7C320C-3A5D-FC82-8A4D-ED908BE60B26}"/>
                  </a:ext>
                </a:extLst>
              </p14:cNvPr>
              <p14:cNvContentPartPr/>
              <p14:nvPr/>
            </p14:nvContentPartPr>
            <p14:xfrm>
              <a:off x="826920" y="1654200"/>
              <a:ext cx="11248920" cy="3973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7C320C-3A5D-FC82-8A4D-ED908BE60B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7560" y="1644840"/>
                <a:ext cx="11267640" cy="399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5939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3286A-E8D7-FC89-3277-7EADC214D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A9AD13BD-914A-FAB9-FF6D-EDAA43FF0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349" y="0"/>
            <a:ext cx="11571136" cy="589235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Using a Normalized Data Set</a:t>
            </a:r>
            <a:endParaRPr lang="en-IN" sz="36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889824B-35B5-9433-9E64-90A31476B128}"/>
                  </a:ext>
                </a:extLst>
              </p:cNvPr>
              <p:cNvSpPr txBox="1"/>
              <p:nvPr/>
            </p:nvSpPr>
            <p:spPr>
              <a:xfrm>
                <a:off x="142071" y="789363"/>
                <a:ext cx="11571136" cy="5861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sz="2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 implement the following transformations on </a:t>
                </a:r>
                <a:r>
                  <a:rPr lang="en-US" sz="21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100" baseline="-25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en-US" sz="2100" baseline="-25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x p</a:t>
                </a:r>
                <a:r>
                  <a:rPr lang="en-US" sz="2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get the transformed matrix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1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IN" sz="21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𝐗</m:t>
                        </m:r>
                      </m:e>
                    </m:acc>
                  </m:oMath>
                </a14:m>
                <a:r>
                  <a:rPr lang="en-US" sz="21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 shown below</a:t>
                </a:r>
              </a:p>
              <a:p>
                <a:pPr marL="342900" indent="-34290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sz="2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Define the transformed matrix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IN" sz="24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𝐗</m:t>
                        </m:r>
                      </m:e>
                    </m:acc>
                  </m:oMath>
                </a14:m>
                <a:r>
                  <a:rPr lang="en-US" sz="2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of dimension n x p where each element of this matrix is defined as shown below (</a:t>
                </a:r>
                <a:r>
                  <a:rPr lang="en-US" sz="21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=1,2,…,n and j=1,2,…,p)</a:t>
                </a:r>
              </a:p>
              <a:p>
                <a:pPr algn="ctr">
                  <a:lnSpc>
                    <a:spcPct val="20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i</m:t>
                          </m:r>
                          <m: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j</m:t>
                          </m:r>
                        </m:sub>
                      </m:sSub>
                      <m:r>
                        <a:rPr lang="en-IN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I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</m:t>
                              </m:r>
                              <m:r>
                                <a:rPr lang="en-IN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j</m:t>
                              </m:r>
                            </m:sub>
                          </m:sSub>
                          <m:r>
                            <a:rPr lang="en-IN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400" b="0" i="1" smtClean="0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 b="0" i="0" smtClean="0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j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I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4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jj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sz="2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1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1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IN" sz="21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x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1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i</m:t>
                        </m:r>
                        <m:r>
                          <a:rPr lang="en-IN" sz="21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1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the transformed individual data,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IN" sz="21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IN" sz="2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x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the mean of the </a:t>
                </a:r>
                <a:r>
                  <a:rPr lang="en-US" sz="21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100" baseline="30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en-US" sz="2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column predictor’s data</a:t>
                </a:r>
              </a:p>
              <a:p>
                <a:pPr marL="342900" indent="-34290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endParaRPr lang="en-US" sz="2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889824B-35B5-9433-9E64-90A31476B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71" y="789363"/>
                <a:ext cx="11571136" cy="5861476"/>
              </a:xfrm>
              <a:prstGeom prst="rect">
                <a:avLst/>
              </a:prstGeom>
              <a:blipFill>
                <a:blip r:embed="rId3"/>
                <a:stretch>
                  <a:fillRect l="-527" r="-6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E9D1087-497B-9E70-AC5B-899222283E07}"/>
                  </a:ext>
                </a:extLst>
              </p14:cNvPr>
              <p14:cNvContentPartPr/>
              <p14:nvPr/>
            </p14:nvContentPartPr>
            <p14:xfrm>
              <a:off x="365760" y="1365480"/>
              <a:ext cx="11029680" cy="5475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E9D1087-497B-9E70-AC5B-899222283E0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6400" y="1356120"/>
                <a:ext cx="11048400" cy="549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5088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D95B45-F347-BFEB-CDD9-EAB790E5B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A0C7AC08-B9FB-0224-7CE2-030237C11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349" y="0"/>
            <a:ext cx="11571136" cy="589235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Normalized Matrices</a:t>
            </a:r>
            <a:endParaRPr lang="en-IN" sz="36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7BB1A9C-0E43-DC64-F3B7-FBC89553ACCE}"/>
                  </a:ext>
                </a:extLst>
              </p:cNvPr>
              <p:cNvSpPr txBox="1"/>
              <p:nvPr/>
            </p:nvSpPr>
            <p:spPr>
              <a:xfrm>
                <a:off x="728206" y="589235"/>
                <a:ext cx="10593422" cy="3750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:r>
                  <a:rPr lang="en-IN" dirty="0">
                    <a:latin typeface="Abadi" panose="020B0604020104020204" pitchFamily="34" charset="0"/>
                  </a:rPr>
                  <a:t>r</a:t>
                </a:r>
                <a:r>
                  <a:rPr lang="en-US" sz="2200" b="0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400" b="0" i="1" u="none" strike="noStrike" baseline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IN" sz="2400" b="1" i="0" u="none" strike="noStrike" baseline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𝐗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400" b="0" i="0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nxp</m:t>
                        </m:r>
                      </m:sub>
                    </m:sSub>
                    <m:r>
                      <a:rPr lang="en-US" sz="2400" b="0" i="0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200" b="0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be the transformed matrix of </a:t>
                </a:r>
                <a:r>
                  <a:rPr lang="en-US" sz="2200" b="1" u="none" strike="noStrike" baseline="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200" b="1" u="none" strike="noStrike" baseline="-250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nxp</a:t>
                </a:r>
                <a:r>
                  <a:rPr lang="en-US" sz="2200" b="1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200" b="0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 such a way that each element </a:t>
                </a:r>
                <a:r>
                  <a:rPr lang="en-US" sz="2200" b="1" u="none" strike="noStrike" baseline="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200" b="0" u="none" strike="noStrike" baseline="-250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ij</a:t>
                </a:r>
                <a:r>
                  <a:rPr lang="en-US" sz="2200" b="0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:r>
                  <a:rPr lang="en-US" sz="2200" b="1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200" b="1" baseline="-250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nxp</a:t>
                </a:r>
                <a:r>
                  <a:rPr lang="en-US" sz="2200" b="1" baseline="-25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2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200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 </a:t>
                </a:r>
                <a:r>
                  <a:rPr lang="en-US" sz="2200" b="0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subtracted from its corresponding variable mean and divided by its corresponding standard deviation </a:t>
                </a:r>
                <a:r>
                  <a:rPr lang="en-US" sz="2200" b="0" u="none" strike="noStrike" baseline="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US" sz="2200" b="0" u="none" strike="noStrike" baseline="-250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r>
                  <a:rPr lang="en-US" sz="2200" b="0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. </a:t>
                </a:r>
              </a:p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:r>
                  <a:rPr lang="en-US" sz="2200" b="0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200" b="0" i="0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200" b="0" i="0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ij</m:t>
                        </m:r>
                      </m:sub>
                    </m:sSub>
                    <m:r>
                      <a:rPr lang="en-IN" sz="2200" b="0" i="0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200" b="0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denote an element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2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IN" sz="2200" b="1" i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𝐗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IN" sz="2200" i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nxp</m:t>
                        </m:r>
                      </m:sub>
                    </m:sSub>
                    <m:r>
                      <a:rPr lang="en-US" sz="220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200" b="0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then</a:t>
                </a:r>
              </a:p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:r>
                  <a:rPr lang="en-US" sz="22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 get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2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IN" sz="2200" b="1" i="0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𝐗</m:t>
                        </m:r>
                      </m:e>
                    </m:acc>
                  </m:oMath>
                </a14:m>
                <a:r>
                  <a:rPr lang="en-US" sz="2200" b="0" u="none" strike="noStrike" baseline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as shown on RHS </a:t>
                </a:r>
                <a:endParaRPr lang="en-IN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7BB1A9C-0E43-DC64-F3B7-FBC89553A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206" y="589235"/>
                <a:ext cx="10593422" cy="3750642"/>
              </a:xfrm>
              <a:prstGeom prst="rect">
                <a:avLst/>
              </a:prstGeom>
              <a:blipFill>
                <a:blip r:embed="rId3"/>
                <a:stretch>
                  <a:fillRect l="-748" r="-7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810099" y="2181304"/>
                <a:ext cx="3341941" cy="9446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IN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i</m:t>
                          </m:r>
                          <m:r>
                            <a:rPr lang="en-IN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j</m:t>
                          </m:r>
                        </m:sub>
                      </m:sSub>
                      <m:r>
                        <a:rPr lang="en-IN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</m:t>
                              </m:r>
                              <m:r>
                                <a:rPr lang="en-IN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j</m:t>
                              </m:r>
                            </m:sub>
                          </m:sSub>
                          <m:r>
                            <a:rPr lang="en-IN" sz="2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4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400" i="1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j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I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jj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</m:t>
                              </m:r>
                              <m:r>
                                <a:rPr lang="en-IN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j</m:t>
                              </m:r>
                            </m:sub>
                          </m:sSub>
                          <m:r>
                            <a:rPr lang="en-IN" sz="2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4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2400" i="1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j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I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099" y="2181304"/>
                <a:ext cx="3341941" cy="9446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787310" y="4717991"/>
                <a:ext cx="3268331" cy="15137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4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acc>
                      <m:r>
                        <a:rPr lang="en-IN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240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IN" sz="240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 b="0" i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2400" b="0" i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sz="2400" i="1" smtClean="0">
                                            <a:solidFill>
                                              <a:srgbClr val="0033CC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IN" sz="2400" i="1">
                                                <a:solidFill>
                                                  <a:srgbClr val="0033CC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 b="0" i="0">
                                                <a:solidFill>
                                                  <a:srgbClr val="0033CC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2400" b="0" i="0">
                                            <a:solidFill>
                                              <a:srgbClr val="0033CC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IN" sz="2400" b="0" i="0" smtClean="0">
                                            <a:solidFill>
                                              <a:srgbClr val="0033CC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sz="240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IN" sz="2400" i="1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 b="0" i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2400" b="0" i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IN" sz="2400" b="0" i="0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240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IN" sz="24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 b="0" i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2400" b="0" i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IN" sz="2400" b="0" i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sz="2400" i="1" smtClean="0">
                                            <a:solidFill>
                                              <a:srgbClr val="0033CC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IN" sz="2400" i="1">
                                                <a:solidFill>
                                                  <a:srgbClr val="0033CC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 b="0" i="0">
                                                <a:solidFill>
                                                  <a:srgbClr val="0033CC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2400" b="0" i="0" smtClean="0">
                                            <a:solidFill>
                                              <a:srgbClr val="0033CC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sz="240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IN" sz="2400" i="1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 b="0" i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2400" b="0" i="0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240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IN" sz="24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 b="0" i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2400" b="0" i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sz="2400" i="1" smtClean="0">
                                            <a:solidFill>
                                              <a:srgbClr val="0033CC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IN" sz="2400" i="1">
                                                <a:solidFill>
                                                  <a:srgbClr val="0033CC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 b="0" i="0">
                                                <a:solidFill>
                                                  <a:srgbClr val="0033CC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2400" b="0" i="0" smtClean="0">
                                            <a:solidFill>
                                              <a:srgbClr val="0033CC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sz="240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IN" sz="2400" i="1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 b="0" i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2400" b="0" i="0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240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IN" sz="24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 b="0" i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2400" b="0" i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  <m:r>
                                          <a:rPr lang="en-IN" sz="2400" b="0" i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sz="2400" i="1" smtClean="0">
                                            <a:solidFill>
                                              <a:srgbClr val="0033CC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IN" sz="2400" i="1">
                                                <a:solidFill>
                                                  <a:srgbClr val="0033CC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 b="0" i="0">
                                                <a:solidFill>
                                                  <a:srgbClr val="0033CC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2400" b="0" i="0" smtClean="0">
                                            <a:solidFill>
                                              <a:srgbClr val="0033CC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sz="240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IN" sz="2400" i="1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 b="0" i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2400" b="0" i="0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310" y="4717991"/>
                <a:ext cx="3268331" cy="15137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34774D5-57E1-FA51-6A55-04573A30C7FD}"/>
                  </a:ext>
                </a:extLst>
              </p14:cNvPr>
              <p14:cNvContentPartPr/>
              <p14:nvPr/>
            </p14:nvContentPartPr>
            <p14:xfrm>
              <a:off x="1576080" y="1356120"/>
              <a:ext cx="10531440" cy="4861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34774D5-57E1-FA51-6A55-04573A30C7F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66720" y="1346760"/>
                <a:ext cx="10550160" cy="488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5980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9A4F3AF-893D-4573-C325-6054D3B45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3B690ECD-143E-BCE0-69CB-273B27C62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349" y="0"/>
            <a:ext cx="11571136" cy="589235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Correlation Matrix (R) For Normalized Values</a:t>
            </a:r>
            <a:endParaRPr lang="en-IN" sz="36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03B7D23-6602-F795-778D-1DE141B0A130}"/>
                  </a:ext>
                </a:extLst>
              </p:cNvPr>
              <p:cNvSpPr txBox="1"/>
              <p:nvPr/>
            </p:nvSpPr>
            <p:spPr>
              <a:xfrm>
                <a:off x="1143096" y="779366"/>
                <a:ext cx="3925112" cy="6939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I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I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en-IN" sz="2400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IN" sz="24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b="1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IN" sz="2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sup>
                      </m:sSup>
                      <m:d>
                        <m:dPr>
                          <m:ctrlPr>
                            <a:rPr lang="en-I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400" b="1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acc>
                        </m:e>
                      </m:d>
                      <m:r>
                        <a:rPr lang="en-I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03B7D23-6602-F795-778D-1DE141B0A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96" y="779366"/>
                <a:ext cx="3925112" cy="6939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3270139-9FD9-65F9-6324-6B9DC98FBD4D}"/>
                  </a:ext>
                </a:extLst>
              </p:cNvPr>
              <p:cNvSpPr txBox="1"/>
              <p:nvPr/>
            </p:nvSpPr>
            <p:spPr>
              <a:xfrm>
                <a:off x="6680324" y="874432"/>
                <a:ext cx="3925112" cy="6939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𝐑</m:t>
                      </m:r>
                      <m:r>
                        <a:rPr lang="en-IN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IN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IN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sz="240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IN" sz="2400" b="1" i="0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𝐗</m:t>
                              </m:r>
                            </m:e>
                          </m:acc>
                        </m:e>
                        <m:sup>
                          <m:r>
                            <a:rPr lang="en-IN" sz="2400" b="1" i="0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𝐓</m:t>
                          </m:r>
                        </m:sup>
                      </m:sSup>
                      <m:acc>
                        <m:accPr>
                          <m:chr m:val="̃"/>
                          <m:ctrlPr>
                            <a:rPr lang="en-US" sz="24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IN" sz="2400" b="1" i="0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𝐗</m:t>
                          </m:r>
                        </m:e>
                      </m:acc>
                      <m:r>
                        <a:rPr lang="en-IN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3270139-9FD9-65F9-6324-6B9DC98FB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324" y="874432"/>
                <a:ext cx="3925112" cy="6939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94970" y="1663405"/>
                <a:ext cx="11002061" cy="4189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I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What is </a:t>
                </a:r>
                <a:r>
                  <a:rPr lang="en-IN" sz="2200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I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pPr marL="285750" indent="-285750" algn="just">
                  <a:lnSpc>
                    <a:spcPct val="200000"/>
                  </a:lnSpc>
                  <a:buClr>
                    <a:srgbClr val="0033CC"/>
                  </a:buClr>
                  <a:buFont typeface="Wingdings" panose="05000000000000000000" pitchFamily="2" charset="2"/>
                  <a:buChar char="v"/>
                </a:pPr>
                <a:r>
                  <a:rPr lang="en-I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It is the covariance matrix for the transformed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0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IN" sz="2000" b="1" i="0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𝐱</m:t>
                            </m:r>
                          </m:e>
                        </m:acc>
                      </m:e>
                      <m:sub>
                        <m:r>
                          <a:rPr lang="en-IN" sz="2000" b="1" i="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𝐢𝐣</m:t>
                        </m:r>
                      </m:sub>
                    </m:sSub>
                    <m:r>
                      <a:rPr lang="en-IN" sz="20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IN" sz="20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0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i</m:t>
                    </m:r>
                    <m:r>
                      <a:rPr lang="en-IN" sz="20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=1,2,….,</m:t>
                    </m:r>
                    <m:r>
                      <m:rPr>
                        <m:sty m:val="p"/>
                      </m:rPr>
                      <a:rPr lang="en-IN" sz="20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n</m:t>
                    </m:r>
                    <m:r>
                      <a:rPr lang="en-IN" sz="20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0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j</m:t>
                    </m:r>
                    <m:r>
                      <a:rPr lang="en-IN" sz="20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=1,2,…,</m:t>
                    </m:r>
                    <m:r>
                      <m:rPr>
                        <m:sty m:val="p"/>
                      </m:rPr>
                      <a:rPr lang="en-IN" sz="20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p</m:t>
                    </m:r>
                    <m:r>
                      <a:rPr lang="en-IN" sz="20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IN" sz="2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algn="just">
                  <a:lnSpc>
                    <a:spcPct val="200000"/>
                  </a:lnSpc>
                  <a:buClr>
                    <a:srgbClr val="0033CC"/>
                  </a:buClr>
                  <a:buFont typeface="Wingdings" panose="05000000000000000000" pitchFamily="2" charset="2"/>
                  <a:buChar char="v"/>
                </a:pPr>
                <a:r>
                  <a:rPr lang="en-I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It is expected that the diagonal elements are variances of the transformed variables and off-diagonal elements represent co-variances between a pair of vectors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200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IN" sz="2200" b="1" i="0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𝐱</m:t>
                            </m:r>
                          </m:e>
                        </m:acc>
                      </m:e>
                      <m:sub>
                        <m:r>
                          <a:rPr lang="en-IN" sz="2200" b="1" i="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𝐣</m:t>
                        </m:r>
                      </m:sub>
                    </m:sSub>
                  </m:oMath>
                </a14:m>
                <a:r>
                  <a:rPr lang="en-I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2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IN" sz="2200" b="1" i="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𝐱</m:t>
                        </m:r>
                      </m:e>
                    </m:acc>
                  </m:oMath>
                </a14:m>
                <a:r>
                  <a:rPr lang="en-IN" sz="2200" baseline="-25000" dirty="0" err="1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en-I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k</a:t>
                </a:r>
                <a:r>
                  <a:rPr lang="en-I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j</a:t>
                </a:r>
                <a14:m>
                  <m:oMath xmlns:m="http://schemas.openxmlformats.org/officeDocument/2006/math">
                    <a:fld id="{825F15A7-03F4-43D7-82C5-3E23DA2F108C}" type="mathplaceholder">
                      <a:rPr lang="en-IN" sz="22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a:t>.</a:t>
                    </a:fld>
                  </m:oMath>
                </a14:m>
                <a:endParaRPr lang="en-IN" sz="2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algn="just">
                  <a:lnSpc>
                    <a:spcPct val="200000"/>
                  </a:lnSpc>
                  <a:buClr>
                    <a:srgbClr val="0033CC"/>
                  </a:buClr>
                  <a:buFont typeface="Wingdings" panose="05000000000000000000" pitchFamily="2" charset="2"/>
                  <a:buChar char="v"/>
                </a:pPr>
                <a:r>
                  <a:rPr lang="en-I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 may find R in two ways as given below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70" y="1663405"/>
                <a:ext cx="11002061" cy="4189095"/>
              </a:xfrm>
              <a:prstGeom prst="rect">
                <a:avLst/>
              </a:prstGeom>
              <a:blipFill>
                <a:blip r:embed="rId5"/>
                <a:stretch>
                  <a:fillRect l="-720" r="-720" b="-2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270139-9FD9-65F9-6324-6B9DC98FBD4D}"/>
                  </a:ext>
                </a:extLst>
              </p:cNvPr>
              <p:cNvSpPr txBox="1"/>
              <p:nvPr/>
            </p:nvSpPr>
            <p:spPr>
              <a:xfrm>
                <a:off x="6680324" y="5253657"/>
                <a:ext cx="3925112" cy="6939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𝐑</m:t>
                      </m:r>
                      <m:r>
                        <a:rPr lang="en-IN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IN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IN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sz="240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IN" sz="2400" b="1" i="0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𝐗</m:t>
                              </m:r>
                            </m:e>
                          </m:acc>
                        </m:e>
                        <m:sup>
                          <m:r>
                            <a:rPr lang="en-IN" sz="2400" b="1" i="0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𝐓</m:t>
                          </m:r>
                        </m:sup>
                      </m:sSup>
                      <m:acc>
                        <m:accPr>
                          <m:chr m:val="̃"/>
                          <m:ctrlPr>
                            <a:rPr lang="en-US" sz="24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IN" sz="2400" b="1" i="0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𝐗</m:t>
                          </m:r>
                        </m:e>
                      </m:acc>
                      <m:r>
                        <a:rPr lang="en-IN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270139-9FD9-65F9-6324-6B9DC98FB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324" y="5253657"/>
                <a:ext cx="3925112" cy="6939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A3E6F15-B8B2-8AA9-C8A8-5C251FC1FF42}"/>
                  </a:ext>
                </a:extLst>
              </p14:cNvPr>
              <p14:cNvContentPartPr/>
              <p14:nvPr/>
            </p14:nvContentPartPr>
            <p14:xfrm>
              <a:off x="2296800" y="680760"/>
              <a:ext cx="9872640" cy="6075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A3E6F15-B8B2-8AA9-C8A8-5C251FC1FF4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87440" y="671400"/>
                <a:ext cx="9891360" cy="609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5554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4F3AF-893D-4573-C325-6054D3B45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3B690ECD-143E-BCE0-69CB-273B27C62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349" y="0"/>
            <a:ext cx="11571136" cy="589235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Example Problem With Uneven Data</a:t>
            </a:r>
            <a:endParaRPr lang="en-IN" sz="36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8424" y="1396834"/>
            <a:ext cx="1100206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Lot Area (Square Feet, ft</a:t>
            </a:r>
            <a:r>
              <a:rPr lang="en-US" sz="22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– High magnitude (thousands)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Age (Years) – Low magnitude (single/double digits)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Monthly Rent (USD, $) – Medium-high magnitude (thousands)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Distance to Metro (Miles) – Very low magnitude / Continuous decimals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Annual Energy Cost (USD, $) – Very high magnitude (tens of thousands)</a:t>
            </a:r>
            <a:endParaRPr lang="en-IN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EF268BD-D340-CB65-B04B-0C7D9979AF8A}"/>
                  </a:ext>
                </a:extLst>
              </p14:cNvPr>
              <p14:cNvContentPartPr/>
              <p14:nvPr/>
            </p14:nvContentPartPr>
            <p14:xfrm>
              <a:off x="743400" y="4846320"/>
              <a:ext cx="11264040" cy="1952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EF268BD-D340-CB65-B04B-0C7D9979AF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4040" y="4836960"/>
                <a:ext cx="11282760" cy="197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6930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4F3AF-893D-4573-C325-6054D3B45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3B690ECD-143E-BCE0-69CB-273B27C62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349" y="0"/>
            <a:ext cx="11571136" cy="589235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Example Problem With Raw Data</a:t>
            </a:r>
            <a:endParaRPr lang="en-IN" sz="36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66" y="924232"/>
            <a:ext cx="10958901" cy="428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854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658" y="0"/>
            <a:ext cx="4522839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Code for Raw Data Set Normalizing and Processing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 all ;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clc</a:t>
            </a:r>
            <a:endParaRPr lang="en-IN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= [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2500	45	3200	0.25	  12400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12000	3	18500	1.8	   48000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5800	12	6100	0.5	   22100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1100	80	1900	0.05	     8500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25000	8	35000	3.2	    95000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8200	25	9000	1.1	    31000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3400	50	4200	0.4	    15600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17500	2	22000	2.5	    64000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6000	18	7800	0.85	    26500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14300	33	14000	1.4	    52500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];</a:t>
            </a:r>
          </a:p>
          <a:p>
            <a:endParaRPr lang="en-IN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=size(X); </a:t>
            </a:r>
          </a:p>
          <a:p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X_norm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normalize(X);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X_norm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-0.9333    0.6997   -0.8611   -0.9258   -0.9225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0.3190    -0.9892    0.6076    0.5768    0.3828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-0.4983   -0.6273   -0.5827   -0.6834   -0.5668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-1.1179    2.1070   -0.9859   -1.1197   -1.0655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2.0328    -0.7881    2.1915    1.9339    2.1061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-0.1819   -0.1045   -0.3043   -0.1018   -0.2405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-0.8147    0.9007   -0.7651   -0.7804   -0.8052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1.0441    -1.0294    0.9436    1.2554    0.9694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-0.4719   -0.3860   -0.4195   -0.3441   -0.4055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0.6222     0.2171    0.1757    0.1890    0.5478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S=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X_norm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Variance-Covariance Matrix is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1.0000   -0.6762    0.9796    0.9796    0.9980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-0.6762    1.0000   -0.6745   -0.7204   -0.6662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0.9796   -0.6745    1.0000    0.9865    0.9882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0.9796   -0.7204    0.9865    1.0000    0.9823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0.9980   -0.6662    0.9882    0.9823    1.0000</a:t>
            </a:r>
          </a:p>
          <a:p>
            <a:endParaRPr lang="en-IN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R=(1/(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(1)-1))*(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X_norm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'*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X_norm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Correlation Matrix is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 1.0000   -0.6762    0.9796    0.9796    0.9980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-0.6762    1.0000   -0.6745   -0.7204   -0.6662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 0.9796   -0.6745    1.0000    0.9865    0.9882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 0.9796   -0.7204    0.9865    1.0000    0.9823</a:t>
            </a:r>
          </a:p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 0.9980   -0.6662    0.9882    0.9823    1.0000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998" y="1604661"/>
            <a:ext cx="6439799" cy="21148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513" y="4435489"/>
            <a:ext cx="5134692" cy="143847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B690ECD-143E-BCE0-69CB-273B27C62C9B}"/>
              </a:ext>
            </a:extLst>
          </p:cNvPr>
          <p:cNvSpPr txBox="1">
            <a:spLocks/>
          </p:cNvSpPr>
          <p:nvPr/>
        </p:nvSpPr>
        <p:spPr bwMode="auto">
          <a:xfrm>
            <a:off x="4601497" y="167149"/>
            <a:ext cx="7334866" cy="589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  <a:normAutofit fontScale="55000" lnSpcReduction="20000"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6667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Covariance of Normalized Data: </a:t>
            </a:r>
          </a:p>
          <a:p>
            <a:pPr algn="ctr"/>
            <a:r>
              <a:rPr lang="en-US" sz="3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Using Built-In Code</a:t>
            </a:r>
            <a:endParaRPr lang="en-IN" sz="36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ECFAE1-A9E6-137D-1242-FF53E1C23A37}"/>
              </a:ext>
            </a:extLst>
          </p:cNvPr>
          <p:cNvSpPr txBox="1"/>
          <p:nvPr/>
        </p:nvSpPr>
        <p:spPr>
          <a:xfrm>
            <a:off x="5280212" y="1147482"/>
            <a:ext cx="3182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Normalized Matrix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D95FD-768D-4EF1-1866-F9C6F33EF2AF}"/>
              </a:ext>
            </a:extLst>
          </p:cNvPr>
          <p:cNvSpPr txBox="1"/>
          <p:nvPr/>
        </p:nvSpPr>
        <p:spPr>
          <a:xfrm>
            <a:off x="3381513" y="3942137"/>
            <a:ext cx="3182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Variance Covariance Matrix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BF905-9960-BE3B-31C2-E4BF1C5597AB}"/>
              </a:ext>
            </a:extLst>
          </p:cNvPr>
          <p:cNvSpPr txBox="1"/>
          <p:nvPr/>
        </p:nvSpPr>
        <p:spPr>
          <a:xfrm>
            <a:off x="8753893" y="3942137"/>
            <a:ext cx="3182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Correlation Matrix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042CF8-E1BC-D54F-E4F0-478314153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1109" y="4621252"/>
            <a:ext cx="2962688" cy="10669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0717CA-10B5-2D7E-5479-D9CAC16D1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7251" y="5795171"/>
            <a:ext cx="2105319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343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B690ECD-143E-BCE0-69CB-273B27C62C9B}"/>
              </a:ext>
            </a:extLst>
          </p:cNvPr>
          <p:cNvSpPr txBox="1">
            <a:spLocks/>
          </p:cNvSpPr>
          <p:nvPr/>
        </p:nvSpPr>
        <p:spPr bwMode="auto">
          <a:xfrm>
            <a:off x="2310579" y="108547"/>
            <a:ext cx="7334866" cy="589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  <a:normAutofit lnSpcReduction="10000"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6667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Covariance of Normalized Data</a:t>
            </a:r>
            <a:endParaRPr lang="en-IN" sz="36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3433" y="1413980"/>
            <a:ext cx="484730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Verify with actual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Matlab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code</a:t>
            </a: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=1:val(2)</a:t>
            </a: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for j=1:val(2)</a:t>
            </a: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</a:p>
          <a:p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i,j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)=(1/(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(1)-1))*(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X_norm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(:,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)-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onesvector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Mean_Matrix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))'*(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X_norm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(:,j)-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onesvector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Mean_Matrix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(j));</a:t>
            </a: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</a:t>
            </a: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  <a:p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=1:val(2)</a:t>
            </a: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for j=1:val(2)</a:t>
            </a:r>
          </a:p>
          <a:p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R_Norm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i,j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i,j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)/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sqrt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i,i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)*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j,j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));</a:t>
            </a:r>
          </a:p>
          <a:p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end</a:t>
            </a: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  <a:p>
            <a:b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484" y="1011832"/>
            <a:ext cx="6280167" cy="20823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804" y="3722304"/>
            <a:ext cx="6182847" cy="212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438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AE657-DA0B-3017-5486-CA7E199B4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3C17AE-507B-BF21-9BE8-62CC8AF266E6}"/>
              </a:ext>
            </a:extLst>
          </p:cNvPr>
          <p:cNvSpPr txBox="1"/>
          <p:nvPr/>
        </p:nvSpPr>
        <p:spPr>
          <a:xfrm>
            <a:off x="78658" y="0"/>
            <a:ext cx="4522839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import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numpy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as np</a:t>
            </a:r>
          </a:p>
          <a:p>
            <a:r>
              <a:rPr lang="en-IN" sz="1000" dirty="0" err="1">
                <a:solidFill>
                  <a:schemeClr val="bg1"/>
                </a:solidFill>
                <a:latin typeface="+mj-lt"/>
              </a:rPr>
              <a:t>np.set_printoptions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(precision=2)</a:t>
            </a:r>
          </a:p>
          <a:p>
            <a:endParaRPr lang="en-IN" sz="1000" dirty="0">
              <a:solidFill>
                <a:schemeClr val="bg1"/>
              </a:solidFill>
              <a:latin typeface="+mj-lt"/>
            </a:endParaRP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X =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np.array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([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    [2500,  45,  3200,  0.25, 12400],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    [12000,  3, 18500,  1.8,  48000],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    [5800,  12,  6100,  0.5,  22100],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    [1100,  80,  1900,  0.05,  8500],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    [25000,  8, 35000,  3.2,  95000],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    [8200,  25,  9000,  1.1,  31000],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    [3400,  50,  4200,  0.4,  15600],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    [17500,  2, 22000,  2.5,  64000],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    [6000,  18,  7800,  0.85, 26500],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    [14300, 33, 14000,  1.4,  52500]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])</a:t>
            </a:r>
          </a:p>
          <a:p>
            <a:endParaRPr lang="en-IN" sz="1000" dirty="0">
              <a:solidFill>
                <a:schemeClr val="bg1"/>
              </a:solidFill>
              <a:latin typeface="+mj-lt"/>
            </a:endParaRPr>
          </a:p>
          <a:p>
            <a:r>
              <a:rPr lang="en-IN" sz="1000" dirty="0" err="1">
                <a:solidFill>
                  <a:schemeClr val="bg1"/>
                </a:solidFill>
                <a:latin typeface="+mj-lt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=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X.shape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 #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[0] is the number of rows (10),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[1] is the number of columns (5)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# Normalize data (Z-score normalization)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#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ddof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=1 forces sample standard deviation (N-1) instead of population standard deviation</a:t>
            </a:r>
          </a:p>
          <a:p>
            <a:r>
              <a:rPr lang="en-IN" sz="1000" dirty="0" err="1">
                <a:solidFill>
                  <a:schemeClr val="bg1"/>
                </a:solidFill>
                <a:latin typeface="+mj-lt"/>
              </a:rPr>
              <a:t>X_norm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= (X -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np.mean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(X, axis=0)) /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np.std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(X, axis=0,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ddof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=1)</a:t>
            </a:r>
          </a:p>
          <a:p>
            <a:br>
              <a:rPr lang="en-IN" sz="1000" dirty="0">
                <a:solidFill>
                  <a:schemeClr val="bg1"/>
                </a:solidFill>
                <a:latin typeface="+mj-lt"/>
              </a:rPr>
            </a:br>
            <a:endParaRPr lang="en-IN" sz="1000" dirty="0">
              <a:solidFill>
                <a:schemeClr val="bg1"/>
              </a:solidFill>
              <a:latin typeface="+mj-lt"/>
            </a:endParaRP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# Using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np.round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to display to 4 decimal places similar to MATLAB's default view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print("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X_norm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=\n",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np.round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X_norm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, 4))</a:t>
            </a:r>
          </a:p>
          <a:p>
            <a:br>
              <a:rPr lang="en-IN" sz="1000" dirty="0">
                <a:solidFill>
                  <a:schemeClr val="bg1"/>
                </a:solidFill>
                <a:latin typeface="+mj-lt"/>
              </a:rPr>
            </a:br>
            <a:endParaRPr lang="en-IN" sz="1000" dirty="0">
              <a:solidFill>
                <a:schemeClr val="bg1"/>
              </a:solidFill>
              <a:latin typeface="+mj-lt"/>
            </a:endParaRP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# Variance-Covariance Matrix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#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rowvar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=False treats each column as an independent variable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S =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np.cov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X_norm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rowvar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=False)</a:t>
            </a:r>
          </a:p>
          <a:p>
            <a:br>
              <a:rPr lang="en-IN" sz="1000" dirty="0">
                <a:solidFill>
                  <a:schemeClr val="bg1"/>
                </a:solidFill>
                <a:latin typeface="+mj-lt"/>
              </a:rPr>
            </a:br>
            <a:endParaRPr lang="en-IN" sz="1000" dirty="0">
              <a:solidFill>
                <a:schemeClr val="bg1"/>
              </a:solidFill>
              <a:latin typeface="+mj-lt"/>
            </a:endParaRP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print("\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nVariance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-Covariance Matrix is\n",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np.round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(S, 4))</a:t>
            </a:r>
          </a:p>
          <a:p>
            <a:br>
              <a:rPr lang="en-IN" sz="1000" dirty="0">
                <a:solidFill>
                  <a:schemeClr val="bg1"/>
                </a:solidFill>
                <a:latin typeface="+mj-lt"/>
              </a:rPr>
            </a:br>
            <a:endParaRPr lang="en-IN" sz="1000" dirty="0">
              <a:solidFill>
                <a:schemeClr val="bg1"/>
              </a:solidFill>
              <a:latin typeface="+mj-lt"/>
            </a:endParaRP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# To confirm above results by own code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# (1/(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(1)-1))*(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X_norm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'*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X_norm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) in MATLAB becomes: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# Note: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(1) in MATLAB (rows) corresponds to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[0] in Python</a:t>
            </a: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R = (1 / (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val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[0] - 1)) * (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X_norm.T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@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X_norm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)</a:t>
            </a:r>
          </a:p>
          <a:p>
            <a:br>
              <a:rPr lang="en-IN" sz="1000" dirty="0">
                <a:solidFill>
                  <a:schemeClr val="bg1"/>
                </a:solidFill>
                <a:latin typeface="+mj-lt"/>
              </a:rPr>
            </a:br>
            <a:endParaRPr lang="en-IN" sz="1000" dirty="0">
              <a:solidFill>
                <a:schemeClr val="bg1"/>
              </a:solidFill>
              <a:latin typeface="+mj-lt"/>
            </a:endParaRPr>
          </a:p>
          <a:p>
            <a:r>
              <a:rPr lang="en-IN" sz="1000" dirty="0">
                <a:solidFill>
                  <a:schemeClr val="bg1"/>
                </a:solidFill>
                <a:latin typeface="+mj-lt"/>
              </a:rPr>
              <a:t>print("\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nCorrelation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 Matrix is\n", </a:t>
            </a:r>
            <a:r>
              <a:rPr lang="en-IN" sz="1000" dirty="0" err="1">
                <a:solidFill>
                  <a:schemeClr val="bg1"/>
                </a:solidFill>
                <a:latin typeface="+mj-lt"/>
              </a:rPr>
              <a:t>np.round</a:t>
            </a:r>
            <a:r>
              <a:rPr lang="en-IN" sz="1000" dirty="0">
                <a:solidFill>
                  <a:schemeClr val="bg1"/>
                </a:solidFill>
                <a:latin typeface="+mj-lt"/>
              </a:rPr>
              <a:t>(R, 4))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A00BB0B-B3D1-126C-F1A0-B97F3162BC29}"/>
              </a:ext>
            </a:extLst>
          </p:cNvPr>
          <p:cNvSpPr txBox="1">
            <a:spLocks/>
          </p:cNvSpPr>
          <p:nvPr/>
        </p:nvSpPr>
        <p:spPr bwMode="auto">
          <a:xfrm>
            <a:off x="4601497" y="167149"/>
            <a:ext cx="7334866" cy="589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  <a:normAutofit fontScale="55000" lnSpcReduction="20000"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6667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6667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Covariance of Normalized Data: </a:t>
            </a:r>
          </a:p>
          <a:p>
            <a:pPr algn="ctr"/>
            <a:r>
              <a:rPr lang="en-US" sz="3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Python</a:t>
            </a:r>
            <a:endParaRPr lang="en-IN" sz="36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BBD849-9A4C-7ED9-4EC6-49F51BCAD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675" y="923533"/>
            <a:ext cx="3567495" cy="27163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C79CC0-0D0C-9A54-6BBB-8F3EF3F9D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675" y="3718206"/>
            <a:ext cx="3567494" cy="294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959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1E697-48F4-340C-9BF1-82C0ACE32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43901C75-9BED-A660-BA52-F5B7E5965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349" y="0"/>
            <a:ext cx="11571136" cy="589235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  <a:effectLst/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Code links</a:t>
            </a:r>
            <a:endParaRPr lang="en-IN" sz="36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F13B68-9B10-B24E-80CF-BE4BF0DC183A}"/>
              </a:ext>
            </a:extLst>
          </p:cNvPr>
          <p:cNvSpPr txBox="1"/>
          <p:nvPr/>
        </p:nvSpPr>
        <p:spPr>
          <a:xfrm>
            <a:off x="808424" y="867917"/>
            <a:ext cx="11002061" cy="1341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and </a:t>
            </a:r>
            <a:r>
              <a:rPr lang="en-US" sz="2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Matlab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code </a:t>
            </a: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Links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endParaRPr lang="en-IN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8821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Custom 1">
      <a:dk1>
        <a:sysClr val="windowText" lastClr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9650</TotalTime>
  <Words>2251</Words>
  <Application>Microsoft Office PowerPoint</Application>
  <PresentationFormat>Widescreen</PresentationFormat>
  <Paragraphs>276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Abadi</vt:lpstr>
      <vt:lpstr>Aptos</vt:lpstr>
      <vt:lpstr>Arial</vt:lpstr>
      <vt:lpstr>Calibri</vt:lpstr>
      <vt:lpstr>Cambria Math</vt:lpstr>
      <vt:lpstr>Constantia</vt:lpstr>
      <vt:lpstr>Wingdings</vt:lpstr>
      <vt:lpstr>Wingdings 2</vt:lpstr>
      <vt:lpstr>Theme1</vt:lpstr>
      <vt:lpstr>Demonstration of Variance-Covariance Principles</vt:lpstr>
      <vt:lpstr>PowerPoint Presentation</vt:lpstr>
      <vt:lpstr>Demonstration of Variance-Covariance Principles</vt:lpstr>
      <vt:lpstr>PowerPoint Presentation</vt:lpstr>
      <vt:lpstr>PowerPoint Presentation</vt:lpstr>
      <vt:lpstr>PowerPoint Presentation</vt:lpstr>
      <vt:lpstr>What is an S matrix? Covariance</vt:lpstr>
      <vt:lpstr>How to get the S Matrix from X Matrix?</vt:lpstr>
      <vt:lpstr>Matlab Code</vt:lpstr>
      <vt:lpstr>Python Code</vt:lpstr>
      <vt:lpstr>Using a Normalized Data Set</vt:lpstr>
      <vt:lpstr>Using a Normalized Data Set</vt:lpstr>
      <vt:lpstr>Normalized Matrices</vt:lpstr>
      <vt:lpstr>Correlation Matrix (R) For Normalized Values</vt:lpstr>
      <vt:lpstr>Example Problem With Uneven Data</vt:lpstr>
      <vt:lpstr>Example Problem With Raw Data</vt:lpstr>
      <vt:lpstr>PowerPoint Presentation</vt:lpstr>
      <vt:lpstr>PowerPoint Presentation</vt:lpstr>
      <vt:lpstr>PowerPoint Presentation</vt:lpstr>
      <vt:lpstr>Code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Demonstration of Principal Component Analysis</dc:title>
  <dc:creator>KANNAN ARAVAMUDAN</dc:creator>
  <cp:lastModifiedBy>NPTEL Office9</cp:lastModifiedBy>
  <cp:revision>222</cp:revision>
  <dcterms:created xsi:type="dcterms:W3CDTF">2025-01-15T14:22:28Z</dcterms:created>
  <dcterms:modified xsi:type="dcterms:W3CDTF">2026-06-22T11:59:27Z</dcterms:modified>
</cp:coreProperties>
</file>