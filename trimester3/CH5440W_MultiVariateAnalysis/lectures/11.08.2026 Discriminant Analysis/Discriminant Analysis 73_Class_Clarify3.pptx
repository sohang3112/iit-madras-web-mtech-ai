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673" r:id="rId2"/>
    <p:sldId id="917" r:id="rId3"/>
    <p:sldId id="916" r:id="rId4"/>
    <p:sldId id="918" r:id="rId5"/>
    <p:sldId id="893" r:id="rId6"/>
    <p:sldId id="920" r:id="rId7"/>
    <p:sldId id="921" r:id="rId8"/>
    <p:sldId id="922" r:id="rId9"/>
    <p:sldId id="924" r:id="rId10"/>
    <p:sldId id="926" r:id="rId11"/>
    <p:sldId id="925" r:id="rId12"/>
    <p:sldId id="928" r:id="rId13"/>
    <p:sldId id="929" r:id="rId14"/>
    <p:sldId id="930" r:id="rId15"/>
    <p:sldId id="1003" r:id="rId16"/>
    <p:sldId id="1004" r:id="rId17"/>
    <p:sldId id="931" r:id="rId18"/>
    <p:sldId id="1015" r:id="rId19"/>
    <p:sldId id="1016" r:id="rId20"/>
    <p:sldId id="1017" r:id="rId21"/>
    <p:sldId id="1018" r:id="rId22"/>
    <p:sldId id="932" r:id="rId23"/>
    <p:sldId id="933" r:id="rId24"/>
    <p:sldId id="1005" r:id="rId25"/>
    <p:sldId id="1006" r:id="rId26"/>
    <p:sldId id="1007" r:id="rId27"/>
    <p:sldId id="1009" r:id="rId28"/>
    <p:sldId id="1008" r:id="rId29"/>
    <p:sldId id="1011" r:id="rId30"/>
    <p:sldId id="1012" r:id="rId31"/>
    <p:sldId id="1013" r:id="rId32"/>
    <p:sldId id="934" r:id="rId33"/>
    <p:sldId id="935" r:id="rId34"/>
    <p:sldId id="936" r:id="rId35"/>
    <p:sldId id="937" r:id="rId36"/>
    <p:sldId id="938" r:id="rId37"/>
    <p:sldId id="939" r:id="rId38"/>
    <p:sldId id="956" r:id="rId39"/>
    <p:sldId id="958" r:id="rId40"/>
    <p:sldId id="959" r:id="rId41"/>
    <p:sldId id="960" r:id="rId42"/>
    <p:sldId id="961" r:id="rId43"/>
    <p:sldId id="962" r:id="rId44"/>
    <p:sldId id="1019" r:id="rId45"/>
    <p:sldId id="963" r:id="rId46"/>
    <p:sldId id="1014" r:id="rId47"/>
    <p:sldId id="1020" r:id="rId48"/>
    <p:sldId id="964" r:id="rId49"/>
    <p:sldId id="998" r:id="rId50"/>
    <p:sldId id="965" r:id="rId51"/>
    <p:sldId id="966" r:id="rId52"/>
    <p:sldId id="975" r:id="rId53"/>
    <p:sldId id="976" r:id="rId54"/>
    <p:sldId id="1022" r:id="rId55"/>
    <p:sldId id="968" r:id="rId56"/>
    <p:sldId id="970" r:id="rId57"/>
    <p:sldId id="971" r:id="rId58"/>
    <p:sldId id="972" r:id="rId59"/>
    <p:sldId id="1023" r:id="rId60"/>
    <p:sldId id="1024" r:id="rId61"/>
    <p:sldId id="1025" r:id="rId62"/>
    <p:sldId id="973" r:id="rId63"/>
    <p:sldId id="978" r:id="rId64"/>
    <p:sldId id="979" r:id="rId65"/>
    <p:sldId id="980" r:id="rId66"/>
    <p:sldId id="981" r:id="rId67"/>
    <p:sldId id="982" r:id="rId68"/>
    <p:sldId id="983" r:id="rId69"/>
    <p:sldId id="1002" r:id="rId70"/>
    <p:sldId id="984" r:id="rId71"/>
    <p:sldId id="985" r:id="rId72"/>
    <p:sldId id="986" r:id="rId73"/>
    <p:sldId id="987" r:id="rId74"/>
    <p:sldId id="988" r:id="rId75"/>
    <p:sldId id="989" r:id="rId76"/>
    <p:sldId id="990" r:id="rId77"/>
    <p:sldId id="991" r:id="rId78"/>
    <p:sldId id="992" r:id="rId79"/>
    <p:sldId id="993" r:id="rId80"/>
    <p:sldId id="994" r:id="rId81"/>
    <p:sldId id="995"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FF"/>
    <a:srgbClr val="0033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107" d="100"/>
          <a:sy n="107" d="100"/>
        </p:scale>
        <p:origin x="654" y="102"/>
      </p:cViewPr>
      <p:guideLst/>
    </p:cSldViewPr>
  </p:slideViewPr>
  <p:notesTextViewPr>
    <p:cViewPr>
      <p:scale>
        <a:sx n="1" d="1"/>
        <a:sy n="1" d="1"/>
      </p:scale>
      <p:origin x="0" y="0"/>
    </p:cViewPr>
  </p:notesTextViewPr>
  <p:sorterViewPr>
    <p:cViewPr>
      <p:scale>
        <a:sx n="75" d="100"/>
        <a:sy n="75" d="100"/>
      </p:scale>
      <p:origin x="0" y="-984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7.79528" units="1/cm"/>
          <inkml:channelProperty channel="Y" name="resolution" value="37.76224" units="1/cm"/>
          <inkml:channelProperty channel="T" name="resolution" value="1" units="1/dev"/>
        </inkml:channelProperties>
      </inkml:inkSource>
      <inkml:timestamp xml:id="ts0" timeString="2026-08-03T11:10:46.801"/>
    </inkml:context>
    <inkml:brush xml:id="br0">
      <inkml:brushProperty name="width" value="0.05292" units="cm"/>
      <inkml:brushProperty name="height" value="0.05292" units="cm"/>
      <inkml:brushProperty name="color" value="#FF0000"/>
    </inkml:brush>
    <inkml:context xml:id="ctx1">
      <inkml:inkSource xml:id="inkSrc4">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1" timeString="2026-08-03T11:11:35.430"/>
    </inkml:context>
  </inkml:definitions>
  <inkml:trace contextRef="#ctx0" brushRef="#br0">14587 9490 0,'-105'-18'78,"69"18"-62,1-18 0,17 18-1,1 0 1,-1 0 0,18 106 249,0-35-249,0 35-1,0-53 1,0-18 0,0-18-1,35-17 345,71-17-345,-88 17 1,-1 0 0,19 35 124,-36-17-124,17-18 31,-17 17 31,0 19-63,0 17 1,0-18 0,-17-17-1,17 17 1,-18-35 93,-70 0-93,70 0 0,1 0-1,-19-18 1,19 18-1,-36 0 1,35-17 0,18-1 77,-17 0-77</inkml:trace>
  <inkml:trace contextRef="#ctx0" brushRef="#br0" timeOffset="5516.92">29016 11007 0,'-18'158'94,"-35"-52"-79,18 0 1,-18-18-1,18-35 1,35-18 0,159-35 218,105-35-218,-17 0-1,-70 17 1,-160 1 0</inkml:trace>
  <inkml:trace contextRef="#ctx0" brushRef="#br0" timeOffset="6312.05">29228 11236 0,'0'0'0,"17"18"15,1 17 1,0 35-1,-1 19 1,18 34 0,-17-70-16,-18 0 15,18 18 1,-1-36 0</inkml:trace>
  <inkml:trace contextRef="#ctx0" brushRef="#br0" timeOffset="10279.26">29933 10936 0,'-17'0'141,"-1"0"-126,-17 53 157,35-35-156,-18-18-1,18 17 110,0 19-93,0-19-17,0 1 16,0-1 1,0 1 15,0 0 62,18-18-93,-1 17-1,19-17 16,-19 0 1,1 0-1,35 0-15,-18 18-1,36-18 1,-19 0-1,1 0 1,-53 18 187,0-1-172,0 1-15,18 0 0,-18 17-1,18 0 1,-18-17 0,0-1 77,0 19-77,0-1 0,0-17-1,-18-18 1,18 17-1,-88 54 142,53-54-142,17 1 1,0 0 0,1-1-1,-19-17 1,19 0 93,-19 0-93,19-17-1,-1-1 1,1 18 15,-1-18-15,18 1-16,-18-1 16,1 1-1,17-1 1,-18 18-1,18-18 1,0-17 31,-18 17-31,18 1-1,-17-1 1,17 0-1,0 1 1,0-1 0,0 1-1,17-19 95,36 1-95,-53 17-15,18 1 16,-18-1 0,18 18-16,-1-18 31,-17 1 0,18 17-15,-1-18 31,1 0-32,0 1 1,-18-1 124,35-35-124,0 36 0,-35-1-1,-17-17 267,17-1-267,-18 19 1,0-1 15,1 1-15,-1 17 31,0 0 296,-52 88-296,35-71-31,17 19-1,0-36 1</inkml:trace>
  <inkml:trace contextRef="#ctx1" brushRef="#br0">8987 11108 127 0,'0'0'-35'0,"0"0"129"0,0 0-69 16,0 0 12-16,2-39-8 15,-2 35-7-15,0-1 5 16,0 1 2-16,0 3-3 0,0 1-15 16,4 0-10-16,-2 3-1 15,3 8 1-15,-1 5-1 16,1 6 2-16,-4 8-2 15,-1 4 0-15,0 9 3 16,0 1 5-16,-8 3 4 0,-1 1 2 16,-1 0-4-16,-4-2-3 15,2-2 1-15,-1-6 2 16,2-2-1-16,2-8 1 16,5-6-4-16,-2-7-3 15,6-4-1-15,0-6-1 0,8-4 0 16,7-1 3-16,8-3 8 15,8-8 7-15,4-5-3 16,8-3-3-16,2 0-6 16,1 0-2-16,2 1-1 15,-4 4-1-15,-1 1-1 0,-5 7-1 16,-5 1-1-16,-4 2 0 16,-6 3 0-16,-4 0-1 15,0 0 1-15,-8 0-1 16,1 0-2-16,-2 0-16 15,-7 0-23-15,-3 0-21 0,0 0-79 16,-5-3-52-16</inkml:trace>
  <inkml:trace contextRef="#ctx1" brushRef="#br0" timeOffset="437.77">9166 11262 271 0,'0'0'23'0,"0"0"-19"0,0 0 21 16,0 0-1-16,0 0-19 16,0 0-5-16,0 0 0 15,0 0 1-15,-2 50-1 16,4-22 0-16,2 5 2 0,0 8 14 16,1 6 9-16,-1 6-2 15,2 6-6-15,2 2-1 16,-1-1-8-16,3-1-5 15,-1-6-3-15,-1-7 1 16,0-9-1-16,-1-6-2 0,-1-4 2 16,0-9-2-16,-2-1-26 15,-4-13-80-15,0-4-42 16</inkml:trace>
  <inkml:trace contextRef="#ctx1" brushRef="#br0" timeOffset="1125.33">9529 11299 262 0,'0'0'8'0,"0"0"25"0,0 0-14 16,0 0 1-16,0 0-10 16,-23-47-7-16,25 34-1 15,8-1 0-15,5 0-1 16,0 2 0-16,5 3 1 15,0 2 2-15,2 2 8 16,1 5-4-16,1 0-1 0,-2 3-4 16,-1 8-2-16,-1 4 0 15,-5 3-1-15,-4 1 0 16,-4 5 0-16,-7 0 1 16,0 3 0-16,-7 1 2 15,-8 1 3-15,-6 2 4 0,-5 0 3 16,1 2-1-16,1 0 1 15,1-2 1-15,3-1-3 16,7-3-2-16,2-3-3 16,4-3-3-16,4-5 0 15,3-5-1-15,2-4-1 0,13-4 1 16,9-3 7-16,7-7 5 16,9-13 6-16,4-1-3 15,6-5-9-15,2 1-4 16,-4-1-3-16,2 6-1 15,-6 6-1-15,-5 0-36 0,-8-2-75 16,-9-5-172-16</inkml:trace>
  <inkml:trace contextRef="#ctx1" brushRef="#br0" timeOffset="15846.02">24659 14141 109 0,'0'-11'146'0,"0"-1"-145"0,-1 2 7 16,-6 5 5-16,-4 5-2 0,-3 0 2 15,-3 3 8-15,-7 12 20 16,-3 5 3-16,-2 14-12 16,0 10-1-16,-7 13-5 15,2 8-7-15,0 9-4 16,4 7-1-16,5 0-7 0,8 0-5 15,10-10-1-15,7-7 0 16,0-10-1-16,8-10 1 16,9-9 1-16,5-7-2 15,4-7 1-15,2-7-1 16,2-7 0-16,1-7 2 0,-1-3-2 16,-1-14 0-16,-7-5 0 15,-4-6 2-15,-9-1-1 16,-6-2 1-16,-3 2-1 15,-12 5 0-15,-13 4 1 16,-8 8-1-16,-5 7 0 16,-6 5-1-16,0 4 0 0,1 9-1 15,3 3 1-15,7 1-3 16,7 1-11-16,8-2-15 16,4 1-24-16,5-3-47 15,7-7-10-15,2-7-75 0</inkml:trace>
  <inkml:trace contextRef="#ctx1" brushRef="#br0" timeOffset="16278.9">24914 14434 330 0,'0'0'5'0,"-38"29"-2"0,15-6 22 16,-2 10 19-16,-1 5-13 15,4 6-9-15,5 2-1 0,7 1 1 16,6-2-8-16,4-3 0 15,10-5-8-15,9-4-3 16,6-6 3-16,7-5 0 16,5-6 1-16,3-6-2 0,2-7 0 15,1-3 0-15,-3-7-1 16,-1-11 0-16,-7-8 1 16,-5-8 2-16,-9-6-2 15,-9-9 0-15,-9-4-1 16,-3 1-2-16,-23-1 0 15,-4 4-2-15,-8 9 0 0,-1 7-3 16,4 6-5-16,4 8-13 16,11 5-21-16,7-3-34 15,13-10-110-15</inkml:trace>
  <inkml:trace contextRef="#ctx1" brushRef="#br0" timeOffset="68412.98">15026 9656 0 0,'0'-10'2'0,"-1"1"-1"0,-2 1-1 16,0-2 1-16,1 3-3 0,-3 1 0 15</inkml:trace>
  <inkml:trace contextRef="#ctx1" brushRef="#br0" timeOffset="70156.1">15003 9612 4 0,'5'-6'10'0,"2"-1"11"0,-1 1-9 16,-4 1 4-16,3-1-8 0,-1 2-1 15,-1-3 7-15,3 1-4 16,-1-1-5-16,-2-2-5 16,1 0 1-16,0 1 0 15,-2 0 1-15,-2-1 0 16,0 2 8-16,0 2 9 0,0 0-1 16,-2 1 2-16,-2 0 4 15,0 2 13-15,1 2-14 16,-4 0 3-16,2 0-13 15,-1 9 0-15,-1 4 3 16,-3 5 4-16,4-1-11 0,-4 6-3 16,1 4-2-16,-1 0 1 15,-1 4-2-15,0-1-1 16,-2 1 0-16,2-1-1 16,-1 1 1-16,-1-3 1 15,0 0-2-15,1-3 0 0,1-5-1 16,-1 1 1-16,4-5-1 15,1 0 0-15,1-5 0 16,1 2 1-16,2-6-1 16,3-2 0-16,0-1 0 15,0-2-1-15,0-2 1 0,0 0 0 16,2 0 1-16,8 0 2 16,1-1-3-16,5-5 2 15,0-1-1-15,8 0 0 16,-1-3 3-16,4 4 1 15,2 0-1-15,0-1-2 0,2 1-1 16,0 1 0-16,-4 2-1 16,3 0 0-16,0-1 1 15,1 3-1-15,-2-3 0 16,2 2 1-16,-3-1-1 16,1-1 0-16,-2 1 0 15,-3 2 0-15,-1-1 1 0,-6 2-1 16,0-1 0-16,-3 1 0 15,-5 0-1-15,0 0 1 16,0 0-1-16,-6 0-19 16,1 0-19-16,-2 0-34 15,-2 0-23-15,0-6-49 0</inkml:trace>
  <inkml:trace contextRef="#ctx1" brushRef="#br0" timeOffset="70637.83">15090 9576 96 0,'0'0'10'0,"0"0"5"0,0 0 15 0,0 0-20 16,0 0-3-16,0 0 1 16,-37-25-1-16,36 23-1 15,0 1 1-15,1 0 5 16,0 1 4-16,0 0-3 0,0 0-8 15,6 9 9-15,-1 6 16 16,3 3-6-16,-1 8-3 16,-3 6-2-16,3 10-4 15,-2 6-5-15,-1 7-1 16,0 6 1-16,-2 6-5 16,2 3-2-16,0-2-1 0,0 2 0 15,-2-4-2-15,2-3 1 16,3-5-1-16,-4-4-4 15,-1-10-66-15,0-9-83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13:27.407"/>
    </inkml:context>
    <inkml:brush xml:id="br0">
      <inkml:brushProperty name="width" value="0.05292" units="cm"/>
      <inkml:brushProperty name="height" value="0.05292" units="cm"/>
      <inkml:brushProperty name="color" value="#FF0000"/>
    </inkml:brush>
  </inkml:definitions>
  <inkml:trace contextRef="#ctx0" brushRef="#br0">22788 3617 172 0,'0'0'59'0,"0"0"-36"15,0 0-7-15,0 0-8 16,0 0-8-16,0 0-1 16,0 0 3-16,0 0 12 0,0 0 4 15,56 0 3-15,-30 0 0 16,6 0 2-16,1 0-6 15,6 0-2-15,4 0 0 16,1 0-7-16,0-3 4 16,2 0-6-16,-5 2-1 15,-3-2-3-15,-5 3 4 0,-4-1-5 16,-5 1 2-16,-6-2 0 16,-4 2-1-16,-4-1 0 15,-3-2 0-15,0 1 6 16,-3-2 10-16,2 0-1 15,-2-4-7-15,2-4 0 0,0-2-6 16,0-5-3-16,1-2 0 16,1-9-1-16,0-4 1 15,1-4-2-15,-2-9 2 16,4-1-2-16,-4-5 0 0,0-1-3 16,-1 3 1-16,1-3 2 15,-2 6 0-15,-2 1 1 16,0 4 0-16,0 5 0 15,-1 2 0-15,0 5 0 16,-1 6 0-16,0 3 0 16,0 4 0-16,0 4 0 0,1 1 0 15,-2 3 0-15,2 3 0 16,-1 1 0-16,-1 0 0 16,2 2 0-16,-2 1 0 15,1 1-1-15,0 0 1 16,0 1 0-16,2-2-1 0,2 3 1 15,0 0-1-15,5 0 0 16,4 0 1-16,6 0-1 16,6 0 1-16,8 0 0 15,7 0 1-15,4 0 0 16,8 0 0-16,3-1 0 16,1 2 0-16,2-1-1 0,1 0 0 15,-8 0 0-15,-4 0 0 16,-6 0 1-16,-5 0-1 15,-7 0 1-15,-4 0 0 16,-7 0 0-16,-5 0 0 16,-4 0-1-16,-3-1 1 0,-1-1 0 15,-4 2 0-15,0-3 0 16,-1 2 0-16,-1-1-3 16,0 1-17-16,0-1-31 15,0-2-46-15,0-2-71 0</inkml:trace>
  <inkml:trace contextRef="#ctx0" brushRef="#br0" timeOffset="476.04">24211 2577 218 0,'0'0'38'0,"0"0"-5"0,0 0-10 0,0 0-16 15,0 0-9-15,0 0-2 16,0 0 4-16,0 0 9 16,0 0 2-16,46 30 2 15,-27-17-5-15,2-2 2 0,3-1 1 16,-4 0-4-16,2-4-3 16,-4 1-1-16,-3-3-1 15,-2-1 0-15,-4 1-1 16,-3-2 1-16,-2 1-2 0,-4 2 1 15,0 4 3-15,0 2 5 16,-8 3 6-16,-8 6 3 16,-2 7 4-16,-7-1-7 15,0 1-11-15,-1 2-3 16,6-3-1-16,-2 1 0 16,8-4-1-16,2-6-36 0,8-7-78 15,4-10-123-15</inkml:trace>
  <inkml:trace contextRef="#ctx0" brushRef="#br0" timeOffset="3423.8">24958 2353 163 0,'0'-12'99'0,"-3"3"-86"0,1 3 42 15,2 3-22-15,-2 3-22 16,-1 4-18-16,0 13 3 16,1 6 8-16,1 8 52 15,0 9-21-15,0 7-19 0,1 3-9 16,-2 2-5-16,-2 0-1 16,-3-3-1-16,0-2 1 15,-1-7-1-15,1-8 1 16,0-6-1-16,0-9 0 15,3-3 1-15,1-8 0 0,-3-5 1 16,0-1 3-16,-4 0 4 16,1-4-4-16,-2-4-4 15,-1-1 0-15,2-1-1 16,3 1 1-16,0 3 0 16,5 1-1-16,2 4 1 0,0-1-1 15,2 2-1-15,10 0-2 16,6 0 2-16,6 0 0 15,6 0 2-15,4 0-2 16,0 0 1-16,5 0-1 16,-2 0-33-16,-3-1-54 0,-3-5-46 15</inkml:trace>
  <inkml:trace contextRef="#ctx0" brushRef="#br0" timeOffset="4254.72">24969 2404 200 0,'0'0'9'0,"0"0"22"15,0 0-7-15,0 0-8 0,0 0 2 16,0 0-3-16,0 0-4 15,0 0-4-15,-40-21-3 16,33 34 6-16,-1 5 10 16,0 5-1-16,0 6 5 15,5 4-7-15,-1 7-6 0,2 4 1 16,2 3 10-16,0 1-11 16,0 5-6-16,0-1-2 15,0-2-1-15,1 0 2 16,-1-5-1-16,0-2-2 15,0-5 1-15,-4-8 0 0,-4-2-1 16,-2-4 1-16,-3-4-1 16,0-1 2-16,-3-4-1 15,-1-2-1-15,-1-1 1 16,1-4-1-16,0-1-1 16,0-1-15-16,2-5-18 0,0-1-32 15,4 0-28-15,2-3-5 16</inkml:trace>
  <inkml:trace contextRef="#ctx0" brushRef="#br0" timeOffset="4531.83">24719 2802 337 0,'0'0'4'0,"0"0"5"0,0 0-8 0,0 0 0 15,55 0 7-15,-30 0 15 16,4 0 7-16,4 0-11 0,3 0-12 16,-2 0-2-16,0 0-3 15,-8 0-2-15,1 0 1 16,-4 0-17-16,-1 0-51 15,-6 0-30-15,2-1-75 16</inkml:trace>
  <inkml:trace contextRef="#ctx0" brushRef="#br0" timeOffset="4951.99">25285 2773 223 0,'0'0'60'16,"0"0"-7"-16,0 0-19 16,0 0 3-16,0 0-15 15,0 0-2-15,-43 5 5 16,30 2-4-16,1 1-6 0,-1 4-9 16,6 0-2-16,-1 3-3 15,5 1 1-15,1 0-1 16,2 3 0-16,0-2 0 15,2 0 1-15,6-2-2 16,2-2 1-16,4-2 0 0,-1-5-1 16,4-2 1-16,-2-4 0 15,2 0 1-15,0-4 0 16,-1-7-1-16,-2-1 1 16,-1-3 0-16,-4-2 0 15,-2-2 0-15,-5-2-1 16,-2 0-1-16,0 1-2 0,-2 1 0 15,-8 5-1-15,0-1-2 16,-4 6-10-16,1 2-13 16,-1 4-11-16,3 3-26 15,1 0-18-15,4 0 4 0,0 0-32 16</inkml:trace>
  <inkml:trace contextRef="#ctx0" brushRef="#br0" timeOffset="5258.13">25682 2719 264 0,'0'0'37'0,"0"0"-4"0,0 0 11 0,0 0-11 16,-41-2 1-16,24 10-6 15,-3 2-14-15,4 4 0 16,1 1 3-16,2 2-9 16,6 2-4-16,3 0-3 15,4 1 0-15,0-2-1 0,5 2 1 16,9-4-1-16,4-2 0 16,2-4 1-16,4-3-4 15,3-4-15-15,0-3-14 16,1 0-23-16,-1-2-39 15,0-6 3-15,-2-2-106 0</inkml:trace>
  <inkml:trace contextRef="#ctx0" brushRef="#br0" timeOffset="5746.79">25973 2827 222 0,'0'0'48'16,"0"0"5"-16,0 0-1 15,0 0-13-15,0 0-9 16,0 0-6-16,0 0-1 16,-48-33-6-16,31 33-3 0,4 0-6 15,-3 2-4-15,3 5-3 16,2 0-1-16,1 3 0 16,2 1-1-16,3 2 1 15,1-1 0-15,1 0-1 16,2 1 0-16,1-3 0 15,0 2-8-15,0-5-4 0,8 0-7 16,-1-4 7-16,4-3 1 16,2 0 4-16,-2-2 7 15,3-6 0-15,-3-4 0 16,-3 2 1-16,-1 2 0 16,-1-1 1-16,-4 2 0 0,0 3 7 15,-2 1 9-15,0 3-1 16,0 0-3-16,1 0-10 15,0 0-5-15,1 3-1 16,1 4 2-16,1 0 1 16,4 3 0-16,0 0 0 0,2-3 0 15,2 2 0-15,2-5-11 16,0 0-15-16,2-3-18 16,-2-1-26-16,1 0 1 15,-3-9 4-15,-3-6-30 0</inkml:trace>
  <inkml:trace contextRef="#ctx0" brushRef="#br0" timeOffset="5935.02">26093 2648 278 0,'0'0'29'0,"0"0"32"0,0 0-39 16,0 0-27-16,0 0 4 15,0 0 13-15,0 53 12 16,0-26-2-16,0 1-14 15,3 3-4-15,3-1-1 16,-1-1 0-16,-2-1-1 0,2-4-31 16,0-5-74-16,-3-8-23 15</inkml:trace>
  <inkml:trace contextRef="#ctx0" brushRef="#br0" timeOffset="6663.73">26430 2498 309 0,'0'0'28'0,"0"0"36"0,0 0-63 0,0 0-3 0,8 38 5 16,-8-8 8-16,0 2 8 16,0 5-2-16,0 3-5 15,0-1-7-15,3-1-2 16,-1-3 0-16,0-3-2 0,1-8 0 15,0-7 0-15,-1-4-1 16,-1-6 2-16,1-6 3 16,0-1 7-16,0 0 28 15,4-7 0-15,0-7-23 16,4-2-12-16,2-5-3 0,5 1-2 16,-1 2 0-16,4 2 0 15,-3 6-1-15,-1 3 0 16,1 7-1-16,-1 0-1 15,3 7 1-15,-6 4-1 16,2 5 2-16,-3 1 1 16,-1 0-1-16,-4 0 1 0,-4-1-1 15,-1-2 2-15,-2-1-2 16,0-2 2-16,-3-1-1 16,-8-1-1-16,-2-2 0 15,-4 0-1-15,-1-4-1 0,-2-2-2 16,1-1-4-16,-1 0-7 15,2 0-11-15,3 0-13 16,8-6-24-16,0-3-28 16,7-4-18-16</inkml:trace>
  <inkml:trace contextRef="#ctx0" brushRef="#br0" timeOffset="7027.02">26775 2782 322 0,'0'0'8'0,"0"0"-14"0,0 0 6 0,0 0 8 16,21 45 8-16,-14-31 1 16,3 2-2-16,-1-2-9 15,-2 0-1-15,1-1 0 0,0-3-3 16,-2-1-1-16,-2-2 0 15,-1-3 0-15,-2-1 0 16,0-3 1-16,-1 0 7 16,0-6 7-16,0-6-10 15,0-5-5-15,2-2-1 0,3-4 0 16,6 1-1-16,-2 0 1 16,9 1-1-16,0 5 1 15,6 2-1-15,3 4-11 16,2 3-5-16,1 3-30 15,0 1-12-15,0 0-1 16,-2 3-44-16</inkml:trace>
  <inkml:trace contextRef="#ctx0" brushRef="#br0" timeOffset="7463.66">27225 2728 232 0,'0'0'42'16,"0"0"-14"-16,-40-3-3 15,23 3 12-15,2 2-5 16,1 6-12-16,1 2-4 16,0 1-11-16,5 2 1 0,2 1-3 15,1 1 0-15,4 0-2 16,1-1 0-16,0-1 0 16,0 0-1-16,6-2 1 15,-1-1-1-15,4-3 0 16,2-4 0-16,-1-3-4 15,1 0 0-15,0-4 3 0,1-9 1 16,0-4-1-16,-5 2-5 16,-1 0 5-16,-2 1 1 15,-1 3 1-15,-3 3 6 16,0 4 7-16,0 1 4 16,0 3 1-16,0 0-11 0,0 0-7 15,0 0-2-15,2 6-1 16,4 4 4-16,-2 3 1 15,1-2-1-15,3 2-1 16,2 0 0-16,0-2-1 16,1-1 1-16,2-3-2 0,1-1-21 15,-2-5-20-15,3-1-48 16,-4 0-5-16,1-7-29 16</inkml:trace>
  <inkml:trace contextRef="#ctx0" brushRef="#br0" timeOffset="7871.67">27360 2783 205 0,'0'0'48'0,"0"0"12"0,0 0 4 0,0 0-43 15,0 0-21-15,0 0 3 16,0 0 6-16,0 0 1 0,0 0-1 16,6 30-3-16,-2-19-3 15,1-2 1-15,-1 1-3 16,2-3 0-16,-3 0 0 15,0-4-1-15,-1 1 1 0,0-1 0 16,-1-2 0-16,-1-1 1 16,0 0 4-16,0-4 2 15,0-4-7-15,0-4 0 16,-1-2-1-16,1 1 0 16,0-1 0-16,0 1 2 15,2 5-1-15,5 1 0 0,3 2 0 16,2 4-1-16,-1 1 0 15,3 0-2-15,1 3 0 16,-1 5 2-16,0 1-1 16,-1 2 1-16,0-1 0 15,-3 2 0-15,0-3-1 0,1 3-6 16,-4-5-19-16,1 0-10 16,-2 0-22-16,2-4 1 15,-2-3-19-15,2 0-113 16</inkml:trace>
  <inkml:trace contextRef="#ctx0" brushRef="#br0" timeOffset="8274.84">27772 2773 266 0,'0'0'24'0,"0"0"25"0,0 0-16 15,0 0-25-15,0 0-6 16,0 0 1-16,-41 7 3 15,30 5 1-15,2 1-3 16,3-1-2-16,-1 1 0 16,4 0-1-16,2-3 0 0,1 0 0 15,0-3 0-15,2-3-1 16,7-1 0-16,-1-3 2 16,3 0 1-16,1-7 0 15,0-9-1-15,1-2 1 16,0-8-1-16,0-4-3 15,-1-4 1-15,-3-5-5 0,-2-1 1 16,-3 3 1-16,-2 3 1 16,-2 7 2-16,0 7 7 15,0 10 24-15,0 10 2 16,0 6-27-16,-2 15-12 16,-1 11 7-16,1 5 0 0,0 6 2 15,2 4 0-15,0 3 0 16,0-2 0-16,2-4-15 15,5-6-80-15,7-9-283 16</inkml:trace>
  <inkml:trace contextRef="#ctx0" brushRef="#br0" timeOffset="9272.44">23223 3596 200 0,'0'0'10'0,"0"0"11"0,0 0-9 16,0 0-5-16,0 0 8 15,0 0 3-15,0 0 0 16,0 0-4-16,0 0-7 16,0 0-2-16,39-15 8 15,-33 30 14-15,1 5-3 0,-2 8-3 16,1 7 1-16,-3 4-6 16,2 5-2-16,3 1-4 15,-3 4-4-15,3-1-4 16,-1-3 0-16,1-1-1 15,2-3 0-15,-5-8 0 0,3-4 1 16,-4-6-2-16,0-5 2 16,0-6 0-16,0-3 0 15,-2-3 0-15,1-2-1 16,1 0 0-16,3-1 3 16,7-1 1-16,3-2 1 0,10 0 3 15,10 0 1-15,11 0-1 16,10-9-3-16,9 3-1 15,8-4-2-15,4 0 4 16,4-1-5-16,-5 1 0 16,0 2 3-16,-7-1 4 15,-6 3-3-15,-7-1-3 0,-8 3 1 16,-8 1-3-16,-7-1 0 16,-7 1 0-16,-6 3 0 15,-6-3-1-15,-5 3 0 16,-6 0-4-16,-4-1-15 15,-1-2-12-15,-2-1-12 0,-11-5-87 16,-1-5-73-16</inkml:trace>
  <inkml:trace contextRef="#ctx0" brushRef="#br0" timeOffset="9521.84">24401 3907 232 0,'0'0'50'0,"0"0"-20"0,57 7-17 16,-33 8 28-16,-2 2-17 16,0 5-6-16,-3 3 6 0,-1 1-14 15,-7 4-2-15,-3-1-6 16,-7 3 1-16,-1-5 0 16,-8 0 1-16,-9-2-1 15,-6-3 2-15,-3-3-2 16,-4-3-2-16,0-3-1 0,1-3-8 15,4-2-55-15,8-3-50 16,8-5-43-16</inkml:trace>
  <inkml:trace contextRef="#ctx0" brushRef="#br0" timeOffset="10420.94">25266 3688 378 0,'0'0'4'0,"0"0"16"0,0 0-23 0,0 54 4 0,0-17 11 16,0 1 5-16,0 6-10 15,0-4-4-15,0 0-3 16,0-5 2-16,0-2-2 16,0-7 1-16,0-7 0 15,-4-6 0-15,2-3 1 0,-1-10 1 16,1 0 10-16,-3-3 31 15,2-12-35-15,-1-7-7 16,1-9-1-16,3-6 0 16,0-7-1-16,2-3 0 15,6-4-1-15,4 1 1 0,2 5 0 16,-3 8 0-16,0 8 0 16,-3 8 1-16,-2 10 5 15,-2 11 1-15,2 0-7 16,1 6-2-16,3 9 2 15,2 4 0-15,0 3 0 16,-1 3 0-16,0-1 1 0,1-3-1 16,-1-1 0-16,-1-6 0 15,0-1 0-15,-3-6 0 16,0-3 1-16,0-4-1 16,1 0 1-16,-1-11 2 0,0-9-2 15,1-4 0-15,3-3 0 16,-3 1-1-16,-1-2 0 15,-1 7 0-15,0 5 0 16,-3 7 1-16,1 8 11 16,2 1-8-16,1 9-8 15,3 12 3-15,2 7 1 0,-3 5 0 16,1 5 1-16,-1 3-1 16,-3 1 1-16,1-2 0 15,-1 1-1-15,2 0 0 16,-2-3 0-16,1 2 0 0,-1-6-19 15,1-4-12-15,-1-6-47 16,1-8-29-16,2-11-9 16</inkml:trace>
  <inkml:trace contextRef="#ctx0" brushRef="#br0" timeOffset="11093.7">26002 3895 117 0,'0'0'163'0,"0"0"-113"0,0 0 5 0,0 0-5 0,0-41-11 15,-5 37-6-15,-5 0-4 16,-2 4-7-16,-1 0-10 16,-5 0-3-16,2 8-3 15,-4 5-2-15,1 4-2 0,4 0 1 16,2 3-2-16,2 0-1 15,4-2 0-15,3 2 0 16,3-6 0-16,1 2-1 16,0-6-7-16,0 1-8 15,7-6 2-15,0-3 1 16,3-2 5-16,2 0 4 0,0-8 5 16,-2-5 0-16,0 0 0 15,1-1-1-15,-6 4 2 16,-1 0 4-16,0 7 13 15,-4-1-5-15,0 4-2 16,0 0-7-16,0 0-3 0,1 0-4 16,0 6 4-16,2 5-2 15,-1 2 1-15,4 1-1 16,0 3 1-16,0-1 0 16,3-1-1-16,0 1 1 15,4-2 0-15,0-3-1 0,1-2-1 16,2-5-1-16,0-4-3 15,3 0 2-15,-3-13 2 16,-1-5 1-16,0-6-1 16,-2 0 0-16,0-2-1 15,-6 2 2-15,-1 4 0 0,-4 6 1 16,-1 1 1-16,-1 6 6 16,0 3 2-16,0 1 0 15,0 3-6-15,0 0-6 16,1 4-1-16,2 6 2 15,1 6 2-15,0 0-1 16,2 2 1-16,0-1-1 0,1 2 0 16,-1-3-10-16,2-1-23 15,0-3-23-15,-3-4-14 16,1-3-42-16,-4-5-37 16</inkml:trace>
  <inkml:trace contextRef="#ctx0" brushRef="#br0" timeOffset="11249.9">26149 3793 259 0,'0'0'8'0,"0"0"7"0,0 0-12 0,0 0-4 16,0 0-19-16,0 0 5 15,0 0-22-15,0 0-39 16</inkml:trace>
  <inkml:trace contextRef="#ctx0" brushRef="#br0" timeOffset="11607.37">26286 3939 160 0,'0'0'14'16,"0"0"38"-16,0 0-20 16,0 0-9-16,32 46-6 0,-27-36 2 15,1-2-4-15,-2 2-7 16,-2-4-3-16,0 4-3 15,0-5 0-15,-2 1-1 16,0-3 0-16,0 0 1 16,0 1 0-16,-6-4 2 0,1 0 1 15,-2 0 2-15,1 0 1 16,0-7-3-16,1-2 1 16,2-2 0-16,3 1-2 15,0-1 2-15,0 1 6 16,5 0 3-16,10 3 0 15,3 1-5-15,0 3 1 0,0 3-6 16,4 0-4-16,-1 8-2 16,-4 3 2-16,-1 3-1 15,-1 3 0-15,-3 1 0 16,-2 0 0-16,-2-1-8 0,-2 0-29 16,-3-3-69-16,-1-4-63 15</inkml:trace>
  <inkml:trace contextRef="#ctx0" brushRef="#br0" timeOffset="13661.69">27057 3502 449 0,'0'0'3'0,"-50"14"-3"0,23 10-1 0,-1 10 1 0,3 9 4 16,5 2 3-16,0 4-3 16,11-4 0-16,5-1-1 15,4 0-2-15,5-4 0 0,9-3 0 16,5-3 0-16,3-5 0 15,1-7-1-15,1-8 2 16,3-8-2-16,-1-6-5 16,0-10 2-16,-1-11 5 15,-4-5-1-15,-1-1-1 0,-7 3 1 16,-3 4 1-16,-6 6 12 16,-3 4 11-16,-1 4 0 15,0 5-6-15,0 1-13 16,0 0-6-16,0 4-1 15,0 9 1-15,0 2 0 0,0 2 1 16,0 1-1-16,2 0 0 16,0-1 1-16,2 0-1 15,2-1 0-15,-2-5 0 16,4-1 0-16,-1-3 0 16,1-3-1-16,0-4 1 15,1 0 0-15,-1-7 0 0,-1-8 0 16,1-2-1-16,-5-3 0 15,0-2 0-15,-3 1 0 16,0 1 0-16,0 2 1 16,-3 1-1-16,-2 1 1 15,-1 0 0-15,4 2 0 0,0 2 0 16,1 2 0-16,1 1 1 16,0 5 0-16,2 4 1 15,9 0-3-15,3 0-1 16,2 10 1-16,4 4 1 0,2 3 0 15,0 3 0-15,-1 1 0 16,-2 2 0-16,-1-2 0 16,-1 2 1-16,-2-5-2 15,-3-2 1-15,0-2 1 16,-5-4-1-16,0-3 0 0,-4-4 0 16,-1 0 0-16,-1-3 0 15,-1 0 3-15,0-7 0 16,0-6-2-16,0-4-1 15,0-3 0-15,0-1 0 16,0-1 0-16,3 1 0 16,3 4 0-16,1 5 1 0,3 2-1 15,1 7 0-15,1 3-1 16,3 0-1-16,0 8 0 16,1 5 3-16,0 4-2 15,-1-1 1-15,-2 2 0 16,-1-1 0-16,-4 0 0 0,-1-1 0 15,-1-3 0-15,-3-3 0 16,0-5-1-16,-2 1-2 16,-1-6-4-16,0 0 2 15,0 0 7-15,0-6-1 16,-1-6-1-16,-4-4 0 16,4-1 1-16,-3-3-1 0,3-1 0 15,1 2 0-15,0 5 0 16,5 1 1-16,4 6-1 15,2 4-1-15,3 3 1 16,4 0-3-16,1 7 3 16,0 3 0-16,3 3 0 0,0-1 0 15,-2-1 0-15,-2 0-4 16,1-2-43-16,-3-4-6 16,-1-3-27-16,-2-2-6 15,-2-3 9-15,-3-10-27 16,0 0 32-16,-3-3 69 0,-3 0 37 15,0 0 37-15,-2 1-13 16,2 3-3-16,-2 4-5 16,0 0 12-16,0 6 1 15,0 2-5-15,0 5-49 16,3 10-11-16,2 7 6 0,4 10 7 16,-2 7 10-16,1 5-6 15,3 3-1-15,0 6-8 16,2-2 0-16,3-3-2 15,-1-2-1-15,1-5-1 16,-3-9 0-16,-1-3-1 16,-5-11 0-16,-1-7 0 0,-3-7 0 15,-1-4 3-15,-2-6 46 16,0-10-18-16,0-11-29 16,0-5-1-16,0-9-2 15,0-8 1-15,0-8-1 0,-2-4-5 16,2 1-2-16,0 2 0 15,0 10 2-15,2 10 4 16,2 12 0-16,1 9 1 16,-3 8 0-16,-1 5 0 15,-1 4-4-15,2 0-3 0,0 6 3 16,0 5 3-16,-1 4 0 16,0 1 1-16,-1 3 0 15,0-2 0-15,0 0 0 16,0-1 0-16,-3-2-1 15,-1-3-7-15,0-3-8 16,-3-1-3-16,2-3 10 0,-1 1 3 16,1-4-2-16,1-1-2 15,-3 0-3-15,5 0 1 16,2 0 3-16,0 0-2 16,0-2 1-16,1-2 0 15,9 0 5-15,1-1 3 0,5 1 2 16,0-2-1-16,6 2 1 15,1 0 0-15,1-2 1 16,2 2 1-16,-1-2 2 16,-2 2-2-16,-1-3 1 15,-4 4 1-15,-2-4 2 0,-4 1 2 16,-2-1 3-16,1 3-1 16,-7-2 2-16,-1 2 2 15,-1-2-3-15,0 4-1 16,-2 0 1-16,0-1-3 15,0 2-4-15,-7 1-2 0,1 0-1 16,-6 0-1-16,4 6-1 16,1 5 1-16,-2 1 1 15,6 1-2-15,2 3 2 16,1-2-1-16,4 0-1 16,8-1 0-16,4-4 0 0,7-1-9 15,0-5-10-15,5-3-7 16,2 0-20-16,-1-11-12 15,-6-5-60-15,0-7 21 16</inkml:trace>
  <inkml:trace contextRef="#ctx0" brushRef="#br0" timeOffset="14050.79">28550 3618 389 0,'-7'-7'22'0,"0"3"12"16,3 4-12-16,3 4-22 15,1 12 0-15,0 7 6 0,0 2 16 16,0 6 2-16,0 1-10 16,8-1-6-16,-1 0-3 15,3 0-2-15,-1-2-1 16,0-4-1-16,0-2 0 16,-3-6 1-16,-1-4-2 0,0-5 0 15,-3-5 0-15,0-3 6 16,1-3 1-16,1-9-3 15,-1-4 0-15,3-2-2 16,2-1-1-16,1-1 3 0,1 3 5 16,2 3-1-16,-2 3 3 15,3 3-3-15,-1 6-5 16,-1 2-3-16,1 0-1 16,2 7-1-16,0 6 2 15,-2 1 0-15,-1 0 1 0,-1 2-1 16,-1-1 0-16,-2 1-8 15,-1-3-37-15,-1-1-38 16,-3-6-56-16,-2-4-60 16</inkml:trace>
  <inkml:trace contextRef="#ctx0" brushRef="#br0" timeOffset="14192.89">28675 3742 352 0,'0'0'3'0,"0"0"29"0,-3-41-23 0,3 32-9 16,9 2 1-16,5 1-20 15,0-2-50-15,5-1-6 16,3-2-143-16</inkml:trace>
  <inkml:trace contextRef="#ctx0" brushRef="#br0" timeOffset="15080.8">28938 3567 457 0,'0'0'7'0,"0"0"-14"15,0 0 5-15,8 44 7 0,-6-21 7 16,0 0 9-16,2 4 3 16,0-2-9-16,0 2-4 15,4-1-4-15,-4-1-3 16,1-5-2-16,-1 0 0 15,-1-4-2-15,-1-5 1 0,-1-2 1 16,0-4-2-16,-1-3 0 16,0-2 3-16,0 0 1 15,0-9-1-15,0-2-2 16,0-5 0-16,1 1-1 16,5-2 0-16,0 2 0 0,2-3 2 15,4 5 1-15,0 3 0 16,3 0 1-16,1 5 0 15,-1 3 1-15,2 2-5 16,-2 0 0-16,1 2 0 16,-1 6 0-16,-1-1 0 15,-2 0 1-15,1 2-1 0,-5-2 0 16,-1-1 0-16,-1 1-1 16,-3 1 1-16,0 1 1 15,0-1-1-15,0 1 1 16,-3 1-1-16,2 0 1 15,-2-2 0-15,1 1-1 0,1-1 0 16,1-1 1-16,0-2-1 16,1-1 0-16,-1-2 0 15,2-2 0-15,2 0 1 16,-2 0 1-16,2-6 0 16,-1-4-1-16,1-2 0 0,-4 0-1 15,-2 0 0-15,-1 1 0 16,0-2-1-16,-6 3-1 15,-5 2-1-15,0 0 1 16,-2 1 0-16,4 3 1 16,2 0 1-16,-1 1 0 0,4 0-1 15,3 3 1-15,0 0-2 16,1 0 2-16,0-1 0 16,3-1-1-16,9 2 1 15,1 0 0-15,5 0-1 16,3 0 1-16,0 0 0 0,2 0-1 15,-1 9 1-15,-2-2-1 16,-2 4 3-16,1-2-1 16,-5-2-1-16,1 1 3 15,-5 0-3-15,-1-3 1 16,-3-2-1-16,-1 0 1 0,-3-3-1 16,-2 0 0-16,1 0 1 15,-1-2 2-15,0-6 0 16,0-6-3-16,0-3 0 15,0-3 0-15,5-4-1 16,4-2 0-16,7-1-1 16,7 3-22-16,5 1-18 0,6 2-25 15,2 2-66-15,4 2 5 16</inkml:trace>
  <inkml:trace contextRef="#ctx0" brushRef="#br0" timeOffset="15597.84">29958 3417 436 0,'0'0'2'0,"0"0"25"0,0 0-19 0,0 0-12 16,0 0 3-16,0 0 7 15,-2 55 11-15,3-28-7 16,5 1 0-16,4 2-4 15,-1 4 0-15,2-1-1 16,1 0-3-16,2-2 0 0,-3-3-1 16,-3-6 0-16,0-4 0 15,-4-7 0-15,2-5 0 16,-6-3 0-16,1-3 2 16,3 0 7-16,0-10 35 0,2-4-37 15,6-3-6-15,-1-2-1 16,3 1-1-16,3 1 0 15,0 4-1-15,0 6 1 16,3 4 0-16,-1 3-2 16,-1 0-2-16,1 12 2 15,-4 2 2-15,0 1-1 0,-3 0 1 16,-7 0 0-16,-3-2 1 16,-2-2-1-16,0-1 0 15,-5 0 0-15,-9-3 1 16,-6 0-1-16,-4-1-1 15,-7-3 0-15,0 1-9 0,0-4-5 16,1 0-4-16,3 0-1 16,6 0-3-16,3-4-12 15,5-2-16-15,8-2-35 16,5-2-3-16,4-4-93 16</inkml:trace>
  <inkml:trace contextRef="#ctx0" brushRef="#br0" timeOffset="15892.32">30392 3635 414 0,'0'0'5'0,"0"0"29"0,0 0-31 0,0 0-3 0,0 0 4 16,0 0 1-16,44 36 0 15,-36-20-1-15,-2 1-1 16,3 0 0-16,-3-2-1 15,1-2 0-15,0 0-1 0,-3-6 0 16,-1 0-1-16,-1-3 0 16,-2-4-5-16,0 0-2 15,0 0 11-15,0-11-2 16,1-3-2-16,1-5 0 16,3-3 0-16,0-3-5 0,7 2-3 15,3-2 3-15,7 3-11 16,7 4-18-16,2 4-18 15,7 5-5-15,-1 1-7 16,2 4-58-16</inkml:trace>
  <inkml:trace contextRef="#ctx0" brushRef="#br0" timeOffset="16691.95">30872 3566 243 0,'0'0'26'0,"0"0"31"16,-45 7-11-16,24-3-5 0,3 3-10 15,1 2-7-15,0 1-7 16,5 0-11-16,3 1-2 16,1 0-2-16,4 2 0 15,1 0-2-15,2 0 1 16,1-2 0-16,0-1-1 0,2 0 0 16,6-3 0-16,0-3-6 15,2-4-4-15,3 0 1 16,0-4 7-16,-3-9 2 15,2 1 0-15,-2-1-1 16,-3 0 1-16,-1 2 0 0,-4 2 1 16,-1 2 7-16,-1 1 1 15,0 2 0-15,0 3 5 16,0 1-6-16,0 0-6 16,0 0-1-16,0 1-1 15,0 6 0-15,0 3 1 0,2 0 1 16,4 3-1-16,0 0 0 15,2-2 0-15,3 2-1 16,0-3 1-16,-1 0-1 16,2-2-1-16,-3-3-6 15,0-3 0-15,2-2 4 0,-2 0 2 16,-1-4 3-16,4-7-1 16,0-5 0-16,-2 0 0 15,2-1-1-15,-3 3 0 16,3 1 1-16,-4 2 3 15,-2 4-2-15,-1 3 2 16,2 4-2-16,-1 0-3 0,-1 1-1 16,0 9 0-16,1 1 2 15,2 5 0-15,-1-3 0 16,-1 1 0-16,2 0 2 16,-2-2-2-16,1-1 1 15,-3-2-1-15,0-2 0 0,-2-3 0 16,0-1 0-16,0-2 0 15,-2-1 0-15,0 0 3 16,0-3 2-16,1-6-2 16,1-3-3-16,0-4 1 15,3-1 0-15,-1 0-1 0,3 4 1 16,0 1 0-16,1 3 0 16,3 2 0-16,2 3-1 15,2 4-1-15,2 0-1 16,0 0 1-16,0 7-1 15,0 2 0-15,0 2 1 0,-1 0 1 16,0 0 0-16,1-1 0 16,0-1-20-16,1-5-30 15,0-1-41-15,2-3-31 16,2 0-90-16</inkml:trace>
  <inkml:trace contextRef="#ctx0" brushRef="#br0" timeOffset="17129.09">31570 3618 330 0,'0'0'40'0,"0"0"1"0,-53-18-23 15,34 18-12-15,-1 0 0 0,2 4-2 16,0 6-2-16,4 4 1 16,4 0-1-16,3 2 0 15,5 1-2-15,2-1 0 16,4-1 1-16,9-2 1 15,3-1-1-15,3-4 1 0,0-5 0 16,1-3-2-16,-3 0 2 16,0-7 3-16,-2-7 11 15,0-6 3-15,-2-6 2 16,-1-7-9-16,-2-5-4 0,-1-3-6 16,0-3-2-16,-3-2-1 15,-4 4-2-15,-2 3 4 16,0 10 9-16,0 7 11 15,0 9 12-15,-6 13-12 16,2 6-20-16,-6 14-4 16,2 11 1-16,-1 9 4 0,1 6-2 15,4 1 2-15,4 1-1 16,0 0 0-16,16-4 0 16,4-3 0-16,11-4-1 15,8-14-31-15,7-13-114 16</inkml:trace>
  <inkml:trace contextRef="#ctx0" brushRef="#br0" timeOffset="78002.98">23264 4181 147 0,'0'0'28'0,"0"0"-23"0,9-40 17 15,-5 29 4-15,1-1-13 16,1 4-4-16,-3 0 5 0,0 1-1 15,3 3-5-15,-4 0 0 16,1 4-2-16,3 0-3 16,1 0-2-16,1 7 0 15,3 7 2-15,1 6-1 16,0 5 2-16,1 4 3 0,-2 7 5 16,3 5 0-16,-4 6-1 15,1 5 0-15,1 4 1 16,-1 5-1-16,1-2-4 15,-2-2-4-15,3-3 1 16,-2-4-1-16,1-6 0 16,2-1-1-16,-1-2 0 0,2-6 0 15,3-5-1-15,-2-4 0 16,2-5 0-16,6-7 1 16,3-1-1-16,1-7 2 15,7-3-2-15,3-2 1 0,5-1-2 16,5 0 2-16,4 0-2 15,4-6 0-15,1-4 0 16,2 3 1-16,1-3-1 16,0 0 0-16,-6-1 1 15,0 2-1-15,-6 2 0 0,-3-3 1 16,0 2-1-16,-4-2 0 16,-1 3 0-16,-2-3-1 15,-1 1-10-15,-1 2-16 16,-6-2-36-16,-4 0-33 15,-6-4-19-15</inkml:trace>
  <inkml:trace contextRef="#ctx0" brushRef="#br0" timeOffset="78288.08">24762 4750 160 0,'0'0'5'0,"0"0"-4"0,42 53 7 0,-31-32 4 16,-6-1 0-16,-1 0-5 16,-2-3 2-16,-2 1 4 15,0-1 3-15,-7-2-1 16,-3-4-5-16,0 0-4 0,-5-1-3 15,-2 0-1-15,0-4-2 16,0 0-14-16,3-5-40 16,1-1-75-16</inkml:trace>
  <inkml:trace contextRef="#ctx0" brushRef="#br0" timeOffset="78927.92">25843 4479 109 0,'0'0'81'0,"0"0"-49"0,0 0 15 15,0 0-6-15,0 0 0 0,0 0-23 16,0 0-20-16,0 0 1 16,0 0 3-16,0 0 1 15,18 64 0-15,-14-33-3 16,3 5 0-16,-4 1 1 15,2 1 0-15,1-1-1 16,-4-2-25-16,-2-3-24 0,0-7 12 16,0-8-9-16,-5-7-33 15,-3-8-54-15</inkml:trace>
  <inkml:trace contextRef="#ctx0" brushRef="#br0" timeOffset="79350.02">25862 4423 231 0,'0'0'3'16,"0"0"17"-16,44-32 3 15,-20 31-11-15,1 1-4 16,2 6 1-16,4 9 3 15,-3 9 0-15,-2 3-3 0,2 3 4 16,-6 1-6-16,-2 2-6 16,-3 0 2-16,-5-4-1 15,-5 3 0-15,-4-3 1 16,-3-2 1-16,0 2 1 16,-12-4 0-16,-5-1 4 0,-6-1 4 15,-4-3 2-15,-4 0-6 16,-4-4-5-16,-2-1-2 15,0-5 0-15,1-1-1 16,5-4 1-16,4-3-2 16,6-2 0-16,11 0 0 0,3-2-5 15,7-5-22-15,3-4-36 16,16-3-19-16,6-2-29 16</inkml:trace>
  <inkml:trace contextRef="#ctx0" brushRef="#br0" timeOffset="80038.97">26529 4656 224 0,'0'0'17'0,"0"0"33"0,0 0-4 15,0 0-1-15,0 0-3 16,-2-38-14-16,-5 34-2 15,-5 1-9-15,-2 2-9 16,0 1-1-16,-4 0-3 16,1 1-2-16,1 9-1 0,0 0-1 15,2 1 1-15,2 3-2 16,4 1 1-16,0-1 0 16,5 3 0-16,1-3-1 15,2 2 1-15,0-5-1 16,4 2 1-16,6-6-1 0,2 0-1 15,4-4-2-15,0-3 0 16,2 0 1-16,0-3 1 16,0-4 2-16,-2 0-1 15,-3-2 2-15,-4 1-1 16,-2 1 0-16,-2 2 1 0,1 1 3 16,-4-1 3-16,-1 1-3 15,2 0-1-15,0 3 3 16,1 1 1-16,1 0-4 15,1 0-2-15,4 0-1 16,2 0 0-16,3 4 0 0,1 3 0 16,3-2 0-16,-1 0 0 15,1 1 0-15,1-3 0 16,-1-2 0-16,-1-1 0 16,-1 0 1-16,-3-2-1 15,0-7 2-15,-1-2-2 0,-5-4 1 16,0 1 0-16,-2 0-1 15,-2 0 0-15,0 1 0 16,-2 0-1-16,0 3 2 16,0 3-1-16,2 2 0 15,-2 2 1-15,2 3 0 0,3 0-2 16,0 0-1-16,3 8 2 16,3 2-1-16,3 4 1 15,1 1-1-15,3 1 2 16,1 2-1-16,0-1-1 15,-3-2-4-15,2-3-29 0,-4-4-31 16,-2-4-29-16,-5-4 7 16,0-4-73-16</inkml:trace>
  <inkml:trace contextRef="#ctx0" brushRef="#br0" timeOffset="80558.6">27102 4311 400 0,'0'0'4'0,"0"0"39"0,0 0-24 15,0 0-21-15,0 0 4 0,13 64 0 16,-2-25 4-16,-4 0 3 16,2 3-4-16,0-1-2 15,-2 0-1-15,-1-4 0 16,-1-6-2-16,-1-5 0 15,-1-8 0-15,1-4 1 0,-4-7-1 16,0-6 1-16,0-1 2 16,0-5 8-16,0-9 8 15,2-6-17-15,1-4-2 16,7-3 1-16,1-1 0 0,3 2-1 16,2 6 0-16,2 4 0 15,-3 7 0-15,0 4-1 16,-3 5 1-16,-3 0-1 15,-5 2-1-15,-2 8 1 16,-2 1 1-16,0 2-1 0,-3-2 1 16,-2 3-2-16,-5-1 1 15,2-1-1-15,3-1-3 16,1 2-2-16,0-2-3 16,4 0 5-16,0 1 2 15,0-1 0-15,7 1 1 16,5-1 0-16,3 0 1 0,4-1 0 15,4-1-3-15,3-2-14 16,1 0-15-16,0 1-26 16,-1-5-21-16,-3-1-14 15</inkml:trace>
  <inkml:trace contextRef="#ctx0" brushRef="#br0" timeOffset="81008.39">27886 4534 279 0,'0'0'7'0,"-45"-3"38"15,16 3-10-15,-4 8-5 16,2 6-11-16,2 4-4 15,4 2 1-15,7 3 2 0,5 1-7 16,7 2-2-16,6 3-4 16,1 0-2-16,15-1 0 15,6-2-3-15,7-4 1 16,6-4 1-16,6-7-1 16,1-6 0-16,1-5-3 0,1-1-19 15,-4-13-21-15,-3-6-40 16,-4-7-17-16,-5-4-82 15</inkml:trace>
  <inkml:trace contextRef="#ctx0" brushRef="#br0" timeOffset="81445.7">28121 4446 302 0,'0'0'1'0,"0"0"11"15,0 0-11-15,0 0 0 0,0 0 12 16,-1 43 6-16,5-22 15 16,1 3-9-16,1-1-8 15,2 2-4-15,-3 4-3 16,3-1-6-16,-2-1-3 16,2-1 0-16,-3-4 0 0,0-5-1 15,0-5 1-15,-4-3-1 16,1-5 1-16,0-4 0 15,0 0 3-15,0 0 5 16,3-10 9-16,-2-4-14 16,3-4-2-16,1 0-2 0,3 0 0 15,2 1 1-15,-2 3-1 16,3 4 1-16,-1 4-1 16,0 3 0-16,2 3 0 15,-1 0-1-15,4 3 0 16,-1 4 1-16,1 3 0 0,0 4 0 15,1-1 0-15,0 1 0 16,-1 2 0-16,0-1-2 16,-2 0-14-16,-1-3-43 15,-2-2-34-15,1-4-9 16</inkml:trace>
  <inkml:trace contextRef="#ctx0" brushRef="#br0" timeOffset="81834.19">28635 4634 356 0,'0'0'7'0,"0"0"14"0,0 0-22 0,0 0 1 16,0 0 1-16,0 0 2 15,-13 43 3-15,13-33 1 0,3 1 0 16,4-1-3-16,1-2-1 15,1 1-1-15,2-3-1 16,-2-1 1-16,3-2-1 16,0-3 0-16,-3 0 3 15,2-3-2-15,1-4 1 16,-2-6-1-16,-5-1 0 0,0 0 0 16,-2-2-1-16,-3 3 0 15,0-1-1-15,-6 0 0 16,-4 4 0-16,0 0-1 15,-7 5-1-15,3 1-1 0,-4 2-3 16,3 2-14-16,-1 0-10 16,3 0 4-16,1 0-5 15,7 0-5-15,3 0-6 16,2 2-32-16,3-2-19 16</inkml:trace>
  <inkml:trace contextRef="#ctx0" brushRef="#br0" timeOffset="82115.3">29010 4561 264 0,'0'0'18'0,"0"0"39"15,-39 0-33-15,24 6 3 16,2 1-3-16,-2 3 0 15,5-1-4-15,2 3-11 0,6 0-5 16,2 0-2-16,0 1-1 16,6 0 1-16,7-1-1 15,5-1 0-15,5-4 2 16,1-1-3-16,7-5 2 16,-1-1-2-16,2 0-19 0,3-7-24 15,-1-5-38-15,-2-4-17 16,-2 0-92-16</inkml:trace>
  <inkml:trace contextRef="#ctx0" brushRef="#br0" timeOffset="82457.92">29261 4576 223 0,'0'0'21'0,"0"0"9"16,0 0-14-16,0 0 1 16,-37 26-2-16,34-17 2 15,1 1 7-15,2 0-10 16,0-2-2-16,0 1-5 0,2-2-3 15,5-2 0-15,4-3 0 16,2-2-1-16,0 0 1 16,3 0 0-16,-1-7 2 15,1-5-2-15,-5-3-1 16,1 0 0-16,-5-1-2 0,-3 0 0 16,-4 2 1-16,0 1-2 15,-2 5 0-15,-9 1-1 16,-3 2-2-16,-1 3-1 15,-4 2 3-15,1 0-2 16,2 0-4-16,2 0-2 0,4 0-4 16,5 0-22-16,2 0-1 15,2 2 11-15,1 0-12 16,0 1-16-16,3-3-32 16,8 0-25-16</inkml:trace>
  <inkml:trace contextRef="#ctx0" brushRef="#br0" timeOffset="82670.83">29447 4337 285 0,'0'0'10'16,"0"0"42"-16,0 0-21 0,0 0-32 16,0 0 2-16,22 44 5 15,-14-16 7-15,-1 5-6 16,3 1-5-16,-1 3-1 15,1-2 0-15,-1 1-1 16,-2-6-28-16,-2 0-55 0,1-10-14 16</inkml:trace>
  <inkml:trace contextRef="#ctx0" brushRef="#br0" timeOffset="83107.2">29761 4557 385 0,'0'0'6'0,"0"0"20"16,-55 0-6-16,36 3-1 16,1 4 0-16,3 0-5 15,4 3-7-15,0 1-5 16,6 1-1-16,2-1 0 15,2 2-1-15,1 1 1 16,0-4-1-16,7-3 0 0,1-1-1 16,3-3-2-16,1-3 1 15,-1 0-2-15,3-7 5 16,-2-2-1-16,-3-4 0 16,0 2-1-16,-4 1 1 0,0 3 1 15,-4 1 0-15,0 3-1 16,-1 0 3-16,0 3 0 15,1 0-2-15,1 0-2 16,3 1 0-16,1 7-1 16,2 2 2-16,1 3 0 15,5-2 0-15,-1 1 0 0,3-1-3 16,-1 0-46-16,3-5-38 16,-3-5-12-16,2-2-44 15</inkml:trace>
  <inkml:trace contextRef="#ctx0" brushRef="#br0" timeOffset="83318">29988 4272 361 0,'0'0'6'0,"0"0"2"0,0 0-9 0,-8 38 2 16,8-12 3-16,2 6 1 15,6 2 4-15,2 3-4 16,-1 0-3-16,4 0 0 16,-1-3-1-16,-2-4-8 0,-5-4-42 15,-2-6-28-15,-3-8-2 16,0-6-68-16</inkml:trace>
  <inkml:trace contextRef="#ctx0" brushRef="#br0" timeOffset="83631.02">29952 4527 228 0,'0'0'3'0,"0"0"10"15,41-17-3-15,-17 12 3 16,1 0 8-16,2 0 2 16,0-1 1-16,-5 2-4 0,-4-1 5 15,-2 1-5-15,-9 3 0 16,-3-1 4-16,-2 1-3 15,-2 1-3-15,0 0-11 16,-8 0-4-16,-1 1-1 0,0 8 0 16,-3 1 0-16,4 3-1 15,2 1-1-15,5 1 1 16,1-2-1-16,0 0 0 16,13 1 0-16,2-4 2 15,3-1-2-15,6-4-3 0,2-1-22 16,1-4-25-16,0 0-40 15,-5-15-24-15</inkml:trace>
  <inkml:trace contextRef="#ctx0" brushRef="#br0" timeOffset="84137.72">30517 4182 466 0,'0'0'0'0,"0"0"-8"16,-2 53 7-16,2-27 1 16,0 5 0-16,4 1 1 15,1 1 1-15,0 2 0 16,3-2-2-16,-3-2 2 16,0-5-2-16,1-5 1 0,-3-6-2 15,-1-6 2-15,-1-6 0 16,0-3 1-16,0 0 15 15,3-4 22-15,2-9-26 16,2-3-11-16,3-5 0 16,5 1-1-16,0 1-2 15,4 4 2-15,1 5-2 0,-2 8 1 16,2 2-1-16,-1 2 0 16,-4 11 0-16,-1 6 1 15,-3-1 0-15,-2 2 0 16,-3-2 0-16,-4-1 0 15,-3-4 0-15,0 0 0 0,0-2 0 16,-10-2 1-16,1-3-1 16,-4-1-1-16,-4-2 1 15,-2-2-1-15,1-1 0 16,-4 0 1-16,-1-1 0 16,5-6-3-16,0 0-4 0,2 0-9 15,5-2-11-15,5-1-32 16,6 0-57-16,6-1 14 15</inkml:trace>
  <inkml:trace contextRef="#ctx0" brushRef="#br0" timeOffset="84441.79">30896 4439 253 0,'0'0'82'0,"0"0"-54"0,0 0-5 16,0 0-18-16,0 0-2 0,42 0 6 15,-34 7 12-15,1 2-3 16,0 2-12-16,1-2-5 16,-1 2 0-16,0 0 0 15,-3-2-1-15,-2-2 0 16,1-3 1-16,-3 1-1 0,0-4 0 16,-2 0 1-16,0-1-1 15,0 0 3-15,0-5 3 16,0-5-5-16,1-6 0 15,6-4-1-15,3-1 0 16,7-2 0-16,3 2-1 0,8 1-15 16,3 3-19-16,6 6-6 15,3 1-6-15,0 3-13 16,0 0-21-16</inkml:trace>
  <inkml:trace contextRef="#ctx0" brushRef="#br0" timeOffset="84862.63">31434 4313 299 0,'0'0'13'0,"-39"4"17"15,21 2-7-15,-4 2 8 0,4 2-7 16,2 2-3-16,3 2-12 16,3 0-4-16,3 1-2 15,4 3-1-15,1-1 0 16,2 1-2-16,0-3 1 15,0 0 0-15,8-5-2 0,-1-2 0 16,5-7 4-16,1-1-1 16,3-5 1-16,1-6-1 15,1-5-1-15,-4-1 0 16,0 0-1-16,-5 3 1 16,-3 5-1-16,-2 2 1 0,-2 1 3 15,-2 5 4-15,2 1-6 16,-2 0-3-16,3 3 0 15,-1 6 1-15,1 2 0 16,1 3 2-16,2 3-2 16,1-2 0-16,5 1 1 15,-1 0-1-15,2-2 1 0,2-2-2 16,3-4-21-16,-1-4-47 16,3-4-24-16,-3 0-16 15</inkml:trace>
  <inkml:trace contextRef="#ctx0" brushRef="#br0" timeOffset="85160.03">31646 4439 282 0,'0'0'23'0,"0"0"14"16,0 0-31-16,0 0-6 0,0 0 3 16,0 0 11-16,0 0-2 15,0 0-5-15,0 0-1 16,15 37-3-16,-11-32 0 15,-4-1-3-15,1 0 1 16,0-4 0-16,-1 0 0 0,0 0 2 16,0 0 5-16,0-7 3 15,0-2-5-15,3-3-4 16,4-1-1-16,1 0 0 16,2 3-1-16,3 2 0 15,0 2 0-15,-2 6 0 16,5 0-1-16,-1 0 0 0,3 8-2 15,2 5 2-15,1 0-9 16,4 1-33-16,1-4-13 16,2-2-26-16</inkml:trace>
  <inkml:trace contextRef="#ctx0" brushRef="#br0" timeOffset="85552.02">32117 4446 355 0,'0'0'4'0,"0"0"2"0,-43 0 0 15,30 0 6-15,1 6 5 16,2 0-9-16,3 2-6 16,3 2-1-16,3 0 0 15,1 2-1-15,0-4 1 0,0 0-1 16,5-3 1-16,2-5-1 15,4 0 3-15,-1-6 1 16,3-10 1-16,2-8-2 16,0-7-3-16,2-9 1 15,3-4-1-15,1-4 1 0,0-2-3 16,1-1 2-16,-2 8-4 16,-4 8 0-16,-3 9 4 15,-5 12 2-15,-5 12 10 16,-3 3 4-16,0 19-20 15,-6 7 3-15,-2 8 1 0,3 5 0 16,0 7 0-16,4 0 0 16,1 1 0-16,2-7-33 15,10-7-105-15</inkml:trace>
  <inkml:trace contextRef="#ctx0" brushRef="#br0" timeOffset="128308.86">13640 10751 137 0,'0'0'29'0,"0"0"8"0,0 0-21 16,0 0-4-16,0 0 0 16,0 0 6-16,0 0-4 15,0 0-4-15,0 0 2 0,0 0-1 16,-2-30-3-16,2 30-3 15,0 0-4-15,0 0 1 16,0 0-2-16,8 0 1 16,3 0 1-16,6 0 1 15,5 0-2-15,5 0 1 16,2 3 1-16,5-2-2 0,3 2 1 16,1 0 0-16,2 1-1 15,1 2 1-15,-5-1-1 16,-1 0 0-16,-2 5-1 15,-3-2 1-15,-5 4-1 0,-1-1 1 16,-8 5-1-16,0 2 0 16,-6 2 1-16,-8 0 0 15,-2 5 1-15,0 1 7 16,-8 0 2-16,-11 2-2 16,-2-1 0-16,-4 0-3 0,-4-1-3 15,-4-2 0-15,3-1-2 16,-1-1 2-16,4-2-3 15,2-3 0-15,5-3 0 16,9-2 0-16,1-5-10 16,7-6-34-16,1-1-77 15,2-4-62-15</inkml:trace>
  <inkml:trace contextRef="#ctx0" brushRef="#br0" timeOffset="129184.01">14628 10658 127 0,'0'-4'60'0,"0"-1"-16"0,-3 2-1 16,1 3-11-16,-2 0-22 15,2 7-11-15,-1 9 4 16,0 8 13-16,2 7 14 16,1 7-9-16,0 5-7 0,0 5-4 15,1 2-6-15,5-4-3 16,0-3 0-16,-3-6-1 15,3-6 1-15,-1-8 0 16,1-6-4-16,-1-3-42 16,-1-9-31-16,-1-5-24 15</inkml:trace>
  <inkml:trace contextRef="#ctx0" brushRef="#br0" timeOffset="129707.68">14911 10786 243 0,'0'0'18'0,"0"0"10"16,0 0 9-16,0 0-2 15,0 0-7-15,0 0-4 16,0 0-2-16,0 0-6 16,-46-18-2-16,34 22-3 0,-1 6 0 15,-1 2-3-15,3 4-3 16,-2 3 2-16,0 4-2 16,6 1 0-16,-1 4 1 15,5 1-1-15,3-1 0 16,0 2-1-16,2-4 0 0,7-1-2 15,6-3-1-15,4-3-1 16,3 0 1-16,3-5-1 16,-2-4 1-16,4-6-1 15,-2-4 0-15,0 0 1 16,-4-9 1-16,-2-4 0 0,-3-5-1 16,-5-1 0-16,-4-6 0 15,-3 0 0-15,-4-5 0 16,0-3 1-16,-9 1-1 15,-6 3-1-15,-7 2 0 16,-4 6 0-16,0 5 0 0,-3 5-1 16,2 4-1-16,7 3-5 15,-1 4-19-15,7 0-30 16,4 0-41-16,3-3-18 16,3-2-93-16</inkml:trace>
  <inkml:trace contextRef="#ctx0" brushRef="#br0" timeOffset="130521.84">15091 10278 163 0,'0'0'13'0,"0"0"28"0,0 0-10 0,0 0-1 16,0 0-10-16,0 0-9 16,0 0-5-16,0 0-3 15,0 0 3-15,0 0 3 16,0 0-3-16,-5 1 1 15,3 1 0-15,2-2 8 0,0 0-1 16,-3 0-2-16,2 0 1 16,0 0 3-16,0 0-3 15,-3 0-3-15,4 0-2 16,-2 0 1-16,0 0-5 0,-2 0 0 16,1 3-2-16,-1 2 0 15,-2 5 0-15,-1 6-1 16,-4 4 4-16,0 7 2 15,2 7 9-15,-3 4-5 16,3 6 1-16,5-3-4 16,2 2-4-16,2-5-2 0,2-4-1 15,9-5-1-15,3-7 1 16,1-4-1-16,1-6 0 16,-1-6 0-16,1-3 1 15,0-3 0-15,0 0 0 16,-1-6 0-16,-1-2-1 0,-3-4 1 15,-1 1 0-15,-3-2 0 16,-2 0 0-16,-3-1 0 16,-2 0 0-16,0 0-1 15,-2 2 3-15,-9 1-3 16,-1 3 1-16,-4 2-2 0,1 3 2 16,-5 3-1-16,-3 0 0 15,2 7-3-15,2 6 3 16,0 1-6-16,1 2-25 15,5-2-40-15,1-3-84 16</inkml:trace>
  <inkml:trace contextRef="#ctx0" brushRef="#br0" timeOffset="131742.07">15872 10637 253 0,'0'-8'4'0,"0"-1"33"0,-8 5-10 16,-1 1-8-16,-5 3-12 15,1 0-2-15,-7 6 3 16,2 4 2-16,-2 2 2 16,2 1-8-16,5 0-1 15,4 0-2-15,2 1-1 16,4 0 0-16,3 2 0 0,5-3-1 15,7 4 2-15,5 0 0 16,3 1-1-16,1 1 1 16,3 5 0-16,-2 4-1 15,-2 2 0-15,-2 1 1 0,-6 2-1 16,-2-2 0-16,-5-4 0 16,0-2 0-16,-5-4 0 15,0-4 2-15,-7-4-2 16,-4-2 1-16,0-2 1 15,-3 0 8-15,-5-5 7 16,0-2-1-16,-4 1-4 0,2-3-2 16,-2 0-4-16,0 0-3 15,6-5-1-15,1-2-1 16,6-4 0-16,9-2-1 16,1-1 0-16,2 0-15 15,13-2-29-15,6-1-29 0,4-1-8 16,4-4-59-16</inkml:trace>
  <inkml:trace contextRef="#ctx0" brushRef="#br0" timeOffset="132226.04">16237 10816 239 0,'0'0'4'0,"0"0"32"0,0 0-11 0,0 0 9 16,-56 0 6-16,34 7-2 16,-5 0-4-16,2 5-12 15,-2 2-4-15,4 0-4 16,5 5-2-16,3-1-4 16,5 1-6-16,5-1 0 0,3 2-1 15,2-4-1-15,0 0-1 16,8-4 2-16,2-2-1 15,5-3-1-15,-1-4 1 16,2-3-2-16,1 0-1 16,-1-9 0-16,-1-6 2 15,-1-4 1-15,-3-1 0 0,-3-1 0 16,0 3 0-16,-6 3 0 16,0 4 1-16,-2 7-1 15,0 1 0-15,0 3 8 16,0 0-7-16,1 6-2 15,5 5 1-15,0 2 1 0,4 0-1 16,-1 1 0-16,4 1 0 16,1-2 0-16,0 0 0 15,3-4 0-15,-4-1-15 16,1-4-32-16,-1-1-26 0,-2-3-9 16,1-1 26-16,-2-13-11 15,-1-5-34-15</inkml:trace>
  <inkml:trace contextRef="#ctx0" brushRef="#br0" timeOffset="132446.34">16387 10633 235 0,'0'0'8'0,"0"0"71"0,0 0 0 16,0 0-35-16,0 0-34 15,0 0 0-15,0 0 20 16,0 0-5-16,-23 60-8 0,23-29-6 15,0 3-6-15,6 0-3 16,4 2-1-16,1 0-1 16,3-4 0-16,-3-2 0 15,1-3-13-15,1-8-49 16,-3-6-64-16,2-11-20 0</inkml:trace>
  <inkml:trace contextRef="#ctx0" brushRef="#br0" timeOffset="133031.71">16510 10943 306 0,'0'0'19'16,"0"0"-2"-16,0 0-12 15,0 0 27-15,40-12 9 0,-20 4-12 16,-2-4-14-16,0 1-9 15,2-3-4-15,-5-2 0 16,-1 3-1-16,-3-1 0 16,-5 4 1-16,-3 0 2 15,-3 3 12-15,0 1 3 16,-2 2-1-16,-7 3-4 0,-2 1-4 16,-1 0-6-16,1 0-1 15,0 10-1-15,4 1-1 16,1 3-1-16,4 3 1 15,2 0 0-15,0 2-2 0,2-1 1 16,9-1 1-16,3-2-2 16,2-3 2-16,3 0-2 15,1-4 2-15,-2-5-1 16,2-3 0-16,-1 0 0 16,0-4 1-16,-1-12-1 0,-2-2 1 15,1-5 0-15,2 0 0 16,0 2-1-16,0 0 0 15,0 4 0-15,0 7 1 16,1 3-1-16,-3 7 0 16,0 0-1-16,-2 5 2 15,-2 5-1-15,-2 3 1 0,0 1 0 16,-7 0 0-16,-4-1 0 16,0 0 0-16,-4 1 0 15,-9 0 0-15,-5-1 0 16,-2-1-1-16,-4-1-18 15,1-4-44-15,0-4-79 0,1-3-49 16</inkml:trace>
  <inkml:trace contextRef="#ctx0" brushRef="#br0" timeOffset="134908.16">8349 10768 73 0,'2'1'51'0,"1"-1"-36"0,-3 0-14 16,2 0 5-16,-2 0 16 16,0 2 1-16,0-1-10 15,0 1 2-15,0-1 5 0,0 3-4 16,0-2-3-16,0 2-3 15,0-1 1-15,-6 1 1 16,-1 3 2-16,-2 2-5 16,-5 1-2-16,-5 2-2 15,-1 4-1-15,-3-2 0 0,-4 5-1 16,-2-1-2-16,0-1 1 16,5-3-1-16,-1-1 1 15,4-3 4-15,6-3 3 16,3-1-3-16,4-2-3 15,3 0-1-15,3-1-1 0,0-2-1 16,2 3-1-16,0-3 1 16,2 5 0-16,5-1 0 15,1 3 0-15,7 0 1 16,4 3 0-16,1 1 1 16,7 3 1-16,2-1 1 0,5 5 0 15,-1-1-2-15,1 0-2 16,-1-1 0-16,-4-2 1 15,-2-2-2-15,-4-5-20 16,-4-2-38-16,-5-4-4 16,-3-2-73-16</inkml:trace>
  <inkml:trace contextRef="#ctx0" brushRef="#br0" timeOffset="135288.76">8721 10646 312 0,'0'0'10'0,"0"0"-10"0,0 0 2 0,0 48 6 15,0-22 1-15,1 3 3 16,2 3-2-16,-1 6-7 16,-2 1-1-16,0 3-1 15,0-4-1-15,0-1 0 16,0-4-1-16,0-2-28 0,0-8-26 15,-2-4-14-15,-2-4-69 16</inkml:trace>
  <inkml:trace contextRef="#ctx0" brushRef="#br0" timeOffset="135755.99">9045 10718 261 0,'0'0'10'16,"0"0"31"-16,0 0-6 15,0 0-8-15,0 0-8 0,-41-18-2 16,30 28-3-16,0 4-5 15,-3 4 2-15,4 5-4 16,3 1-2-16,0 5 3 16,5 2 0-16,2 0 0 15,1 3-4-15,5-4-2 16,5 0-1-16,2-5-1 0,5-3 1 16,0-6-1-16,2-5 0 15,2-6 0-15,1-5 1 16,-4 0 0-16,2-10 1 15,0-7 1-15,-2-5-2 0,-5-4-1 16,-5-2 1-16,-3-3 1 16,-6-1-1-16,0 0 2 15,-4 0-2-15,-11 1 1 16,-1 2-2-16,0 4 1 16,-6 5-1-16,1 5-1 15,1 5-2-15,3 4-12 0,2 3-28 16,2 3-42-16,1-3-20 15,6-2-31-15</inkml:trace>
  <inkml:trace contextRef="#ctx0" brushRef="#br0" timeOffset="136270.75">9258 10252 213 0,'0'0'56'0,"0"0"-44"0,0 0-3 16,-27 40 10-16,24-21 10 16,-2 3 4-16,5 5-8 15,0 0-12-15,0 2-8 16,0-1 1-16,7 4-3 0,0-4-2 15,1-3 0-15,4-5-1 16,-1-4 0-16,0-6 1 16,1-7-1-16,-3-3 1 15,3-2 1-15,-2-9 0 16,-4-3-1-16,-1-2 1 0,-5 0-1 16,0 5 2-16,-9 2 1 15,-5 3-2-15,-1 6-2 16,-3 0-2-16,0 8 1 15,2 6-4-15,3-3-66 16,0-8-59-16</inkml:trace>
  <inkml:trace contextRef="#ctx0" brushRef="#br0" timeOffset="150739.76">22379 12505 57 0,'0'0'10'0,"0"0"2"0,0 0 0 16,0 0 25-16,0 0-15 0,0 0-9 16,0 0 2-16,0 0-1 15,0 0-3-15,0 0-6 16,0 0-8-16,0 0 4 15,0 0 3-15,5 1-2 16,3 3 1-16,0 0 0 0,5 0 1 16,2 0 0-16,5-1-1 15,5-1 0-15,4 0 2 16,5-2 2-16,6 0 0 16,9-3 0-16,2-6 1 15,7-2 0-15,4-1-3 0,4 0-1 16,3 2-2-16,0-1 1 15,3 1-2-15,4 2 1 16,0 0-1-16,5 3 0 16,0-1 1-16,2 3 1 15,0-1 2-15,-2 2-2 0,1-1-1 16,1 2 0-16,-1 1 1 16,1 0 1-16,1-1 0 15,2 1 0-15,1-2 2 16,0 0 0-16,1-1-1 15,4 0 1-15,4-3-3 0,2 2-1 16,1-2 0-16,5 0-2 16,0 0 2-16,3-2-2 15,-3 1 3-15,2 0 0 16,1 0 2-16,-1 0 3 16,0 0 0-16,-5 1-2 15,1 1-2-15,-4-1-2 0,1 4 0 16,-1-2-1-16,-1 1 1 15,1 0-2-15,0-1 1 16,-1 1 0-16,-3-1-1 16,0 0 1-16,1-2-1 15,-3-1-1-15,2 0 2 0,-2-3 1 16,-1 2-4-16,-3-2 4 16,-4 0-1-16,-3 0-1 15,-4-2 0-15,-2 1 1 16,-1 1 0-16,-5-1 2 0,-3-1 1 15,-3 2 0-15,-4 2 1 16,-6-2-1-16,-6 1-3 16,-4 2 0-16,-6 1 0 15,-6 0-1-15,-5 1 1 16,-7 2 0-16,-3 0-2 16,-9 2 2-16,-1 1-2 0,-6 0-8 15,0 0-45-15,0-4-26 16,-4-6-33-16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16:51.615"/>
    </inkml:context>
    <inkml:brush xml:id="br0">
      <inkml:brushProperty name="width" value="0.05292" units="cm"/>
      <inkml:brushProperty name="height" value="0.05292" units="cm"/>
      <inkml:brushProperty name="color" value="#FF0000"/>
    </inkml:brush>
  </inkml:definitions>
  <inkml:trace contextRef="#ctx0" brushRef="#br0">22167 13339 187 0,'0'0'4'0,"0"0"24"15,0 0-5-15,0 0-8 0,0 0-7 16,0 0 1-16,-38-20 0 16,24 17 6-16,1-3 2 15,-6 5-2-15,0-1 2 16,-2 2-7-16,-1 0-2 15,-3 5-1-15,-1 10 0 0,0 2-3 16,0 7-1-16,1 3 2 16,3 5 0-16,7 3-4 15,3 1 1-15,4-1-2 16,8-2 1-16,0-4-1 16,4-4 0-16,10-7 0 0,3-5 0 15,4-7 0-15,6-6 0 16,4 0 1-16,0-13-1 15,0-8 1-15,0-5 0 16,-3-3 0-16,-5-2-1 16,-2 3 2-16,-7 3-1 0,-5 6-1 15,-3 5 1-15,-3 5 6 16,-1 8 23-16,-2 1-13 16,0 5-16-16,1 13 1 15,0 9 9-15,1 11 4 16,-1 7-3-16,2 9-1 15,-3 9-3-15,0 5-2 0,0 6-1 16,0 0-1-16,0-2-1 16,-7-3-1-16,-1-3-1 15,-1-8 0-15,-4-5-1 16,0-8 0-16,-4-8 1 16,2-7 0-16,-6-9 0 0,1-9 0 15,-1-11 1-15,0-1 0 16,-3-12 0-16,3-13-1 15,2-7-1-15,5-10 0 16,5-5 0-16,9-6-1 16,0-4 0-16,20 0-4 0,7 2-14 15,4 6-13-15,9 5-16 16,0 7-35-16,1 6-19 16,-5 4-90-16</inkml:trace>
  <inkml:trace contextRef="#ctx0" brushRef="#br0" timeOffset="414.94">22640 13664 419 0,'0'0'7'0,"0"0"2"0,0 0-2 0,35-19-6 16,-14 17 0-16,4-1-1 16,6-3 2-16,1 2 3 15,3-1 0-15,1 3-4 0,-1 0 0 16,-3 1-1-16,-3 1-1 16,-4 0-13-16,-3 0-59 15,-9 3-19-15,-6 1-10 16</inkml:trace>
  <inkml:trace contextRef="#ctx0" brushRef="#br0" timeOffset="584.2">22750 13782 147 0,'0'0'121'16,"0"0"-111"-16,0 0 1 15,0 0-9-15,-18 38 2 0,38-31-2 16,7-4 3-16,7 0-2 15,6-2-1-15,2-1-2 16,-1 0-25-16,-4-1-82 16</inkml:trace>
  <inkml:trace contextRef="#ctx0" brushRef="#br0" timeOffset="1094.96">23816 13310 198 0,'0'0'3'0,"0"0"53"0,0 0-32 15,0 0-17-15,0 0 21 16,7 52 16-16,-5-23-15 0,1 5-12 16,1 0-5-16,0 3-1 15,-1 0-7-15,-1-1-2 16,0-5-1-16,0-4-2 15,0-6 2-15,2-4-1 16,-2-3-1-16,1-3 0 16,0-1-6-16,3-3-51 0,-4-3-29 15,2-3-20-15</inkml:trace>
  <inkml:trace contextRef="#ctx0" brushRef="#br0" timeOffset="2013.23">24076 13810 182 0,'0'0'4'0,"0"0"27"16,0 0 4-16,0 0-6 15,0 0-1-15,0 0-11 16,0 0-13-16,0 0 14 0,0 0 26 16,0 0-23-16,-25 65-10 15,16-29-6-15,-11 4-4 16,-3 2-1-16,-6 2-1 16,-5-4-11-16,-3-3-79 15,1-13-37-15</inkml:trace>
  <inkml:trace contextRef="#ctx0" brushRef="#br0" timeOffset="2937.2">24614 13503 235 0,'0'0'7'0,"0"0"26"0,0 0-14 0,0 0 0 15,0 0-8-15,0 0 1 16,0 0 21-16,0 0-10 0,0 0-3 16,0 0-7-16,-5-21-4 15,5 18 1-15,0-1-4 16,0-3-1-16,1-3 0 15,5-1-3-15,6-4-1 16,1 1 1-16,3-1 1 16,3 0-1-16,0 4 0 0,3 0 0 15,-1 4-2-15,2 2 1 16,-3 5-1-16,0 0 0 16,-3 5 0-16,-2 7 0 15,-1 5-1-15,-6 3 1 16,-3 7 0-16,-5 3 1 0,0 5-1 15,-3 1 0-15,-10 2 0 16,-3-1 0-16,-6 0 0 16,2-5 0-16,-3-3 0 15,1-5 0-15,3-4 1 16,0-3-1-16,3-4 0 0,3 0 0 16,2-4 1-16,3-1-1 15,2-1-1-15,1-1 2 16,3-2-1-16,2 2 0 15,0-3 0-15,0-1 0 16,13 0-1-16,4 0 2 0,10-2 0 16,7 0 5-16,10 0 1 15,7 0 0-15,6-5-1 16,3-2-1-16,2-2-3 16,-6 4 0-16,-5 1-1 15,-8 3-1-15,-9 1-1 0,-8 1-23 16,-9-1-82-16,-6 0-112 15</inkml:trace>
  <inkml:trace contextRef="#ctx0" brushRef="#br0" timeOffset="8064.09">22864 12161 71 0,'0'0'53'0,"-10"-49"-29"0,-3 26 18 16,-4 3-7-16,-4 4-6 15,-2 5 0-15,-3 5 4 16,0 6 2-16,0 0-9 0,1 13-10 16,4 10-2-16,0 4-5 15,3 8-1-15,3 8 0 16,2 8 4-16,4 7-3 15,4 10 1-15,3 6-1 16,0 6-1-16,2 2-3 16,0 0-1-16,0-3 0 0,0-8-1 15,0-7-1-15,0-9 0 16,-2-7-1-16,-5-9-1 16,0-7 3-16,-2-5-4 15,-3-7-15-15,0-4-19 16,-1-9-31-16,-1-7-58 0,-1-9-72 15</inkml:trace>
  <inkml:trace contextRef="#ctx0" brushRef="#br0" timeOffset="8484.76">22309 12857 288 0,'0'0'9'15,"0"0"-3"-15,-13-43 0 16,16 29 9-16,14 2-6 15,7-4-3-15,8-1 2 16,9 0 8-16,5-2-3 0,1 2-8 16,0 0-1-16,-2 3-3 15,-5 2 2-15,-7 1-2 16,-5 1 0-16,-6 5 2 16,-7 0 0-16,-3 4 1 15,-8 1 4-15,-4 0-3 16,0 1 1-16,-2 8 20 0,-8 4-4 15,-1 2-9-15,1 4-3 16,0 1-1-16,1 0 0 16,5 0-5-16,2-2-2 15,2-1 0-15,0 0-2 0,5-5 1 16,6-4 0-16,4-2-1 16,0-5 1-16,2-1-1 15,0-3 0-15,1-8 2 16,-2-5-3-16,-5-4 1 15,-4-2-2-15,-1-1-6 16,-4-3-8-16,-2 2-7 0,0 3-5 16,-6 1-5-16,-1 6-26 15,-3 1-16-15,0 3-10 16,2 4-63-16</inkml:trace>
  <inkml:trace contextRef="#ctx0" brushRef="#br0" timeOffset="8807.34">22942 12592 125 0,'0'0'26'0,"0"0"13"0,0 0-13 16,0 0 5-16,0 0 7 15,-48 22-2-15,36-12-8 0,1 3-12 16,1 1-3-16,4 2-6 16,3 1-2-16,3-1-3 15,0-1-2-15,3 2 1 16,8-3 0-16,4-2 1 16,4-3-2-16,-1-1-2 0,6-4-16 15,-5-4-31-15,4 0-20 16,-4-1-3-16,3-10-77 15</inkml:trace>
  <inkml:trace contextRef="#ctx0" brushRef="#br0" timeOffset="9394.53">23116 12657 115 0,'0'0'34'16,"0"0"15"-16,0 0-8 15,0 0-1-15,0 0-8 16,0 0 2-16,-44-19-7 15,34 25-7-15,2 4-11 0,-3 1-2 16,6 4-2-16,1-3-2 16,2 4 0-16,2-2-2 15,0-1 0-15,0 0-1 16,6-3 2-16,1-3-2 16,4-3-2-16,0-4 2 0,0 0-4 15,3 0-6-15,-1-7-7 16,-1-3 2-16,-1-3 3 15,-3 2 6-15,-2 0 5 16,0 2 1-16,-4 3 0 16,-2 2 1-16,0 4 1 0,0 0-1 15,0 0 0-15,0 0 1 16,1 7 2-16,1 2 3 16,2 1-1-16,2-2-2 15,1 1-1-15,3 0 0 16,3-3-1-16,1 0-1 0,2-3 0 15,2-3-1-15,2 0 2 16,0 0-2-16,2-12 0 16,-3-3 0-16,4-6 0 15,-3-6 1-15,0-5 0 16,-2-3-1-16,-3-8-2 16,-1-2 0-16,-6-2-3 0,-5 3-1 15,-3 1 0-15,-2 9 5 16,-8 11 1-16,-5 9 24 15,1 14-8-15,-1 2-3 16,0 19-6-16,2 10 7 16,3 8 11-16,5 3-2 0,3 3-6 15,2 0-9-15,5-3-5 16,11-5 2-16,6-1-7 16,4-4 1-16,3-5-31 15,0-8-64-15,1-12-179 0</inkml:trace>
  <inkml:trace contextRef="#ctx0" brushRef="#br0" timeOffset="10416.09">24447 12907 180 0,'-3'0'37'0,"1"0"-1"0,2-7 16 0,0-3-16 15,0 0-7-15,0-3-5 16,0 0 6-16,0-4 1 16,0-1-20-16,2-5-6 15,1-4 2-15,3-5-2 16,1-5-3-16,4-6 0 15,0-7-2-15,-2-2 1 0,3 0 0 16,-2 4-1-16,-1 8 0 16,-3 9 1-16,0 11-1 15,0 13 1-15,-3 7-1 16,1 7-1-16,0 12 2 0,1 4-1 16,2 4 0-16,-2 2 0 15,1 1 0-15,2-3 0 16,-1-2 0-16,1-3 0 15,2-5-1-15,0-6 2 16,1-2-1-16,1-8-1 16,3-1 1-16,0-1 0 0,2-13 0 15,1-9 0-15,3-3 0 16,2-8-1-16,2-3-1 16,0-4 1-16,-3 4 0 15,-1 5 0-15,-6 6-1 16,-4 12 3-16,-5 11 0 0,-3 3-3 15,-2 13 3-15,-1 10-2 16,0 7 2-16,0 5 1 16,0 3-1-16,0 1 0 15,-2 0 0-15,0-3-1 16,2-2 1-16,0-3-1 0,0 0-1 16,3-2-4-16,4-1-57 15,-2-4-54-15,3-5-16 16</inkml:trace>
  <inkml:trace contextRef="#ctx0" brushRef="#br0" timeOffset="11077.68">25206 12606 297 0,'0'0'5'0,"0"0"62"0,-32-40-17 16,20 36-23-16,-3 2-11 16,1 2-7-16,1 0 1 15,0 2-3-15,3 6 0 16,3 2-5-16,0 0-1 0,2 4 0 16,4 1 1-16,1 0-3 15,0 1 2-15,0-2-1 16,5-1-1-16,3-2 1 15,0-5-1-15,2 2-2 16,2-6-2-16,-2-2-4 0,0 0-1 16,2-3 3-16,-2-7 4 15,-2-1 1-15,1-1 2 16,-2-1 0-16,-4 2 0 16,-1 1 2-16,-2 4-2 15,0 0 3-15,0 1 3 0,0 5 10 16,-3 0-3-16,1 0-3 15,0 6-1-15,-2 5 1 16,2 2-2-16,2 1-1 16,0 3-2-16,0-1-2 15,8-1-1-15,0 0-2 0,2-2 1 16,4 0-1-16,-2-7 0 16,1 0 0-16,1-6-1 15,0 0-1-15,0-3-1 16,-1-10 0-16,1-4 0 15,-1-3 1-15,-2-1 1 0,-3 1 0 16,-1 2 1-16,-4 2 0 16,-2 5 1-16,-1 4-1 15,0 3 1-15,0 4 0 16,0 0 2-16,0 2-1 16,0 8 1-16,0 3 1 0,-1 3-2 15,1-1 1-15,0 2-3 16,0 2 0-16,6-2 0 15,0-3-1-15,-1 3-34 16,0-7-41-16,-1-1-73 16,-2-8-130-16</inkml:trace>
  <inkml:trace contextRef="#ctx0" brushRef="#br0" timeOffset="11589.72">25402 12428 208 0,'0'0'2'0,"0"0"-1"0,0 0 0 15,0 0-1-15,0 0 0 16,0 0 0-16,0 0-1 0,0 0-1 16,0 0-5-16,33 43-12 15,-31-18 6-15,0-2 8 16,0 1 5-16,2-2 0 15,-4-1 1-15,2 0 0 16,-2-1 5-16,2-3 6 16,-1 3 8-16,0-2 6 0,0-3-2 15,2-1 1-15,-2-3-11 16,2-1-5-16,-1-3-4 16,-2-2-2-16,0-3-1 15,0-2 1-15,0 0 19 16,0 0 15-16,0-9-34 0,0-2-1 15,0 0-1-15,1-4 0 16,3-1 0-16,4-1 0 16,6 1-1-16,1 1 2 15,4 2 3-15,2 4 13 16,0 5-6-16,1 4-4 0,-6 0-4 16,0 12-1-16,-5 4-1 15,0 3-1-15,-3 2 1 16,-1-1-2-16,-2 3 0 15,-2-3-3-15,0-2-45 16,-3-1-65-16,2-7-90 16</inkml:trace>
  <inkml:trace contextRef="#ctx0" brushRef="#br0" timeOffset="13048.84">25982 12394 345 0,'0'0'7'0,"0"0"26"0,-49-18-6 0,34 29-21 16,-2 12 5-16,5 2 12 16,0 5-3-16,7 1-5 15,1 1-5-15,4 0-4 16,0-2-5-16,4 0 1 15,5-6-1-15,2-1-4 0,3-6 0 16,3-4-3-16,1-5-14 16,1-6-7-16,1-2-8 15,0-2-11-15,0-9 9 16,0-3 6-16,-6-1 29 16,-1-2 2-16,-2 3 4 15,-7 2-1-15,-3 2 8 0,-1 5 28 16,0 5 6-16,0 0-19 15,-2 2-20-15,-4 8-2 16,0 3 12-16,1 2 7 16,1-1-10-16,2 3-5 15,2-3-5-15,0 2 0 0,1-2 0 16,7-1-1-16,3-2-4 16,-2-2 2-16,3-2 2 15,1-7-2-15,-1 0-2 16,0 0-3-16,-4-3 1 15,-1-8 0-15,-2-5 1 0,-3-1 2 16,-2 0 1-16,0 1-1 16,0-2-1-16,-4 2 2 15,0 1 0-15,1 3 0 16,3-2 0-16,0 4 0 16,0 2 1-16,2 1-2 0,5 2 1 15,3 5 0-15,1 0 0 16,-2 3 1-16,3 9 0 15,-1 2-2-15,-2 3 2 16,1 3-1-16,-1-1 1 16,-1 1-1-16,-3-1 1 0,1-2-1 15,-2-3 0-15,0 0 0 16,-3-5 0-16,0-2-1 16,1-3 1-16,-2-4 0 15,0 0 0-15,0 0 0 16,0-8 1-16,1-4-1 15,2-2-1-15,2-4 1 0,-1 1-1 16,4-2 1-16,2 2 1 16,-3 3-1-16,2 4 0 15,-2 5 1-15,0 5-1 16,-2 0 0-16,-2 2 0 0,1 11 1 16,-4 1-1-16,1 3 1 15,-1 2-1-15,0-2 0 16,0-2 0-16,0-2 0 15,0-2 0-15,0-5 0 16,0-3 0-16,0-3 0 16,0 0-1-16,0-3 1 15,3-8 0-15,2-5 0 0,2-2 0 16,-2-5 0-16,3 2 0 16,4-1 0-16,-2 2 0 15,6 3 0-15,-2 6 0 16,1 3 1-16,1 6-1 0,-3 2 1 15,-1 0-1-15,-3 7-1 16,-2 5 2-16,-1 0-2 16,1 0-1-16,-4-1-57 15,-1-1-14-15,-2-2-4 0,0-3 11 16,0-4 18-16,0-1 20 16,0 0 23-16,0 0 6 15,0-4 14-15,0 0 35 16,0 3 16-16,0 1 11 15,4 2-29-15,3 11 2 16,1 7-2-16,2 10-15 0,-2 5-2 16,-1 6-20-16,1 2 4 15,-1-2-6-15,-1 2-5 16,0-8-2-16,0-1 1 16,0-3-2-16,0-8-1 15,-4-3 1-15,-2-7-1 0,0-6 1 16,0-7-1-16,0 0 2 15,0-10-3-15,0-8 1 16,0-6-1-16,4-8 2 16,5-3-2-16,1-9-1 15,2-5-4-15,2-2-1 16,6-1 1-16,-3-1 3 0,2 8 2 16,3 5 1-16,-2 8 0 15,-1 10 0-15,-3 9 1 16,-3 9-1-16,-3 4-1 15,-3 0 1-15,-5 13-1 16,-2 2 0-16,0 2-1 0,-6 2 1 16,-8 2-1-16,-1-1 1 15,-1-1 0-15,-4 0 2 16,3 0-2-16,0-3 0 16,4-2-3-16,-1-3-29 15,3-2-8-15,5-4-8 0,4-2-15 16,2-3-2-16,2 0 4 15,11-10-53-15</inkml:trace>
  <inkml:trace contextRef="#ctx0" brushRef="#br0" timeOffset="13361.75">26864 12728 229 0,'3'1'10'0,"5"-1"4"0,1 0 8 15,3-4 22-15,1-2-9 0,1-4-8 16,0 1-9-16,-3 0-10 16,-3 0-4-16,-2 2-1 15,-3 0 7-15,-3 3 9 16,-1 1-2-16,-11 3-5 16,0 0-6-16,-1 0 1 0,-1 9-3 15,3 1-3-15,2 2 0 16,3 1 0-16,6 1 0 15,0-1-1-15,6-3 0 16,6 0-2-16,5-4 2 16,2-2-3-16,4-4-30 0,-2 0-33 15,1-1-21-15,1-10-10 16,-5-5-13-16</inkml:trace>
  <inkml:trace contextRef="#ctx0" brushRef="#br0" timeOffset="13735.91">27159 12536 15 0,'9'-43'117'0,"-5"2"-64"15,-4 6 5-15,0 8-3 16,0 10 18-16,0 10-13 16,0 7-19-16,0 10-35 15,0 12 5-15,0 8 16 16,0 6-5-16,3 2-9 0,2 0-3 16,0 1-7-16,-2-6 1 15,-2-1-2-15,0-2-2 16,-1-6 1-16,0-4-1 15,0-6 1-15,0-5-1 16,0-8-1-16,0-1 3 16,0-3-1-16,3-10-1 0,5-2 0 15,5-2 0-15,3-2 0 16,5 2 0-16,-2 3 0 16,3 4 1-16,-2 5 0 15,-4 3-1-15,1 2-1 16,-7 1 2-16,-4 8-1 0,-2 4-1 15,-4 2 1-15,0 2-2 16,-4-1-4-16,-6 1-30 16,-2 0-47-16,0-8-81 15</inkml:trace>
  <inkml:trace contextRef="#ctx0" brushRef="#br0" timeOffset="13875.71">27356 12427 221 0,'0'0'-15'0,"18"-49"7"0,-10 32-58 16</inkml:trace>
  <inkml:trace contextRef="#ctx0" brushRef="#br0" timeOffset="14543.8">27480 12373 135 0,'0'0'12'16,"7"68"47"-16,-6-27-23 16,0 0-8-16,-1 2-16 15,0 0-5-15,0-4-5 0,0-3-1 16,0-3-1-16,-2-2 0 16,-2-7-1-16,0-6-5 15,2-8-31-15,2-7-26 16,0-3 12-16,0-3 44 15,2-13 7-15,6-3 0 16,2 0 2-16,3-2 14 0,-2 1 10 16,3 2 2-16,0 2 13 15,-2 4 5-15,0 3 5 16,-1 5-6-16,-2 4-10 16,-2 0-16-16,-1 5-13 15,-4 9-2-15,-1 3 4 0,-1 2 1 16,0 2-3-16,0-2-1 15,3-2-2-15,2-3 1 16,3-1-1-16,2-5-2 16,4-1 0-16,-1-4 0 15,1-3-1-15,-1 0 1 0,1-1-1 16,-5-9-1-16,1-2 2 16,-3-2-2-16,-4-1 2 15,-3-1-2-15,0 0 0 16,-5 1 0-16,-6-2 0 15,-2 2 0-15,1 1 0 0,1 0 0 16,3 4 2-16,1 0-1 16,4 3 0-16,3 2 1 15,0 2 0-15,3 1-1 16,9 1 0-16,4 1 1 16,3 0 0-16,3 0 1 0,2 6 0 15,-1 5 0-15,2 2-1 16,-3 1 1-16,-7 1-2 15,0 0 1-15,-3-1 1 16,-7 3-2-16,1-7 2 16,-4-1-2-16,-1-4 1 15,1-5 1-15,0 0 3 0,0-10 42 16,5-7-32-16,6-8-4 16,6-7 5-16,11-9-5 15,11-9-6-15,13-6-3 16,9-8-3-16,5-9-3 15,7-16-121-15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18:39.489"/>
    </inkml:context>
    <inkml:brush xml:id="br0">
      <inkml:brushProperty name="width" value="0.05292" units="cm"/>
      <inkml:brushProperty name="height" value="0.05292" units="cm"/>
      <inkml:brushProperty name="color" value="#FF0000"/>
    </inkml:brush>
  </inkml:definitions>
  <inkml:trace contextRef="#ctx0" brushRef="#br0">25424 5628 133 0,'0'0'41'0,"0"0"-20"0,0 0-16 15,0 0-3-15,0 0 10 0,0 0 8 16,6 40 1-16,-4-20 4 16,0 5 5-16,-1 5-2 15,2 9 1-15,0 9-7 16,1 6-5-16,-1 5-6 16,-1 4-1-16,1 1-5 0,0-1-1 15,0-1-1-15,-1-5-1 16,-1-3-1-16,1-6 0 15,-2-7-1-15,0-10 1 16,0-7 0-16,0-11-1 16,0-6 1-16,-2-7 1 0,-1-2 42 15,-6-14-26-15,-2-10-16 16,0-9-1-16,-6-11 0 16,3-8-1-16,-2-7 0 15,2-8-1-15,1-4-1 16,2-6-11-16,6 2 5 0,-4 5 5 15,2 3 2-15,0 7 0 16,1 11 0-16,-5 8 1 16,2 8 0-16,3 6 0 15,-1 8 1-15,3 9-1 16,2 1 3-16,-2 7-1 0,4 1 0 16,0 3-2-16,0 0-2 15,0 7 1-15,5 7 1 16,2 6 1-16,0 4 1 15,3 6-1-15,-2 1 1 16,0 2-1-16,0 4 0 16,0-3-1-16,4-2 1 0,0-3-1 15,2-2 0-15,-3-6 1 16,4-5-1-16,1-6 0 16,-2-6 0-16,4-4 0 15,2-1 1-15,-3-16 0 0,2-4-1 16,-2-2-3-16,1-7-5 15,-4-3 0-15,-1-1 0 16,-6 0 4-16,-1 1 3 16,-4 4 0-16,-2 3 2 15,0 6 0-15,0 6 9 0,-6 5 6 16,2 5 1-16,2 4-7 16,-1 2-4-16,0 12-4 15,2 7 1-15,1 3 4 16,0 6 1-16,6 0-2 15,3 1 0-15,5-2-4 0,4-1-1 16,3-5 0-16,3-6 0 16,3-4-1-16,2-8 0 15,3-5 0-15,0-1-17 16,0-15-42-16,-3-4-35 16,-4-7-137-16</inkml:trace>
  <inkml:trace contextRef="#ctx0" brushRef="#br0" timeOffset="1451.99">25709 6821 170 0,'1'-3'35'0,"0"2"5"0,1 1-26 16,1 0-12-16,1 4 6 15,1 6 12-15,4 3 12 16,-1 4 3-16,1 5 1 15,-2 3-9-15,2 6-9 0,-3 2-5 16,0 4-1-16,-3 0-5 16,0-1-3-16,-3-3 0 15,0-2-1-15,0-5-2 16,0-5 2-16,-2-5 0 16,-3-5 3-16,-1-2 2 0,-3-4 2 15,-3-1-4-15,0-2-1 16,-4-2-3-16,0 0 0 15,-4-2-2-15,3-9 2 16,-3-4-1-16,1-6-1 16,1-4 1-16,-2-3-2 0,3-4 1 15,2 0 0-15,4 2 0 16,2 0-1-16,1 6-1 16,5 2 2-16,1 4 0 15,2 4 0-15,0 1 0 16,4 2 0-16,7-2 0 15,5 0 0-15,6-1 0 0,6 0 0 16,7-3 0-16,7 0 3 16,10 0 2-16,1-2 3 15,6-1 1-15,1 2 2 16,0-1-3-16,-4 2-3 16,-10 5 0-16,-6-1-2 0,-5 5-1 15,-12 2-1-15,-7 2-1 16,-5 1 1-16,-3 1-2 15,-7 1-1-15,-1-2-12 16,0-3-28-16,0-5-67 0,-8-5-136 16</inkml:trace>
  <inkml:trace contextRef="#ctx0" brushRef="#br0" timeOffset="2908.86">26785 5365 83 0,'0'0'82'0,"0"0"-69"0,0 0 7 16,0 0 14-16,0 0 10 15,0 0-14-15,0 0 0 0,-2 0 9 16,1 0-12-16,-2-1-3 15,1-3-4-15,2-1-4 16,0 2-7-16,5-1-3 16,4 1-3-16,2 1-2 15,5 1 0-15,1 1 0 0,2 0 0 16,-1 8 0-16,-1 5 0 16,-1 2-1-16,-1 5 1 15,-4 0-1-15,-2 3 0 16,-2-1 0-16,-6 1 0 15,-1 0 0-15,0-3 0 0,-9-2 0 16,-5-2 1-16,-3-1 0 16,-3 0-1-16,-2-3 1 15,1 1-1-15,0-3 0 16,0 0 0-16,5-4-1 16,3-1 0-16,5-2-19 15,4-3-23-15,4 0-30 0,0-7-8 16,8-7-105-16</inkml:trace>
  <inkml:trace contextRef="#ctx0" brushRef="#br0" timeOffset="3329.38">27089 5277 206 0,'0'0'29'0,"0"0"8"0,0 0-12 16,0 0-6-16,-38-11 3 0,28 11 10 15,-1 0-3-15,-3 0-13 16,2 4-4-16,-2 5-5 15,2 1 2-15,-1 3-2 16,0 2-2-16,1 3 2 16,1 2 1-16,3 3 2 0,1 1-4 15,4-1-1-15,3 0-1 16,0-1-4-16,7-2 1 16,9-1 0-16,2-5 0 15,7-3-1-15,4-4 1 16,2-4 0-16,4-3 0 0,-4 0 1 15,1-1-1-15,-3-6-17 16,-4-5-39-16,-2 0-53 16,-8-3-29-16</inkml:trace>
  <inkml:trace contextRef="#ctx0" brushRef="#br0" timeOffset="3862.95">26581 5217 100 0,'0'0'33'0,"0"0"20"0,0 0-23 15,0 0-3-15,0 0 6 16,0 0 0-16,0 0-2 0,0 0 3 16,0 0-18-16,0 0-14 15,-14-15 3-15,36 12 15 16,8-3 1-16,8-2-5 16,0-1-1-16,3-1-1 15,-1-1-5-15,0-2-4 16,-3 2-2-16,-4-2 0 0,-1 3-2 15,-7 0 1-15,-2-1-2 16,-2 5 0-16,-5-1 1 16,-2 0 0-16,-1 3-2 15,-4 1-3-15,0 2-26 0,-4-1-47 16,-1 2-58-16</inkml:trace>
  <inkml:trace contextRef="#ctx0" brushRef="#br0" timeOffset="6149.17">26945 6722 29 0,'0'0'92'15,"0"0"-43"-15,0-2-11 0,-3 0-3 16,2 1-3-16,0-2 1 15,0 2-3-15,1 1 3 16,0 0-8-16,0 0-12 0,0 0-5 16,0 0 1-16,0 0 0 15,0-3 4-15,0 2 9 16,0-5 3-16,4-4-16 16,5-4-6-16,3-3 1 15,3-6 1-15,5-5 2 0,-1-5 1 16,3-5-4-16,0-5-2 15,-1-1 0-15,-3-3 1 16,-4 2-3-16,-3 2 2 16,-5 6-1-16,-4 9-1 0,-2 7 1 15,0 7 0-15,-1 6 0 16,-6 8 0-16,-5 0-2 16,-1 3 1-16,-1 7 0 15,-1 5-1-15,0-3 1 16,1 5 0-16,4-3-1 15,5-1 1-15,0 1-1 16,5-1 0-16,5 1 0 0,6-1 1 16,8 0-1-16,2 0 1 15,6 1 0-15,2 0 1 16,2 0-1-16,-2 3 0 16,-2-1 0-16,-6 2 0 0,-2-1 0 15,-5-1 0-15,-5 1 0 16,-5-3 0-16,-4 0 0 15,0 1 1-15,-13-4 0 16,-8 2 0-16,-4-2 1 16,-5-2-1-16,-2-1 0 0,-1-2-1 15,2-3 0-15,5-3 0 16,6 0-1-16,8-6-15 16,9-14-49-16,3-11-141 15</inkml:trace>
  <inkml:trace contextRef="#ctx0" brushRef="#br0" timeOffset="8365.23">27168 4743 138 0,'0'0'17'0,"0"0"7"15,0 0-7-15,0 0-3 0,0 0-5 0,-41-37-2 16,29 30-4-16,1-1-1 0,-2-1-1 15,-3 1-6-15,-1-2-3 16,-2 1-8-16,-1 1-9 16,-2 0-14-16,-5 3-3 15,-2 2-1-15,-4 3 1 16</inkml:trace>
  <inkml:trace contextRef="#ctx0" brushRef="#br0" timeOffset="9249.17">26685 4692 0 0,'-38'22'2'16,"2"2"-1"-16,2 4 0 15,4 3 1-15,0 4 1 16,4 5 7-16,1 4 15 0,0 6 8 16,2 4 7-16,2 8 8 15,-3 6-7-15,2 4 1 16,0 6 0-16,0 6 4 16,3 2-17-16,1-2-24 15,4 1 0-15,3-2-1 16,6-1 0-16,4-4 4 0,1-5 0 15,2 1 1-15,7 1-3 16,1 0-1-16,-1-1 1 16,1-2-2-16,0-1-2 15,0-4 1-15,-1-3-1 16,3-6 7-16,-1-2-4 0,1-4 0 16,2-1 0-16,-1-4-2 15,2 0 0-15,0-6 0 16,3 0 2-16,1-2 3 15,0-2-3-15,5 1-2 16,1-4-2-16,-1 0 1 0,4-1-2 16,2-2 2-16,-1-4-2 15,1-3 0-15,1-5 0 16,0-1 0-16,2-5 0 16,1-3 0-16,2-3 0 15,-2-3 1-15,4-4 1 16,3 0-1-16,2 0-1 0,0-10 1 15,0-4 0-15,3-6 1 16,0-4 2-16,4-6 2 16,-2-4 1-16,2-4 1 15,4-3-1-15,-5-2-4 0,0-1-1 16,-3 0 0-16,0-3 0 16,-3 0-1-16,-5-1 0 15,-1-3 1-15,-1 0-1 16,-6-3-1-16,0 1 1 15,-4-2 0-15,-4-2 0 0,-3-4 0 16,-2-3-1 0,-5-3 2-16,-4-1-2 0,-1-3 1 15,-3-1 1-15,-2-2-1 16,-2-1 1-16,0-3-2 16,-7-3 0-16,-2 0 0 15,-1 1 0-15,-2 3 0 0,-2-2 1 16,-1 2-2-16,1 6 1 15,-5 3 0-15,-1 4 0 16,-3 7 0-16,-2 9 0 16,-3 5 0-16,-3 5-6 15,-2 8-13-15,-3 3-2 0,-2 2-6 16,-3 3-1-16,-2 1 1 16,-3 5-5-16,0-1-3 15,-4 3 0-15,0 3 3 16,2 1 0-16,-2 1 4 15,4 4 1-15,2 2-11 0,4 1-16 16,2 2 15-16,6 0 37 16,3 0-5-16,8 3-31 15,7 1 37-15,12-4-23 16</inkml:trace>
  <inkml:trace contextRef="#ctx0" brushRef="#br0" timeOffset="9836.49">28281 5725 168 0,'-6'0'57'0,"-1"-2"-28"0,-4-1 2 0,-2 3-1 0,-1 0-14 16,-4 7-5 0,-2 5 8-16,3 3-1 0,0 4-5 15,4 2-8-15,3 2-3 16,5 2-1-16,5 1-1 16,2 1 0-16,14 2 0 15,6 2-1-15,2 0 2 16,7 3-1-16,2 3 0 0,1 1 1 15,-2-1-1-15,-3-1 0 16,-5-1 1-16,-3-2-1 16,-6-4 0-16,-7-4 1 15,-6-4-1-15,-2-2 1 0,-3-4 1 16,-13-1 1-16,-3-5-1 16,-5 1-1-16,-2-4 0 15,-3-5 1-15,0-1-1 16,1 0-1-16,4-13 1 15,2 0-4-15,5-5-24 16,7-5-23-16,7-1-10 0,3-3-28 16</inkml:trace>
  <inkml:trace contextRef="#ctx0" brushRef="#br0" timeOffset="10877.01">28704 5966 196 0,'0'0'18'0,"0"0"29"0,-58 4-15 0,29 5 12 0,-1 5 8 16,0 4-22-16,2 2-2 15,5 2-10-15,4-2-6 16,6 2-4-16,4-2-5 0,7 0-2 15,2-3-1-15,1-3 1 16,12-4-1-16,3-3-1 16,5-4 1-16,2-3 1 15,-1 0-1-15,4-10 1 16,-5-5-1-16,-2-4-1 16,-3-2 0-16,-4 0 0 0,-5 3 1 15,-3 4 0-15,-2 3 1 16,-2 4 0-16,0 2 0 15,0 4 5-15,-3 1 1 16,0 0-1-16,2 9-5 16,1 2 0-16,0 3 1 0,0 1 1 15,5 1-2-15,6 0 0 16,3 0-1-16,1-4 0 16,3 0 0-16,-1-4 0 15,1 0-4-15,0-6-22 16,-2-2-10-16,0 0-15 0,0-4-13 15,-3-9 6-15,1-5-23 16,-2-2 10-16,-3-1 6 16,-1 0 52-16,-4 2 14 15,0 1 12-15,-3 2 47 16,-1 3-6-16,0 3-10 0,0 3 8 16,0 3-1-16,0 2 11 15,0 2-40-15,5 0-20 16,2 6 2-16,1 4 11 15,1-1-3-15,1 3-3 16,-2-1-3-16,0 1 0 16,-1-2-2-16,-1 1-3 0,-2-3 1 15,-1 1-2-15,0-4 1 16,-2 0 0-16,-1-1-1 16,0-2 3-16,0-2-2 15,-4 0 4-15,-2 0-1 0,-1-4-2 16,0-3-1-16,1-2 0 15,2 0 0-15,3 0-1 16,1 1 1-16,0 0-1 16,6 5 2-16,4-1-2 15,2 4-1-15,3 0 1 0,0 6-1 16,1 3 0-16,-1 4 1 16,1 0 0-16,-3 0-1 15,-3-1 1-15,-1 0 0 16,-1-2 0-16,-3-2 1 15,-1 0-2-15,-1-3 2 16,-2 1-1-16,-1-5 0 0,0-1 0 16,0 0 2-16,-3 0 1 15,-2-5-2-15,-2-7 0 16,-1 2-1-16,3-4 1 16,2 0-1-16,2 0 1 15,1 1-1-15,0 2 0 0,8 2 0 16,1 3 0-16,2 5-1 15,4 1 0-15,-1 0-1 16,1 8 2-16,-1 2 0 16,2 1 0-16,-1 0-2 15,2-1 2-15,-3-2-2 0,2-1-26 16,-2-4-45-16,-1-1-32 16,-4-2-14-16</inkml:trace>
  <inkml:trace contextRef="#ctx0" brushRef="#br0" timeOffset="11376.81">29298 6000 252 0,'0'0'43'0,"0"0"11"0,0 0-48 16,0 0 35-16,37 60-1 16,-24-32-9-16,1 5-5 0,5 1-11 15,-1 1-3-15,1 2-1 16,3-3-4-16,2-1-2 15,-5-2-3-15,1-6 0 16,-3-3-2-16,-6-6 1 16,-4-7-1-16,-3-4 0 0,-3-5 2 15,-1-3 18-15,0-14 16 16,0-6-32-16,-5-9-3 16,-3-7 0-16,0-7 0 15,-1-3 0-15,4-2-1 16,3 3-2-16,2 4 0 0,0 8 1 15,0 8 1-15,4 12 0 16,6 7-1-16,-1 9-1 16,2 0-2-16,2 9 3 15,-1 4 0-15,-1 4 0 16,-1 0 1-16,-4 0-1 16,-2-4 1-16,-4 1 0 0,0 2 1 15,0-5-2-15,-7 0 1 16,-7-1-10-16,-3-2-8 15,-3-2-3-15,2-4 1 16,-2 0-9-16,1-2 1 0,5-3-9 16,3-9-12-16,6-3-20 15,5-5 10-15,0-7-26 16</inkml:trace>
  <inkml:trace contextRef="#ctx0" brushRef="#br0" timeOffset="11580.75">29731 5757 277 0,'0'0'28'0,"0"0"-3"15,0 0 5-15,0 0 9 0,37 49-2 16,-29-27-10-16,2 5-9 16,1 0-4-16,0 3-8 15,2-1 0-15,-2 0-4 16,1-3 0-16,-1-2-2 15,-1-1 0-15,-1-5-26 16,-1-5-23-16,1-3-36 0,-3-8-21 16,1-2-47-16</inkml:trace>
  <inkml:trace contextRef="#ctx0" brushRef="#br0" timeOffset="12122.43">30037 6023 302 0,'0'0'8'16,"0"0"34"-16,0 0-25 16,49-37 0-16,-30 26 5 15,1-2-1-15,0 0-5 0,0 0-6 16,-3-1-3-16,0 3-6 16,-5-1 0-16,-2 1 0 15,-6 1 0-15,-4 4 0 16,0-1 1-16,-4 4-1 15,-12 3 0-15,-5 0-1 0,-1 0 0 16,0 10 1-16,-1 3 8 16,2 4 7-16,6 3-4 15,5 3-6-15,4 2-3 16,5 1-1-16,1-2 0 16,6 0-2-16,10-5 1 0,1-4-1 15,5-5 1-15,2-3-1 16,2-5 1-16,1-2-1 15,1-3 0-15,-1-11 1 16,3-5 1-16,0-6-1 16,-2-4 0-16,1-1 0 0,-2-1 0 15,0 5 0-15,-3 3 3 16,-1 8 9-16,-2 8-2 16,-4 7-6-16,-2 0-3 15,0 10-1-15,-5 9 0 16,-2 3 1-16,-2 2-1 0,-6-1 0 15,0 3 0-15,-10-5 1 16,-5 0-1-16,-4-5 0 16,-6-2-12-16,-1-7-33 15,0-7-57-15,3-1-138 16</inkml:trace>
  <inkml:trace contextRef="#ctx0" brushRef="#br0" timeOffset="111598.19">22496 13610 28 0,'0'0'154'0,"0"0"-145"0,0 0 4 16,0 0-9-16,0 0-2 16,0 0 3-16,-40 52 3 15,34-32-4-15,-2 0 0 0,1 3 0 16,4 0-2-16,-1 1-1 15,2 1 0-15,-2 1 0 16,1 1 1-16,-3 0-1 16,2 0 1-16,-2-2-18 15,1-2-37-15,1-6-95 0</inkml:trace>
  <inkml:trace contextRef="#ctx0" brushRef="#br0" timeOffset="111841.78">22502 14033 209 0,'0'0'95'16,"0"0"-95"-16,0 0-2 15,42 20 7-15,-34-7-2 16,0 1-1-16,-5 3-1 0,-3 0 2 16,0 2 1-16,-6 1-1 15,-7 4 1-15,-8 0 0 16,2 1-1-16,-5 2-2 15,-2-1-9-15,1-2-34 16,2-4-27-16,-2-6-57 16</inkml:trace>
  <inkml:trace contextRef="#ctx0" brushRef="#br0" timeOffset="112239.06">22741 13895 271 0,'0'0'21'15,"0"0"-18"-15,38-48 18 16,-23 37 0-16,2 5-7 15,-2 3-6-15,0 3-4 16,-5 0-2-16,0 10 0 0,-2 4 1 16,-2 4-2-16,-6 1 3 15,0 1-2-15,0 1-1 16,0-2 2-16,-10 2-1 16,4-2-1-16,-2-4 1 15,0-2 1-15,3-3-2 0,1-3-1 16,2-4 1-16,2-2-1 15,2-1 0-15,10 0-2 16,5 0 2-16,6 0 2 16,4 0-2-16,2-4-1 15,-2 3-44-15,2-2-18 0,-2-1-24 16,-1-1-49-16</inkml:trace>
  <inkml:trace contextRef="#ctx0" brushRef="#br0" timeOffset="112419.9">23131 14007 202 0,'0'0'32'0,"0"0"46"16,0 0-52-16,0 0-16 0,0 0 5 16,-29 50 1-16,21-31-11 15,-2 3-3-15,-1 0-1 16,5-1 3-16,-3 2-2 16,2-1-3-16,2-3-24 15,1-1-36-15,0-5-17 0,1-3-56 16</inkml:trace>
  <inkml:trace contextRef="#ctx0" brushRef="#br0" timeOffset="112673.28">23557 13986 250 0,'0'0'125'16,"0"0"-99"-16,0 0 8 16,0 0-28-16,0 0-6 0,0 0 0 15,0 0 1-15,0 0-11 16,11-21-13-16,-2 25-49 15,-4-1-54-15</inkml:trace>
  <inkml:trace contextRef="#ctx0" brushRef="#br0" timeOffset="112869.92">23813 13961 313 0,'0'0'3'16,"0"0"-7"-16,0 0 1 16,0 0-15-16,0 0-36 15,0 0-13-15,0 0-103 16</inkml:trace>
  <inkml:trace contextRef="#ctx0" brushRef="#br0" timeOffset="113015.9">24097 13929 313 0,'0'0'0'0,"0"0"-11"16,0 0 3-16,0 0-88 15,0 0-73-15</inkml:trace>
  <inkml:trace contextRef="#ctx0" brushRef="#br0" timeOffset="113323.67">24399 13968 365 0,'0'0'20'0,"0"0"-5"15,-29 41-5-15,13-20 7 16,-4 4-11-16,-4 0-4 16,0-1 1-16,-4 0 0 15,0 0-2-15,0 2 0 0,-1-2 2 16,1 0-1-16,2-2-18 15,7-6-60-15,0-8-78 16</inkml:trace>
  <inkml:trace contextRef="#ctx0" brushRef="#br0" timeOffset="113847.88">24676 13762 317 0,'0'0'18'16,"0"0"-4"-16,0 0-10 15,0 0-4-15,38 4 0 16,-28 9-1-16,-2 1 2 16,-2 0 1-16,2 3 3 15,-5 0-2-15,0 0-2 0,-1-1 0 16,-1-2 0-16,-1-4 0 16,0-3 0-16,0-1-1 15,0-3 1-15,-1-3 1 16,-4 0 3-16,2 0-3 0,-5-9 0 15,3-1-1-15,2-5 1 16,3-1-1-16,0-3 0 16,2-2-1-16,12-1 0 15,2-1-3-15,8 0 2 16,3 2 13-16,0 2 7 0,1 4-1 16,-1 4 1-16,-3 5-1 15,0 6-1-15,-2 0-9 16,-6 5-1-16,0 8 2 15,-3 4-7-15,-2 3-2 16,-2 4 1-16,-5 2 0 16,-4 4-2-16,0 3-22 0,-14-1-52 15,-4-4-120-15</inkml:trace>
  <inkml:trace contextRef="#ctx0" brushRef="#br0" timeOffset="116107.08">26839 13847 47 0,'0'-4'22'0,"0"-3"8"0,0 0-2 15,0 1-9-15,2 1 0 16,-2-3-2-16,0 1-16 16,0 2-4-16,1 0-5 15,-1 1-3-15,0-2-3 0,1 2-4 16,-1-2-7-16,2 2 7 15,2 0 4-15,-2-2 2 16,2 0-2-16,3-1 1 16,1-1 0-16,6-2-6 15</inkml:trace>
  <inkml:trace contextRef="#ctx0" brushRef="#br0" timeOffset="116362.98">27143 13695 26 0,'0'0'59'16,"0"0"-8"-16,39 53-19 0,-32-35-9 16,-1 2-6-16,-3-1-16 15,-1-1-4-15,-2-1 3 16,0-4 3-16,0-2-1 16,0-1-2-16,0-4 2 0,-3 0 2 15,1-4-2-15,-3 0 1 16,2-2-2-16,-1 0 0 15,1 0-1-15,-2-8 0 16,3-1-2-16,2-3-1 16,0-3 0-16,0-4-5 15,2-1-9-15,8-1-4 0,1-2-17 16,5-1-28-16</inkml:trace>
  <inkml:trace contextRef="#ctx0" brushRef="#br0" timeOffset="116589.84">27418 13746 27 0,'0'0'59'16,"0"0"-12"-16,17 44-18 0,-14-31-13 16,0-2-3-16,-1-1-6 15,-2-1-7-15,0-2-6 16,0 0 4-16,0-2 2 15,0 1-1-15,0-1-4 16,0-3-4-16,0-2-66 16</inkml:trace>
  <inkml:trace contextRef="#ctx0" brushRef="#br0" timeOffset="118378.95">26838 13859 147 0,'-3'0'10'0,"-1"0"52"15,2-1-24-15,1-5-2 16,1 1-7-16,0-2-11 0,4-3-4 16,7 2 0-16,3-3-4 15,3 0-5-15,3 0-2 16,2 0 0-16,0 2 0 15,-2 3 3-15,-1 2 3 16,-4 4-1-16,0 0-3 0,-3 6-2 16,-1 8 0-16,-3 5 4 15,-1 6 5-15,-2 5 0 16,-1 4-1-16,-1 3-6 16,-3 1-2-16,0-2-2 15,0-4 0-15,0-3-1 0,0-5 2 16,0-4-1-16,0-5-1 15,0-1 0-15,0-6 1 16,0-3-1-16,0-2 0 16,0-3 1-16,-4 0 3 15,3-1 21-15,0-9-21 0,1-6-3 16,0-4 0-16,1-7-1 16,10-4 0-16,2-5 0 15,3 0 0-15,2 1 0 16,-1 2 0-16,0 7 0 15,-1 3 0-15,1 9 0 0,1 1 1 16,-1 7-2-16,0 3 1 16,5 3 0-16,-4 0 1 15,4 3 0-15,-4 9 0 16,-2 2 0-16,1 3 1 16,-4 3-1-16,-1 1 0 0,-4 1 1 15,-2-1-2-15,-2 0 1 16,-2 0-1-16,-1-2 0 15,0-1 0-15,0-2 0 16,-1-3-6-16,1-3-14 16,0-3-16-16,2-3-19 0,3-1-33 15,-2-3 15-15,5 0-49 16</inkml:trace>
  <inkml:trace contextRef="#ctx0" brushRef="#br0" timeOffset="118626.21">27587 14069 229 0,'0'0'21'0,"0"0"41"0,0 0-2 15,0 0-19-15,0 0-23 16,0 0 22-16,0 0-13 15,9 45-7-15,-8-22-7 16,2 4-8-16,-1 3-4 16,-1-1-1-16,2 3 0 0,-1-4 0 15,2-2-1-15,-3-4-4 16,1-3-29-16,-2-8-45 16,0-4-72-16</inkml:trace>
  <inkml:trace contextRef="#ctx0" brushRef="#br0" timeOffset="119423.56">27003 14943 257 0,'0'0'26'0,"0"0"38"0,0 0-8 15,0 0-27-15,-14-36-5 0,14 30-10 16,0 0-2-16,6 1-5 16,5 1-4-16,1-1 0 15,4 1-3-15,0 2 0 16,4 1 1-16,-5 1-2 15,2 0 2-15,-4 1-1 16,0 6 0-16,-2 5 0 0,-3 2-1 16,-1 4 1-16,-3 4 1 15,-3 3 0-15,0 2-1 16,-1 4 0-16,0-3 0 16,-1 1 0-16,-4-3 0 15,0-3 1-15,-2-5-1 0,4-4 0 16,-2-6 0-16,1-3 1 15,1-3-1-15,2-3 7 16,-1 0 13-16,2-11-12 16,0-7-6-16,0-5-1 15,0-5 0-15,10-5-1 0,5 1 0 16,2 0 0-16,1 4 0 16,0 6 0-16,2 6 1 15,-6 4-2-15,1 6 1 16,-2 3-1-16,-4 4 1 0,0 0 0 15,-2 9-1-15,0 2 1 16,0 5 1-16,-3 2 0 16,-1 3 0-16,-2 3 0 15,0-1 0-15,-1 4-1 16,0-1 0-16,0-2 0 16,0 0 0-16,0-2-2 0,0-3-19 15,-2-2-14-15,0-4-17 16,0-3-27-16,1 0 4 15,1-6-13-15</inkml:trace>
  <inkml:trace contextRef="#ctx0" brushRef="#br0" timeOffset="119921.04">27468 15276 272 0,'0'0'5'0,"0"0"36"15,0 0-6-15,0 0 11 16,0 0-14-16,0-40-10 16,3 33-4-16,3-3-12 0,2 4-3 15,4-1-2-15,1 1-1 16,1 2 1-16,-1 2-2 15,1 2 1-15,-1 0 0 16,-4 1-1-16,0 9 1 16,-4 4-2-16,-3 3 2 0,-2 4-2 15,0 2 0-15,-7 1 2 16,-4-1-1-16,-1 4 0 16,-2-4 1-16,1-1 0 15,1-2 0-15,2-3 1 0,0-1-1 16,3-3 0-16,1-5 0 15,3-1 0-15,3-3 1 16,0-2-2-16,8-2 0 16,7 0 2-16,5 0 0 15,4-6-1-15,-2-1 0 0,1 0 1 16,-2 4-2-16,-5-1 1 16,-5 4 1-16,-3 0-6 15,-3 0-19-15,-3 0-26 16,-2 0-31-16,0 0 3 15,0 0-71-15</inkml:trace>
  <inkml:trace contextRef="#ctx0" brushRef="#br0" timeOffset="123540.02">28671 13651 119 0,'0'-10'20'0,"0"2"27"0,0 2-10 15,0 4 2-15,0 2 0 16,0 0-14-16,0 9-19 15,0 5 22-15,2 6 1 16,4 3-6-16,-1 5 2 0,4 5-12 16,-3 2-10-16,-1 5-2 15,-1 1 0-15,-4-1-1 16,0 0 0-16,0 0 0 16,-2-8-18-16,-6-4-7 15,-4-5-39-15,0-5-7 0,-2-7-19 16</inkml:trace>
  <inkml:trace contextRef="#ctx0" brushRef="#br0" timeOffset="123929.27">28577 13673 236 0,'0'0'2'0,"40"-53"5"0,-15 33 18 16,3 2-2-16,2 5 3 15,1 8-1-15,3 5 0 16,-2 0-8-16,-2 12-5 16,-2 6-3-16,-6 4-2 15,-5 2-4-15,-5 0-1 0,-8 1-1 16,-4-1 0-16,0-2-1 15,-9-2 2-15,-8-2-1 16,-6 1 0-16,-4-4 0 16,-5-1-1-16,-3-1 0 15,-3-2-1-15,-2-4-3 0,1-1-4 16,4-3-5-16,5-3-1 16,6 0 2-16,9 0 7 15,8 0-17-15,7 0-18 16,0 0-27-16,14 0-39 15</inkml:trace>
  <inkml:trace contextRef="#ctx0" brushRef="#br0" timeOffset="124333.16">28883 13908 191 0,'0'0'7'15,"0"0"24"-15,0 0 9 16,44 14 3-16,-33-7 10 15,1 0-11-15,1 2-11 16,1 2-11-16,-3 2-9 16,-1 4-7-16,-2-1-3 15,-2 1 1-15,-3 0-2 0,-1-3 0 16,-2 0 1-16,0-2 0 16,0-5 1-16,0-3-2 15,-2-1 2-15,-3-3-1 16,-3 0 1-16,-1-4-1 0,1-8 0 15,2-3-1-15,4-5 0 16,2-1 1-16,1-1-1 16,13-2 0-16,7 4 0 15,3 4 0-15,1 4 0 16,-1 6 0-16,1 3 1 0,-1 6-1 16,-7 4 0-16,-2 10 0 15,-4 3 0-15,-3 2 0 16,-2 1 0-16,-4 0 0 15,-2 0 0-15,0 0-1 16,0-4-20-16,-7-1-37 0,-2-5-46 16,0-2-3-16</inkml:trace>
  <inkml:trace contextRef="#ctx0" brushRef="#br0" timeOffset="124550.18">29168 13787 231 0,'0'0'-2'0,"0"0"4"0,0 0-2 0,0 0 0 16,0 0-31-16,0 0 1 15,0 0-11-15,0 0-66 16</inkml:trace>
  <inkml:trace contextRef="#ctx0" brushRef="#br0" timeOffset="125045.53">29435 13884 217 0,'0'0'6'16,"0"0"49"-16,0 0-17 15,0 0 10-15,0 0-2 16,-46 6-9-16,31 1-8 16,1 4-13-16,3 2-5 15,3 2-3-15,4 0-4 0,3 0-1 16,1 5-2-16,3-1 0 16,8-1 0-16,5 2-1 15,3-4 0-15,6-2 0 16,2-3 0-16,2-5 1 15,5-5 0-15,2-1-1 16,1 0 0-16,0-11 0 0,-2-1-1 16,-5-4 0-16,-7 0 1 15,-5-2-1-15,-8 1 2 16,-8 2-1-16,-2-2 1 16,-3 3 0-16,-10 4-1 15,-7 1 1-15,0 1 1 0,2 5 1 16,-1 3-1-16,5 0 1 15,2 9-1-15,7 3-1 16,5 3-1-16,0 1 0 16,3 0 1-16,12 1-1 15,6 2 0-15,2-4 0 0,6-2 1 16,4 0-2-16,1-3 1 16,4-3-17-16,0-1-47 15,-4-6-80-15,-1 0-108 16</inkml:trace>
  <inkml:trace contextRef="#ctx0" brushRef="#br0" timeOffset="127172.18">28554 14810 188 0,'2'-1'31'0,"-2"1"35"0,0 2-61 0,2 14-4 16,3 7 10-16,3 4 9 15,0 4 6-15,-1 5-7 16,4 2-14-16,-3 2-2 16,-1-3-3-16,-2-2 0 0,0-6 0 15,-2-3-11-15,-1-9-30 16,-2-4-3-16,-2-6-27 15,-10-5-89-15</inkml:trace>
  <inkml:trace contextRef="#ctx0" brushRef="#br0" timeOffset="127535.88">28367 14898 228 0,'0'0'3'0,"41"-34"0"16,-13 21 10-16,5 6 7 16,2 7 3-16,1 0 0 15,1 3-3-15,-1 11-4 16,-3 3 1-16,-3 6-4 0,-3 4-3 16,-6 0-6-16,-6 4-1 15,-6-1-1-15,-4 0-1 16,-5-1-1-16,0-3 1 15,-13-2 1-15,-2-2-1 16,-6-4 0-16,-2-4 2 0,-3-1-2 16,-2-5 0-16,0 0-1 15,-1-3 0-15,3-2-1 16,1-1 2-16,6-1-1 16,7-1 0-16,4 0-1 15,6 0-13-15,2 0-31 0,5 0-33 16,9-3-17-16</inkml:trace>
  <inkml:trace contextRef="#ctx0" brushRef="#br0" timeOffset="128346.28">28781 15138 238 0,'0'0'5'0,"0"0"35"16,0 0-10-16,42-37-2 15,-26 30 6-15,5-3-3 0,-2 1-11 16,2 0-7-16,-2 1-5 16,-1 1-5-16,-3-1-2 15,-4-2 1-15,-2 0-1 16,-5 0 0-16,-4 1 0 16,0-2 1-16,-4 1 0 0,-10 3 0 15,-3 2-1-15,-4 3 7 16,-2 2 7-16,3 0-3 15,3 14-4-15,2 3-4 16,5 3-2-16,7 4 0 16,3 3-1-16,0-1 0 0,8-2-1 15,7-1 0-15,4-5 0 16,0-3 0-16,3-6 0 16,0-6 1-16,0-3 0 15,0 0 0-15,-3-12 0 16,-3-6-1-16,-1-5 0 15,-4-6 1-15,-3-8 0 0,-2-2 0 16,-2-4-1-16,-4 0-1 16,0 0 0-16,0 5 1 15,-6 3 0-15,-2 7 0 16,-1 8 0-16,1 8 1 16,2 9-1-16,-1 3 1 0,4 18-2 15,1 5 1-15,2 4 0 16,0 5 1-16,6 0 1 15,6 4 1-15,3 1-2 16,3 2-1-16,-1 1 1 0,0-2-1 16,-2-1 0-16,-1-7 0 15,-2-3-10-15,-1-8-19 16,-4-7-18-16,1-7-30 16,-2-5 12-16,0 0 42 15,0-9 0-15,-1-6 11 0,-1-1 12 16,-2-1 0-16,0 0 1 15,0 1 8-15,-2 4 19 16,0 4 16-16,0 4 16 16,0 1-11-16,0 3-24 15,0 0-19-15,-2 6 8 16,2 3 3-16,0 3-4 0,0 1-6 16,2 1-2-16,4-1-2 15,2 1-2-15,1-3 1 16,0 2-2-16,0-3 1 15,0 0-1-15,-1-3-4 16,-1-1-18-16,-2-2-17 0,0-4-19 16,-4 0-14-16,-1-1 2 15,0-11-86-15</inkml:trace>
  <inkml:trace contextRef="#ctx0" brushRef="#br0" timeOffset="128540.08">29196 14894 280 0,'0'0'0'0,"0"0"3"0,0 0 0 0,0 0-4 0,0 0 1 16,0 0 0-16,0 0 0 16,0 0 0-16,0 0-19 15,0 0-41-15,0 0-112 16</inkml:trace>
  <inkml:trace contextRef="#ctx0" brushRef="#br0" timeOffset="128991.02">29494 15077 139 0,'0'0'143'0,"0"0"-106"15,0 0 28-15,-41-14-31 16,23 17-11-16,0 8 5 16,1 2-2-16,3 2-11 0,5 4-8 15,4-2-4-15,4 1-3 16,1 2 1-16,1-3-1 16,10 2 0-16,0-5 0 15,5-1 1-15,0-5-3 16,2-3-7-16,0-5-3 0,1 0 6 15,-1-6 3-15,-2-7 4 16,-1-2-1-16,-2 0 0 16,-3 0 0-16,-3 0 1 15,-3 1 0-15,0 6 7 16,-3-1 9-16,1 5-3 0,0 1 0 16,0 3-9-16,2 0-6 15,4 7 2-15,0 5-1 16,2 0 0-16,2 1 0 15,1 1 0-15,0 2 0 16,-4-3-12-16,2-1-24 16,-3-2-35-16,-2-3-51 0,-1-7-18 15</inkml:trace>
  <inkml:trace contextRef="#ctx0" brushRef="#br0" timeOffset="129159.2">29598 14918 270 0,'0'0'2'0,"0"0"14"15,0 0-2-15,0 0-12 16,0 0-3-16,0 0 2 0,0 0-1 16,0 0 0-16,0 0-1 15,0 13-20-15,4-1-30 16,0 0-66-16</inkml:trace>
  <inkml:trace contextRef="#ctx0" brushRef="#br0" timeOffset="130170.65">29729 15047 222 0,'0'0'17'0,"0"0"26"0,0 0-39 15,0 0 14-15,0 0 26 16,-7 46-14-16,5-31-12 16,2 4-8-16,0-2-5 15,-1 0-3-15,4-1 0 0,5 0-1 16,1-3 0-16,0-1 0 16,3-4 0-16,0-1-1 15,0-7 1-15,-1 0 0 16,2 0-1-16,-4-8 2 15,-1-5-1-15,0-3 0 0,-3 1 0 16,-3-4-1-16,-1-1 1 16,-1 1 1-16,0 0-2 15,-3-1 2-15,-4 4 8 16,-1 2 9-16,-2 0-9 16,0 5-3-16,-1 1 0 0,1 4-3 15,0 4-2-15,0 0-1 16,2 0-1-16,0 0 0 15,3 6-1-15,-2 1 1 16,5 0-1-16,2 1 0 16,0-1 1-16,0 2 0 15,4-3 0-15,5 1 0 0,3-2 0 16,3-3 1-16,2-2-1 16,3 0 1-16,4-2 0 15,-1-6 0-15,1-1-1 16,-3-1 1-16,0 3-1 15,-5 0 2-15,-5 3-2 0,-2 2 2 16,-4 2 7-16,1 0-5 16,-2 5-3-16,0 3 1 15,1 6 1-15,0 0 0 16,2 2-1-16,-1 1-2 0,1-2 1 16,2-1-1-16,-4 0 0 15,3-4 0-15,-3-1 1 16,0-2-1-16,1-3 0 15,0-3 0-15,1-1 1 16,-1 0 3-16,1-11-2 16,1-2-1-16,-1-4-1 0,3-3 2 15,-6 3-2-15,2-3 0 16,-2 5 0-16,-1 3 1 16,-1 2-1-16,-2 3 1 15,2 4 2-15,-2 3 9 16,1 0-12-16,0 6 0 0,1 5 1 15,3-1 0-15,-1 3 0 16,3 1 0-16,-1 0 0 16,3-1-1-16,-3-2 1 15,3 1-1-15,-1-4 0 16,2-2 0-16,-1-3 0 0,2-3 2 16,1 0-1-16,0-6 1 15,1-6-1-15,0-4-1 16,5 0 1-16,0 1 0 15,-2 3-1-15,-1 2-1 16,-1 5 2-16,-1 5-1 0,-2 0 0 16,-4 7-1-16,-1 6 1 15,-3 2 0-15,-3 2-1 16,0 2 1-16,-11-2 1 16,-5-2-1-16,-1-2 0 15,-5 0-21-15,3-6-41 0,-3-4-102 16</inkml:trace>
  <inkml:trace contextRef="#ctx0" brushRef="#br0" timeOffset="148408.01">30651 14260 20 0,'-1'0'25'0,"-1"0"6"0,0-1-1 16,1-2 16-16,-1 0-20 0,0 0-1 16,0-1 7-16,1 3-10 15,-1-1 3-15,1-1-9 16,-2 1 5-16,2 0 2 16,0 2-5-16,0-2-4 15,1 1-3-15,0 1 0 0,0-1-1 16,0-2-1-16,0 0-4 15,0-2 0-15,7-1-4 16,5-1-1-16,2 0 0 16,3-3 1-16,2 3-1 15,2 0 0-15,1 1 2 0,-1 0-2 16,-2 6 0-16,-1 0 0 16,0 0 0-16,-3 5-2 15,-1 7 2-15,-1 4-1 16,-2 5 1-16,0 3 0 15,-4 3 1-15,-3 3-1 0,0 1 2 16,-4 2-2-16,0-3 0 16,0-2 0-16,-8-2 0 15,4-5 0-15,-3-4 0 16,1-6 0-16,2-5 1 16,-4-3 0-16,3-3 3 0,-2 0 7 15,1-6-1-15,1-5-2 16,1-5-2-16,1-2-1 15,3-6-3-15,0-5 1 16,1-3-3-16,10-1 0 16,2-4 0-16,3 3 1 15,3 4-2-15,2 3 1 0,-3 7 1 16,-2 5-1-16,3 6 0 16,-3 5 0-16,-2 4-1 15,0 0 1-15,1 3-2 16,0 8 2-16,0 3-1 15,-2 5 1-15,-1 2 0 0,-1 3 0 16,-3 3 1-16,-2 3 1 16,-4-1-2-16,-1 0 0 15,-1 1 0-15,0-3 1 16,0-4-1-16,-3 0-1 16,-2-4-1-16,2-2-21 0,-2-3-33 15,2-3-39-15,-1-4 8 16,2-6-108-16</inkml:trace>
  <inkml:trace contextRef="#ctx0" brushRef="#br0" timeOffset="148760.57">31310 14561 266 0,'0'0'27'0,"0"0"30"0,0 0-51 0,0 0-5 0,0 0 3 15,0 0 1-15,3 53 3 16,-2-33-4-16,-1 1-3 16,1 3 0-16,0-1-1 0,1 0 0 15,-1-3-3-15,1-1-35 16,0-6-19-16,0-7-26 16</inkml:trace>
  <inkml:trace contextRef="#ctx0" brushRef="#br0" timeOffset="149205.01">31567 14329 167 0,'0'0'10'0,"0"0"21"16,0 0 8-16,0 0-10 16,0 0-10-16,0 0-10 15,0 0-7-15,0 0 9 0,0 0 11 16,63-9-1-16,-30 9-11 16,3 0-4-16,3 0-3 15,0 0-2-15,-3 0-1 16,-4 0 1-16,-4 0-1 15,-10 0 0-15,-5 0-2 0,-4 0-24 16,-6 0-19-16,-3 2-9 16,-3 2-45-16</inkml:trace>
  <inkml:trace contextRef="#ctx0" brushRef="#br0" timeOffset="149469.74">31565 14522 198 0,'0'0'5'0,"0"0"-5"16,0 0 14-16,46 4 17 16,-21-4-11-16,6 0-5 15,5 0-4-15,6-3-3 16,3-1-3-16,-3-1-1 15,-1 0 0-15,-9 3-3 0,-5 0 0 16,-8 2-1-16,-5 0-1 16,-9 0-18-16,-4-2-28 15,-1-3-50-15</inkml:trace>
  <inkml:trace contextRef="#ctx0" brushRef="#br0" timeOffset="149895.29">31769 14086 128 0,'0'0'4'16,"0"0"27"-16,0 0-3 0,0 0-9 16,0 0-17-16,0 0 8 15,0 0 10-15,0 0 2 16,0 0-7-16,12 65 3 15,-10-30-2-15,-1 8 2 16,0 8-10-16,-1 0-5 0,0 4-1 16,0-2-1-16,-5-3-1 15,1-3 1-15,-2-2-1 16,0-6-1-16,1-4-2 16,1-4-22-16,2-8-12 15,0-6-11-15,2-9-59 0</inkml:trace>
  <inkml:trace contextRef="#ctx0" brushRef="#br0" timeOffset="151023.7">32206 14324 172 0,'0'0'8'0,"0"0"10"0,0 0 11 16,0 0-7-16,0 0-7 0,0 0 0 15,0 0 1-15,-1-38-2 16,8 25 0-16,1 3 5 16,4-1-7-16,0 1 0 15,2 1-4-15,2 2-1 16,-1 2-2-16,5 3 0 0,-2 2 0 16,-1 0-3-16,0 10 0 15,-2 3 1-15,1 4 0 16,-3 6-2-16,-1 4 1 15,-4 1-1-15,-1 3 0 16,-3-1 0-16,-4 0-1 0,0-2 1 16,0-2 0-16,0-3-1 15,-8-5 0-15,3-4 0 16,-1-5 1-16,0-5 0 16,0-4 0-16,3 0 19 15,0-7 6-15,-1-9-16 0,-1-1-2 16,2-5-3-16,2-3-2 15,1-6-1-15,0-3 0 16,9-3-2-16,5 0 0 16,5 2 2-16,6 3-2 15,1 8 0-15,0 6 0 0,-1 8 0 16,0 7 0-16,-2 3 0 16,-4 2-2-16,0 10 2 15,-3 6-1-15,-3 3 2 16,-2 4-1-16,-1 2 0 15,-5 3 0-15,-2-1 0 0,2 0 0 16,-2-4 0-16,-1-1 0 16,-2-3 0-16,1-3 0 15,-1-1-1-15,0-2-11 16,0-1-32-16,0-3-38 16,0-1-5-16,-5-7-32 15</inkml:trace>
  <inkml:trace contextRef="#ctx0" brushRef="#br0" timeOffset="151410.72">32817 14545 242 0,'0'0'5'0,"38"-9"10"0,-21 2 13 0,3 4 0 0,-4 0 2 16,-4 1 5-16,0 2-10 15,-2 0-15-15,-2 1-7 0,-3 8 0 16,-1 2-2-16,-4 0-1 16,0 4 0-16,0 0 1 15,-6 0-1-15,-3 2 0 16,0-4 0-16,0 1 0 16,3-1 0-16,-5-2-1 0,1-1 0 15,1 0-2-15,-1-5 2 16,1-1 1-16,3-1 0 15,4 1 0-15,0-1 0 16,2-2-1-16,3 1 1 16,10-1 1-16,2 1-1 0,6-1 0 15,6 0 1-15,0-1-2 16,7 0 1-16,0 2 1 16,-5-2-2-16,-6 1 1 15,-4 1-1-15,-7-1-40 16,-12-1-27-16,0 0-43 0</inkml:trace>
  <inkml:trace contextRef="#ctx0" brushRef="#br0" timeOffset="154238.01">30690 15483 11 0,'3'-10'15'0,"-1"0"36"0,0 2-20 16,0 2-2-16,-1 0-1 15,1 2-8-15,-2 3-4 0,0-1-2 16,0 2-2-16,0 0-10 16,0 0-2-16,0 0 0 15,0 0 5-15,0 0 2 16,0 0 2-16,0 0-3 15,0 2 0-15,0 1 2 0,0 1 0 16,0 3 3-16,-4 3 3 16,2 4 6-16,0 6 7 15,0 4 1-15,0 5-8 16,2 4-1-16,0 3-5 16,0 3-2-16,0 3-8 15,0-1-2-15,0-1-1 0,0-2-1 16,2-6 0-16,0-7 0 15,-1-5 0-15,-1-7 0 16,0-6 1-16,0 0-2 16,0-6-12-16,0-1-13 15,0 0-16-15,-2 0-29 0,-1 0 1 16,-3-8-101-16</inkml:trace>
  <inkml:trace contextRef="#ctx0" brushRef="#br0" timeOffset="154927.76">31076 15638 163 0,'0'0'4'0,"0"0"25"0,0 0-3 0,0 0-3 16,0 0-2-16,0 0-1 15,0 0-2-15,-50-30-9 16,33 30-1-16,-4 4 1 16,-2 6 14-16,2 0 3 0,0 5-9 15,-2 0-4-15,5 4-4 16,1 2-2-16,6 2-2 15,1 1-2-15,6-1-1 16,4 2-1-16,0 0 0 16,12-2 0-16,4 0-1 0,4-4 1 15,2-4-1-15,1-1 2 16,2-4-1-16,1-5 0 16,-1-5 1-16,0 0-1 15,-4-2 2-15,0-5-2 16,-3-8 2-16,-3-1 2 15,-2-6 3-15,-3-3 2 0,-5-4-1 16,-4-2-3-16,-1-3-2 16,-5 3-3-16,-12-2 1 15,-3 6-1-15,-4 2 0 16,-1 5 0-16,1 5-1 0,2 5 0 16,3 7-1-16,6 3-1 15,3 0-29-15,6 5-40 16,4-1-50-16,0-4-94 15</inkml:trace>
  <inkml:trace contextRef="#ctx0" brushRef="#br0" timeOffset="160997.84">32439 15584 142 0,'0'-7'23'0,"0"0"10"0,0-2 10 0,0 2-17 16,0-3 12-16,0 3-9 15,0 2 3-15,0 0-19 16,0 2-11-16,0 3 1 16,0 0 3-16,0 0-5 15,2 2 0-15,1 9 1 0,0 4 0 16,0 5-1-16,-3 5 22 16,0 3-16-16,0 5 14 15,0 2-7-15,0 1-10 16,0-2 0-16,0 1-3 15,0-5-1-15,0-2 0 0,1-5 0 16,2-5 0-16,0-3 0 16,-1-2-1-16,-1-5-2 15,0-2-27-15,-1 1-37 16,0-4-9-16,0-3 10 0,0 0-54 16</inkml:trace>
  <inkml:trace contextRef="#ctx0" brushRef="#br0" timeOffset="161424.16">32772 15600 219 0,'0'0'3'0,"0"0"23"15,0 0-15-15,0 0-3 16,0 0 15-16,8 41 11 16,-16-17 3-16,-3 3-8 15,4 1-15-15,-4 2-5 16,1 0-5-16,0 1-1 0,-2-1-2 16,0-3-1-16,0-4 2 15,4-5-1-15,1-5-1 16,4-6-1-16,3-3 2 15,0-1-1-15,2-3-1 16,7 0 2-16,10 0 0 0,1 0-1 16,8 0 0-16,5 0 1 15,3 0-1-15,-1-3 0 16,6-1-1-16,1 1 1 16,-2 0 0-16,-5 2 0 15,-4 1-1-15,-4 0-16 16,-11 0-39-16,-5 0-1 0,-7 0-3 15,-4 0-54-15</inkml:trace>
  <inkml:trace contextRef="#ctx0" brushRef="#br0" timeOffset="161659">32915 15820 183 0,'0'0'8'0,"0"0"45"0,0 0-11 16,0 0 4-16,0 0-21 16,0 0-22-16,0 0 18 15,-4 43 8-15,2-7-10 16,-2 1-10-16,0 6-6 16,-2 1-2-16,1 0-1 0,-4-3-1 15,5 0-21-15,-1-6-65 16,4-9-41-16</inkml:trace>
  <inkml:trace contextRef="#ctx0" brushRef="#br0" timeOffset="168194.99">25711 14073 201 0,'0'0'-8'0,"0"0"16"0,0 0-9 0,0 0 1 0,0 0 0 16,0 0 1-16,0 0-1 15,-10 37 2-15,16-27-1 16,-1 0 0-16,0 3 0 0,0-3-1 16,0 2 0-16,-2-2 0 15,0 3 0-15,-2-3 0 16,-1 4-1-16,0-4-3 15,0 1-43-15,0-5-50 16</inkml:trace>
  <inkml:trace contextRef="#ctx0" brushRef="#br0" timeOffset="168546.31">25584 13930 71 0</inkml:trace>
  <inkml:trace contextRef="#ctx0" brushRef="#br0" timeOffset="168710.02">25611 14195 38 0,'0'0'59'15,"8"67"-12"-15,-3-40-18 16,-3-3-9-16,-2-4-4 15,0-3-12-15,0-3-5 0,0-2 0 16,0-6-9-16,0-4-79 16</inkml:trace>
  <inkml:trace contextRef="#ctx0" brushRef="#br0" timeOffset="169096.37">25782 14097 258 0,'0'0'-1'0,"23"-51"-28"0,-8 26 0 15,6 6-3-15,2 3-5 16,1 5 10-16,-2 5 12 16,0 6 15-16,-5 6 1 15,-6 10 0-15,-1 5 5 16,-9 3 12-16,-1 3 7 0,0-1 8 15,-9 0-7-15,-5 0-8 16,-3 2 2-16,-4 0-6 16,1 0 0-16,0-5-2 15,2-1-3-15,6-5 0 0,6-4-4 16,6-6-1-16,1-5-2 16,17-2 2-16,10 1 8 15,8-9-1-15,5-2-3 16,5-2 0-16,1 1-3 15,-1 0-4-15,-4 3 0 16,-4 1-2-16,-8 5 0 0,-7 2-7 16,-10 0-40-16,-13 0-17 15,0 4-53-15</inkml:trace>
  <inkml:trace contextRef="#ctx0" brushRef="#br0" timeOffset="169318.06">25631 14063 180 0,'0'0'-46'0,"0"0"-15"0,0 0 10 0</inkml:trace>
  <inkml:trace contextRef="#ctx0" brushRef="#br0" timeOffset="169566.23">25655 14126 1 0,'7'36'43'16,"2"6"10"-16,-2 2 3 0,-2-2-11 15,-1-1-12-15,2-6-3 16,-4-6-8-16,-1-6-4 15,0-7 3-15,0-5-8 16,-1-4-3-16,0 0 0 16,0-5-4-16,0-2-2 0,0 0 9 15,0-5 15-15,0-8-25 16,-1-5-2-16,0-6-2 16,0-7-2-16,1-3-19 15,-2-4-6-15,2-1 3 16,-4-1-8-16,2 3 0 15,0 3-4-15,1 4-8 0,0 6-26 16,0 4-3-16</inkml:trace>
  <inkml:trace contextRef="#ctx0" brushRef="#br0" timeOffset="169646.12">25712 14086 10 0</inkml:trace>
  <inkml:trace contextRef="#ctx0" brushRef="#br0" timeOffset="169986.25">25572 14950 290 0,'0'0'5'0,"0"0"3"0,0 0-6 16,0 0 10-16,0 60 13 15,0-26 13-15,0 3-11 16,0 3-13-16,0 1-4 15,0 2-5-15,0-3-4 16,1-3 1-16,1-3-3 0,2-7 1 16,-1-5 0-16,1-5-24 15,-1-5-29-15,1-7-27 16,2-5-22-16</inkml:trace>
  <inkml:trace contextRef="#ctx0" brushRef="#br0" timeOffset="170378.84">25781 15128 311 0,'0'0'6'0,"16"-60"24"16,-6 31 14-16,3 6-8 15,2 3-12-15,2 6-2 16,3 3-7-16,0 6-7 15,-1 5-5-15,1 2-1 16,-5 12-2-16,-3 6 0 0,-7 5 2 16,-5 4-2-16,0 3 0 15,-4-2 0-15,-9 2 0 16,-2-3-2-16,-2-3 1 16,-3-2-1-16,1-3 1 15,3-5-1-15,2 1 2 0,3-6 0 16,5-3 0-16,4-3 0 15,2-2 0-15,8-3-2 16,11 0 2-16,6 0 2 16,5 0-2-16,8-3 0 15,3-3 0-15,3-1 0 0,-1 0-2 16,-3 2-28-16,-5-4-68 16,-7-2-69-16</inkml:trace>
  <inkml:trace contextRef="#ctx0" brushRef="#br0" timeOffset="173912.58">30452 16588 79 0,'0'0'8'0,"0"0"14"0,0 0-17 0,-1 0-5 15,1 0 3-15,0 0 41 16,0 0-5-16,0 0-18 16,-1 0-4-16,1 0-4 0,0 0 3 15,0 0 3-15,0 0-7 16,7 0-6-16,9 0-5 15,10-4 2-15,14 1 8 16,14 0 9-16,18-1 6 16,21 0-8-16,17-2-4 0,18-1-2 15,14 2-4-15,12 1 0 16,6 0-2-16,7 1-2 16,-3 3 0-16,1 2 1 15,-2-2 3-15,-5 0 4 16,-8 1 1-16,-12 6-4 0,-10-1-3 15,-10-2 0-15,-11 2-4 16,-13-5 2-16,-11 1-4 16,-9 0 2-16,-9-2-2 15,-9 0 1-15,-12 0-1 16,-11-4 1-16,-9 1-1 0,-7-1-1 16,-11 0-14-16,-6 2-19 15,-1-4-38-15,-15-3-70 16</inkml:trace>
  <inkml:trace contextRef="#ctx0" brushRef="#br0" timeOffset="174770.98">31421 17051 240 0,'0'0'3'0,"0"0"24"0,0 0 8 16,0 0-1-16,9-45 1 16,-2 33-8-16,2 2-4 15,5 1-10-15,0 3-4 16,4 2-3-16,1 4-1 16,2 1-2-16,-2 2-1 0,2 8-1 15,-1 6-1-15,-5 3 1 16,-1 3 1-16,-5 4-2 15,-5-1 1-15,-4 1-2 16,0 2-3-16,-9-2-9 16,-9-3-4-16,-1-4 9 0,0 0 4 15,-1-4 3-15,3-2 2 16,2-3-1-16,5-2 1 16,3-4-1-16,4-1 0 15,3-2 0-15,6-2 2 16,9 0 1-16,10 0 1 0,7 0-2 15,7 0 0-15,4-4 0 16,3-2-2-16,4 2 1 16,-3-2-1-16,-7 2 0 15,-2 0-2-15,-7 0-33 16,-5 1-50-16,-6-2-3 0,-6-4-76 16</inkml:trace>
  <inkml:trace contextRef="#ctx0" brushRef="#br0" timeOffset="175128.81">32037 17054 297 0,'0'0'4'0,"0"0"59"0,0 0-2 16,0 0-32-16,0 0-29 15,0 0 3-15,0 0 8 0,-5 50 4 16,3-25-5-16,-1 1-3 15,2-2-1-15,1-3-4 16,-1-1 1-16,1-3-2 16,0-3 1-16,0-4-1 15,0-4 0-15,2-3 0 0,8 0 0 16,5-3 2-16,3 0 4 16,7 0-2-16,2-4-3 15,7-1 0-15,2 2-1 16,3-2 0-16,-6 0-1 15,-1 1 0-15,-5 0-1 16,-6 1-11-16,-6 0-21 0,-5-1-16 16,-6 0-16-16,-4-2-35 15,0 0 16-15,-6-1-78 16</inkml:trace>
  <inkml:trace contextRef="#ctx0" brushRef="#br0" timeOffset="175284.6">32277 17172 110 0,'0'0'56'0,"0"0"9"16,-46-16 5-16,31 16 8 15,4 0-31-15,3 6-16 16,2 8 2-16,4 5-5 16,2-1-11-16,0 9-7 15,0 0-7-15,5 4-3 0,3 2 1 16,-6 4-1-16,-1-2-30 16,-1-6-58-16,0-11-132 15</inkml:trace>
  <inkml:trace contextRef="#ctx0" brushRef="#br0" timeOffset="175811.77">30556 17903 283 0,'0'0'42'0,"-40"28"14"16,18-3-25-16,1 10-10 0,5 5-2 15,0 5-4-15,7-2-9 16,7 1-3-16,2-3 2 16,0-5-4-16,10-5 1 15,7-4-2-15,2-8 1 16,4-7 0-16,6-9-2 0,2-3 3 16,3-11 0-16,2-15-1 15,-2-6 1-15,-3-7-1 16,-4-6 1-16,-8-3-2 15,-6-2 1-15,-8 2 0 16,-5 2 0-16,-11 6-1 16,-10 12 1-16,-11 8 0 0,-8 12-1 15,-3 8 0-15,-3 5 1 16,0 12-2-16,4 2 1 16,9 1-1-16,8-2-1 15,9-1-15-15,9-1-26 0,7-4-45 16,0-7-48-16</inkml:trace>
  <inkml:trace contextRef="#ctx0" brushRef="#br0" timeOffset="176282">30830 17645 419 0,'0'0'2'16,"0"0"8"-16,0 0 1 15,0 0-2-15,29 60 7 16,-21-17 4-16,-3 7 4 0,4 0 0 16,-6 3-8-16,3-1-6 15,0-1-6-15,-3-7-2 16,-1-4-1-16,0-4-1 16,-2-7 0-16,0-9 1 15,0-5-1-15,0-7 0 0,0-7 0 16,1-1 1-16,5-4 2 15,3-6-3-15,1-7-1 16,6 0-2-16,2-1-3 16,2 2 4-16,0 4 2 15,-2 4-3-15,0 7 0 0,-4 1 0 16,-1 5-4-16,-4 8 2 16,-6 6 1-16,-3 1-2 15,0 2 1-15,-3 2 2 16,-12-1 1-16,-5-1 3 0,0-3-1 15,0-2 0-15,-1-2 0 16,-1-4 0-16,4-2 0 16,0-4-1-16,0-2-19 15,5-3 0-15,2 0-3 16,4-2-1-16,6-7-13 16,1-3-26-16,8-5-38 0,9-5-64 15</inkml:trace>
  <inkml:trace contextRef="#ctx0" brushRef="#br0" timeOffset="176622.14">31386 17976 414 0,'0'0'2'0,"0"0"3"0,-60-17 19 15,35 17 3-15,2 0-9 16,2 7-4-16,3 4 0 0,7 3-8 15,5 1-4-15,6 2 0 16,3 3-2-16,10 2 0 16,4 1 1-16,4 5-1 15,0 1 0-15,-1 2 0 16,-3-2 0-16,-5 0-13 0,-5 0 1 16,-3-4 7-16,-4-4 1 15,0-3 4-15,-3-3 0 16,-7-3 0-16,-4-3 1 15,-1-3-2-15,-3-2 1 16,3-3 1-16,0-1-4 0,2 0-17 16,0-5-17-16,4-6-16 15,7-5-41-15,2-2-35 16</inkml:trace>
  <inkml:trace contextRef="#ctx0" brushRef="#br0" timeOffset="177159.03">31474 18263 341 0,'0'0'4'0,"0"0"10"0,0 0 12 16,0 0 0-16,50-34-3 16,-35 21-6-16,2 0-6 15,-3-2-8-15,1 3-2 16,-4-1 1-16,-4 1-1 15,-3 1-1-15,-3 0 2 16,-1 4 14-16,0 1 5 0,-8 4-5 16,-2 2 0-16,-2 0-8 15,-1 9-3-15,4 6 1 16,-2 2-4-16,2 4 0 16,3 0 0-16,5 1-1 15,1-1-1-15,0-1 0 0,1-2 1 16,9-3 0-16,3-3-2 15,1-2 2-15,3-3-2 16,-3-3 1-16,3-4-1 16,-3 0 0-16,2 0-1 15,-2-9 1-15,0-6 1 0,1-3 0 16,-2-5 1-16,1-4-2 16,0 2 2-16,-1-1-1 15,-1 2 0-15,-2 3 1 16,-1 7-1-16,-2 5 3 15,1 6 2-15,-1 3-2 0,2 3-3 16,0 10 1-16,-1 4 0 16,3 3 0-16,-3 2-1 15,0 0 0-15,0 0 1 16,-1-2-1-16,-1 0-1 16,0-3-14-16,-2-1-37 0,-1-5-8 15,-2 0-40-15,-1-8-20 16,0-3-101-16</inkml:trace>
  <inkml:trace contextRef="#ctx0" brushRef="#br0" timeOffset="177570.65">31996 18182 401 0,'0'0'12'0,"0"0"37"0,0 0-16 16,0 0-29-16,0 0-2 16,0 0 6-16,0 0 4 0,28 49-2 15,-20-30-6-15,1-1-3 16,-2-2 0-16,-1-3-1 15,-3-5 0-15,-1-2 1 16,-1-4-1-16,0-2 1 16,-1 0 4-16,1-11-1 0,2-4-3 15,1-7 0-15,6-2 0 16,-1-4-1-16,4 0 0 16,8-1 0-16,2 2-2 15,4 4-11-15,1 5-23 0,0 7-7 16,1 4-18-16,-2 4-42 15,-3 3 0-15,0 0-54 16</inkml:trace>
  <inkml:trace contextRef="#ctx0" brushRef="#br0" timeOffset="177930.47">32413 18092 223 0,'0'0'44'16,"0"0"30"-16,-43 11-17 15,23-2-7-15,0 5-17 16,3 0-3-16,1 1-7 15,4 2-13-15,3-1-6 16,7 0-2-16,2-3-1 0,0 3-1 16,0-6 0-16,10 1 1 15,0-5-2-15,3-2-1 16,1-4-11-16,2 0-4 16,1-4 5-16,-3-6 0 15,3-4 5-15,-5-1 5 0,-2-1 2 16,-1 3 0-16,-4 1 0 15,-2 5 1-15,-2 2 10 16,0 3 11-16,1 2-8 16,-2 0-14-16,3 6 0 0,2 2 1 15,0 4-1-15,1 0 0 16,1 1 0-16,2 0 0 16,-2 0 0-16,3 0-12 15,-2-4-29-15,1-2-24 16,-5-3-49-16,0-4-60 15</inkml:trace>
  <inkml:trace contextRef="#ctx0" brushRef="#br0" timeOffset="178316.14">32560 17922 191 0,'0'0'181'15,"0"-54"-177"-15,-2 39 28 16,1 15 18-16,1 2-36 15,-1 20-12-15,-1 7 10 16,1 8 12-16,1 4-3 16,0 1-9-16,0-3-5 0,0-1-4 15,0-5-1-15,0-3-1 16,4-6-1-16,0-5 0 16,-2-6 2-16,0-4-2 15,2-3 0-15,-2-6 1 16,1 0 1-16,2-3 3 0,2-10-2 15,1-2-1-15,3-4 0 16,0 0 0-16,1 3-2 16,-1 2 0-16,1 8 0 15,0 3 0-15,-1 3 0 16,-1 3-1-16,-2 8-1 0,1 5 1 16,-1 2 0-16,-1 2 1 15,3 0-1-15,-2 0 0 16,-1-1-30-16,-1-7-38 15,-3-2-47-15,-1-7-100 16</inkml:trace>
  <inkml:trace contextRef="#ctx0" brushRef="#br0" timeOffset="178502.81">32698 17970 407 0,'0'0'-8'0,"-13"-55"10"0,13 36 7 16,0 9-1-16,0 5-8 16,5 5-5-16,8 0 4 15,2 7-31-15,4 4-58 0,3-2-46 16</inkml:trace>
  <inkml:trace contextRef="#ctx0" brushRef="#br0" timeOffset="179299.8">32935 18135 429 0,'0'0'0'16,"0"0"0"-16,0 0 5 16,-21 50 12-16,20-38 56 15,0 1-68-15,1 1-2 0,0-4-2 16,0 2 0-16,0-4 0 15,3-1 0-15,2-3 1 16,0-2-2-16,3-2 0 16,-1 0 0-16,-1-6 1 0,-3-6 0 15,1-3 1-15,-1-2-1 16,-2-1 1-16,2-1-2 16,-1 0-1-16,0 1-2 15,0 1 1-15,2 2 2 16,0 2 0-16,-2 2 0 15,1 1 0-15,1 2 1 0,1 4-1 16,0 2 1-16,3 2 1 16,-2 0 3-16,1 2-2 15,2 10-1-15,0-1-2 16,-1 4 0-16,-1 1-1 16,2 0 1-16,-2 2-1 0,-1-5 1 15,0 1 0-15,1-2 0 16,-2-1-1-16,1-5 1 15,-2-2 0-15,1-4 0 16,-1 0 0-16,1 0 0 16,1-9 0-16,2-7 1 0,-1 0 0 15,2-4 1-15,-1 2-2 16,1 0 1-16,-1 6 0 16,-2 2 1-16,1 4-2 15,0 6 0-15,-1 0 1 16,2 3-1-16,-1 7 0 0,3 3-1 15,1 1-2-15,0-1 2 16,1 1 2-16,-1-3 3 16,1 0 0-16,0-1-1 15,1-4 0-15,1-2 0 16,-1-4 0-16,3 0-1 0,0 0 0 16,2-10 1-16,-1-4 0 15,3-3 4-15,0-1 5 16,1-3-2-16,0 2-1 15,0 3-1-15,-5 4-4 16,-2 7-2-16,-2 3-1 16,-2 2-1-16,-2 4 0 0,-2 9 0 15,0 2 0-15,-3-1 0 16,-3 3 0-16,0 2 1 16,-5-3 0-16,-6 0 0 15,-9-3-1-15,-6-10 0 0,-10-6 0 16,-11-27 0-16,-14-22-26 15,-5-22-114-15</inkml:trace>
  <inkml:trace contextRef="#ctx0" brushRef="#br0" timeOffset="202316.03">15797 17575 148 0,'0'0'73'0,"0"0"-30"0,0 0-1 15,0 0-7-15,0 0-17 0,0 0-8 16,0 0 19-16,-25 43-1 15,25-12-4-15,0 8-3 16,6 7-9-16,4 6-4 16,-2 3-4-16,-1 3-3 15,-2 3 0-15,2-3-1 0,-5-4 1 16,-2-3-1-16,2-6 0 16,-2-8 0-16,2-8 0 15,0-7 0-15,1-7-1 16,3-6-1-16,-1-8-22 15,4-1-30-15,-3-9-29 0,2-14-10 16,0-9-94-16</inkml:trace>
  <inkml:trace contextRef="#ctx0" brushRef="#br0" timeOffset="202740.37">15964 17820 309 0,'0'0'0'0,"0"-39"16"0,0 19 35 15,7 0-13-15,4-1-14 16,4 4-4-16,5 0-3 16,2 4-6-16,2 3-6 15,0 8-1-15,-1 2-3 16,1 5-1-16,-1 12 1 0,-6 8-2 15,-1 4 2-15,-7 4-1 16,-3 3-1-16,-4 0 2 16,-2 1-2-16,0 0 1 15,-4-3 0-15,-4 0 0 16,1-4 0-16,-2-3 0 0,4-3 0 16,1-1 0-16,4-3 0 15,0-2 0-15,2-4 1 16,9-1-2-16,9-3 2 15,5-1-1-15,7-4 0 16,7-5 0-16,4 0 0 16,6 0 0-16,2-11-2 0,3-3-40 15,-3-9-70-15,-1-5-43 16</inkml:trace>
  <inkml:trace contextRef="#ctx0" brushRef="#br0" timeOffset="203425.84">18557 17624 264 0,'0'0'3'0,"0"0"43"0,0 0 15 0,0 0-57 16,0 0-1-16,36 5 12 15,-19 8 4-15,8 1-1 0,-1 2-3 16,3-1-7-16,3-3-2 16,-5 0-4-16,-1-6 0 15,0-4-2-15,-3-2 1 16,-2-8 1-16,-1-10-1 16,0-6 2-16,-2-5 0 0,0-3-1 15,-1-1 2-15,-1 5-3 16,-1 1 0-16,0 7 1 15,-1 6 1-15,1 5 3 16,3 9-2-16,-1 0 0 16,3 5-1-16,5 6-1 15,-2 7 1-15,4-1-1 0,1 3 0 16,1 2-1-16,-1-1-1 16,0-1 0-16,-1-3 1 15,-2-3-2-15,1-3 0 16,-5-5-22-16,0 0-31 15,-3-5-43-15,-3-1-29 0</inkml:trace>
  <inkml:trace contextRef="#ctx0" brushRef="#br0" timeOffset="203859.97">19614 17308 326 0,'0'0'4'0,"0"0"19"0,0 0 48 0,0 0-63 16,0 0-5-16,0 54 15 15,5-18 5-15,1 6-8 16,0 4-7-16,2-1-4 15,-1 1-3-15,1-1 1 16,0-2-4-16,0-4 2 0,-2-6-1 16,1-5-5-16,-3-5-33 15,0-6-29-15,-1-9-34 16,0-8-16-16</inkml:trace>
  <inkml:trace contextRef="#ctx0" brushRef="#br0" timeOffset="204280.92">19820 17501 367 0,'0'0'3'0,"17"-59"33"16,-1 30 11-16,4 6-22 15,1 2-10-15,4 7-7 0,1 4-1 16,-2 8-4-16,-4 3-1 16,1 7-2-16,-6 12 0 15,-3 4 1-15,-6 5-1 16,-5 2 0-16,-1 0 0 16,0 2 0-16,-5-3 0 0,-4-1 0 15,-1 0 0-15,0-4 0 16,0-3-1-16,2-4 1 15,4-3-1-15,1-4 1 16,3-4 0-16,0-2 0 16,8-3 0-16,11-2 0 0,8 0 0 15,5 0 1-15,7-5-1 16,7-3 0-16,5 0 0 16,0-1-1-16,-2 2 0 15,-4-4-28-15,-7-2-88 16,-9-7-157-16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22:27.805"/>
    </inkml:context>
    <inkml:brush xml:id="br0">
      <inkml:brushProperty name="width" value="0.05292" units="cm"/>
      <inkml:brushProperty name="height" value="0.05292" units="cm"/>
      <inkml:brushProperty name="color" value="#FF0000"/>
    </inkml:brush>
  </inkml:definitions>
  <inkml:trace contextRef="#ctx0" brushRef="#br0">10556 8210 45 0,'0'0'41'0,"0"0"13"0,0 0-45 16,-41-24 3-16,34 14 0 15,1 0-8-15,-1-3-2 16,3 2-2-16,2-2-1 16,-3 0 2-16,3 1 2 0,-1 2-1 15,1 0-1-15,0 1 2 16,-2 3 8-16,1 1 2 15,1 2-1-15,2 0-5 16,0 3-4-16,0 0-6 16,0 0 3-16,3 3 0 15,5 1-2-15,4 3 2 0,1-2-1 16,3 0-1-16,3-2 2 16,2-2-1-16,4 1 2 15,-2-2 4-15,6 0 3 16,3 1 2-16,1 2-3 0,4 1 1 15,1 1-5-15,4 2 0 16,1 3 1-16,1-2-1 16,2 4 0-16,2-1 0 15,3-1-1-15,6 1 1 16,0-1-2-16,3 0 0 0,3 0 1 16,5-1-1-16,-1-2 0 15,1-2 0-15,2 1 1 16,2 0 0-16,-1-1-2 15,0-1 4-15,2 1-1 16,0 1 2-16,0-1 2 16,2 2-1-16,0-1 0 0,-1 1 1 15,0 2 1-15,2-2-2 16,2-1 0-16,-1 1 1 16,3-3-1-16,2 0 1 15,3-1-1-15,2-3-2 16,2 0 1-16,-1 0-1 0,1 1 2 15,1-6 1-15,1-1 0 16,1-1 0-16,-1 0 1 16,3-2-3-16,1 1 1 15,0 0-2-15,-1 0-1 16,4 0-1-16,6 1 0 0,-2 0 0 16,1-1-2-16,6 1 1 15,-1-3 0-15,1 3-1 16,0-1 1-16,2-1-1 15,1 1 2-15,-1 0 0 16,3-1-2-16,0 0 0 0,-2 1 0 16,6-2 0-16,-2 0 0 15,3 0 0-15,0-2 1 16,1-2-1-16,1 1 1 16,-3-1-1-16,2 0 1 15,1-1-1-15,-5 0 0 0,3 1 1 16,0 1 1-16,-5 0 1 15,4-1 1-15,-2 3 1 16,-1-2-3-16,3 3 0 16,-3 1 0-16,0 2-1 15,-3-1 0-15,-3 2-1 0,-2 2 1 16,-4 1-1-16,2 0 0 16,-4 2 0-16,-5 1 1 15,0-3-1-15,-2 6 0 16,-4-3 0-16,-1 0 1 15,-1 0 0-15,1 0-1 0,-5 3 1 16,-3-2-1-16,-5 2 2 16,0 0-2-16,-3-2 1 15,-6 2 1-15,1-2 0 16,-5 1 1-16,-1 1-3 16,-4-2 1-16,-4 3 1 15,-1-1-2-15,-5 3 2 0,-6-5-15 16,-7-3-81-16,-16-24-156 15</inkml:trace>
  <inkml:trace contextRef="#ctx0" brushRef="#br0" timeOffset="90309.13">14330 14452 16 0,'0'0'10'0,"0"0"-7"0,0 0-1 16,2 0 1-16,0 0 2 0,4 0 1 15,-2 0-3-15,-2 0 8 16,1 0 9-16,0 0 21 15,2 0-35-15,-5 0 1 16,2 0 0-16,1 0 0 0,0 0-2 16,1 0-2-16,0 0 2 15,-1 0 0-15,3 0-2 16,0 0 1-16,1 0-1 16,3 0 1-16,0 2 4 15,4-2 3-15,-1 0-3 16,2 0 1-16,2 0 0 0,3 1-1 15,0-1 1-15,4 0 0 16,1-3-1-16,0-1-1 16,-1 4-2-16,2-3 0 15,-1 2-1-15,0-1-1 16,0 1 0-16,2-1 1 0,-1 1 0 16,3-1 1-16,2 0 0 15,6-1 0-15,-2 1-1 16,3-1 2-16,0 1-1 15,3-1-1-15,1 1 3 16,-2 1-3-16,5-2 0 16,0 0 8-16,2 2-5 0,1-2-3 15,2 2 0-15,-3-1-2 16,2 0 1-16,1 0 0 16,2-1-1-16,2 0 1 15,2-1 2-15,2 1 1 0,1 1-3 16,3-2 1-16,-2 2-1 15,3-1 1-15,0 2-2 16,0 0 0-16,3-1-2 16,-3 0 1-16,2 2-1 15,2 0 1-15,0 0-1 0,2 0 0 16,0 0 0-16,0 0 1 16,-2 0-1-16,3 2 0 15,-3-2 0-15,2 0 0 16,2 0 0-16,2-2 1 15,2 1-2-15,4-1 2 16,0-3-1-16,3 0 0 0,3 0 0 16,1-1 0-16,-3 0 0 15,0 2 0-15,-1 0 1 16,3 1-2-16,-4 0 1 16,2 3 0-16,-3 0 0 0,3 0 0 15,0 0 0-15,-4 2 0 16,2 2 0-16,0 0 0 15,5-2 0-15,2 0 0 16,-1-2 0-16,5 0 0 16,4 0 0-16,0 2 0 15,0-4 0-15,3-2 1 0,3 0-1 16,3-2 0-16,-3 1 0 16,5 1 0-16,0-1 0 15,2 1 0-15,-2-2 0 16,3 5 0-16,0-3 0 15,3 3 0-15,1-1 0 0,3 1 0 16,-3-3 0-16,6 3 0 16,-4 1 0-16,3-3 0 15,-2 0 0-15,3 0 0 16,1 2 0-16,-3-1 1 16,2-2-2-16,1 4 2 0,-4-2-2 15,2 1 2-15,-2 1-1 16,-3 0 0-16,1 0 1 15,-3 0-1-15,-1 0-1 16,3 1 1-16,-4-1 0 16,-3 1 0-16,-1 2 0 0,0 1 1 15,1-1-1-15,-1 1 0 16,2-3 1-16,1 1-1 16,1-2 0-16,-1 1 0 15,2-1 1-15,-1 0-1 16,2 0-1-16,0 0 1 15,-2-1 1-15,0-1-1 0,-3 1 1 16,1 1-1-16,-4 0 0 16,-2 0 0-16,0 1 0 15,-4-1 2-15,-5 0-2 16,-2 3 0-16,-5 0 1 0,-2-1-1 16,-2 1 0-16,-2-1 0 15,-4 1 1-15,-2-3-1 16,-2 2 2-16,-6-1 0 15,-5 0-2-15,-4-1 1 16,-5 0 0-16,-2 3 0 0,-10 0-1 16,-2 2 0-16,-5 1 1 15,-6 3-2-15,-6 2-1 16,-5 4-1-16,-9-4-79 16,-7-6-23-16</inkml:trace>
  <inkml:trace contextRef="#ctx0" brushRef="#br0" timeOffset="111672.85">22692 14988 152 0,'0'-2'-17'0,"0"2"83"0,0 0-43 16,-4 0-11-16,0 10 11 0,0 6 24 15,-2 5-8-15,3 7 0 16,1 5-13-16,0 5-6 16,2 8 2-16,-2 5-10 15,2 1-7-15,0 1-1 0,0 1-2 16,0-3-1-16,0-6-1 15,0-6 1-15,0-8 0 16,0-4-1-16,0-8 0 16,-4-5-2-16,0-3-23 15,-1-4-25-15,-3-5-35 0,0-2-9 16,-1-5-68-16</inkml:trace>
  <inkml:trace contextRef="#ctx0" brushRef="#br0" timeOffset="112063.61">22601 15083 268 0,'0'0'0'15,"18"-36"29"-15,-4 25 19 0,5 6-32 16,-1 5 0-16,3 0 3 15,0 8-4-15,3 7-3 16,-3 2-6-16,1 3-5 16,-8 3 0-16,-1 0 0 15,-7-2 0-15,-4-1 0 0,-2-2-1 16,0-2 0-16,-8-2 1 16,-5-2 0-16,-1-1 0 15,-6-3-1-15,0-2 1 16,0 1-1-16,-3-1 0 15,1-3 0-15,5 0 0 0,2-2 0 16,5 0 0-16,5 1-1 16,-2-1 2-16,7 2-8 15,0 0-17-15,0 1-5 16,10 1-8-16,4 0-2 16,2-1-7-16,1-2-45 0</inkml:trace>
  <inkml:trace contextRef="#ctx0" brushRef="#br0" timeOffset="112591.64">22875 15321 205 0,'0'0'12'0,"0"0"37"16,0 0-23-16,0 0 7 16,0 0-2-16,43 27-2 15,-32-17-6-15,-2 4-10 16,0 1-5-16,-1 2-5 0,-3-2-1 15,-1 2-1-15,-2-1 0 16,-2 0 0-16,0-4 0 16,0-3-1-16,0-1 1 15,0-3-1-15,0-3 2 16,-3-2 1-16,-3 0-1 0,0-7-1 16,2-3 0-16,-1-4 0 15,3 0 0-15,1 0 0 16,1-2 2-16,0 3 1 15,3-1 0-15,3 3-1 16,1 1 0-16,1 2 0 0,0 3 0 16,-2 2-2-16,3 0-1 15,-2 3 1-15,3 1-1 16,-2-1 0-16,-1 1 1 16,2 5 0-16,-2 1-1 15,1 0 2-15,-2 3-4 0,1 1 2 16,-1 0 2-1,0 2-2-15,-1 1 0 0,1 1 0 16,-1-1-2-16,0-2 2 16,-1 3 0-16,0-7-1 15,-1 1 1-15,-1-1-2 16,-1-3-15-16,0-2-12 0,-1-2-23 16,0-1-32-16,0-4 22 15</inkml:trace>
  <inkml:trace contextRef="#ctx0" brushRef="#br0" timeOffset="112746.86">23070 15237 241 0,'0'0'8'0,"0"0"10"0,0 0-13 0,0 0-7 16,0 0 2-16,0 0-3 15,0 0-17-15,0 0-27 16,0 0-72-16</inkml:trace>
  <inkml:trace contextRef="#ctx0" brushRef="#br0" timeOffset="113294.45">23273 15295 193 0,'0'0'17'16,"0"0"4"-16,0 0-5 15,0 0 9-15,0 0 12 16,0 0 2-16,0 0-9 16,0 0-10-16,-25 32-7 0,14-22-6 15,0 1 1-15,0 2-2 16,3 1-3-16,0 1 0 15,4 0 0-15,2 2-1 16,2-3-2-16,0 2 1 16,6-2 0-16,6 0-1 15,3-1 1-15,5-2 0 0,0-2-1 16,4-2 2-16,1-4-2 16,0-3 1-16,0 0 0 15,-1 0 0-15,-1-10 0 16,1 1-1-16,-6-5 2 0,-2 2-2 15,-1-3 0-15,-5 2 1 16,0-1 0-16,-7 0 0 16,-3 1-1-16,0 3 2 15,0 1 0-15,-9 3 0 16,-1 3 4-16,-3 3-2 16,0 0-2-16,1 3-1 0,1 8 2 15,2 3-2-15,5 3 0 16,2 1-1-16,2 0 1 15,0 0-1-15,13-2 0 16,5-5 0-16,6-2 0 0,5-2 1 16,7-7 0-16,3 0-1 15,1 1-1-15,-2-12-25 16,-3-2-143-16</inkml:trace>
  <inkml:trace contextRef="#ctx0" brushRef="#br0" timeOffset="114320.58">24926 15073 67 0,'0'-3'33'0,"0"-1"5"15,0 1-8-15,0 1-3 16,0 1 2-16,0 0-2 16,0-1-7-16,0 2-2 0,0 0-15 15,1 0-2-15,0 6 9 16,0 7 17-16,1 4 4 16,-1 5-2-16,1 4-7 15,0 4-7-15,-2 4-6 16,0-1-3-16,2 1-4 0,0-2-1 15,-2-5 0-15,1-4 0 16,1-4-1-16,0-4 0 16,-2-4 0-16,2-5 1 15,-2 1-4-15,0-3-27 16,0-1-30-16,0-3-19 0,0 0-13 16</inkml:trace>
  <inkml:trace contextRef="#ctx0" brushRef="#br0" timeOffset="114975.51">24829 15159 112 0,'0'0'9'0,"0"0"33"0,0 0-14 0,0 0-7 15,0 0 3-15,0 0-2 16,43-41-3-16,-28 34-1 15,3 4 6-15,3 0 3 16,4 2-7-16,2 1-6 16,2 0-7-16,1 7 0 0,-1 3-3 15,1 6 1-15,-3 1 0 16,-1 1-2-16,-3 3 1 16,-6 1-1-16,-4 2 2 15,-2 0-1-15,-7 2 0 16,-4 1-1-16,0-2-2 15,-4 2 0-15,-12-3 1 0,-1-1-1 16,-4-4 1-16,-6-1-1 16,-1-2 0-16,-4-4 0 15,-1-2-1-15,1-1 0 16,0-4 0-16,4 0 0 16,5-4-6-16,4 1-34 0,7-2-34 15,5 0-1-15,6-12-72 16</inkml:trace>
  <inkml:trace contextRef="#ctx0" brushRef="#br0" timeOffset="116327.26">25258 15388 76 0,'0'0'40'0,"0"0"18"0,0 0-13 0,0 0 0 16,0 0-10-16,0 0 6 15,0 0-10-15,0 0-11 16,0 0-13-16,0 0-4 16,0 0-1-16,0 0 7 15,16-13 2-15,-6 13-1 0,3 0-2 16,2-1-2-16,0-1-2 15,1-2-1-15,-3 1-1 16,0 0-2-16,-2-1 1 16,0 0-1-16,-5-2 1 15,-2-1 1-15,0 0 0 0,-4 0-2 16,0 0 1-16,0 1 0 16,-6 2 0-16,-5 0 0 15,1 2-1-15,-3 2 0 16,0 0 1-16,2 0 1 15,0 8 1-15,6 4 0 0,4 2-1 16,1 5-1-16,0-2-1 16,2 3-1-16,8-2 2 15,3 1-2-15,1-2 2 16,1-3-1-16,1-3 0 16,1-4 0-16,2-1 0 0,-2-6 0 15,0 0 2-15,1-6-1 16,1-8-1-16,-3-6 1 15,-2-4-1-15,-1-3 1 16,2-6-1-16,-6-4 1 16,-1-4-1-16,0-1 0 0,-6-2 1 15,-2 0-1-15,0 5 0 16,0 5 0-16,-6 7 1 16,-2 9 0-16,-2 11 7 15,1 7-5-15,-1 0-3 16,1 14 1-16,3 6-1 15,0 5 2-15,4 2 4 0,2 3 1 16,0 0-4-16,5 1-1 16,5 0 0-16,4-2-2 15,0 5 1-15,3-3-1 16,0-1 1-16,-1-3-1 16,-3-3 0-16,-2-4-1 0,0-7-1 15,-3-4-6-15,0-7 0 16,1-2 3-16,0 0 3 15,-2-6 2-15,0-6-1 16,0 0 1-16,-1 0 0 0,-3 0 0 16,-2 1 0-16,0 1 0 15,-1 2 1-15,0 0-1 16,0 1 0-16,0 4 3 16,-2-1 9-16,2 4 1 15,-1 0-4-15,1 0-9 16,0 3 1-16,0 6-1 0,0 3 0 15,3 1 1-15,3 3-1 16,0-1 0-16,4 0 1 16,0 0-2-16,0-2 1 15,3-2 0-15,0-1-2 16,0-6-16-16,-2-2-12 0,-1-2-27 16,0 0-8-16,-4-13-10 15,-2-5-10-15</inkml:trace>
  <inkml:trace contextRef="#ctx0" brushRef="#br0" timeOffset="116497.83">25799 15175 184 0,'0'0'4'0,"0"0"23"15,0 0-13-15,0 0-9 16,0 0-5-16,0 0 0 0,0 0 1 15,0 0-1-15,0 0-25 16,0 0-64-16</inkml:trace>
  <inkml:trace contextRef="#ctx0" brushRef="#br0" timeOffset="116948.77">25986 15260 214 0,'0'0'3'0,"0"0"16"16,0 0-14-16,0 0 26 16,0 0 2-16,0 0 9 15,-18 41-9-15,11-28-10 16,1 1-7-16,2 3-9 16,2 0-3-16,2 0-2 0,0-1-2 15,2 1 1-15,6-2-1 16,3-3 0-16,3-3 1 15,0-5-1-15,4-4 1 16,3 0-1-16,-1-6 0 16,3-7 1-16,-5-2-1 0,0-2 0 15,-5 0 1-15,-3 1 0 16,-4 3 0-16,-2 2 6 16,-4 3 22-16,0 3-4 15,0 2-4-15,0 3-10 16,0 0-11-16,1 5 0 15,2 3 0-15,1 5 0 0,3 1 0 16,-1 0 0-16,3-1-1 16,-1 1 0-16,0-1-23 15,0-2-20-15,-1-5-37 16,-1-2-36-16,-3-4-63 0</inkml:trace>
  <inkml:trace contextRef="#ctx0" brushRef="#br0" timeOffset="117088.16">26114 15161 206 0,'0'0'43'0,"0"0"-42"0,0 0-2 16,0 0-1-16,0 0-4 15,0 0-9-15,0 0-3 16,0 0-48-16</inkml:trace>
  <inkml:trace contextRef="#ctx0" brushRef="#br0" timeOffset="118037.18">26324 15266 240 0,'0'0'7'0,"0"0"15"16,0 0 4-16,0 0 6 15,-25 47 5-15,19-33-10 16,4 3-8-16,2-1-9 0,0 1-5 16,3-2-4-16,6 1 0 15,3-2-1-15,1-7 2 16,1-2-2-16,1-3 0 16,-4-2 1-16,1 0-1 15,-2-11 1-15,-2-3 2 0,-3-2-5 16,-3-1 2-16,-2-1 0 15,0 1 0-15,-7 2 0 16,-5 3 0-16,-4 0 0 16,1 1 0-16,-1 2 0 15,0 1 0-15,2 1 1 0,6 1-1 16,0 3 0-16,4 2 1 16,3 0-1-16,1 1 0 15,0 0-3-15,0 0 2 16,6 0 2-16,2 0-1 15,5 0 0-15,0 0 1 0,1 0 0 16,3 0 3-16,-1 1 3 16,1-1-1-16,-1 0-1 15,0 0-2-15,-3 4 1 16,1-1-2-16,-4 4 0 16,0 1 0-16,0-2-1 15,-2 4 0-15,-1-3-1 0,0 2 1 16,0 1-1-16,-2-2 0 15,0-1 0-15,-1-1 1 16,-1-2-1-16,-1-1 0 16,0 0 0-16,1-2 1 15,-3-1-1-15,2 0 0 0,-1 0 3 16,2-4 5-16,1-3-3 16,1-4-2-16,-2-2 0 15,1 0-1-15,0 0 0 16,0 2 3-16,-2 1-1 0,0 2 2 15,-2 2 4-15,0 4 0 16,1 2-4-16,0 0 1 16,3 0-8-16,-1 3 2 15,1 7-1-15,4 0 2 16,-2 0-1-16,2 0-1 16,1 1 0-16,-1-2 0 0,2-2 1 15,-3 0-1-15,2-3 0 16,-2-3 0-16,2-1 0 15,1 0 1-15,1-8 0 16,-1-5-1-16,3-1 0 16,-1 0 1-16,2 0-1 0,0 1 0 15,0 6 0-15,-1 1 0 16,-1 3 0-16,-1 3 0 16,-3 0-1-16,0 0 1 15,-2 8 0-15,0 0 0 16,-5 3 0-16,-1 1 0 0,0-1-1 15,-1 2 1-15,-10 0-6 16,-4-2-17-16,-1 3-19 16,-5-4-48-16,-1 0-47 15</inkml:trace>
  <inkml:trace contextRef="#ctx0" brushRef="#br0" timeOffset="118614.32">28293 14702 268 0,'-1'-20'2'0,"-16"2"26"0,-4 12 4 0,-5 6-10 16,-3 6 1-16,-2 16-1 16,2 10-1-16,6 7-3 15,3 8-1-15,7 7-3 0,6 9-1 16,0 5-4-16,4 6 0 15,1 1-3-15,0 3-4 16,0-1-1-16,-2-8-1 16,-1-5 1-16,-3-8-1 15,-2-11 0-15,-5-9 1 16,-1-8-2-16,-1-12 0 0,-1-5-10 16,0-7-12-16,-4-4-19 15,3 0-12-15,-5-7-18 16,2-11-1-16,4-7-60 15</inkml:trace>
  <inkml:trace contextRef="#ctx0" brushRef="#br0" timeOffset="119372.75">27898 15306 290 0,'0'0'3'0,"0"0"7"15,0 0 27-15,54-17 2 16,-33 14-7-16,2 0-6 15,4 0 0-15,1-4-13 16,0 3-4-16,2-2-5 16,-2 1-2-16,-4-3-1 15,0 0-1-15,-5-1 1 0,-4-1-1 16,-2-1 2-16,-6 0-2 16,-3-1 1-16,-4 2 0 15,0 0-1-15,-7 3 0 16,-6 3 0-16,-3 1 1 0,-3 3-1 15,3 0 0-15,0 13 0 16,3 1 1-16,2 2-1 16,8 2 0-16,3 3 0 15,0-1-1-15,3 0 1 16,10 0 1-16,3-3-1 0,5-1-1 16,3-5 2-16,4-2-2 15,4-5 1-15,1-4 0 16,3 0 0-16,-1-7-1 15,1-7-1-15,-3 0-1 16,-3-3 2-16,-7 1 0 0,-4 0 1 16,-7 1 0-16,-6 1 1 15,-6 2-1-15,0 1 1 16,-5 2 5-16,-8 5 4 16,-4 1-3-16,-2 3-3 15,0 0-1-15,-1 6-1 16,4 4-1-16,2 4 2 0,3 0-3 15,5 3 0-15,4 1 0 16,2-2 0-16,0 0 0 16,0-2 0-16,7-3 0 15,3 1-2-15,-2-5 2 16,3-3-1-16,-1-3-3 0,4-1 0 16,-4-2 3-16,2-11 1 15,0-1 1-15,-1-3-1 16,-1 1 0-16,-3-1 0 15,-2 4-1-15,-3 2 2 16,-2 2-1-16,0 4 1 0,0 3 1 16,0 2 0-16,1 0-3 15,4 3 1-15,2 5 0 16,1 4-1-16,3-1 2 16,1 3-2-16,1-1 1 15,-1-1 0-15,0 2-1 0,-2-3-18 16,-1-1-24-16,-2-3-21 15,1-4-23-15,-3-3 21 16,0 0-21-16</inkml:trace>
  <inkml:trace contextRef="#ctx0" brushRef="#br0" timeOffset="119592.65">28668 14951 302 0,'0'0'4'0,"0"0"17"0,0 0 31 16,0 0-44-16,0 0-1 16,-24 38 14-16,24-7 3 15,0 3-9-15,8 1-6 16,1 1-7-16,1 0-1 16,0-2-1-16,2-1 1 0,-5-3-11 15,-1-2-43-15,-2-6-48 16,-2-7 6-16</inkml:trace>
  <inkml:trace contextRef="#ctx0" brushRef="#br0" timeOffset="120653.89">28681 15266 215 0,'0'0'13'16,"0"0"44"-16,0-43-5 15,0 32 1-15,8 1-18 16,-1 3-10-16,1 3-4 15,1 1-8-15,1 2-4 0,0 1-2 16,0 0 2-16,3 0-1 16,-1 1 0-16,1 4 0 15,0 2-3-15,-1 2-1 16,1 0 1-16,-1 2-2 0,-4-1-1 16,2 3-1-16,-1 1-1 15,-4-1 0-15,1 1 1 16,0 0-1-16,-2-1 0 15,0-2 0-15,0-1 0 16,-3-1 0-16,1-4-1 16,-1-2-3-16,0-3-2 0,1 0 5 15,1-7 2-15,2-6-1 16,1-2 1-16,1-4-2 16,-1 1 0-16,0-2 1 15,-2 3 0-15,-2 1 0 16,0 5 1-16,-2 2-1 0,0 5 0 15,0 3 2-15,0 1-1 16,2 0-2-16,-1 5 1 16,2 5 0-16,0 0 1 15,3 4-1-15,0-2 0 16,-1-1 0-16,4 1-1 0,-4-3 1 16,3 1 0-16,-2-3 0 15,2-1 0-15,-4-4 1 16,2 0-1-16,0-2 0 15,2-2 1-15,1-10 0 16,1-3 0-16,2-1 0 16,-2-2-1-16,1 1 0 0,0 2 0 15,0 4 0-15,-2 4 0 16,-1 3 0-16,2 3 0 16,-5 1-1-16,3 2 1 15,-3 9-1-15,5 2 1 0,-3-1 0 16,2 4 0-16,0-4 0 15,1 2 0-15,0-3 0 16,2-1 0-16,2-2 0 16,1-3 0-16,2-1 0 15,1-4 0-15,-1 0-2 0,2-4 1 16,-2-6 0-16,0-4 1 16,-3-2 0-16,-1-1 0 15,-7-1 0-15,-4 2 0 16,-2 2 0-16,0 1 1 15,-8 5-2-15,-5 2 2 0,0 5-2 16,-1 1 0-16,3 0 1 16,2 8-1-16,2 5 1 15,6 0-2-15,1 1 2 16,0 0 1-16,4 0-2 16,7-1 1-16,2-1 0 15,3-1 0-15,0-2 0 0,1-2-1 16,0-3 2-16,-1-1-2 15,3-3 1-15,-2 0 1 16,4-8 0-16,-2-3-2 16,1 1 1-16,-3-3 1 15,-2 5-1-15,-4 0 1 0,-2 4-2 16,-2 4 1-16,-2 0 0 16,0 0 0-16,-4 9-1 15,1 1 1-15,-2 3 0 16,0-2 0-16,0 0 0 15,0-1 0-15,-3-1 0 0,-3-2 0 16,0-2-14-16,0 0-27 16,0-1-25-16,1-4-44 15,-1 0-12-15</inkml:trace>
  <inkml:trace contextRef="#ctx0" brushRef="#br0" timeOffset="120794.86">29710 15276 319 0,'0'0'3'0,"0"1"-6"0,-4 3-23 16,-8-1-68-16</inkml:trace>
  <inkml:trace contextRef="#ctx0" brushRef="#br0" timeOffset="125246.12">22399 16311 1 0,'-1'0'18'0,"-1"0"7"0,0-2 1 15,0 0-8-15,0-1 15 16,-1 1-5-16,1 1-12 16,1 0-5-16,1 1-5 15,-1-2 2-15,0 2 1 0,1 0 2 16,-1 0-6-16,1 0-4 16,0 0 0-16,0 0 0 15,0 0 0-15,0 0 2 16,0 0-2-16,0 0 0 15,0 0 4-15,0 0 4 0,2 0 1 16,5 0-3-16,-2-1-1 16,2 0 1-16,3-1 3 15,-1 2-2-15,2-1 0 16,3-2 0-16,-1 3-1 0,3-3 3 16,-1 3-2-16,5-1-2 15,1-1-1-15,0 2 1 16,4-1-2-16,1-1 2 15,1 1 0-15,2-2-1 16,2 2-1-16,2-1 2 0,-3 0-3 16,4 0 2-16,0-1-2 15,0 0 2-15,1 1 0 16,1-1-1-16,-4 1 2 16,6-1-2-16,-4-1 0 15,3 1-1-15,3 0 0 16,1-1 0-16,-1 1-1 0,2-1 2 15,3 0-4-15,-3 0 2 16,2-1 1-16,-1 2-1 16,2-1 0-16,-2 1 1 15,-3-1-1-15,2 0 0 16,3 4-1-16,-5-3 1 0,3 2-1 16,-3-2-1-16,2 1 1 15,-1 2-1-15,-1 0 1 16,2-1-1-16,0 0 1 15,-1 0-1-15,0 1 1 16,1-2-1-16,-2 2 0 0,2-2 1 16,0 2-1-16,0 0 1 15,0 0 0-15,2 0-1 16,-3 0 1-16,2-2-1 16,-3 2 0-16,1-1 0 15,3 1 0-15,-2-2 0 0,2 2 0 16,0-2 1-16,1 2-1 15,1-1 0-15,0 1 0 16,-1-2 0-16,0 1 0 16,2-1 2-16,0 1-4 15,4-2 4-15,1 2-2 0,-1-2 0 16,4 0 2-16,0 2-2 16,1-1 1-16,2 0 1 15,-3 1 1-15,3 0-1 16,-3-2 4-16,0 2 2 15,0-1-2-15,-3 0 0 0,-1 0-2 16,1-1 3-16,0 2-5 16,1-2 0-16,-2-1-2 15,2 1 1-15,2-1 0 16,2-1 0-16,2 1 0 16,1 0 0-16,-1 0 1 15,1-1 0-15,-7 1-1 0,-1 1 1 16,-3 0 0-16,-5-1-1 15,-2 3-1-15,-5-1 2 16,-4 3-1-16,-3-2 0 16,-5 1-1-16,-3 0 0 15,-4 0 1-15,-2 0 0 0,-3 0-1 16,-2 0 2-16,0 0-1 16,-5 0 0-16,1 0 2 15,-3 0-2-15,3 0 1 16,-4 0-1-16,2 0-1 0,1-1 1 15,-3 1 0-15,1-3 1 16,2 3 1-16,-2-1 0 16,2-1 0-16,-3 2 2 15,1 0-4-15,-2 0 0 16,0 0-1-16,-1 0 0 16,0 0 0-16,-1 0 0 0,0 0-1 15,0 0 1-15,0 0-1 16,0 0-2-16,-1 0-15 15,-4 0-29-15,-2-1-47 16,-1-7-62-16</inkml:trace>
  <inkml:trace contextRef="#ctx0" brushRef="#br0" timeOffset="128356.49">21720 16237 73 0,'0'-10'16'0,"0"1"34"0,0 1-23 0,0 0-2 15,0 4-4-15,0-1 4 16,0 2 0-16,0-1-6 15,0 2 2-15,0 2 8 16,-1 0-11-16,-5 6-17 16,0 6 6-16,-3 4 7 15,-4 3-3-15,1 4-2 0,0 0-2 16,-1 0-3-16,-1-2 0 16,1-1-3-16,3-4 0 15,1-4 0-15,3-3-1 16,2-2 0-16,0-4 0 0,4-2 1 15,0-1-1-15,0 0 3 16,0 0 0-16,4-7-3 16,1-2 1-16,6-3 0 15,0-4 0-15,0-2-1 16,2-4 0-16,1 1 1 16,-1 0-1-16,-3 1 0 0,0 3 0 15,-2 3 0-15,-4 5 0 16,0 2 0-16,-4 4 1 15,1 0 11-15,-1 3 4 16,0 0-9-16,0 0-6 16,0 3 0-16,0 4 3 0,0 2 1 15,-1 2 2-15,1 3 1 16,0 2 1-16,0 2 0 16,0 1 2-16,0 2-3 15,0 2 1-15,2-2-3 16,1 3-1-16,0-1-2 0,2 0-2 15,-4-2 1-15,2 0-2 16,-1-1 1-16,1-6-1 16,0 0-1-16,-3-2 2 15,2-4-2-15,-2 0 2 16,2 0-1-16,-2-3-1 0,0 0 1 16,0-1 0-16,0 1-4 15,0 0-14-15,0 0-17 16,0 0-12-16,0-2-52 15,-4-2-15-15</inkml:trace>
  <inkml:trace contextRef="#ctx0" brushRef="#br0" timeOffset="128886.87">21579 16680 140 0,'0'0'40'0,"0"0"-12"0,0 0 0 16,0 0-5-16,0 0-4 15,0 0-5-15,0 0-3 16,0 0-1-16,0 0 12 0,0 0 0 16,0 0-1-16,0 0 0 15,-10 6 5-15,20-6-5 16,-1 0-4-16,9 0-5 16,-1-3 3-16,8-2 1 15,2-1-4-15,4-3-1 0,2 2-1 16,1 0-1-16,-2 2 2 15,-4 1-5-15,-3 2-3 16,-7 0-2-16,-2 2 1 16,-5 0-2-16,-3 0 1 0,-2 0-1 15,-4 0 1-15,0 0-1 16,-2 0-1-16,0 0 2 16,0 0-1-16,0 0 1 15,0 0-3-15,0 0 1 16,0 0-3-16,-1 0-20 15,1 0-24-15,-1 0-44 0,1 0-54 16</inkml:trace>
  <inkml:trace contextRef="#ctx0" brushRef="#br0" timeOffset="132142.01">22592 16064 63 0,'0'-3'38'0,"0"3"3"0,0 0-18 16,-6 0-8-16,-4 0 3 15,-1 2-5-15,-2 5 4 0,-1 3 2 16,-2 1-1-16,-1 3-1 16,0 3-2-16,2 5 7 15,-4 2 5-15,5 3-6 16,-1 3-1-16,5 2-1 15,4 4-5-15,3-2-2 0,3 1-3 16,0 0-5-16,0 0 0 16,8-1-1-16,4 1 0 15,3-2-1-15,3-2 3 16,3-5-4-16,5-5 1 16,2-5-1-16,0-7 2 0,-1-5 0 15,0 0 0-15,-3-4-2 16,-4 0 1-16,-4 0-2 15,-4 0 0-15,-4 1-22 16,-6-1-50-16,-2 0-48 16</inkml:trace>
  <inkml:trace contextRef="#ctx0" brushRef="#br0" timeOffset="133469.34">26731 15902 73 0,'0'-3'17'0,"-2"1"31"0,1-1-11 16,-1 1-9-16,2-2 3 15,0 3-6-15,0-2-1 16,0 1-6-16,0-1 1 15,0 1 2-15,0 0 2 0,0 0-2 16,2 1-5-16,-1 1-3 16,1-2-2-16,2 1-7 15,0 1-3-15,-1 0 0 16,3 0 0-16,2 0 0 16,4 0-1-16,0 5 1 0,3 5 0 15,2 1 0-15,1 8-1 16,3 3 1-16,-3 5 8 15,0 7 3-15,0 5 7 16,-8 5-1-16,-2 6-10 16,-4 3-3-16,-4 0-2 0,0-5-1 15,-7-1 0-15,-6-6-1 16,-7-4 1-16,0-6 0 16,-2-6 0-16,-1-2 0 15,0-2 2-15,1-6-2 16,4-1 1-16,1-2-1 0,5-5 1 15,2 0-1-15,4-3-1 16,1-2 0-16,4 0 0 16,0-2 1-16,1 0 2 15,0 0 2-15,-1 0 4 16,1 0-2-16,0 0-7 16,-1 0-1-16,-2 0 0 0,0 2-2 15,-5 4-22-15,0-5-33 16,-2-1-100-16</inkml:trace>
  <inkml:trace contextRef="#ctx0" brushRef="#br0" timeOffset="137387.76">22303 16434 3 0,'0'0'7'0,"2"0"2"15,0 0-1-15,0 0-2 16,1 0-5-16,1 2-1 0,0-2 0 15,1 4 0-15,0-2 0 16,3-1-1-16,4 2-10 16,-1 0-11-16</inkml:trace>
  <inkml:trace contextRef="#ctx0" brushRef="#br0" timeOffset="139309.59">27473 16061 170 0,'0'-9'6'0,"0"1"34"0,0 3-11 0,0 3-10 16,0 2-3-16,-2 0-7 15,1 0-7-15,-1 0-1 16,-1 3 4-16,2 1 0 16,0 0 1-16,0 0 3 15,1 0-3-15,0-3 2 0,0 1-2 16,-1-1-2-16,0 0 0 15,1-1-1-15,-2 0-1 16,1 0-1-16,1 0 0 16,0 0-1-16,-3 0 1 15,3 0 0-15,0 0 0 0,0 0-1 16,0 0 0-16,0 0 0 16,0 0 0-16,0 0 1 15,0 0-1-15,0 0 0 16,0 0 0-16,0 0 1 15,0-4-1-15,0 3 0 0,0-1 0 16,0 0 3-16,0 1 0 16,0 0 0-16,3-1-1 15,-1 1 0-15,0 0 0 16,-1-1 2-16,1 1 1 16,-1-1 6-16,0 0 0 0,1 0 0 15,-2-1-2-15,0 0 7 16,0 2 19-16,0-2-25 15,-6 2-6-15,-2 1-3 16,-1 0-1-16,0 0 1 16,-3 1 0-16,-1 8-1 0,0 2 0 15,-2 5 0-15,1 2 0 16,-1 6 0-16,4 2 0 16,3 2 4-16,4 3 1 15,4 1 3-15,0-2-5 16,8-1-2-16,7-4 1 0,6-5-1 15,5-8-1-15,-1-1 1 16,0-8 1-16,1-3 1 16,-1 0 1-16,-3-8 0 15,-5-5 0-15,0 0-1 16,-5-7 2-16,-1-1-1 0,-7-2-1 16,-4-1 0-16,0-4-2 15,-5 2 0-15,-11-1-2 16,-4 3 1-16,0 3 0 15,-4 1 0-15,1 9-4 16,3 3-5-16,1 4 2 0,3 4 3 16,4 0 0-16,5 4 1 15,5 5-42-15,2 0-18 16,3-4-20-16,10-4-3 16,8-1-105-16</inkml:trace>
  <inkml:trace contextRef="#ctx0" brushRef="#br0" timeOffset="139842.99">27666 16009 264 0,'0'0'45'0,"0"0"-39"0,0 0 43 0,0 0-4 16,0 0-42-16,0 0 4 15,0 0 17-15,0 0-13 16,32 39-3-16,-19-14-4 15,-3 3 12-15,0 2-9 16,-1 1-4-16,-2-2-2 0,-3-2 1 16,-1-5-2-16,-2-3 0 15,-1-5 0-15,0-7 0 16,0-3 1-16,0-2-1 16,0-2 3-16,0 0-1 15,0-9 3-15,0-4-7 0,4-2 4 16,2-4-4-16,2-1 4 15,4 1-2-15,-1 1 0 16,2 4 0-16,0 3 0 16,3 4 0-16,0 4 0 15,1 3 0-15,-2 0 0 0,4 13 0 16,-3 1 0-16,-2 5 0 16,-4 2 1-16,-3-1-2 15,-5 0 1-15,-2-1 1 16,0-2-1-16,-8-1 0 15,-5-2-1-15,-3-3 2 16,-4-2-1-16,-2-3 0 0,-2-2-1 16,1-1 1-16,-2-2-7 15,4-1-9-15,2 0-3 16,7 0-4-16,4-1-10 16,4-5-8-16,4 2 8 15,2 1-20-15,12-3 1 0,6-2-10 16,4-3-54-16</inkml:trace>
  <inkml:trace contextRef="#ctx0" brushRef="#br0" timeOffset="140214.76">28136 16152 182 0,'0'0'9'0,"0"0"38"0,3-35-13 16,-10 26-1-16,-5 3 2 15,-2 5-1-15,-2 1-7 0,2 0-11 16,0 1-9-16,1 7-5 16,3 2-2-16,4 1 1 15,4 2-1-15,2-1 0 16,0 1 0-16,7 1 0 16,7-1 0-16,1 1 0 0,5 1 0 15,-3 0 0-15,-2 0 0 16,1 2 2-16,-6 1-4 15,-4-2 2-15,-3 0-6 16,-3-1 0-16,0-3 2 16,-8-3 2-16,-6 1 1 0,-1-3 1 15,-4-2 0-15,0-1-1 16,0-1 0-16,-3-2-6 16,2-1-25-16,0 0-8 15,4-1-17-15,3 0-12 16,4-7-121-16</inkml:trace>
  <inkml:trace contextRef="#ctx0" brushRef="#br0" timeOffset="140762.13">28239 16290 201 0,'0'0'22'0,"0"0"16"16,39-13 3-16,-22 5-4 15,-2 0 0-15,2 1-9 16,-2-3-9-16,1 2-10 16,-4 1-5-16,-3-3-1 0,-1 1 0 15,-4-1 1-15,-4 1-1 16,0 1 1-16,-6-2 1 16,-7 5-1-16,-2-1 0 15,-4 3 0-15,0 3 0 16,0 0 0-16,2 5-1 0,5 7-2 15,3 3 0-15,4 2 0 16,3 4-1-16,2 0-1 16,3-1 2-16,8 3-1 15,2-5 0-15,3-1 0 16,1-1 0-16,1-5 0 0,0-3-1 16,-5-3-1-16,0-4-1 15,-1-1 1-15,-3 0 2 16,-1-11 0-16,0-3 0 15,-2-3 0-15,-3-4 1 16,-1-1-2-16,-1 1 1 0,-1 2 0 16,1 2 0-16,-1 5 0 15,4 5 1-15,2 5 2 16,4 2 0-16,1 3-3 16,5 8 0-16,-1 6 1 15,1 1-1-15,0 1 0 0,-2 1 0 16,-1-1-1-16,-3-4 0 15,-2-2-30-15,-1 0-24 16,-5-6-35-16,-1-3 7 16,-1-4-103-16</inkml:trace>
  <inkml:trace contextRef="#ctx0" brushRef="#br0" timeOffset="141109.14">28618 16250 237 0,'0'0'4'0,"0"0"27"0,0 0 15 0,0 0 1 16,0 0-27-16,0 0-18 15,0 0 5-15,0 0 0 16,50 9 1-16,-39 5-3 16,3 0-3-16,-2-1-1 0,0 0 0 15,-1-4 0-15,-2 0-1 16,-3-6 1-16,-1 0 0 15,1-3-1-15,-3 0 3 16,0-9-1-16,1-4-2 16,-1-4 1-16,1-4-1 15,2 0 0-15,0-2 0 0,2 0 0 16,1 4 0-16,1 4 0 16,5 4-1-16,0 5 0 15,5 6-12-15,-1 0-16 16,3 3-17-16,0 7-2 15,-1-3-12-15,-2 0-46 0</inkml:trace>
  <inkml:trace contextRef="#ctx0" brushRef="#br0" timeOffset="141543.91">29011 16192 127 0,'0'0'27'0,"0"0"25"16,-45-23-15-16,23 19 2 0,-1 3 1 15,2 1-2-15,2 1-11 16,5 9-14-16,5 5-7 15,1 0-3-15,6 2-1 16,2 1 0-16,0-1-1 16,2 0-1-16,6 0 0 15,1-4 1-15,0 0-1 0,2-4-1 16,-2-5-9-16,1-3-1 16,-1-1 3-16,-1-4 5 15,0-8 3-15,0-3 0 16,-3-4 0-16,-1 2 0 0,0 2 1 15,-2-1 0-15,-2 6 2 16,0 3 9-16,0 1 1 16,0 6 1-16,0 0-3 15,0 0-11-15,0 10 2 16,4 3 0-16,2 1-1 0,3 2 1 16,1 0-2-16,-2-1 1 15,3 2-1-15,-2-5 0 16,0-1 0-16,1 0 0 15,-1-2-6-15,-2-6-17 16,1-2-12-16,0-1-10 16,-2 0 17-16,-1-8 4 0,1-8-6 15,-3-1-6-15,1-7-21 16,0-5-38-16</inkml:trace>
  <inkml:trace contextRef="#ctx0" brushRef="#br0" timeOffset="141907.81">29100 16097 162 0,'0'0'15'0,"0"0"55"0,-1-37-14 0,0 34 13 16,1 3-40-16,0 10-28 16,0 4 6-16,5 6 9 15,3 1 0-15,4 4-2 0,0 0-4 16,3 1-4-16,-1-1-3 16,0-1-2-16,0-3 0 15,-2-2 0-15,0-5-1 16,-8-4 1-16,1-3-1 15,1-7 0-15,-3 0 2 0,2-7 0 16,1-6 0-16,-1-5-1 16,3-2 0-16,-1 0-1 15,0-1 1-15,0 4 0 16,2 3-1-16,1 5 0 16,2 5 1-16,0 5 0 15,3-1-1-15,-1 12 1 0,3 2-1 16,-4 7 0-16,-2 0 0 15,-1 2 1-15,-1 1-1 16,-3-2 0-16,0-1 0 16,-5-3-2-16,0-1-33 15,-1-7-64-15,0-3-8 0</inkml:trace>
  <inkml:trace contextRef="#ctx0" brushRef="#br0" timeOffset="142094.37">29344 16115 217 0,'0'0'1'0,"0"0"3"16,0 0-3-16,0 0-1 16,44-35 0-16,-35 35-6 0,-4 0-46 15</inkml:trace>
  <inkml:trace contextRef="#ctx0" brushRef="#br0" timeOffset="142875.81">29502 16179 239 0,'0'0'4'0,"0"0"0"15,0 0 15-15,0 0 7 16,-8 44-9-16,8-30-1 15,0 1 3-15,0 0-9 0,6 2-5 16,3-3-4-16,4-1 2 16,-1-2-3-16,3-6 1 15,1-2-1-15,2-3 1 16,-1-2 0-16,0-8-1 0,-3-6 1 16,0 0 0-16,-6-4 0 15,-2-2 0-15,-4 0-1 16,-2 1 2-16,0 1 16 15,-10 3 10-15,-3 2-13 16,-2 2-5-16,-1 4-5 16,0 2-3-16,0 4-1 0,1 1 0 15,1 2-1-15,1 0 0 16,2 0 0-16,2 7 0 16,2 0 0-16,2 0-1 15,3 2 0-15,1-2 0 16,1 3 1-16,0-3-1 15,1-3-3-15,6-1-1 0,4 0 4 16,3-3 0-16,2 0 1 16,4 0 0-16,3-4 1 15,3-2-1-15,-4-1 0 16,4 1 0-16,-1 1 0 0,-1 1 1 16,-3 1 2-16,-1 1 3 15,-3 2 1-15,-4 0 0 16,1 3-2-16,-3 8 0 15,1 1-3-15,-3 1 0 16,-1 1-2-16,-1 0 1 16,0-1 0-16,-2-2-1 0,2-2 0 15,-6-1 0-15,1-4 0 16,0-2 0-16,0-2 2 16,-1 0-2-16,-1 0 4 15,1-9-1-15,0-5-1 0,0-2 0 16,1-3 0-16,3-3 1 15,4-2 1-15,0 3 3 16,8 1-1-16,2 3-1 16,5 7 0-16,-1 3-3 15,-1 7 1-15,2 0-2 0,-4 11 0 16,-2 6 0-16,-1 3 2 16,-1 4-1-16,-1 0-2 15,-2 2 1-15,-2 1 0 16,-6-1-2-16,-3-4-26 15,-2-6-89-15,0-15-237 0</inkml:trace>
  <inkml:trace contextRef="#ctx0" brushRef="#br0" timeOffset="145495.97">21694 17144 229 0,'0'0'28'0,"0"0"55"0,0 0-23 16,0 0-19-16,-1-39-6 0,1 38-12 16,0 1-13-16,0 0-9 15,0 0-1-15,0 7 0 16,0 1-1-16,1 2-11 15,3-1-35-15,0-1-48 16,-4-3-34-16</inkml:trace>
  <inkml:trace contextRef="#ctx0" brushRef="#br0" timeOffset="145702.62">21754 17375 262 0,'0'0'7'0,"0"0"29"16,0 0-29-16,0 0-6 0,0 0-1 16,0 0-2-16,8 45-37 15,-10-34-49-15</inkml:trace>
  <inkml:trace contextRef="#ctx0" brushRef="#br0" timeOffset="145916.24">21717 17730 280 0,'0'0'36'0,"0"0"19"15,0 0-30-15,0 0-22 16,0 0-4-16,0 0-15 16,0 0-71-16,0 0-62 15</inkml:trace>
  <inkml:trace contextRef="#ctx0" brushRef="#br0" timeOffset="146367.71">21478 17943 262 0,'0'0'21'15,"0"0"45"-15,0 0-34 16,0 0-17-16,0 0 15 0,-9 53 1 15,16-25-2-15,4 8-5 16,-2 2-12-16,0 2-8 16,1 2-2-16,-2 0-1 15,-3-5 0-15,1-5-1 16,-2-4 0-16,-2-9 0 0,0-5-2 16,0-5-12-16,0-4-20 15,-1-2-27-15,0-3-49 16,1-3 14-16,0-12-111 15</inkml:trace>
  <inkml:trace contextRef="#ctx0" brushRef="#br0" timeOffset="146869.46">21672 18149 151 0,'0'0'80'0,"0"0"-42"16,0 0 4-16,0 0-2 0,0 0 8 16,0 0-15-16,7-44-9 15,-7 36-5-15,1-1-6 16,2 1-6-16,0 0-2 15,3 0 1-15,0-1-2 16,3 4-2-16,1 0-1 0,-1 1 0 16,5 3-1-16,-1 1 0 15,1 0 1-15,-1 0-1 16,0 8-1-16,-3 4 2 16,0 2-2-16,-4 3 2 15,0 1-2-15,-4 5-1 0,-2 1-1 16,0 2-2-16,-5 0 1 15,-4-1 2-15,-2 0 0 16,-3-5 2-16,3-3 0 16,5-3 0-16,-1-4 0 15,5-3 0-15,2-4 0 0,0-3-1 16,9 0 1-16,6 0 0 16,4-3 0-16,5-6 1 15,1 0-1-15,-1-1 0 16,0 0 0-16,-3 3 0 15,-4 0-22-15,-5-1-87 0,-6 0-58 16</inkml:trace>
  <inkml:trace contextRef="#ctx0" brushRef="#br0" timeOffset="147520.54">22739 17747 214 0,'0'0'26'0,"0"0"-13"0,-45 19 23 0,28-1 0 0,3 6 3 15,3 5 4-15,1 3-11 16,3 5-3-16,7 4-7 0,1 2-8 16,15 2-6-16,5-1-4 15,9 0-2-15,6-4-1 16,7-4-1-16,5-11-6 15,6-8-36-15,4-14-27 16,3-3-49-16,5-21-115 0</inkml:trace>
  <inkml:trace contextRef="#ctx0" brushRef="#br0" timeOffset="148249.01">26514 17358 163 0,'0'0'32'0,"0"0"32"0,0 0-20 16,0 0 9-16,0 0-5 16,38-6-10-16,-16 12-5 0,0 8-7 15,3 9-6-15,2 5-7 16,0 5-6-16,-3 5-1 16,-11 9-5-16,-10 5-1 15,-3 4 1-15,-18 4 0 16,-14 4-1-16,-10-2-3 0,-5-4-29 15,-6-8-28-15,1-9-70 16,3-12-136-16</inkml:trace>
  <inkml:trace contextRef="#ctx0" brushRef="#br0" timeOffset="155557.84">28659 8388 113 0,'0'0'19'0,"0"0"-5"0,0 0-10 16,0 0 8-16,0 0 11 0,0 0-2 16,0 0-8-16,0 0-1 15,0 0-1-15,0 0 23 16,0 0 6-16,0 0-20 15,-7 1-8-15,4-1 0 16,1-1-3-16,1-1-1 16,-1 1 0-16,2-1 3 0,-2 1 8 15,2 1-5-15,-1 0-10 16,0 0-3-16,1 0-1 16,0 7 1-16,0 5 2 15,0 2 9-15,0 3 3 16,0 1-6-16,3 4-3 0,0-1-4 15,1 0-1-15,-1 0-1 16,0 1 0-16,0 0 0 16,-2-2-1-16,-1 1-31 15,0-4-62-15,0-4-54 16</inkml:trace>
  <inkml:trace contextRef="#ctx0" brushRef="#br0" timeOffset="156359.01">28592 8940 187 0,'0'0'32'0,"0"0"26"0,0 0-23 16,0 0 3-16,0 0 6 15,0 0-13-15,0 0-6 0,0 0-10 16,5-37-10-16,4 34-1 16,2 2 0-16,1 1 0 15,0 1-1-15,0-1 0 16,1 2-2-16,-6 6 0 0,-1 2-1 16,-3 3 1-16,-3 1-1 15,0 6 0-15,-6 0 0 16,-4 1 0-16,-7 3 0 15,0-1 0-15,-3-3 0 16,0 0 0-16,5-2 0 0,-1-6 0 16,5 0-1-16,4-4 1 15,5-3 0-15,2-2 0 16,7-1 0-16,10-2-1 16,4 0 2-16,5 0-1 15,1-2 0-15,2-2-6 0,-4 1-30 16,-5 0-44-16,-2 2-27 15,-5-1-138-15</inkml:trace>
  <inkml:trace contextRef="#ctx0" brushRef="#br0" timeOffset="156637.6">28618 9483 321 0,'0'0'30'0,"0"0"40"0,0 0-48 0,0 0-14 16,0 0-2-16,0 0-1 15,0 0-5-15,0 0-4 16,0 0-44-16,0 0-65 16,34-22-19-16</inkml:trace>
  <inkml:trace contextRef="#ctx0" brushRef="#br0" timeOffset="156828.6">28679 9582 315 0,'0'0'12'16,"0"0"24"-16,0 0-35 16,0 0-1-16,0 0 0 0,0 0-39 15,0 0-55-15</inkml:trace>
  <inkml:trace contextRef="#ctx0" brushRef="#br0" timeOffset="156986.44">28676 9792 291 0,'0'0'2'0,"0"0"-36"15,0 0-47-15</inkml:trace>
  <inkml:trace contextRef="#ctx0" brushRef="#br0" timeOffset="157619.54">28621 10019 189 0,'0'0'61'16,"0"0"2"-16,0 0-12 0,0 0-2 0,0 0-33 16,0 0-14-16,0 0 10 15,0 0 5-15,-4 37-6 0,8-15-7 16,0 0 1-16,2 3-3 16,-3-1-2-16,2-2 0 15,-3 0 0-15,1-4 0 16,-1 1-13-16,0-5-31 15,-2-3-47-15,1-4-11 0,-1-4-130 16</inkml:trace>
  <inkml:trace contextRef="#ctx0" brushRef="#br0" timeOffset="158152.59">28823 10129 215 0,'0'0'38'0,"0"0"14"15,0 0-15-15,0 0 15 16,0 0-9-16,11-41-12 15,-9 35-11-15,-1 0-8 0,0 1-2 16,1 0-3-16,3 0-4 16,-3 0 0-16,1-2-1 15,3 2-2-15,2 1 1 16,4-1-1-16,0 2 0 16,1 2 0-16,2-1 2 0,-3 2-4 15,3 0 4-15,-6 3-4 16,0 4 2-16,0 2 0 15,-6 1 0-15,-1 5 0 16,-2 1 0-16,0 1 2 16,-3 1-2-16,-9 2 0 0,0 2 0 15,-4-1 0-15,-1-2 0 16,0-1-2-16,6-4 4 16,-1-1-2-16,4-6 0 15,6 0 0-15,2-4-2 16,4-3 2-16,12 0 0 0,5 0 0 15,1 0 0-15,6 0 0 16,0-1 0-16,0-1 0 16,-3-1-25-16,-4-1-49 15,-6-2-99-15</inkml:trace>
  <inkml:trace contextRef="#ctx0" brushRef="#br0" timeOffset="160193.94">28775 10528 192 0,'-2'-4'45'0,"1"-1"11"15,0 5-15-15,1 0-15 0,0 0-19 16,0 10 19-16,0 0-4 15,6 4-7-15,0 2-9 16,0 0-3-16,-2 0-1 16,1 1-1-16,-2-2-2 15,0-1-2-15,-3-1-32 0,1 0-33 16,-1-6-5-16,0-3-30 16</inkml:trace>
  <inkml:trace contextRef="#ctx0" brushRef="#br0" timeOffset="160693.76">28898 10561 204 0,'0'0'31'15,"0"0"23"-15,0 0-16 0,41-43 11 16,-29 37-5-16,3 2-16 15,-2 4-11-15,-1 0-11 16,1 3-2-16,-3 5-2 16,-1 2-1-16,-3 2 1 15,-2-1-2-15,0 1 0 0,-4-3 0 16,0 1 0-16,0-3 0 16,-3-1-2-16,-3 1 2 15,-3-3-4-15,1-1-2 16,1-3 2-16,1 2 2 15,0-1 0-15,3-1 0 0,3 0 2 16,0 0 0-16,5 2-1 16,5 0 1-16,3 0 1 15,3 3 1-15,-3 0 0 16,3 2 0-16,-5 0-1 16,0 1 0-16,-1 2 0 0,-5-1 0 15,-2 0-1-15,-3-1 0 16,0 2 0-16,-4-3 1 15,-8 2 0-15,-3-1 0 16,-4-1-1-16,0 0 0 16,-4 0-1-16,0 0-6 0,2-1-19 15,0 1-30-15,-1 0-14 16,4-1 3-16,1 1-92 16</inkml:trace>
  <inkml:trace contextRef="#ctx0" brushRef="#br0" timeOffset="160954.91">28784 10981 192 0,'0'0'67'0,"0"0"6"0,0 0 10 0,0 0-31 15,0 0-38-15,0 0-9 16,0 0 10-16,0 0-1 0,0 0-9 16,22 44-3-16,-19-30-2 15,2 2 1-15,-4-2-1 16,-1 3-2-16,0 0-16 16,0-3-33-16,0-2-54 15,-2-4 27-15,-2-2-62 0</inkml:trace>
  <inkml:trace contextRef="#ctx0" brushRef="#br0" timeOffset="161347.6">28984 11015 215 0,'0'0'60'15,"0"0"1"-15,0 0 0 16,0 0-13-16,0 0-13 0,0 0-25 16,0 0-5-16,0 0 0 15,6 6 4-15,-4 2-2 16,3 2-3-16,-3 0-1 16,1-1-1-16,-1 2-1 15,2-4-1-15,0 3 2 0,1-3-2 16,3-2 0-16,0-1 0 15,3-3 1-15,0-1-1 16,3 0 1-16,-1 0 0 16,1 0-1-16,-2 0 0 15,2-3 0-15,-3 2 0 0,-2 1-11 16,1-1-12-16,0 0-21 16,-3 1-26-16,1-1-14 15,-1-2 7-15,-4 2-76 16</inkml:trace>
  <inkml:trace contextRef="#ctx0" brushRef="#br0" timeOffset="161560.71">29133 11068 149 0,'0'0'46'16,"0"0"10"-16,0 0 0 0,0 0 14 15,0 0-8-15,0 0-17 16,0 0-28-16,0 0-8 15,0 0 6-15,-11 3 1 16,12 7-5-16,3 5-4 16,-2-1-5-16,2 1-1 0,-2 2-2 15,-2 1 2-15,0-2-9 16,0-1-37-16,0-5-65 16,0-3-83-16</inkml:trace>
  <inkml:trace contextRef="#ctx0" brushRef="#br0" timeOffset="163024.54">29357 8008 90 0,'0'-7'36'0,"0"-1"27"0,0 1-29 0,0 1-2 16,0 0-1-16,0 6 1 16,0 0 4-16,0 0-22 0,2 6-13 15,2 7 9-15,3 5 12 16,0 2-4-16,-1 6-7 16,1 2-6-16,0 2-3 15,-2 1-1-15,0-2-1 16,-1-1-1-16,-1-5-1 0,-2-2-18 15,-1-5-14-15,0-4-17 16,0-2-12-16,0-7-15 16</inkml:trace>
  <inkml:trace contextRef="#ctx0" brushRef="#br0" timeOffset="163394.93">29398 8040 204 0,'0'0'4'16,"0"0"24"-16,0 0-2 16,31-44-5-16,-15 37-1 15,3 1 7-15,0 4-7 16,2 2-3-16,0 0-9 0,-3 0-5 15,1 5-1-15,-6 3-1 16,1-1-1-16,-9 3 1 16,0-1-1-16,-2-2 0 15,-3 2 0-15,0 0 0 16,-8 0 0-16,-6-1 0 0,0 2 0 16,-4-1 0-16,0-1-1 15,-1 0-1-15,2-1-1 16,2 2-7-16,3-2-6 15,1 1-11-15,5 0-12 16,2-1-10-16,4-2-51 16</inkml:trace>
  <inkml:trace contextRef="#ctx0" brushRef="#br0" timeOffset="163810.78">29643 8143 218 0,'0'0'8'0,"0"0"22"16,0 0 3-16,0 0-1 15,0 0 0-15,42 29-3 0,-34-21-8 16,0 1-9-16,3 2-8 16,-7-2 0-16,1 2-3 15,-3 0-1-15,-2 0 1 16,0-2-1-16,0 1 0 15,-2-3 0-15,-3-4-2 16,-1-3-3-16,-3 0 2 0,4 0 3 16,-1-7-1-16,1-6 1 15,2 2 0-15,3-5 0 16,0 3 0-16,1 1 1 16,8-1-1-16,1 7 1 0,4 0 8 15,-1 6-2-15,2 0-2 16,0 0 1-16,1 2-1 15,-1 5-2-15,1 3-1 16,-3 1-1-16,0-1 0 16,-4 2-2-16,0 0 2 15,-4-3-2-15,0 3-2 0,-4-2-34 16,-1-2-42-16,0-1-12 16,-4-4-97-16</inkml:trace>
  <inkml:trace contextRef="#ctx0" brushRef="#br0" timeOffset="164000.94">29823 8088 123 0,'0'0'18'0,"0"0"-15"0,0 0-5 16,0 0-26-16,0 0-58 15</inkml:trace>
  <inkml:trace contextRef="#ctx0" brushRef="#br0" timeOffset="164530.07">30086 8150 201 0,'0'0'42'16,"0"0"12"-16,0 0 0 15,-41-21 4-15,29 20-21 16,0 1-11-16,0 0-9 0,3 0-9 16,-1 4-4-16,2 3-2 15,1 4-1-15,5-2-1 16,-3 4 0-16,5-2 0 15,0 0 0-15,0-1 0 16,8 0 0-16,6 0 0 16,2-3 2-16,5-4-2 0,4-1-2 15,4-2 2-15,0 0 2 16,0 0-4-16,-1-7 4 16,-5-1-2-16,-2 0-2 15,-4-2-2-15,-4 0 2 0,-5 0 1 16,-4 2 1-16,-2-1-1 15,-2-1 2-15,0 2-1 16,-5-1 0-16,-4 2 0 16,-1 1 1-16,0 1 0 15,1 3 7-15,1 2-1 0,3 0-2 16,1 0-3-16,4 6-2 16,0 2 1-16,5 2-1 15,8 0 0-15,3-1 1 16,4-1-1-16,6-2 1 15,4 0-1-15,2-3 0 16,5-3 0-16,4 0-13 0,3 0-36 16,3-6-38-16,-1-4-35 15,0-6-131-15</inkml:trace>
  <inkml:trace contextRef="#ctx0" brushRef="#br0" timeOffset="165854.31">31257 7956 205 0,'3'-3'42'0,"0"3"9"0,1 0-40 0,1 4 7 16,4 9 21-16,-4 0-9 15,3 2-12-15,0 4-8 0,1-1-5 16,-1 1-4-16,-3 2 0 16,-1-1-1-16,-2 0 0 15,-2 0-4-15,0-2-31 16,0-4-26-16,-6-2-15 15,-1-5-59-15</inkml:trace>
  <inkml:trace contextRef="#ctx0" brushRef="#br0" timeOffset="166216.96">31206 8033 210 0,'0'0'2'0,"0"0"14"16,10-47 13-16,5 33 0 16,2 1 5-16,5 1-2 0,3 1 6 15,2 7-14-15,2 1-11 16,-2 3-5-16,2 0 0 16,-3 7-1-16,-4 8-3 15,0-1-1-15,-5 1 0 16,-5 2 1-16,-3 0-1 15,-5 1-1-15,-4-1 0 0,0-1 0 16,-9 1-1-16,-4 0-1 16,-6-1 0-16,-3-2 1 15,0-1-1-15,-4-2 0 16,0 1 0-16,1-3 0 0,2 0-6 16,4-2-15-16,1 0-17 15,7-1-33-15,2-2-2 16,4-1-35-16</inkml:trace>
  <inkml:trace contextRef="#ctx0" brushRef="#br0" timeOffset="166643.44">31569 8162 239 0,'0'0'20'16,"35"-23"26"-16,-12 12-10 16,2-1 4-16,-3 2-7 15,0-1-18-15,-3 1-9 16,-6 0-2-16,-1 0-1 0,-7 3 0 16,-2 0 1-16,-3-1 2 15,0 1 1-15,-10 2-2 16,-4 1-1-16,-1 2-2 15,-4 2 1-15,-1 0-1 16,3 0 1-16,2 6-1 0,2 1 1 16,4 4-1-16,4 1-1 15,2 2 0-15,3 0-1 16,0 0 1-16,9 2-1 16,4-2 0-16,0-1 0 15,4 0-1-15,2-2 1 0,-2-2-12 16,2-2-13-16,-2-3-18 15,1-4-25-15,-2 0 5 16,-2-7-6-16,-1-7-99 16</inkml:trace>
  <inkml:trace contextRef="#ctx0" brushRef="#br0" timeOffset="167085.97">31849 7861 312 0,'0'0'4'0,"0"0"35"0,0 0 7 16,0 0-37-16,0 0 5 16,0 0 8-16,0 0-5 15,-9 52-5-15,19-29-2 16,1 0-5-16,-2-1-2 16,1 0-1-16,2 0-2 15,-4-3 1-15,-3-2-1 0,3-3 0 16,-5-1-1-16,1-5-5 15,3-5-8-15,-2-3 3 16,4 0 10-16,0-2 1 16,2-6 0-16,-2 0-1 15,-2-1-4-15,0 1 5 0,-4 1 0 16,-2 1 0-16,-1 0 0 16,2 3 0-16,-2 1 1 15,0 0 3-15,0 2 5 16,0 0-6-16,0 0-1 15,3 7 4-15,2 0 2 0,1 5-3 16,1-1-5-16,2 3 1 16,1-2-1-16,-1 0 0 15,1 0-1-15,1-2-13 16,-1-3-29-16,1-3-44 16,-4-4-14-16,0 0-58 0</inkml:trace>
  <inkml:trace contextRef="#ctx0" brushRef="#br0" timeOffset="167249.25">32034 7927 226 0,'0'0'6'0,"0"0"31"0,0 0-1 15,0 0-16-15,0 0-15 16,0 0-5-16,0 0 0 0,0 0-5 15,0 0-40-15,0 0-31 16,25 13-128-16</inkml:trace>
  <inkml:trace contextRef="#ctx0" brushRef="#br0" timeOffset="167660.74">32262 8031 231 0,'0'0'10'0,"0"0"31"16,0 0 3-16,0 0 17 0,0 0-13 16,0 0-9-16,-38-1-18 15,36 1-18-15,2 6-1 16,0 3 1-16,0 0-3 16,6 1 1-16,2 0-1 15,1 0 0-15,0-2 0 0,2 1 0 16,1-2 0-16,0-3-3 15,1-3-2-15,1-1 0 16,0 0 2-16,-2-2 1 16,0-5 0-16,-4-1 1 15,-2 0 1-15,-2-2 0 0,-1 1 0 16,0-2 0-16,-2 1 0 16,1 0 0-16,1 2 1 15,-1 2-1-15,0 2 1 16,0 2 0-16,0 2 0 15,1 0-3-15,-1 8 2 16,2 4 0-16,-2 1-3 0,2 1-58 16,-2-4-52-16,0 0-20 15</inkml:trace>
  <inkml:trace contextRef="#ctx0" brushRef="#br0" timeOffset="167845.81">32350 7946 3 0,'0'0'237'0,"0"0"-230"0,0 0 4 0,0 0-11 16,0 0 0-16,0 0-11 15,0 0-27-15,0 0-80 16</inkml:trace>
  <inkml:trace contextRef="#ctx0" brushRef="#br0" timeOffset="168718.43">32593 8013 135 0,'0'0'67'16,"0"0"-38"-16,0 0 7 15,0 0 6-15,0 0 3 16,0 0-10-16,0 0-21 0,0 0-3 16,-19 35-8-16,24-23-1 15,5-1-1-15,-2-1 0 16,3-2 2-16,-1-1-3 16,0-2 1-16,-1-3-1 15,0-2 1-15,-2 0 0 16,-2 0-1-16,0-1 2 0,-5-5-2 15,1-2 0-15,-1-1 0 16,0-1-2-16,0-1 1 16,-5 0 0-16,0 0 0 15,-1 0 1-15,-1 0 0 16,0 1 0-16,1 3 1 0,0-2-2 16,2 2 2-16,3 0 1 15,1 2 7-15,0-1 4 16,5 0 0-16,7 1-2 15,1 0-1-15,-1 1-1 16,2 1-1-16,0 3 0 16,0 0-3-16,-3 0-1 0,2 0 0 15,-4 3-2-15,0 6-1 16,0-1 0-16,2 2-1 16,-2 0 1-16,3 0-1 15,-2 1 0-15,3-1 0 0,-4-1 0 16,0-2 0-16,-1 1 0 15,0-3 0-15,1-3-1 16,-6 0 0-16,3-2-1 16,0 0 2-16,0-6 0 15,3-4 0-15,-4-1 0 0,3-2 0 16,-4-1 1-16,-1 1-1 16,-2 3 0-16,-1 2 1 15,0 2-2-15,0 2 3 16,0 2-3-16,2 2 1 15,0 0 0-15,2 0-1 16,-1 5 0-16,3 2 1 0,0 4 0 16,0-2 0-16,-1 2 0 15,4-3 0-15,-3 1 0 16,1-2 0-16,1-4 0 16,3-3 0-16,1 0 0 0,0 0 1 15,5-8-1-15,0-1 0 16,0-1 0-16,1 3 0 15,-5 1 0-15,3 3 1 16,-6 1-1-16,0 2 0 16,-2 0 0-16,-3 5 0 15,-3 6 1-15,-2 1-1 0,-2 2 0 16,-13 3-1-16,-5 3 0 16,-7-6-40-16,-6-2-103 15</inkml:trace>
  <inkml:trace contextRef="#ctx0" brushRef="#br0" timeOffset="170872.01">29464 8463 100 0,'0'0'10'0,"0"-3"9"0,0 2 19 0,0-1-12 16,0 2-6-16,0 0-6 15,0 0-4-15,0 0-3 16,-3 2 3-16,0 2-7 15,0 0-1-15,2 1 1 16,-1 0-1-16,0 1 0 16,0 1-1-16,1 0 1 0,0 2 0 15,0 0 2-15,0 2 1 16,-1 2 3-16,1 2 1 16,-2 2 1-16,0 1 2 15,-1 8 3-15,-1 2 4 16,2 4 5-16,-1 4 2 15,1 3 2-15,1 3 1 0,1 5-5 16,1 3 1-16,0 1-18 16,0 6-1-16,0-2 0 15,3 3 0-15,1-4-1 16,2 3 1-16,-1-3 0 0,-1 2-1 16,-1-4 0-16,1 2-2 15,-2-4 0-15,0-5 1 16,-2 1 2-16,0-5 0 15,0 2 1-15,2 0 1 16,0-4-4-16,-1-1-2 0,3-1-1 16,1-4 1-16,-1-5-1 15,-1-4 0-15,1-4 0 16,-2-4-1-16,2 1 2 16,-2-5-1-16,-1-1 1 15,1-1-1-15,-2-2 0 0,1-1 0 16,0 1 0-16,-1 0-1 15,0 0 1-15,0 2-1 16,0-1 1-16,0 1-1 16,0 3 1-16,0 1-1 15,-1-3 1-15,-1 3-1 16,0-1 0-16,2-3 0 0,-2-3 1 16,-1 0-1-16,2-2-1 15,1-3 2-15,0 1-1 16,0-3 0-16,0 1 0 15,0 1 1-15,0-2-1 16,0 0-1-16,0 0 2 0,0 0 1 16,0 0-1-16,0 0 3 15,0 0 0-15,0 0 1 16,0 0 2-16,2 0-4 16,3 0-2-16,-1-3-1 15,5 0 1-15,-4-1-1 0,6 1 0 16,1-1 1-16,5-2-2 15,2 1 2-15,4-1-2 16,7-1 2-16,5-2-1 16,1 2 1-16,3 0-1 15,-1-3 0-15,-1 3 0 0,-2 1-1 16,-4-1 1-16,-1 2 1 16,-6 0-1-16,1 0 0 15,-3 0 0-15,-2 1 0 16,1-1 1-16,-1 0-1 15,-3 2 0-15,0-1 1 0,1 1 0 16,-5-1-1-16,-2 1 2 16,-1 0-2-16,-1 2 1 15,-1-2-1-15,-1 2 0 16,1-2 1-16,-1 0-1 16,0-1 0-16,1-1-1 15,1 0-7-15,0-4-25 0,-4-2-37 16,-1-9-84-16,-2-8-129 15</inkml:trace>
  <inkml:trace contextRef="#ctx0" brushRef="#br0" timeOffset="171719.02">29357 8564 37 0,'-3'-3'19'0,"-3"0"24"0,4-1-20 16,0 4 6-16,0-3-2 16,2 2-3-16,0 1 1 15,0-1-11-15,7 1-10 16,3 0-1-16,6-1 0 0,3-2 0 15,6 0-1-15,9-1 3 16,7-2-2-16,11-2-1 16,5-1 1-16,6 2 4 15,5-3 0-15,2 4 2 16,-1-3 3-16,-4 2 2 0,-1 1 0 16,-7 0-2-16,-3-1 0 15,-8 2-2-15,-5-1-1 16,-6 0-4-16,-8 3 0 15,-9-1-1-15,-5 2-1 16,-4 1-1-16,-5 1 0 0,-3 0 0 16,-1 0-2-16,0 0 0 15,0 0 0-15,0 0 0 16,0 3 0-16,-2 1-1 16,1 1 0-16,-1 0-18 0,2 1-20 15,0-2-2-15,0-1-8 16,0-3-51-16</inkml:trace>
  <inkml:trace contextRef="#ctx0" brushRef="#br0" timeOffset="172664.9">30349 8440 126 0,'0'0'21'0,"0"0"10"0,0 0-11 0,0 0 9 16,0 0-1-16,0 0-6 15,0 0-5-15,0 0-3 16,-26 43 2-16,24-31 4 16,-1 4 5-16,2 3-3 15,1 2-2-15,0 7-2 0,0 3-1 16,0 5-3-16,-2 1-1 16,2 4 1-16,-1 4-3 15,1 1 1-15,0 5-4 16,0 5 0-16,-1-1 1 15,0 3-3-15,-1 0-1 0,-1-1-1 16,0 0 0-16,-2-6 1 16,3 2 0-16,1-4 0 15,0-2 1-15,1-1-1 16,0-5-1-16,0 0 1 0,0-4-2 16,1 1 1-16,3-3-4 15,0 1 2-15,1 0-2 16,-1-3 1-16,0-2-1 15,1-2 1-15,-2-4-1 16,0-4 0-16,0-3 1 0,-1-2 0 16,-1-3-1-16,0-1 1 15,-1-1-1-15,0-1-1 16,0-2 2-16,0 1-1 16,0-1 0-16,-1-2 1 15,-1 0-1-15,2-3 0 16,-1-1 0-16,1 1 0 0,-2-2 1 15,1-1 0-15,1 1-1 16,-1-1 2-16,1 0 3 16,-1 0 12-16,0 0-1 15,1 0-12-15,-1 0-2 16,1 0-2-16,-1-1 1 0,1 0-1 16,0 1 1-16,0 0-1 15,0 0 0-15,0 0 0 16,0 0-1-16,0 0 0 15,0 0 1-15,-2 0 0 16,2 0 0-16,-2 0 0 0,1 0 0 16,1 0 0-16,-1 0 0 15,-2 0 0-15,1 0 0 16,-1 1 0-16,1 1 0 16,-3-1 0-16,-2 1 0 15,-5 1 1-15,-4 0-1 0,-8 2 0 16,-7 2 0-16,-8 0 0 15,-7 2 0-15,2-2-3 16,-2-3-32-16,11-4-44 16,9-4-58-16,12-17-227 15</inkml:trace>
  <inkml:trace contextRef="#ctx0" brushRef="#br0" timeOffset="174329.02">31831 8356 56 0,'0'0'23'0,"0"0"14"0,0 0-4 0,0 0-14 0,0 0-8 0,0 0-1 16,0 0-1-16,0 0 8 15,0 0 2-15,0 0-8 16,0 0 1-16,0 0 2 16,-3 0-3-16,2 2 0 0,-1-1 1 15,1 1-1-15,-1 0 4 16,2 0-1-16,0 2-2 15,0-2 1-15,-2 2-1 16,2 0-1-16,-1 2 0 16,0 1 1-16,0 0-3 15,-3 1 2-15,2 2 0 0,0 2-3 16,0 1 1-16,-1 2-1 16,-1 2 0-16,1 1 0 15,-1 3-1-15,2 1 1 16,-1 4 0-16,1 1 1 0,0 4 1 15,2 1-1-15,0 1 0 16,0 3 1-16,0-2 0 16,0 4-1-16,0 1-2 15,0-1-1-15,2 6 1 16,2 3 0-16,-2 0-1 16,0 0-2-16,1 0 1 0,0 2-1 15,1-2 0-15,-1 0-2 16,-1 4 1-16,1-1 1 15,2 1-1-15,-3-2 0 16,1-1 2-16,-1-1-2 16,0-1 0-16,3 0 0 0,-4 1 1 15,-1 2-2-15,1 1 2 16,-1 1-1-16,0 0 1 16,0 2-2-16,0 0 0 15,0 1-1-15,0 4 1 16,-2-3-1-16,-5-1 0 0,5-3 0 15,-1-1 1-15,-2-5-1 16,1-1 1-16,1 2 1 16,0-4 1-16,-1 2-1 15,1-4 2-15,2-2-2 16,1-2-2-16,0-5 0 0,0-1 1 16,0-3-2-16,0-1 1 15,0-3 0-15,0-4-2 16,0-2 2-16,0-4-2 15,0-3 2-15,0-3-1 16,0-4 1-16,0-2-2 0,0-1 2 16,0 0 0-16,0-10-2 15,0-8-22-15,0-12-47 16,-3-15-79-16,0-19-182 16</inkml:trace>
  <inkml:trace contextRef="#ctx0" brushRef="#br0" timeOffset="175202.16">31779 8419 40 0,'1'0'60'0,"-1"0"-19"0,0-2-4 16,0 2-10-16,0-2-3 16,0 2 2-16,0-2-2 0,0 2-5 15,0-1 2-15,5-2-4 16,3 2-1-16,4-1 0 15,3-1 5-15,9 0-4 16,6-1-11-16,6 0-2 16,9-3-2-16,3 1 0 15,8 1 1-15,2 0 0 0,5 4 0 16,1 1 2-16,-1 0 3 16,2 0 0-16,-1 0 0 15,-5 4 3-15,-3 0-3 16,-4 2 0-16,-6-3-3 15,-5 0-2-15,-1-2-1 0,-3 2-2 16,-6-3 0-16,-1 0 0 16,-4 0 0-16,-3 0 2 15,-8 0-3-15,-1 0 2 16,-5 0-1-16,-4 0 1 16,-3 0-1-16,0 0 0 0,-2 0 0 15,0 0 0-15,0 0 0 16,0 0 0-16,0 0 0 15,0 0 0-15,0 0 0 16,0 1 0-16,0 2 0 0,0 0 0 16,-1 0-3-16,0 1-19 15,-1-1-22-15,0 3-43 16,-2-4-5-16,1-2-111 16</inkml:trace>
  <inkml:trace contextRef="#ctx0" brushRef="#br0" timeOffset="175853.01">32932 8437 139 0,'0'0'38'0,"0"0"-22"0,0 0 6 16,0 0 8-16,0 0-5 15,-14 39-3-15,9-21 1 0,-2 6 1 16,0 6 5-16,1 7-7 15,-1 7-5-15,3 7 5 16,2 7-4-16,2 8-5 16,-1 9-4-16,1 2-3 15,0 1 2-15,0 0-3 0,3-3-1 16,1-2-1-16,0-2 0 16,-2 1 0-16,-1 3 0 15,-1 2 0-15,0 4-1 16,0-3-1-16,-3 0 1 15,-3-3-2-15,0-5 1 16,-4-2 1-16,1-4-1 0,0 0 1 16,-2 0 0-16,3 1-1 15,-1-1 1-15,2-1-1 16,1-2 0-16,0-4-1 16,1-6 1-16,1-1-1 0,1-8 0 15,0-5 2-15,1-6-2 16,0-3 0-16,-1-6 0 15,2-1 0-15,-3-4 0 16,3-1 1-16,-2-5-1 16,1-2 0-16,0-2 0 15,1-1 1-15,-3-3-1 0,2 1 0 16,2-2 0-16,-1-2-1 16,-1 0-15-16,-1 0-33 15,-3-4-45-15,-1-7-121 16</inkml:trace>
  <inkml:trace contextRef="#ctx0" brushRef="#br0" timeOffset="176372.61">31849 10923 208 0,'0'0'2'0,"0"0"0"0,0 0 2 0,0 0 11 16,0 0 20-16,0 0 11 16,0 0-9-16,0 0-4 15,0 0-13-15,0 0-10 16,0 0-4-16,2-9 5 0,20 5 3 16,7-2-3-16,12-1 2 15,12 1 0-15,10-3 0 16,12 0 3-16,7 0-3 15,3 0 0-15,-5 1-5 16,-1 3-5-16,-7 2-1 0,-13 0-2 16,-8 2 1-16,-13 1-1 15,-7-2 1-15,-13 2-1 16,-7-1 0-16,-4 0 1 16,-5 0-1-16,-2 0 2 0,0 1 4 15,0-1-1-15,0-1-4 16,0 2-1-16,0 0-4 15,-1 0-49-15,1 0-55 16,0-3-109-16</inkml:trace>
  <inkml:trace contextRef="#ctx0" brushRef="#br0" timeOffset="196762.78">29811 10136 20 0,'1'0'4'0,"-1"1"-5"0,1-1 1 0,-1 2 2 15,0-1 6-15,1-1-7 16,-1 0 0-16,0 0-1 16,0 0 0-16,0 0-1 15,0 0 1-15,0 0-1 0,0 0 1 16,0 0 0-16,0 0 0 15,1 0-2-15,-1 0-1 16,0 0-3-16,1 0-2 16,0 0-6-16</inkml:trace>
  <inkml:trace contextRef="#ctx0" brushRef="#br0" timeOffset="196947.59">29811 10136 7 0</inkml:trace>
  <inkml:trace contextRef="#ctx0" brushRef="#br0" timeOffset="198513.74">29786 10163 57 0,'0'0'4'0,"0"0"1"16,0 0-4-16,0 0-4 0,0 0-2 15,2 0 2-15,1 0 1 16,1 0 0-16,0-1-1 16,0-3-13-16</inkml:trace>
  <inkml:trace contextRef="#ctx0" brushRef="#br0" timeOffset="199465.78">29930 10058 133 0,'0'0'5'0,"0"0"-3"16,0 0-14-16,0 0-19 0,0 0-7 16,0 0 4-16,0 0 9 15</inkml:trace>
  <inkml:trace contextRef="#ctx0" brushRef="#br0" timeOffset="200352.01">32012 11015 136 0,'0'0'0'0,"0"0"-2"0,0 0 0 15,0 0-1-15,0 0-50 16</inkml:trace>
  <inkml:trace contextRef="#ctx0" brushRef="#br0" timeOffset="212959.69">29558 9183 33 0,'0'-1'25'0,"0"0"-11"16,2 0-5-16,-2 0 43 0,0-1-8 15,0 1-15-15,2-1-1 16,-2 0-5-16,0 0-1 16,0 1-4-16,0-1 7 15,0 2-1-15,0-1-4 16,0-1-5-16,0 1 0 0,1 0-7 15,1-1-1 1,0-1-3-16,1-1 0 0,2 1 1 16,3-2 1-16,1 0 0 15,-1 2 0-15,1-4-1 16,3 3-1-16,-2 0 0 0,2 4 1 16,-3-3-2-16,1 3 0 15,-1 0-2-15,1 0 1 16,-1 7-1-16,-1 4-1 15,-4 1 1-15,0 6 0 16,-4 5 0-16,0 4 0 0,0 4 1 16,-8 3 2-16,-1-1 0 15,0 0 1-15,1-6-2 16,1-3 0-16,3-6 1 16,1-4 4-16,1-5 0 15,-1-3-4-15,1-2-1 0,1-3-1 16,-1-1 2-16,2 0 19 15,-1-4-6-15,1-5-15 16,0-3 0-16,0-6-1 16,4-3-1-16,6-3 0 15,1-6 0-15,3 2 0 16,-1-3 0-16,1 1 0 0,-1 4 0 16,-2 3-1-16,-2 4 1 15,-1 3 0-15,-3 6 1 16,-1 0-1-16,2 5 0 15,-2 0 0-15,0 4 0 16,3 0 0-16,0 1 0 0,4 0-1 16,-2 0 2-16,3 5-1 15,0 2 0-15,-1 2-1 16,-2 2 2-16,2 0-1 16,-3 2 0-16,-1 3 0 15,-2 2 0-15,0 2 1 0,-4 0-1 16,-1 3 1-16,0 1-1 15,0 0 1-15,-6 0-1 16,1-1 0-16,1 0 0 16,0-5 0-16,2-1 0 15,2-2-2-15,0-3-24 0,0-1-12 16,0 0-17-16,2-4-18 16,3-3-41-16,-1-1-43 15</inkml:trace>
  <inkml:trace contextRef="#ctx0" brushRef="#br0" timeOffset="213342.6">30025 9494 116 0,'0'0'38'0,"0"0"10"0,0 0-12 0,0 0 0 0,0-41 0 16,0 33 23-16,0 2-10 0,0 0-11 15,0 3-7-15,0 2-1 16,-1 1-11-16,0 2-14 16,-1 11-3-16,1 4 4 15,0 3 8-15,-1 4-2 16,1 0-8-16,1 2-2 0,0 0-1 16,0-1-1-16,0-1 0 15,0-4-40-15,2-7-59 16,1-6-130-16</inkml:trace>
  <inkml:trace contextRef="#ctx0" brushRef="#br0" timeOffset="-214635.09">32001 9528 130 0,'0'0'25'0,"0"0"15"0,2-4-8 0,-1-2-7 16,0 1 1-16,3 0-2 16,-3-2 9-16,4 0-7 15,-1 0-6-15,4 0-1 16,0-1 0-16,5 0-5 0,0 1 0 15,2 3-1-15,1-2-3 16,-1 3-2-16,-2 3-1 16,1 0-3-16,-4 0 0 15,1 0-2-15,0 6 1 16,-1 1 0-16,-2 5 2 0,-1 2-3 16,-2 1 1-16,1 4 0 15,-5 2 1-15,-1 1 2 16,0 1-1-16,0 4-1 15,0-4-1-15,-3 1 0 16,-2-5 0-16,3-5-2 0,0 0 1 16,1-7-1-16,0-1 0 15,1-5 1-15,0 0-1 16,-1-1 2-16,1 0 13 16,-2-1 4-16,0-9-17 15,0-1 0-15,2-5-2 0,0-5 0 16,0-2-1-16,8-3 0 15,4 0-1-15,0-1 1 16,2 1 0-16,2 2 0 16,-2 6-1-16,0 2 2 15,-1 3-1-15,1 6 0 0,0 2 0 16,0 3 0-16,-1 1 0 16,1 1 0-16,-4 0 0 15,1 1 0-15,-1 6 0 16,0 2-1-16,-3 0 1 15,1 6 0-15,-2-2 0 0,-3 4 0 16,-3 1 1-16,0 3-1 16,0 1 1-16,0 1 0 15,0 2-1-15,-4 1 0 16,2 0 1-16,1-1-2 16,0 0 1-16,1-2 0 15,0 0-18-15,0-2-26 0,0-4-26 16,5-3-19-16,-1-4-74 15</inkml:trace>
  <inkml:trace contextRef="#ctx0" brushRef="#br0" timeOffset="-214018.11">32546 9899 14 0,'0'0'161'0,"0"0"-117"0,0 0-2 0,0 0 1 0,0 0 12 16,0 0-7-16,0 0-12 16,0 0-7-16,0 0-4 0,0 0-4 15,0 0-3-15,0 0-5 16,-20-39-3-16,20 35-6 16,2 1-2-16,5-1-1 15,4 0 0-15,-2 2 0 16,5 1-1-16,-2 1 0 0,1 0 0 15,0 0 1-15,-4 6-1 16,0 3 0-16,-5 2 0 16,-1 3 0-16,-3 1 0 15,-3 1 1-15,-7 2-1 16,-4-1 0-16,-2 2 0 0,-2-2 0 16,-2-1 0-16,2-3 0 15,1 2 0-15,1-6 1 16,4 0-1-16,2-3 0 15,2-2 0-15,5 1 1 16,2-2-2-16,1-2 1 16,0 0 0-16,6 1 0 0,9-2 0 15,1 0 0-15,6 0 0 16,2 0 0-16,1 0 0 16,-2 0 0-16,-3 1-6 15,-1 6-41-15,-6-4-35 0,-3 1-102 16</inkml:trace>
  <inkml:trace contextRef="#ctx0" brushRef="#br0" timeOffset="-197688.64">24260 8657 265 0,'0'0'5'0,"0"0"-3"0,-4 49 0 0,3-20 1 16,1 7 3-16,0 3 9 15,-1 4 7-15,-1 1-2 0,2 2-7 16,0-4-7-16,0-2-4 15,0-7 0-15,0-6-2 16,0-7 0-16,0-7 0 16,0-5 0-16,0-2-15 15,-1-5-36-15,-4-1 2 0,-1-4-55 16</inkml:trace>
  <inkml:trace contextRef="#ctx0" brushRef="#br0" timeOffset="-197028.41">24212 8988 201 0,'0'0'11'0,"0"0"34"0,0 0-23 15,0 0-17-15,0 0 14 16,0 0 19-16,0 0-10 16,0 0-7-16,-51 54-5 15,28-33-6-15,-8 2-3 0,-5 1-3 16,-5-1-2-16,-1 1-1 15,-6-2 0-15,2-1 0 16,3 0-1-16,4-4 2 16,9 0-2-16,4-4 0 0,12 0 0 15,6-2 0-15,8-1 0 16,1 0 0-16,17 0 0 16,9 0 1-16,7 0 0 15,11-1-1-15,7-2 3 16,3 0 0-16,1 0 2 15,-5 0 3-15,-11 4 1 0,-10 2-3 16,-11 3-5-16,-12 5 0 16,-7 3-1-16,-16 2 1 15,-17 4 0-15,-9-1 0 16,-10 4 0-16,-8-2-1 16,-5 2 1-16,-2 1-1 0,0-3 1 15,3 2-1-15,7-5 0 16,8-2 2-16,13-5-1 15,11-4-2-15,12-4 2 16,9-4-1-16,4-4 0 16,13-1 0-16,9-2 0 0,10-2 1 15,6 0-1-15,9-4 1 16,4-6-1-16,5-3 2 16,-1 0 0-16,-2-1 4 15,-4 5 2-15,-6 0 0 16,-10 4-2-16,-9 5 1 0,-7 0-4 15,-7 2 3-15,-1 9-4 16,-7 2 0-16,-2 5 0 16,0 3 2-16,-2 5 0 15,-9 1 0-15,1 3-2 16,2 1-2-16,-1 0 0 0,4 2 0 16,-2-2-1-16,3 1-16 15,-2-4-41-15,0-4-54 16,2-4-56-16</inkml:trace>
  <inkml:trace contextRef="#ctx0" brushRef="#br0" timeOffset="-196345.99">23355 10417 249 0,'-2'-14'89'0,"-5"3"-31"0,1 5 9 0,0 6-40 15,4 4-22-15,1 12-5 16,0 6 3-16,-1 1 6 16,2 7-4-16,0 1-3 0,0 1-2 15,0 0 0-15,0-1 1 16,-4-1-9-16,-1-4-25 15,-1-5-21-15,-4-4-42 16,1-7 10-16,3-7-94 16</inkml:trace>
  <inkml:trace contextRef="#ctx0" brushRef="#br0" timeOffset="-196154.5">23353 10160 375 0,'0'0'5'16,"0"0"32"-16,-6-48 8 15,6 42-24-15,0 0-14 16,0 6-4-16,0 0-3 16,6 0 0-16,2 8 0 0,0 7-17 15,-1 4-43-15,-1 0-55 16,-3 1-25-16</inkml:trace>
  <inkml:trace contextRef="#ctx0" brushRef="#br0" timeOffset="-195776.54">23494 10470 400 0,'0'0'16'15,"0"0"18"-15,0 0-18 16,0 0-2-16,47-19-10 16,-33 19-2-16,-2 0-1 15,-2 6-1-15,-4 5-5 16,-1 5-40-16,-5 1-32 0,0 4-6 16,-6 0 9-16,-6 1-23 15,0-1 26-15,-3-4 62 16,4 0 16-16,-2-4 35 15,4-3 36-15,4-2-23 16,-1-2-9-16,6-3-17 16,0-2-4-16,4-1 21 0,10 0 4 15,5-3-18-15,8-5-17 16,3 0-10-16,5-4-1 16,3 2-2-16,0 0-2 15,0 1-5-15,-4 0-41 0,-1 2-61 16,-8 0-17-16</inkml:trace>
  <inkml:trace contextRef="#ctx0" brushRef="#br0" timeOffset="-195626.96">23912 10593 241 0,'0'0'115'0,"0"0"-42"16,0 46-31-16,1-28-15 16,3 3-11-16,0-2-6 15,1 1-6-15,3-4-4 16,-1-2 1-16,4-6-7 15,0-5-46-15,0-3-81 16,-3-16-127-16</inkml:trace>
  <inkml:trace contextRef="#ctx0" brushRef="#br0" timeOffset="-194531.78">23778 8437 95 0,'0'0'30'0,"0"0"12"0,0 0-4 16,0 0-6-16,0 0-1 15,0 0-2-15,0 0 4 16,0 0 6-16,0 0-12 0,0 0-9 16,0 0-14-16,-4-31-1 15,4 28-1-15,0-1-1 16,0-3 1-16,0-2-1 16,0-2-1-16,6 0 0 15,1-2-6-15,5-1-3 0,0-1-3 16,0 3-6-16,1 0 2 15,0 2 3-15,1 3 6 16,-1 4 2-16,-2 3 3 16,1 0 2-16,-1 1-1 15,0 8 0-15,0 4-2 16,-4 3 2-16,2-1 8 0,-3 3 8 16,-1 0 6-16,-1 0-3 15,-4 0 0-15,0 0 0 16,0-4-3-16,0-1-5 15,0-3-3-15,0-3-6 16,0-3 1-16,0-4-1 0,-2 0 3 16,-3 0 22-16,2-8-14 15,-1-8-10-15,3-1 0 16,1-6-2-16,0-4-8 16,0-2-8-16,11-3-8 15,7 4-7-15,-2 1-4 0,6 6 0 16,-2 6 14-16,0 5 16 15,-1 10 3-15,-2 0 1 16,0 7-1-16,-3 6 6 16,0 4 10-16,-2 3 6 15,-2 1 1-15,3-1-2 0,-2 3 1 16,-1 3-4-16,0-1-8 16,0 2-7-16,-2 0-1 15,0 4-21-15,-2-7-66 16,-2-5-42-16</inkml:trace>
  <inkml:trace contextRef="#ctx0" brushRef="#br0" timeOffset="-194309.05">24417 8484 342 0,'0'0'6'0,"0"0"44"0,0 0-9 15,0 0-36-15,0 0 6 16,0 0 6-16,1 58-9 16,-1-31-7-16,0 5 0 0,0 2-1 15,0-6-41-15,0-5-129 16</inkml:trace>
  <inkml:trace contextRef="#ctx0" brushRef="#br0" timeOffset="-193763.04">25984 8783 359 0,'0'0'4'0,"0"0"-1"0,0 39-1 16,0-12 6-16,0 6 2 16,0 5-4-16,0 5-2 15,0-1-4-15,0 0 1 0,0-3 0 16,2-7-25-16,1-8-60 15,-1-9-27-15</inkml:trace>
  <inkml:trace contextRef="#ctx0" brushRef="#br0" timeOffset="-193151.06">26009 9106 320 0,'0'0'10'15,"0"0"27"-15,0 0-36 0,0 0 3 16,0 0 15-16,-57 43 7 16,27-21-7-16,-4 3-8 15,-7 0-5-15,0 2-4 16,0 0 0-16,-4 0-1 16,1 0 1-16,2-4 0 15,7-3-2-15,6 0 0 0,9-5 0 16,11-2 0-16,9-2 0 15,2-2 0-15,16 0 0 16,9-1 0-16,9-2 0 16,2 0 0-16,5 1 0 15,-1 1 0-15,-4 0 0 0,-5 4 1 16,-10 2 0-16,-8 2-1 16,-12 4 1-16,-3 4-1 15,-19 4 1-15,-9 2 0 16,-6 4-1-16,-6 3 1 0,-5 1-1 15,-4 1 1-15,2-4-1 16,1-1 0-16,5-4 0 16,10-3 0-16,11-6 0 15,8-4 1-15,12-2-2 16,3-7 1-16,23-3 0 16,8-3 0-16,13-2 1 0,9-7-2 15,5-7 1-15,5-3 1 16,-3 1-1-16,-7 2 1 15,-13 1 0-15,-10 6 12 16,-10 7 1-16,-11 0-5 16,-9 3-6-16,-3 11 0 0,0 5 5 15,0 2 7-15,-3 5-5 16,-6 2-8-16,3 3-1 16,-6 3-1-16,4 6-1 15,-3 0-17-15,-3-2-50 16,-2-1-80-16,-4-3-73 0</inkml:trace>
  <inkml:trace contextRef="#ctx0" brushRef="#br0" timeOffset="-192887.23">25366 10511 409 0,'0'0'60'0,"0"0"-39"0,0 0-20 0,0 0 3 16,-15 54 1-16,11-26 2 16,1 1-5-16,0-1-1 15,0 2-1-15,-6 0 0 0,2-2-20 16,-4-1-31-16,-2-6-69 15,0-6-19-15</inkml:trace>
  <inkml:trace contextRef="#ctx0" brushRef="#br0" timeOffset="-192687.66">25329 10325 393 0,'0'0'10'16,"0"0"13"-16,0 0 3 0,0 0-20 16,0 0-6-16,0 0-1 15,0 0 0-15,0 0-10 16,27-9-41-16,-20 22-56 16,-5 1-39-16</inkml:trace>
  <inkml:trace contextRef="#ctx0" brushRef="#br0" timeOffset="-192466.94">25476 10610 402 0,'0'0'4'0,"0"0"-1"15,46-13 15-15,-25 9-2 16,-1 0-7-16,1 1-5 0,-5 3-4 15,-2 0 1-15,-2 2-2 16,-7 6-26-16,-1 3-30 16,-4 0-20-16,0 1 18 15,-5 1-25-15</inkml:trace>
  <inkml:trace contextRef="#ctx0" brushRef="#br0" timeOffset="-192311.06">25518 10747 139 0,'0'0'53'0,"0"0"4"15,0 0-22-15,0 0 5 16,0 0 5-16,0 0-3 16,0 0-21-16,60 14-14 0,-33-21-4 15,5 0-2-15,-1 1 0 16,2 0-6-16,-5-1-51 16,1-3-63-16</inkml:trace>
  <inkml:trace contextRef="#ctx0" brushRef="#br0" timeOffset="-191699.89">25328 10573 199 0,'0'0'12'0,"0"0"60"0,0 0-16 16,0 0-10-16,0 0-18 0,0 0-3 16,0 0 2-16,0 0 7 15,-3 40-3-15,3-14-6 16,0-2-6-16,-1 4-7 16,-3 3-3-16,-2-1-4 15,-3 0-3-15,-4-1 0 0,-1-2-1 16,-2-5 0-16,-3-2-1 15,-1-6 2-15,0-4-2 16,1-3 1-16,-1-6 0 16,3-1-2-16,0 0-13 15,4-4-26-15,0-7-23 0,5 0-46 16,4-6-84-16</inkml:trace>
  <inkml:trace contextRef="#ctx0" brushRef="#br0" timeOffset="-189986.14">25928 10534 155 0,'0'-2'37'0,"0"1"15"16,0 0-18-16,0 1 0 16,0-1 15-16,0 1-17 15,0-1 0-15,0-2-7 0,0 1-5 16,0 0-5-16,0-1-1 15,-2 0 3-15,1 0-7 16,1 1-1-16,-1-1-3 16,1 0-1-16,0 0 0 15,-1 1-2-15,0 1 1 0,1 0-1 16,0 1-3-16,0 0 0 16,0-1 1-16,0 1-1 15,0 0 0-15,0 0 0 16,0 0 0-16,0 0 0 15,0 0 0-15,0 0 0 16,0 0 1-16,-1 0-2 0,1 0 1 16,0 0 0-16,0 0 0 15,0 1-1-15,0 7 2 16,0 5 0-16,0 5 3 16,-3 4 5-16,-1 6 3 15,-2 2 0-15,0 1-4 0,-1 3-3 16,1-2-4-16,3-4 0 15,0-4-1-15,3 0 0 16,0-8-16-16,0-6-62 16,3-10-99-16</inkml:trace>
  <inkml:trace contextRef="#ctx0" brushRef="#br0" timeOffset="-188889.1">25514 8312 167 0,'-16'-4'20'0,"2"-4"20"15,4-2-2-15,3 0-6 16,5-3 1-16,2-1 1 0,3 1-15 16,9-1-9-16,7 2-2 15,1 2-1-15,2 6 1 16,0 3 3-16,1 1-2 16,-3 4-2-16,0 10-3 15,-3 2-1-15,-2 4 0 0,-3 1 0 16,-2 0-1-16,-6 2 2 15,-3-2-4-15,-1-1 1 16,0-1 1-16,-2-2 0 16,-5-4-1-16,1-2 1 15,-1-5-1-15,2-5 0 16,0-1 1-16,0 0 6 0,2-13 1 16,0-2-4-16,3-7-3 15,0-5 0-15,5-3-2 16,7-2 0-16,5 1 0 15,0 2 0-15,3 6 0 0,0 8 1 16,-1 8 1-16,0 7 1 16,-1 0-1-16,-1 14-1 15,1 7 2-15,0 5-1 16,-1 2 0-16,-1 2-2 16,-2-2 1-16,-2-1-1 0,-1-1 0 15,-1-5-4-15,-2-2-38 16,-3-1-51-16,-2-8-34 15,0-4-104-15</inkml:trace>
  <inkml:trace contextRef="#ctx0" brushRef="#br0" timeOffset="-188587.27">26013 8408 238 0,'0'0'23'0,"0"0"27"0,45-29-5 16,-28 26-2-16,-4 3-15 0,-1 0-6 15,-2 3-9-15,-5 7-9 16,-4 5 1-16,-1 3-2 16,0 2-1-16,-7 1 0 15,-5 0 0-15,-2 2-2 16,-1 0 1-16,1-2-1 0,1 0 1 16,0-1-1-16,6-6 0 15,5-4 0-15,2-4 0 16,7-6 0-16,13 0 0 15,9 0 1-15,8-9-1 16,7-3 0-16,10 0 0 16,5-2-14-16,-2 0-72 0,-4-2-118 15</inkml:trace>
  <inkml:trace contextRef="#ctx0" brushRef="#br0" timeOffset="-185164.75">26295 9234 184 0,'0'0'51'0,"0"0"-7"0,-49 33-1 15,29-10 11-15,0 6-15 16,3 4-8-16,2 5-12 15,5 1-4-15,6 1-9 16,4-1-2-16,5-2-2 0,13-3-1 16,7-5 1-16,7-7-2 15,6-9 0-15,3-6-12 16,2-5-13-16,-2-2-33 16,-3-12-44-16,-4-6-49 15</inkml:trace>
  <inkml:trace contextRef="#ctx0" brushRef="#br0" timeOffset="-184851.89">26721 9204 237 0,'0'0'25'0,"0"0"67"16,53-4-29-16,-35 18-25 16,-2 10-12-16,0 6-3 15,-9 9-6-15,-1 5-6 0,-6 5-7 16,-12 2 0-16,-14 2-3 15,-12 1-1-15,-11-2-21 16,-11-8-62-16,-5-8-109 16</inkml:trace>
  <inkml:trace contextRef="#ctx0" brushRef="#br0" timeOffset="-136500.29">18995 9133 114 0,'3'-3'59'0,"-3"1"-18"0,0 0 4 0,0 2-23 16,0 4-21-16,0 11 0 15,0 7 21-15,0 8 18 16,-1 11-1-16,1 9-8 0,0 7-9 15,0 8-4-15,0 1-6 16,0 2-6-16,0-2 1 16,1-2-5-16,1-7 0 15,1-4-1-15,0-8 1 16,-3-6 0-16,2-8-1 0,-2-10 1 16,0-8-1-16,0-6 2 15,0-7-3-15,0 0 16 16,-2-12 18-16,-2-13-31 15,2-12-3-15,0-11 1 16,1-9-2-16,-1-7 1 16,-2-5-4-16,0-4-2 0,0 1-1 15,0 6 3-15,-2 7 2 16,1 9 4-16,-2 10-4 16,1 12 4-16,3 8-2 15,-1 7 0-15,2 7 1 16,1 4-1-16,1 2 1 0,0 0-2 15,0 0-2-15,0 2 3 16,5 7 0-16,0 2 0 16,4 5 0-16,-2 1 0 15,3 3 0-15,-2 3 0 16,1 4 0-16,1 2 2 0,2 0-2 16,-2 2 0-16,3-4 0 15,1 0 0-15,-1-6 0 16,2-4 0-16,-3-4-2 15,2-6 2-15,-2-7 0 16,0 0 0-16,3-5 0 0,-3-14 0 16,2-7 2-16,-3-5-2 15,0-5 0-15,-3 0 0 16,-2 2 0-16,-4 4 0 16,-2 6 0-16,0 5 0 15,0 5 1-15,0 7 0 0,0 3 4 16,-2 4 8-16,-1 0-10 15,3 13-3-15,0 2 2 16,0 7 0-16,0 2 2 16,3 1-2-16,4 2-1 15,3 0 0-15,4-3-2 0,2-2 2 16,2-4-1-16,2-3-1 16,0-3 1-16,0-6-18 15,1-2-18-15,-2-4-34 16,-1 0-44-16,-5-11-10 15</inkml:trace>
  <inkml:trace contextRef="#ctx0" brushRef="#br0" timeOffset="-136310.83">19545 9420 187 0,'0'0'131'0,"0"0"-65"0,0 38-3 16,0-18-10-16,0 5-27 16,0 3-3-16,0-1-13 15,2 4-8-15,3 2-1 0,1 1-1 16,1-3-8-16,-1-1-63 16,-2-10-141-16</inkml:trace>
  <inkml:trace contextRef="#ctx0" brushRef="#br0" timeOffset="-134390.02">22010 9227 85 0,'-2'0'25'0,"0"0"1"16,-3 0-3-16,4 0 4 0,-1 0-5 15,1 0-1-15,0-2-7 16,0-2 0-16,1 1 3 15,0-1-5-15,0-3 5 16,0 1 21-16,7 0-28 16,2 1 3-16,3-1 7 15,3 4-3-15,0 1-4 0,3 1-8 16,1 0 1-16,0 6-2 16,1 4-2-16,-3 4 0 15,-3 0 0-15,-1 4 0 16,-6 3 0-16,-3 0 0 15,-4 2-1-15,0 1 0 0,-10 2 0 16,-4-1 0-16,-6-2 0 16,-1-1 0-16,-5-3 0 15,4-3 0-15,-1-4-1 16,2-2 0-16,4-5 0 16,1-1 0-16,3-4-1 0,3 0 1 15,6 0-12-15,2-4-16 16,2-3-27-16,0-6-9 15,5-2-24-15</inkml:trace>
  <inkml:trace contextRef="#ctx0" brushRef="#br0" timeOffset="-133886.75">22325 9200 124 0,'0'0'18'0,"0"0"31"0,0 0-22 0,0 0-6 16,7-37 4-16,-7 31 0 15,0 2-3-15,0 3 0 16,0-1-3-16,0 1 1 0,0-1-3 16,-5 2-10-16,-3 0-2 15,0 0-2-15,-4 0 3 16,1 6 4-16,-2 3 5 16,1 0-3-16,-1 3 1 15,3 2 0-15,-1 2-1 0,1 2-2 16,4 1-1-16,-1 2-2 15,4 2-2-15,2 2-1 16,1-1-2-16,0 0 0 16,0 1-1-16,6-4-1 15,2-1 0-15,5-4 0 16,0-2 1-16,1-5-1 0,2-3 0 16,2-3-2-16,1-1-10 15,-1-2-17-15,1 0-25 16,-4 0-49-16,-1 0-7 15</inkml:trace>
  <inkml:trace contextRef="#ctx0" brushRef="#br0" timeOffset="-133557.99">22531 9483 15 0,'0'0'216'0,"0"0"-149"0,0 0 2 16,0 0-17-16,0 0-22 16,0 0-9-16,0 0-1 15,0 0 6-15,-7 42-7 16,3-22-6-16,2 3 1 15,1 1-6-15,-1 1-4 0,-2 1-2 16,3-2-2-16,0-1 0 16,1-3 0-16,1-6-3 15,-1-2-24-15,0-6-35 16,0-6-72-16,0 0-61 16</inkml:trace>
  <inkml:trace contextRef="#ctx0" brushRef="#br0" timeOffset="-132828.15">21925 8994 81 0,'0'0'39'0,"0"0"6"0,0 0-12 16,0 0-2-16,0 0-1 15,-40 6 3-15,33-5-10 0,4 3-8 16,2-1-7-16,1 3 2 16,0 1 3-16,0-1 2 15,11 0 6-15,5 1 8 16,8-3 1-16,5 0-5 15,9-3-9-15,4-1-2 16,4 0-5-16,0 0-1 0,1-2-2 16,-5-1-4-16,-3 1 0 15,-8-2-1-15,-5 4 0 16,-6-1-1-16,-3-1 1 16,-5 2-1-16,-4 0 0 0,-1-1 1 15,-3 0-1-15,-1 1 1 16,-1-1-1-16,-1 1 1 15,0 0-1-15,-1 0 1 16,1 0-1-16,-1 0-1 16,0 0 0-16,0 3-6 15,0 4-18-15,0 2-40 0,-2-2-80 16</inkml:trace>
  <inkml:trace contextRef="#ctx0" brushRef="#br0" timeOffset="-127950">24292 9454 159 0,'0'-3'55'0,"0"-3"-12"15,0-2-16-15,0 2 7 16,0-1-3-16,1-1-4 0,4 2-9 16,4-1-5-16,3 0-5 15,1 3 1-15,3 1 0 16,-1 3 1-16,3 0-2 15,0 0-1-15,0 8-3 16,-3 5-1-16,0 1 0 0,-4 5-1 16,0 1 0-16,-6-2-1 15,-3 2 0-15,-2 0 0 16,0-2 0-16,-4-1 1 16,-9-1 0-16,-1-1-1 0,-3-1 0 15,-2-2-1-15,-1 0 1 16,1-4 0-16,1 1 0 15,3-4-2-15,4 0 2 16,4-4-1-16,0-1-1 16,5 0 1-16,2 0-7 15,0 0-18-15,11-8-30 0,0 0-30 16,3-4-21-16</inkml:trace>
  <inkml:trace contextRef="#ctx0" brushRef="#br0" timeOffset="-127537.68">24612 9392 107 0,'0'0'47'0,"0"0"12"0,0 0-14 0,0 0 16 0,0 0-11 16,0 0-10-16,0 0-16 16,0 0-7-16,0 0-4 0,-45-23-1 15,29 33 5-15,3 3 6 16,-1 2-3-16,1 2-4 16,2 3-1-16,0 0-5 15,4 3 0-15,2-2-2 16,2-1-3-16,3 1-1 0,0-4-2 15,0 2-1-15,0-4 0 16,10 0-1-16,-2-5 1 16,6-2-1-16,0-2 0 15,6-5 1-15,-5-1-1 16,4 0-8-16,-1 0-24 0,-1 0-44 16,-6-7-27-16,-1 0-111 15</inkml:trace>
  <inkml:trace contextRef="#ctx0" brushRef="#br0" timeOffset="-124791">24726 9640 111 0,'0'-3'59'0,"0"1"-23"0,0 0 5 0,0 1 9 15,0-1-7-15,0 2-18 16,0 0-10-16,0 0-1 15,0-1 2-15,0 1-2 0,0 0-3 16,0 0-1-16,0 0-2 16,0 0 9-16,0 0-1 15,-2 1-3-15,2 2 0 16,-2-3-3-16,1 2 2 16,1-2-4-16,-1 1 0 0,1-1 3 15,0 0-4-15,0 0 3 16,0 0-1-16,0 0 0 15,0 0-3-15,0 0 1 16,0 0-2-16,0 0 0 16,-1 0-3-16,1 0-1 0,0 0 0 15,0 0-1-15,0 0 1 16,0 0-1-16,0 0 0 16,0 0 0-16,0 0 1 15,0 0-1-15,0 0 0 16,0 0 0-16,0 0 0 0,0 0 0 15,0 0 0-15,0 0 0 16,0 0 2-16,0 0-2 16,0 0 0-16,0 0 0 15,0-1 0-15,0-1 0 16,0 2 0-16,0 0 0 16,0-1 0-16,0 1 0 0,0 0 0 15,0 0 2-15,0 0-1 16,0 0-1-16,0 0-1 15,0 5 0-15,0 3 1 16,0 7 0-16,0 1 1 16,0 4 2-16,0 3 3 0,-2 1-1 15,-1 0-2-15,0-2 0 16,0-4-1-16,1-6-2 16,1-2 2-16,-1-3-1 15,2-4 1-15,-3 0-1 16,3-3 0-16,-1 0 1 0,1 0-1 15,0 0-1-15,0 0 1 16,0 0-1-16,0 0 0 16,0 1-2-16,0 0-14 15,0 0-10-15,2 2-28 16,2-3-40-16,2 0-46 0,2 0-180 16</inkml:trace>
  <inkml:trace contextRef="#ctx0" brushRef="#br0" timeOffset="-112393.16">26346 9312 4 0,'-4'1'25'0,"1"0"-9"0,-3 0-5 15,2-1-3-15,3 1 1 0,-3 1 0 16,2-2-4-16,0 0-2 16,2 1-3-16,-1-1 0 15,0 2 0-15,1-1-2 16,0-1 0-16,0 2-15 15,0-2-24-15</inkml:trace>
  <inkml:trace contextRef="#ctx0" brushRef="#br0" timeOffset="-111654.84">26310 9369 39 0,'0'0'62'0,"0"0"-36"0,0 0-5 16,0 0-6-16,0 0-13 0,0 0-2 16,0 0 11-16,0 0 9 15,0 0 49-15,0 0-24 16,-4 0-30-16,4 0-10 16,0 0 3-16,0 0 6 15,0-3-1-15,0 0-2 0,0 0-3 16,0-1-1-16,6-1-4 15,0 0 1-15,4 2 0 16,-2-1 3-16,2 1-1 16,3 2 0-16,0 1 0 15,2 0-1-15,-3 0-1 0,3 4 1 16,-2 6-1-16,-2 1 0 16,-2 1 0-16,-2 3-1 15,-3 1 1-15,-4 0-2 16,0 2 0-16,-1-4 0 15,-7 3-1-15,-4-2 0 16,-1-4 1-16,0 0-1 0,-3-2-1 16,3-2 1-16,-1-3-2 15,3 0-4-15,2-1-11 16,2 0-16-16,2-3-18 16,4 0-38-16,1 0-9 0,0 0-75 15</inkml:trace>
  <inkml:trace contextRef="#ctx0" brushRef="#br0" timeOffset="-111124.16">26587 9314 109 0,'0'0'36'0,"0"0"-4"0,0 0-7 15,0 0 9-15,0 0 7 16,0 0-7-16,0 0-8 16,0 0-11-16,0 0-4 0,0 0-3 15,0 0 2-15,2-29-1 16,-2 29-3-16,0-1-2 16,0-1-2-16,-4 2 0 15,-1 0 1-15,-1 0 0 16,-2 0 0-16,-2 0 2 15,1 3 2-15,-1 2 1 0,-2 4 1 16,1 0-1-16,2 4-1 16,-3 1 0-16,4 0-2 15,3 2-1-15,-1 1-2 16,6 1 0-16,0-2 1 0,0-1-3 16,8 0 1-16,4-1 0 15,4-4 0-15,0 0-1 16,5-3 0-16,-2-2-20 15,-2-3-39-15,1-2-81 16</inkml:trace>
  <inkml:trace contextRef="#ctx0" brushRef="#br0" timeOffset="-106888.66">26675 9483 66 0,'1'0'11'0,"1"0"74"0,-1 0-46 16,-1-2-4-16,0-1-2 0,0 3-5 15,0-3-1-15,0 2 4 16,0 1-6-16,0-2-5 16,0 1-4-16,0 1 0 15,0 0-3-15,-1 0-4 0,0 0-1 16,0 0-3-16,0 0-2 15,1 0 0-15,0 0-3 16,-1 0 2-16,0 0-2 16,1 0 1-16,0 0 0 15,0 0 0-15,-1 0 2 16,1 0-1-16,0 0 2 0,0 0-1 16,0 0 2-16,0 0-1 15,0 0 1-15,0 0-2 16,0 0-1-16,0 0-1 15,0 0 0-15,0 0 0 16,0 0-1-16,0 0 0 0,0 0 0 16,0 0 0-16,0 0 0 15,0 0 0-15,0 0 0 16,0 0 0-16,0 0-1 16,0 0 0-16,0 0-10 15,0 0-4-15,0 0-15 0,0 1-9 16,0 1-38-16,1-2-8 15,2 0-126-15</inkml:trace>
  <inkml:trace contextRef="#ctx0" brushRef="#br0" timeOffset="-103953.84">24674 9468 74 0,'0'0'51'0,"0"0"-8"15,0-1-11-15,0 0 3 0,0-1-5 16,0 1-1-16,0-1 3 16,0 2-1-16,0-1 1 15,0 1 0-15,0-2-10 16,0 1-10-16,0 1 3 16,0 0-8-16,4-1-3 0,0-1-2 15,4 1 0-15,-3 1 0 16,1-2 0-16,-1 2-1 15,0 0-1-15,-2 0 1 16,2 0-1-16,-4 2 0 16,0 2 0-16,0 0 0 0,-1-1 1 15,0 2-1-15,0 0 0 16,-5-1 1-16,-2-1 1 16,0 0-2-16,0-2 0 15,1 1 0-15,-1-2 0 16,3 0 1-16,3 0-1 15,1 0 1-15,0-4-1 0,0-3 0 16,2 1 0-16,8-1 0 16,-1 1 0-16,2 2-2 15,3 1-26-15,-5-1-43 16,-2 1-64-16</inkml:trace>
  <inkml:trace contextRef="#ctx0" brushRef="#br0" timeOffset="-101861.83">26675 9531 15 0,'0'-6'98'0,"0"1"-58"0,0-2-1 16,0 1-6-16,0 0 4 15,0 3-10-15,0-1 5 0,0 0 3 16,1 4-1-16,0 0-15 16,-1 0-16-16,2 0 0 15,-1 10 8-15,2-2 9 16,-1 5-2-16,0 4-4 0,-1 1-1 15,0 5 3-15,1 4 1 16,-2 4-4-16,0 1-6 16,0 0-2-16,0-2-4 15,0-1 0-15,-6-4 0 16,-2-5 0-16,-1-3-1 16,0-4 1-16,-5 0-1 0,-1-5 0 15,1 1 1-15,-1-2-2 16,-1-3-1-16,3-2-13 15,-2-1-10-15,5-1-22 16,0 0-41-16,2-6-15 16,2-9-31-16</inkml:trace>
  <inkml:trace contextRef="#ctx0" brushRef="#br0" timeOffset="-101470.08">26611 9358 189 0,'0'0'69'0,"0"0"8"0,0 0-8 0,0 0-20 0,0 0-7 15,0 0-15-15,0 0-5 16,0 0-15-16,0 0-4 0,0 0-3 15,5-5 1-15,-2 5-1 16,0 0 0-16,5 0-1 16,-3 0-29-16,3 0-64 15,-5-11-138-15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0:35:11.411"/>
    </inkml:context>
    <inkml:brush xml:id="br0">
      <inkml:brushProperty name="width" value="0.05292" units="cm"/>
      <inkml:brushProperty name="height" value="0.05292" units="cm"/>
      <inkml:brushProperty name="color" value="#FF0000"/>
    </inkml:brush>
  </inkml:definitions>
  <inkml:trace contextRef="#ctx0" brushRef="#br0">8466 11715 72 0,'0'0'35'15,"0"0"-1"-15,0 0-1 16,0 0-8-16,0 0-16 0,0 0 32 16,-20-37 13-16,19 30-25 15,-1 2-2-15,2-1-4 16,0-1-5-16,0 1-6 15,2-1-1-15,8-3-2 16,-1 1 1-16,6-2 0 16,5-3 1-16,5-4 2 0,4-1 1 15,3-4 2-15,7-1-3 16,1-1 8-16,1-1-9 16,1 0-5-16,-2 1 0 15,1 1-1-15,-3 2 2 0,-3 1 2 16,-1 3-2-16,-7 3-3 15,-2 1-2-15,-6 3-2 16,-3 1 0-16,-3 3 1 16,-3 0-1-16,-3 0 0 15,-1 1 0-15,-2 0-1 0,-1 2 0 16,1 1 0-16,-4-3-14 16,0-1-34-16,-4-4-57 15,-10-6-152-15</inkml:trace>
  <inkml:trace contextRef="#ctx0" brushRef="#br0" timeOffset="754.94">8441 11130 204 0,'0'0'28'0,"0"0"8"16,0 0 4-16,0 0-16 15,0 0-14-15,0 0-4 0,25-37 3 16,-2 6-1-16,5-6-4 15,4-10-2-15,1-8 1 16,-2-3 2-16,-1-2 0 16,-6 2 2-16,-2 1 2 0,-6 6-1 15,-9 8-4-15,-3 5-1 16,-4 9-1-16,0 8 18 16,-11 13-4-16,-5 8-16 15,-1 5-1-15,-4 15 0 16,1 4 0-16,1 3 1 0,6 0-1 15,7-1 0-15,4-2-1 16,2-4 0-16,7-3 0 16,9-3 2-16,3 0 0 15,4-1 0-15,1 0 1 16,3-2-1-16,-2 2 0 16,-1 0 1-16,-4 2-2 0,-1 1 2 15,-6 1-1-15,-5 1 0 16,-3 4 0-16,-5 2 0 15,0 0 1-15,-11 0 0 16,-4 0 0-16,-6-1-1 16,-2-3 2-16,-1 1-1 0,-2-4 0 15,1-5-1-15,-2-4-1 16,3-1 3-16,5-7-2 16,2 0-7-16,8-8-23 15,4-14-13-15,5-9-46 0,0-9-39 16</inkml:trace>
  <inkml:trace contextRef="#ctx0" brushRef="#br0" timeOffset="1074.12">8803 10524 206 0,'0'0'34'0,"0"0"-4"16,0 0 12-16,0 0-19 15,0 0-10-15,0 0 8 16,0 0 6-16,21 52-2 0,-17-21-5 16,0 6-9-16,1 3-3 15,-1 6-2-15,1 2-4 16,1 0-1-16,2-2 0 16,0-7-1-16,1-7 0 15,1-7 0-15,2-8 1 0,2-6-1 16,2-6 0-16,6-5 0 15,-3-1-11-15,4-14-14 16,2-6-25-16,-3-7-26 16,-2-7-31-16,-2 0-72 15</inkml:trace>
  <inkml:trace contextRef="#ctx0" brushRef="#br0" timeOffset="1354.35">8852 10787 282 0,'0'0'42'0,"0"0"24"15,0 0-20-15,0 0-14 16,0 0-9-16,0 0 2 15,0 0-10-15,0 0-10 16,5-39-4-16,25 17 0 16,9-4-1-16,8-7 1 0,0-6-9 15,-3-10-80-15,-5-5-292 16</inkml:trace>
  <inkml:trace contextRef="#ctx0" brushRef="#br0" timeOffset="3099.25">12284 11585 58 0,'0'0'17'0,"0"0"11"16,-52 35 22-16,37-25-29 16,0-3-3-16,3 0 7 15,5-2 1-15,-1-3-3 16,6 0-6-16,2-1-1 15,1-1-8-15,15 0-4 16,11 0 26-16,12-4 0 0,11-5-2 16,13 1-7-16,10-3-8 15,12 1-5-15,5 1-4 16,4-2-2-16,2-2 1 16,0-2-1-16,-3-6 1 15,-7-1 2-15,-5-3 2 0,-7-1-1 16,-7 0-1-16,-6 2 1 15,-10 3-3-15,-6 5-2 16,-10 2-1-16,-7 7 1 16,-8 4-2-16,-7 3-7 0,-11 0-29 15,-2 0-43-15,-6 1-67 16</inkml:trace>
  <inkml:trace contextRef="#ctx0" brushRef="#br0" timeOffset="3706.99">12532 10458 144 0,'0'0'22'0,"0"0"-2"0,0 0 7 16,0 0 4-16,0 0-10 16,0 0-4-16,0 0-11 15,0 0-5-15,0 0 3 0,-27 43 9 16,22-5 14-16,-1 6-3 16,3 6-6-16,-4 4-11 15,1 6-5-15,3 1-1 16,-3-2 3-16,0-2-3 0,1-6-1 15,-3-7 0-15,4-10-9 16,2-7-9-16,-2-8-24 16,4-4-7-16,0-10-45 15</inkml:trace>
  <inkml:trace contextRef="#ctx0" brushRef="#br0" timeOffset="4142.49">12567 10951 187 0,'0'0'92'0,"0"0"-91"16,0 0-1-16,0 0 11 15,42-7 7-15,-24 0 0 0,3-2-4 16,0-3-7-16,2-3-4 15,2 0-1-15,-2-2-1 16,0-2-1-16,-4 2 1 16,-1-1 1-16,-5-1 6 15,-4 1 5-15,-2 3 1 0,-5 1 0 16,-2 3-3-16,-2 3 2 16,-14 4-2-16,-5 4-5 15,-5 0-3-15,-8 12 0 16,1 5 2-16,-1 9 6 15,1 5 1-15,8 7-4 0,3 5-4 16,6 1 1-16,8 0 0 16,6-1-2-16,2-7-2 15,10-7 0-15,8-10 0 16,9-6-1-16,4-8-11 16,7-5-6-16,2 0-18 15,3-9-15-15,-3-5-51 0,-2-3-34 16</inkml:trace>
  <inkml:trace contextRef="#ctx0" brushRef="#br0" timeOffset="5088.1">13119 10823 196 0,'0'0'30'0,"0"0"10"15,9-42 3-15,-9 32-8 16,0 1-5-16,-4 2-4 16,-5 6-5-16,-9 1-7 0,0 0-5 15,-6 7-1-15,-3 10 2 16,-1 6-2-16,-1 4 0 15,0 5 1-15,3 5 0 16,2 2 1-16,7-1-7 16,4-4-2-16,4 0 0 0,4-5-2 15,5-7 2-15,0-5-2 16,2-4 1-16,11-7-3 16,1-6-5-16,7 0 4 15,1-12 1-15,3-8 2 16,1-4 1-16,1-7 0 0,-2-6 1 15,0 0 0-15,-8 2-1 16,-1 2-1-16,-7 6 1 16,-4 6 0-16,-5 5 1 15,0 9 7-15,0 7 6 16,-5 0-5-16,-4 4-5 16,3 9-3-16,-2 5-1 0,2 1 1 15,2 5 0-15,3-1 0 16,1 0 0-16,0-1-1 15,9 1 0-15,1-2 1 16,3-1-1-16,2-1 0 0,1-2-2 16,3-6-12-16,0-5-1 15,1-6 10-15,3-3 5 16,-1-13 0-16,2-6 1 16,-1-4-1-16,-2-5 1 15,-2-2 0-15,-3-2 1 16,-5 3-1-16,-5 4 1 0,-5 4-1 15,-1 5 1-15,0 8 1 16,-11 4-1-16,-3 7-2 16,0 0 0-16,-2 1-1 15,2 9 1-15,3 3-1 16,3 1 1-16,6 0-1 0,2-1 0 16,0-1 0-16,8-1 0 15,7-4 0-15,7 3 1 16,-2-3 0-16,5 2 0 15,-1-1 0-15,-3 1 1 16,-2-1-1-16,-1-1-1 0,-5 2 2 16,-3-1-1-16,-6-2 0 15,-2 2 0-15,-2 1 0 16,-2-2 1-16,-11 2 0 16,-1 2 0-16,-4-2-1 15,-1 0 0-15,0 3 0 0,-1-2 0 16,1 1 0-16,2-1 0 15,2 0 0-15,1-1-5 16,3-2-15-16,3-2-3 16,3-2-22-16,2-3-16 15,3 0-40-15,0-1-1 16</inkml:trace>
  <inkml:trace contextRef="#ctx0" brushRef="#br0" timeOffset="5443.99">13521 10630 221 0,'0'0'21'0,"0"0"25"15,0 0 20-15,0 0-19 16,0 0-17-16,0 0-8 16,0 0-17-16,0 0 2 0,0 0 10 15,-24 61 8-15,21-18 0 16,1 5-6-16,0 5-7 16,2 1-8-16,0-2-3 15,0-6 0-15,2-5 0 16,7-11-1-16,3-9-8 15,3-10-11-15,5-8-1 0,3-3-3 16,4-7-10-16,-3-10-17 16,3-6-14-16,-3-4-63 15,-1-3-50-15</inkml:trace>
  <inkml:trace contextRef="#ctx0" brushRef="#br0" timeOffset="5692.29">13400 10840 294 0,'0'0'100'0,"0"0"-26"0,0 0-46 15,67-17 15-15,-19 0-21 16,10-3-11-16,11-8-8 16,2-2-2-16,-4-13-52 15,-3-12-270-15</inkml:trace>
  <inkml:trace contextRef="#ctx0" brushRef="#br0" timeOffset="12604.56">6130 13709 92 0,'0'0'0'16,"0"0"2"-16,0 0 7 15,0 0-6-15,0 0 43 16,0 0-31-16,0 0-4 16,0 0-4-16,0 0-1 15,0 0 1-15,0 0 5 16,0 0-6-16,0 0-3 0,-6-13-3 15,4 13 6-15,2 0 6 16,0 2 2-16,0 1-1 16,0-2-1-16,2 2 4 15,4 0 2-15,1-2 2 0,4 1-3 16,2-2-8-16,2 0-1 16,2 0-4-16,1 0 2 15,-1 0-5-15,4 0 2 16,1-4-1-16,-2 1 2 15,4 0-1-15,1-2 0 0,2 1 3 16,-2 1-2-16,-1-2 3 16,1 1-1-16,0-1-1 15,1 2 0-15,-1-1-3 16,-1-2 2-16,3 2-2 16,-2 1 0-16,2 1-1 0,-3 0-1 15,1 1 0-15,-1 1 1 16,1 0-1-16,-2 1 0 15,1-1 1-15,-2 3-2 16,0 1 2-16,1 2-1 16,-2 0 0-16,0-2 1 15,2 0 0-15,-1 0-1 0,2-2 3 16,3-1 0-16,0 1 1 16,4-2 4-16,-2 0-4 15,5 0-2-15,-3 2-2 16,0-1 1-16,3 0-1 0,-1 3 1 15,-1-1-1-15,2 1 1 16,-1-1 0-16,1 3-1 16,0-2 1-16,1 0 0 15,0-2 1-15,1-1 6 16,-2 2 0-16,2-3-4 16,0 1 1-16,-3 1-2 0,3-1 2 15,-3 3-2-15,3-1-3 16,2 3 1-16,-2-2-1 15,2 2 2-15,0 1-1 16,-2-1 0-16,1-1 1 16,2 1-2-16,-4 0 1 0,3-2 0 15,2 0 0-15,-1 2-1 16,1-2 1-16,0-2 3 16,3 2-2-16,-3-3 4 15,0-1-1-15,3 0-1 16,1 0 0-16,-2 0-1 0,3 0 1 15,0-4 1-15,0-1 0 16,-1 0-2-16,1 2 1 16,-1 0-3-16,2-1 1 15,-2 3-1-15,3-1 1 16,0 1-1-16,0 1 2 0,0-3-1 16,0 2 0-16,-3-1 1 15,2 1 1-15,-2-2 1 16,0 0 1-16,2 0-1 15,0-1 0-15,-1-2-2 16,0 3 1-16,0-2-1 0,-1-2-1 16,1 1 1-16,-1-1-1 15,4 1 0-15,0 0-1 16,0 0 0-16,-2 0-1 16,0 3 0-16,2 0 1 15,-3 0-1-15,-1 3 1 0,2 0-1 16,-2 0 0-16,-1-1 0 15,-1 1 0-15,0-2 0 16,1-2 1-16,-1-1-1 16,-1 0 1-16,4 1 0 15,-1-3 1-15,3 1-1 16,-4-1 1-16,0 3-2 0,-1 0 1 16,2 1-1-16,-1 1 0 15,-1 2 0-15,-2 0 0 16,3 0 0-16,-3 0 1 15,0 2-1-15,1-1 0 16,-4 3 0-16,1-4 0 0,0 0 0 16,3 2 0-16,-3-2 0 15,4 0 1-15,-1-6-1 16,3 1 1-16,1-3-1 16,-1 3 0-16,4 0 0 0,-2-2 1 15,4 4-1-15,-1-1 0 16,2 3 0-16,1 1 0 15,-3 0 0-15,2 1 2 16,1 3-5-16,1 2 3 16,-3 0 1-16,3-1-1 15,-2-2 0-15,1-1 2 0,-2 1-2 16,-2-3 0-16,2 0 0 16,-2 0 1-16,1-3 2 15,1-1 1-15,-5-2-2 16,4 0 2-16,-5 0-1 15,-2 1-1-15,0-1-2 0,-1 4 0 16,-1 0 1-16,-1 3-1 16,-1-1 0-16,-2 0 0 15,-1 0 0-15,-4 0 1 16,-2 0-1-16,-2 0 0 16,0 0 0-16,0 0 0 0,-4 0 1 15,-1 0 0-15,2 3 1 16,-3 0 0-16,-4-2-1 15,-1 1 1-15,-1 2-1 16,-3 0 0-16,-1-1 1 16,-5 1 0-16,1-1 0 0,-2-1 0 15,-2 0 0-15,-1-2-1 16,0 1 1-16,-2 0 0 16,0-1 0-16,0 0 0 15,0 0 1-15,0 1-1 16,0-1 2-16,0 0-1 0,0 0-2 15,0 0 1-15,0 0-2 16,0 0 1-16,0 0-1 16,0 0-1-16,0 0-11 15,0 2-26-15,-7-2-33 16,-13-7-73-16</inkml:trace>
  <inkml:trace contextRef="#ctx0" brushRef="#br0" timeOffset="32474.23">17249 18079 91 0,'0'0'119'0,"0"0"-110"16,0 0-6-16,0 0-3 15,0 0-1-15,0 0 1 0,0 0 1 16,0 0-1-16,0 0 0 16,0 0 0-16,0 0 0 15,0 0 1-15,1 40 7 16,-2-26 4-16,-7 6 0 16,-4 7-8-16,-5 3-2 0,-2 6 1 15,-3 3-3-15,-2 2 1 16,-1-2 0-16,0-1 0 15,0-5 1-15,8-5 1 16,-1-4 1-16,7-7-3 16,1-2 2-16,4-5 0 0,2-2 0 15,3-1 3-15,0-1-1 16,1-3-3-16,0-1 0 16,6 1-1-16,2 0 9 15,4 0 9-15,1-1-9 16,6 3-6-16,5 1 14 15,3 1-1-15,5 4 5 0,3 4 21 16,1 0-37-16,-1 3-3 16,1-3-1-16,-3-1-1 15,2 0 0-15,-4-4 3 16,-3-3 0-16,-1-5 2 0,-2 2 3 16,-4-1-1-16,-2-2-2 15,-5 1-2-15,-1-1-3 16,-5-1 0-16,-2 3-1 15,-1-2 2-15,-3 2-2 16,0-1 0-16,-2-1-3 0,0 1-13 16,0 0-15-16,0 0-26 15,-1-2-36-15,-5 0-2 16</inkml:trace>
  <inkml:trace contextRef="#ctx0" brushRef="#br0" timeOffset="33569.22">17109 18649 58 0,'0'0'14'0,"0"0"-4"16,0 0-7-16,0 0 1 16,0 0-2-16,0 0-1 0,0 0 1 15,0 0-1-15,0 0 8 16,0 0 14-16,0 0-8 15,0 0-10-15,0 0 13 16,-22-27-9-16,19 24-5 16,-1 1 0-16,-1 0-2 0,0 0 2 15,3 1 0-15,-2 0 2 16,0-1-1-16,1 1 1 16,-1-1 3-16,2 1 5 15,-2-1-6-15,2 1-1 16,0 0 2-16,2-1-1 0,0 2-1 15,-2 0 0-15,2 0-2 16,0-1 1-16,0 1 0 16,0 0 0-16,0-2-1 15,3 0 5-15,8 0 6 16,0-2-11-16,8-3 8 0,9-2 13 16,6-1-2-16,8-1 0 15,5-3-6-15,6 0-14 16,4 1-3-16,1 1 0 15,4-2 0-15,0 1-2 16,3 1 2-16,0-3-1 16,3 0 3-16,1-1 3 0,2 0 3 15,-4 0 2-15,3 0 0 16,-1-1-3-16,-4 1 2 16,2-1-3-16,-2 3-3 15,1-2-3-15,-4 5 0 0,1 0 0 16,-2 1-1-16,-1 0 0 15,-2 3 0-15,-4-2 0 16,-2 3 1-16,-7-2-1 16,-1 1 0-16,-4 0 0 15,-2 0 1-15,-7 2-1 16,3 0 1-16,-5 0-1 0,-2 1 1 16,-6 3-1-16,-2-1 0 15,-5 2 0-15,-5-1 0 16,-1 1 0-16,-6 0 0 15,1 0 0-15,-3 0 0 16,0 0 1-16,0 0 1 0,0 0-4 16,3-6-15-16,1-8-51 15,-2-12-118-15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33.490"/>
    </inkml:context>
    <inkml:brush xml:id="br0">
      <inkml:brushProperty name="width" value="0.025" units="cm"/>
      <inkml:brushProperty name="height" value="0.025" units="cm"/>
    </inkml:brush>
  </inkml:definitions>
  <inkml:trace contextRef="#ctx0" brushRef="#br0">110 19 609,'0'0'533,"-10"0"-490,-41-5 332,5-9 2795,44 16-1059,7 6-1726,12 9-500,-3-10 194,-1-1 0,2 0 0,-1-1 0,0-1 1,1 0-1,0-1 0,0 0 0,15 0 0,131-1 615,-92-4-552,147 0 474,358 16 652,-235 15-659,653-29-1,-836-10-218,0 7 0,-1 7 0,222 33-1,-216-11-116,267 11-1,220-56 454,229 36 283,-825-14-983,180 7 245,-1-10-1,395-51 1,-343 24-177,-10 1 63,-242 21-138,0-2 1,35-12 0,-66 17-560,0-1 1,0 1 0,0-1 0,-1 1 0,1-1-1,0 1 1,-1-1 0,0 1 0,0 0 0,0-1 0,-1-2-1,-12-26-5668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38.319"/>
    </inkml:context>
    <inkml:brush xml:id="br0">
      <inkml:brushProperty name="width" value="0.035" units="cm"/>
      <inkml:brushProperty name="height" value="0.035" units="cm"/>
    </inkml:brush>
  </inkml:definitions>
  <inkml:trace contextRef="#ctx0" brushRef="#br0">82 216 5317,'0'0'416,"-8"-3"76,-66-18 2219,96 37-2680,1-1-1,0-1 1,1-1-1,1-1 1,0-1-1,0-1 1,1-1-1,1-1 1,-1-2 0,1 0-1,0-2 1,0-1-1,54-1 1,401-34 884,-29 0-838,454 42 1976,-633-5-609,-66 7-1050,-127-4-215,0-5-1,162-12 0,-169-6 280,-1-4 0,139-54 0,13-5 367,-93 46-759,1 6-1,1 6 0,1 6 0,264 6 0,-321 15-56,0 4 0,-1 3 0,125 40 0,62 12 8,-60-27 71,488 72 497,-593-105-548,-1-4 0,118-14 0,197-43 126,-143 16-117,397-69 507,-302 44-310,-253 49-208,141-1 1,114 19-41,-222 1 8,-5-3 0,123 4 42,-201 0-48,1 3-1,72 17 1,-125-22 2,14 3-3,0 0 0,1-2 0,47 3 1,-71-8-109,0 1 0,0 0 1,0-1-1,0 1 0,-1-1 1,1 1-1,0-1 0,0 1 1,0-1-1,-1 0 1,1 1-1,0-1 0,-1 0 1,1 0-1,-1 0 0,1 1 1,-1-1-1,1 0 1,-1 0-1,1 0 0,-1 0 1,0 0-1,1 0 0,-1 0 1,0 0-1,0 0 0,0 0 1,0 0-1,0 0 1,0 0-1,0 0 0,0 0 1,0 0-1,-1 0 0,1 0 1,0 0-1,-1 0 1,1 0-1,0 1 0,-1-1 1,1 0-1,-1 0 0,0 0 1,0-1-1,-16-24-5232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44.304"/>
    </inkml:context>
    <inkml:brush xml:id="br0">
      <inkml:brushProperty name="width" value="0.035" units="cm"/>
      <inkml:brushProperty name="height" value="0.035" units="cm"/>
    </inkml:brush>
  </inkml:definitions>
  <inkml:trace contextRef="#ctx0" brushRef="#br0">1 0 7111,'0'0'955,"13"2"-666,954 114 31,140-48 1939,-692-52-1379,1171-13 2494,-856-7-1335,-518 20-1292,-230-11-7980,8-8 2354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44.740"/>
    </inkml:context>
    <inkml:brush xml:id="br0">
      <inkml:brushProperty name="width" value="0.035" units="cm"/>
      <inkml:brushProperty name="height" value="0.035" units="cm"/>
    </inkml:brush>
  </inkml:definitions>
  <inkml:trace contextRef="#ctx0" brushRef="#br0">0 1 12075,'0'0'1970,"2"10"-1665,46 436 1081,-24-210-1689,-22-214 8,8 53-998,-10-70 962,1-1-1,0 1 1,1-1 0,-1 0 0,1 1 0,0-1 0,0 0 0,0 0-1,1 0 1,-1 0 0,1-1 0,5 6 0,8-3-2269,1-5-1457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45.218"/>
    </inkml:context>
    <inkml:brush xml:id="br0">
      <inkml:brushProperty name="width" value="0.035" units="cm"/>
      <inkml:brushProperty name="height" value="0.035" units="cm"/>
    </inkml:brush>
  </inkml:definitions>
  <inkml:trace contextRef="#ctx0" brushRef="#br0">1 241 9353,'0'0'3240,"0"-13"-2396,0-8-745,-1 5 404,1 0 0,1 0 1,4-29-1,-4 40-472,1 0 1,-1 0-1,1 0 1,0 0-1,0 0 1,0 0 0,1 1-1,-1-1 1,1 1-1,0 0 1,1 0-1,-1 0 1,1 0-1,0 0 1,0 1-1,0-1 1,6-3 0,-2 2-29,1 1 0,-1 0 0,0 0 0,1 1 0,0 0 0,0 1 0,0 0 0,0 0 0,0 1 0,0 0 0,1 0 0,-1 1 0,0 0 0,0 1 0,0 0 0,1 1 0,-1 0 0,0 0 0,-1 1 0,1 0 0,0 0 0,-1 1 0,0 0 0,0 1 0,0-1 0,0 2 0,-1-1 0,0 1 0,0 0 0,0 1 0,-1-1 0,0 1 0,0 1 0,-1-1 0,0 1 0,0 0 0,0 0 0,5 16 0,-6-13-3,-1 1 0,0-1 0,0 1 0,-2 0 0,1 0 0,-1-1 0,-1 1 0,0 0 0,-1 0 0,0 0 0,-1 0 0,-4 15 0,-4 6 33,-2-1 0,-30 57 1,15-35 10,23-47 7,1 0-1,-1 0 1,2 0-1,-1 0 1,1 0-1,0 1 0,0-1 1,1 1-1,0 0 1,0 8-1,2-14-27,-1-1-1,1 0 0,-1 0 0,1 0 0,-1 0 1,1 1-1,-1-1 0,1 0 0,0 0 0,0 0 0,0 0 1,-1-1-1,1 1 0,0 0 0,0 0 0,0 0 1,0-1-1,1 1 0,-1-1 0,0 1 0,0 0 1,0-1-1,0 0 0,1 1 0,-1-1 0,0 0 1,0 0-1,1 0 0,-1 0 0,2 0 0,49 0 677,-41-1-495,73-8 402,0-4 0,117-34 0,-89 19-523,-21 7-137,5 0-1051,-1-4 0,103-42 0,-64 1-5861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5.633"/>
    </inkml:context>
    <inkml:brush xml:id="br0">
      <inkml:brushProperty name="width" value="0.035" units="cm"/>
      <inkml:brushProperty name="height" value="0.035" units="cm"/>
    </inkml:brush>
  </inkml:definitions>
  <inkml:trace contextRef="#ctx0" brushRef="#br0">130 275 1602,'-19'-51'2480,"-2"0"1,-52-89-1,70 135-2116,-9-17 1356,11 16-674,7 12 42,42 46-924,-3 2 1,-3 2 0,37 65 0,94 194-750,-99-174-1315,-67-125-1618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5.899"/>
    </inkml:context>
    <inkml:brush xml:id="br0">
      <inkml:brushProperty name="width" value="0.035" units="cm"/>
      <inkml:brushProperty name="height" value="0.035" units="cm"/>
    </inkml:brush>
  </inkml:definitions>
  <inkml:trace contextRef="#ctx0" brushRef="#br0">0 0 8808,'0'0'929,"23"68"-32,-10-41-224,2 0-97,2-1-191,3 2-289,-3-4-64,2 0-32,-4-5-32,-2-4 32,-1-3-353,-4-6-1184,-5-5-545,-3-6-4100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6.073"/>
    </inkml:context>
    <inkml:brush xml:id="br0">
      <inkml:brushProperty name="width" value="0.035" units="cm"/>
      <inkml:brushProperty name="height" value="0.035" units="cm"/>
    </inkml:brush>
  </inkml:definitions>
  <inkml:trace contextRef="#ctx0" brushRef="#br0">1 51 9129,'0'0'224,"25"-51"-7463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6.503"/>
    </inkml:context>
    <inkml:brush xml:id="br0">
      <inkml:brushProperty name="width" value="0.035" units="cm"/>
      <inkml:brushProperty name="height" value="0.035" units="cm"/>
    </inkml:brush>
  </inkml:definitions>
  <inkml:trace contextRef="#ctx0" brushRef="#br0">0 1 8264,'5'9'-16,"138"229"982,-176-332-26,32 88-934,-3-5 0,1-1 0,0 1 0,-2-25 0,4 35-5,1-1 0,0 0 1,0 0-1,0 0 0,0 0 0,0 0 0,0 1 1,1-1-1,-1 0 0,1 0 0,-1 0 0,1 1 0,0-1 1,-1 0-1,1 1 0,0-1 0,0 1 0,0-1 0,0 1 1,1-1-1,-1 1 0,0 0 0,1-1 0,-1 1 1,0 0-1,1 0 0,0 0 0,-1 0 0,1 0 0,0 0 1,-1 1-1,4-2 0,4 0 11,0 0 0,0 1 0,0 0 1,0 1-1,0-1 0,0 2 0,0-1 0,1 1 0,-1 1 0,0 0 0,-1 0 1,1 0-1,0 1 0,-1 1 0,1 0 0,-1 0 0,0 0 0,0 1 1,-1 0-1,13 11 0,-14-10-503,0 1 0,0 0 0,0 0 0,-1 0 0,0 1 0,0 0 0,-1 0 0,3 9 0,-4-9-3422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6.877"/>
    </inkml:context>
    <inkml:brush xml:id="br0">
      <inkml:brushProperty name="width" value="0.035" units="cm"/>
      <inkml:brushProperty name="height" value="0.035" units="cm"/>
    </inkml:brush>
  </inkml:definitions>
  <inkml:trace contextRef="#ctx0" brushRef="#br0">14 225 7239,'0'0'64,"5"-8"165,91-126 1522,-94 132-1731,0 0 0,0-1 0,-1 1 0,1 0 0,-1-1 0,1 1 0,-1 0 0,0-1 0,0 0 0,0 1 0,-1-1 0,1 0 0,-1 1 0,1-1 0,-1 0 0,0 0 0,0 1 0,0-1 0,0 0 0,0 0 0,-2-5-1,1 7 15,0-1-1,-1 1 0,1-1 0,0 1 0,-1-1 0,1 1 1,-1 0-1,1 0 0,-1 0 0,1 0 0,-1 0 0,0 0 1,0 0-1,1 0 0,-1 1 0,0-1 0,0 1 0,0-1 0,0 1 1,0 0-1,0 0 0,0 0 0,1 0 0,-1 0 0,0 0 1,0 0-1,0 1 0,0-1 0,0 0 0,0 1 0,-2 1 1,-1 0 4,1-1 1,0 1 0,0 1 0,0-1 0,0 0 0,0 1 0,0 0 0,1 0 0,-1 0 0,1 0-1,0 1 1,0-1 0,0 1 0,0 0 0,1 0 0,0 0 0,0 0 0,0 0 0,0 1 0,0-1 0,1 0-1,0 1 1,0-1 0,0 1 0,0 0 0,1 5 0,-1-5-29,1-1 0,0 1 0,0 0 0,0 0 0,0-1 0,1 1-1,0-1 1,0 1 0,0 0 0,0-1 0,1 0 0,-1 1 0,1-1 0,1 0 0,-1 0 0,0 0 0,1 0 0,0 0 0,0-1 0,0 1 0,0-1-1,1 0 1,-1 0 0,1 0 0,0 0 0,5 3 0,0-3-57,1 0 0,-1-1 1,0 1-1,1-2 0,-1 1 0,1-2 0,-1 1 0,1-1 0,-1 0 1,1-1-1,0 0 0,-1-1 0,0 0 0,13-4 0,-10 2-676,0-1 0,-1 0 0,0-1-1,0 0 1,0 0 0,12-11 0,5-8-4141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7.297"/>
    </inkml:context>
    <inkml:brush xml:id="br0">
      <inkml:brushProperty name="width" value="0.035" units="cm"/>
      <inkml:brushProperty name="height" value="0.035" units="cm"/>
    </inkml:brush>
  </inkml:definitions>
  <inkml:trace contextRef="#ctx0" brushRef="#br0">133 1 7591,'0'0'1586,"-10"0"-358,5 0-1082,1-1 0,-1 1 0,0 1 0,1-1 1,-1 1-1,0 0 0,1 0 0,-1 0 1,1 1-1,-1-1 0,1 1 0,0 0 1,0 1-1,0-1 0,0 1 0,0-1 0,0 1 1,1 0-1,-1 0 0,1 1 0,0-1 1,0 1-1,0 0 0,1 0 0,-1 0 1,1 0-1,-3 6 0,3-3-112,-1 1 0,1 0 0,0-1 1,1 1-1,0 0 0,0 0 0,1 0 0,0 0 0,0 0 0,2 12 0,-2-18-58,1 0 0,-1 1-1,0-1 1,1 0 0,0 0-1,-1 0 1,1 0 0,0 1-1,0-1 1,0 0 0,0-1 0,0 1-1,1 0 1,-1 0 0,1 0-1,-1-1 1,1 1 0,-1-1-1,1 1 1,0-1 0,0 0-1,0 0 1,0 1 0,0-1-1,0-1 1,0 1 0,0 0-1,0 0 1,0-1 0,0 1 0,1-1-1,-1 0 1,0 0 0,0 1-1,1-1 1,-1-1 0,0 1-1,0 0 1,1-1 0,-1 1-1,3-2 1,-2 1-24,0-1-1,-1 1 1,1-1-1,-1 0 1,1 0-1,-1 0 1,0 0-1,0 0 1,1 0-1,-2 0 1,1-1 0,0 1-1,0-1 1,-1 0-1,1 1 1,-1-1-1,0 0 1,0 0-1,0 0 1,0 0-1,-1 0 1,2-6-1,0-7 29,0-1 1,0-28-1,-2 44 32,2-14 764,11 19-328,-6 0-590,8 3-162,0 0-1,1-1 0,23 6 1,22-6-6523,-49-6 2989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7.635"/>
    </inkml:context>
    <inkml:brush xml:id="br0">
      <inkml:brushProperty name="width" value="0.035" units="cm"/>
      <inkml:brushProperty name="height" value="0.035" units="cm"/>
    </inkml:brush>
  </inkml:definitions>
  <inkml:trace contextRef="#ctx0" brushRef="#br0">0 200 4004,'0'0'5872,"10"-6"-5034,30-16-197,-38 21-614,-1 1-1,1 0 1,0 0 0,-1 0 0,1 0 0,-1 0 0,1 0 0,0 0-1,-1 1 1,1-1 0,-1 1 0,1-1 0,-1 1 0,1-1 0,-1 1-1,0 0 1,1 0 0,-1 0 0,2 1 0,25 24 96,-20-18-121,22 23 30,-25-25-1,-21-29-30,13 20-27,-50-74 77,48 70-214,1 0 0,0-1 0,1 0 0,0 1 0,0-1 0,1 0 0,-1-1 0,0-15 0,3 23 71,0 0 0,0-1 0,0 1 0,0 0 0,0-1-1,1 1 1,-1 0 0,1 0 0,-1 0 0,1-1-1,-1 1 1,1 0 0,0 0 0,0 0 0,-1 0 0,1 0-1,0 0 1,0 0 0,0 0 0,0 1 0,0-1-1,2-1 1,30-13-2107,-17 9 1228,18-9-1655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7.948"/>
    </inkml:context>
    <inkml:brush xml:id="br0">
      <inkml:brushProperty name="width" value="0.035" units="cm"/>
      <inkml:brushProperty name="height" value="0.035" units="cm"/>
    </inkml:brush>
  </inkml:definitions>
  <inkml:trace contextRef="#ctx0" brushRef="#br0">168 1 7111,'0'0'534,"-12"0"902,6 0-1275,1-1 1,-1 1 0,0 1 0,0-1-1,1 1 1,-1 0 0,1 0 0,-1 0 0,1 1-1,-1 0 1,1 0 0,0 0 0,0 1-1,0 0 1,0 0 0,0 0 0,1 0 0,-1 1-1,1 0 1,0 0 0,0 0 0,-6 9-1,6-7-113,0 0-1,0 1 1,1-1-1,0 1 1,0 0-1,0 0 0,1 0 1,0 0-1,1 1 1,0-1-1,0 0 0,0 1 1,1-1-1,0 1 1,0-1-1,1 0 1,0 1-1,0-1 0,1 0 1,0 1-1,0-1 1,4 7-1,-2-7-62,0 0 0,1 0 0,-1-1 0,1 1 0,1-1 0,-1 0 0,1-1-1,0 1 1,0-1 0,1 0 0,-1 0 0,1-1 0,0 0 0,1-1 0,-1 1 0,0-1 0,1 0 0,0-1 0,0 0 0,8 1 0,-11-1-253,1-1 1,0 0 0,-1 0 0,1-1 0,0 1 0,0-1 0,0 0 0,-1-1-1,1 0 1,0 0 0,-1 0 0,1 0 0,0-1 0,-1 0 0,0 0 0,1 0 0,-1-1-1,0 0 1,0 0 0,0 0 0,-1-1 0,1 1 0,-1-1 0,0 0 0,0 0-1,6-9 1,10-23-2413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8.169"/>
    </inkml:context>
    <inkml:brush xml:id="br0">
      <inkml:brushProperty name="width" value="0.035" units="cm"/>
      <inkml:brushProperty name="height" value="0.035" units="cm"/>
    </inkml:brush>
  </inkml:definitions>
  <inkml:trace contextRef="#ctx0" brushRef="#br0">17 0 8392,'0'0'2947,"-17"65"-1602,30-30-224,6 7-512,4 1-385,7 3-64,3 2-160,1 1 0,0-3 0,-4-1 0,0-9-1409,-8-5-1378,-3-11 96,-8-12-1633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9.057"/>
    </inkml:context>
    <inkml:brush xml:id="br0">
      <inkml:brushProperty name="width" value="0.035" units="cm"/>
      <inkml:brushProperty name="height" value="0.035" units="cm"/>
    </inkml:brush>
  </inkml:definitions>
  <inkml:trace contextRef="#ctx0" brushRef="#br0">155 292 7719,'0'0'3460,"-9"-6"-2398,5 3-995,-36-19 1027,38 21-1054,0 1 0,0-1 1,0 1-1,-1-1 1,1 1-1,0 0 0,0 0 1,0 0-1,-1 0 1,1 0-1,0 1 0,0-1 1,0 1-1,0-1 0,0 1 1,0 0-1,0 0 1,0-1-1,0 2 0,0-1 1,0 0-1,0 0 1,-2 3-1,-1 1-41,0 0 0,1 1-1,-1 0 1,1 0 0,0 0 0,1 0-1,-1 1 1,1 0 0,1-1 0,-1 1 0,1 0-1,1 0 1,-1 0 0,1 0 0,0 1 0,0-1-1,1 0 1,0 1 0,1-1 0,-1 0-1,4 13 1,-3-18-48,0-1 0,0 1 0,0 0 0,0-1 1,0 1-1,0-1 0,0 1 0,1-1 0,-1 0 0,1 0 0,-1 1 0,1-1 0,-1 0 0,1 0 0,-1 0 0,1-1 0,0 1 0,0 0 0,-1 0 0,1-1 0,0 0 0,0 1 0,0-1 1,0 0-1,0 0 0,-1 0 0,1 0 0,0 0 0,0 0 0,0 0 0,0-1 0,0 1 0,0-1 0,2 0 0,1-1-10,0 0 1,-1 0-1,1 0 0,0 0 0,-1-1 1,0 0-1,0 0 0,0 0 0,0 0 0,0-1 1,5-6-1,-5 5 69,-2 0 1,1-1-1,0 1 1,-1-1-1,0 1 1,1-8-1,13-27 728,-16 39-688,1 0 0,0 1-1,0-1 1,0 1-1,0-1 1,0 0 0,-1 1-1,1 0 1,0-1-1,0 1 1,0 0 0,1-1-1,-1 1 1,0 0-1,0 0 1,0 0 0,0 0-1,0 0 1,0 0-1,0 0 1,0 0 0,0 0-1,2 1 1,30 8-178,-22-6 224,-3 0-93,0-1 0,0 0 1,1-1-1,-1 0 1,1 0-1,0-1 0,11-1 1,-16 0 1,-1 0 0,0 0 0,1 0 0,-1-1 0,0 1 0,0-1 0,0 0 0,0 0 0,0 0 0,0 0 0,0 0 1,-1-1-1,1 1 0,-1-1 0,0 1 0,0-1 0,0 0 0,0 0 0,0 0 0,1-5 0,6-11 92,-2 0-1,9-33 1,-13 37-71,1 0 1,1 1-1,0 0 1,1 0-1,0 0 1,14-20-1,-19 32-25,0 0 0,1 1 0,-1-1 0,1 1 0,-1-1 0,1 1-1,0 0 1,-1 0 0,1-1 0,0 1 0,0 0 0,0 1 0,0-1-1,0 0 1,0 1 0,0-1 0,0 1 0,0-1 0,0 1 0,4 0-1,-2 0 0,0 1 0,0 0 0,0-1-1,-1 2 1,1-1 0,0 0-1,0 1 1,-1 0 0,1 0 0,4 3-1,2 2-4,-1 1 0,1 0 0,-1 1 0,-1 0-1,0 0 1,9 12 0,-8-4 0,11 15 46,-9-30-2,2-17 9,0-10-39,1 1-1,0 0 1,22-25 0,-31 43-9,-1 1-1,1-1 1,0 1-1,0 1 1,1-1-1,-1 1 1,1 0 0,0 0-1,0 0 1,1 1-1,-1 0 1,1 0-1,-1 1 1,1 0-1,0 0 1,0 0-1,0 1 1,7 0 0,-12 1-2,-1 0 1,1 0 0,-1 1 0,1-1 0,-1 1 0,0-1 0,1 1 0,-1 0-1,0-1 1,1 1 0,-1 0 0,0 0 0,0 0 0,0 0 0,0 0 0,0 0 0,0 0-1,0 0 1,0 0 0,0 1 0,0-1 0,-1 0 0,1 0 0,0 1 0,-1-1-1,1 1 1,-1-1 0,0 0 0,1 1 0,-1-1 0,0 1 0,0 1 0,1 60-398,-1-46-393,3-19-238,0-1 513,1 1-1,-1-1 1,0 0 0,0-1-1,-1 1 1,1 0 0,-1-1 0,0 0-1,2-3 1,0 2-434,9-16-2129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9.261"/>
    </inkml:context>
    <inkml:brush xml:id="br0">
      <inkml:brushProperty name="width" value="0.035" units="cm"/>
      <inkml:brushProperty name="height" value="0.035" units="cm"/>
    </inkml:brush>
  </inkml:definitions>
  <inkml:trace contextRef="#ctx0" brushRef="#br0">0 1 7399,'0'0'5477,"51"64"-5413,-42-49-64,-1-3 64,-3 2-128,-2-1-416,-3 1-1602,0-6-160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9.415"/>
    </inkml:context>
    <inkml:brush xml:id="br0">
      <inkml:brushProperty name="width" value="0.035" units="cm"/>
      <inkml:brushProperty name="height" value="0.035" units="cm"/>
    </inkml:brush>
  </inkml:definitions>
  <inkml:trace contextRef="#ctx0" brushRef="#br0">45 100 4933,'0'0'1889,"-36"-67"-1376,30 58-257,3 4-192,3 0-32,0 3-32,12-1-288,7 2-737,6-3-865,4 0-1857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9.663"/>
    </inkml:context>
    <inkml:brush xml:id="br0">
      <inkml:brushProperty name="width" value="0.035" units="cm"/>
      <inkml:brushProperty name="height" value="0.035" units="cm"/>
    </inkml:brush>
  </inkml:definitions>
  <inkml:trace contextRef="#ctx0" brushRef="#br0">116 29 3716,'0'0'5343,"-8"-5"-4686,-32-15-70,38 19-541,1 0 0,-1 1 0,0 0 0,0-1 0,1 1 0,-1 0 0,0 0-1,0-1 1,0 2 0,1-1 0,-1 0 0,0 0 0,0 0 0,1 1 0,-1-1 0,0 1 0,0 0 0,1-1 0,-1 1 0,1 0-1,-1 0 1,0 0 0,1 0 0,0 0 0,-1 0 0,1 0 0,0 1 0,-1-1 0,1 0 0,0 1 0,0-1 0,0 1 0,0 0 0,1-1-1,-1 1 1,0-1 0,1 1 0,-1 0 0,1 0 0,-1 2 0,-2 7 72,1 0-1,0 0 1,0 0 0,1 20 0,2-5 83,1 1 1,1-1 0,2 0 0,11 38-1,43 101-92,-19-55-100,-33-91-59,40 137-1684,-43-135-515,0 1 0,0 41 0,-4-48-3121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7:59.913"/>
    </inkml:context>
    <inkml:brush xml:id="br0">
      <inkml:brushProperty name="width" value="0.035" units="cm"/>
      <inkml:brushProperty name="height" value="0.035" units="cm"/>
    </inkml:brush>
  </inkml:definitions>
  <inkml:trace contextRef="#ctx0" brushRef="#br0">1 156 6374,'0'0'139,"8"-11"235,6-6 23,0 1 0,1 1 1,0 0-1,22-15 1,-29 24-240,0 0 0,0 1 0,0 0 1,0 0-1,1 1 0,0 0 1,0 0-1,0 1 0,0 1 1,0-1-1,1 1 0,-1 1 0,1 0 1,9 0-1,-17 2-135,1-1 0,-1 1 1,0 0-1,0 0 0,0 0 0,0 0 1,0 0-1,0 0 0,0 0 0,0 1 1,-1-1-1,1 1 0,0-1 1,-1 1-1,1 0 0,-1 0 0,0 0 1,1 0-1,-1 0 0,0 0 0,1 3 1,18 55 340,-14-41-354,9 31-267,-8-17-3799,-7-25-658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0.052"/>
    </inkml:context>
    <inkml:brush xml:id="br0">
      <inkml:brushProperty name="width" value="0.035" units="cm"/>
      <inkml:brushProperty name="height" value="0.035" units="cm"/>
    </inkml:brush>
  </inkml:definitions>
  <inkml:trace contextRef="#ctx0" brushRef="#br0">0 25 6502,'0'0'-737,"60"-24"-1280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0.674"/>
    </inkml:context>
    <inkml:brush xml:id="br0">
      <inkml:brushProperty name="width" value="0.035" units="cm"/>
      <inkml:brushProperty name="height" value="0.035" units="cm"/>
    </inkml:brush>
  </inkml:definitions>
  <inkml:trace contextRef="#ctx0" brushRef="#br0">110 77 8136,'0'0'459,"-9"2"737,4-2-1011,0 1 1,0 0-1,1 0 0,-1 1 1,1-1-1,-1 1 1,1 0-1,0 0 1,-1 0-1,1 1 1,0-1-1,1 1 1,-1 0-1,0 0 0,1 1 1,0-1-1,-1 1 1,1 0-1,1-1 1,-1 1-1,0 1 1,1-1-1,0 0 1,0 0-1,0 1 1,-1 8-1,2-9-175,0-1 1,0 1-1,1-1 1,0 1-1,0 0 1,0-1-1,0 1 1,0-1-1,1 1 1,0 0-1,-1-1 1,1 0-1,1 1 1,-1-1-1,0 1 1,1-1-1,0 0 0,-1 0 1,1 0-1,1 0 1,-1 0-1,0 0 1,1-1-1,2 3 1,1-1-12,0-1-1,0 1 1,0-2 0,1 1 0,-1-1-1,1 1 1,-1-2 0,1 1 0,0-1-1,0 0 1,-1 0 0,9-1 0,5 0-402,0-1 1,0 0 0,0-2-1,0 0 1,-1-1-1,1-2 1,-1 1 0,0-2-1,0-1 1,-1 0 0,0-1-1,-1-1 1,0-1 0,0 0-1,-1-2 1,0 1 0,-1-2-1,18-21 1,-28 28 399,0 1 0,0-1 0,-1 0-1,0-1 1,-1 1 0,4-11 0,-6 17 87,0-1-1,-1 1 1,1 0 0,-1-1 0,1 1-1,-1-1 1,0 1 0,1-1-1,-1 1 1,0-1 0,0 1-1,0-1 1,0 1 0,0-1-1,-1 1 1,1-1 0,0 1 0,-1-1-1,1 1 1,-1-1 0,1 1-1,-1 0 1,0-1 0,0 1-1,1 0 1,-1 0 0,0-1-1,0 1 1,0 0 0,0 0 0,-1 0-1,1 0 1,0 0 0,0 0-1,0 1 1,-1-1 0,1 0-1,-1 1 1,-1-2 0,-6 1 176,0 0 0,0 0 0,0 0 1,1 2-1,-1-1 0,0 1 0,0 0 0,0 1 1,1-1-1,-1 2 0,1-1 0,0 2 0,-11 4 1,16-7-252,-1 1 1,0 0-1,1 0 1,-1 0 0,1 0-1,0 0 1,-1 1-1,1 0 1,0-1-1,1 1 1,-1 0 0,0 0-1,1 1 1,0-1-1,0 1 1,0-1-1,0 1 1,0 0 0,1-1-1,0 1 1,-1 0-1,1 0 1,1 0-1,-1 0 1,1 0 0,-1 0-1,1 0 1,0 0-1,1 0 1,0 8 0,1-10-26,-1 0 0,0 0 1,1 0-1,-1 0 0,1 0 0,0 0 1,0 0-1,0 0 0,0-1 1,0 1-1,0-1 0,0 0 1,0 1-1,0-1 0,1 0 1,-1 0-1,1 0 0,-1-1 1,1 1-1,-1-1 0,1 1 1,-1-1-1,1 0 0,3 0 1,63 1-2186,-69-1 2199,4-1-11,0 0 0,0 0 0,0 0 0,0 0 0,-1-1 0,1 1 0,0-1 0,-1 0 0,1 0 0,-1 0 0,0-1 1,0 1-1,0-1 0,0 0 0,0 0 0,-1 0 0,1 0 0,-1 0 0,0 0 0,1-1 0,-2 1 0,1-1 0,0 0 0,-1 1 0,0-1 0,1 0 0,-2 0 0,1 0 0,0 0 0,-1 0 0,0 0 0,1 0 0,-2 0 0,0-6 0,0 12 719,10 8-728,3-3-177,-1 0 0,1-1 0,19 7 1,16-2-5013,-29-10-26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1.063"/>
    </inkml:context>
    <inkml:brush xml:id="br0">
      <inkml:brushProperty name="width" value="0.035" units="cm"/>
      <inkml:brushProperty name="height" value="0.035" units="cm"/>
    </inkml:brush>
  </inkml:definitions>
  <inkml:trace contextRef="#ctx0" brushRef="#br0">1 0 10474,'0'0'-80,"0"10"389,0-1-106,0-1 0,0 1 0,1 0 0,0-1 0,1 0 0,0 1-1,0-1 1,1 0 0,0 0 0,0 0 0,1 0 0,0-1 0,1 1-1,4 6 1,17 21 175,-11-17-423,-1 0 0,-1 1 0,-1 0-1,0 1 1,-2 1 0,0 0 0,10 33-1,-20-53-124,1-19 185,0 1 0,2-1 0,0 1 0,5-18 1,-6 27 16,1 0 0,-1 1-1,1-1 1,0 1 0,1 0 0,0 0 0,0 0 0,1 0 0,-1 1 0,12-12 0,-12 15-25,0 1 0,1 0 0,-1 0 0,0 0 0,1 0 0,-1 1 0,1 0 0,0 0 0,-1 0 0,1 0 0,0 1 0,-1 0 1,1 0-1,0 0 0,0 1 0,-1-1 0,1 1 0,0 0 0,-1 1 0,1-1 0,-1 1 0,5 2 0,6 2-15,-1 1-1,0 0 1,0 2 0,-1-1-1,15 14 1,3 6-159,-15-8-2688,-12-11-278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1.250"/>
    </inkml:context>
    <inkml:brush xml:id="br0">
      <inkml:brushProperty name="width" value="0.035" units="cm"/>
      <inkml:brushProperty name="height" value="0.035" units="cm"/>
    </inkml:brush>
  </inkml:definitions>
  <inkml:trace contextRef="#ctx0" brushRef="#br0">1 48 9513,'0'0'1569,"55"-48"-6053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1.826"/>
    </inkml:context>
    <inkml:brush xml:id="br0">
      <inkml:brushProperty name="width" value="0.035" units="cm"/>
      <inkml:brushProperty name="height" value="0.035" units="cm"/>
    </inkml:brush>
  </inkml:definitions>
  <inkml:trace contextRef="#ctx0" brushRef="#br0">46 252 9641,'0'0'993,"-8"9"-251,-24 30-133,32-38-596,-1-1 1,1 1-1,-1-1 0,1 1 1,-1 0-1,1-1 1,-1 1-1,1 0 1,0-1-1,-1 1 1,1 0-1,0-1 0,0 1 1,0 0-1,0 0 1,-1-1-1,1 1 1,0 0-1,0 0 1,0-1-1,0 1 1,1 0-1,-1 0 0,0-1 1,0 1-1,0 0 1,1 0-1,-1-1 1,0 1-1,1 0 1,-1-1-1,0 1 0,1 0 1,-1-1-1,1 1 1,-1-1-1,1 1 1,-1-1-1,1 1 1,0 0-1,27 10 27,-23-10 4,2 2-40,-1-1 0,0-1 0,1 1 1,-1-1-1,1-1 0,0 1 0,-1-1 0,1 0 1,8-1-1,-13 0-7,0 1 1,-1 0-1,1-1 1,-1 1-1,1-1 1,-1 0-1,1 1 1,-1-1-1,1 0 1,-1 0-1,0 0 1,0 0-1,1 0 0,-1 0 1,0 0-1,0-1 1,0 1-1,0 0 1,0-1-1,0 1 1,-1 0-1,1-1 1,0 1-1,-1-1 1,1 1-1,-1-1 1,1 0-1,-1 1 1,0-1-1,0 1 1,1-1-1,-1 0 1,0 1-1,-1-1 1,1 0-1,0 1 1,0-1-1,-1 1 0,1-1 1,-1 0-1,0-1 1,-1-2-6,0 1 0,0-1 0,-1 1-1,1 0 1,-1 0 0,0 0 0,0 0 0,0 0 0,-6-5 0,5 6 7,1-1 0,0 1 0,-1-1 1,2 1-1,-1-1 0,0 0 0,1 0 0,-1-1 1,1 1-1,0 0 0,-1-8 0,2 10 3,0 0-1,1 0 1,0-1-1,-1 1 1,1 0 0,0 0-1,0 0 1,0-1-1,0 1 1,1 0-1,-1 0 1,1 0 0,-1 0-1,1-1 1,0 1-1,0 0 1,0 0-1,0 0 1,0 1 0,0-1-1,0 0 1,1 0-1,-1 0 1,1 1-1,-1-1 1,1 1 0,0-1-1,2-1 1,-1 2 0,0 0 0,0 0 1,0 1-1,0-1 1,0 1-1,0-1 1,0 1-1,0 0 0,0 0 1,1 0-1,-1 1 1,0-1-1,0 1 0,0 0 1,0 0-1,0 0 1,0 0-1,0 0 0,0 0 1,4 4-1,6 4-4,-1 0 1,0 1-1,-1 1 0,0 0 0,0 0 1,-2 1-1,1 1 0,-1-1 0,10 22 1,-14-26-14,2-5 206,-1-13-7,2-25 187,-5 21-156,3-8-76,1 0 0,1 1 0,1 0 0,1 1 0,19-30 0,-26 45-115,0 0-1,1 0 1,-1 0-1,1 1 1,0-1-1,1 1 1,-1 0-1,1 0 1,0 1-1,-1-1 0,2 1 1,-1 0-1,0 0 1,1 1-1,-1 0 1,1 0-1,-1 0 1,1 0-1,0 1 1,0 0-1,0 0 1,0 1-1,0 0 1,0 0-1,0 0 1,6 2-1,-6-1-104,-1 1 0,1 1 0,-1-1 1,0 1-1,0 0 0,0 0 0,0 0 0,-1 0 0,1 1 0,-1 0 0,0 0 0,6 7 0,-4-3-412,0 0 0,-1 0-1,1 0 1,-2 1-1,1 0 1,4 14 0,-4-3-5316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2.601"/>
    </inkml:context>
    <inkml:brush xml:id="br0">
      <inkml:brushProperty name="width" value="0.035" units="cm"/>
      <inkml:brushProperty name="height" value="0.035" units="cm"/>
    </inkml:brush>
  </inkml:definitions>
  <inkml:trace contextRef="#ctx0" brushRef="#br0">135 1 9353,'-9'3'480,"2"1"-451,0-1 0,0 1 0,0 1 0,1-1 0,0 1 0,0 0 0,0 0-1,0 1 1,1-1 0,0 1 0,0 1 0,1-1 0,0 1 0,0-1 0,0 1 0,-4 14-1,1-1 78,1 2-1,1-1 0,1 0 0,1 1 1,1 0-1,0 0 0,2-1 0,1 1 1,0 0-1,2 0 0,1-1 0,0 1 0,10 27 1,13 24 224,2-2 1,57 100-1,-1-3-446,-75-148-112,-1 1 0,-1 1 0,0-1-1,-2 1 1,-1 0 0,0 1 0,1 34 0,-6-54 98,0 0 1,0 0 0,0-1 0,-1 1-1,1 0 1,-1 0 0,0-1 0,0 1 0,0 0-1,0-1 1,0 1 0,-1-1 0,1 0-1,-1 1 1,1-1 0,-1 0 0,0 0 0,0 0-1,0 0 1,0 0 0,0 0 0,-1-1-1,1 1 1,0-1 0,-1 1 0,1-1 0,-1 0-1,-5 1 1,-23 7-2615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3.119"/>
    </inkml:context>
    <inkml:brush xml:id="br0">
      <inkml:brushProperty name="width" value="0.035" units="cm"/>
      <inkml:brushProperty name="height" value="0.035" units="cm"/>
    </inkml:brush>
  </inkml:definitions>
  <inkml:trace contextRef="#ctx0" brushRef="#br0">1 537 8520,'5'-13'390,"0"2"-157,-1 0 0,2 0 0,0 0 0,0 1 0,1 0 0,0 0 1,1 1-1,17-17 0,9-1 390,2 1-1,1 2 1,69-33 0,131-43 93,-60 28-678,-177 72-34,36-20-122,-35 19 283,0 0 1,0-1 0,1 1-1,-1-1 1,0 1 0,0-1-1,0 0 1,0 1-1,0-1 1,-1 0 0,1 0-1,-1 1 1,1-1 0,-1 0-1,1 0 1,-1 0-1,0 0 1,0-3 0,23 27 74,29 29-210,-37-38-31,-1 0-1,0 2 1,-1 0 0,-1 0 0,0 1-1,19 34 1,-60-80 172,23 21-169,1 0-1,0-1 1,0 0 0,1 0-1,0 0 1,0-1 0,1 1-1,1-1 1,0 0 0,0 0-1,1 0 1,1 0 0,0 0-1,0 0 1,2-11 0,-1 19-3,-1 1 0,1-1 0,0 1 1,-1 0-1,1-1 0,0 1 0,1 0 0,-1-1 0,0 1 1,1 0-1,-1 0 0,1 0 0,-1 0 0,1 0 1,0 1-1,0-1 0,0 0 0,0 1 0,0-1 1,3 0-1,0 0-3,0 0 0,0 0 0,0 0 0,0 1 0,1 0 0,-1 0 0,1 1 1,-1-1-1,7 1 0,2 1-7,1 1 1,0 0 0,-1 1 0,0 0-1,1 1 1,16 8 0,-8-1-488,-2 0 0,37 26 0,3 12-5567,-47-37 2509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38:03.273"/>
    </inkml:context>
    <inkml:brush xml:id="br0">
      <inkml:brushProperty name="width" value="0.035" units="cm"/>
      <inkml:brushProperty name="height" value="0.035" units="cm"/>
    </inkml:brush>
  </inkml:definitions>
  <inkml:trace contextRef="#ctx0" brushRef="#br0">0 0 10410,'0'0'32</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28:37.289"/>
    </inkml:context>
    <inkml:brush xml:id="br0">
      <inkml:brushProperty name="width" value="0.05292" units="cm"/>
      <inkml:brushProperty name="height" value="0.05292" units="cm"/>
      <inkml:brushProperty name="color" value="#FF0000"/>
    </inkml:brush>
  </inkml:definitions>
  <inkml:trace contextRef="#ctx0" brushRef="#br0">12813 8135 89 0,'13'18'-15'0,"-3"1"40"0,3-1 27 0,5 5-32 15,1 2-1-15,0 1-5 16,3 2-1-16,5 1-1 16,-3-1-3-16,-1-2-6 15,1-5-2-15,-1-2-1 0,-6-5 0 16,-3-3 0-16,-1-4-1 16,-4 0 0-16,-1-4 0 15,-2-1-2-15,0-2-20 16,-3 0-20-16,1-9-30 15</inkml:trace>
  <inkml:trace contextRef="#ctx0" brushRef="#br0" timeOffset="371.91">13428 8035 140 0,'0'0'35'0,"0"0"6"16,0 0-14-16,0 0-18 15,0 0-6-15,0 0 7 16,-52 47 3-16,30-18-2 16,-1 6 1-16,-2 8-1 15,-1 4 3-15,-1 2 7 16,0 5-5-16,1 2-10 0,1-2-1 15,0-2-3-15,1-3-1 16,4-3 0-16,2-5-1 16,-1-8 1-16,7-4-1 15,3-7 0-15,-1-6 0 16,6-5-1-16,0-1 0 0,2-3-1 16,1-1-3-16,1-2-43 15,-2-4-9-15,0 0-43 16</inkml:trace>
  <inkml:trace contextRef="#ctx0" brushRef="#br0" timeOffset="797.68">13705 8417 199 0,'0'0'6'0,"0"0"38"0,0 0-12 0,0 0-15 15,0 0-11-15,0 0-4 0,37-28-1 16,-20 27 0-16,2 0 0 15,0 1-1-15,3 0 0 16,-3 0 0-16,2 0 0 16,-3 0-2-16,-3 0-26 15,-1 2-24-15,-5 1-38 0</inkml:trace>
  <inkml:trace contextRef="#ctx0" brushRef="#br0" timeOffset="985.51">13761 8542 179 0,'0'0'4'16,"0"0"22"-16,0 0-8 15,0 0 2-15,-14 39-14 16,30-38-2-16,1-1 3 0,10 0 1 16,4-3-4-16,6-7-3 15,3-5-1-15,0-6-25 16,0-4-91-16</inkml:trace>
  <inkml:trace contextRef="#ctx0" brushRef="#br0" timeOffset="1638.79">14461 8045 142 0,'0'0'60'0,"0"0"-43"0,0 0 0 16,0 0-14-16,-10 54 16 15,8-21 8-15,2 5-3 16,0 2-8-16,0 3 4 16,2-4-6-16,4 0-6 15,2-7-3-15,0-2-2 0,3-4-2 16,-3-6-1-16,-2-3 1 15,-1-6 0-15,-1-6-1 16,-4-1 1-16,2-4 0 16,0-2 27-16,0-8-6 15,5-5-20-15,1-3-1 16,2 2 0-16,1 0-1 0,5 2 0 16,-1 5 0-16,2 5 0 15,3 4 0-15,-1 0 0 16,2 11-1-16,-1 5 1 15,-4 1-1-15,-1 2 1 0,-4 0 0 16,-4-2 0-16,-7-1-1 16,0-3 2-16,-4-2-1 15,-9 2 0-15,-5-5 0 16,-3 2-1-16,-3-4 2 16,-5-2-2-16,2-2-1 0,2-2 2 15,2 0-6 1,7 0-28-16,2-5-13 0,7-2 7 15,5-4-15-15,2 1-27 16,0 0-83-16</inkml:trace>
  <inkml:trace contextRef="#ctx0" brushRef="#br0" timeOffset="2003.59">14842 8456 92 0,'0'0'35'0,"0"0"14"0,0 0-24 0,0 0-3 16,0 0 12-16,0 0-7 16,16 37 1-16,-16-23-3 15,-3 0-1-15,1 0-3 16,4 0-7-16,-2-2-9 16,0-1-2-16,3-1 0 0,8-4-1 15,0-2 0-15,5-3 0 16,0-1 0-16,4 0 0 15,-1-8-1-15,-1-5 0 16,3-3 0-16,-6-3 0 16,-1-4 2-16,-5 1-3 15,-3-3 1-15,-3 1-1 0,-3 1-1 16,-1 5-5-16,-5 1-8 16,-7 4-15-16,-3 6-19 15,-4 4 0-15,2 3-19 16,-2 0-17-16,4 0-15 0</inkml:trace>
  <inkml:trace contextRef="#ctx0" brushRef="#br0" timeOffset="2297.96">15489 8243 227 0,'0'0'4'0,"55"-27"10"0,-25 15 12 0,5 2-4 16,1 2-10-16,2 1-5 15,2 0-1-15,-2 0-3 16,-4-2-2-16,-1 2 0 0,-4 0-1 15,-4 1 0-15,-8 1-6 16,-1 0-18-16,-9 1-11 16,-5 1-8-16,-2-4-20 15</inkml:trace>
  <inkml:trace contextRef="#ctx0" brushRef="#br0" timeOffset="2501.12">15716 8057 151 0,'0'0'10'15,"0"0"34"-15,0 0-15 16,0 0-9-16,0 0-8 16,0 0 10-16,0 0 0 0,-11 54-6 15,24-34-6-15,6 2-7 16,3 1-2-16,0 1-1 16,2 2 0-16,1-2-7 15,0-4-47-15,-2-3-6 0,1-6-26 16</inkml:trace>
  <inkml:trace contextRef="#ctx0" brushRef="#br0" timeOffset="3046.87">16235 7786 285 0,'0'0'-10'0,"0"0"12"15,-13 38 0-15,13-11 7 16,0 7 10-16,0 3 4 16,0 0-5-16,8 0-6 15,-1-3-6-15,3-3-3 0,-2-6 0 16,-1-3-1-16,-1-5-1 15,-2-3-1-15,-1-7 1 16,0-1 0-16,-3-5-1 16,1-1 2-16,2 0 11 15,-1-2 24-15,3-7-30 16,3-4-6-16,6-1-1 0,1 0 0 16,2 3 0-16,4 3 0 15,-1 3 0-15,3 5 0 16,-3 0-1-16,4 2 1 15,-5 9 0-15,0 1 0 16,-5 1 0-16,-3 0-1 0,-5-2 1 16,-5 2 0-16,-1-3 0 15,-5 2 1-15,-10-4-1 16,-5 3 0-16,-5-1 1 16,-2-2-1-16,3 1 0 0,-3-5 0 15,5 1 0-15,3-3 0 16,6-2 0-16,4 0 0 15,3 0-2-15,2 0-24 16,4 0-11-16,0 0-4 16,11 0-22-16,3 0 13 0,7-5-6 15,0 0-94-15</inkml:trace>
  <inkml:trace contextRef="#ctx0" brushRef="#br0" timeOffset="3275.02">16676 8163 172 0,'0'0'26'0,"0"0"7"0,0 0-28 0,0 0 18 0,0 0 15 16,10 44 4-16,-10-20 11 0,0 3-24 16,0 0-13-16,0 0-6 15,3-1-8-15,3-3-2 16,1-5 1-16,4-4-6 15,0-8-93-15,2-6-77 16</inkml:trace>
  <inkml:trace contextRef="#ctx0" brushRef="#br0" timeOffset="3890.08">17122 7619 242 0,'0'0'3'0,"-51"42"8"0,23-3 21 0,-3 14 10 15,5 9-16-15,3 5 2 16,9 2-10-16,10 0-2 16,4-4-3-16,16-1-1 15,12-7-4-15,9-4-1 16,10-8-3-16,8-7-3 0,4-14-14 15,3-14-40-15,-6-10-69 16,-2-13-130-16</inkml:trace>
  <inkml:trace contextRef="#ctx0" brushRef="#br0" timeOffset="5694.69">17376 7666 99 0,'1'-16'31'0,"-1"1"11"0,0 2 7 0,1 3-1 16,-1 5-12-16,1 5 14 15,-1 0-19-15,0 15-25 0,0 8 14 16,0 6 7-16,2 6-4 16,0 7-7-16,3 2-7 15,0 5-4-15,1-1-2 16,1-4-2-16,1-3 0 15,2-8 0-15,-3-8-2 0,1-8-1 16,-3-5-21-16,0-7-10 16,-3-5-6-16,-2 0-14 15,0-11-27-15,0-5-117 16</inkml:trace>
  <inkml:trace contextRef="#ctx0" brushRef="#br0" timeOffset="5982.27">17375 7662 212 0,'0'0'17'0,"24"-40"-5"16,-6 22 22-16,2 5 0 16,5 7-11-16,1 3 0 15,0 3-8-15,-3 3-3 16,-3 8-4-16,-3 5-2 0,-10 4-3 15,-6 0 1-15,-1 3 0 16,-2 1-2-16,-12 1-2 16,-3-2 1-16,-5 1-1 15,-3-1-1-15,1-2 2 16,-3 0-2-16,0-3-12 16,4-1-14-16,0-5-11 0,7-2 6 15,5-4 1-15,5-3-27 16,4-3-18-16</inkml:trace>
  <inkml:trace contextRef="#ctx0" brushRef="#br0" timeOffset="6403.45">17600 7913 242 0,'0'0'24'16,"0"0"-12"-16,0 0 26 0,32 40 1 15,-25-28-10-15,1 0-4 16,-4 1-7-16,1 1-6 16,-1 0-1-16,-4-1-5 15,0 1 0-15,0-5-4 0,0 2-1 16,0-2 0-16,-4-4 0 16,-3-2 1-16,1-3 0 15,0 0 1-15,-2 0-2 16,2-8-1-16,1-2 0 15,3-3-2-15,2 0 2 16,0 0-1-16,7-1 0 0,6 4 1 16,0 2 1-16,3 3 3 15,-2 3 2-15,-1 2-2 16,1 0-2-16,-2 3 0 16,0 5-1-16,-3-1 0 15,0 0-1-15,0 3 1 0,-4-3-1 16,3 3 0-16,-6-3-1 15,-1 0-24-15,-1 2-27 16,0-5-39-16,-3-1-2 16,-8-3-27-16</inkml:trace>
  <inkml:trace contextRef="#ctx0" brushRef="#br0" timeOffset="6578.09">17712 7790 195 0,'0'0'0'0,"0"0"1"0,0 0-1 16,0 0 0-16,36-31-10 15,-23 31-38-15,0 0-89 16</inkml:trace>
  <inkml:trace contextRef="#ctx0" brushRef="#br0" timeOffset="7000.73">17976 7857 95 0,'0'0'92'16,"0"0"-65"-16,0 0-5 15,0 0 21-15,0 0 11 0,-21 46-3 16,13-34-17-16,2 1-11 16,0-1-8-16,4 1-2 15,2 1-6-15,0-4-3 16,2 3-1-16,8-5-1 15,2 0-1-15,5-3 0 0,1-3 0 16,6-2 0-16,-1 0 0 16,4-10 0-16,2-5 1 15,-2-3 0-15,0-1-2 16,-3-2 0-16,-4 3 0 16,-7 2 0-16,-5 5 0 0,-4 3 0 15,-4 3 1-15,-3 3 0 16,-11 2 0-16,-4 0-1 15,-1 7 1-15,-1 5 0 16,4 2 2-16,2 0 1 16,4 2-3-16,9 1 0 0,1-4 0 15,0-2-1-15,13-2 1 16,6-4 1-16,4-3-1 16,4-2 0-16,1 0-2 15,3-6-7-15,-4-4-18 16,1-3-20-16,-4-3-29 15,-5-5-39-15,-3-4-36 0</inkml:trace>
  <inkml:trace contextRef="#ctx0" brushRef="#br0" timeOffset="7214.09">18419 7585 313 0,'0'0'50'0,"0"0"0"16,42 26-17-16,-23 4 6 0,2 8-16 16,-7 10-5-16,-1 8-7 15,-10 6-6-15,-3 4-3 16,-13 7-1-16,-15 1-1 16,-8-3-38-16,-12-7-56 15,-6-14-137-15</inkml:trace>
  <inkml:trace contextRef="#ctx0" brushRef="#br0" timeOffset="25850.73">18702 7969 86 0,'0'0'119'0,"0"0"-119"16,48 2 6-16,-22-2 7 0,3 0-3 15,5 0-6-15,1 0 0 16,1 0 2-16,-2 0-5 16,-1-1-1-16,-4-5 0 15,-5 1 0-15,-3-1-1 16,-7 0-7-16,-4-1-15 0,-5-1-4 16,-5-4-23-16,0-4-89 15</inkml:trace>
  <inkml:trace contextRef="#ctx0" brushRef="#br0" timeOffset="26053.93">18939 7757 213 0,'0'0'3'0,"0"0"42"0,-40-30 19 15,33 27-18-15,3 3-17 16,4 6-26-16,0 9 0 16,0 7 3-16,2 5 1 15,7 6-3-15,2 3-3 16,-4 1 0-16,5 2 0 0,0-1 0 15,-3-1-3-15,-1-3-24 16,2-3-10-16,-5-4-26 16,3-5-31-16,-4-5-1 15</inkml:trace>
  <inkml:trace contextRef="#ctx0" brushRef="#br0" timeOffset="26526.08">19277 7669 338 0,'0'0'-2'16,"0"0"21"-16,0 0-8 16,0 0-9-16,0 0 4 0,20 55 2 15,-13-22 4-15,1 3-4 16,-1 2-4-16,4 0-2 15,0-1-1-15,0-7 0 16,1 0 0-16,-2-7 0 16,-1-6-1-16,3-6 1 15,-6-7 1-15,2-4 2 0,3-1 2 16,-2-15-2-16,4-4-3 16,1-4 0-16,5-3-1 15,-2 2 0-15,5 3 1 16,-3 5-1-16,4 7-1 15,-3 7 0-15,2 3 2 0,-4 5-3 16,-2 9 2-16,-2 4-3 16,-4 2 1-16,-4-1-2 15,0 0 2-15,-6-3 0 16,0-3 2-16,-5-1 0 16,-4-3 0-16,-6-1 0 0,-5 1 1 15,-1-3 0-15,-2 1-1 16,-2-3-1-16,2-1-9 15,3 1-8-15,4-2-4 16,5-1-29-16,4-1-46 16,7 0-75-16</inkml:trace>
  <inkml:trace contextRef="#ctx0" brushRef="#br0" timeOffset="26860.05">19742 8014 190 0,'0'0'68'0,"39"-3"-62"0,-22 0 23 0,-2 2-9 0,-1 1-3 16,-1 0-7-16,-3 0-2 15,0 3 0-15,-6 2-1 16,1 1-5-16,-1 4-2 16,-2-1-2-16,-2 2 4 0,0 0-1 15,-6 2 1-15,-1 0 0 16,-3-2-1-16,2 1 0 15,-1-1 1-15,-1-2 0 16,5-1-2-16,-2 1 0 16,5-4 1-16,2 0-1 15,0 0 0-15,0-1-1 0,12-1 3 16,1-3 0-16,7 2 0 16,1-2-2-16,4 0-5 15,2-2-17-15,2-5-12 16,0-2-23-16,0-2-29 0</inkml:trace>
  <inkml:trace contextRef="#ctx0" brushRef="#br0" timeOffset="27188.58">20540 7381 293 0,'0'0'20'0,"0"0"21"0,-51-9-15 0,30 29-9 0,-5 10-7 15,2 8 10-15,2 8-1 0,2 6-3 16,4 1-11-16,8 2-2 15,7 3-1-15,1-1-1 16,7 0-1-16,10-3 1 16,6-6-1-16,4-7-6 15,4-7-27-15,3-9-19 0,1-11-41 16,4-11-114-16</inkml:trace>
  <inkml:trace contextRef="#ctx0" brushRef="#br0" timeOffset="29479.89">20989 7301 52 0,'2'-6'22'0,"-1"2"0"0,2-1-14 15,-2 2 50-15,3 0-41 16,-4 0 5-16,2 0-2 16,-2 3-3-16,0 0-7 0,0 0-10 15,2 0-1-15,-2 10 2 16,1 4 9-16,1 6 6 15,-1 6 2-15,2 5 11 16,-1 7 3-16,2 2-11 16,-3 4-10-16,2-1-5 15,-1-1-3-15,-1-2-1 0,1-6-2 16,-1-4 1-16,1-9 0 16,-2-4-1-16,0-7 0 15,0-4 1-15,0-6-1 16,0 0 5-16,0 0 2 15,-6-6-4-15,0-4-3 0,-1-5 0 16,1-1 1-16,-2-2-2 16,1-1 1-16,-4 4 0 15,0 0-1-15,-3 4 1 16,-2 4 0-16,-6 6 0 16,1 1-2-16,-5 4 1 0,-2 7 0 15,1 6 1-15,2 2 0 16,4 1-1-16,5 2 1 15,5-1 0-15,5 2 1 16,5-3 0-16,1 0 0 16,7-2 0-16,9-3 0 0,7-4-1 15,4-4 1-15,6-7 0 16,1 0 0-16,4 0 0 16,-1-10-1-16,-2-1-8 15,-3 1-37-15,-8-2-22 16,-3 0-26-16</inkml:trace>
  <inkml:trace contextRef="#ctx0" brushRef="#br0" timeOffset="30509.16">21282 7751 129 0,'0'0'110'0,"0"0"-94"0,0 0 30 0,0 0-15 16,0 0-12-16,0 0 0 16,0 0-4-16,0 0-6 15,37-34-2-15,-23 26-1 0,2-2-2 16,1 0-2-16,0-2 0 16,0 0 0-16,-2 0-1 15,-3 0 0-15,-3 0 1 16,-3 2 2-16,-4 0 1 15,-2 3 4-15,0 4 4 16,-8 1-5-16,-7 2-6 0,-2 0 0 16,-6 2 0-16,4 8 2 15,-3 3 1-15,4 3 0 16,5-1-1-16,4 6 0 16,4-2-3-16,4 2 0 15,1-2 0-15,4 1-1 0,8-3 1 16,4-4-1-16,4-4 0 15,3-3 0-15,1-3 0 16,1-3 1-16,1 0 1 16,1-6-2-16,-2-6 0 0,-2-3 0 15,3-2 1-15,-2-5-1 16,1-4 1-16,-4-2 0 16,1-2 0-16,-7-4 0 15,-2-2-1-15,-1 1 1 16,-8-1 1-16,-2 6-2 15,-2-1 1-15,0 8-1 0,-3 2 2 16,-6 7-2-16,-1 4 5 16,-1 6 7-16,-1 4-2 15,0 0-6-15,1 14-3 16,2 7 0-16,0 9 1 16,6 2 1-16,1 4-1 0,2 1 1 15,2 3-1-15,12-2-2 16,1-3 1-16,6 1-1 15,2-2 0-15,0-5 1 16,0-4-1-16,0-8-1 0,-2-4-3 16,0-10-1-16,1-3 3 15,-4-7 1-15,-1-9 0 16,-3-2-1-16,-2-3 1 16,-6-1 1-16,-2 2 0 15,-4 3 0-15,0 4 1 16,0 2 0-16,-4 4 0 0,-2 4 0 15,3 3 2-15,-1 0 1 16,4 0-4-16,0 10 0 16,0 3 1-16,0 1-1 15,4 2 1-15,7-1-1 16,3-3 1-16,-1 3-1 0,2-3 0 16,2-1 0-16,-1-4-3 15,-1 0-25-15,-2-5-55 16,-2-2-31-16,-5 0-23 15</inkml:trace>
  <inkml:trace contextRef="#ctx0" brushRef="#br0" timeOffset="30668.68">21885 7561 161 0,'0'0'107'0,"0"0"-105"0,0 0 10 0,0 0-10 0,0 0-1 16,0 0-2-16,0 0 2 16,0 0-5-16,0 0-33 15,0 0-53-15</inkml:trace>
  <inkml:trace contextRef="#ctx0" brushRef="#br0" timeOffset="31122.72">22233 7598 297 0,'0'0'23'0,"0"0"23"15,0 0 1-15,0 0 0 0,-40 30-20 16,31-22-10-16,2 5-7 15,3-3-5-15,4 5-2 16,0-3-3-16,0 1 2 16,5-2-2-16,5 3 1 15,4-5-1-15,-1 1 1 0,5-4-1 16,3-4 0-16,-3-2 0 16,6 0-2-16,-3-9-2 15,0-4 1-15,-2-1 1 16,-3 1 1-16,-3 1 1 15,-5 2 1-15,-3 4-1 0,-3 2 4 16,-1 3 11-16,0 1-1 16,2 0-10-16,-1 0-5 15,-1 6 0-15,4 2 2 16,2 4-1-16,1-1 0 16,4 2 0-16,0-1 0 0,1-3 0 15,2 2-6-15,-2-5-30 16,1-2-32-16,-4-4-66 15,-3-1-18-15</inkml:trace>
  <inkml:trace contextRef="#ctx0" brushRef="#br0" timeOffset="31318.57">22357 7509 304 0,'0'0'2'0,"0"0"3"0,0 0 11 0,0 0-13 16,0 0-3-16,0 0 0 16,0 0 0-16,0 0-29 15,49 11-29-15,-30-3-93 16</inkml:trace>
  <inkml:trace contextRef="#ctx0" brushRef="#br0" timeOffset="32310.08">22709 7597 240 0,'0'0'77'0,"0"0"-64"16,0 0 11-16,0 0 11 16,0 0-4-16,-38 38-10 15,36-27-8-15,0 1-3 16,2 0-4-16,0 0-4 0,0-1 1 15,7-1-3-15,5 0 1 16,0-3 0-16,1-3 0 16,2-1 1-16,-1-3-1 15,1 0 0-15,-3 0 0 16,-2-7-1-16,-4 0 0 0,-2-3-3 16,-4 3 0-16,0-3 1 15,-5 3-1-15,-7 0 0 16,-1 0 0-16,-4 0 0 15,2 1 2-15,-3-1-1 16,3 0 2-16,1 1 0 0,5-1 0 16,1 1 0-16,4 0 2 15,3 1-2-15,1 1 0 16,0-1 1-16,5 2 2 16,7 1-2-16,5-1 0 0,2 3 1 15,2 0-1-15,2 0 0 16,1 0 0-16,-4 0 0 15,4 0-1-15,-5 0 2 16,0 0-1-16,-2 0 3 16,-3 4-3-16,0 0 0 15,-5 3 0-15,-2-2 0 0,4 0 1 16,-6 1 0-16,1 1 0 16,-1-1-1-16,0-2 0 15,0 2 1-15,0-2-2 16,-2 0 1-16,1-1 0 15,0 0-1-15,-1 1 1 0,3-4-1 16,-2 2 0-16,-1-2 1 16,4 0-1-16,-2 0 1 15,0 0 2-15,0-3-2 16,0-1 1-16,-1-1-1 16,1 1 0-16,-3 1-1 0,-1 2 1 15,-1-2 0-15,1 2 0 16,0 1-1-16,-1 0 1 15,2 0 0-15,1 0-2 16,2 2 1-16,0 4 0 16,4 3 2-16,2 0 0 0,-2 1-1 15,3-2 1-15,1-1-2 16,0-2 1-16,1-2 0 16,1-2-1-16,1-1 1 15,1 0 0-15,-1-6 0 16,-1-4 0-16,0-1 0 0,-1-4 1 15,1 2-1-15,-2-1-1 16,3 3 1-16,-3-1-1 16,1 5 1-16,0 2-2 15,1 3 1-15,-2 2 0 16,1 0 0-16,-1 7 0 16,0 5 0-16,1 0 0 0,-2 1 0 15,0 0 0-15,-6-3 0 16,1-2 0-16,-5-2-1 15,-2 0 1-15,0-2 0 16,-8-1-9-16,-4 0-7 0,-2 0-10 16,-3-1-13-16,-1 0-14 15,0 0-22-15,1-2 9 16,0 0-44-16</inkml:trace>
  <inkml:trace contextRef="#ctx0" brushRef="#br0" timeOffset="32608.77">23540 7357 323 0,'19'-1'7'0,"2"1"64"0,4 12-22 0,0 16-24 0,-2 12-3 15,-2 6-7-15,-6 3-7 16,-7 2-4-16,-8 3 0 16,-7 0-3-16,-17 2 1 15,-8 0-3-15,-11 1-32 0,-10-7-48 16,-5-6-118-16</inkml:trace>
  <inkml:trace contextRef="#ctx0" brushRef="#br0" timeOffset="59800.94">17397 8547 6 0,'0'0'14'0,"0"0"4"0,0 0-4 0,0 0-5 16,0 0 1-16,0 0 3 15,0 0-7-15,0 0-6 16,0 0 1-16,0 0-6 16,0 0-20-16,15-17 1 15</inkml:trace>
  <inkml:trace contextRef="#ctx0" brushRef="#br0" timeOffset="60546.96">14509 8872 96 0,'0'0'8'0,"0"0"-4"0,0 0-2 16,0 0-3-16,0 0-18 15,0 0-44-15</inkml:trace>
  <inkml:trace contextRef="#ctx0" brushRef="#br0" timeOffset="61081.67">16495 8565 141 0,'0'0'12'0,"0"0"18"0,0 0-21 16,0 0-8-16,0 0-2 16,0 0 0-16,0 0-4 15,0 0-5-15,0 0-3 16,0 0-30-16,23-1-63 16</inkml:trace>
  <inkml:trace contextRef="#ctx0" brushRef="#br0" timeOffset="65295.98">14710 7976 46 0,'0'0'21'0,"0"0"-1"15,0 0-8-15,0-47-3 16,3 35-1-16,-1 1 12 16,0-2-11-16,-2 2 5 0,0 1-1 15,0-1-2-15,0 2 2 16,0-1-5-16,0 3 0 15,0 0-1-15,-7 0 1 16,-2 1-1-16,-2 1-3 16,-7 2 1-16,-3 0 1 0,-5 3-3 15,-4 0-1-15,-2 0 0 16,-2 0 6-16,3 3-4 16,0 0 2-16,4 1-1 15,2 0 0-15,0 0 1 16,6 2-3-16,-3 1 1 0,5 3-4 15,0 2 2-15,-2 3 1 16,2 6-3-16,-1 3 1 16,0 2 0-16,0 7-1 15,2 2 1-15,-1 3 0 16,3 5 2-16,-1 4 1 0,1 4 4 16,5 3 1-16,-1 3-3 15,7-2 2-15,-1 2-5 16,4 0 0-16,2-2 3 15,4 1-1-15,7-2-2 16,6-5-1-16,5-2-1 0,6-4 0 16,4-7 1-16,7-4-2 15,4-8 1-15,6-3-1 16,3-8 3-16,2-3-2 16,0-10-1-16,-3 0 0 15,-1-4 2-15,-7-12-1 0,-2-5 1 16,-6 0 0-16,-4-5 1 15,-4-1 2-15,-3-4 1 16,-4-6 5-16,-4-1-2 16,-3-9-1-16,-1-6 1 15,-4-5-5-15,-2-3-2 0,-4-3-2 16,-4-3 0-16,-4-2-2 16,-12 1 0-16,-4 2 0 15,-5 1 0-15,-4 4 0 16,-4 5 0-16,-1 8-1 15,-2 7-1-15,2 7 2 16,3 7-1-16,2 11-3 0,3 5-33 16,4 8-1-16,5 0-14 15,5-1-57-15</inkml:trace>
  <inkml:trace contextRef="#ctx0" brushRef="#br0" timeOffset="66105.5">16181 7608 21 0,'0'0'12'0,"0"0"1"0,2-41 8 0,-2 28 6 16,-7 0-7-16,-3 3-1 15,-1 3 5-15,-4 0-2 16,-1 4-1-16,-5 3-10 0,-2 3-3 15,-4 10 4-15,-2 8-4 16,0 6 0-16,0 9-2 16,0 9 5-16,3 9 1 15,3 11 3-15,3 9-1 16,7 6-2-16,5 5-6 0,8 1-2 16,0 0 0-16,15-7 3 15,12-1 5-15,8-7-8 16,5-5-2-16,8-10 1 15,3-6-2-15,2-7-4 16,1-11 9-16,0-9-6 0,0-13 0 16,-2-10 0-16,4-7 1 15,1-19 2-15,-1-12-1 16,2-9 3-16,-5-8-2 16,0-6 3-16,-5-9 0 15,-6-4-4-15,-8-2-1 16,-7-4 0-16,-7-5 0 0,-9-4 1 15,-7-1-2-15,-4 2 0 16,-12 4 2-16,-11 6-1 16,-11 7 0-16,-13 13-2 15,-11 12 0-15,-12 8 1 16,-5 11-2-16,-6 14-9 0,2 6-2 16,6 7-21-16,8 0 12 15,10 13 5-15,12 0-34 16,10 0-59-16</inkml:trace>
  <inkml:trace contextRef="#ctx0" brushRef="#br0" timeOffset="67235.19">19831 7342 125 0,'-25'-6'2'0,"-6"1"0"0,-1 2 3 15,-1 3 2-15,-4 0 4 16,-1 4 4-16,-4 5-2 16,0 6-1-16,-2 1-1 15,1 8-1-15,1 4 5 16,-1 5-3-16,5 4-4 0,1 5 1 16,5 7 1-16,3 4 2 15,2 5-3-15,5 4-2 16,7 5 1-16,5 4 0 15,8 0 0-15,2 4-1 16,9-2-3-16,13-2 5 0,7-4 0 16,7-3-1-16,11-6 1 15,7-9-4-15,6-9-3 16,0-8 1-16,1-11-2 16,-1-11 0-16,-3-10 0 15,-2-8 0-15,-1-16 1 0,-2-12 4 16,-2-10 6-16,-5-9-3 15,-5-8-4-15,-8-6-2 16,-8-8 0-16,-11-7-2 16,-12-4 0-16,-2 0 2 15,-25 3-2-15,-15 5-1 16,-17 9-8-16,-11 13-6 0,-7 14-8 16,-5 14-10-16,1 10-19 15,8 5-35-15,14 3-90 16</inkml:trace>
  <inkml:trace contextRef="#ctx0" brushRef="#br0" timeOffset="-113421.97">8391 7518 276 0,'0'0'21'0,"0"0"2"16,-54-35 1-16,31 35-9 0,-6 3-11 15,-2 14-4-15,1 5 1 16,-1 7 1-16,4 2 8 16,5 8 6-16,8 3 0 15,6 9-4-15,4 10-2 16,4 5 1-16,0 3-4 16,6 7-3-16,1 0 0 0,3 1 2 15,0-6-4-15,-4-3-1 16,-1-3 2-16,-1-8-1 15,-4-7 0-15,0-8 1 16,0-6 0-16,-4-9 1 16,-5-10 0-16,-1-7-2 0,-4-10-27 15,-5 0-46-15,-2-21-90 16</inkml:trace>
  <inkml:trace contextRef="#ctx0" brushRef="#br0" timeOffset="-112966.93">7880 8260 357 0,'0'0'18'0,"0"0"24"16,0 0-18-16,0 0-22 15,38-51 7-15,0 28 8 16,12-1-2-16,10-6-6 0,2-3-6 16,3 3 1-16,-4 1 4 15,-3 0-5-15,-10 6-5 16,-5 2-22-16,-12 5-9 15,-6 4 2-15,-12 5 7 16,-6 4 20-16,-7 3 2 0,-2 3 4 16,-11 11 3-16,-1 3 13 15,-3 3 7-15,2 4-3 16,3 3-9-16,7-4-2 16,3-1-5-16,2-2-2 15,0-3-2-15,8-4-1 0,6 0 2 16,4-7 0-16,3-4 0 15,2-2 0-15,0-1 0 16,1-12 1-16,-1-5-1 16,-8-5 0-16,-1-3 0 15,-11-5-1-15,-4 0-1 16,-3-2 0-16,-14 2-1 0,-5 5-2 16,-4 5 1-16,-2 6-2 15,3 9 2-15,-1 6 0 16,2 0 1-16,7 10-2 15,5 7-12-15,5 1-30 16,6 2-8-16,2-3-24 0,4 2-29 16,7-5-5-16</inkml:trace>
  <inkml:trace contextRef="#ctx0" brushRef="#br0" timeOffset="-112674.68">8768 7912 151 0,'0'0'26'0,"0"0"31"0,24-43-16 0,-21 35-6 0,-3 1 0 15,0 5 1-15,-12 2-8 16,-1 2 4-16,-6 13-8 16,2 5-5-16,-1 4-3 15,0 3-4-15,5 4-7 16,4-2-1-16,5-2-3 15,4-3 1-15,0 0-1 0,13-4 2 16,3-6-1-16,4-3 0 16,6-6 1-16,3-4-1 15,3-1-23-15,3-8-28 16,1-9-27-16,0-3-23 16,0-7-60-16</inkml:trace>
  <inkml:trace contextRef="#ctx0" brushRef="#br0" timeOffset="-112061.56">9108 7895 238 0,'0'0'36'0,"0"0"20"0,0 0-21 15,0 0-3-15,-44-6 0 16,29 13 4-16,-3 3-8 16,-1 3-7-16,3 1-6 15,2-1-6-15,2 1-3 16,4 0-3-16,6 0-2 0,2 1 0 15,0-4 0-15,0 2-1 16,6-2 1-16,6-4 0 16,-1 0 0-16,4-5 0 15,-1-2-2-15,-1 0-1 16,3-12-4-16,-3-5-4 0,-1-2 0 16,-6-1 1-16,1-1 8 15,-5 3 2-15,-2 4-2 16,0 5 0-16,0 5 1 15,-4 4 2-15,-1 0-1 16,-1 4 0-16,-2 8-1 0,4 5 2 16,2 1 2-16,2-1-2 15,2-1 1-15,2-2-1 16,8-2 0-16,1-6 1 16,6 0 0-16,2-6 0 15,2 0-1-15,1-2 0 16,1-13 1-16,0-6-1 0,-3-7 0 15,1-9 0-15,-1-9-1 16,-5-8-1-16,0-4-4 16,-5-3-4-16,-5 0-3 15,-7 8-2-15,0 9-22 16,-6 13-11-16,-8 11 52 0,-2 13 16 16,-1 7 6-16,1 17-12 15,1 14 1-15,3 6 6 16,5 6 1-16,3 4-7 15,4 0-5-15,2-2-6 16,14-4 2-16,4-2 1 0,7-8-4 16,4-7 3-16,2-6-1 15,3-12-46-15,1-6-68 16,-9-8-87-16</inkml:trace>
  <inkml:trace contextRef="#ctx0" brushRef="#br0" timeOffset="-111477.85">9630 7159 384 0,'0'0'0'0,"0"0"2"0,0 0-10 0,16 65 15 0,-14-6 17 16,-2 14-1-16,-2 12-10 15,-9 9 9-15,-5 7-7 16,-1 3-10-16,2-2-1 0,2-8-2 16,5-3 0-16,2-9 0 15,2-11 1-15,2-13 3 16,2-12-3-16,0-11-1 15,0-12-32-15,4-13-31 16,4-10-62-16,0-10-143 0</inkml:trace>
  <inkml:trace contextRef="#ctx0" brushRef="#br0" timeOffset="-111175.55">9885 7619 446 0,'0'0'7'0,"0"0"-11"16,2 63 5-16,3-18 12 15,1 9-5-15,0 3-3 16,-2 0-1-16,0-5-2 15,0-2 1-15,-1-5 0 16,1-8 1-16,-2-5 1 0,-2-7-3 16,0-9-34-16,0-9-18 15,0-7-52-15,-6-6-63 16</inkml:trace>
  <inkml:trace contextRef="#ctx0" brushRef="#br0" timeOffset="-110859">9827 7727 306 0,'0'0'2'16,"-5"-57"17"-16,5 33 25 15,5 7-15-15,11 6-11 16,3 4-10-16,6 5-1 0,6 2-1 16,5 3 1-16,2 11-3 15,3 5 2-15,-5 3 4 16,1 6 0-16,-6 1-2 15,-3 3-1-15,-6 2-1 16,-7 1 1-16,-5 1-1 0,-8-1-1 16,-2-2-1-16,-12-2 0 15,-9-1-1-15,-8-3 2 16,-3-2-1-16,-7-2-1 16,0-2-1-16,1-3-1 0,6-3 0 15,5-5-1-15,5-1 0 16,9-5-3-16,6-4-23 15,7 0-21-15,0-3-29 16,9-11-122-16</inkml:trace>
  <inkml:trace contextRef="#ctx0" brushRef="#br0" timeOffset="-110090.64">10291 8013 342 0,'0'0'9'0,"0"0"-5"16,0 0 5-16,38-20 18 15,-23 3 7-15,1-2-11 16,3-5-9-16,-1 0-8 16,-3 0-3-16,-4 1 0 0,-1 3-1 15,-6 3 0-15,-2 7 8 16,-2 3 20-16,-6 6-15 15,-8 1-9-15,-1 7-5 16,-2 8 0-16,3 8 2 16,1 4 2-16,5 5 1 0,4-1-2 15,4-1-2-15,0-1-2 16,6-6 1-16,6-3 2 16,3-6-1-16,4-5 0 15,4-5 1-15,0-4 1 16,0 0-1-16,3-13-1 15,-1-5 0-15,-5-9 0 0,2-9 0 16,-1-9-1-16,-4-8 0 16,-1-2-1-16,-7-2-3 15,-5 4 1-15,-4 6-1 16,0 11-1-16,-11 7-1 0,-2 11-1 16,0 6-1-16,-2 8 10 15,2 4 5-15,0 7-1 16,-1 13-5-16,3 6 1 15,3 5 2-15,2 3 3 16,7 7-1-16,-1-1-2 0,9-3-1 16,6 4-2-16,4-4 0 15,2-3 2-15,4-4 1 16,0-5 1-16,2-6-2 16,0-3 1-16,0-8-7 15,-5-5-4-15,0-3 2 16,-3 0-4-16,-5-13 2 0,-2-1 4 15,-5-2 2-15,-3-2 1 16,-4 1-1-16,0-2 0 16,0 5-1-16,-2 3 0 15,-5 2 0-15,5 4 2 16,-3 2 4-16,5 3 2 0,0 0-5 16,0 0-2-16,0 8-1 15,5 2 1-15,4 3 0 16,2 2 0-16,5-3 1 15,-3 4 2-15,1-4-3 16,1-2-27-16,-1-4-47 0,-5-5-33 16,1-1-120-16</inkml:trace>
  <inkml:trace contextRef="#ctx0" brushRef="#br0" timeOffset="-109915.9">10768 7682 332 0,'0'0'22'0,"0"0"-22"16,0 0 1-16,0 0-2 15,0 0 2-15,0 0-1 0,0 0 1 16,0 0-4-16,0 0-53 16,38 33-78-16</inkml:trace>
  <inkml:trace contextRef="#ctx0" brushRef="#br0" timeOffset="-109500.03">11014 7774 120 0,'0'0'192'16,"0"0"-145"-16,0 0-10 16,0 0 8-16,0 0 2 0,-45 4-1 15,38 6-9-15,1 3-20 16,0 1-9-16,6 5-5 15,0-1-1-15,0 1-1 16,8-1 1-16,3-1-1 16,3-3 1-16,1-1-1 0,3-3 1 15,0-4 0-15,2-6 0 16,0 0-1-16,0-7-1 16,0-8 0-16,1-4-1 15,-6-1-6-15,-2 0 2 16,-1 1 2-16,-6 4 3 0,-3 3 0 15,-2 4 0-15,-1 2 0 16,0 5-2-16,0 1 1 16,0 0-5-16,0 1 1 15,1 10 3-15,3 2 2 16,-2 0 0-16,6 3 1 0,2-2-1 16,1 0 1-16,1-1 1 15,1-6 0-15,3 0-21 16,-5-6-64-16,0-1-51 15,-1-10-177-15</inkml:trace>
  <inkml:trace contextRef="#ctx0" brushRef="#br0" timeOffset="-109328.35">11139 7607 357 0,'0'0'3'0,"0"0"0"0,0 0 3 15,0 0-6-15,0 0-5 16,0 0 6-16,0 0-1 16,0 0 1-16,40 12-83 15,-17-3-93-15</inkml:trace>
  <inkml:trace contextRef="#ctx0" brushRef="#br0" timeOffset="-108468.68">11389 7724 318 0,'0'0'42'16,"0"0"-32"-16,0 0 16 15,0 0 2-15,-33 42-7 16,33-30 3-16,0 2-11 16,0-2-7-16,7 1-2 15,5-1-1-15,2-1-2 0,-1-2 1 16,2 0 0-16,0-5-1 15,3-1 2-15,-3-3 1 16,-3 0-3-16,-2-6 0 16,-3-4-3-16,-3-1-6 15,-4-2 1-15,0 2 5 0,-6 1 2 16,-5 1 0-16,-5 0 0 16,-1 1 0-16,-2 1 0 15,2 3-1-15,-3-2 1 16,4 2-1-16,3 1 0 15,6 0 0-15,-1-1 1 16,6 2 0-16,2 0 0 0,0-2 0 16,2 1-6-16,8-2 5 15,5-2-1-15,2 3 2 16,2-1-1-16,3 0 2 16,1 2-2-16,-2 3 1 15,0 0 0-15,-2 0 0 0,1 0 0 16,-5 2-1-16,-2 4 1 15,3 3-1-15,-5 0 1 16,1 1 0-16,1 0 0 16,-4-2 0-16,2 1 1 15,-2-2-1-15,-2-1 0 0,4-1 0 16,-5-1 1-16,1-1-1 16,-2-3 1-16,1 0 1 15,-1 0 0-15,2-10 0 16,-3-4-1-16,0 0 0 15,3-3-1-15,-5 3 1 0,0 1 0 16,1 2-2-16,-3 4 1 16,0 2-1-16,0 1 1 15,0 4 2-15,0 0 1 16,2 0-4-16,3 7 3 16,1 3 12-16,1 0-6 0,4 1-3 15,1-3-1-15,1 0-2 16,3-1 1-16,1-1-1 15,-1-3 0-15,-1-2-1 16,2-1 1-16,-1-3 1 16,1-6 0-16,1-6-1 0,-1-3 1 15,2-4-2-15,3 2 0 16,-2 2 0-16,0 1-2 16,-3 3 1-16,2 5-1 15,-6 6 1-15,-2 3 0 16,-4 0 0-16,-3 10 0 0,-4 4 1 15,0 5 2-15,-13-1 2 16,-9 2 1-16,-9-1-12 16,-5-11-113-16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03T11:34:30.118"/>
    </inkml:context>
    <inkml:brush xml:id="br0">
      <inkml:brushProperty name="width" value="0.05292" units="cm"/>
      <inkml:brushProperty name="height" value="0.05292" units="cm"/>
      <inkml:brushProperty name="color" value="#FF0000"/>
    </inkml:brush>
  </inkml:definitions>
  <inkml:trace contextRef="#ctx0" brushRef="#br0">8873 4506 139 0,'0'0'52'0,"0"0"-37"0,0 0 14 0,-27-42-11 0,18 37 40 15,-2-2-34-15,-5 3-6 16,1 2 4-16,-3 1-3 15,-1 1-4-15,-3 1-5 16,0 12-2-16,-3 5-6 16,0 4 0-16,-2 3-3 15,2 4 0-15,-2 3 3 0,2 1-2 16,2 4 1-16,2 0 0 16,6 3 0-16,3 2-1 15,6-2 1-15,6 1-2 16,0-3 1-16,14-6-1 0,5-2-1 15,4-6 2-15,4-3-2 16,4-7 0-16,1-4-1 16,1-5-2-16,-1-5-18 15,1 0 10-15,0-9 1 16,-3-8-18-16,1-6-35 0,-4-5-19 16,-3-2-47-16</inkml:trace>
  <inkml:trace contextRef="#ctx0" brushRef="#br0" timeOffset="406.13">9000 4702 215 0,'0'0'37'15,"0"0"-3"-15,0 0-16 16,-54 7-3-16,32 9 2 16,-3 6 1-16,-1 1-4 15,3 4-4-15,4 3-8 16,4-3 0-16,5-1-1 0,5-1 0 15,5-5-1-15,0 0 0 16,0-7 0-16,7-1-4 16,2-9-17-16,5-3-17 15,3 0 3-15,3-10 18 16,-2-8-24-16,2-6 15 0,-2-4 12 16,-3 2 8-16,-3 3 6 15,-7 6 0-15,1 4 9 16,-8 6 38-16,2 6 13 15,0 1-21-15,0 0-29 0,0 1-8 16,-2 6 8-16,1 3 6 16,2 2-7-16,-1 0-2 15,2 0-2-15,6-1-4 16,4-1 1-16,-1 0-2 16,0-2-1-16,3-2-1 15,-5-2-35-15,1-4-29 0,0 0-18 16,-4-1-2-16</inkml:trace>
  <inkml:trace contextRef="#ctx0" brushRef="#br0" timeOffset="873.91">9069 4832 215 0,'0'0'14'0,"0"0"35"16,0 0-24-16,0 0-9 15,0 0-5-15,0 0-3 0,0 0 0 16,0 0-3-16,0 0-1 16,34 29-2-16,-27-19-2 15,-1 3 0-15,-1-2 6 16,1 1-6-16,-1-1 0 16,-5 0 1-16,2-4-2 0,-2-1-5 15,0 0 0-15,0-2 3 16,-2-4 8-16,-3 0 1 15,-2 0-4-15,1-4 0 16,-2-5 0-16,2 1-1 16,0-2-1-16,3-2 0 0,1 1 0 15,2-2 1-15,0 0 4 16,0 1 4-16,3 0 6 16,8 1-11-16,2 4 0 15,-2 1-2-15,5 5-2 16,-1 1-2-16,2 0 1 0,-2 3-2 15,3 5 3-15,-3-1-1 16,-1 4 2-16,-3-2-3 16,-1 0-12-16,0 1-5 15,-3-2-14-15,-3-1-19 16,0 0-15-16,-1-4-10 0</inkml:trace>
  <inkml:trace contextRef="#ctx0" brushRef="#br0" timeOffset="1261.64">9346 4827 200 0,'0'0'16'0,"0"0"38"0,0 0-25 0,0 0-18 15,0 0 5-15,0 0 13 16,0 0-15-16,0 0-9 0,-9 47-3 15,9-36 0-15,0 2 0 16,7-3 1-16,5-1-2 16,-1-2 0-16,4-2-2 15,1-5 2-15,2 0-4 0,-3-1 12 16,3-11-4-16,-4-4-4 16,1 0 1-16,-2-4-1 15,-6 0-1-15,-2 0-1 16,-5 5-1-16,0-1 1 15,-3 4-1-15,-10 5 1 0,-2 3-1 16,-4 4 4-16,1 0-1 16,-3 2-1-16,2 8 0 15,-1 2-9-15,5 3-41 16,1-3-47-16,3-3-47 16</inkml:trace>
  <inkml:trace contextRef="#ctx0" brushRef="#br0" timeOffset="2213.71">9556 4757 166 0,'0'0'26'0,"0"0"25"0,0 0-5 0,0 0-18 15,0 0-29-15,0 0-4 16,0 0 6-16,0 0 0 15,0 0 5-15,18 50-7 0,-13-33 9 16,1 0 1-16,-3-3-4 16,1-1-5-16,-1 0-3 15,-1-6 5-15,-2 0-2 16,0-4 5-16,2 1-3 16,-2-4 2-16,0 0 5 0,-4 0 15 15,-4-4-13-15,4-3-6 16,-2-5-3-16,3 0 5 15,1-3 1-15,2 0 2 16,0 2-5-16,0-1 1 16,4 2 2-16,3 3 0 0,2 0-6 15,1 4-2-15,2 2-1 16,2 1 1-16,-1 2 0 16,0 0-1-16,1 0 0 15,-3 7-1-15,-1 1 2 0,-1 0-1 16,-1 3 0-16,-1-1 2 15,2 0-3-15,-6 3 2 16,3-2-1-16,-2 1-6 16,0-2-6-16,-2 1-2 15,1-1 4-15,4-2-4 16,-4 0-6-16,3-3-13 0,0-1-15 16,1-4 15-16,2 0 15 15,2 0 10-15,-2-9 2 16,3-1-1-16,-5-2 6 15,3-1 2-15,-4 2 1 16,0 2 11-16,-2 0-1 0,-2 0 27 16,-2 2 18-16,0 3-13 15,0-1-10-15,0 3-5 16,0 0-5-16,0 2-8 16,0 0-7-16,0 0-8 15,0 0-5-15,0 9 6 0,5 2-1 16,1 2 0-16,1 1 0 15,0 2 0-15,2-1-1 16,-1 2-25-16,1-2-21 16,-4-2-13-16,0-4-56 15,-5-3-31-15</inkml:trace>
  <inkml:trace contextRef="#ctx0" brushRef="#br0" timeOffset="2431.71">9823 4611 302 0,'0'0'16'0,"0"0"13"0,0 0-19 0,0 0-11 0,0 0-20 15,0 0-5-15,0 0-12 16,0 0-9-16,0 0-18 15</inkml:trace>
  <inkml:trace contextRef="#ctx0" brushRef="#br0" timeOffset="2775.75">10098 4804 257 0,'0'0'36'16,"0"0"15"-16,0 0-19 16,0 0 1-16,0 0-10 0,0 0-2 15,0 0-6-15,0 0-9 16,-30-22-2-16,18 33-2 15,2 3-1-15,1 0 1 16,3 2-3-16,4-1 1 0,2-3 0 16,0 1-2-16,8-3-1 15,7-2 2-15,2-1 0 16,5-4-2-16,2-1-4 16,3-2-13-16,-1 0-15 15,2 0-12-15,-4 0-28 16,-1-5-43-16</inkml:trace>
  <inkml:trace contextRef="#ctx0" brushRef="#br0" timeOffset="3478.75">10446 4770 212 0,'0'0'26'15,"0"0"47"-15,0 0-15 16,0 0-23-16,0 0-5 16,-38-27-9-16,25 27-9 15,-3 0-6-15,1 4-2 16,-3 5 0-16,5 2 0 0,3 1-3 15,1-1 0-15,5 1-3 16,4-3 2-16,0 1 0 16,0-1-1-16,0-2-1 15,4-1-8-15,3-1-6 0,1-1-1 16,6-4-14-16,-3 0-2 16,1 0 32-16,1-5-8 15,0-5-7-15,-1 4 3 16,-6-1 14-16,-2 3 1 15,-1-2 3-15,-1 6 10 0,-2 0 3 16,0 0-18-16,2 0-3 16,3 6 3-16,2 1 0 15,1 1 2-15,3 2-1 16,3 0-1-16,3-4 1 16,2 1 0-16,2-5-2 0,2-2 0 15,-2 0 1-15,1-3 1 16,-2-7-2-16,0-4 3 15,-2-2-1-15,-5-4 0 16,-4-1 1-16,-3-5-1 16,-5-2 2-16,-1 2 2 15,0-1-4-15,-9 3 0 0,-4 4 1 16,2 3 9-16,-3 6-1 16,3 4 6-16,-2 4-2 15,6 3 1-15,0 0-14 16,3 9-2-16,2 8-1 15,2 5 4-15,0 4-2 0,0 5 0 16,10-1 1-16,3 5 0 16,6-2-1-16,2 1 1 15,-2-4-8-15,1-6-66 16,-3-7-141-16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49.123"/>
    </inkml:context>
    <inkml:brush xml:id="br0">
      <inkml:brushProperty name="width" value="0.035" units="cm"/>
      <inkml:brushProperty name="height" value="0.035" units="cm"/>
    </inkml:brush>
  </inkml:definitions>
  <inkml:trace contextRef="#ctx0" brushRef="#br0">82 478 7399,'0'0'1196,"-10"-12"-150,-32-39 251,38 46-1093,0-1 0,1 0 0,0 1 0,0-1 0,1 0 0,0 0 0,0-1 0,0 1 0,1 0 0,-1-1 0,2 1 0,-1-1 0,1 1 0,0-1 0,0 1 0,1-1 0,0 1 0,2-11 0,1 5-62,0-1 0,1 1 0,0 0 0,1 1 1,0-1-1,1 1 0,11-15 0,-5 11-78,1 0 0,0 1-1,1 1 1,0 0 0,1 1-1,1 1 1,-1 0 0,2 1-1,0 1 1,35-13 0,-32 15-55,2 0 1,-1 2-1,1 0 1,0 1-1,0 2 1,0 0-1,0 2 1,0 0-1,26 5 0,-42-4-5,1 0-1,-1 0 0,1 1 0,-1 0 0,0 1 1,0 0-1,0 0 0,0 1 0,0-1 0,-1 1 0,0 1 1,1-1-1,-1 1 0,-1 0 0,1 1 0,-1-1 1,0 1-1,0 0 0,-1 0 0,0 1 0,0-1 0,0 1 1,-1 0-1,0 0 0,0 0 0,-1 0 0,0 1 1,0-1-1,-1 0 0,1 11 0,-1 1 37,0-1 1,-1 1-1,-1 0 0,-1 0 0,-1 0 1,-1-1-1,0 1 0,-1-1 1,-1 0-1,-1-1 0,-12 23 0,-25 34 143,-4-3-1,-3-1 0,-71 75 1,53-65-19,-92 136-1,150-198-84,1 1-1,1 0 0,1 0 1,1 1-1,0 0 0,2 0 0,0 0 1,-2 23-1,6-30-319,0 1 1,1-1-1,1 1 0,0-1 1,5 24-1,-4-28-610,1 0 0,0 0 0,1 0 0,0 0 1,0-1-1,1 0 0,0 0 0,11 14 0,10 5-9009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49.449"/>
    </inkml:context>
    <inkml:brush xml:id="br0">
      <inkml:brushProperty name="width" value="0.035" units="cm"/>
      <inkml:brushProperty name="height" value="0.035" units="cm"/>
    </inkml:brush>
  </inkml:definitions>
  <inkml:trace contextRef="#ctx0" brushRef="#br0">205 168 9833,'4'-9'620,"7"-11"422,1 0 1,16-23 0,-25 38-825,1 0 0,0 1-1,0-1 1,0 1-1,0 0 1,0 0-1,1 0 1,0 1 0,0-1-1,0 1 1,0 0-1,0 1 1,1-1 0,-1 1-1,1 0 1,8-1-1,-13 3-213,1 0 0,-1 0 1,0 1-1,1-1 0,-1 1 0,0 0 0,1-1 0,-1 1 0,0 0 0,0 0 0,0-1 0,0 1 0,0 0 0,0 0 0,0 0 0,0 0 0,0 1 0,0-1 0,-1 0 0,1 0 0,0 0 1,-1 1-1,1-1 0,-1 0 0,1 1 0,-1-1 0,0 0 0,0 1 0,1-1 0,-1 0 0,0 1 0,0-1 0,0 1 0,-1-1 0,1 3 0,0 4 0,0 1 1,-1-1-1,0 0 0,0 0 0,-3 10 0,0-9 6,0 1-1,-1-1 1,0 0-1,0 0 1,-1 0-1,0-1 1,-1 0 0,1 0-1,-1 0 1,-1-1-1,0 0 1,0-1-1,0 0 1,-1 0-1,-9 5 1,4-4 1,0 0 1,0-1-1,0-1 1,-1 0-1,1-1 0,-1-1 1,-1 0-1,1-1 1,-23 1-1,35-3-17,-1 0 0,1 0 0,0 0-1,-1 0 1,1-1 0,0 0 0,0 1 0,-1-1 0,1 0-1,0-1 1,0 1 0,0 0 0,0-1 0,0 0 0,1 1-1,-1-1 1,0 0 0,1-1 0,-1 1 0,1 0 0,0-1-1,0 1 1,0-1 0,0 0 0,0 0 0,0 1 0,1-1-1,0 0 1,-1-1 0,1 1 0,0 0 0,0 0 0,1 0-1,-1-1 1,1 1 0,0 0 0,0-1 0,0-5 0,1-4-653,0-1 0,1 0 0,0 1 0,1-1 0,0 1 0,2 0 0,-1 0 0,9-16 0,24-39-4770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49.963"/>
    </inkml:context>
    <inkml:brush xml:id="br0">
      <inkml:brushProperty name="width" value="0.035" units="cm"/>
      <inkml:brushProperty name="height" value="0.035" units="cm"/>
    </inkml:brush>
  </inkml:definitions>
  <inkml:trace contextRef="#ctx0" brushRef="#br0">68 379 8456,'9'-17'2253,"9"-19"-1650,3 2 0,0 0 1,2 2-1,2 0 0,38-38 0,-42 51-320,1 1-1,1 1 1,40-23 0,-56 36-249,1-1 1,0 2 0,0-1-1,1 1 1,-1 1-1,0-1 1,1 1 0,0 1-1,-1 0 1,1 0-1,0 1 1,0 0 0,0 0-1,-1 1 1,1 0 0,8 2-1,-11 0-29,0 0 0,-1 0 0,1 0 0,-1 0 0,0 1-1,0 0 1,0 0 0,-1 0 0,0 1 0,1-1 0,-2 1 0,1 0 0,0 0 0,-1 1-1,0-1 1,0 1 0,-1-1 0,1 1 0,-1 0 0,-1 0 0,1 0 0,-1 0 0,1 12-1,0-5 18,-1 0 0,0 0 0,-1 0 0,0 0 0,-1 0 0,-1-1-1,0 1 1,-1 0 0,0-1 0,-9 22 0,-6-1 34,-1 0 0,-1-2 1,-2-1-1,-49 53 0,-120 98 105,140-135-107,49-44-54,-28 24 13,1 1 1,2 1 0,-47 63 0,69-83-11,-1 1 1,1 0-1,0 0 1,1 0-1,0 0 1,1 1-1,0 0 1,0 0-1,1 0 1,0 0-1,1 0 1,0 0-1,0 0 1,1 0-1,1 1 1,0-1-1,0 0 1,1 0-1,0 0 1,7 17-1,-2-11-617,1-1 0,1 0 0,1 0-1,18 22 1,-24-31 87,20 24-3647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50.286"/>
    </inkml:context>
    <inkml:brush xml:id="br0">
      <inkml:brushProperty name="width" value="0.035" units="cm"/>
      <inkml:brushProperty name="height" value="0.035" units="cm"/>
    </inkml:brush>
  </inkml:definitions>
  <inkml:trace contextRef="#ctx0" brushRef="#br0">63 92 4388,'0'0'8419,"12"-8"-6844,-3 2-1391,0-1 98,-1 1 1,2 0-1,-1 1 0,1 0 0,0 0 0,0 1 0,0 1 1,0-1-1,1 2 0,17-4 0,-27 6-280,0 0 0,-1 0 1,1 0-1,-1 0 0,1 1 0,-1-1 1,1 0-1,0 0 0,-1 0 0,1 0 0,-1 1 1,1-1-1,-1 0 0,1 0 0,-1 1 0,1-1 1,-1 0-1,0 1 0,1-1 0,-1 1 1,1-1-1,-1 1 0,0-1 0,1 0 0,-1 1 1,0-1-1,0 1 0,1 0 0,-1-1 0,0 1 1,0 0-1,-1 24 7,-1-20-8,1 1 0,-1 0 0,-1-1-1,1 1 1,-1-1 0,-4 7-1,0-4 13,0 1 0,-1-1 0,0 0 0,-1-1 0,1 0 0,-1-1 0,-1 0-1,1 0 1,-1-1 0,0 0 0,0 0 0,-1-1 0,1-1 0,-1 0 0,0 0-1,-20 2 1,30-5-12,0 0 0,0 0 0,0 0 0,1 0 0,-1 0-1,0 0 1,0 0 0,0 0 0,0-1 0,1 1-1,-1 0 1,0 0 0,0-1 0,0 1 0,1-1 0,-1 1-1,0-1 1,1 1 0,-1-1 0,0 1 0,1-1 0,-1 1-1,1-1 1,-1 0 0,1 1 0,-1-1 0,1 0 0,-1 0-1,0-1 1,1 0-27,0 0-1,-1 0 0,1-1 0,0 1 1,0 0-1,1 0 0,-1-1 0,0 1 1,1 0-1,-1 0 0,2-3 0,2-5-370,1 0-1,-1 1 0,2-1 0,6-9 1,26-29-3613,10-7-2897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50.766"/>
    </inkml:context>
    <inkml:brush xml:id="br0">
      <inkml:brushProperty name="width" value="0.035" units="cm"/>
      <inkml:brushProperty name="height" value="0.035" units="cm"/>
    </inkml:brush>
  </inkml:definitions>
  <inkml:trace contextRef="#ctx0" brushRef="#br0">180 309 11115,'8'-26'423,"1"1"0,1-1 0,1 2 0,1 0 0,2 0 1,25-34-1,-33 50-340,0 0 1,1 0-1,0 0 0,0 1 1,1 0-1,0 1 1,0 0-1,0 0 0,1 1 1,0 0-1,0 0 1,1 1-1,-1 0 0,1 1 1,0 0-1,0 0 1,0 1-1,0 1 1,0-1-1,14 1 0,-19 2-80,0-1 0,0 1-1,0 0 1,0 0 0,0 0-1,0 1 1,-1-1 0,1 1 0,0 1-1,-1-1 1,1 0 0,-1 1-1,0 0 1,0 0 0,0 1-1,0-1 1,5 8 0,-4-4-2,0 0 0,0 1 0,-1-1 0,0 1 0,-1 0 0,0 1 1,0-1-1,0 0 0,1 16 0,-1-7 2,-2 0 1,0-1-1,-1 1 0,-1 0 1,0 0-1,-1-1 0,-1 1 0,0-1 1,-1 0-1,-10 25 0,-5-5 10,-2 0-1,0-1 0,-3-1 0,-33 37 1,-120 113-5,58-65 18,104-103-11,0 2 0,2 0 0,0 0-1,1 1 1,0 1 0,2 0-1,0 1 1,2-1 0,0 2-1,1-1 1,2 1 0,0 0 0,1 0-1,-1 29 1,4-26-875,1-1 0,2 1 1,0-1-1,9 37 0,0-19-2498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8:51.048"/>
    </inkml:context>
    <inkml:brush xml:id="br0">
      <inkml:brushProperty name="width" value="0.035" units="cm"/>
      <inkml:brushProperty name="height" value="0.035" units="cm"/>
    </inkml:brush>
  </inkml:definitions>
  <inkml:trace contextRef="#ctx0" brushRef="#br0">3 116 9065,'0'0'1174,"11"-9"913,2-3-1747,8-6 1444,37-26 1,-52 40-1581,0 0 0,1 0 1,-1 1-1,1 0 1,0 0-1,0 0 1,0 1-1,0 0 1,0 1-1,0-1 1,1 2-1,8-1 1,-15 1-204,0 0 1,0 1-1,0-1 1,0 0-1,0 1 1,0 0 0,0-1-1,0 1 1,0 0-1,0-1 1,0 1 0,0 0-1,-1 0 1,1 0-1,0-1 1,0 1 0,-1 0-1,1 0 1,-1 0-1,1 0 1,-1 0 0,0 1-1,1-1 1,-1 0-1,0 0 1,1 0-1,-1 0 1,0 0 0,0 0-1,0 0 1,0 1-1,0-1 1,0 0 0,-1 0-1,1 0 1,0 0-1,-1 0 1,0 2 0,1 2-2,-1 0 1,-1-1 0,1 1 0,-1 0 0,0-1-1,0 1 1,0-1 0,-3 5 0,-3 0 6,-1-1 0,1 0 1,-1 0-1,-1-1 0,1-1 0,-1 1 1,0-2-1,-1 1 0,1-1 0,-1-1 0,0 0 1,0-1-1,0 0 0,-1 0 0,1-1 1,-20 1-1,30-3-41,1-1 1,-1 1 0,1 0-1,-1 0 1,0-1 0,1 1-1,-1 0 1,1-1-1,-1 1 1,1 0 0,-1-1-1,1 1 1,-1-1 0,1 1-1,0-1 1,-1 1 0,1-1-1,-1 1 1,1-1-1,0 1 1,0-1 0,-1 1-1,1-1 1,0 0 0,0 1-1,0-1 1,-1 1 0,1-1-1,0 0 1,0 1-1,0-1 1,0 0 0,0 1-1,0-1 1,1 1 0,-1-1-1,0 0 1,0 1 0,0-1-1,1 0 1,-1 1 0,0-1-1,0 1 1,1-1-1,0-4-354,8-38-3258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6.909"/>
    </inkml:context>
    <inkml:brush xml:id="br0">
      <inkml:brushProperty name="width" value="0.035" units="cm"/>
      <inkml:brushProperty name="height" value="0.035" units="cm"/>
    </inkml:brush>
  </inkml:definitions>
  <inkml:trace contextRef="#ctx0" brushRef="#br0">172 0 5701,'0'0'2584,"-9"13"-2333,1-3-174,0 1 1,1 0-1,1 0 1,0 1-1,0 0 1,1 0-1,1 0 0,0 0 1,-3 20-1,-12 146 322,12-93-338,-3-1 0,-31 118 0,41-200-2,0-1 1,-1 1-1,0 0 0,1 0 1,-1 0-1,0 0 0,0 0 1,0 0-1,0-1 0,0 1 1,0 0-1,0-1 0,-1 1 1,-1 1-1,-3-8 1544,3-16-1058,3 16-521,0 1 1,0-1-1,0 0 1,1 0-1,-1 1 1,1-1-1,0 0 1,1 1-1,-1-1 1,1 1-1,0 0 1,0-1-1,0 1 1,0 0-1,1 0 1,0 0 0,0 1-1,0-1 1,0 1-1,0-1 1,1 1-1,-1 0 1,1 0-1,0 1 1,0-1-1,0 1 1,0 0-1,1 0 1,-1 0-1,1 0 1,-1 1-1,1 0 1,-1 0 0,1 0-1,0 1 1,5-1-1,-1 2-20,-1 0-1,0 0 0,0 1 1,0 0-1,0 0 1,0 1-1,0 0 1,-1 1-1,1 0 1,-1 0-1,0 0 1,9 8-1,-6-5-1,0 2 1,-1-1-1,0 1 1,-1 1-1,0-1 0,0 1 1,10 18-1,-17-26-1,0 0 1,0 0-1,0 1 0,0-1 0,0 0 1,-1 0-1,1 1 0,-1-1 0,1 1 1,-1-1-1,0 0 0,0 1 0,0-1 1,0 1-1,-1-1 0,1 1 0,-1-1 0,1 0 1,-1 1-1,0-1 0,0 0 0,0 0 1,0 1-1,0-1 0,0 0 0,-1 0 1,1 0-1,-1-1 0,1 1 0,-1 0 1,0 0-1,0-1 0,0 1 0,0-1 1,0 0-1,0 1 0,-4 1 0,-9 4 14,0 0 0,0-1-1,-1-1 1,-22 5 0,26-7-13,-56 8 224,15-4-2854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7.360"/>
    </inkml:context>
    <inkml:brush xml:id="br0">
      <inkml:brushProperty name="width" value="0.035" units="cm"/>
      <inkml:brushProperty name="height" value="0.035" units="cm"/>
    </inkml:brush>
  </inkml:definitions>
  <inkml:trace contextRef="#ctx0" brushRef="#br0">17 118 5285,'0'0'6091,"2"-11"-5050,0 3-905,10-39 837,-11 44-882,0 0 1,1-1 0,-1 1-1,1 0 1,-1 0 0,1 0-1,0 0 1,0 1 0,1-1-1,-1 0 1,0 1-1,1 0 1,4-4 0,-5 5-89,-1 0 0,1 0 1,0 0-1,-1 0 1,1 0-1,0 1 0,0-1 1,0 1-1,-1-1 1,1 1-1,0 0 0,0-1 1,0 1-1,0 0 0,0 0 1,-1 0-1,1 1 1,0-1-1,0 0 0,0 1 1,0-1-1,-1 1 1,4 1-1,-3 0-4,0 0 1,0-1-1,0 1 1,-1 0-1,1 1 0,0-1 1,-1 0-1,1 0 1,-1 1-1,0-1 1,0 1-1,0-1 0,0 1 1,0 3-1,2 9-20,0 0 0,-2 1 0,0-1 1,-1 19-1,-1-26-5,0 0 1,0 0-1,-1 0 1,0 0-1,0 0 1,-1-1-1,0 1 1,0-1-1,-6 11 0,-48 62-203,5-7 190,52-73 36,-1 1-1,1-1 0,0 1 1,-1-1-1,1 1 0,0-1 0,-1 1 1,1-1-1,0 1 0,0 0 0,0-1 1,0 1-1,-1-1 0,1 1 0,0 0 1,0-1-1,0 1 0,0-1 0,0 1 1,1 0-1,-1-1 0,0 1 0,0 0 1,0-1-1,0 1 0,1-1 1,-1 1-1,0-1 0,1 1 0,-1-1 1,0 1-1,1-1 0,-1 1 0,1-1 1,-1 1-1,1 0 0,28 5 109,-19-6-406,-1 0 0,1-1 1,-1 0-1,16-5 0,19-17-4108,-24 8 650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8.213"/>
    </inkml:context>
    <inkml:brush xml:id="br0">
      <inkml:brushProperty name="width" value="0.035" units="cm"/>
      <inkml:brushProperty name="height" value="0.035" units="cm"/>
    </inkml:brush>
  </inkml:definitions>
  <inkml:trace contextRef="#ctx0" brushRef="#br0">321 69 10666,'0'0'865,"-2"-9"171,-8-32-204,9 39-802,0 1 0,0 0 0,0 0-1,0-1 1,0 1 0,0 0-1,0 0 1,0 0 0,0 0 0,0 0-1,-1 1 1,1-1 0,0 0 0,-1 0-1,1 1 1,0-1 0,-1 1-1,1-1 1,-1 1 0,1 0 0,-1 0-1,1 0 1,-1-1 0,-2 2 0,-37 2 177,38-3-181,-8 3-1,1 0 0,-1 1-1,1 0 1,0 1-1,0 0 1,0 0 0,1 1-1,-1 0 1,1 1 0,-14 13-1,9-7 12,1 1 0,1 0 0,0 1-1,1 0 1,-15 26 0,23-36-37,0-1 0,1 1 1,0-1-1,0 1 0,1 0 0,-1-1 0,1 1 0,0 0 0,0 0 1,0 0-1,1 0 0,0 1 0,0-1 0,0 0 0,1 0 1,-1 0-1,1 0 0,3 7 0,-1-6 0,0 0 0,1-1 0,-1 1-1,1-1 1,1 0 0,-1 0 0,1 0 0,-1-1 0,2 0 0,-1 0-1,0 0 1,1 0 0,8 4 0,5 2 1,22 13-9,64 47 1,-94-62 6,0 1 1,-1 1 0,0 0-1,0 0 1,-1 1 0,-1 0-1,0 1 1,0 0 0,-2 0-1,8 16 1,-12-24 17,-1 0-1,1 1 1,-1-1 0,0 0-1,0 1 1,0-1-1,-1 1 1,1-1 0,-1 0-1,0 1 1,-1-1 0,1 1-1,-1-1 1,0 1-1,0-1 1,0 0 0,-1 1-1,-3 6 1,2-5 39,-1-1 0,0 0 0,0-1 0,0 1 0,-1 0 1,1-1-1,-1 0 0,0 0 0,-1-1 0,1 1 0,-12 4 0,-1 0 75,-1-2 0,-1 0 0,1 0-1,-1-2 1,0-1 0,1 0 0,-31-1 0,42-2-62,5 1-27,-1-1 0,1 0 0,-1 0 0,1 0 1,-1-1-1,1 1 0,-1-1 0,1 0 0,-1 0 1,-3-2-1,5 2-34,1 0 0,0-1 1,0 1-1,0-1 0,0 0 1,0 1-1,0-1 0,0 0 0,1 1 1,-1-1-1,1 0 0,-1 0 0,1 0 1,0 1-1,-1-1 0,1 0 1,0 0-1,0 0 0,0 0 0,1 0 1,-1 1-1,1-4 0,0-1-6,1 1-1,-1-1 1,1 1-1,0 0 1,1-1-1,-1 1 1,1 1-1,0-1 0,0 0 1,0 1-1,1-1 1,0 1-1,6-6 1,64-50-2,-59 48 1,13-9 124,59-33 1,-78 49-103,0 1-1,0 0 1,0 0-1,1 1 0,0 0 1,-1 1-1,1 0 1,0 1-1,0 0 1,0 0-1,15 2 1,-21 0-19,-1 0 0,1 0 1,-1 0-1,0 1 1,0 0-1,0 0 0,0 0 1,0 0-1,0 0 1,0 0-1,0 1 0,-1-1 1,1 1-1,-1 0 1,0 0-1,0 0 0,0 0 1,0 0-1,1 5 0,4 6 5,-1 0-1,0 0 0,4 17 0,-9-26-98,9 40-421,-11-16-3951,-7-26-331,1-3 2295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8.416"/>
    </inkml:context>
    <inkml:brush xml:id="br0">
      <inkml:brushProperty name="width" value="0.035" units="cm"/>
      <inkml:brushProperty name="height" value="0.035" units="cm"/>
    </inkml:brush>
  </inkml:definitions>
  <inkml:trace contextRef="#ctx0" brushRef="#br0">0 63 9257,'0'0'2466,"0"-51"-736,0 44-1122,0 3-480,0 12-256,3 9-512,2 6-1154,-1 1-320,-2 4 0,1-1-2626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8.883"/>
    </inkml:context>
    <inkml:brush xml:id="br0">
      <inkml:brushProperty name="width" value="0.035" units="cm"/>
      <inkml:brushProperty name="height" value="0.035" units="cm"/>
    </inkml:brush>
  </inkml:definitions>
  <inkml:trace contextRef="#ctx0" brushRef="#br0">0 31 6919,'0'0'4804,"6"10"-4473,4 9-220,0 1 0,-1 0-1,10 36 1,-16-36 117,-10-29 432,-8-34 32,14 38-624,1 0 0,-1 1 0,1-1 0,1 0 0,-1 1 0,1-1 0,-1 1 0,1-1 0,1 1 0,-1-1 0,0 1 0,1-1 0,0 1 0,0 0 0,1 0 0,-1 0 0,1 0 0,0 1 0,0-1 0,0 1 0,0-1 0,0 1 0,1 0 0,0 0 0,0 1 0,-1-1 0,1 1 0,1 0 0,-1 0 0,0 0 1,0 0-1,1 1 0,-1 0 0,1 0 0,0 0 0,-1 0 0,1 1 0,-1 0 0,1 0 0,0 0 0,-1 0 0,1 1 0,0 0 0,-1 0 0,7 2 0,-4 0-81,0 1 1,0 0 0,0 0 0,0 1 0,-1 0-1,0 0 1,0 1 0,0 0 0,-1 0 0,1 0-1,-2 0 1,1 1 0,-1 0 0,0 0 0,0 0-1,4 11 1,-5-11-1075,-1 0 1,0-1-1,0 1 0,-1 0 0,0 0 0,0 11 0,-1-10-1833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9.225"/>
    </inkml:context>
    <inkml:brush xml:id="br0">
      <inkml:brushProperty name="width" value="0.035" units="cm"/>
      <inkml:brushProperty name="height" value="0.035" units="cm"/>
    </inkml:brush>
  </inkml:definitions>
  <inkml:trace contextRef="#ctx0" brushRef="#br0">170 10 10762,'0'0'2386,"-9"-3"-1505,7 1-860,-1 1 1,0 0-1,0 1 0,0-1 0,0 0 0,0 1 0,1-1 0,-1 1 1,0 0-1,0 0 0,0 0 0,-6 1 0,6 1-4,0-1 0,0 1 0,0 0 0,-1 0 0,1 0 0,1 0-1,-1 0 1,0 1 0,1-1 0,-1 1 0,1 0 0,0-1 0,0 1 0,-2 4 0,-7 9 147,2 1 1,1 0 0,0 0 0,1 1-1,0 0 1,2 0 0,0 1-1,-2 22 1,2 1-47,2 0 0,4 69 0,0-93-123,2 0-1,0 0 0,1 0 1,1-1-1,1 1 0,0-1 1,1 0-1,1-1 0,1 0 1,0 0-1,1 0 1,19 21-1,-20-26-556,1 0 1,1-1-1,-1-1 0,2 0 1,21 13-1,-9-12-2433,-2-8-363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9.520"/>
    </inkml:context>
    <inkml:brush xml:id="br0">
      <inkml:brushProperty name="width" value="0.035" units="cm"/>
      <inkml:brushProperty name="height" value="0.035" units="cm"/>
    </inkml:brush>
  </inkml:definitions>
  <inkml:trace contextRef="#ctx0" brushRef="#br0">1 1 10250,'0'0'2391,"10"7"-2166,128 97 1049,54 40-1021,-150-116-2007,50 23 0,-62-40-2287,-23-10 688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49.802"/>
    </inkml:context>
    <inkml:brush xml:id="br0">
      <inkml:brushProperty name="width" value="0.035" units="cm"/>
      <inkml:brushProperty name="height" value="0.035" units="cm"/>
    </inkml:brush>
  </inkml:definitions>
  <inkml:trace contextRef="#ctx0" brushRef="#br0">259 8 8584,'0'0'5952,"-9"-3"-5813,7 2-127,-1 0-1,1 0 0,0 1 1,-1-1-1,1 1 0,-1-1 1,1 1-1,0 0 0,-1 0 1,1 0-1,-1 0 1,1 1-1,-1-1 0,1 1 1,-4 0-1,3 1 23,0 1 1,0-1-1,0 1 1,1-1-1,-1 1 1,1 0-1,-1 0 1,1 0-1,0 0 1,0 1-1,0-1 1,-2 7-1,-24 54 364,-26 92 1,19-49-1675,-8-3-4421,30-79 2654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50.295"/>
    </inkml:context>
    <inkml:brush xml:id="br0">
      <inkml:brushProperty name="width" value="0.035" units="cm"/>
      <inkml:brushProperty name="height" value="0.035" units="cm"/>
    </inkml:brush>
  </inkml:definitions>
  <inkml:trace contextRef="#ctx0" brushRef="#br0">0 67 8808,'0'0'4431,"2"-9"-3822,6-28-406,-7 36-201,0 0 1,-1-1-1,1 1 1,0 0-1,0 0 1,0-1-1,0 1 1,0 0-1,0 0 0,0 0 1,0 0-1,1 0 1,-1 1-1,0-1 1,0 0-1,1 0 1,-1 1-1,1-1 1,-1 1-1,0 0 1,1-1-1,-1 1 1,1 0-1,-1 0 1,1-1-1,-1 1 1,1 0-1,1 1 1,37 7 21,-37-6-48,1 0 1,-1 1-1,0-1 1,0 1-1,0 0 0,-1 0 1,1 0-1,-1 0 1,0 0-1,1 1 1,-1-1-1,-1 1 1,1-1-1,-1 1 1,1 0-1,-1 0 0,0 0 1,0 0-1,-1-1 1,1 1-1,-1 0 1,0 0-1,0 0 1,0 0-1,0 0 1,-1 0-1,1 0 1,-1 0-1,0 0 0,-1 0 1,1-1-1,-1 1 1,1 0-1,-1-1 1,0 1-1,0-1 1,-1 0-1,-3 4 1,-20 17-13,-17 16 63,41-37-29,0-1 0,0 1 0,0-1 0,0 1 0,1 0 0,-1-1 0,1 1 1,-1 0-1,1 0 0,0 0 0,0 1 0,1-1 0,-1 0 0,0 3 0,2-5 1,-1 0-1,1 0 1,-1 0-1,1 0 1,-1 0 0,1 0-1,-1-1 1,1 1-1,0 0 1,-1 0 0,1-1-1,0 1 1,0 0-1,0-1 1,0 1 0,-1-1-1,1 1 1,0-1-1,0 0 1,0 1-1,0-1 1,0 0 0,0 0-1,0 1 1,0-1-1,0 0 1,0 0 0,0 0-1,0 0 1,2-1-1,39 0-43,-37 1 43,17-3-549,-1-2-1,0 0 1,0-1-1,0-1 0,-1-1 1,0-1-1,-1-1 0,32-21 1,-19 9-1755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39:50.559"/>
    </inkml:context>
    <inkml:brush xml:id="br0">
      <inkml:brushProperty name="width" value="0.035" units="cm"/>
      <inkml:brushProperty name="height" value="0.035" units="cm"/>
    </inkml:brush>
  </inkml:definitions>
  <inkml:trace contextRef="#ctx0" brushRef="#br0">88 15 11819,'0'0'2338,"53"-15"-1825,-23 35-385,3 19 192,5 12 321,-1 17-33,-6 13-159,-9 12-161,-11 9-192,-11 11-32,-13 11-64,-35 3 32,-22 1-320,-24-11-2274,-23-17-4869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09.994"/>
    </inkml:context>
    <inkml:brush xml:id="br0">
      <inkml:brushProperty name="width" value="0.035" units="cm"/>
      <inkml:brushProperty name="height" value="0.035" units="cm"/>
    </inkml:brush>
  </inkml:definitions>
  <inkml:trace contextRef="#ctx0" brushRef="#br0">564 163 1057,'0'0'3027,"3"-10"-2274,-1 4-671,1-4 340,0 0 0,0-1 0,-1 1 0,0 0 0,-1-1 0,0 1 0,-1-1 1,-2-20-1,1 29-379,0 0 1,0 1-1,0-1 1,-1 0 0,1 1-1,0-1 1,-1 1 0,0-1-1,1 1 1,-1 0-1,0-1 1,0 1 0,1 0-1,-1 0 1,0 0-1,0 1 1,0-1 0,0 0-1,0 1 1,0-1 0,0 1-1,-1 0 1,1 0-1,0-1 1,0 1 0,0 1-1,0-1 1,0 0-1,-4 1 1,-3 0-31,1 0 1,-1 1-1,0 0 0,1 0 0,-16 7 1,-10 9 63,0 0-1,2 2 1,0 2 0,1 1 0,-34 34 0,47-39-44,0 1-1,2 1 0,0 1 1,1 0-1,2 1 0,0 1 1,1 0-1,-15 42 0,8-4 447,3 1 0,2 0 0,-7 87 0,10 192 424,12-306-805,2-1 0,1 0 0,2-1 0,1 1 0,18 48 0,-16-57-12,1-1 0,1 0 0,1 0 0,1-2 0,1 1 0,1-2 0,31 34 0,-34-43-58,0 0 1,1-1-1,0-1 0,1 0 1,0-1-1,1 0 1,0-1-1,0-1 0,0 0 1,1-2-1,0 1 1,1-2-1,-1 0 0,1-1 1,-1-1-1,1 0 1,0-1-1,0-1 0,0-1 1,0 0-1,-1-1 1,1-1-1,-1-1 0,32-10 1,-32 8-2,26-9 48,77-41 1,-108 49-50,0 0 0,0 0 0,0-1 0,-1-1 1,0 1-1,-1-2 0,0 1 0,-1-1 0,0-1 0,0 1 0,8-16 0,103-221 897,-110 224-905,-1 0-1,-1 0 0,-1-1 0,-2 0 1,0 0-1,1-46 0,6-33-15,-6 71-33,-2-1-1,-1 0 1,-2 0 0,-1 0-1,-1 1 1,-2-1-1,-1 0 1,-19-60-1,22 84 26,-54-162 100,47 149-50,-1 0 0,0 1 0,-2 0 0,0 1 1,-24-29-1,32 45-39,-1-1 0,0 1 1,0-1-1,0 1 1,0 1-1,0-1 0,-1 1 1,0 0-1,0 0 1,0 1-1,0-1 0,0 1 1,-12-2-1,-2 2-17,-1 0-1,0 1 1,-20 2-1,25 0 13,1-1-1,0 0 0,-1-1 1,1 0-1,0-2 1,-23-5-1,36 7-14,0 1 0,1-1 0,-1 0 0,0 1 1,1-1-1,-1 0 0,0 0 0,1 0 0,-1 0 0,1 0 0,0-1 0,-1 1 0,1 0 0,0-1 1,0 1-1,0-1 0,0 1 0,0-1 0,0 1 0,0-1 0,1 0 0,-1 0 0,0 1 0,1-1 1,0 0-1,-1 0 0,1 1 0,0-1 0,0 0 0,0 0 0,0 0 0,0-2 0,2-3-576,0 0-1,0 0 0,0 1 0,1-1 0,0 1 0,0 0 1,4-7-1,13-22-3305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2.685"/>
    </inkml:context>
    <inkml:brush xml:id="br0">
      <inkml:brushProperty name="width" value="0.035" units="cm"/>
      <inkml:brushProperty name="height" value="0.035" units="cm"/>
    </inkml:brush>
  </inkml:definitions>
  <inkml:trace contextRef="#ctx0" brushRef="#br0">360 135 9353,'0'0'-64,"-2"-13"646,1 7-604,0-5 515,-1 0 0,0 1 0,-1-1 1,-6-14-1,8 22-375,0 0 0,-1 0 0,1 0 0,-1 1 0,1-1 1,-1 0-1,0 1 0,0 0 0,0-1 0,-1 1 0,1 0 0,0 0 1,-1 0-1,0 0 0,1 1 0,-1-1 0,0 1 0,0 0 1,0-1-1,1 1 0,-1 1 0,-1-1 0,-3-1 0,-2 3-107,1-1 0,-1 1 0,0 0 0,1 1-1,-1 0 1,1 0 0,0 1 0,0 0 0,0 0 0,0 1 0,0 0-1,1 0 1,0 1 0,0 0 0,0 0 0,-7 8 0,-5 4-3,2 1 0,0 0 0,2 1 0,-20 31 0,30-42-12,0 0 1,1 0 0,0 1 0,1 0 0,-1 0-1,2 0 1,-1 0 0,1 0 0,-1 14 0,3-17 1,0-1 0,0 0 0,0 1 1,1-1-1,0 0 0,0 0 1,0 0-1,0 1 0,1-1 1,0 0-1,0-1 0,0 1 1,1 0-1,0-1 0,-1 1 1,2-1-1,-1 0 0,4 4 0,21 16 12,1-1 0,1-2-1,33 19 1,55 40 16,-102-67-24,-1 0 0,0 2 1,-1 0-1,0 0 1,11 18-1,-20-25 0,0 0-1,-1 1 1,1-1 0,-2 1-1,1-1 1,-1 1 0,-1 0-1,0 1 1,0-1-1,0 0 1,-1 0 0,-1 1-1,0 10 1,-1-16 0,0 0 1,0-1-1,0 1 0,0-1 1,-1 1-1,1-1 0,-1 1 1,0-1-1,0 0 0,0 0 1,-1 0-1,1 0 0,-1 0 1,0-1-1,1 1 0,-1-1 1,0 0-1,0 1 0,-1-2 1,1 1-1,0 0 0,-1 0 1,1-1-1,-1 0 0,0 0 1,1 0-1,-6 1 0,-10 2 13,0-1-1,-1 0 0,-36-1 1,52-2-13,-1 0 0,1 0-1,-1 0 1,1-1 0,-1 0 0,1 0 0,-1 0 0,1 0 0,0-1 0,0 1 0,0-1 0,0 0 0,0-1 0,0 1 0,0-1 0,1 1 0,-1-1-1,1 0 1,0 0 0,0-1 0,0 1 0,0-1 0,1 1 0,-1-1 0,1 0 0,0 0 0,0 0 0,0 0 0,1 0 0,-1-1 0,1 1-1,0 0 1,0-1 0,1 1 0,-1-1 0,1 1 0,0-1 0,0 1 0,1-1 0,-1 1 0,1-1 0,0 1 0,0 0 0,1-1 0,-1 1 0,3-5-1,2-3 0,0 1-1,0 0 0,1 0 0,0 1 0,1 0 0,0 0 0,19-16 1,3-1 33,40-26 0,-59 45 51,0 0 0,1 2 0,-1-1 0,1 2 0,1-1 1,-1 2-1,1 0 0,22-5 0,-30 8-73,0 1 1,0-1-1,0 1 1,0 0-1,0 1 0,1-1 1,-1 1-1,0 0 1,0 0-1,-1 0 1,1 1-1,0 0 0,0 0 1,-1 0-1,1 1 1,-1-1-1,0 1 1,1 0-1,-1 0 0,-1 1 1,1-1-1,0 1 1,-1 0-1,0 0 0,4 5 1,1 5 83,0-1 1,-1 1 0,0 0-1,5 21 1,-2 16-1437,-10-46 509,1 0 0,-2 1-1,1-1 1,0 0 0,-1 0 0,0 0 0,-2 5 0,-4 0-4027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2.857"/>
    </inkml:context>
    <inkml:brush xml:id="br0">
      <inkml:brushProperty name="width" value="0.035" units="cm"/>
      <inkml:brushProperty name="height" value="0.035" units="cm"/>
    </inkml:brush>
  </inkml:definitions>
  <inkml:trace contextRef="#ctx0" brushRef="#br0">0 1 9545,'0'0'160,"51"6"-4964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3.291"/>
    </inkml:context>
    <inkml:brush xml:id="br0">
      <inkml:brushProperty name="width" value="0.035" units="cm"/>
      <inkml:brushProperty name="height" value="0.035" units="cm"/>
    </inkml:brush>
  </inkml:definitions>
  <inkml:trace contextRef="#ctx0" brushRef="#br0">1 95 7911,'0'0'2910,"8"8"-2600,4 1-213,-7-6-12,-1 1-1,1-1 0,-1 1 1,0 0-1,0 0 1,5 8-1,-41-25 1486,30 10-1520,0 1 0,-1-1 0,1 1 0,0-1 0,1 0 0,-1 0 1,0 0-1,1 0 0,0 0 0,-1 0 0,1 0 0,0 0 0,1 0 0,-1-1 0,1 1 1,-1 0-1,1-1 0,0 1 0,0 0 0,0-1 0,1 1 0,-1 0 0,1 0 1,0-1-1,0 1 0,0 0 0,0 0 0,1 0 0,-1 0 0,1 0 0,0 0 1,-1 0-1,1 1 0,1-1 0,-1 1 0,0-1 0,1 1 0,-1 0 0,1 0 1,-1 0-1,1 0 0,0 0 0,0 1 0,0-1 0,0 1 0,0 0 0,0 0 1,1 0-1,-1 0 0,0 1 0,0-1 0,1 1 0,4 0 0,-2-1-32,-1 1 0,1 0 0,0 1 1,0 0-1,-1-1 0,1 2 0,0-1 0,-1 1 0,1 0 0,-1 0 0,0 0 0,0 1 0,0 0 0,8 6 0,-1 0-32,-1 2-1,-1 0 0,1 0 0,11 19 1,2 12-2255,-14-12-5050,-10-25 2888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3.597"/>
    </inkml:context>
    <inkml:brush xml:id="br0">
      <inkml:brushProperty name="width" value="0.035" units="cm"/>
      <inkml:brushProperty name="height" value="0.035" units="cm"/>
    </inkml:brush>
  </inkml:definitions>
  <inkml:trace contextRef="#ctx0" brushRef="#br0">171 14 7783,'0'0'1671,"-10"-3"-304,6 2-1290,2-1-16,-1 1 1,0 0 0,1 0-1,-1 0 1,0 0-1,0 0 1,0 1-1,0-1 1,0 1-1,1 0 1,-1 0 0,0 0-1,0 0 1,0 0-1,0 1 1,0-1-1,0 1 1,0 0 0,1 0-1,-1 0 1,0 0-1,0 0 1,1 1-1,-1-1 1,1 1 0,-1-1-1,1 1 1,0 0-1,0 0 1,0 0-1,0 1 1,-3 3 0,-5 11 77,1 1 1,0 0 0,2 0 0,0 1-1,1 0 1,1 0 0,1 0 0,0 1-1,1-1 1,1 30 0,1-24 20,2 0 0,1 0 0,0 0 1,2-1-1,1 1 0,1-1 0,18 44 0,-18-53-566,2 0-1,0-1 1,0 0-1,1-1 0,1 0 1,0 0-1,15 13 1,-20-21 115,0-1 1,0 1 0,1-1-1,-1 0 1,1-1 0,0 1-1,0-1 1,1 0 0,-1-1-1,0 1 1,1-1 0,0-1-1,-1 1 1,1-1 0,0 0-1,0-1 1,0 0 0,0 0-1,10-1 1,16-8-6303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3.848"/>
    </inkml:context>
    <inkml:brush xml:id="br0">
      <inkml:brushProperty name="width" value="0.035" units="cm"/>
      <inkml:brushProperty name="height" value="0.035" units="cm"/>
    </inkml:brush>
  </inkml:definitions>
  <inkml:trace contextRef="#ctx0" brushRef="#br0">0 1 5125,'0'0'5253,"43"67"-4869,-17-39-128,5 0-95,1 2-33,5 2-96,1 0 32,-2-3-32,-4-3-320,-1-4-1282,-3-10-256,-4-8-1185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4.112"/>
    </inkml:context>
    <inkml:brush xml:id="br0">
      <inkml:brushProperty name="width" value="0.035" units="cm"/>
      <inkml:brushProperty name="height" value="0.035" units="cm"/>
    </inkml:brush>
  </inkml:definitions>
  <inkml:trace contextRef="#ctx0" brushRef="#br0">200 2 7815,'0'0'4501,"-10"0"-4352,7-1-132,0 1 1,0 0-1,0-1 0,0 2 0,0-1 0,0 0 1,0 1-1,1-1 0,-1 1 0,0 0 0,-4 1 1,3 1 15,1-1 1,0 0 0,1 1 0,-1-1 0,0 1-1,1 0 1,0 0 0,-1 0 0,1 0 0,0 0-1,1 1 1,-3 5 0,-20 46 135,-24 81 1,23-52-3020,13-41-709,4-17-1144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4.612"/>
    </inkml:context>
    <inkml:brush xml:id="br0">
      <inkml:brushProperty name="width" value="0.035" units="cm"/>
      <inkml:brushProperty name="height" value="0.035" units="cm"/>
    </inkml:brush>
  </inkml:definitions>
  <inkml:trace contextRef="#ctx0" brushRef="#br0">1 56 10090,'0'0'4019,"9"-8"-3794,28-26-97,-35 33-125,-1 0-1,1-1 1,-1 1 0,1 0 0,0 0 0,0 0-1,0 0 1,-1 0 0,1 0 0,0 1 0,0-1 0,0 1-1,0-1 1,0 1 0,0 0 0,0-1 0,0 1 0,0 0-1,0 1 1,0-1 0,0 0 0,0 0 0,0 1-1,0-1 1,0 1 0,0 0 0,0 0 0,0 0 0,0-1-1,3 4 1,-3-2-4,1 0 1,-1 0-1,1 1 0,-1-1 0,0 1 0,0 0 0,0 0 0,-1-1 1,1 1-1,0 1 0,-1-1 0,0 0 0,0 0 0,1 5 0,-1-1-69,-1 0-1,0 0 0,0-1 1,0 1-1,-1 0 0,0 0 0,-1-1 1,0 1-1,0-1 0,0 1 1,0-1-1,-1 0 0,0 0 0,-1 0 1,1 0-1,-7 7 0,4-3-153,-1 0 0,2 0 0,0 1 0,-6 15 0,11-25 220,-1 0 0,1-1 0,0 1 0,0-1 0,0 1 0,0-1-1,0 1 1,0-1 0,0 1 0,0 0 0,0-1 0,0 1 0,0-1 0,1 1-1,-1-1 1,0 1 0,0-1 0,0 1 0,1-1 0,-1 1 0,0-1 0,1 1 0,-1-1-1,0 1 1,1-1 0,-1 0 0,1 1 0,-1-1 0,0 0 0,1 1 0,-1-1 0,1 0-1,-1 1 1,1-1 0,-1 0 0,1 0 0,0 0 0,0 1 0,33 2-183,34-15-32,-50 7-654,0-1 0,0-1 0,0-1 0,-1-1-1,0 0 1,31-23 0,-22 9-4631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4.909"/>
    </inkml:context>
    <inkml:brush xml:id="br0">
      <inkml:brushProperty name="width" value="0.035" units="cm"/>
      <inkml:brushProperty name="height" value="0.035" units="cm"/>
    </inkml:brush>
  </inkml:definitions>
  <inkml:trace contextRef="#ctx0" brushRef="#br0">1 0 9737,'0'0'2435,"54"58"-1507,-29-17-383,0 9-161,1 9 33,-2 5-33,-4 7-288,-7 6-64,-7 4 0,-6-3-32,-4-2-64,-17-8-673,-5-11-1697,-5-15-1153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5.682"/>
    </inkml:context>
    <inkml:brush xml:id="br0">
      <inkml:brushProperty name="width" value="0.035" units="cm"/>
      <inkml:brushProperty name="height" value="0.035" units="cm"/>
    </inkml:brush>
  </inkml:definitions>
  <inkml:trace contextRef="#ctx0" brushRef="#br0">1 52 5637,'0'0'3801,"11"-2"-2893,41-9-81,114-18 1507,-54 20-4700,-111 9 2287,-1 0 1,0 0-1,0 0 0,0 0 0,0 0 1,0 0-1,1 0 0,-1 0 0,0-1 1,0 1-1,0 0 0,0 0 0,1 0 1,-1 0-1,0 0 0,0 0 0,0 0 0,0 0 1,1 1-1,-1-1 0,0 0 0,0 0 1,0 0-1,0 0 0,0 0 0,1 0 1,-1 0-1,0 0 0,0 0 0,0 0 1,0 0-1,0 1 0,0-1 0,1 0 0,-1 0 1,0 0-1,0 0 0,0 0 0,0 1 1,0-1-1,0 0 0,0 0 0,0 0 1,0 0-1,0 0 0,0 1 0,0-1 1,0 0-1,0 0 0,0 0 0,0 0 1,0 1-1,0-1 0,0 0 0,0 0 0,0 0 1,0 0-1,0 1 0,0-1 0,0 0 1,-5 5-4401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5.916"/>
    </inkml:context>
    <inkml:brush xml:id="br0">
      <inkml:brushProperty name="width" value="0.035" units="cm"/>
      <inkml:brushProperty name="height" value="0.035" units="cm"/>
    </inkml:brush>
  </inkml:definitions>
  <inkml:trace contextRef="#ctx0" brushRef="#br0">1 77 2915,'0'0'9769,"74"-4"-8712,-36-6-320,3-4-257,4 0-288,4 4-96,-8 0-64,-2 5 0,-5 3-768,-7-1-2179,-5-2-929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6.570"/>
    </inkml:context>
    <inkml:brush xml:id="br0">
      <inkml:brushProperty name="width" value="0.035" units="cm"/>
      <inkml:brushProperty name="height" value="0.035" units="cm"/>
    </inkml:brush>
  </inkml:definitions>
  <inkml:trace contextRef="#ctx0" brushRef="#br0">0 1 3171,'0'0'7570,"6"9"-6422,27 38-104,2-1 1,59 58-1,101 84-1159,-111-110 155,-70-62-481,24 19-500,-37-33 614,1-1 1,-1 0-1,1 0 1,0 0-1,-1 0 1,1 0-1,0-1 1,0 1-1,0 0 1,0-1-1,3 1 0,-4-4-2139,-1-10-2408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6.819"/>
    </inkml:context>
    <inkml:brush xml:id="br0">
      <inkml:brushProperty name="width" value="0.035" units="cm"/>
      <inkml:brushProperty name="height" value="0.035" units="cm"/>
    </inkml:brush>
  </inkml:definitions>
  <inkml:trace contextRef="#ctx0" brushRef="#br0">368 3 8392,'0'0'3481,"-10"-1"-2654,7 0-799,-1 1 0,1-1 0,-1 1 0,1 0 0,-1 0 0,1 1 0,-1-1 0,1 1 0,-1 0 0,1 0 0,-4 1 0,3 0 64,0 1 1,0 0-1,0 0 0,1 0 0,-1 0 0,1 0 0,0 1 0,0-1 0,0 1 0,0 0 0,-2 5 0,-48 86 203,5 1 0,-37 108 0,58-139-993,-13 33-4656,23-63 1889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7.254"/>
    </inkml:context>
    <inkml:brush xml:id="br0">
      <inkml:brushProperty name="width" value="0.035" units="cm"/>
      <inkml:brushProperty name="height" value="0.035" units="cm"/>
    </inkml:brush>
  </inkml:definitions>
  <inkml:trace contextRef="#ctx0" brushRef="#br0">1 93 9705,'0'0'4890,"10"-9"-3715,51-42 197,-54 47-1256,0 0 0,0 0 0,0 1 0,0-1 0,0 2 0,1-1 0,-1 1-1,1 0 1,0 1 0,9-2 0,-14 3-114,1 0 0,-1-1 0,1 1-1,-1 1 1,1-1 0,-1 0 0,1 1 0,-1 0-1,0 0 1,1 0 0,-1 0 0,0 0-1,0 1 1,0-1 0,0 1 0,0 0-1,0 0 1,0 0 0,3 3 0,-4-1-3,1 0 1,-1 0-1,0 0 0,0 1 1,0-1-1,-1 0 1,1 1-1,-1-1 1,0 1-1,0 0 0,-1-1 1,0 1-1,1 0 1,-2 5-1,1-3-23,-1 1 0,0 0 0,0-1 1,-1 1-1,0-1 0,0 0 0,-1 0 0,1 0 0,-2 0 0,1 0 0,-6 7 0,-6 7-164,0 0 0,-20 17 0,20-21-35,0 0-1,-23 35 1,38-52 211,0 1 1,0-1 0,0 0-1,0 0 1,0 1 0,0-1-1,0 0 1,0 0 0,0 1-1,0-1 1,0 0 0,0 0-1,0 1 1,0-1 0,0 0-1,0 0 1,0 1 0,0-1-1,0 0 1,0 0 0,0 1-1,0-1 1,1 0 0,-1 0-1,0 0 1,0 1 0,0-1-1,0 0 1,1 0-1,-1 0 1,0 0 0,0 1-1,0-1 1,1 0 0,-1 0-1,0 0 1,0 0 0,1 0-1,-1 0 1,0 0 0,0 0-1,1 0 1,-1 0 0,0 0-1,0 0 1,1 0 0,-1 0-1,24 2-228,23-6-726,-29-1-223,-1 0 1,0-2 0,-1 1-1,24-15 1,-4-2-1796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17.534"/>
    </inkml:context>
    <inkml:brush xml:id="br0">
      <inkml:brushProperty name="width" value="0.035" units="cm"/>
      <inkml:brushProperty name="height" value="0.035" units="cm"/>
    </inkml:brush>
  </inkml:definitions>
  <inkml:trace contextRef="#ctx0" brushRef="#br0">193 0 11499,'0'0'2402,"-55"39"-2370,37 11 32,-1 15-32,-3 11 0,0 4-64,2 2-32,0-12-2466,4-23-4517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24.908"/>
    </inkml:context>
    <inkml:brush xml:id="br0">
      <inkml:brushProperty name="width" value="0.035" units="cm"/>
      <inkml:brushProperty name="height" value="0.035" units="cm"/>
    </inkml:brush>
  </inkml:definitions>
  <inkml:trace contextRef="#ctx0" brushRef="#br0">742 138 384,'0'0'844,"-4"-10"-6,2 6-851,-3-8 594,0-1 0,0 1 0,-1 1 0,-9-13 0,12 20-432,0 0 0,0 0 1,-1 0-1,1 1 0,-1-1 0,0 1 1,0 0-1,0 0 0,0 1 0,-1-1 1,1 1-1,-1 0 0,0 0 0,1 0 1,-1 1-1,-9-2 0,2 1-38,0 1 0,0 1 0,0 0 0,0 1 0,0 0 1,0 1-1,0 0 0,0 1 0,-23 8 0,17-3-26,0 1 1,0 1-1,0 0 0,1 1 1,-21 19-1,-5 10 137,1 2-1,3 2 1,-38 54-1,57-71-55,2 1-1,2 0 1,0 2-1,2 0 1,1 0-1,1 1 1,2 1-1,1 0 1,2 1-1,1-1 1,1 1-1,2 0 1,1 41-1,2-3 112,3 0 0,4 0 0,2 0 0,36 132 0,-34-167-254,1 0 1,2-2-1,1 1 1,2-2-1,2 0 0,0-1 1,3-2-1,0 0 0,2-1 1,1-1-1,32 28 1,-46-47-17,0 0 0,1-1 1,0 0-1,0-1 0,1-1 1,-1 0-1,2 0 0,-1-1 1,19 4-1,-23-7 3,0-1-1,1 0 1,-1 0 0,0-1 0,0 0 0,0-1-1,1 0 1,-1 0 0,0-1 0,0 0-1,0-1 1,-1 0 0,1 0 0,-1-1-1,11-6 1,3-3 77,-2 0 0,0-2 0,-1 0 0,0-1 0,-1-1 0,-1-1 0,16-21 0,-23 24 76,0 0 0,-1-1 0,0 0 0,-1 0-1,-1-1 1,-1 0 0,-1 0 0,0-1 0,-1 1 0,3-26 0,-2-250 779,-7 188-881,1-32-57,-7 0 0,-27-148-1,30 260-14,0 1 0,-2-1 0,0 1 0,-2 1 0,-17-34 0,22 50 2,0 0 0,0 1 1,0-1-1,-1 1 0,0 0 0,-1 0 0,1 1 0,-1 0 0,0 0 0,0 0 0,-1 1 1,1 0-1,-1 0 0,0 0 0,0 1 0,-1 0 0,1 0 0,0 1 0,-1 0 0,0 1 0,-13-2 1,3 2-387,1 2 1,-1-1 0,1 2 0,0 1 0,0 0 0,0 1 0,0 1 0,0 0 0,1 1 0,-28 15 0,14-7-2446,7-8-459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26.044"/>
    </inkml:context>
    <inkml:brush xml:id="br0">
      <inkml:brushProperty name="width" value="0.035" units="cm"/>
      <inkml:brushProperty name="height" value="0.035" units="cm"/>
    </inkml:brush>
  </inkml:definitions>
  <inkml:trace contextRef="#ctx0" brushRef="#br0">14 309 6887,'-13'4'1196,"17"6"-1095,6 9 5467,-9-15-5520,1-1-1,-1 1 1,1-1 0,0 0 0,0 0 0,0 1 0,0-2 0,1 1 0,-1 0-1,1 0 1,0-1 0,0 1 0,0-1 0,0 0 0,0 0 0,7 3-1,57 23 901,-36-20-812,0-2-1,1-1 1,0-1-1,0-2 1,0-1-1,0-2 1,35-5-1,-50 3-86,1 0 0,-1-1 0,0-1 0,0 0 0,0-1 0,-1-1 0,0-1 0,0 0 0,-1-1 0,0-1 0,-1 0 0,25-23 0,-29 23 6,-1 0-1,0-1 1,-1 0-1,0 0 1,0-1 0,-1 0-1,-1 0 1,0-1-1,-1 0 1,0 0-1,-1 0 1,0 0-1,-1-1 1,-1 0-1,0 1 1,0-26-1,-2 35-35,-1 0 0,1 0 0,-1 0-1,1 0 1,-1 0 0,-1 0 0,1 0-1,0 1 1,-1-1 0,0 0 0,0 1 0,0 0-1,0-1 1,0 1 0,-1 0 0,1 0 0,-1 0-1,0 0 1,0 1 0,0-1 0,-1 1 0,1 0-1,0-1 1,-1 2 0,1-1 0,-1 0-1,0 1 1,0-1 0,1 1 0,-1 0 0,-7 0-1,2-1-5,0 1-1,0 1 0,0-1 1,0 1-1,0 1 0,0 0 1,0 0-1,0 1 1,0 0-1,1 0 0,-1 1 1,0 0-1,-9 6 0,7-2-2,0 0 1,1 1-1,0 0 0,1 0 0,0 1 1,0 0-1,1 1 0,0 0 0,0 0 1,1 1-1,1 0 0,0 0 0,0 1 1,1-1-1,-5 21 0,2-3 53,2 0-1,1 0 1,2 0-1,0 0 1,4 51-1,-1-68-57,1 0-1,0 0 1,1-1-1,0 1 0,1 0 1,0-1-1,1 1 0,0-1 1,1 0-1,0 0 0,1-1 1,0 1-1,0-1 1,1-1-1,1 1 0,0-1 1,0-1-1,0 1 0,1-1 1,1-1-1,-1 0 1,1 0-1,0-1 0,1 0 1,0 0-1,0-1 0,0-1 1,0 0-1,1-1 0,-1 0 1,1 0-1,15 0 1,-8-1-331,1-2 0,0 0 0,0-1 0,0-1 1,23-5-1,-30 3-496,0 0 0,0 0 0,-1-1 0,1-1 0,11-7 0,22-19-5440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26.996"/>
    </inkml:context>
    <inkml:brush xml:id="br0">
      <inkml:brushProperty name="width" value="0.035" units="cm"/>
      <inkml:brushProperty name="height" value="0.035" units="cm"/>
    </inkml:brush>
  </inkml:definitions>
  <inkml:trace contextRef="#ctx0" brushRef="#br0">32 44 6534,'0'0'3796,"-2"15"-3529,2 38 804,2-1 0,15 90 0,-14-121-924,50 438 1078,-89-569 574,14 9-1865,4 0-1,4-1 0,0-189 0,14 287 64,0 1-1,0 0 1,0-1-1,0 1 1,1 0-1,0-1 1,-1 1-1,1 0 1,0 0-1,1 0 1,-1 0-1,1 0 1,-1 0-1,1 0 0,0 0 1,0 1-1,0-1 1,0 1-1,1-1 1,-1 1-1,0 0 1,6-3-1,-4 3-2,0 0 0,0 1 1,0-1-1,0 1 0,0 0 0,0 0 0,0 1 0,1-1 0,-1 1 1,0 0-1,1 0 0,-1 1 0,0-1 0,0 1 0,0 0 0,1 0 0,6 3 1,-6-2 0,0 0 0,0 0 0,0 1 0,-1 0 0,1 0 0,-1 0 0,0 0 0,1 0 0,-2 1 0,1 0 0,0 0 1,-1 0-1,0 0 0,0 1 0,0-1 0,0 1 0,-1 0 0,0-1 0,0 1 0,0 0 0,0 1 0,-1-1 0,1 10 1,0-3-67,-2 0 0,1 1 0,-2-1 0,0 1 0,0-1 0,-1 0 0,-1 0 0,0 0 0,-4 12 0,7-23 69,0 0-1,0-1 1,0 1-1,0 0 1,0 0-1,0-1 1,0 1-1,0 0 1,1-1-1,-1 1 0,0 0 1,0-1-1,1 1 1,-1 0-1,1-1 1,-1 1-1,0-1 1,1 1-1,-1-1 1,1 1-1,-1-1 1,1 1-1,0-1 1,-1 1-1,1-1 1,-1 0-1,1 1 1,0-1-1,-1 0 1,1 0-1,0 1 1,0-1-1,-1 0 1,1 0-1,0 0 1,-1 0-1,2 0 1,42 8-108,-17-4 75,-21-2 40,0 0-1,0 0 1,-1 1 0,1 0-1,0 0 1,-1 1 0,0-1-1,0 1 1,0 0 0,-1 1-1,7 6 1,-10-10-3,0 1 0,1-1 0,-1 1 0,0 0 0,0 0-1,0-1 1,0 1 0,-1 0 0,1 0 0,0 0 0,-1 0 0,1 0 0,-1 0 0,0 0-1,1 1 1,-1-1 0,0 0 0,-1 0 0,1 0 0,0 0 0,0 0 0,-1 0 0,1 0 0,-1 0-1,0 0 1,0 0 0,1 0 0,-1 0 0,0-1 0,-1 1 0,1 0 0,0-1 0,0 1-1,-1 0 1,1-1 0,-1 0 0,-2 2 0,-22 16-87,0-2 1,-1 0-1,-1-2 0,-1-2 1,0 0-1,-46 12 1,85-26-6387,7-5 3840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27.228"/>
    </inkml:context>
    <inkml:brush xml:id="br0">
      <inkml:brushProperty name="width" value="0.035" units="cm"/>
      <inkml:brushProperty name="height" value="0.035" units="cm"/>
    </inkml:brush>
  </inkml:definitions>
  <inkml:trace contextRef="#ctx0" brushRef="#br0">1 0 7847,'0'0'6278,"33"72"-5989,-23-43-161,4 4-32,2 1 0,-2-5-96,-3-8-2370,-2-11-4485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2.378"/>
    </inkml:context>
    <inkml:brush xml:id="br0">
      <inkml:brushProperty name="width" value="0.035" units="cm"/>
      <inkml:brushProperty name="height" value="0.035" units="cm"/>
    </inkml:brush>
  </inkml:definitions>
  <inkml:trace contextRef="#ctx0" brushRef="#br0">45 207 9833,'0'0'2936,"-7"-11"-2162,-20-36-154,25 44-569,1 0 1,-1 0 0,1 0-1,0-1 1,0 1-1,0 0 1,0-1-1,1 1 1,-1-1 0,1 1-1,0-1 1,0 1-1,0-1 1,1 1 0,-1-1-1,1 1 1,0-1-1,0 1 1,0-1 0,0 1-1,0 0 1,1 0-1,0 0 1,-1 0 0,1 0-1,0 0 1,1 0-1,-1 0 1,0 1 0,1-1-1,-1 1 1,6-4-1,0 1-40,-1 0 0,1 1-1,-1 0 1,1 0 0,1 0 0,-1 1-1,0 1 1,1-1 0,-1 1-1,17-1 1,-18 2-14,0 0 0,0 1-1,0 0 1,0 1 0,0-1 0,0 1-1,0 1 1,0-1 0,-1 1 0,1 0-1,-1 0 1,1 1 0,-1 0 0,0 0 0,0 1-1,0 0 1,0 0 0,-1 0 0,0 0-1,1 1 1,-2 0 0,1 0 0,-1 1-1,1-1 1,-1 1 0,-1 0 0,7 12-1,-3-1-13,-1 0 1,0 1-1,-1 0 0,-1 0 0,-1 0 0,-1 0 0,1 20 0,-2 0 46,-2 0 0,-8 53 0,3-60-13,0 0 0,-3 0 0,0-1 0,-27 57 0,19-65 14,16-21-25,1-1 0,-1 0 0,1 1 0,-1-1 0,1 0-1,-1 0 1,1 0 0,-1 1 0,1-1 0,-1 0 0,1 0 0,-1 0-1,1 0 1,-1 0 0,0 0 0,1 0 0,-1 0 0,1 0 0,-1 0 0,1-1-1,-1 1 1,1 0 0,-1 0 0,1 0 0,-1-1 0,0 1 0,-1-2 5,1 0 0,-1 0 1,1 0-1,0 0 0,0 0 1,0 0-1,0 0 0,0 0 1,0 0-1,0 0 0,1-1 1,-1 1-1,1 0 0,-1 0 0,1-1 1,0 1-1,0-3 0,1-21 5,1 0-1,1 1 0,1-1 1,1 1-1,1 0 0,1 0 1,2 1-1,21-45 0,-12 35-10,1 1-1,1 2 1,2 0-1,0 1 0,42-41 1,-52 59 70,0 1 0,1 1-1,24-16 1,-33 23-58,0 1 0,1-1 0,-1 1 0,1 0 0,-1 1 0,1-1 0,0 1 0,-1 0 0,1 0-1,0 0 1,0 1 0,0 0 0,-1 0 0,1 0 0,0 0 0,0 1 0,5 1 0,-6 0-17,-1 0 1,0 0-1,0 0 0,0 0 1,-1 0-1,1 0 1,0 1-1,-1 0 0,0-1 1,1 1-1,-1 0 0,0 0 1,-1 0-1,1 0 1,0 1-1,-1-1 0,0 0 1,0 1-1,0-1 1,1 6-1,2 10 19,-1 0 1,2 26-1,-5-43-18,0 114 114,-1-84-649,1-1 0,1 1-1,1 0 1,9 38 0,-11-68 177,1-1 0,-1 1 0,1-1 0,-1 1 0,1 0 0,-1-1 0,1 1 0,0-1 0,0 1 0,0-1 0,0 0 0,0 1 0,0-1 0,3 2 0,4-1-3726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3.141"/>
    </inkml:context>
    <inkml:brush xml:id="br0">
      <inkml:brushProperty name="width" value="0.035" units="cm"/>
      <inkml:brushProperty name="height" value="0.035" units="cm"/>
    </inkml:brush>
  </inkml:definitions>
  <inkml:trace contextRef="#ctx0" brushRef="#br0">114 45 11723,'0'0'539,"-9"0"919,2-1-1332,4 1-4,0-1 1,0 1-1,-1 0 0,1 0 0,0 0 0,0 0 0,0 0 0,-1 1 0,1-1 0,0 1 0,0 0 0,0 0 0,0 0 0,0 0 0,0 1 0,0-1 0,0 1 0,1 0 0,-1 0 0,1 0 0,-1 0 0,1 0 0,-1 0 0,1 1 0,0-1 1,-2 5-1,0 1-50,1 0 0,0 0 0,1 1 0,0-1 0,0 0 0,1 1 0,0 0 0,0-1 0,1 1 0,0 0 0,1-1 0,0 1 0,0-1 0,1 1 0,0-1 0,1 1 0,3 7 0,-4-10-70,0-1-1,0 0 1,1 0 0,0 0-1,0 0 1,0 0 0,1 0-1,-1-1 1,1 0 0,0 0-1,1 0 1,-1 0 0,1 0-1,-1-1 1,1 0 0,0 0-1,0 0 1,0-1 0,1 0-1,-1 0 1,1 0 0,-1 0-1,1-1 1,0 0 0,11 1-1,-11-3 6,-1 1 0,1-1 0,0 0 0,-1-1 0,1 1 0,-1-1 0,1 0-1,-1 0 1,0-1 0,1 0 0,-1 0 0,-1 0 0,1 0 0,0-1-1,-1 0 1,0 0 0,0 0 0,0 0 0,0-1 0,-1 1 0,0-1-1,1 0 1,-2 0 0,1 0 0,-1-1 0,0 1 0,0-1 0,0 1 0,-1-1-1,1 0 1,-2 1 0,1-1 0,0 0 0,-1 0 0,0 1 0,-1-1-1,1 0 1,-1 0 0,0 1 0,-1-1 0,-2-7 0,1 8 0,0 0 0,0 0-1,-1 0 1,0 0 0,0 1 0,0-1 0,-1 1 0,0 0 0,1 1 0,-1-1-1,0 1 1,-1 0 0,1 0 0,-1 0 0,1 1 0,-9-3 0,-1 1-287,0 0 1,1 0 0,-1 1 0,-1 1-1,-21 0 1,43 1-2102,73-24 2172,-62 18 241,0 1 1,0 1-1,0 0 0,1 1 0,28-2 0,-39 5 1,0 1 0,-1-1-1,1 2 1,0-1 0,0 1 0,0 0 0,-1 0-1,1 1 1,-1 0 0,1 0 0,-1 0 0,0 1-1,0 0 1,0 0 0,0 1 0,0-1-1,-1 1 1,1 1 0,-1-1 0,0 1 0,0 0-1,-1 0 1,0 0 0,0 1 0,0-1 0,0 1-1,3 9 1,2 6-9,-1 1 0,-2 0 0,0 0 0,-1 1 0,-1-1 0,-1 1 0,-1 0 0,-2 0 0,-1 24 0,-12-68 430,12 7-375,0 0 0,1-1 1,0 1-1,1-1 0,1 1 0,0 0 0,1 0 0,0 0 0,2 0 0,-1 0 0,2 1 0,0 0 1,0 0-1,1 0 0,1 1 0,0 0 0,0 0 0,1 1 0,1 0 0,0 1 0,21-17 1,-29 25-59,0 1 0,-1-1 0,1 1 1,0-1-1,0 1 0,0 0 0,1-1 1,-1 1-1,0 0 0,0 1 0,1-1 1,-1 0-1,0 1 0,1-1 1,-1 1-1,1 0 0,-1 0 0,0 0 1,1 0-1,-1 0 0,1 0 0,-1 1 1,0-1-1,4 2 0,-4 0-21,1 0 1,-1 0-1,0 0 0,1 0 1,-1 0-1,0 1 0,0-1 0,-1 1 1,1 0-1,0-1 0,-1 1 1,0 0-1,1 0 0,-1 0 0,1 6 1,2 12-46,0 1 0,-1 0 1,-1 43-1,-2 10-1912,0-26-3405,0-28-270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3.657"/>
    </inkml:context>
    <inkml:brush xml:id="br0">
      <inkml:brushProperty name="width" value="0.035" units="cm"/>
      <inkml:brushProperty name="height" value="0.035" units="cm"/>
    </inkml:brush>
  </inkml:definitions>
  <inkml:trace contextRef="#ctx0" brushRef="#br0">74 71 12684,'0'0'315,"-7"-11"747,-22-34 187,28 44-1155,1 0-1,-1 0 1,1 0-1,-1 0 1,1 0-1,-1 1 0,0-1 1,0 0-1,1 0 1,-1 1-1,0-1 1,0 0-1,0 1 0,0-1 1,0 1-1,0-1 1,0 1-1,0-1 0,-1 1 1,1 0-74,1 0 0,-1 0 0,1 1 0,-1-1-1,1 0 1,0 0 0,-1 1 0,1-1 0,-1 1 0,1-1 0,-1 0 0,1 1 0,0-1 0,-1 1 0,1-1-1,0 1 1,0-1 0,-1 1 0,1-1 0,0 1 0,0-1 0,0 1 0,0-1 0,-1 2 0,-2 40-124,2-38 308,-2 70-46,-2 21 291,13 172 1,11-164-594,-17-94 100,0-1 1,1 1 0,0-1 0,1 0-1,-1 0 1,2 0 0,-1 0 0,1-1 0,9 11-1,-11-15-55,0-1 1,0 0-1,0 0 0,1 0 0,-1 0 1,0 0-1,1 0 0,-1-1 0,1 0 0,-1 0 1,1 0-1,0 0 0,-1-1 0,1 1 0,0-1 1,0 0-1,-1 0 0,1 0 0,0 0 0,0-1 1,-1 0-1,1 0 0,0 0 0,-1 0 0,1 0 1,-1-1-1,1 1 0,-1-1 0,0 0 0,0 0 1,0 0-1,5-5 0,3-1-63,-1-1 1,0 0-1,-1-1 0,0 0 1,0 0-1,-1-1 0,12-22 1,-16 25 325,-2 1 0,1 0 1,-1-1-1,0 1 1,0-1-1,-1 0 1,0 1-1,0-1 0,-1-12 1,-1 20-82,0 0 0,1 0 0,-1 1 0,1-1 0,-1 0 0,0 0 0,1 0 0,-1 0 0,1 1 1,-1-1-1,0 0 0,1 0 0,-1 1 0,1-1 0,-1 0 0,1 1 0,-1-1 0,1 1 0,0-1 0,-1 1 0,1-1 0,-1 1 0,1-1 0,-1 2 0,-3 7 49,0 1-1,0 1 1,1-1-1,1 0 0,0 1 1,0-1-1,1 1 0,0 0 1,1 21-1,0-26-327,0 1 0,1 0 0,0-1 0,0 0 0,0 1 0,1-1 0,0 0 0,0 1-1,0-1 1,1 0 0,0-1 0,0 1 0,0 0 0,1-1 0,0 0 0,0 0 0,8 8 0,4-6-3301,-1-6-2289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3.845"/>
    </inkml:context>
    <inkml:brush xml:id="br0">
      <inkml:brushProperty name="width" value="0.035" units="cm"/>
      <inkml:brushProperty name="height" value="0.035" units="cm"/>
    </inkml:brush>
  </inkml:definitions>
  <inkml:trace contextRef="#ctx0" brushRef="#br0">1 0 13485,'0'0'288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4.296"/>
    </inkml:context>
    <inkml:brush xml:id="br0">
      <inkml:brushProperty name="width" value="0.035" units="cm"/>
      <inkml:brushProperty name="height" value="0.035" units="cm"/>
    </inkml:brush>
  </inkml:definitions>
  <inkml:trace contextRef="#ctx0" brushRef="#br0">0 47 11018,'0'0'988,"3"10"-497,8 38 494,2 12 476,-5-38-613,-6-35-665,2 0 0,-1 0 0,2 1 1,0-1-1,0 1 0,11-17 0,-12 22-53,0 0 0,1 1-1,0 0 1,0 0 0,0 0-1,1 0 1,-1 1 0,1 0-1,1 0 1,-1 0 0,1 1-1,9-5 1,-14 8-139,1 0 1,-1 1-1,1-1 0,0 0 1,-1 1-1,1 0 0,-1-1 1,1 1-1,0 0 1,-1 0-1,1 1 0,-1-1 1,1 0-1,0 1 0,-1 0 1,1 0-1,-1 0 0,1 0 1,-1 0-1,4 2 0,-2 0 40,1 1 0,-1 0-1,0-1 1,0 1-1,-1 1 1,1-1 0,-1 0-1,0 1 1,4 7 0,-1 1-688,0 1 0,-1-1 0,0 1 0,-1 0 0,-1 1 0,3 25 1,-6-17-2553,0-3-1110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4.685"/>
    </inkml:context>
    <inkml:brush xml:id="br0">
      <inkml:brushProperty name="width" value="0.035" units="cm"/>
      <inkml:brushProperty name="height" value="0.035" units="cm"/>
    </inkml:brush>
  </inkml:definitions>
  <inkml:trace contextRef="#ctx0" brushRef="#br0">0 283 7751,'0'0'2605,"10"-7"-1777,22-15 608,71-34 0,-68 39-1211,-1-1 1,-2-2 0,48-35-1,-78 53-220,0 0 0,0 1 0,0-1 0,-1 0 0,1 0 1,0-1-1,-1 1 0,0 0 0,1 0 0,-1-1 0,0 1 0,0-1 0,1-3 0,-2 5 31,0 0 0,0-1 0,0 1 0,0 0 0,0-1 0,0 1 0,0 0 0,0-1 0,-1 1 0,1 0 0,-1 0 0,1-1 0,-1 1 0,1 0 0,-1 0 0,0 0 0,1 0 0,-1 0 0,-1-2 0,-2 0 67,1 0 0,-1 1 0,1-1 1,-1 1-1,0 0 0,0 0 0,0 0 0,0 1 0,0 0 1,-1-1-1,1 1 0,0 0 0,0 1 0,-6-1 0,2 0 30,0 1 1,-1 0-1,1 0 0,0 0 0,0 1 0,-1 1 0,1-1 0,0 1 0,0 0 0,-10 6 0,14-6-120,0 0 0,1 0 0,0 1 0,-1 0 0,1-1 0,0 1 0,0 1 0,1-1 0,-1 0 0,1 1 0,0-1 0,-1 1 0,2 0 0,-1-1-1,0 1 1,1 0 0,-1 0 0,1 0 0,0 1 0,1-1 0,-1 0 0,1 7 0,-1-5-50,0 1-1,1-1 1,0 0 0,0 1-1,1-1 1,-1 1-1,1-1 1,1 0 0,-1 0-1,1 1 1,0-1 0,1 0-1,0-1 1,0 1 0,0 0-1,0-1 1,1 0-1,0 0 1,0 0 0,0 0-1,1 0 1,-1-1 0,1 0-1,0 0 1,0 0-1,1-1 1,-1 1 0,1-1-1,0-1 1,0 1 0,0-1-1,6 2 1,1 0-824,1-1 1,-1-1-1,0 0 0,15 0 1,27-5-5065,-20-5 154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5.199"/>
    </inkml:context>
    <inkml:brush xml:id="br0">
      <inkml:brushProperty name="width" value="0.035" units="cm"/>
      <inkml:brushProperty name="height" value="0.035" units="cm"/>
    </inkml:brush>
  </inkml:definitions>
  <inkml:trace contextRef="#ctx0" brushRef="#br0">268 33 10250,'0'0'2845,"-10"-6"-1452,3 2-1162,0 1 0,0-1 0,0 1-1,-1 0 1,1 1 0,-1 0 0,0 0-1,1 1 1,-1 0 0,0 0 0,0 1 0,0 0-1,0 0 1,0 1 0,0 0 0,1 0-1,-1 1 1,0 0 0,1 0 0,-1 1-1,-11 5 1,13-3-220,0-1 0,0 1 0,0 0 0,1 0 0,0 1-1,0 0 1,0 0 0,1 0 0,0 0 0,0 1 0,0-1 0,1 1 0,0 0-1,0 0 1,1 0 0,0 1 0,0-1 0,1 1 0,-1-1 0,2 1 0,-1-1-1,1 1 1,0-1 0,1 1 0,0 0 0,2 8 0,-2-13-48,0-1 0,0 1 1,0-1-1,0 1 0,0-1 1,0 0-1,1 0 0,-1 1 1,1-1-1,0 0 0,-1 0 1,1-1-1,0 1 0,0 0 1,0-1-1,0 1 0,1-1 1,-1 1-1,0-1 0,1 0 0,-1 0 1,0 0-1,1-1 0,-1 1 1,1 0-1,0-1 0,-1 0 1,1 1-1,-1-1 0,1 0 1,0 0-1,-1-1 0,1 1 1,-1-1-1,1 1 0,4-2 1,1-1-90,-1 0 0,0 0 0,0 0 0,0-1 1,-1 0-1,1 0 0,-1-1 0,0 1 0,0-2 1,-1 1-1,6-6 0,-3 0 58,-1 0-1,0-1 1,0 0-1,-1 0 1,5-14-1,-9 20 91,0 0 0,0 0 1,0 0-1,-1-1 0,0 1 0,0-1 0,-1 1 0,1 0 1,-1-1-1,-1 1 0,1-1 0,-3-9 0,3 15 9,0 1 0,0 0-1,0-1 1,0 1 0,0-1-1,0 1 1,0-1 0,-1 1-1,1-1 1,0 1 0,0 0-1,0-1 1,0 1 0,-1-1 0,1 1-1,0 0 1,0-1 0,-1 1-1,1 0 1,0-1 0,-1 1-1,1 0 1,0-1 0,-1 1-1,1 0 1,-1 0 0,1-1-1,0 1 1,-1 0 0,1 0-1,-1 0 1,1 0 0,-1 0 0,0-1-1,-8 16 272,1 25-220,7-21 10,2 0 1,0 1 0,7 34-1,-6-47-257,-1 0-1,2 0 0,-1 0 1,1-1-1,0 1 0,0-1 1,1 1-1,0-1 0,0 0 1,0 0-1,1-1 0,0 0 1,9 9-1,-12-13-275,1 1 0,0-1 1,-1 1-1,1-1 0,0 0 0,-1 0 0,1 0 0,0 0 0,0 0 0,0-1 0,0 0 1,0 1-1,0-1 0,0 0 0,0 0 0,5-1 0,9-5-3253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5.510"/>
    </inkml:context>
    <inkml:brush xml:id="br0">
      <inkml:brushProperty name="width" value="0.035" units="cm"/>
      <inkml:brushProperty name="height" value="0.035" units="cm"/>
    </inkml:brush>
  </inkml:definitions>
  <inkml:trace contextRef="#ctx0" brushRef="#br0">0 150 7399,'0'0'9919,"5"4"-9668,7 7-218,-2 1 0,1 0 1,-2 1-1,0 0 0,0 0 1,-1 1-1,-1 0 1,0 1-1,-1-1 0,-1 1 1,5 19-1,-30-56 181,18 16-210,-1 0 1,1-1 0,-1 1 0,2 0 0,-1-1-1,1 1 1,0-1 0,0 1 0,1-1 0,0 0 0,0 1-1,0-1 1,1 1 0,0-1 0,0 1 0,1-1 0,0 1-1,0 0 1,1-1 0,-1 1 0,1 0 0,0 1-1,1-1 1,0 0 0,7-7 0,6-5-616,0 1 0,2 1 1,0 1-1,0 0 0,34-18 0,-11 7-3334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6.974"/>
    </inkml:context>
    <inkml:brush xml:id="br0">
      <inkml:brushProperty name="width" value="0.035" units="cm"/>
      <inkml:brushProperty name="height" value="0.035" units="cm"/>
    </inkml:brush>
  </inkml:definitions>
  <inkml:trace contextRef="#ctx0" brushRef="#br0">16 44 7719,'-1'0'88,"1"0"0,-1 0 0,0 0-1,1-1 1,-1 1 0,0 0-1,1 0 1,-1-1 0,0 1 0,1 0-1,-1 0 1,0-1 0,1 1 0,-1-1-1,1 1 1,-1-1 0,1 1 0,-1-1-1,1 1 1,-1-1 0,1 1 0,0-1-1,-1 0 1,1 1 0,0-1 0,-1 1-1,1-1 1,0 0 0,0 1-1,0-1 1,-1 0 0,1 0 0,0 1-1,0-1 1,0 0 0,0 1 0,0-1-1,0 0 1,0 1 0,1-1 0,-1 0-1,0 0 1,0 1 0,1-1 0,-1 0-1,0 1 1,0-1 0,1 1-1,-1-1 1,1 0 0,-1 1 0,1-1-1,-1 1 1,1-1 0,-1 1 0,1 0-1,-1-1 1,1 1 0,0-1 0,-1 1-1,2-1 1,4 0-2,0 0 1,1 0-1,-1 0 0,0 1 0,1 0 1,-1 0-1,1 0 0,-1 1 0,0 0 1,0 1-1,1-1 0,-1 1 0,0 0 1,-1 0-1,1 1 0,0 0 0,10 7 0,-9-4-37,-1 0-1,1 1 1,-1-1-1,0 2 0,-1-1 1,0 0-1,0 1 1,0 0-1,-1 0 0,0 1 1,3 10-1,1 9 123,-1-1 0,-2 1 1,-1 1-1,-1-1 0,-1 1 0,-4 56 0,2-84-127,0 1 0,0-1-1,0 0 1,0 0 0,0 0-1,-1 0 1,1 0 0,0 0-1,-1-1 1,1 1 0,-1 0-1,1 0 1,-1 0 0,1 0 0,-1 0-1,1 0 1,-1-1 0,0 1-1,0 0 1,1-1 0,-3 2-1,3-2-6,-1 0 0,1 0 0,-1 0 0,1 0-1,-1 0 1,0 0 0,1 0 0,-1 0 0,1 0 0,-1-1-1,1 1 1,-1 0 0,1 0 0,-1-1 0,1 1-1,-1 0 1,1-1 0,-1 1 0,1 0 0,-1-1-1,1 1 1,0-1 0,-1 1 0,1-1 0,0 1 0,-1-1-1,1 1 1,0-1 0,0 1 0,-1-1 0,1 1-1,0-1 1,0 1 0,0-1 0,0 0 0,0 1 0,0-1-1,0 0 1,-4-15 11,1 1-1,0-1 1,2-1-1,0 1 1,0 0-1,2 0 1,0 0-1,1 0 1,0 0 0,2 0-1,0 0 1,8-20-1,-7 23-408,0 1 0,1 0 0,1 1 0,0 0 0,0 0 0,16-18 0,-16 22-565,0 0 0,0 1-1,1 0 1,0 0-1,0 1 1,0 0-1,0 0 1,1 1-1,18-7 1,0 5-5795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7.345"/>
    </inkml:context>
    <inkml:brush xml:id="br0">
      <inkml:brushProperty name="width" value="0.035" units="cm"/>
      <inkml:brushProperty name="height" value="0.035" units="cm"/>
    </inkml:brush>
  </inkml:definitions>
  <inkml:trace contextRef="#ctx0" brushRef="#br0">78 268 11115,'0'0'1606,"7"-12"-671,27-40 85,48-81 1435,-80 131-2432,0-1 0,-1 0 0,0 0 0,0 0 0,0 0 0,0 0 0,0 0 0,0 0 0,-1 0 0,0 0 0,1-1 0,-1 1 0,-1-5 0,1 6 1,-1 1 0,1 0 0,-1 0 0,0-1 0,1 1 0,-1 0 0,0 0 0,0 0 1,0 0-1,0 0 0,0 0 0,0 0 0,0 0 0,0 0 0,0 0 0,0 0 0,-1 1 0,1-1 0,0 0 0,-1 1 0,1-1 0,0 1 0,-1 0 0,1-1 0,0 1 0,-1 0 0,1 0 0,-1 0 0,1 0 1,-2 0-1,-5 0 5,0 1-1,1 0 1,-1 0 0,0 0 0,1 1 0,-1 1 0,1-1 0,0 1 0,0 0 0,0 1 0,0-1 0,0 1 0,1 1 0,0-1 0,0 1 0,0 0 0,0 1 0,1-1 0,0 1 0,0 0 0,1 1 0,-1-1 0,1 1 0,1 0 0,-1 0 0,1 0-1,1 0 1,-1 0 0,1 1 0,0-1 0,1 1 0,0 0 0,0-1 0,0 1 0,1 0 0,0-1 0,1 1 0,0 0 0,2 7 0,-1-9-54,0 0 1,1 0 0,0-1-1,0 1 1,0-1-1,1 0 1,-1 1-1,1-2 1,1 1-1,-1 0 1,1-1-1,0 0 1,-1 0-1,2 0 1,-1-1-1,0 0 1,1 0-1,0 0 1,-1 0-1,1-1 1,0 0-1,7 1 1,0 1-85,0-1-1,1 0 1,-1-1 0,1-1 0,-1 0 0,1-1 0,0 0-1,-1-1 1,20-4 0,-27 3-221,0 0 0,0 0 0,-1 0 0,1-1 0,-1 0 0,1 0 0,-1 0 0,0-1 0,0 0 0,0 0 0,5-5 0,-5 3-662,0 0 1,-1 0 0,1 0 0,-1-1-1,4-8 1,8-23-5073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7.974"/>
    </inkml:context>
    <inkml:brush xml:id="br0">
      <inkml:brushProperty name="width" value="0.035" units="cm"/>
      <inkml:brushProperty name="height" value="0.035" units="cm"/>
    </inkml:brush>
  </inkml:definitions>
  <inkml:trace contextRef="#ctx0" brushRef="#br0">60 0 12107,'0'0'4026,"-8"11"-3108,4-5-771,0 0-45,-1-1 0,2 1 0,-1 0 0,0 1 0,1-1 0,1 0 0,-1 1 0,1 0 1,0 0-1,0-1 0,-1 13 0,-8 400 629,42-449-565,-5-2-159,38-41 13,-57 67-19,0-1 0,0 1 1,0 0-1,1 0 0,0 1 0,0 0 1,14-5-1,-20 9 1,0 0 0,0 1 0,0-1 0,0 1 0,0 0 1,0-1-1,0 1 0,0 0 0,0 0 0,0 0 0,0 1 0,0-1 0,0 0 0,0 1 0,0-1 0,0 1 1,0 0-1,-1 0 0,1 0 0,0 0 0,2 1 0,-1 1 8,1 0 0,-1 0 1,0 1-1,0-1 0,0 1 0,0-1 1,-1 1-1,1 0 0,1 5 0,3 7 21,-1-1 1,-1 1-1,0 0 0,2 22 0,-7-37-9,1-15 6,0 0 1,1 0 0,0 0-1,1 0 1,0 0 0,1 1-1,1 0 1,0 0 0,11-19 0,-13 26-18,0 0 0,1 1 1,-1 0-1,1-1 1,1 1-1,-1 1 1,0-1-1,1 1 0,0-1 1,0 1-1,1 1 1,-1-1-1,1 1 1,-1 0-1,1 0 0,0 0 1,0 1-1,1 0 1,-1 1-1,0-1 1,1 1-1,10-1 0,-14 2-49,0 1 0,0-1 0,0 0 0,0 1-1,0 0 1,0 0 0,0 0 0,0 0-1,0 0 1,-1 1 0,1-1 0,0 1 0,-1-1-1,1 1 1,-1 0 0,0 0 0,4 4-1,-1 0-180,-1 0-1,0 0 1,0 0-1,0 1 0,-1-1 1,0 1-1,3 8 0,0 3-593,-2 0 0,0 0 0,-1 1 0,0 0-1,-1 21 1,-2-21-5144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8.178"/>
    </inkml:context>
    <inkml:brush xml:id="br0">
      <inkml:brushProperty name="width" value="0.035" units="cm"/>
      <inkml:brushProperty name="height" value="0.035" units="cm"/>
    </inkml:brush>
  </inkml:definitions>
  <inkml:trace contextRef="#ctx0" brushRef="#br0">0 0 14189,'0'0'5830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8.869"/>
    </inkml:context>
    <inkml:brush xml:id="br0">
      <inkml:brushProperty name="width" value="0.035" units="cm"/>
      <inkml:brushProperty name="height" value="0.035" units="cm"/>
    </inkml:brush>
  </inkml:definitions>
  <inkml:trace contextRef="#ctx0" brushRef="#br0">59 1 14318,'0'0'1142,"-6"10"-1009,0 6 15,0 0 0,1 0 0,1 0-1,0 1 1,2-1 0,-1 1-1,2 0 1,0 17 0,1 332 1298,1-374-1435,1-1-1,-1 1 0,2-1 0,-1 1 0,1 0 0,0-1 1,1 2-1,0-1 0,0 0 0,1 1 0,0 0 0,8-10 1,-6 8-7,0 1 0,1-1 1,0 2-1,0-1 1,1 1-1,0 0 0,0 1 1,1 0-1,15-7 1,-21 12-7,1-1 0,0 1 0,0-1 0,0 2 0,0-1 0,-1 0 1,1 1-1,0 0 0,0 0 0,0 0 0,0 1 0,0 0 1,0 0-1,0 0 0,0 0 0,-1 1 0,1 0 0,-1 0 0,1 0 1,-1 0-1,0 1 0,0 0 0,0 0 0,0 0 0,6 6 1,-6-5-2,-1 1 1,1-1 0,-1 1 0,0 0 0,0 0 0,-1 0 0,0 1 0,1-1 0,-2 1 0,1-1 0,-1 1-1,0-1 1,0 1 0,0 0 0,-1 0 0,0-1 0,0 1 0,0 0 0,-1 0 0,0 0 0,0-1 0,-2 8-1,0-8 4,1 1 0,-1 0 0,0-1 0,-1 1 0,1-1 0,-1 0 0,0 0-1,0-1 1,-1 1 0,0-1 0,1 0 0,-1 0 0,-1 0 0,1-1 0,0 0-1,-1 0 1,0 0 0,0-1 0,0 0 0,0 0 0,-6 2 0,-11 1-49,0-1 0,1 0 1,-1-2-1,-32 0 1,52-2-43,0 0 1,0 0-1,0 0 1,0 0 0,0-1-1,1 1 1,-1-1-1,0 0 1,0 0-1,1 0 1,-1 0 0,0 0-1,1-1 1,-1 1-1,1-1 1,0 1 0,-1-1-1,1 0 1,0 0-1,0 0 1,0 0-1,1-1 1,-1 1 0,0 0-1,1-1 1,-1 1-1,0-5 1,0 3-228,1 0 0,1 0 0,-1-1 0,0 1 0,1 0 0,0-1 0,0 1 1,0 0-1,1-1 0,0 1 0,-1 0 0,1 0 0,1-1 0,-1 1 0,1 0 0,-1 0 0,1 0 0,3-4 0,20-29-3558</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9.133"/>
    </inkml:context>
    <inkml:brush xml:id="br0">
      <inkml:brushProperty name="width" value="0.035" units="cm"/>
      <inkml:brushProperty name="height" value="0.035" units="cm"/>
    </inkml:brush>
  </inkml:definitions>
  <inkml:trace contextRef="#ctx0" brushRef="#br0">323 0 11243,'0'0'3064,"-2"12"-2263,-14 64 557,-3-1 0,-39 96 0,9-29-911,-15 66-946,-41 234 0,97-392-1559,6-17-3854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9.710"/>
    </inkml:context>
    <inkml:brush xml:id="br0">
      <inkml:brushProperty name="width" value="0.035" units="cm"/>
      <inkml:brushProperty name="height" value="0.035" units="cm"/>
    </inkml:brush>
  </inkml:definitions>
  <inkml:trace contextRef="#ctx0" brushRef="#br0">59 264 12940,'0'0'2365,"-9"13"-1714,-27 42 129,33-50-733,1 1 0,0-1 0,1 0 0,-1 1 1,1-1-1,0 1 0,0-1 0,1 1 0,0 0 0,0-1 1,0 1-1,1 0 0,-1-1 0,1 1 0,1-1 0,-1 1 0,1-1 1,0 0-1,0 1 0,1-1 0,-1 0 0,1 0 0,0-1 1,0 1-1,1-1 0,0 1 0,-1-1 0,1 0 0,6 4 1,-5-4-59,-1-1 1,1 0 0,0 0-1,0 0 1,1 0 0,-1-1-1,0 0 1,1 0 0,0 0-1,-1-1 1,1 0 0,0 0-1,0 0 1,-1-1 0,1 0 0,0 0-1,0 0 1,0-1 0,0 0-1,-1 0 1,1 0 0,0-1-1,-1 0 1,1 0 0,-1 0-1,0-1 1,0 0 0,8-5 0,-7 4 4,1-1 1,-1 0 0,0 0 0,0-1 0,0 0 0,-1 0 0,0 0 0,0-1 0,0 0 0,-1 1 0,0-2 0,0 1-1,-1 0 1,0-1 0,-1 0 0,1 1 0,-1-1 0,-1 0 0,1 0 0,-1-9 0,-1 16 357,-1 5-318,0-1 0,1 1 0,-1-1 0,1 1 0,-1-1 0,1 1 0,0-1 0,1 5 0,-1-4-9,0 1-15,1-1 0,0 1-1,0 0 1,0-1 0,0 1 0,1-1 0,0 1-1,0-1 1,0 0 0,0 0 0,1 0 0,-1 0-1,1 0 1,0 0 0,0-1 0,1 1 0,-1-1-1,1 0 1,-1 0 0,1 0 0,0-1 0,0 1-1,1-1 1,-1 0 0,0 0 0,9 2 0,0 0 1,-1 0 1,1-1-1,0 0 1,0-1-1,0-1 1,0 0-1,0-1 1,20-1-1,-26-1-5,0 1-1,0-1 1,-1 0-1,1 0 0,-1 0 1,0-1-1,1 0 0,-1-1 1,-1 1-1,1-1 0,0 0 1,-1-1-1,0 1 1,0-1-1,0 0 0,-1-1 1,1 1-1,-1-1 0,-1 1 1,1-1-1,-1 0 0,0-1 1,0 1-1,-1 0 1,1-1-1,-2 0 0,1 1 1,1-11-1,-1 3-1,-1 1 0,0-1 0,0 1 1,-2-1-1,1 0 0,-2 1 0,0-1 0,-1 1 0,0-1 0,0 1 1,-2 0-1,0 0 0,-9-18 0,3 14-23,0 0 0,-1 1 0,-1 1 0,-24-24 1,32 34-222,0 0 0,-1 0 0,1 1 1,-1 0-1,0 0 0,0 1 1,0-1-1,-1 1 0,1 1 1,-1-1-1,0 1 0,0 0 0,1 1 1,-1 0-1,0 0 0,-12 0 1,19 1 138,0 0 0,0 0 0,0 0 0,-1 0 0,1 0 0,0 0 0,0 0 1,0 0-1,0 0 0,0 0 0,-1 0 0,1 0 0,0 0 0,0 0 0,0 0 0,0 1 0,0-1 1,0 0-1,-1 0 0,1 0 0,0 0 0,0 0 0,0 0 0,0 1 0,0-1 0,0 0 1,0 0-1,0 0 0,0 0 0,0 0 0,0 1 0,0-1 0,0 0 0,0 0 0,0 0 0,0 0 1,0 0-1,0 1 0,0-1 0,0 0 0,0 0 0,0 0 0,0 0 0,0 0 0,0 1 1,0-1-1,0 0 0,0 0 0,0 0 0,0 0 0,1 0 0,-1 0 0,0 1 0,0-1 0,0 0 1,0 0-1,0 0 0,0 0 0,1 0 0,8 5-4074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0:59.958"/>
    </inkml:context>
    <inkml:brush xml:id="br0">
      <inkml:brushProperty name="width" value="0.035" units="cm"/>
      <inkml:brushProperty name="height" value="0.035" units="cm"/>
    </inkml:brush>
  </inkml:definitions>
  <inkml:trace contextRef="#ctx0" brushRef="#br0">0 1 14990,'0'0'192,"46"53"65,-30-10 95,3 5 0,3 1-128,0 0-95,2-5-97,1-1 0,2-2-32,3-10-865,2-5-1089,1-14-2562,5-12-2403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00.208"/>
    </inkml:context>
    <inkml:brush xml:id="br0">
      <inkml:brushProperty name="width" value="0.035" units="cm"/>
      <inkml:brushProperty name="height" value="0.035" units="cm"/>
    </inkml:brush>
  </inkml:definitions>
  <inkml:trace contextRef="#ctx0" brushRef="#br0">585 6 12460,'0'0'1073,"-12"-2"448,8 1-1398,-1 0 1,0 1-1,0-1 0,1 1 0,-1 0 1,0 0-1,0 0 0,0 1 0,1 0 0,-1 0 1,0 0-1,1 0 0,-1 1 0,1 0 0,-1 0 1,1 0-1,0 0 0,0 1 0,0 0 0,0 0 1,0 0-1,1 0 0,-1 0 0,-3 6 0,-8 11 190,1 0 0,0 1 0,2 0-1,1 1 1,-11 27 0,-34 124 80,26-74-266,-204 514-2395,228-599 239,-1 0 0,-17 24 1,9-23-4480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00.906"/>
    </inkml:context>
    <inkml:brush xml:id="br0">
      <inkml:brushProperty name="width" value="0.035" units="cm"/>
      <inkml:brushProperty name="height" value="0.035" units="cm"/>
    </inkml:brush>
  </inkml:definitions>
  <inkml:trace contextRef="#ctx0" brushRef="#br0">551 1 11435,'0'0'3496,"-3"16"-3261,-1 35 458,1 1 0,8 92 0,27 123 580,-12-116-1219,0 104 42,-11-130 219,-10-137-303,-2-33-22,-2 0-1,-1 1 1,-3-1 0,-16-48 0,22 83 7,-1-1 0,0 2-1,-1-1 1,1 0 0,-2 1 0,0 0 0,0 0 0,0 1 0,-1 0 0,0 0 0,-1 0 0,0 1 0,0 0 0,0 0 0,-1 1 0,0 0 0,0 1 0,-1 0 0,1 0 0,-1 1 0,0 1 0,-1-1 0,-15-2 0,4 3 6,-1 1-1,0 0 1,0 2-1,-1 1 1,1 1-1,-29 5 1,38-4 3,1 0 1,0 1-1,0 1 1,0-1-1,0 2 1,1 0 0,0 1-1,0 0 1,0 1-1,1 0 1,-19 18-1,27-23-2,1 0 0,-1 0 0,1 0 0,0 0 0,0 1 0,0-1-1,0 1 1,0 0 0,1-1 0,0 1 0,-1 0 0,2 0 0,-1 0 0,-1 6 0,2-8-3,1 0 0,-1 1 0,0-1 0,1 0 0,-1 1 0,1-1 0,-1 0 0,1 0 0,0 0 0,0 0 0,0 0 0,0 0 0,0 0 0,1 0 0,-1 0 0,1 0 0,-1 0 0,1-1 0,0 1 0,-1-1 1,1 1-1,0-1 0,0 0 0,0 0 0,3 2 0,10 3 1,0-1 1,0-1 0,0 0-1,0-1 1,1 0 0,0-1-1,18-1 1,114-6 40,-70-4-417,1-4 0,-2-3 1,136-47-1,-116 24-2333,-11-6-2663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01.359"/>
    </inkml:context>
    <inkml:brush xml:id="br0">
      <inkml:brushProperty name="width" value="0.035" units="cm"/>
      <inkml:brushProperty name="height" value="0.035" units="cm"/>
    </inkml:brush>
  </inkml:definitions>
  <inkml:trace contextRef="#ctx0" brushRef="#br0">1 0 5125,'0'0'9534,"12"9"-8952,17 16-3,-1 0 0,-1 2 1,35 44-1,75 109-45,-137-179-534,90 134 15,-17-24-5529,-62-97 2023,-4-9-326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01.606"/>
    </inkml:context>
    <inkml:brush xml:id="br0">
      <inkml:brushProperty name="width" value="0.035" units="cm"/>
      <inkml:brushProperty name="height" value="0.035" units="cm"/>
    </inkml:brush>
  </inkml:definitions>
  <inkml:trace contextRef="#ctx0" brushRef="#br0">537 9 12268,'0'0'2850,"-64"-9"-1921,34 42 64,-6 12 224,-8 15-64,-6 11-480,-1 7-289,-2 7-320,0 3 0,3 0-64,7-6-480,6-18-3139,11-22-8617</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8.111"/>
    </inkml:context>
    <inkml:brush xml:id="br0">
      <inkml:brushProperty name="width" value="0.035" units="cm"/>
      <inkml:brushProperty name="height" value="0.035" units="cm"/>
    </inkml:brush>
  </inkml:definitions>
  <inkml:trace contextRef="#ctx0" brushRef="#br0">1 202 3748,'0'0'816,"3"-10"-164,1-11 626,0 0 0,2-27 1,-5 40-734,-1 0 0,0 0 1,0 0-1,-1 0 0,0 0 0,0 0 1,-1 0-1,0 0 0,0 0 1,-7-14-1,18 73-113,26 25-416,3 0 0,82 121 0,-75-127-64,-21-31-397,-1 0 10,31 37-1,-46-66-465,0 0-1,2 0 0,-1-1 1,18 12-1,-18-18-3790,-9-7 2193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8.391"/>
    </inkml:context>
    <inkml:brush xml:id="br0">
      <inkml:brushProperty name="width" value="0.035" units="cm"/>
      <inkml:brushProperty name="height" value="0.035" units="cm"/>
    </inkml:brush>
  </inkml:definitions>
  <inkml:trace contextRef="#ctx0" brushRef="#br0">581 1 6566,'0'0'3203,"-67"24"-2562,42 7 128,-4 7-97,-5 5-159,0 5-193,-4 5-256,0-1-32,-2 3 0,-4-1-32,1 0 0,-4-3-576,4-2-578,5-7-1376,5-8 96,5-7-2275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8.700"/>
    </inkml:context>
    <inkml:brush xml:id="br0">
      <inkml:brushProperty name="width" value="0.035" units="cm"/>
      <inkml:brushProperty name="height" value="0.035" units="cm"/>
    </inkml:brush>
  </inkml:definitions>
  <inkml:trace contextRef="#ctx0" brushRef="#br0">1 0 12460,'0'0'640,"1"56"-191,-1-20-129,0 5-160,0 5-32,0-2-96,0-1 0,0-2-32,2-5 0,2-3-672,6-8-1154,-1-9-2114,6-13-1921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9.261"/>
    </inkml:context>
    <inkml:brush xml:id="br0">
      <inkml:brushProperty name="width" value="0.035" units="cm"/>
      <inkml:brushProperty name="height" value="0.035" units="cm"/>
    </inkml:brush>
  </inkml:definitions>
  <inkml:trace contextRef="#ctx0" brushRef="#br0">0 0 12268,'0'0'1057,"52"24"-993,-28 16 96,6 6 32,3 6-96,-3 5 0,4 5-64,0-2-32,-2-3 32,0-3-64,1-6-640,-7-8-802,-3-8-832,-4-10-705,-6-11-1601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9.494"/>
    </inkml:context>
    <inkml:brush xml:id="br0">
      <inkml:brushProperty name="width" value="0.035" units="cm"/>
      <inkml:brushProperty name="height" value="0.035" units="cm"/>
    </inkml:brush>
  </inkml:definitions>
  <inkml:trace contextRef="#ctx0" brushRef="#br0">440 0 10730,'0'0'2274,"-74"20"-2017,43 23 223,-2 9 0,-5 8-95,2 4-257,-1 5-64,1 0-32,1 0-32,1 0-32,5-4-929,2-7-961,10-15-1505,4-13-1025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1:41:59.824"/>
    </inkml:context>
    <inkml:brush xml:id="br0">
      <inkml:brushProperty name="width" value="0.035" units="cm"/>
      <inkml:brushProperty name="height" value="0.035" units="cm"/>
    </inkml:brush>
  </inkml:definitions>
  <inkml:trace contextRef="#ctx0" brushRef="#br0">71 12 12492,'0'0'288,"10"-2"321,29-7-214,-38 9-392,0 0 1,0 0-1,0 0 1,0 0-1,0 0 1,0 0-1,0 1 1,-1-1-1,1 0 1,0 1-1,0-1 1,0 0-1,0 1 1,-1-1-1,1 1 1,0-1-1,0 1 1,-1 0-1,1-1 1,-1 1-1,1 0 1,0-1-1,-1 1 1,1 0-1,-1 0 1,0 0-1,1-1 1,-1 1-1,1 0 1,-1 0-1,0 0 1,0 0-1,0 0 1,1 1-1,0 34-33,-1-29 34,-1 11 27,0-1 1,-2 0 0,0 0-1,0 0 1,-2 0 0,-10 26-1,-52 95-10,30-67-450,36-70 390,0 0-1,1 0 1,-1 0-1,0 0 1,1 0-1,-1 0 1,0 0-1,1 0 1,-1 0-1,1 0 1,0 0 0,-1 1-1,1-1 1,0 0-1,0 0 1,0 1-1,0-1 1,0 0-1,0 0 1,0 1-1,0-1 1,0 0 0,1 0-1,-1 0 1,0 1-1,1-1 1,-1 0-1,1 0 1,0 1-1,2-1 36,1 0 0,-1 0-1,0 0 1,0 0-1,1-1 1,-1 1-1,0-1 1,1 0-1,6-1 1,-9 1 25,43-3 310,0-1 0,75-20 1,-47 9-188,-41 9-148,72-14-854,100-33 1,-89 10-3777</inkml:trace>
</inkml:ink>
</file>

<file path=ppt/ink/ink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0:36:51.713"/>
    </inkml:context>
    <inkml:brush xml:id="br0">
      <inkml:brushProperty name="width" value="0.05292" units="cm"/>
      <inkml:brushProperty name="height" value="0.05292" units="cm"/>
      <inkml:brushProperty name="color" value="#FF0000"/>
    </inkml:brush>
  </inkml:definitions>
  <inkml:trace contextRef="#ctx0" brushRef="#br0">3828 1887 42 0,'0'0'11'0,"0"0"7"15,0 0 8-15,0 0 29 0,0 0-35 16,0 0 3-16,0 0-13 16,0 0 2-16,0 0 2 15,0 0-1-15,0 0 1 16,0 0-3-16,-27-7-4 16,23 14-4-16,1 2 1 15,-1 2 1-15,2-1 0 0,-3 3 3 16,1 1 0-16,2-1 1 15,-3 1-1-15,1-3 3 16,1 3 3-16,1-1 1 16,-2 3-2-16,2-2-2 15,0 2-5-15,1 2-3 0,1 1 1 16,0-1 1-16,0 4-3 16,0-1 0-16,0 3-1 15,0 0 0-15,1 2 3 16,3 2 1-16,0 0-1 15,0 4 1-15,-3-1 1 0,3 0 1 16,1 2-2-16,-3 1 0 16,0 0 2-16,0 1-3 15,1 1-1-15,1 1 0 16,-2 1-1-16,0 2-1 16,3 2-1-16,-3 1 2 0,1 4-2 15,-3-2 0-15,2 2 1 16,0-2-1-16,-2 0 2 15,3-4-1-15,1 0-1 16,-2-3 1-16,2-1-1 16,1-1 1-16,-1 2 0 0,1 1-1 15,-3 1 0-15,3 0 1 16,-1 1 0-16,0-1 0 16,-1 0 0-16,1 0 1 15,-2-3 1-15,0 3-1 16,0-1 0-16,-1 1 1 0,1 0 1 15,1 0-1-15,-1 1 1 16,-2-4 0-16,2-2 1 16,2 1-2-16,-2-3 0 15,3-2 0-15,-1 0-1 16,0 0-1-16,2-1 1 16,0-3-1-16,1 3 1 0,-1-3-1 15,1 1 0-15,0 1 0 16,-2-1 1-16,1 2 0 15,-2 0 0-15,-1 0 2 16,1 0 2-16,-2 1 1 16,3-2-2-16,-3 0 1 0,1-1-1 15,-1 0-1-15,2 0 0 16,-2 0-1-16,3-1 1 16,1 0-4-16,-1-1 1 15,0-1 0-15,1-1 0 16,1 1-1-16,-1 0 0 0,2 2 0 15,0 0 0-15,-1 1 1 16,0 1 1-16,4 1-1 16,-4 1 1-16,3 0 0 15,2-1 0-15,-1 0-1 16,0 1 1-16,1 0 0 0,1-1-2 16,1 2 1-16,1 0 0 15,-2 2 0-15,3-1-1 16,-3 0 0-16,3 1 1 15,-1 0-1-15,1 1 2 16,0-2-1-16,4 5 2 0,-2-2 7 16,2 2-4-16,0-1 3 15,3 4-7-15,-4-1 4 16,4 0-1-16,2 1-4 16,-3-3 0-16,0 0-1 15,0 0 1-15,3-1-1 0,-4-1 1 16,-2 1-2-16,2 0 2 15,-2 0-1-15,-1 0 0 16,1-1 0-16,0-1 0 16,-3-2 0-16,2-1 1 15,0 0-1-15,-3-2 0 0,1-1 0 16,2 0 0-16,-2-1 0 16,-2-1 1-16,1 2-1 15,3-3 0-15,-5 0 0 16,0-2 1-16,3-1-2 15,-5 0 2-15,1-2-1 0,-1-1-1 16,-1-2 2-16,0 1-1 16,-4-1 1-16,1 1 0 15,-1-2-1-15,0 1 2 16,-2-1 1-16,0 3-1 16,-1-1 0-16,-3-1 3 0,2 2 0 15,-2 1-3-15,0-1 1 16,0 0-1-16,2 1-1 15,-2-1 1-15,0 0-2 16,0 0 1-16,0 0-1 16,0 1 0-16,0 0 0 15,-2 1 1-15,0-1-1 0,-1 2 0 16,1 1 1-16,0 0-1 16,-2 3 0-16,-1 0 0 15,2 4 0-15,-1-1 1 16,0 3-1-16,-1 1 0 0,3-1 0 15,-4-1 0-15,1 3 1 16,2-3-1-16,-1 2-1 16,-2 0 1-16,1-1 0 15,1-2 1-15,0 3-2 16,-2 0 2-16,2-3-2 16,0 1 2-16,1-1-1 0,-1 0 0 15,0-2 0-15,1 0-1 16,1 1 2-16,-3 0-2 15,3 0 1-15,-4 1 1 16,3 1-1-16,-1 0 0 16,-2-2 0-16,3 1 0 0,-4-2 0 15,2 0 0-15,-1 0 0 16,2-1 0-16,-1 1 1 16,-1-1-1-16,0 2 0 15,2 0 0-15,-2-2-1 16,1 3 1-16,1 1 1 0,-2 0-1 15,0-1 0-15,0 1 0 16,1 0 0-16,-1 1 0 16,-1 0 0-16,-2-1 0 15,4 4 0-15,-3-2 0 16,-1 2 0-16,0 3 1 0,2-2-1 16,-2 4 0-16,-3 1 0 15,2-1 0-15,1 1-1 16,-3-1 2-16,1 1-2 15,1-1 1-15,-2-3 1 16,1 2-1-16,0-2 0 16,-1-1 0-16,0-2 0 0,3 0 0 15,-3-1 0-15,1 0 1 16,-3-2-1-16,3 0-1 16,-1 1 2-16,-2-5-1 15,3 2 0-15,-1-2 0 16,-1-1 1-16,2-1-1 0,-3 0 0 15,3-1 0-15,-1 2 0 16,-1-2 0-16,3 1 0 16,-4 2 0-16,3 1 1 15,-3-1-2-15,1 1 2 0,2 1-2 16,-3-2 1-16,1 0 1 16,1-2-1-16,1 1 0 15,1-2 0-15,0 0 0 16,1 0 0-16,-1-2 0 15,0 1 1-15,3 0-1 16,-1-1 0-16,-1 1 0 0,-1-1 0 16,2 0 1-16,-1 0-1 15,-1 0 0-15,2 2 0 16,-3-3 0-16,2 1 1 16,-2 1 0-16,2 0 0 15,0 0 1-15,-3-1 0 0,4 3 4 16,-3-1-1-16,-1 2 2 15,2 0 0-15,-2 2-2 16,1 1-1-16,-2-1 0 16,-1 1-2-16,3 2 0 15,-3-3-2-15,3 2 0 0,-4-2 0 16,3-1 1-16,1 0 0 16,-2-1 0-16,2-2 0 15,2 0 0-15,-1-2 0 16,0 0 0-16,3 0 0 15,-2-1-1-15,0-1 1 16,0 2-1-16,0-1 1 0,-2 0-1 16,2 1 0-16,0-2 1 15,-3 0-1-15,2-2 1 16,3-2-1-16,-1 0 1 16,-2-4-1-16,3 0 1 0,3-5-1 15,0 2 0-15,2-5 1 16,-1-3-1-16,1 0-1 15,2-1-7-15,0-1-38 16,-3-7-27-16,-3-16-72 16,-3-7-72-16</inkml:trace>
  <inkml:trace contextRef="#ctx0" brushRef="#br0" timeOffset="812.72">3240 10261 15 0,'2'0'24'0,"-2"0"-9"16,2 0-8-16,0 0 6 0,-2 1-10 16,0 0 2-16,0-1-3 15,0 0-1-15,0 0 1 16,0 0-1-16,0 0-5 16,0 0 1-16,-2 0 4 0,-2 0-34 15</inkml:trace>
  <inkml:trace contextRef="#ctx0" brushRef="#br0" timeOffset="9275.69">3094 10146 79 0,'0'0'24'0,"0"0"-15"15,0 0-5-15,0 0 8 16,0 1-7-16,0-1 103 16,0 2-93-16,0-2-3 15,0 1 9-15,0-1 5 0,0 0-4 16,0 0-9-16,0 0-6 16,0 0-1-16,0 0-1 15,0 0-1-15,0 0 2 16,0 0-3-16,0 0 1 15,0 0-3-15,2 0 10 0,0-3 2 16,-2-2-7-16,0-4-3 16,0 2 1-16,2-2 2 15,-2-2-1-15,0-2 2 16,0 2-2-16,0-2 2 16,0 0 2-16,0-1-6 0,0 1 3 15,0-1 0-15,0 0 0 16,0 1-2-16,0-1-1 15,0 0 2-15,0 0-4 16,0-1 4-16,0 1 1 16,0-3-1-16,0 3-1 0,0 0-1 15,0-1 0-15,-2 1-1 16,2 2 0-16,0-1 1 16,-4 2-2-16,4-1 1 15,-2 2 0-15,2 0 0 16,0 0 1-16,0 0 0 0,-2-1-2 15,2 0 1-15,0 0-1 16,0 0 0-16,-2 0 0 16,2-2 0-16,-2 2 0 15,2-2 2-15,-4 0 0 16,3 0 2-16,-1-2-4 0,0 1 2 16,-2-1-1-16,2 1 1 15,-1 0 1-15,1 0-1 16,-1 1 0-16,-1 0 0 15,2 1-1-15,-2 0 0 16,1-1 0-16,1 1 0 16,-2-1-1-16,0-1 2 0,1-1-1 15,1 1 0-15,-3 0-1 16,1 1-1-16,1-1 1 16,-1 0-1-16,2 0 1 15,-3 1-1-15,1-1 1 0,0 0-1 16,-2-1 1-16,2 3-1 15,-2-3 1-15,1 2-1 16,-1-2 0-16,2 2 0 16,-2-1 0-16,2 0 1 15,-3 1-1-15,1-1 0 16,-1 2 1-16,2-3-1 0,-3 2 1 16,3-3 0-16,-3 1 1 15,0 0-2-15,1 0 1 16,-1-1-1-16,1 0 1 15,-2 1 0-15,0-1-1 16,0 1 0-16,1-1 0 0,-2 0 1 16,1-1-1-16,1 2 0 15,0-1 1-15,0 0-1 16,1 2 0-16,1 0 1 16,1 1-1-16,-2-1 0 15,1 3 1-15,1-3-2 0,-1 1 2 16,1-2-1-16,-2 1 0 15,2-1 0-15,-1 0 0 16,-1 1 0-16,1-3 0 16,-2 4 1-16,2-1-1 15,0 2 0-15,1 0 0 0,-1-1 0 16,-2 0 0-16,2-2 0 16,-1 3 0-16,1-3 0 15,-4 1 0-15,4-2 0 16,-3 2 0-16,0-2 0 0,2 2 0 15,0 0 0-15,-1-1 0 16,1 0 0-16,-2-1 0 16,2 1 0-16,-1-1 0 15,1 1 0-15,-1-2 1 16,2 0-2-16,-1 1 1 16,1-1 0-16,-1 0 0 0,0 1 0 15,1-1 0-15,-1 0 0 16,1 0 0-16,-1 0 0 15,0 0 0-15,0-2 0 16,1 1 1-16,-1-1-2 16,0-1 2-16,0 2-2 0,-1-3 2 15,1 2-1-15,0-2 0 16,-2 3 0-16,2-3 0 16,-1 0-1-16,-2 2 2 15,1 0-2-15,1-1 2 0,-1-1-1 16,2 4 0-16,0-3-1 15,-2 0 1-15,3-1 0 16,-3 1 1-16,2-3-2 16,0 3 1-16,1-1 0 15,-2 1 0-15,2-1 1 16,-1 0-2-16,1-1 1 0,0 2 0 16,0-1 0-16,2 1 1 15,-1-1-2-15,1 1 1 16,0 1 0-16,0 0 0 15,-1-3 0-15,2 3 0 16,-1 0 0-16,-1-1 0 16,-1-1 0-16,2-1 0 0,-1-1 0 15,1 0 0-15,1 0 0 16,-1-1 0-16,1 1 0 16,1 0 0-16,0-1 0 15,0 4 0-15,-2 0 0 0,3 2 0 16,-3-2 0-16,4 4 0 15,-4-1 0-15,2 0 0 16,-4-1 0-16,4-1 0 16,-2 0 0-16,0-2 0 15,1 0 0-15,1 0 0 0,0 1 0 16,0 2 0-16,0-1 0 16,0 0 0-16,-1 0 0 15,3 1 0-15,-3-1 0 16,3-1 0-16,0 0 0 15,-2 0 0-15,2-1 0 16,0 0 0-16,0-2 0 0,0 2 0 16,0-3 0-16,0 2 0 15,0 0 0-15,0 0 0 16,0-2 0-16,2 3 0 16,1-2 0-16,-3 2-1 15,1-3 2-15,1 2-1 0,0 0 0 16,-2-2 0-16,0 2-1 15,0-2 2-15,2 1-1 16,-2 2 0-16,0-3 0 16,2 1 0-16,-2 2-1 15,2-1 2-15,-2-2-1 0,2 2 0 16,0 0 0-16,1 1 0 16,-3 1 0-16,2 2 0 15,-2-1 0-15,2 2-1 16,0 1 2-16,-2-2-1 15,2 1 0-15,0 0 0 16,-2-1 0-16,4-1 0 0,-2-1 0 16,0-1 0-16,0 1 0 15,0-3 0-15,5 0 0 16,-5-1 0-16,2 0 0 16,1-3 0-16,2 0 0 0,-3-2 1 15,1 0 1-15,1-2-2 16,-1 2 1-16,1-2-1 15,-1 1 1-15,2 0-1 16,-1-1 1-16,-1 1 1 16,1-1-2-16,0 1 0 0,0 2 1 15,-2-2-1-15,1 0 1 16,1 3-1-16,-2-1 2 16,2 0 0-16,0 0 2 15,-1 2-2-15,1 0 0 16,-2 2-1-16,1 1 0 0,2 0 0 15,-3 1 1-15,1-1-1 16,1 4 0-16,-1-2-1 16,-1 1 1-16,3 0-1 15,-2 0 0-15,1-1 1 16,-1 1-1-16,-1-1 0 16,3 0 0-16,0-1 0 0,-1 1 1 15,-1 0-1-15,1 1 0 16,2-3 0-16,-4 3 0 15,2-2 0-15,1 0 1 16,-1 1-1-16,0 0 0 16,2-1 0-16,-1-1 0 0,0-2 1 15,2 1-1-15,0-2 0 16,-1 2 0-16,-1-2 0 16,3 2 0-16,-2 0 0 15,-1 3 0-15,-1-2 0 0,4 2 1 16,-4 0-1-16,1 1 0 15,-1 0 0-15,2 1 0 16,-2 0 0-16,1 0 0 16,-1 2 0-16,-2 1 0 15,4-2 0-15,-4 4 0 0,1-2 0 16,-1-1 0-16,0 3 0 16,-1-2 0-16,1-1 0 15,0 0 0-15,1-1 0 16,0-1 0-16,-1-1 0 15,3 0 0-15,-3-1 0 16,2 1 0-16,0-1 1 0,0 1-2 16,-1 3 2-16,1-1-1 15,0-1 0-15,2 1 0 16,-4 1 0-16,3-2 0 16,-1 1 0-16,1-2-1 15,0 4 2-15,0-5-1 0,-1 3 0 16,1-1-1-16,0 2 1 15,0-1 0-15,-1 0 0 16,-2 2 1-16,3 0-2 16,-3 0 1-16,2 2 0 15,0-2 0-15,-2 1 0 0,1 1 1 16,-1-2-2-16,1 3 2 16,2-1-1-16,-3 0-1 15,1-2 2-15,1 3-1 16,-2-1 0-16,4 1 0 15,-4-1 0-15,1 0 0 0,1 1 0 16,-2-1 0-16,3-2 0 16,-2 0 0-16,0-2 0 15,1-2 0-15,0 1 0 16,-1-1 0-16,1 0 0 16,2 0 0-16,-2-1 0 0,1 2 0 15,1-1 0-15,0 2 0 16,0-2 0-16,-1 3 0 15,-1-3 1-15,2 2-2 16,-2 0 1-16,-1 1 1 16,-1 0-1-16,0 0 0 0,1 0 0 15,0 0 0-15,-1-1 0 16,1-1 0-16,-1-2 0 16,-2 2 1-16,3-3-1 15,-1-1 1-15,0 0 1 16,1-1-1-16,0-2 1 0,1 1 0 15,-1-2 0-15,-1 1-1 16,2 1 0-16,0-2 0 16,0 0-1-16,-1-4 1 15,3 4-1-15,-3-4 0 16,4-1 0-16,-4 1 0 16,3 0 1-16,-1 0-1 0,0 2 0 15,0-1 0-15,-1 2 0 16,-2 1 0-16,1 1 0 15,-1 2 0-15,1 0 0 16,-2 0 0-16,-3 3 0 0,4-2 1 16,-2 0-1-16,0 2 0 15,3-2 0-15,-1 1 0 16,0 0 0-16,0 1 0 16,0 2 0-16,0 2 0 15,0 0 0-15,-3 6 0 16,1-2 0-16,0 6 1 0,-2 1-2 15,0 5 2-15,0-2-2 16,2 3 0-16,-2 0-33 16,0 0-68-16,0 7-84 15</inkml:trace>
  <inkml:trace contextRef="#ctx0" brushRef="#br0" timeOffset="13438.75">11566 16333 88 0,'0'0'7'0,"0"0"-6"0,0 0-1 0,0 0 0 0,0 0 0 16,0 0 0-16,0 0 0 16,0 0-1-16,0 0 1 15,31-5 1-15,-31 11-1 16,-3-2 1-16,1-1-1 0,-2 1 0 16,1-2 0-16,0 0 0 15,2 0-2-15,-1 1 3 16,0 0-1-16,0 2 1 15,-1-2-1-15,1 0 0 16,1-1 0-16,0 0 2 16,-1-2 10-16,-3 2 13 0,1-2 4 15,1 0-1-15,-1 0-5 16,0 0 5-16,-1 0-4 16,3 0-6-16,0 0-1 15,0 0 0-15,-1 0 8 16,3 0-2-16,-3 0-7 0,2-2-4 15,0 2-2-15,1-2-3 16,-2 0-2-16,2 1 3 16,0-1-2-16,0-2-2 15,0 1 1-15,0-1-1 16,0-1 0-16,0-3 0 0,5-2 1 16,4-3 1-16,2-3-1 15,0-2-1-15,3-2 0 16,3-2 0-16,1-4-2 15,3 0-1-15,-4-2 0 16,6 0 1-16,-3 1-1 16,0-2 1-16,0 1 0 0,1-2 1 15,0 3-1-15,2-1 2 16,-1-3 1-16,3 2-1 16,-1-1-1-16,1-1 0 15,2 1-1-15,-2-1 0 0,0 2-1 16,0-2 1-16,2 1 1 15,-2 1 1-15,0-1-2 16,-2 3 1-16,0-2-1 16,0 2 1-16,-2 2 0 15,3-1 1-15,-5-1-1 16,4 2-1-16,-2-1 0 0,0 1 0 16,2 0 1-16,-3 3-1 15,0 0-1-15,1 2 0 16,3-1 2-16,-1 0 0 15,-2 2 1-15,4-2-1 16,2 0-1-16,-2-1-1 0,2 1 0 16,0 1 0-16,-1-1 0 15,3-2 0-15,0 1 0 16,4 0 1-16,-1 0-1 16,1-1 0-16,1 2 0 15,0-1 0-15,-1 4-1 0,1-1 1 16,-1 1 0-16,1 2-1 15,1-1 2-15,-1 4-1 16,-1-1-1-16,0 1 1 16,2 2-1-16,-4 0 1 15,-1 1 0-15,-2 0 0 0,3 0-1 16,-2-1 1-16,2 1 0 16,-1-1 0-16,3 0 0 15,-2 2 1-15,2 0-2 16,0 0 1-16,0 1 0 0,-3 1 1 15,-1 0-1-15,1 1 0 16,-4 2-1-16,-1 1 1 16,0 3 0-16,-2 0-1 15,-4 0 0-15,2 0 1 16,0 0-1-16,-2 1 1 16,1 5-1-16,0 0 0 0,-2 1 2 15,2 0-2-15,1 1 1 16,-2 1 0-16,2-2-1 15,0 3 1-15,0-2 0 16,-1 1-1-16,3 1 1 16,-5 0 0-16,4-2-1 0,-2 2 1 15,2 0-1-15,-3-1 0 16,5 2 1-16,-4 0-1 16,4 2 2-16,-1-1-2 15,4 0 0-15,-3 0 1 16,1 1-1-16,3-1 1 15,-1 0 0-15,1 0 0 0,1-2 0 16,-1 2 0-16,4-4-1 16,-1 4 1-16,-1-2 1 15,3 0-2-15,0 0 1 16,-1 1 1-16,-1-1-2 0,0 1 1 16,-2 3 0-16,-4 0-1 15,-1 1 1-15,-2 0-1 16,1 0 0-16,0 3 1 15,1-4-2-15,-2 2 2 16,3-2-1-16,2 0 0 0,-2-1 1 16,2 0-1-16,4-2 2 15,-2 2 0-15,2 0-1 16,0-2 1-16,-1 3 3 16,3-1-1-16,-2 1-2 15,2-2 1-15,1 3-2 16,0 1 1-16,1 1-1 0,0 1 1 15,1 4-2-15,-1 0 2 16,-1 1-1-16,1 1 0 16,-2-1-1-16,3-3 0 15,-1-2 1-15,3-2-1 16,3-5 2-16,-1-2 2 0,5-1 0 16,-3-2 3-16,1 1-5 15,2 0 0-15,-1 2 2 16,-1-2-2-16,1 3 0 15,-2 0-1-15,3 4 0 16,0 0 0-16,0 3 0 0,-2 0 1 16,4 2-1-16,-1-1 1 15,3-1 1-15,2 2-1 16,4-4 1-16,1-1-2 16,2-2 2-16,4-4-2 15,-2-1 2-15,3-4-1 16,0 0 0-16,2 0-1 0,-1-1 1 15,0 0-1-15,0 1 1 16,2 1-2-16,-2 1 1 16,-1 2 0-16,-1 1 1 15,-2 0-2-15,-5 1 1 16,1 0-1-16,-2-1 1 0,-6 0 0 16,0-1 0-16,-5-2 0 15,0 1 0-15,-3-4 0 16,-1 0 0-16,0 1 0 15,1-2-1-15,0 0 1 16,3 1 0-16,-5 0-2 0,0 1 2 16,-1 1-1-16,-3 2 0 15,2-1 1-15,-5 4-1 16,3-1 0-16,-3 2 0 16,0 0 0-16,1-1 1 15,-1 0-1-15,1-1 2 0,1 0-2 16,0-2 0-16,2-2 0 15,2 0 0-15,3-1 0 16,2 0 0-16,2-2 0 16,6 2 0-16,-2-3 0 15,2 0 0-15,4 0 0 0,-2 0 0 16,1 0 0-16,3 0 0 16,-2 0 0-16,0 0 1 15,-2 0-2-15,-1 1 2 16,-5 1-2-16,-1 0 1 15,-3 2 0-15,-1 1 0 0,-3 2 0 16,-2 1 0-16,-1 0 0 16,-6 3 0-16,-2-2 0 15,-5 2 0-15,-2 0 0 16,-1 0 0-16,-1-1 0 0,-1 0 0 16,2-2 0-16,0-1 0 15,3 3 0-15,-2-4 1 16,3 1-2-16,1-4 2 15,3 1-1-15,2-1 1 16,-1 0-1-16,0-2 0 16,2-1 0-16,1 0 1 0,2 0-1 15,-4 0 0-15,0-1 1 16,2-1-1-16,-1 0 0 16,-3 0 0-16,0 1 0 15,0-2 1-15,-2 3-1 16,-2-2 1-16,-2 1-1 0,-2-2 0 15,-3 0 0-15,-3 1 1 16,-3-1-1-16,-2 1 0 16,-1 0 0-16,-3 0 0 15,-4 1 0-15,0-1 0 16,0 1-4-16,-2-2-12 0,-11-6-33 16,-10-8-51-16,-8-10-175 15</inkml:trace>
  <inkml:trace contextRef="#ctx0" brushRef="#br0" timeOffset="19798.96">13694 17124 73 0,'-21'-4'23'0,"1"0"5"0,3 0-19 16,1 0 8-16,3-2 4 15,-1 2-13-15,5-2-3 0,0-1-3 16,-1 0 1-1,4-1-1-15,-2-1 3 0,5 0 1 16,-1 0 0-16,2-1-1 16,2 1 1-16,0 2 0 15,0-2-2-15,0 3 6 16,0 1 0-16,4 2-3 0,2-1 1 16,3 4-5-16,3-3 7 15,-1 3 3-15,3 0-4 16,1 0 1-16,3 0 1 15,0 0 6-15,6 0-4 16,-1-3 0-16,6-2-5 0,0-1 20 16,4-4-14-16,5-1-2 15,0 0 0-15,5-2-2 16,-3-2-3-16,3 1-4 16,0 1 0-16,-1-1-1 15,-1 4-2-15,-1-1 0 0,-3 2 1 16,-1 2 1-16,-1 0 4 15,-4 3 5-15,1 0-2 16,-3 1 1-16,0 1-1 16,-2 2-6-16,2 0-1 15,-2 0-1-15,-2 2-1 0,-1 3 1 16,0 3-1-16,-1 0 1 16,-2 2-1-16,0 0 0 15,-1 1 1-15,1 1-1 16,-2 2-1-16,2-1 2 15,1-2 0-15,0 3-1 0,3-2 1 16,-2 1 1-16,2-1 1 16,0 2 1-16,2 1 2 15,1 0-4-15,2 1-1 16,0 2 2-16,1-1 4 16,0-1-3-16,-2 1-1 0,-1-3 0 15,1 1 0-15,-2-2 0 16,0-4 2-16,1 5 1 15,-1-3 1-15,-3 2 0 16,1 0-2-16,-1 2-4 16,0 0 2-16,-1 2 2 0,-2 2-2 15,1 0 0-15,-5 1 0 16,4 2-1-16,-3 0 1 16,-3 3-2-16,2 0 1 15,0-1 0-15,1 2 0 16,-3-1 0-16,2 0-2 15,3-1 3-15,-3 1-1 16,2 1 0-16,2 1 0 0,0-2 0 16,3 1 1-16,1-1-1 15,-1-2 1-15,3 1-2 16,-2 0 5-16,2-2 4 0,0 2-6 16,0 0-1-16,0-1-1 15,-1-2 3-15,1-1-2 16,0 0-2-16,1-2 0 15,0 0 0-15,-1 2 0 16,1-2 0-16,-1-1-1 0,1 1 0 16,-2 1 0-16,2-1 1 15,0-1-1-15,0 0 1 16,0 0 0-16,3-1 0 16,0-2 1-16,0 0 3 15,1-2-2-15,3 1-1 16,-3-1-1-16,3-2 0 0,-1 2 0 15,-3-4-1-15,1 4 1 16,-1-3-1-16,-2 1 1 16,-3-2-1-16,-1 1 0 15,0-4 0-15,0 0 0 16,-2-1 0-16,0-2 0 0,0 0 0 16,0-1 1-16,-1-1-1 15,-1 0 0-15,0 0 0 16,0 0 0-16,-2 0 0 15,2 0 0-15,-1 0 0 16,0 0 1-16,4 0-1 0,-3 0 0 16,2 3-1-16,2 0 1 15,0 1 0-15,2 0 0 16,0 0 0-16,-1 1 0 16,4-1 0-16,-1-2 0 15,-1 1 0-15,3-2 0 0,-3-1 1 16,1 0-1-16,0 0-1 15,0 0 2-15,-1-5-1 16,2-2 0-16,-1 2 0 16,0-1 0-16,-2 0 0 15,0 1 0-15,-5 1 0 0,1-1 0 16,-1 1 0-16,-1-1 0 16,-2 1 0-16,1-2 1 15,-2 1-2-15,4-1 1 16,-2 2 1-16,0-2-1 15,1 0 0-15,-1 1 0 0,0-1-1 16,0 2 1-16,-1 1 0 16,-2-1 0-16,3-2 0 15,-2 3 0-15,0-2 0 16,2 0 0-16,-2 1 0 16,4-3 0-16,-3 1 0 15,-2 2 1-15,3-2-2 0,-4 1 1 16,0-2 0-16,1-1 1 15,3-1-2-15,-3 0 2 16,4-1-1-16,0-1 0 16,1 1 0-16,-2-2 0 15,4 1 0-15,-1 0 0 0,-4-1 0 16,2 2 0-16,1-1 0 16,-1 2 0-16,-2-2 0 15,0 1 0-15,0 2 0 16,-1-4 0-16,-3 3 0 15,3-2 0-15,1 0 0 0,-3-2 1 16,2 1-2-16,-1 2 1 16,3-5 0-16,-1 2 0 15,0-1 0-15,0 2 1 16,0 0-2-16,1-3 1 16,-1 5 0-16,0 0 0 0,-1 1 0 15,-2-1 0-15,2-1 1 16,2 4-2-16,-4-2 2 15,4-1-1-15,-3-1 0 16,2 0 0-16,1-2 0 16,0 2 0-16,2-1 0 0,0-1 0 15,1 2 0-15,3-2 0 16,-3 2 0-16,2-1 0 16,0-2 0-16,1 3 0 15,1-4 0-15,0 2 1 16,1 0-2-16,1-2 1 0,-1 1 1 15,1 2-2-15,1-3 2 16,0 3-1-16,1 0-1 16,-1-2 1-16,2 0 1 15,2-1-1-15,-3 1 0 16,3 0 0-16,-1 0 0 0,-1-2 0 16,3 2 0-16,-4-3 0 15,4 1 1-15,-2-1-1 16,3 1 1-16,-3 0-1 15,3 0 2-15,-4 1 0 16,2 0-2-16,-2 3 2 16,-1 0-1-16,-1 3 0 0,-3-2 0 15,2 4 3-15,-2-1-4 16,2 2 2-16,-2-1 0 16,3 0-2-16,0 1 2 15,-1 0-1-15,0 1 0 0,-1-3 2 16,5-1 1-16,0 0 0 15,1-2 3-15,3-2-3 16,1-1 1-16,-2 2-1 16,4-2-1-16,-1 3 0 15,2-2-2-15,-3 3 1 16,3-1-1-16,-5 1 0 0,2 0 0 16,-1 0-1-16,0 1 0 15,-1 1 0-15,3-2 1 16,-3 2 0-16,1 0-2 15,0 0 1-15,-2 2 2 16,-3-1-2-16,-1 3 1 0,-3 0-1 16,-2 2 1-16,-2 1-1 15,-3 1 0-15,1 0 0 16,-1 1 0-16,2-1 0 16,2 0 1-16,0 0-1 15,2 0-1-15,4 0 1 0,0 0 1 16,3 0-2-1,-2 0 1-15,5 0 0 0,-3 0 0 16,3 0 0-16,-1 0 0 16,2 0 0-16,0 0 0 15,-3 0 0-15,1 0 0 0,-2 0 0 16,-3 0 0-16,-2 0 0 16,-2-3 0-16,-2 2-1 15,-5-1 2-15,-2 1-1 16,-2 1 0-16,-5-1 0 0,0 1 0 15,-2-1 0-15,-2 1 0 16,-1 0 0-16,-1 0 0 16,2 0 0-16,-5 0 1 15,1 0-1-15,-1 0-1 16,1 0 2-16,0-1-1 16,1 0-1-16,-3 1 2 0,3-1-1 15,2-2 0-15,0 1 0 16,2-2 0-16,-1 0 0 15,3-1 0-15,3 1 0 16,-1-2 0-16,2 1 0 16,1 0 0-16,-1 1 0 0,-3-2-1 15,-1 2-14-15,-2 1-19 16,-8-5-25-16,-2-9-67 16,-18-12-267-16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44:14.603"/>
    </inkml:context>
    <inkml:brush xml:id="br0">
      <inkml:brushProperty name="width" value="0.035" units="cm"/>
      <inkml:brushProperty name="height" value="0.035" units="cm"/>
    </inkml:brush>
  </inkml:definitions>
  <inkml:trace contextRef="#ctx0" brushRef="#br0">1 98 1602,'0'-67'6955,"3"67"-6928,1 0-1,-1 0 0,0 1 0,1-1 0,-1 1 0,0-1 0,0 1 0,5 2 0,11 5 153,1-2 0,0 0-1,1-1 1,-1-1 0,1-1-1,0-1 1,0 0 0,0-2-1,39-4 1,7-6 622,110-32-1,-148 34-734,28-1 84,-57 9-179,0 1-1,1-1 1,-1 0 0,0 0 0,0 1 0,1-1 0,-1 0 0,0 1 0,0-1 0,0 0-1,0 1 1,0-1 0,1 1 0,-1-1 0,0 0 0,0 1 0,0-1 0,0 0-1,0 1 1,0-1 0,0 1 0,0-1 0,0 0 0,0 1 0,0-1 0,-1 0-1,1 1 1,0-1 0,0 1 0,0-1 0,0 0 0,-1 1 0,1-1 0,0 0 0,0 0-1,-1 1 1,1-1 0,0 0 0,0 1 0,-1-1 0,1 0 0,0 0 0,-1 0-1,0 1 1,-12 15-2274,0-10-126,-1-1-1586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44:15.536"/>
    </inkml:context>
    <inkml:brush xml:id="br0">
      <inkml:brushProperty name="width" value="0.035" units="cm"/>
      <inkml:brushProperty name="height" value="0.035" units="cm"/>
    </inkml:brush>
  </inkml:definitions>
  <inkml:trace contextRef="#ctx0" brushRef="#br0">314 68 4965,'0'0'6171,"-4"12"-5958,-13 68 220,7-32-171,-1-1 0,-20 49 1,26-83-212,0 0 0,-2 0 0,1-1 0,-1 1 0,-1-1 1,0-1-1,-1 0 0,0 0 0,-1-1 0,0 0 1,-1-1-1,-11 9 0,19-16-38,0 0 0,1 0 0,-1 0-1,0-1 1,0 1 0,-1-1 0,1 0 0,0 1 0,0-2 0,0 1 0,-1 0 0,1-1 0,-1 1-1,1-1 1,0 0 0,-1 0 0,1 0 0,-1-1 0,1 1 0,0-1 0,-1 0 0,1 0 0,0 0 0,0 0-1,-3-2 1,2 1-5,1-1 1,0 0-1,1 1 0,-1-1 0,0 0 0,1-1 1,0 1-1,-1 0 0,1-1 0,1 1 0,-1-1 0,0 0 1,1 0-1,0 1 0,0-1 0,0 0 0,0 0 0,1 0 1,-1 0-1,1-7 0,0 3-16,0 0 1,0 0-1,1 0 1,0 0-1,1 0 1,-1 0-1,2 1 1,-1-1-1,6-11 1,-6 15 4,0 1 0,0 0 1,0 1-1,0-1 1,0 0-1,1 1 1,0-1-1,-1 1 1,1 0-1,0 0 1,0 0-1,0 0 1,0 0-1,0 1 1,1-1-1,-1 1 0,0 0 1,1 0-1,-1 0 1,1 0-1,-1 1 1,1 0-1,0-1 1,3 1-1,6 2 48,0 1-1,-1 0 1,0 0-1,1 1 1,-1 1-1,-1 0 1,1 0-1,-1 1 0,0 1 1,0 0-1,13 12 1,-5-6-4,0-1 0,29 14 0,-40-23-19,-1 0 0,1 0 0,-1-1 0,1 0 0,0-1 0,0 1 0,0-1 0,0-1 0,0 0 0,0 0 0,-1 0 1,16-4-1,-18 3 13,0-1 0,-1 0 1,1 0-1,0 0 1,-1-1-1,0 1 0,1-1 1,-1 0-1,0 0 1,0-1-1,-1 1 0,1-1 1,-1 0-1,0 0 1,0 0-1,0 0 1,0-1-1,-1 1 0,0-1 1,4-8-1,0-6 25,-1-1 0,0 0 0,-1 0 0,-1-1 0,-1 1 0,-1-1 1,-1 1-1,-1-1 0,0 1 0,-2 0 0,-8-36 0,10 52-29,-1-1 0,0 1 1,0-1-1,0 1 0,0 0 0,-1 0 1,0 0-1,0 0 0,0 0 0,0 1 1,0 0-1,-1-1 0,0 1 0,0 0 1,1 0-1,-2 1 0,1-1 0,-5-1 1,2 1-9,0 1 0,0 1 1,0-1-1,-1 1 0,1 0 1,0 1-1,0 0 1,-1 0-1,1 0 0,0 1 1,-8 2-1,0 0-28,0 1 0,1 0-1,-1 2 1,1 0 0,1 0 0,-1 1-1,1 1 1,0 0 0,0 1 0,-20 18 0,-25 34-3561,38-49-1463</inkml:trace>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0:44:23.187"/>
    </inkml:context>
    <inkml:brush xml:id="br0">
      <inkml:brushProperty name="width" value="0.05292" units="cm"/>
      <inkml:brushProperty name="height" value="0.05292" units="cm"/>
      <inkml:brushProperty name="color" value="#FF0000"/>
    </inkml:brush>
  </inkml:definitions>
  <inkml:trace contextRef="#ctx0" brushRef="#br0">27238 12797 60 0,'0'0'131'0,"0"0"-93"16,0 0 11-16,0 0-6 16,0 0 14-16,-40-12-16 15,37 9-14-15,1 0-6 0,2 3-3 16,0 0-10-16,3 0-8 15,9 1 2-15,7 1-1 16,6 1 3-16,5 2 2 16,6 2-4-16,0-2 0 0,1 0-2 15,0-2 1-15,-6 2-1 16,-3-1 0-16,-3-3 1 16,-4 2-3-16,-5-3-20 15,-1 2-21-15,-9-2-48 16,-4 0 1-16,-2-5-45 15</inkml:trace>
  <inkml:trace contextRef="#ctx0" brushRef="#br0" timeOffset="267.86">27387 12653 218 0,'0'0'13'0,"0"0"18"15,0 0 1-15,0 0 4 16,0 0 2-16,0 0 6 16,0 0-27-16,0 0-14 15,-26 8 16-15,25 18 7 0,-1 6-8 16,0 5-6-16,0 7-7 16,2-1-3-16,0-2-1 15,0-2-2-15,0-4 1 16,0-8-2-16,0-6-15 15,4-5-20-15,-1-9-58 0,3-7-24 16</inkml:trace>
  <inkml:trace contextRef="#ctx0" brushRef="#br0" timeOffset="953.22">28317 12624 173 0,'0'0'13'0,"0"0"22"0,0 0-13 15,0 0 7-15,0 0-7 16,-44 36 2-16,29-19 2 16,-2 0 4-16,-5 6-8 15,3 2-7-15,-4 4-3 16,-1 0-6-16,1 1-4 0,1-3 0 16,-3-1 0-16,2-5-1 15,-3-4 1-15,1-5 1 16,0-3-2-16,-1-3 1 15,2-4 0-15,1-2 1 16,4-2 3-16,2-9 2 0,6-4-4 16,6-2-3-16,4-4 0 15,1 1 0-15,6 3-2 16,9 2 1-16,3 5 0 16,1 4 0-16,3 6 0 15,0 0 0-15,3 6-1 0,-1 8 1 16,3 3-1-16,-1 1 0 15,1-2 2-15,0 2-2 16,0-1 1-16,0-4 0 16,-4-3 0-16,1-1 0 15,1-8 0-15,-1-1 0 0,-2 0 1 16,-1-3-1-16,0-8 0 16,0-3 1-16,-4-6 0 15,0-4 1-15,-3-6 7 16,-1-4 7-16,-5-3-2 15,-8-1-8-15,0 2-3 16,-13 6 3-16,-7 6 2 0,-9 8-5 16,-3 10-3-16,1 4 0 15,4 2-4-15,3 7-31 16,9-3-66-16,8-4-156 16</inkml:trace>
  <inkml:trace contextRef="#ctx0" brushRef="#br0" timeOffset="5414.42">17263 13918 88 0,'-5'0'133'0,"-3"0"-122"0,-3 0 21 16,1 0-19-16,-3 0 7 16,0 0 3-16,-5 0-1 15,0 1 7-15,2 8-4 16,-5 5-5-16,5 5-3 15,0 6-1-15,3 5-3 16,2 4-4-16,5 3 0 0,2 3-1 16,4 1-3-16,0-1-2 15,7-2-1-15,7-1-2 16,3-6 1-16,5-8-2 16,1-9 2-16,2-8-1 0,1-6 0 15,5-9 1-15,-2-13-1 16,0-6 1-16,-2-1-3 15,-2-1-26-15,-4-3-34 16,-6 2-56-16,-4 0-47 16</inkml:trace>
  <inkml:trace contextRef="#ctx0" brushRef="#br0" timeOffset="5766.75">17424 13750 306 0,'0'0'11'0,"0"0"47"16,0 0-54-16,0 0 16 0,2 47 20 15,1-11-9-15,1 5-15 16,4 3-3-16,-3 3-9 16,4-3-3-16,-2 0 1 15,1-4-2-15,0-7 0 16,-2-4 0-16,1-4-5 0,-3-3-19 15,-1-6-44-15,-1-5-52 16,-2-6-25-16</inkml:trace>
  <inkml:trace contextRef="#ctx0" brushRef="#br0" timeOffset="6902.99">17712 14009 217 0,'0'0'18'16,"0"0"30"-16,0 0-14 16,4-43 13-16,-4 36-9 15,0 3-6-15,0 1-8 0,-6 2-10 16,-1-2-5-16,-4 3-4 15,0 4-3-15,-3 5 0 16,-1 2 0-16,0 1 2 16,0 2 4-16,3 1-1 15,0-1-4-15,5 3 1 0,0-1 2 16,4 0-4-16,3 1 0 16,0-2-1-16,0 0-1 15,6-4 1-15,1 0-1 16,2-2 0-16,-2-3 0 15,1-4 0-15,0 0 0 16,2-2 1-16,-1 0-1 0,0 0 0 16,1-7 0-16,-2-2 0 15,-3-1-1-15,0 0-3 16,-2 0 3-16,-1-1 1 16,-2 2 0-16,0 1 0 15,0 1 1-15,0 1-1 0,0 2 3 16,-2 0 2-16,-1 1 2 15,2 1 2-15,1 2-6 16,0 0 3-16,0 0-6 16,0 0 0-16,8 7 2 15,-2-2-2-15,2-1 0 0,1 3 0 16,-2-3 0-16,2 0 0 16,0-2 0-16,-1-2 0 15,1 0 0-15,1 0 0 16,-2-4 0-16,-1-6 0 15,0-2 0-15,2-4 1 16,-4-3-1-16,1-2 1 0,0 1 0 16,0 1-2-16,2 4 2 15,-4 2-1-15,3 10-1 16,-2 0 1-16,2 3 0 16,-1 0 0-16,0 6 0 0,1 7-1 15,0-1 2-15,0 4-1 16,-2-3-1-16,1 1 1 15,-1-1 0-15,-1-2-3 16,0-4-1-16,0-1 1 16,0-2 1-16,0-2 0 0,-2-2 1 15,0 0 1-15,0-3 0 16,1-10 1-16,3-4-1 16,-2-6 1-16,6-1-1 15,-3-4 0-15,5-1 0 16,1 4 0-16,0 2 1 0,0 5-1 15,-2 6-1-15,-2 5 2 16,0 6-1-16,-3 1-1 16,1 4 1-16,-3 8 1 15,1 4-1-15,-1 0 0 16,-3 1 0-16,0 0 0 16,1-1 0-16,-2-4 0 0,0-3-1 15,0-1-1-15,0-5-4 16,0-1 4-16,0-2 2 15,0 0 1-15,0-4-1 16,0-5 0-16,0-2 0 16,0-1 1-16,0-1-1 0,0 2 1 15,2 1 0-15,4 2 0 16,-1 2 1-16,3 2-1 16,-1 1-1-16,2 3 0 15,-2 0 0-15,1 0 0 0,-2 3 0 16,2 7 0-16,-3-2 0 15,1 2-6-15,-1 3-21 16,-3-2-39-16,-2 1-55 16,0-4-14-16</inkml:trace>
  <inkml:trace contextRef="#ctx0" brushRef="#br0" timeOffset="7093.2">18048 13708 285 0,'-3'-10'25'0,"-2"1"-2"0,3 5-16 0,2 4-12 16,0 0-31-16,3 0 12 16,3 0-15-16,-1 0-72 15</inkml:trace>
  <inkml:trace contextRef="#ctx0" brushRef="#br0" timeOffset="7336.68">18215 13547 337 0,'0'0'7'0,"0"0"68"15,0 0-48-15,0 0-19 16,-18 62 11-16,18-20 8 15,6 7-5-15,5 6-9 0,4 4-4 16,1 3-4-16,5-1-4 16,-2-2-1-16,0-5 0 15,-1-7 0-15,-4-8-8 16,0-11-31-16,-4-6-26 16,-6-11-36-16,-4-7 22 0,0-4-13 15</inkml:trace>
  <inkml:trace contextRef="#ctx0" brushRef="#br0" timeOffset="7572.31">18208 14016 267 0,'0'0'3'0,"-8"-44"39"16,8 24-3-16,0 0-7 16,10-1-16-16,4 1 11 15,2 0 2-15,4 2-9 16,0 4-6-16,0 2-5 15,0 8-4-15,-2 4-2 0,0 0-2 16,-2 7 1-16,-1 8-2 16,-4 0 1-16,0 2-1 15,-2 1-1-15,-4-2-19 16,-1-2-45-16,-4-3-69 0,0-8-102 16</inkml:trace>
  <inkml:trace contextRef="#ctx0" brushRef="#br0" timeOffset="7727.52">18271 13653 416 0,'0'0'-7'0,"0"0"6"16,0 0-10-16,0 0-45 15,0 0 0-15,37-27 15 16,-27 27-24-16</inkml:trace>
  <inkml:trace contextRef="#ctx0" brushRef="#br0" timeOffset="8319.93">18475 13658 337 0,'0'0'10'0,"0"0"44"15,0 0-46-15,0 0 21 16,-11 50-4-16,9-32-5 0,2 2-8 16,0-3-7-16,10-1-2 15,1-2-3-15,7-5 0 16,-2-6 0-16,8-3-7 16,1-5-18-16,2-12-16 15,2-3-17-15,-5-5-16 0,1-2 16 16,-3 0 8-16,-7 3 23 15,-3 2 27-15,-9 5 4 16,-2 5 37-16,-1 4 22 16,-2 4-7-16,-9 4-12 15,-3 0-12-15,0 6-11 0,0 7-10 16,0 3-2-16,2 0-2 16,4 1-2-16,3-2-3 15,3-1 2-15,2-3-4 16,0-3 0-16,2-3 0 15,7-4 0-15,1-1-9 0,1 0-10 16,1-1-9-16,1-8-15 16,-2-2 13-16,-1-3 15 15,-2-2 13-15,-2 1 2 16,-4 2 0-16,-2 1 8 16,0 2 22-16,0 6 19 15,0 0-16-15,0 3-11 0,0 1-12 16,0 0-9-16,1 1-3 15,3 5 4-15,4-1-2 16,2 2 0-16,-1-2 0 16,3-1 0-16,0-1-19 0,-1-3-42 15,-2 0-50-15,-2 0-107 16</inkml:trace>
  <inkml:trace contextRef="#ctx0" brushRef="#br0" timeOffset="8688.7">18696 13361 434 0,'0'0'-7'0,"0"0"18"0,0 0-8 16,-3 53 0-16,16-27 1 15,3 5 5-15,1-2 3 16,4 1-8-16,-2-1-2 15,0-1-1-15,-3-4-1 16,-1-5 0-16,-6-2 1 16,-2-7-3-16,-4-6 0 0,-1-4 1 15,-2-3 3-15,0-7 0 16,0-8-2-16,0-2 1 16,0-3 0-16,-1 1 1 15,1 3-2-15,0 3 1 16,0 4 1-16,5 5-2 0,3 4 0 15,3 3 0-15,1 0 0 16,4 1 0-16,-3 9 1 16,2 0-1-16,-2 1 0 15,2 1 0-15,-3-1-9 16,-2-4-55-16,-4-4-77 0</inkml:trace>
  <inkml:trace contextRef="#ctx0" brushRef="#br0" timeOffset="8864.49">18812 13411 320 0,'0'0'2'16,"0"0"-2"-16,0 0-4 15,0 0-36-15,29-40-16 0,-14 30-60 16</inkml:trace>
  <inkml:trace contextRef="#ctx0" brushRef="#br0" timeOffset="9463.33">19029 13377 312 0,'0'0'1'0,"0"0"3"16,0 41-3-16,4-27 19 15,1 0 23-15,3-2-20 16,1-1-13-16,2-2-6 0,3-2-1 16,-3-1-1-16,-2-4-1 15,0-2-1-15,0 0-4 16,-3 0-3-16,-1-8 5 16,-5-1 2-16,0-3 0 15,0-2 0-15,-2 1 0 0,-5 0-1 16,-4 0 1-16,2 3 1 15,0 0 1-15,-1 2 1 16,2 0-1-16,2-1 0 16,4 3 7-16,2-1-1 0,0 1 0 15,3 3 0-15,9 2-4 16,2-2 1-16,4 3-3 16,1 0 1-16,0 0 0 15,0 0 0-15,-1 0-1 16,-2 3 1-16,-3 1 0 15,-2-1-1-15,-3 1-1 0,1-1 0 16,-3 1-1-16,-2-1 0 16,0-1 0-16,-3 0 0 15,-1-2 0-15,0 0 2 16,0 0 2-16,-3-2-2 16,-6-7-2-16,3-1 7 0,-4-3 5 15,4 0-7-15,1 0 0 16,2 1-3-16,3 1 3 15,0 5-1-15,0 2-4 16,4 2 0-16,4 2 0 16,4 0 0-16,1 2 0 0,1 5 1 15,-1 0-1-15,3 1 0 16,-3 2 0-16,0 1 0 16,-1-2-33-16,-8-1-72 15,-2-2-121-15</inkml:trace>
  <inkml:trace contextRef="#ctx0" brushRef="#br0" timeOffset="10139.58">17516 14506 363 0,'0'0'-7'0,"-29"-37"87"0,20 30-29 16,1 7-22-16,8 6-25 15,0 12-3-15,10 11 3 16,3 6 11-16,5 8 3 0,4 3-6 16,1 3-4-16,4-1-3 15,1-5-4-15,0-4-1 16,-3-3 1-16,-2-9-1 16,-4-8 0-16,-3-4 1 0,-1-8-5 15,-5-7-11 1,0-1 0-16,-4-16 4 15,-1-7-1-15,-5-8 5 0,0-2 4 16,0 4 2-16,0 3 2 16,-5 6-2-16,2 6 7 15,2 9 11-15,1 6 3 16,0 0-14-16,0 7-6 0,9 7 0 16,0-2 3-16,7 3-1 15,1-2-1-15,1-2-1 16,-2-2 0-16,4-3 0 15,-2-2-20-15,-5-4-42 0,-2 0-103 16,-5-2-115-16</inkml:trace>
  <inkml:trace contextRef="#ctx0" brushRef="#br0" timeOffset="10311.42">17649 14475 456 0,'0'0'-9'0,"0"0"10"16,0 0-24-16,0 0-24 15,0 0 1-15,0 0 23 0,0 0-16 16,38 4-26-16</inkml:trace>
  <inkml:trace contextRef="#ctx0" brushRef="#br0" timeOffset="10748.52">17882 14642 462 0,'0'0'0'0,"0"0"-5"16,0 0 4-16,18 44 1 15,-7-32 1-15,0-1-1 16,-2-2 6-16,-2-2-2 15,2-2-2-15,-4-2-1 16,0 0-1-16,-2 0 1 16,-1-3-1-16,-2 0 2 0,0 0 2 15,0 0 0-15,-4-9-2 16,-3 0-1-16,-2-3-1 16,0-1 1-16,1 1 0 15,3 2-2-15,-1 0 2 16,3 3-1-16,3 1 0 0,0 0 1 15,4 2-2-15,7 0 1 16,4 1 1-16,4 1-2 16,0 2 1-16,2 0 0 15,-1 0 0-15,-1 0 0 16,-2 0 0-16,-1 4-4 0,-1 1-18 16,-3 2-32-16,-1 0-20 15,-3 2-2-15,0-2 7 16</inkml:trace>
  <inkml:trace contextRef="#ctx0" brushRef="#br0" timeOffset="11122.08">18205 14625 319 0,'0'0'18'0,"0"0"54"0,14-51-50 0,-5 36-5 15,2-1-1-15,3 0 3 16,-1 1-7-16,1-1-8 16,1-1-2-16,-2 3 0 15,1-3-1-15,-5 5 1 0,1-3-2 16,-6 4 0-16,-2-1 1 16,-2 2 2-16,-5 4-1 15,-9 2 2-15,-2 3 11 16,-5 1-1-16,-2 1 4 15,-1 9 0-15,6 3 4 16,0 4-4-16,7 2-5 0,4 3-1 16,6 3-5-16,1 0 4 15,6-2-4-15,7-2-2 16,6-5-4-16,7-5 0 16,3-8-1-16,7-3 1 15,4-11-1-15,5-11 0 0,1-6 0 16,4-8-46-16,-8-11-37 15,-9-8-141-15</inkml:trace>
  <inkml:trace contextRef="#ctx0" brushRef="#br0" timeOffset="21590.05">28121 2678 122 0,'0'0'66'0,"0"0"-56"0,0 0-5 16,0 0 0-16,0 0 9 15,-14 50 8-15,14-20 4 16,-1 5 6-16,1 5 5 15,0 5-11-15,0 2-17 16,0-3-4-16,0 0-3 0,0-7 1 16,0-6-3-16,0-5 1 15,0-6 0-15,0-6-1 16,0-4 1-16,0-6 1 16,0-4-1-16,-1 0 3 15,-1-5 3-15,-5-12-5 16,4-5-2-16,1-9 1 0,2-7-2 15,0-9 1-15,7-4-2 16,7-2-1-16,0 1-3 16,3 5 5-16,-2 6 1 15,0 9 6-15,-2 7 0 0,1 6-2 16,-1 4-2-16,2 6 1 16,-1 4-2-16,2 5 1 15,0 0-2-15,1 4 1 16,-3 9-2-16,-2 5 2 15,-4 2-2-15,-6 4 1 16,-2 2 0-16,-3 1-1 16,-12 1 1-16,-3 1 0 0,-4-1-2 15,-3-4 1-15,-2-1 1 16,2-2-2-16,3-4-1 16,-2-3 5-16,3-3-3 15,6-2 2-15,3-2-1 0,5 2-1 16,5-4 0-16,2 2 2 15,0 3 0-15,7 2 0 16,7 2-1-16,1 3 2 16,5 3-2-16,-4 1 1 15,3 1 0-15,-2 0-1 0,-2-2-1 16,-6 0 0-16,1-3-31 16,-5-3-40-16,-2-3-9 15,-3-6-58-15</inkml:trace>
  <inkml:trace contextRef="#ctx0" brushRef="#br0" timeOffset="21796.01">28317 3185 276 0,'0'0'4'0,"0"0"-4"0,0 0 8 0,0 0 21 16,12 47 4-16,-10-24-16 15,-2 0-8-15,0 2-6 16,0 2-1-16,0 0 0 16,-1-3-4-16,-4-2-37 15,-1-4-35-15,-1-5-15 0</inkml:trace>
  <inkml:trace contextRef="#ctx0" brushRef="#br0" timeOffset="22110.53">28701 3013 379 0,'0'0'7'0,"0"0"20"16,0 0-15-16,49-27-5 16,-30 25 3-16,4 0 1 0,3 1-2 15,3-2-3-15,1 3-4 16,1 0-1-16,0 0-1 16,-2 0 0-16,-4 0-4 15,-2-2-25-15,-2 0-27 16,-8-3-43-16,-5-6-12 0</inkml:trace>
  <inkml:trace contextRef="#ctx0" brushRef="#br0" timeOffset="22338.47">28970 2844 289 0,'0'0'1'0,"0"0"13"16,0 0 28-16,0 0-17 15,0 0-16-15,0 0 2 16,0 0-4-16,0 0 4 16,-24 61-5-16,24-32-2 0,0 3-2 15,-1 1 0-15,0 0-2 16,-2-2-2-16,0-3-20 16,0-5-52-16,0-4-36 15,1-7-53-15</inkml:trace>
  <inkml:trace contextRef="#ctx0" brushRef="#br0" timeOffset="22964.07">29327 2928 394 0,'0'0'2'0,"0"0"-6"0,0 0 4 16,14 44 2-16,-13-21-2 15,-1 1 2-15,0 0-1 16,0 0 0-16,0-2-1 16,0-4 1-16,-1-1-1 15,-3-4 0-15,2-5 0 0,-2-5 1 16,1-3 2-16,2 0 13 15,-5-10 2-15,3-7-12 16,0-4-5-16,3-5 0 16,0-9 0-16,0-6 0 15,7-8-1-15,6-2 0 0,3-3-1 16,2 3 1-16,0 6 0 16,-1 9 0-16,0 8 3 15,0 8 3-15,-2 11-1 16,1 5-3-16,-1 4-4 0,-1 0 0 15,-3 9 2-15,0 8-1 16,-8 0 0-16,-2 3 0 16,-1 1 0-16,-4 0-2 15,-9-1 0-15,-1 0-4 16,-5-3-5-16,-1-2 2 16,3-3 5-16,-1-2-6 0,3-3 7 15,5-4 1-15,1 1 3 16,5-4 0-16,1 3 0 15,3-2-5-15,0 4 4 16,7 0 2-16,5 5 0 0,2 2 0 16,4 4 0-16,-1 3 1 15,1 1-2-15,-3 0 0 16,0 3 0-16,-2-1 0 16,-3-3-28-16,-2-1-81 15,0-3 21-15</inkml:trace>
  <inkml:trace contextRef="#ctx0" brushRef="#br0" timeOffset="23316.15">29715 3094 347 0,'0'0'1'0,"0"0"14"16,41-32 7-16,-29 26-1 15,-6 1-4-15,1 4 2 16,-3 1-9-16,-1 0-8 0,0 9-1 16,-2 4-1-16,-1 2-1 15,0 4 1-15,0 1 0 16,-2 0 0-16,-4 1-5 16,3-3-19-16,-5 2 11 15,3-4-2-15,-2-3 4 0,3-4 2 16,2-1 4-16,2-3 3 15,0-2 1-15,7-3 2 16,8 0 0-16,5 0 0 16,4 0-1-16,5-3-1 15,5-7-45-15,3 0-58 0,2-5-26 16</inkml:trace>
  <inkml:trace contextRef="#ctx0" brushRef="#br0" timeOffset="23568.02">30152 2934 316 0,'0'0'8'0,"0"0"22"16,0 0-18-16,46-24-9 15,-27 24 0-15,2 0 0 16,0 0-2-16,-2 0-1 16,-1 3-1-16,-5 2-36 15,-4 1-47-15,-4-2-9 0</inkml:trace>
  <inkml:trace contextRef="#ctx0" brushRef="#br0" timeOffset="23722.95">30191 3026 154 0,'0'0'9'0,"0"0"13"16,0 0-9-16,0 0 6 15,0 0 30-15,0 0-25 16,52 23-20-16,-28-23-1 16,3 0-9-16,-2-6-75 0</inkml:trace>
  <inkml:trace contextRef="#ctx0" brushRef="#br0" timeOffset="24376.01">31431 2466 297 0,'0'0'0'0,"0"0"18"0,0 0-1 16,0 0-13-16,-60 3 2 15,33 16 2-15,-2 6 10 16,-1 5-4-16,0 7-7 0,2 2 0 15,2 2-5-15,3 3 1 16,8 0-2-16,6-3 0 16,5-3 0-16,4-2-1 15,0-3 2-15,6-4-1 16,-1-6 0-16,-4-2 0 0,-1-6-1 16,0-4 1-16,-8-3 0 15,-7-2 2-15,-4-3 2 16,-4-2 5-16,-3-1 5 15,-4 0-1-15,0 0 0 16,-2-4-4-16,3-4-6 0,-1-4-1 16,4 1 3-16,5 2 7 15,6-1-2-15,5 1-8 16,3 4-1-16,4 1-2 16,1 1-1-16,2 3 2 0,0 0-3 15,1 0-21-15,9 0-14 16,1 0-2-16,3-3-49 15,4-4-48-15</inkml:trace>
  <inkml:trace contextRef="#ctx0" brushRef="#br0" timeOffset="25028.69">31407 2503 113 0,'0'0'45'16,"0"0"-33"-16,0 0 22 0,0 0-7 15,0 0-2-15,0 0-5 16,0 0 2-16,0 0-2 15,7-37-6-15,-7 33-7 16,2 0-4-16,0-2 1 16,1 2-1-16,2 0-1 0,3-2 3 15,2-1 6-15,2 4 3 16,3 0-2-16,3 3-4 16,1 0-1-16,2 0-2 15,0 10-1-15,1 7-2 16,-2 6 0-16,-1 5 1 15,-5 7-1-15,-5 4-1 0,-4 7 1 16,-5-1-1-16,0 3 1 16,-4-4 0-16,-3-1 0 15,0-2-2-15,0-5 1 16,0-3 0-16,3-4 0 0,1-4 1 16,1-3-1-16,2-5 0 15,0-4 1-15,2-2-1 16,9-4 2-16,5-2 8 15,5-4 5-15,5-1-6 16,8 0-4-16,1 0-2 16,4-6-1-16,1-1 5 0,1 2-3 15,-6-1 2-15,-4 0-1 16,-5 2 1-16,-8 0 1 16,-4 1-2-16,-5 0 1 15,-4 3-2-15,-2-1-2 16,-2 1-2-16,-1 0 0 15,0 0-2-15,0 0 1 0,0 0-3 16,0 0-43-16,0 0-25 16,0-10-124-16</inkml:trace>
  <inkml:trace contextRef="#ctx0" brushRef="#br0" timeOffset="34920.11">7043 8335 74 0,'0'0'15'16,"0"0"-12"-16,0 0 75 15,0 0-26-15,0 0-31 16,0 0 0-16,0 0-1 0,0 0-2 16,0 0 5-16,0 0 2 15,-12-37-5-15,9 27-10 16,-3-1 0-16,-1-1-1 16,1 0 2-16,-2-1-3 0,-2-1-1 15,-1 1 0-15,-5-1 5 16,0 0-3-16,0-1-4 15,-4 1 3-15,3 1-3 16,-4-2-1-16,2 2-1 16,-4-1 3-16,1 2-1 15,-1-2-3-15,-1 3-1 0,-1-2 2 16,-2 2-3-16,0-1 0 16,0 2 1-16,-2-1 0 15,2 1-1-15,0 2 1 16,1-1 0-16,-1 3-2 0,3 1 1 15,-1 2 0-15,-4 1-1 16,2 2 0-16,-4 0 3 16,0 0-2-16,-1 3 2 15,-1 4-2-15,-1-2-1 16,1 2 0-16,1 4 1 0,1-1-2 16,2 4 2-16,0 0 3 15,0 2-5-15,2-2 0 16,0 2 4-16,3 1-3 15,0 0 3-15,1 1-1 16,0 0-3-16,4 1 2 16,-2 1-1-16,3 3 0 0,1-3 1 15,0 4 0-15,2-3 0 16,2 2 0-16,1 1 0 16,4 0 0-16,-1-1 0 15,-2 1 0-15,2 2-2 16,0 2 1-16,-1 2-2 0,2 1 3 15,-3 0-1-15,1 2 1 16,2 2-1-16,1-2 1 16,-1 0 0-16,2 1 1 15,0-1-1-15,1 1-1 0,1 1 1 16,2 2 0 0,0 3 0-16,0 1 0 0,0 3-1 15,4 0 1-15,-2 3 0 16,0-2-1-16,0-2 1 15,4 1 0-15,3-1-1 16,1 2 1-16,0-1 0 16,2-1-1-16,1-2 0 0,3-1 1 15,-1-3-1-15,3-2 0 16,-1 0 1-16,4-6-3 16,0 1 3-16,2 0-1 15,1-3 0-15,0-2 1 0,3-2-2 16,-1-2 1-16,3-1 0 15,0-3 1-15,0 0-1 16,0-1 0-16,1-3 2 16,-1-1 0-16,0-1-2 15,2 0 2-15,-1-1 0 0,5 0-1 16,-4-2 2-16,4 2-1 16,1-2-1-16,-3 1 3 15,1 0 0-15,-1-1 0 16,2-2-3-16,-4 1 1 15,0-1 0-15,-2-1-1 16,2-2 0-16,-2-1 0 0,2-2 0 16,-1 0 2-16,0 0-2 15,-3 0 2-15,-1 0-1 16,1 0 1-16,-2-5 1 16,-1 2-2-16,-3-2 0 15,2-1 0-15,-1 1 0 0,-2-1 0 16,2-1 1-16,-3 0-1 15,4-2 1-15,-1 1-1 16,0-2 2-16,0-2 1 16,1-3-1-16,0 0 0 0,2-3 1 15,-2-2 1-15,3 0-2 16,-4-4 0-16,2 3 0 16,-1-2-1-16,-4 0 1 15,2 1-1-15,-2 0 1 16,-1-2 1-16,-3 1-1 15,3-1 1-15,-1-1-2 0,-1-1-1 16,-1-2 0-16,1 1 1 16,-1 0 0-16,-4-2 1 15,1 4 1-15,-2-2 2 16,-2 4-2-16,-1-2-1 16,-1-1-1-16,1 0 0 15,0 0-2-15,-3-2 1 0,0 0 1 16,2-2-2-16,-2 2 0 15,1-2-2-15,1-1 2 16,-2-1 0-16,0 1-1 16,-2 0 2-16,2 1-1 0,-1 2 2 15,-1-2-4-15,0 2 2 16,0 1 2-16,0-1-2 16,-1 0 0-16,-3 1 1 15,0-2-1-15,-1-1 1 16,1 0-1-16,0 0-1 15,0-1 1-15,-2-1 0 0,2 2-1 16,-2 2-1-16,1 0 2 16,-4 1 0-16,-2 0 2 15,0 1-2-15,0 1 1 16,-5-1-1-16,-2-1 1 16,0 0-1-16,-2 0 1 0,-2 3-1 15,-3 1 0-15,-2 2 0 16,0 3 0-16,-1 3-2 15,0 5-1-15,0 6-1 16,3 4-25-16,3 0-17 0,0 9-38 16,5 2-94-16</inkml:trace>
  <inkml:trace contextRef="#ctx0" brushRef="#br0" timeOffset="47978.25">24540 9572 28 0,'2'0'9'0,"2"0"-8"0,1 0-1 15,-2 0-3-15,1 0-20 16</inkml:trace>
  <inkml:trace contextRef="#ctx0" brushRef="#br0" timeOffset="51288.97">14301 11714 0 0,'0'0'11'0,"0"0"-12"16,0 0 0-16,2 0 1 15,-2 0 1-15,0 0-1 0,3 0 0 16,-2 0 0-16,0 0-2 16</inkml:trace>
  <inkml:trace contextRef="#ctx0" brushRef="#br0" timeOffset="54869.03">18177 11481 36 0,'0'0'17'0,"0"0"-13"0,0 0-1 16,0 0 3-16,0 0 6 15,0 0-4-15,0 0 63 16,0 0-7-16,0 0-53 15,0 0 5-15,0 0 3 0,2 0-3 16,-2 0-1-16,0 0 3 16,0 0-4-16,-3 0-5 15,2-1 12-15,0 1-1 16,0 0-8-16,1-1 0 16,0 1-2-16,0 0-1 15,0 0-5-15,-1-1-2 0,1 1-1 16,0 0-2-16,0 0 2 15,0 0-1-15,0 0 1 16,0 0-1-16,0-2 3 16,0 1 6-16,0-2 1 15,0-1-6-15,0 1-3 0,3-1 3 16,1 0 4-16,0-2-4 16,0 3 0-16,2-1 2 15,-2 3 0-15,1-1-1 16,-1 2-4-16,0 0 0 15,0 0-1-15,1 0 1 0,-2 0-1 16,1 0 0-16,-3 2 1 16,1 2-2-16,-1 0 2 15,0 0-1-15,-1 0 0 16,0 2 0-16,0-1 0 16,0 0 1-16,0-2-1 0,0 1 0 15,-2 2 0-15,0-2 1 16,-1-2-1-16,1 0 2 15,-2 0-2-15,-1-2 1 16,2 0-1-16,-2 0 2 16,1 0-1-16,0 0-1 0,0 0 1 15,0 0-1-15,0-4 1 16,2-1-2-16,0-3 1 16,2 2 0-16,-2 1 1 15,2-3-1-15,0 3 0 16,0-1 0-16,0 2 0 0,0-2 0 15,0 2 0-15,4-2 1 16,0 3-2-16,2-1 1 16,0 1 1-16,-1 2-1 15,3 0 0-15,-1 1 1 16,0 0-1-16,-1 0 0 0,1 0 0 16,-2 4 0-16,2 1 0 15,-4 0 1-15,0 3-1 16,-1-5 0-16,-1 4 0 15,-1 0 0-15,0-1 0 16,0 0 0-16,0-1 0 0,-5-1 1 16,-1 2-1-16,-3-2 0 15,4-1 1-15,-4-1-1 16,3 2 0-16,-2-4 0 16,4 0 0-16,-2 0 0 15,3 0 1-15,-1 0-2 16,2 0 1-16,2-4 1 0,-2-1-1 15,2-2 0-15,0 1 0 16,0 1 0-16,0-1 0 16,2 1 0-16,2 0 0 15,0 1 0-15,0 1 0 16,1-1 0-16,-1 3 0 0,1-1 0 16,0 2 0-16,-1 0 0 15,1 0 0-15,-1 0 0 16,0 3 0-16,-1 0 0 15,-1 1 0-15,1 0 0 16,-3 0 0-16,0-1 0 0,0 2 0 16,0-4 0-16,-6 3 1 15,2-2-1-15,0-1 0 16,-2-1 0-16,3 0-1 16,1 0 2-16,2 0-1 15,0-2-6-15,0-4-50 0,0-6-92 16</inkml:trace>
  <inkml:trace contextRef="#ctx0" brushRef="#br0" timeOffset="64964.35">15924 11105 186 0,'0'0'18'0,"0"0"15"16,0 0-6-16,0 0 6 15,0 0-10-15,0 0-2 16,0 0-2-16,0 0-3 16,0 0 1-16,0 0-2 15,0 0-5-15,-2-16-1 0,2 16-6 16,0 0-2-16,0 0-1 16,4 0 0-16,1 0 1 15,4 1-1-15,-1 5 0 16,2 1 1-16,5 4 0 15,3-2 0-15,0 5 1 16,2 3 2-16,4 2-2 0,1 2 0 16,0 2 0-16,-1 2 1 15,1-2-1-15,-1 3 0 16,-1-3 0-16,-4-4 0 16,0 1 2-16,-1-3-3 0,-3-3 1 15,-3-2 0-15,-3-4 4 16,1 2 4-16,-2-3-7 15,-2 0 0-15,-2-2-2 16,1-1 0-16,-3 0 0 16,0-1-1-16,-1 2 1 15,1-3-1-15,-2 2 0 0,0-1 0 16,0 0-9-16,-2 0-21 16,-5-2-33-16,-4-1-52 15,-1 0-75-15</inkml:trace>
  <inkml:trace contextRef="#ctx0" brushRef="#br0" timeOffset="65895.14">16299 11029 106 0,'0'0'33'0,"0"0"12"0,0 0-24 15,0 0 2-15,0 0 8 16,0 0-6-16,0 0 0 0,0 0-8 15,0 0 1-15,0 0-3 16,0 0 0-16,-29-21-2 16,27 21-1-16,-2-1-1 15,0 1-3-15,1 0-1 0,-1 0-3 16,-1 1-1-16,-2 6 1 16,-2 3 4-16,-1 2 3 15,-2 5 1-15,-2 2-5 16,-1 4 3-16,-2 4-2 15,-2 1 0-15,0 2 2 16,0 0-3-16,-1 3 0 0,1-2-1 16,2-3-2-16,4-2-2 15,-1-2 0-15,4-4-1 16,3 0 0-16,-5-3-1 16,5-3 1-16,3 0-1 15,-2-2 0-15,0-3 0 0,3 0 1 16,0-4-1-16,1 0-1 15,2-4 2-15,-2 1-1 16,2-2 0-16,0 0 1 16,0 0 0-16,0 0 0 15,0 0 0-15,0 0-1 0,0-3 1 16,0 0-2-16,0 0 2 16,0-1-1-16,0 0-1 15,0-2 1-15,4-1 0 16,1-2 1-16,2-2-1 15,-1-2 0-15,5-5 0 16,5-2 0-16,-1-5 0 0,6-4 0 16,0-1 0-16,3-5 1 15,0 2-2-15,-1-1 2 16,-1 4-1-16,-4 2-1 16,2 4 2-16,-7 4-1 15,-3 3 0-15,-2 3 0 0,-3 2 0 16,-1 5 0-16,-2 1 0 15,-2 1 1-15,0 2-1 16,0 1-1-16,0 1 2 16,0 1-1-16,0 0 0 15,0 0-1-15,0 0 1 0,0 0 0 16,0 0 0-16,0 4-1 16,0 1 0-16,0-1 1 15,0 1-1-15,0 0-20 16,0 2-22-16,2 0-9 0,-2-3-37 15,-7-1-60-15</inkml:trace>
  <inkml:trace contextRef="#ctx0" brushRef="#br0" timeOffset="66494.19">15972 11110 73 0,'0'0'9'0,"0"0"22"0,0 0-8 16,0 0 12-16,0 0-11 15,0 0-3-15,0 0-3 16,0 0-9-16,0 0-1 0,0 0-1 16,0 0 2-16,0 0 3 15,0 0 1-15,-32 7-1 16,32-5-5-16,0 2 1 15,0-1-2-15,0 1 4 16,7 3 3-16,4-1 5 16,6 2 2-16,3 3-4 0,5 1-1 15,2 2-3-15,4 5-5 16,-2-1 1-16,0-1-4 16,-2-1-2-16,-2 4-1 15,-8-5 1-15,0-2-2 16,-5-3 1-16,0 0 0 0,-5-3 1 15,-1-1-1-15,-1-2 1 16,-1-1-2-16,0-1 0 16,-3 0 2-16,0 1-2 15,0-3 0-15,1 2 0 16,-2 0 0-16,0-2 1 0,0 0-1 16,0 0 1-16,0 0 0 15,0 0-6-15,0 0-19 16,-5-2-37-16,-1-7-44 15,-5-5-35-15</inkml:trace>
  <inkml:trace contextRef="#ctx0" brushRef="#br0" timeOffset="67013.95">16239 11005 70 0,'0'0'21'0,"0"0"4"15,0 0 4-15,0 0-11 16,0 0 1-16,0 0-6 15,0 0-8-15,0 0 7 16,0 0 4-16,0 0-7 0,-4 18-1 16,-1-7 2-16,-2 1 15 15,1 4 3-15,-5 2-11 16,2 5-1-16,-2 0 0 16,-1 5-1-16,1 2-5 15,-3 3-2-15,1-2-2 0,1 2-2 16,0-2-2-16,3-1 0 15,0-5 1-15,-3-2-2 16,4-6 0-16,1 0 0 16,-2-4-1-16,4-3 1 15,1-3 0-15,0-3-2 0,2-2 3 16,0-1-2-16,1-1 1 16,0 0 0-16,1 0-1 15,0-2 0-15,0-3-13 16,0 0-25-16,0 0-35 15,0-1-16-15,0-1-103 0</inkml:trace>
  <inkml:trace contextRef="#ctx0" brushRef="#br0" timeOffset="68491.33">18215 11433 91 0,'0'0'39'0,"0"0"-1"0,1 0-8 15,1 0-6-15,-2 0 11 16,1-2 9-16,0 1-15 16,-1-1-12-16,0 2-3 15,2 0-7-15,-2 0 0 16,0 0-4-16,0 0-1 0,0 0-1 15,0 0 1-15,0 0 2 16,0 0 2-16,0 0-2 16,0-2-1-16,0 0-1 15,2-1-2-15,-2 2 0 16,2-1 0-16,-2 0 1 0,2 0-2 16,-1 2-5-16,1 0-34 15,-2 0-52-15,0 0-36 16</inkml:trace>
  <inkml:trace contextRef="#ctx0" brushRef="#br0" timeOffset="69136.22">18257 11346 123 0,'0'0'36'0,"0"0"5"16,0 0-26-16,0 0-2 15,0 0 8-15,0 0 6 0,0 0 1 16,0 0-10-16,0 0 0 16,-31-4-5-16,25 4-3 15,-2 0 2-15,2 0-4 16,-1 1 1-16,-2 2 1 15,0 0 0-15,-2 1 1 0,0 2-2 16,-2 1 3-16,2 1-1 16,2 2-1-16,-1 3-1 15,0 1 0-15,5 1-3 16,-1 2 0-16,2 1-2 16,3 2 1-16,1 1 0 15,0 1-2-15,4 0 0 0,5-1 1 16,0-1-2-16,5 0 1 15,-1-4-1-15,2-2 1 16,-1-4-2-16,1-1 0 16,-1-7 0-16,2-2 1 0,0 0 0 15,-1-1 1-15,0-9 2 16,-1-1-2-16,-2-2 0 16,-2 0-1-16,-3-1 1 15,-1 0 0-15,-2-1 0 16,-4 0-1-16,0-2 1 0,0 0-1 15,0 0-1-15,-6 0 0 16,-2 0 0-16,-4-1-1 16,1 3 0-16,-5 2 0 15,1 2 0-15,0 0 1 16,-2 3-1-16,2 1-1 16,1 2 1-16,-1-1 1 0,4 2-2 15,-2 2 1-15,3-1-1 16,4 3 1-16,4-2-1 15,-2 2-4-15,2-5-67 16,-1-9-123-16</inkml:trace>
  <inkml:trace contextRef="#ctx0" brushRef="#br0" timeOffset="95740.93">1859 2198 112 0,'0'0'8'0,"0"0"-11"0,0 0 5 15,0 0 1-15,0 0 10 16,0 0 6-16,16 40 0 16,-14-29-2-16,2 2-1 15,1 1 4-15,1 3 4 16,0 0-7-16,4 6-2 0,-3 4-2 16,1 4-3-16,2 5 2 15,-3 3 1-15,1 1-8 16,-1 4-2-16,2-1-2 15,-4-5-1-15,1-1 0 16,-1-4 1-16,2-6-1 16,-3 0 0-16,-2-7 1 0,3-2-1 15,-1-5 0-15,-2 0 1 16,0-6 1-16,1-2-4 16,1-3-27-16,-2-2-13 15,-2 0-30-15,0-14-113 16</inkml:trace>
  <inkml:trace contextRef="#ctx0" brushRef="#br0" timeOffset="96432.85">1868 2181 82 0,'0'0'34'0,"0"0"-17"16,0 0 17-16,0 0-21 0,0 0 0 16,0 0-3-16,0 0 8 15,0 0-3-15,-38-21-3 16,37 18-3-16,-1-1 0 15,2 0-1-15,-2-1-1 16,2-2-3-16,0 1 2 0,0-2-3 16,5-2 0-16,6 0-1 15,0-3 0-15,5 3-2 16,-1-4 3-16,4 4-2 16,0 3 0-16,4-1 0 15,-3 3-1-15,3 1 1 0,-1 4-1 16,2 0 0-16,-1 0-1 15,-3 9 0-15,0 2 1 16,0 4 0-16,-5 3 0 16,-3 0-1-16,-1 3 0 15,-4 3 1-15,-3-1 1 0,-2 0 0 16,-2-2 0-16,0-1 4 16,-2-2 3-16,-7-2 7 15,-2-3 5-15,-5-2 3 16,-4-1-5-16,-2 0-10 15,0-3-3-15,-3 3-3 0,0-3 0 16,1-3-1-16,2 1 0 16,3-3-2-16,2-2-19 15,5 0-42-15,1 0-29 16,5 0-150-16</inkml:trace>
  <inkml:trace contextRef="#ctx0" brushRef="#br0" timeOffset="97414.23">2677 1630 212 0,'0'0'7'0,"0"0"19"0,0 0-5 16,0 0-9-16,0 0-1 0,0 0-1 16,0 0-3-16,0 0-6 0,0 0-1 15,0 0 1-15,-47-3-1 16,30 13 0-16,-2-3 0 16,0 2 1-16,-2-2-1 15,3 0 0-15,1-1 1 16,1-1-1-16,2 1 0 0,3-2 1 15,0-1-1-15,2 1 0 16,3 2 0-16,-2-2 0 16,4 3 0-16,0 0-1 15,-1 4 1-15,3 0-1 16,0 3 0-16,2 3 1 0,0 3-1 16,0 4 0-16,2 6 1 15,2 4-1-15,1 4 1 16,3 8 1-16,2 8 1 15,1 6 0-15,0 4-2 16,0 3 0-16,2 0 0 16,1 0 0-16,-1-3 0 0,1-5 0 15,-5-2 0-15,2-4 0 16,-5-6 1-16,0-6-1 16,-2-7 0-16,-2-7 0 15,0-3 0-15,-2-4 0 0,0-7 0 16,0-2 1-16,0-5 0 15,0-2-1-15,0-1 3 16,0 0-2-16,0-2 0 16,0-1 0-16,0 0 2 15,0 3-2-15,0-3 0 0,0 0 0 16,-2 1 1-16,2-1 1 16,0 2-1-16,0-2-1 15,0 0-1-15,0 1 0 16,2-1 0-16,7 0 4 15,3 0 5-15,1 0 10 16,5 0 5-16,4-5-9 0,3-4-9 16,4 2 7-16,-3 0-6 15,4 0-4-15,-3 0-2 16,-4 2-1-16,-2 1 1 16,-1 0-1-16,-5 0 0 15,1-1 1-15,-3 1 0 0,-3 3-1 16,-3-4 1-16,-1 0 0 15,-2-1-22-15,-1-3-32 16,-3-6-23-16,0-8-100 16</inkml:trace>
  <inkml:trace contextRef="#ctx0" brushRef="#br0" timeOffset="98340.24">2719 1948 34 0,'0'0'0'0,"0"0"0"15,0 0 0-15,0 0 0 0,0 0 0 16,0 0 2-16,0 0 28 15,0 0 25-15,0 0-9 16,-2 0-21-16,2 0 0 16,-2-3-1-16,2 2 3 15,-2-2 4-15,0 2-10 0,2-2-4 16,0-1 0-16,0 1-2 16,0-2-1-16,0 1-4 15,0 0 4-15,2-3-9 16,6 4-3-16,4-4-1 15,1 1 1-15,3 0 1 0,4 2 0 16,0 3-2-16,3 1 1 16,-2 0-2-16,2 4-1 15,-2 7 0-15,-2 3 2 16,-3 2-2-16,-7 4 0 16,-3 0 1-16,-3 0 0 15,-3 0 1-15,-3 0-1 0,-8-2 2 16,-4 1 1-16,-1-1-3 15,-4-1 2-15,2-1-2 16,-2-1 2-16,5-5-1 16,-1-1-1-16,3-3 0 15,3-4-18-15,1 0-21 0,5-2-18 16,2-3-20-16,2-6-102 16</inkml:trace>
  <inkml:trace contextRef="#ctx0" brushRef="#br0" timeOffset="98981.21">3133 1749 133 0,'0'0'38'0,"0"0"-3"0,0 0-2 0,0 0-4 15,0 0 0-15,0 0-5 16,0-40-1-16,-2 36-1 0,0 2 3 15,-3 0-9-15,2 2-2 16,1-1-6-16,-2 1-6 16,0 0-2-16,-1 0 1 15,-1 0 0-15,-2 0 0 16,0 1 1-16,1 3 0 0,1 0 1 16,-2 1-1-16,2 2 1 15,-3 0-1-15,3 2-1 16,-1 0 0-16,0 3 0 15,-2-2 0-15,2 2-1 16,1 0 1-16,1 3-1 16,0-2 0-16,1 2 0 0,0 1 0 15,1 0 0-15,1 0 0 16,2 1-1-16,0 0 1 16,0-3 1-16,0 3 0 15,0 0-1-15,7-1 1 0,-3-1-1 16,3-1 1-16,4 1-1 15,-4-5 0-15,4 0 1 16,1-3 2-16,1-3 1 16,1-1 0-16,1-3-3 15,3 0 3-15,1 0 0 16,0-3-1-16,1-1-1 0,-3 0-1 16,2 1 1-16,-6-1-13 15,-1 2-51-15,-4-1-5 16,-3 0-39-16</inkml:trace>
  <inkml:trace contextRef="#ctx0" brushRef="#br0" timeOffset="99679.43">3761 1603 122 0,'0'0'18'0,"0"0"20"0,0 0-17 16,0 0-4-16,0 0 4 16,0 0-5-16,0 0 6 0,0 0-2 15,0 0 3-15,0 0-2 16,0 0 3-16,-4-38-1 15,-1 36-8-15,1-2-3 16,0 2 2-16,-4 1-6 16,-1 0-2-16,-1 1-3 15,-4 0-2-15,-1 0-1 0,-2 3 0 16,0 4 1-16,-3 1 3 16,3 3-1-16,0 2 2 15,3 2-1-15,1 0-1 16,5 4-1-16,1 1-1 0,4 2-1 15,3 2-1-15,0 2 2 16,0 1-1-16,12 0 0 16,1-3 0-16,3 0 1 15,5-6-1-15,0-2 0 16,4-7 0-16,2-5 0 0,4-4 0 16,0 0 2-16,0-4-1 15,-1-8 1-15,-1 0-1 16,-5-1-1-16,-2 0-11 15,-1 3-8-15,-4 0-12 16,-3 4-22-16,-3-1-10 0,-2 2 4 16,-6 1-59-16</inkml:trace>
  <inkml:trace contextRef="#ctx0" brushRef="#br0" timeOffset="100140.93">3521 1810 94 0,'0'0'38'0,"0"0"5"0,0 0-14 0,0 0-6 0,0 0-2 0,0 0-3 0,0 0 4 0,0 0-1 15,0 0 3-15,0 0-4 0,0 0-7 16,0 0-7-16,12-18-2 16,8 9 2-16,7 1 2 15,4-7-1-15,5 0-2 16,2 0-3-16,-2-1 1 15,-3 3-2-15,-1 0 0 0,-10 5-66 16,-9-1-50-16</inkml:trace>
  <inkml:trace contextRef="#ctx0" brushRef="#br0" timeOffset="100874.28">4109 1351 219 0,'0'0'5'0,"0"0"24"16,0 0-8-16,0 0-17 15,0 0-5-15,0 0 3 16,3 41 10-16,4-16 1 16,4 3-1-16,-1 2 2 0,2 4-10 15,1-1-1-15,-3 3-2 16,-1-4-1-16,-1-5 1 16,-1-4 0-16,-5-3-1 15,3-6 1-15,-3-5 2 0,-2-4-2 16,0-1-13-16,0-4-40 15,-2 0-38-15</inkml:trace>
  <inkml:trace contextRef="#ctx0" brushRef="#br0" timeOffset="101493.05">4127 1404 234 0,'0'0'16'16,"0"0"20"-16,0 0-6 16,-4-41-12-16,4 34 8 15,0-3 0-15,0 1-2 0,0-2-10 16,0 2-7-16,0 1-3 15,5-5-3-15,3 3-1 16,4 0 0-16,3-1-1 16,1 1 1-16,-1 2-1 0,6 2 1 15,-2 0-1 1,4 6 0-16,-3 0-1 0,-2 0 1 16,0 6-1-16,-5 4 0 15,-3 4 1-15,-4 1-2 16,-6 1 0-16,0 3 2 15,-6-1 0-15,-8 2 0 0,-4 0 1 16,0-1 1-16,-4-1 0 16,2 0-2-16,0-2 1 15,4-2 0-15,3-1 1 16,4-3-1-16,2-3 0 16,3 0 0-16,1-3-1 0,3-1 0 15,0-3-2-15,0 2 0 16,0-2 2-16,7 0 1 15,2 0 1-15,2 0-1 16,3 1 0-16,1-1 0 16,3 3-2-16,-1 1 1 0,2-1-1 15,1 5 2-15,-3 1-1 16,0 1 1-16,-2 0 0 16,1 0 0-16,-5 0 0 15,3 0-24-15,-6-2-18 16,-1-2-1-16,-1 1-9 0,-4-1-29 15</inkml:trace>
  <inkml:trace contextRef="#ctx0" brushRef="#br0" timeOffset="101975.37">4594 1502 165 0,'0'0'56'0,"0"0"-13"0,0 0-10 15,0 0 0-15,0 0-10 0,0 0 2 16,0 0-13-16,0 0-13 16,0 0-1-16,0 0 5 15,0 0-1-15,19 43 0 16,-13-23 0-16,1 0-2 15,-3 1 0-15,4-1 1 16,-4-2-1-16,-2-4 1 0,2-2-1 16,-3-2 1-16,1-2-1 15,0-2 1-15,-2-2 0 16,0-1-31-16,0-2-29 16,0-1-5-16,0-1-78 15</inkml:trace>
  <inkml:trace contextRef="#ctx0" brushRef="#br0" timeOffset="102809.51">4953 765 119 0,'0'0'63'0,"0"0"-56"16,0 0 19-16,0 0-10 15,0 0-6-15,0 0-8 0,0 0-2 16,0 0 1-16,0 0 3 15,0 0 4-15,-15 62 4 16,15-23-2-16,3 12-2 16,6 13 4-16,0 13-2 15,0 9-2-15,2 5-2 16,-4 4-5-16,-3-4 0 0,-2-3 0 16,-2-10-1-16,0-5 1 15,0-7 0-15,-6-9 5 16,-3-10 13-16,2-8 8 15,0-10-13-15,1-7-5 16,4-11-1-16,-1-1-5 0,3-6-2 16,0-1-1-16,0-3 1 15,3 0-6-15,1-7-42 16,2-9-50-16</inkml:trace>
  <inkml:trace contextRef="#ctx0" brushRef="#br0" timeOffset="103355.96">5153 1373 120 0,'0'0'16'16,"0"0"-4"-16,0 0 17 0,0 0-13 15,0 0 2-15,0 0 5 16,0 0-3-16,0 0 4 16,0 0-7-16,0 0-10 15,0 0-6-15,2-18-2 16,4 30 5-16,0 8 14 15,3 3 8-15,1 7-7 0,3 2-3 16,4 4-7-16,-1-2-6 16,-1 4-2-16,-3-3 0 15,1-2-1-15,-4-3 1 16,0-3 0-16,-5-5-1 0,-1-5 1 16,-1-6-1-16,-2-2-34 15,0-7-21-15,-3-2 1 16,-3-4-53-16</inkml:trace>
  <inkml:trace contextRef="#ctx0" brushRef="#br0" timeOffset="104700.9">5312 1255 188 0,'0'-4'13'15,"0"0"31"-15,0 2-8 16,0 1-5-16,0 1-5 16,5 0-23-16,-1 3-7 15,1 9 9-15,3 3 22 0,2 6-5 16,3 3-9-16,0 3-6 15,3 3 0-15,-1-2-2 16,1 2-3-16,-1-2-1 16,-1-5 0-16,-1 1 1 15,-3-3-2-15,-4-5-6 0,-1-3-23 16,-5-3-30-16,0-3-14 16,-2-7-19-16</inkml:trace>
  <inkml:trace contextRef="#ctx0" brushRef="#br0" timeOffset="105064.49">5053 1376 215 0,'0'0'2'0,"0"0"20"0,0 0 8 15,0 0-1-15,0 0 4 16,0 0-4-16,0 0 12 16,0 0-12-16,0 0-7 15,-29-43-6-15,47 27-7 16,4-5-5-16,14-7 1 15,8-5 1-15,6-1-2 0,1-3-1 16,3 3-3-16,-5 3 1 16,-7 5-1-16,-6 5 0 15,-7 9-7-15,-6 8-38 16,-8 4-57-16,-5 0-16 0</inkml:trace>
  <inkml:trace contextRef="#ctx0" brushRef="#br0" timeOffset="105576.48">5670 1407 313 0,'0'0'4'0,"0"0"14"16,0 0 23-16,0 0-7 16,0 0-14-16,0 0-4 15,0 0-10-15,0 0-5 0,42-24-1 16,-33 24 0-16,0 0 0 16,2 5-1-16,-2 3 0 15,-2 0-3-15,-1 2-6 16,-1 3-1-16,2-2 2 15,-7 4-4-15,0 0 2 16,0 1 2-16,0-1 6 16,-9 0 2-16,2-1 0 0,-2-1 2 15,0-2-2-15,4 0 2 16,-1-3 0-16,4-1-1 16,2-1 0-16,0-1 1 15,0-4 1-15,0 1-1 0,8-2 5 16,4 0 6-16,6-5 3 15,2-5-7-15,5-2-3 16,-1-4-3-16,3 0 0 16,-3 0 0-16,-1 1-5 15,-8-2-49-15,-1 3-55 0,-7-2-123 16</inkml:trace>
  <inkml:trace contextRef="#ctx0" brushRef="#br0" timeOffset="106894.25">5603 502 130 0,'0'0'6'0,"-3"0"23"16,2 0-1-16,1 0-3 15,0 0-4-15,0 0-3 16,-1 0 8-16,1 0-3 0,0 0-3 16,0 0 4-16,0-3-10 15,5-2-11-15,3-4-2 16,7-2 0-16,4 1 2 15,6-3 2-15,2-1 2 16,4 1 0-16,0 1-4 0,0 3-1 16,-3 0-2-16,-2 6 1 15,-4 2-1-15,-4 1 0 16,-2 0-1-16,-1 4 1 16,-1 5 0-16,-3 5 0 15,0 3 0-15,1 4 0 0,-1 6 0 16,0 6 0-16,5 7 0 15,-1 4 0-15,3 10 0 16,1 5 0-16,2 3 1 16,-1 6 0-16,3 4-1 0,-3-1 1 15,2-4 0-15,-1 1-1 16,-2-4 0-16,-1-6 1 16,-4-8-1-16,0-3 0 15,-6-3 2-15,-1-10-3 16,-3-6 2-16,1-6 0 15,-5-8 1-15,0-3-2 0,0-6 3 16,0-1 30-16,0-3-7 16,0 2-7-16,-5 0-8 15,-2 1-3-15,-4-1-6 16,-2 3 0-16,-2 1 0 16,-4 3 1-16,-8 1-2 0,-2 5 0 15,-9 3-1-15,-6 6 1 16,-8 3-2-16,-10 5-19 15,-7-2-108-15,-6-6-169 16</inkml:trace>
  <inkml:trace contextRef="#ctx0" brushRef="#br0" timeOffset="108557.07">1982 4503 172 0,'-2'-3'71'0,"-1"0"-44"15,1 3 21-15,2 0-35 0,0 3-18 16,0 10 3-16,9 5 1 16,3 8 3-16,3 4 10 15,3 11 7-15,2 4-5 16,2 7-3-16,1 3-7 16,1 1-2-16,-1-1-2 0,-1-7 0 15,-4-2 3-15,-3-7-3 16,-1-9 1-16,-5-3 0 15,-3-4 0-15,1-6-1 16,-2-4-8-16,-1-5-22 16,-3-3-17-16,1-5-11 15,-2 0-30-15</inkml:trace>
  <inkml:trace contextRef="#ctx0" brushRef="#br0" timeOffset="109025.43">1913 4482 270 0,'0'0'4'15,"0"0"13"-15,-16-40 24 16,11 26-5-16,3 0-7 16,2 2-3-16,0-2-3 0,0 0-7 15,5-2-6-15,6 2-6 16,4 0-2-16,3 1-2 16,5 2 0-16,2 1 0 15,3 6-1-15,1 1 0 16,0 3 1-16,0 0-1 0,-4 2 0 15,-2 7 1-15,-8 1-1 16,-1 3 1-16,-6 0-1 16,-5 3 1-16,-3 0 0 15,-5 4 0-15,-8 3 1 16,-7 1 0-16,-5 3-1 0,-2-3 0 16,0 0 1-16,0-3-12 15,3-4-9-15,2-5-13 16,4-5-12-16,7-7-10 15,2 0-19-15,2-7-122 16</inkml:trace>
  <inkml:trace contextRef="#ctx0" brushRef="#br0" timeOffset="109671.18">2625 3775 339 0,'0'0'2'0,"0"0"16"0,0 0-12 15,0 0-5-15,0 0-1 16,-54 18 0-16,35-4 1 15,-4 2 1-15,1-2-1 16,0 2 0-16,4-2-1 0,3 0 1 16,-1-3-1-16,5 1 0 15,3-4 2-15,2 1-2 16,4 1 0-16,-1 1-2 16,3 4 1-16,0 7 1 15,3 6-1-15,8 11 0 0,0 8 2 16,4 8-2-16,6 10 1 15,4 8 0-15,0 8-1 16,3 1 1-16,4 1 0 16,-3 3 1-16,0-2-1 0,-5-4 0 15,1-7 0-15,-5-4 0 16,-3-8 0-16,-1-9 0 16,-3-8 0-16,-1-8 0 15,-3-6 0-15,0-6 0 16,-3-6 0-16,2-2 1 0,-4-6 0 15,-2-4 0 1,2-2 2-16,-4 0-1 0,2-4 0 16,1 0 0-16,1 0 1 15,4 0 3-15,2 0 8 16,3 0 1-16,8-9-3 0,2-2-4 16,5-3 10-1,4-5-7-15,1 1-5 0,1-2 1 16,-5 0-4-16,0 4-2 15,-4-1 0-15,-4 3 0 16,-2 2-1-16,-4-1 0 16,-1 1-12-16,-6 0-22 0,-6-1-41 15,-2-3-33-15</inkml:trace>
  <inkml:trace contextRef="#ctx0" brushRef="#br0" timeOffset="110421.06">2696 4261 187 0,'0'0'2'0,"0"0"5"16,0 0 21-16,-6-36 6 15,6 27 1-15,0 1 2 16,0-1 8-16,0 1-17 16,0-2-7-16,2 0-1 15,6 1-8-15,3 0-6 0,5 1-4 16,1 5-2-16,3 3-1 15,2 0 0-15,3 4 1 16,-3 11 0-16,1-1-2 16,-6 6 2-16,-3 1 0 15,-3-1-2-15,-7 3-1 0,-1-2 1 16,-3-1 0-16,0 3 2 16,-5-5 0-16,-3-2 0 15,-1-5 0-15,2 0 0 16,2-5 1-16,-1-4 0 15,4-2 2-15,-1 0 4 0,3-3 2 16,0-10-1-16,0-3-5 16,7-5-1-16,4-6-2 15,1-1 0-15,1-2 1 16,0 0-2-16,-4 5 2 16,-2 2-1-16,-1 4 1 15,-6 4 2-15,0 2 16 0,0 3 2 16,0 3-1-16,-2 2 1 15,-4-1-4-15,1 4-4 16,1-1-3-16,0 3-5 16,1 0-2-16,1 0-3 0,-1 0-1 15,3 5 1-15,0 4-1 16,0 4 0-16,0 4 1 16,7 3-1-16,2 2 0 15,4 3 0-15,3 3 1 16,0-2-1-16,4 0 2 0,2-4-1 15,-2-3-1-15,3-8-7 16,1-8-27-16,1-3-14 16,0-11-27-16,-1-15-94 15</inkml:trace>
  <inkml:trace contextRef="#ctx0" brushRef="#br0" timeOffset="111150.97">3625 3624 94 0,'0'0'10'0,"0"0"14"0,0 0 13 0,0 0-7 16,0 0 6-16,11-37 3 16,-11 34 1-16,0 0 2 15,0 2 7-15,0 1-18 16,-2 0-16-16,-7 0-7 0,-1 4-7 16,-3 5 0-16,0 8 2 15,-3 3 0-15,1 4 1 16,1 4 2-16,3 2 1 15,5 3-3-15,0 1-2 16,6-2 1-16,0-2-2 0,8 0 0 16,7-3 0-16,4-3 0 15,4-4-1-15,4-3 2 16,5-7-2-16,1-4 1 16,-2-6 1-16,0 0-1 15,-4-7 1-15,-2-5 1 0,-6-2-16 16,-4 1-16-16,-4-2-33 15,-4 2-45-15,-7 0-34 16</inkml:trace>
  <inkml:trace contextRef="#ctx0" brushRef="#br0" timeOffset="111415.12">3546 3898 259 0,'0'0'31'0,"0"0"26"0,0 0-11 0,0 0-28 16,0 0-5-16,0 0-4 15,43-50-1-15,-17 31-3 0,4-4-2 16,6-3-2-16,2-4 0 15,0-1-1-15,-3 1-36 16,-6 0-82-16,-4 2-71 16</inkml:trace>
  <inkml:trace contextRef="#ctx0" brushRef="#br0" timeOffset="111802.03">3998 3277 445 0,'0'0'15'0,"0"0"26"15,0 0-20-15,0 0-21 16,0 0-2-16,0 0 3 16,0 0 0-16,46 60 1 15,-21-30 0-15,0 3 2 0,-2 2-3 16,0 3-1-16,-2-2 1 16,-3-2-1-16,-7-3-1 15,-4-5 2-15,-1-2-2 16,-3-7-1-16,-3-3-10 0,0-3-9 15,0-6-21-15,0-1 0 16,0-4-10-16,-5 0 10 16,-1-3-20-16,1-11-49 15</inkml:trace>
  <inkml:trace contextRef="#ctx0" brushRef="#br0" timeOffset="112359.95">4027 3364 253 0,'0'0'4'16,"0"0"32"-16,-22-37 22 15,15 24-6-15,5 1-21 16,-2-1-1-16,1-1-6 15,0-1-5-15,1 1-11 0,2 0 8 16,0 3-4-16,0-1-7 16,0 1-2-16,2-2-1 15,6 3-1-15,1-1 0 0,3 2-2 16,2 0 1-16,0 3-1 16,4 1 1-16,-1 4-1 15,1 1 0-15,-2 0 1 16,0 3-1-16,0 6 0 15,-6 3 1-15,-3 4 0 16,-3-2-2-16,-4 3 0 0,0 1 0 16,0 1 1-16,-8-1 1 15,-5 0 0-15,1 0-1 16,-1-3 1-16,1-2 0 16,3-3 0-16,3-1 0 15,2-6 0-15,4-3 0 0,0 3 0 16,0-3-1-16,2 0 1 15,7 0-1-15,7 0 0 16,3 0 2-16,6 0-1 16,2 1-1-16,2 6 0 15,0 3 1-15,0 1 0 0,0-1 0 16,-5 3-4-16,-1 0-32 16,-3-2-4-16,-3-2-9 15,-5-4-37-15,-3-1-12 16</inkml:trace>
  <inkml:trace contextRef="#ctx0" brushRef="#br0" timeOffset="112775.84">4469 3380 333 0,'0'0'60'0,"0"0"-7"0,7-46-16 16,-3 31-13-16,4 2-6 15,-2 2 0-15,1 3-9 0,1-1-6 16,4 4-2-16,-1 5-2 16,3 0 1-16,-3 0-1 15,0 4-3-15,2 7-14 16,-4 1-1-16,0 1 1 0,-5 4 5 15,1-1-6-15,-5 2-7 16,0-1 4-16,1 2 17 16,-1-2 5-16,-6 0 0 15,0-3 0-15,1-1 0 16,-1-3 1-16,4 0-1 0,-1-3 1 16,3-2-1-16,0-2 0 15,3-3 2-15,7 0 0 16,5 0 2-16,4-7-1 15,6-4-1-15,2-5-1 16,2-5-12-16,0-4-73 16,-2-3-45-16</inkml:trace>
  <inkml:trace contextRef="#ctx0" brushRef="#br0" timeOffset="113465.4">4734 2593 201 0,'0'0'2'0,"0"0"10"0,0 0 11 0,0 0-10 16,0 0-7-16,0 0-2 15,0 0 5-15,-8 55 4 16,11-22 7-16,4 11-3 16,4 9-3-16,5 12-1 0,1 8-1 15,3 6-7-15,-2 3-3 16,2 2 0-16,-2-2-1 15,-2-8 0-15,-2-4 0 16,-4-8-1-16,-3-6 1 16,-3-11 1-16,-1-6-1 0,2-9-1 15,-3-8 1-15,0-6 0 16,0-7 0-16,0-7-32 16,3-2-9-16,-1-6 9 15,0-13-78-15</inkml:trace>
  <inkml:trace contextRef="#ctx0" brushRef="#br0" timeOffset="113838.93">5147 2927 317 0,'0'0'6'0,"0"0"48"0,0 0-28 16,0 0-26-16,0 0 0 16,0 0 12-16,18 42 6 15,-7-18-4-15,3 2-5 16,1 4-3-16,1 1-4 0,-1 0-1 15,1-1 0-15,-3-2 0 16,-2-2 0-16,1-2-2 16,-6-4 1-16,1-6-13 15,-1-4-21-15,-1-4-39 16,0-6-3-16,-3-2-3 0,-2-12-106 16</inkml:trace>
  <inkml:trace contextRef="#ctx0" brushRef="#br0" timeOffset="114091.23">5294 2878 304 0,'0'0'4'0,"0"0"59"15,0 0-34-15,0 0-29 0,0 0 3 16,0 0 21-16,25 47 0 15,-10-21-7-15,1 1-7 16,2 1-2-16,0 2-4 16,-3 0-3-16,1-2 1 15,-3-2 0-15,-1-1-2 16,-7-3-3-16,1-4-21 0,-4-5-25 16,-2-6-37-16,0-3 11 15,-2-4-16-15</inkml:trace>
  <inkml:trace contextRef="#ctx0" brushRef="#br0" timeOffset="114468.4">4970 2912 187 0,'0'0'18'0,"0"0"35"0,0 0-14 16,0 0-1-16,0 0 7 15,0 0-11-15,0 0-11 16,0 0-3-16,0 0-9 0,18-32 1 15,5 12 1-15,8 0-2 16,5-6 1-16,8-1-5 16,1-2-5-16,1 3-1 15,-4 3 1-15,-3 2-2 16,-5 8 0-16,-5 1-13 16,-7 5-29-16,-6 2-37 0,-4 2-41 15,-6-2-47-15</inkml:trace>
  <inkml:trace contextRef="#ctx0" brushRef="#br0" timeOffset="115088.43">5634 2998 237 0,'0'0'28'16,"0"0"-5"-16,0 0-19 0,0 0 5 15,-8 41 7-15,3-24-2 16,0 0-1-16,1 3-4 16,1-2-5-16,1-1-1 0,0 0 0 15,2-4-3-15,0-3 1 16,0-3-1-16,0-2 1 16,0-4 1-16,0-1 6 15,0-3 31-15,0-8-27 16,4-5-9-16,0-2-2 0,1-1-1 15,2-1 1-15,-2 0 0 16,-1 2-1-16,-2 5 1 16,0 0-1-16,-2 6 2 15,0 0 25-15,0 4-6 16,0 2 0-16,0 1-2 0,1 0-10 16,1 0-7-16,2 0-3 15,0 8 2-15,4 2-1 16,0 3 2-16,3 3-1 15,-1 2 2-15,1 1-2 16,1 5 1-16,1-3-1 0,-3 2 0 16,1-2 0-16,-1 1 0 15,-2-3-1-15,-3 0 0 16,-1-2-6-16,-2-3-29 16,-2-1-34-16,0-3-64 15,0-3-58-15</inkml:trace>
  <inkml:trace contextRef="#ctx0" brushRef="#br0" timeOffset="115329.4">5705 3401 345 0,'0'0'31'0,"0"0"44"15,0 0-34-15,0 0-10 16,0 0-13-16,0 0-10 0,0 0-4 16,34-47 1-16,-14 31-4 15,5-3 1-15,0-1-2 16,-1-1-2-16,2-1-28 16,-3-2-62-16,-5 1-109 0</inkml:trace>
  <inkml:trace contextRef="#ctx0" brushRef="#br0" timeOffset="116379.31">5351 2121 183 0,'0'0'15'0,"0"0"8"16,0 0 1-16,0 0-10 15,0 0 2-15,0 0 0 16,0 0-4-16,0 0 1 15,0 0 3-15,0 0 5 16,0 0 6-16,-3 32 3 0,23-35-3 16,2-10-7-16,7 0-4 15,-1-5-1-15,5 1-3 16,-4 0-2-16,-2 2-7 16,-5 4-1-16,-2 4 0 15,-6 1 0-15,-3 5-2 16,-2 1 0-16,2 0 0 0,-2 3 1 15,0 8-2-15,4 6 2 16,-2 7-1-16,2 8 0 16,3 9 1-16,-1 4-1 15,6 9 2-15,-1 7-1 0,5 6 0 16,3 5 2-16,1 4-3 16,3 2 1-16,-1 4-1 15,3 0 1-15,-6-2 1 16,2-6 0-16,-6-4-1 15,-1-5 0-15,-6-10 0 0,-2-5 0 16,-2-7-1-16,-2-4 1 16,-4-4 0-16,-1-4 2 15,-2-6 1-15,1-5 0 16,-2-4-1-16,-3-5-1 16,2-2 1-16,-2-4-1 15,0 1 0-15,0-3-1 0,0 1 0 16,0-2 0-16,0 0 0 15,0 1 0-15,0 0-1 16,0 1 2-16,0 2-1 16,-5 0 2-16,-4 2 13 15,-4 3 5-15,-7 4-9 0,-5 3-4 16,-9 8-5-16,-3 2-1 16,-8 6-2-16,-4 5 1 15,-3 4-2-15,-1-2-38 16,-3-5-63-16,-4-10-165 15</inkml:trace>
  <inkml:trace contextRef="#ctx0" brushRef="#br0" timeOffset="206258.84">20072 5006 153 0,'0'0'-14'0,"0"0"111"0,0 0-69 0,0 0-2 16,0 0-30-16,0 0 6 15,0 0 1-15,0 51 9 16,0-17 4-16,1 9 14 15,0 5-9-15,0 5-10 0,-1 1 14 16,2 0-2-16,2-5-18 16,-2-4-3-16,-1-3 0 15,3-5-2-15,0-4 1 16,-2-4-1-16,1-3 2 16,-3-5-2-16,2-4 0 15,0-5-4-15,-1-4-37 0,0-4-38 16,0-4 13-16,-1-5-15 15</inkml:trace>
  <inkml:trace contextRef="#ctx0" brushRef="#br0" timeOffset="206626.21">20030 5057 258 0,'0'0'1'15,"0"0"14"-15,-7-37 12 16,7 26-2-16,5 1-5 16,8 3 2-16,3-3-5 0,6 7-5 15,3 0-2-15,0 3-5 16,2 0-2-16,1 0-2 15,-2 9-1-15,-1 2 0 16,-6 0 1-16,-2 4-1 16,-6 0-1-16,-3 1 2 15,-8 1-1-15,0 0 0 0,-11 4 0 16,-8-1 2-16,-5 1-2 16,-6 1 1-16,-1-1-1 15,-3-2 0-15,3-1-20 16,2-5-13-16,7-2-13 0,5-5-8 15,5-6-23-15</inkml:trace>
  <inkml:trace contextRef="#ctx0" brushRef="#br0" timeOffset="207200.87">21015 4705 291 0,'0'0'2'0,"0"0"-2"15,-38 1-1-15,14 9 1 16,-5 0 0-16,-1 4 1 0,-5 1-1 15,4 0 0-15,1-1 1 16,3-1-1-16,6-3 0 16,4 0 0-16,6 0 1 15,3-3 1-15,2 4 2 16,3 4-2-16,2 5-1 0,0 5 4 16,1 12 4-16,0 7 3 15,0 12-1-15,1 9 9 16,-1 6-11-16,0 6 1 15,0 0 8-15,0 2-15 16,-2-6 0-16,-4-7 0 0,1-5 2 16,1-6 2-16,-2-11 1 15,1-7-4-15,2-11 2 16,3-6 1-16,0-6-1 16,0-4-1-16,3-3 2 15,10-3-3-15,1-1 5 0,8-3 4 16,3 0-6-16,8 0-6 15,5-8 1-15,4-4-1 16,1 1 0-16,-1 2 0 16,-1-1-1-16,-10 0 2 15,-5 5-2-15,-6-1-14 0,-3 2-27 16,-9-3-44-16,-1-6-24 16,-5-7-145-16</inkml:trace>
  <inkml:trace contextRef="#ctx0" brushRef="#br0" timeOffset="207827.72">20926 5159 240 0,'0'0'11'0,"0"0"31"0,0 0-9 0,-4-39 5 0,4 30-2 0,0 2-4 16,6 0-2-16,4 1-18 16,3 2-4-16,5 1-4 15,4 3-1-15,2 0-2 16,-2 0 1-16,1 9-1 15,-5 2-1-15,2 6 0 0,-9 0 2 16,-2 4-4-16,-2-1 4 16,-5 3-4-16,-2 0 4 15,0-2-2-15,-7-1 0 16,-1-2-2-16,-3-5 1 16,2-1-2-16,2-6 0 0,-1-4 3 15,5-2 0-15,3 0 2 16,0-3-2-16,0-11 0 15,13-4 1-15,4-4-2 16,6-6 2-16,4 1-1 16,0 0 0-16,-2 1 0 0,-4 2 0 15,-2 6 0-15,-8 3 2 16,-2 4 8-16,-6 5 12 16,-3 2 6-16,0 4-5 15,-6 0-15-15,-4 0-7 16,-1 10 0-16,-3 4-1 0,3 6 1 15,4 4 0-15,-1 2 0 16,6 3 0-16,2 0-1 16,0-2 1-16,12-1-1 15,2-5-1-15,8-5-1 16,2-5-31-16,2-7-30 0,2-4-64 16,1-7-48-16</inkml:trace>
  <inkml:trace contextRef="#ctx0" brushRef="#br0" timeOffset="208289.77">21719 5063 108 0,'0'0'30'0,"0"0"24"0,0 0-11 15,0 0 0-15,0 0 5 16,25-40 8-16,-25 37-13 0,-7 3-18 16,-6 0-15-16,-1 7-4 15,-3 7 1-15,-1 5 6 16,0 5-3-16,4 3 0 16,3 4-7-16,5 2 0 15,5 0-2-15,1-2 0 0,3 0-2 16,11-7 2-16,5-1-1 15,2-6 1-15,6-3-1 16,2-7-17-16,-1-3-32 16,0-4-3-16,-4 0-53 15,-2-11 0-15</inkml:trace>
  <inkml:trace contextRef="#ctx0" brushRef="#br0" timeOffset="208558.11">21634 5230 258 0,'0'0'39'0,"0"0"21"16,0 0-41-16,0 0-11 15,0 0 9-15,0 0 15 0,50-14-11 16,-21 4-11-16,6 0-6 15,3-2-2-15,5-2-1 16,0-2-1-16,0 0-6 16,-4-1-49-16,-4 0-54 15,-5-2-51-15</inkml:trace>
  <inkml:trace contextRef="#ctx0" brushRef="#br0" timeOffset="208809.42">22232 4953 470 0,'0'0'-1'0,"0"0"4"16,0 0-3-16,12 43 12 0,-7-19-1 15,3 4 1-15,-2 5-7 16,0 4-1-16,0 0-3 15,2 0 0-15,-5 0-1 16,-1-6 1-16,0-7-1 16,2-5-6-16,-4-7-29 0,0-6-27 15,0-6-35-15,0-3 55 16,0-12-186-16</inkml:trace>
  <inkml:trace contextRef="#ctx0" brushRef="#br0" timeOffset="209259.44">22269 4949 324 0,'0'0'3'16,"0"-51"52"-16,0 28-1 0,2 3-15 16,3 2-11-16,4 4-9 15,2 2-7-15,0 5-6 16,3 3-4-16,1 4-2 15,1 0 0-15,-3 7-1 16,-1 9 0-16,-3 2 1 0,-1 2 0 16,-3 4-2-16,-4-1-10 15,-1 0-2-15,0-2-6 16,-6 0 0-16,-7-2-1 16,-5-2 4-16,1-3 1 15,-3-1-6-15,1-2 9 0,3-1 10 16,1-3 3-16,6 0 0 15,1 0 0-15,5-1 0 16,3 4 2-16,0-1 5 16,5 2 2-16,8 0 1 15,9 5 0-15,2-2 1 16,6 2-6-16,2-1-1 0,1 1-3 16,0-3 2-16,-3 0-2 15,-4-1 0-15,-6-2-18 16,-2 0-78-16,-5-6 1 15</inkml:trace>
  <inkml:trace contextRef="#ctx0" brushRef="#br0" timeOffset="209494.25">22734 5186 363 0,'0'0'28'0,"0"0"48"16,0 0-47-16,0 0-24 15,0 0 3-15,0 0 5 0,14 48-5 16,-12-23-5-16,-2 2-1 16,0 2-2-16,0-2-1 15,0-4-64-15,0-4-140 16</inkml:trace>
  <inkml:trace contextRef="#ctx0" brushRef="#br0" timeOffset="210328.44">23209 4580 172 0,'0'0'17'0,"0"0"3"0,0 0-8 16,0 0-12-16,0 0 1 15,0 0 3-15,0 0 7 16,0 0 3-16,0 0 0 0,0 0 2 16,0 0-2-16,4 41-1 15,-12-21 1-15,0 7 2 16,-1 10 11-16,-5 8-2 16,1 12 0-16,-3 6 17 15,-1 6-33-15,1 8-7 0,1-2-1 16,2 1 1-16,-1-4-2 15,3-5 1-15,0-5-1 16,3-8 1-16,0-6-1 16,3-11 1-16,-3-6 0 15,4-9-5-15,3-8-24 0,0-7-36 16,1-7-27-16,0 0 30 16,3-16-115-16</inkml:trace>
  <inkml:trace contextRef="#ctx0" brushRef="#br0" timeOffset="210892.91">23537 4872 284 0,'0'0'9'0,"0"0"36"15,0 0-44-15,0 0 13 16,0 54 23-16,0-25-12 16,0 4-3-16,-1 2-5 0,1 2-7 15,0 1-7-15,0 1-2 16,1-2-1-16,-1-6 2 16,0-4-2-16,1-6-12 15,1-7-11-15,-1-10-18 16,1-4-27-16,-2-1 16 0,2-14-72 15</inkml:trace>
  <inkml:trace contextRef="#ctx0" brushRef="#br0" timeOffset="211150.93">23703 4830 262 0,'0'0'55'0,"0"0"8"0,0 0-60 16,0 0 26-16,10 44 16 15,-6-18-18-15,-1 3-7 16,3 5-3-16,-1 0-7 16,-2 3-5-16,1 0-3 15,-2 0-1-15,-2-1 0 0,0-5-1 16,0-7-1-16,0-5-19 15,0-9-12-15,0-6-20 16,0-4-28-16,-6 0 24 16,-2-12-76-16</inkml:trace>
  <inkml:trace contextRef="#ctx0" brushRef="#br0" timeOffset="211455.37">23349 4867 248 0,'0'0'4'0,"0"0"22"15,0 0 20-15,0 0-6 0,0 0-7 16,0 0-20-16,0 0 1 15,63-40 9-15,-24 30-5 16,9 0-5-16,6-1-6 16,0-1-4-16,1 1-2 15,-2 1 0-15,-4 3 0 0,-7 0-35 16,-7 1-73-16,-5-1-45 16</inkml:trace>
  <inkml:trace contextRef="#ctx0" brushRef="#br0" timeOffset="211879.19">23861 5155 325 0,'0'0'67'0,"0"0"-34"16,0 0-1-16,0 0 3 15,0 0-10-15,0 0-10 16,0 0-5-16,36-20-6 16,-26 20-4-16,2 0 1 15,-5 12 0-15,1 2-2 0,-4 3 1 16,-2 2 0-16,-1 1-2 16,-1 2-6-16,0-2-4 15,-3 0-5-15,-5-2 13 16,1-1-5-16,-1-2 4 0,0-1 3 15,0-3 2-15,4-1-1 16,3-6 1-16,1 0 0 16,0-2-1-16,7-2 1 15,11 0 1-15,2-3 0 16,9-5 0-16,6-5-1 0,4 0 0 16,1-3 0-16,-1 2 0 15,-3 0-8-15,-5 2-34 16,-7 1-60-16,-6 0-36 15</inkml:trace>
  <inkml:trace contextRef="#ctx0" brushRef="#br0" timeOffset="212654.87">24124 4387 74 0,'0'0'198'0,"0"0"-189"16,0 0 23-16,0 0-7 15,0 0-7-15,0 0-4 0,0 0 1 16,0 0 7-16,48-10-2 15,-22 7 0-15,4-1-3 16,2 2-6-16,1-2-3 16,0 4-3-16,-4 0-1 15,-2 0 1-15,-6 0-1 0,-2 3 1 16,-6 7-3-16,1 1-1 16,-5 8 0-16,-1 3-1 15,-2 10 1-15,-2 4 0 16,-1 10 0-16,-2 8 0 15,-1 6-1-15,0 8 1 0,0 7-1 16,0 2 0-16,0 2 1 16,0 4 1-16,0-2-1 15,0-3-1-15,0-5 2 16,0-3-1-16,0-4 1 16,0-7 0-16,-1-5 1 15,-1-8-1-15,-1-4 0 0,1-5 5 16,-1-9 4-16,-1-5 0 15,1-4 1-15,-2-6-1 16,-3-5 5-16,1-1-1 16,-5 0-2-16,-3-3-3 15,-6 2 1-15,-5-2-4 0,-7 2-2 16,-7 0 0-16,-6 0-2 16,-7 3-3-16,-5 0 1 15,-2 2-1-15,5-1 0 16,2 1-1-16,6-2-17 0,5-3-39 15,6-6-22-15,5-2-103 16</inkml:trace>
  <inkml:trace contextRef="#ctx0" brushRef="#br0" timeOffset="-204722.41">18160 11555 95 0,'0'0'8'16,"0"0"10"-16,0 0-15 15,0 0 10-15,0 0 15 16,0 0 2-16,0 0-3 0,0 0-4 16,0 0-10-16,0 0-5 15,0 0-3-15,0 0 0 16,1 0-3-16,-1 0 2 16,1 0 0-16,-1 0 4 15,2 0 14-15,0 3-18 0,-2-2-2 16,0 1-1-16,2 1 1 15,-2-1 3-15,0 1-3 16,0 0 1-16,0 0-1 16,0 0 2-16,0-1 2 15,0 1-2-15,-2-3 2 0,0 2 2 16,1-1 1-16,1-1-2 16,0 0 1-16,0 0 0 15,0 0 1-15,0 0-5 16,-1 0-2-16,1 0-1 15,0 0-1-15,0 0 0 0,0 0-1 16,0 1 1-16,0 1 0 16,0-2 0-16,0 0 0 15,0 0 0-15,0 1 1 16,0-1-1-16,0 0 0 16,0 0 0-16,0 1 1 15,0 1-1-15,0 1 0 0,0 1-1 16,2 3-3-16,2-2-41 15,-1-3-60-15,-3-2-60 16</inkml:trace>
  <inkml:trace contextRef="#ctx0" brushRef="#br0" timeOffset="-202777.97">22784 13041 67 0,'2'2'0'0,"2"1"-1"0,-2-2 30 0,0 2-25 16,-1 0-4-16,-1-1 0 15,1 1 0-15,-1-1-2 16,0 2 4-16,0-2-10 16,0 0-25-16,0-2-25 0</inkml:trace>
  <inkml:trace contextRef="#ctx0" brushRef="#br0" timeOffset="-196853.85">22620 5178 78 0,'0'0'11'16,"0"0"-6"-16,0 0-2 16,0 0 85-16,0 0-18 0,0 0-54 15,0 0-4-15,0 0-3 16,0 0-4-16,0 0 2 16,0 0 4-16,0 0 4 15,0 0-5-15,9-19 1 16,-8 18-1-16,1 0-3 0,0-1-1 15,2 2-2-15,-2 0 0 16,2 0 3-16,4 0-2 16,-3 0 2-16,3 0 0 15,-3 6-3-15,1 0-1 16,1 1-2-16,-4 1 1 0,0-1-2 16,-2 2 1-16,-1-2 0 15,0 1-1-15,0 0 4 16,-6 0-2-16,-3-2 1 15,1 1-1-15,-3-2-1 0,-1 1 0 16,2-2 0-16,1-1-1 16,-2 0 0-16,4-3 1 15,0 0 0-15,1 0 0 16,0 0-1-16,2 0 1 16,-1 0 0-16,2-3 2 15,1-2-2-15,1-1 1 16,-1-1-1-16,2 0 1 0,0 0 0 15,0-1-2-15,2-1 1 16,3 1 1-16,3 0 5 16,4-1-3-16,-5 2-1 15,3 0 1-15,2 2-1 0,-1 0 0 16,-1 2 1-16,2-1-3 16,-1 4 1-16,1 0-1 15,-1 0 0-15,0 0-1 16,-1 2 2-16,0 5-3 15,-1 4 3-15,-3 3-2 0,2 3 1 16,-4 4 0-16,-3 2 0 16,-1 4 2-16,0-1-3 15,0 2 3-15,-1-1-1 16,-8-1 2-16,0-1 3 16,0-2 1-16,-2 1-2 0,0-1 1 15,0-2 0-15,-1-1-4 16,2-2 1-16,1 0 0 15,0-3-1-15,-1-2-1 16,1 0 1-16,1-3 0 16,-3 0-3-16,2-2 1 0,2-1 0 15,-4-1-1-15,2-2 1 16,2-1-1-16,-1 0 1 16,2-2-1-16,-1-1 0 15,3 0 1-15,0 0-1 16,-2 0 1-16,3-4-1 15,1 0 1-15,-3-3-1 0,3-2 0 16,1 1 0-16,0-1-1 16,1 1 1-16,0-1 0 15,0 2 0-15,0 1 0 16,2-1-1-16,3 2 1 0,0 0 0 16,3 1 0-16,-2 1-1 15,1-1 1-15,2 1 0 16,0-3 0-16,-1 5 0 15,0-1 0-15,3 2 0 16,-2 0-1-16,1 0 1 16,1 0 0-16,1 0 0 0,0 5-1 15,-1 2 2-15,0 3-1 16,3 0 1-16,-3-2-1 16,3 2 1-16,-1 0 0 15,0-5 0-15,1-1-1 16,-1-2 1-16,3-1-2 0,-3-1-26 15,-1 0-32-15,-2-3-78 16</inkml:trace>
  <inkml:trace contextRef="#ctx0" brushRef="#br0" timeOffset="-195278.75">23899 5098 146 0,'0'-5'26'0,"0"-1"16"0,0 4-13 0,0-1-3 0,0 2-5 16,0 0-5-16,0 0-4 15,-1 0 6-15,0 1-2 16,-1 0-3-16,1 0-6 15,-3 0-3-15,-1 0-4 16,-2 4 0-16,-1 5 1 0,1-2-1 16,-3 5 1-16,1-1-1 15,1 0 1-15,2-1-1 16,1 0 1-16,-1-3 0 16,3 0 0-16,2-1 0 15,1-3 0-15,0 0 0 0,3-3 0 16,8 0 6-16,4 0 4 15,4-3-3-15,2-4-4 16,3-2-2-16,2 0 0 16,-1 0-1-16,-2-1 3 15,-2 0 0-15,-4 3 9 16,-5 4-3-16,0 0-5 0,-9 3-2 16,-3 0-5-16,0 0 4 15,-1 6 0-15,-12 1-2 16,-2 6 3-16,-2-2-3 15,-4 3 2-15,2 0-2 16,4-2 0-16,-2-1 2 0,9-3-2 16,-1-1 0-16,5-2 0 15,3 0 0-15,1-3 0 16,0 1 0-16,0-1 0 16,1-1 0-16,7-1 0 0,1 0 0 15,2 0 0-15,2 0 0 16,1 0 0-16,1 0 0 15,-2-3 0-15,0 0 0 16,-2 3 1-16,-6 0-2 16,-1 0 1-16,-4 0 0 15,0 2 0-15,-4 5 0 0,-8 3 0 16,-5 1 0-16,-2 3 1 16,-2 0-2-16,0-2 2 15,3-1-1-15,3-1 0 16,6-3 0-16,2-4 0 15,6 1 0-15,1-4 0 0,0 0 0 16,10 0 0-16,7 0 1 16,3-7-1-16,7-4-1 15,2 1 3-15,1-3-3 16,-1 3 1-16,-4 3 0 16,-3 0 1-16,-6 4-4 0,-7 3-67 15,-6 0-75-15</inkml:trace>
  <inkml:trace contextRef="#ctx0" brushRef="#br0" timeOffset="-194528.38">24080 5418 154 0,'0'0'33'0,"0"0"24"15,0 0-9-15,0 0 4 16,0 0-2-16,0 0-24 16,0 0-11-16,0 0-9 0,0 0 3 15,0 0 1-15,0 0-1 16,-33 44-4-16,24-33-3 16,1-2 0-16,-2 2 0 15,3-2-2-15,1-2 1 16,2-3-1-16,4-1 0 0,-2-2 0 15,2-1 0-15,0 0 1 16,2 0 1-16,6-4-2 16,0-6 1-16,4-1-1 15,1-4 1-15,0 1-1 16,1-1 0-16,-3-1 1 0,-2 4-1 16,1 0 0-16,-4 2 0 15,0 0 1-15,-5 4-1 16,1-1 3-16,-1 3 10 15,0 1 3-15,-1 0-1 0,0 2-3 16,0-2 0-16,0 3-7 16,0 0-1-16,0 0-3 15,0 0-1-15,0 2 0 16,0 3 0-16,0 5 0 16,0 0 0-16,0 2 1 0,1 4 0 15,4 0 2-15,-3 4 0 16,1-2-1-16,1 2-2 15,-1-3 1-15,1-1-1 16,-2-1 0-16,-1-5 1 16,1-1-2-16,-2-3 1 15,2-2 1-15,-2 0-2 0,0-1-18 16,0 1-14-16,0 2-15 16,0-2-15-16,0 0-44 15,0 2 10-15</inkml:trace>
  <inkml:trace contextRef="#ctx0" brushRef="#br0" timeOffset="-193857.04">24028 5657 153 0,'0'0'48'0,"0"0"-17"0,0 0-1 16,0 0-3-16,0 0 11 15,0 0 10-15,0 0-16 16,0 0-9-16,0 0-3 15,0 0-5-15,0 0-8 0,0 0-1 16,20-3 3-16,-4-2-1 16,6-2-2-16,-1-1 2 15,4-1-2-15,-2-1 0 16,2 0-3-16,-4 3 1 16,-2-3-1-16,-1 4-1 0,-4 2-1 15,-1 0 0-15,-2 1 0 16,-4 0-1-16,2 2 0 15,-5 0 1-15,-1 0-1 16,1 1 0-16,-2 0 0 16,-1 0 0-16,-1 0 0 0,0 0 1 15,0 0-1-15,0 0 1 16,0 0-1-16,0 0 1 16,0 0 0-16,0 0 0 15,-1 0-1-15,-4 0 1 16,1 0-1-16,0 0 0 0,-2 0 0 15,0 2 1-15,2-1-1 16,-2 1 1-16,1-1-1 16,0 2 0-16,0-2 0 15,1 1 0-15,-1-1 0 16,2-1 1-16,0 2-1 0,1-1 0 16,-2 0 0-16,-3 2 0 15,0 0 0-15,-3 4-1 16,-1 0 0-16,-5 1-20 15,-2 0-57-15,-5-5-98 16</inkml:trace>
  <inkml:trace contextRef="#ctx0" brushRef="#br0" timeOffset="-180081.89">11246 6627 82 0,'0'0'52'0,"0"0"-29"16,0 0-13-16,0 0 11 0,0 0 4 15,0 0-3-15,0 0-7 16,0 0-1-16,0 0-1 16,-38-6 1-16,36 6 0 15,0 0-3-15,2 0-3 16,0 0 2-16,0 0-5 15,0 0-5-15,0 0 0 0,6 8 3 16,3 6 7-16,7 6 2 16,1 8 9-16,8 8 5 15,2 8-14-15,4 6-6 16,3 3-1-16,1 2-2 16,1-4-1-16,-3-3 1 0,0-8-1 15,-9-4-1-15,-2-7 1 16,-6-9-1-16,-5-3 0 15,-4-7 0-15,-3-2 0 16,-2-5-5-16,-2-1-28 16,0-2-14-16,-11 0-26 0,-4-10-86 15</inkml:trace>
  <inkml:trace contextRef="#ctx0" brushRef="#br0" timeOffset="-179580.61">11123 6726 175 0,'0'0'9'0,"0"0"21"16,0 0-1-16,0 0-8 0,0 0-6 15,-13-40 3-15,13 33-3 16,0 0-4-16,0-2-4 16,2-2-3-16,9 0-2 15,3-2 0-15,6 0-1 16,6-2 1-16,1 3 2 0,3-1-2 15,1 5-1-15,-2 2-1 16,-2 3 1-16,-4 3 0 16,-2 0 1-16,-5 3 1 15,-1 7 1-15,-5 0-2 0,-6 4 1 16,-3 1-2-16,-1 3 1 16,-1 3 0-16,-13-2 0 15,-1 6 1-15,-3 2-2 16,-1-1 0-16,0-2 1 15,1-3-3-15,2-1-10 16,5-3-23-16,2-5-28 0,3-5-19 16</inkml:trace>
  <inkml:trace contextRef="#ctx0" brushRef="#br0" timeOffset="-178737.38">11771 6103 249 0,'0'0'4'0,"0"0"12"16,0 0 10-16,0 0-13 0,0 0-6 15,0 0 2-15,-42 20 3 16,24-5-2-16,0 0 0 15,-4 4-2-15,-1-1-4 16,-2 2-3-16,0-1 1 16,2-1-1-16,0-2-1 15,3-2 2-15,2-3-1 0,5-4 0 16,4-2 1-16,2 1 2 16,5-1 3-16,0 1-4 15,2 4-3-15,0 3 1 16,6 7 0-16,6 8 2 15,8 5 3-15,2 9 3 0,5 9-1 16,3 6-1-16,3 5 3 16,-2 1 0-16,0 0-5 15,-1-2-2-15,-3-3 2 16,-3-4 0-16,0-7-1 16,-3-2-1-16,-2-4-1 0,-1-4-1 15,-5-3 2-15,-1-5 3 16,-3-4-1-16,-3-2 1 15,-1-7-4-15,0-3 1 16,-1-4 0-16,-2-3 0 16,-1-4-3-16,-1 0 1 15,1 0 0-15,0-2 1 0,-1 0-1 16,0 0 0-16,0 0 1 16,0 0 0-16,0 0 1 15,0 0-1-15,0 0-1 16,0 0 0-16,4 0-1 0,2 0 0 15,1 0 1-15,7-6 0 16,3-4 4-16,2-1 0 16,3-5 1-16,3-1 4 15,-6 0 0-15,4-1-8 16,-5 2 0-16,-2 2-1 0,0-2-1 16,-3 6 1-16,-1 0-1 15,-2 0 0-15,-3 3 1 16,1 0-2-16,-6 0-20 15,0-1-21-15,-2-4-27 16,0-3-101-16</inkml:trace>
  <inkml:trace contextRef="#ctx0" brushRef="#br0" timeOffset="-178110.86">11825 6446 66 0,'0'0'49'0,"0"0"-11"16,0 0-9-16,0 0 5 15,0 0-1-15,-36 0-10 16,30-4 4-16,0 0 18 16,2-1-9-16,2 0-7 15,2-2-8-15,0 1-7 16,0-3-5-16,3-2-5 0,10 0 1 16,3-1-2-16,4 4 1 15,3 1-2-15,2 2-2 16,0 5 1-16,-2 0-1 15,-1 0 1-15,-2 10-1 0,-2 5 0 16,-5 0 0-16,-1 5 0 16,-7 1 0-16,-3-1 1 15,-2 2-1-15,0-1 1 16,-9 0 1-16,-5-4-1 16,1 2 1-16,-5-2-2 15,1-3-11-15,3-3-7 0,3-2-13 16,4-4-12-16,1-3-17 15,5-2 7-15,1-3-13 16,0-10-90-16</inkml:trace>
  <inkml:trace contextRef="#ctx0" brushRef="#br0" timeOffset="-177703.83">12105 6223 186 0,'0'0'35'0,"0"0"13"0,0 0-10 16,0 0 0-16,0 0-2 0,0 0-13 15,-39-10-6-15,28 13-3 16,0 4 2-16,0 2-4 15,-1 1-2-15,1 1-1 16,3 0-4-16,-2 2-1 16,4 1 0-16,1 1-3 0,3 0 2 15,2 5-1-15,0 0 3 16,2 1-2-16,7 0-1 16,3-1 1-16,3-1-1 15,1-2 1-15,1-4-1 16,2-2-1-16,1-5 0 0,2-5 0 15,1-1 0-15,1 0 0 16,1-10 1-16,-1-4-16 16,-1-3-32-16,-1-3-52 15,-7-3-76-15</inkml:trace>
  <inkml:trace contextRef="#ctx0" brushRef="#br0" timeOffset="-177104.63">12607 5877 8 0,'0'0'142'0,"0"0"-94"16,0 0-1-16,0 0 1 15,5-39 5-15,-10 35-5 16,-2 0-13-16,1 2-12 15,-3 1-1-15,-3 1-3 16,0 0-6-16,0 1-6 0,-2 7 2 16,0 4 0-16,2 4 0 15,-1 2-3-15,1 5-3 16,1 4 0-16,3 4 0 16,3 2 0-16,-2 0 0 0,5 1-3 15,2-2 1-15,0 0 0 16,1-3 0-16,9 0-1 15,1-2 0-15,2-6 0 16,5-4 0-16,1-3 0 16,3-7-1-16,5-7 3 15,4 0 0-15,2-4 0 0,0-9 0 16,1-1 0-16,-3-3-1 16,-4 4 0-16,-2-1-2 15,-5 4-14-15,-6 2-12 16,-3 2-14-16,-4 2-16 15,-3 2-31-15,-4-1-18 16,0 2-57-16</inkml:trace>
  <inkml:trace contextRef="#ctx0" brushRef="#br0" timeOffset="-176653.16">12448 6196 140 0,'0'0'50'0,"0"0"-11"16,0 0-4-16,0 0 0 0,0 0 12 16,0 0-6-16,0 0-13 15,0 0-13-15,0 0-4 16,0 0-4-16,0 0 7 15,25-28 6-15,-7 15-7 16,4-1-1-16,-1-2-3 16,4-2-4-16,-1 1-4 0,0 0 0 15,-2 1 0-15,1 2-1 16,-5 2-11-16,-4 1-46 16,-6 1-63-16,-6 0-110 15</inkml:trace>
  <inkml:trace contextRef="#ctx0" brushRef="#br0" timeOffset="-160902.81">10323 7146 275 0,'0'0'84'0,"0"0"-28"16,0 0-36-16,0 0-11 16,0 0-8-16,0 0-1 15,0 0 1-15,0 0 0 16,0 0 4-16,56 22 8 0,-31-13-2 16,6 3 2-16,2-1-6 15,5 2-3-15,5-2 3 16,-1 1-3-16,0 2-1 15,-1-3-1-15,-1-1-2 16,-6-1 1-16,-3-1-1 0,-6-1 1 16,-6-2-1-16,-5-1 1 15,-5-1 0-15,-3-2 0 16,-3-1-1-16,-3 2-7 16,0-1-26-16,-3 3-3 15,-9-4-68-15,-5 0-36 0</inkml:trace>
  <inkml:trace contextRef="#ctx0" brushRef="#br0" timeOffset="-160532.3">10537 6943 229 0,'0'0'20'16,"0"0"47"-16,0 0-14 15,0 0-8-15,0 0-17 16,0 0-17-16,0 0-8 16,0 0-1-16,-15 47 0 15,15-11 13-15,0 6 30 0,0 4-34 16,0 2-6-16,0-1 0 15,1-3-1-15,0-6 0 16,-1-4-3-16,0-1 0 16,0-3 0-16,0-5-1 15,0-2 1-15,0-1-1 0,0-3 0 16,0-3 0-16,0-2-23 16,2-1-37-16,3-8-65 15,-5-5-22-15</inkml:trace>
  <inkml:trace contextRef="#ctx0" brushRef="#br0" timeOffset="-159469.36">19374 5395 223 0,'0'0'20'0,"0"0"32"16,0 0-14-16,0 0-3 15,0 0 3-15,0 0-8 16,0 0-3-16,0 0-4 16,0 0 1-16,0 0-3 15,0 0-8-15,0 0-5 0,0 0-5 16,-29-23 0-16,29 21-2 15,5-1-1-15,-1 1 0 16,2-2 0-16,2 4 0 16,-3 0 0-16,3 0 0 15,0 0 0-15,-2 4 0 0,-1 2 0 16,1 1 0-16,-6 2 2 16,0-1-2-16,0 1 0 15,0-1 0-15,-10 0 0 16,-2-2 1-16,0 0-1 15,0-2 0-15,0-1 1 0,1 0-1 16,0-3 0-16,3 0 1 16,3 0 0-16,4-7-1 15,1 0 1-15,0-1 0 16,3-3 0-16,8 4-1 16,0-1 0-16,-1 2 1 0,2 3-2 15,-1 2 1-15,0 1-4 16,-1 0-37-16,-4 0-39 15,-1 0-72-15,-3 0-83 16</inkml:trace>
  <inkml:trace contextRef="#ctx0" brushRef="#br0" timeOffset="-158836.75">19482 5128 202 0,'0'0'41'15,"0"0"11"-15,0 0-6 0,-33-37-1 0,19 30-5 16,1 2-15-16,-1 2-2 15,-1 1-7-15,-3 2-5 16,0 0 0-16,0 0-4 16,-5 8-1-16,4 4 0 0,-3-1-2 15,1 5 1-15,2 1 1 16,1 4-1-16,1 2-2 16,2 3-1-16,2 1-2 15,-1 4 2-15,4 0-1 16,1 3-1-16,4 2 2 0,4 4 1 15,1 2 4-15,5 2 4 16,9 1 6-16,6-2-6 16,0-1-8-16,6-6-1 15,1-6-1-15,3-4 0 16,3-9-1-16,-2-6 0 0,1-7 2 16,3-4-1-16,-1 0 1 15,1-5 0-15,-5-8 1 16,2-3-2-16,-4-5-1 15,-2-1 1-15,-3-6 0 16,-5-3 0-16,-2-2 0 16,-5-4 0-16,-2-2 0 0,-6-4 0 15,-3 0-1-15,-1-5 1 16,-13 0 0-16,-3-1-1 16,-10 1 2-16,-4 4-1 15,-3 6 0-15,-6 4-1 0,4 7 0 16,2 6-3-16,3 5-13 15,6 9-14-15,4 3-19 16,3 4-59-16,2-2-141 16</inkml:trace>
  <inkml:trace contextRef="#ctx0" brushRef="#br0" timeOffset="-151018.89">12967 5565 109 0,'-6'0'20'0,"1"0"65"0,-4 0-54 15,4-2 4-15,-1-1-11 16,2 0 2-16,1 3 7 0,1-1 0 16,2 1-9-16,0 0-15 15,0 5-11-15,0 9 2 16,3 6 2-16,5 6 1 16,-1 3 1-16,4 3-1 0,2 2 0 15,-2-1-2-15,1-3 0 16,-3-2-1-16,1-3 1 15,0 0-1-15,-3-4 0 16,1-2 0-16,-3-1 1 16,2-4-1-16,-3-1 1 0,-2-3-1 15,-1-3 0-15,1-3 1 16,0-1-2-16,0-1-7 16,-2 0-19-16,2-2-5 15,-2 0-7-15,0-7-35 16,-2-7-93-16</inkml:trace>
  <inkml:trace contextRef="#ctx0" brushRef="#br0" timeOffset="-150392.84">12913 5645 179 0,'0'0'6'0,"0"0"21"0,0 0 1 16,0 0-3-16,0 0 2 16,0 0-6-16,-40-30 2 15,38 27-2-15,-3 1 4 16,2-1-8-16,2-2-5 0,1 0-4 15,0-2-4-15,1-5-3 16,9 1-1-16,3-3 1 16,3-1-1-16,0 2 0 15,2 1 0-15,2 1 0 0,-2 2 0 16,2 5 0-16,-1 0-1 16,-2 3 0-16,1 1 2 15,-7 0-2-15,-2 5 1 16,0 3 0-16,-5 5-2 15,-4 1 2-15,0 3 0 16,-4 2 0-16,-8 2 0 0,-1 2 0 16,-1-2 0-16,1 0 0 15,1-1 0-15,0-5 0 16,5-3 0-16,2-3 2 16,3-2-2-16,1-4 0 15,1 0-2-15,2-2 2 0,8 0-1 16,3 2 1-16,3-3 0 15,2 2 0-15,4-1 0 16,1 3 0-16,0 1 0 16,1-1 0-16,-4 3 0 15,-2 0 0-15,-2 0 1 0,-3 3-2 16,-2-1-37-16,-4-1-27 16,0-1-12-16,-5-4-94 15</inkml:trace>
  <inkml:trace contextRef="#ctx0" brushRef="#br0" timeOffset="-147530.99">13253 5608 140 0,'0'0'46'0,"0"0"-13"16,0 0 0-16,0 0-1 16,0 0 0-16,0 0-3 15,0 0-7-15,0 0-17 0,0 0-6 16,2-10 5-16,0 20 3 16,-2 3 3-16,3 4-2 15,-3 0-4-15,1 1 2 16,0-2-2-16,0 1-3 0,-1-3 1 15,0-2-1-15,0-4 0 16,0-1 0-16,0-1 0 16,0-2 1-16,0-2-1 15,0-1 0-15,0-1 0 16,0 0 4-16,0 0 24 0,0-7-17 16,4-3-10-16,-2-3-1 15,2-4 0-15,3-1-1 16,-3-1 0-16,-1 2 1 15,0 0-1-15,1 4 0 16,-4 4 1-16,0 1 2 16,0 3 11-16,0 2 1 0,0-1-1 15,0 4 0-15,0-2-4 16,2 2-5-16,0 0-5 16,0 0 0-16,1 2 0 15,5 5 0-15,-1 4 0 16,4 0 1-16,2 5-1 0,-1 1 1 15,1 0-1-15,3 2 1 16,-3-1-1-16,0-2-1 16,1 1 2-16,-1-3-2 15,-3-3 1-15,-2 1-1 16,-1-1 1-16,-3-4-7 0,-2 3-24 16,-2-1-22-16,0-1-61 15,0-1-17-15</inkml:trace>
  <inkml:trace contextRef="#ctx0" brushRef="#br0" timeOffset="-147269.78">13359 5928 236 0,'0'0'56'0,"0"0"22"0,0 0-18 0,0 0-21 15,0 0-12-15,0 0-11 16,0 0-5-16,33-37-3 16,-16 27-4-16,1 0-2 15,3-3-1-15,-2 2-1 0,2-1 1 16,-3 0-3-16,-2 0-29 16,-1-2-51-16,-4-1-71 15</inkml:trace>
  <inkml:trace contextRef="#ctx0" brushRef="#br0" timeOffset="-146728.52">13398 5114 119 0,'0'0'6'16,"0"0"42"-16,0 0-11 0,0 0-9 16,0 0-4-16,0 0 2 15,0 0 1-15,0 0-6 16,0 0-19-16,-26-21-5 16,30 39 4-16,5 8 4 0,4 11 15 15,4 9 10-15,4 9-7 16,4 7-7-16,4 10-7 15,0 4 0-15,0 0-5 16,3 1-2-16,-1-6-1 16,-2-3-1-16,-4-4 0 0,-3-10 1 15,0-4 0-15,-6-9-1 16,-5-10 0-16,-3-7 0 16,-3-8 1-16,0-8-1 15,-3-3 0-15,-2-4 2 16,1-1-2-16,-1-3 0 0,0-11-47 15,0-7-69-15,0-12-111 16</inkml:trace>
  <inkml:trace contextRef="#ctx0" brushRef="#br0" timeOffset="-146277.25">13796 5229 125 0,'0'0'25'0,"0"0"27"0,0 0-20 16,0 0-25-16,0 0-4 16,0 0 22-16,0 0 0 15,30 51 4-15,-18-27 1 16,2 4-5-16,-1 4-11 15,1-1-6-15,0-2-5 16,1-1-2-16,-1-3 1 0,-2-7-1 16,-2-4-1-16,-3-6 1 15,-1-2-1-15,-2-5 1 16,-2-1-6-16,-1 0-30 16,-1-8-16-16,0-6-38 0</inkml:trace>
  <inkml:trace contextRef="#ctx0" brushRef="#br0" timeOffset="-145931.4">13969 5124 202 0,'0'0'33'0,"0"0"29"15,0 0-22-15,0 0-26 0,0 0 3 16,0 0 7-16,0 0-4 16,36 26 0-16,-26-6-2 15,1 3-5-15,1 4-3 16,1 3-1-16,1 1-5 16,-3-1-2-16,1 0-1 0,1-4 0 15,-1-5-1-15,-2-4 0 16,1-4 1-16,-5-5-2 15,-1-2 1-15,-1-2 0 16,-1-4-19-16,-3 0-33 16,0 0-28-16,0 0 15 0,-3-11-133 15</inkml:trace>
  <inkml:trace contextRef="#ctx0" brushRef="#br0" timeOffset="-145463">13680 5236 97 0,'0'0'18'15,"0"0"9"-15,0 0 6 16,0 0-5-16,0 0 10 0,0 0 0 15,0 0-5-15,0 0 3 16,0 0 2-16,0 0-10 16,-11 6-5-16,24-19-9 15,6-5 1-15,7-4-3 16,1-4-4-16,5-2-4 0,3-2 1 16,-1 3-5-16,1-1 2 15,-6 5-2-15,-2 5 0 16,-7 2 1-16,-2 9-9 15,-7 1-35-15,-2 5-48 16,-8-1-20-16,-1 1-134 16</inkml:trace>
  <inkml:trace contextRef="#ctx0" brushRef="#br0" timeOffset="-144861.16">14186 5467 28 0,'0'0'118'0,"0"0"-69"0,0 0 0 16,0 0-8-16,0 0-1 15,0 0 5-15,0 0-4 16,0 0-11-16,0 0-5 16,10-38-5-16,-9 34-9 15,5-1-4-15,-2-3-3 0,6 0-2 16,-3 0-1-16,3 0 0 15,-1-1 0-15,1 2 0 16,1 2-1-16,2-1 0 16,-2 5 0-16,-2 0 0 15,3 1 0-15,-1 0-1 0,-1 4 1 16,0 7-1-16,-4 0 1 16,-3 8 0-16,-3 2-3 15,0 3 1-15,0 2-2 16,-5 1 2-16,-4-2 1 15,4-3 1-15,-3-4 0 0,5-4 0 16,-1-4 1-16,2-3-1 16,-1-5 0-16,3 0 0 15,0-2 0-15,3 0 5 16,10-9 0-16,1-6-2 16,5-2 1-16,4-3-2 15,1-1-1-15,2-2 0 0,-3 3 0 16,2 2-1-16,-6 4-7 15,-4 1-21-15,-4 2-96 16,-6-1-19-16</inkml:trace>
  <inkml:trace contextRef="#ctx0" brushRef="#br0" timeOffset="-143998.84">13861 4408 242 0,'0'0'5'0,"0"0"40"0,0 0-4 16,0 0-10-16,0 0-19 0,0 0-6 16,0 0-2-16,38-44 2 15,-7 28-2-15,3-2-1 16,4-1-2-16,-2 1-1 15,0 5 1-15,-3 0 2 16,-4 5 3-16,-2 1-1 0,-6 3 0 16,-2 2-1-16,-3 2-1 15,-1 0-1-15,1 10 1 16,-2 6 0-16,2 6 3 16,3 12-1-16,2 13-1 15,1 12 2-15,5 12 8 0,1 11-1 16,4 10 0-16,0 2-1 15,3-3-9-15,3-3-1 16,-3-6-2-16,1-8 0 16,-3-10 0-16,1-8 1 15,-5-4 2-15,-2-5 3 16,0-3-1-16,-2-4-2 0,-3-1 0 16,-2 0 1-16,0-4-1 15,-6-3-1-15,0-4 0 16,-2-7-1-16,-7-3 1 15,2-6 2-15,-3-3 5 16,-4-4 2-16,0 0 2 0,0 0 1 16,0 2-2-16,-6 1 2 15,-8 3 3-15,-8 3 1 16,-6 3-9-16,-9 5-3 16,-10 4-3-16,-6 4-3 15,-2 4 0-15,0-1 0 0,8 1-1 16,2-3-5-16,9-7-55 15,5-14-87-15</inkml:trace>
  <inkml:trace contextRef="#ctx0" brushRef="#br0" timeOffset="-141805.66">16545 9917 0 0,'-25'40'11'16,"2"0"-1"-16,0 0-6 16,1 2-3-16,2 2-1 0,-1-3 0 15</inkml:trace>
  <inkml:trace contextRef="#ctx0" brushRef="#br0" timeOffset="-132363.71">25076 4955 135 0,'0'0'37'0,"0"0"7"16,0 0 7-16,0 0-27 15,0 0 18-15,0 0-12 16,0 0-14-16,0 0-9 15,0 0-4-15,0 0-1 16,19-30 1-16,-8 28 0 0,5 1 6 16,1-1 1-16,5 0-1 15,1 0-5-15,1 0-1 16,0 2-1-16,0 0-1 16,0 0-1-16,-3 0 0 15,-2 0 0-15,-3 0-18 0,-3 2-39 16,-7 0-36-16,-4 2-22 15</inkml:trace>
  <inkml:trace contextRef="#ctx0" brushRef="#br0" timeOffset="-132121.05">25127 5027 97 0,'0'0'61'0,"0"0"-21"0,0 0-32 16,0 0-2-16,0 0 5 15,0 0 21-15,0 0 2 16,45 3-4-16,-18-3-12 16,2 0-7-16,5 0-5 0,1 0-4 15,0 1-1-15,0 2-9 16,-3-1-85-16,-3-2-141 15</inkml:trace>
  <inkml:trace contextRef="#ctx0" brushRef="#br0" timeOffset="-130734.89">27347 4287 128 0,'0'0'25'0,"0"0"18"0,0 0-23 16,0 0-2-16,0 0 2 16,0 0-2-16,0 0-1 15,0 0 2-15,0 0-12 16,0 0-1-16,0 0 3 15,-42-23 0-15,31 22 2 0,0 1 0 16,0 0 4-16,1 0 0 16,-3 0-8-16,0 0-1 15,2 0-2-15,0 3-4 16,0 1 1-16,1 3 0 0,-1 0-1 16,0 2 0-16,0 1 0 15,1 1 0-15,-1 5 1 16,-1-2-1-16,1 3 1 15,1 3 1-15,1 4 1 0,0 0 1 16,0 3 1-16,4 1 0 16,1 1 6-16,1 2 0 15,2 2-8-15,1 1 1 16,0 3-2-16,2 0 0 16,4 3 0-16,0 1 0 0,2 0 0 15,-1 4-1-15,1-5 1 16,1 0 0-16,-3 1-1 15,2-1 0-15,-3-3 0 16,-1 0 1-16,-3 4-1 16,-1-3 0-16,0 1 1 15,0-2-1-15,0-3 0 0,-2-3 1 16,-3-1-1-16,2 0 1 16,-3-5 2-16,0 1 5 15,2-1 1-15,-2 0-2 16,-1 0-1-16,-1-1-1 15,0 0 0-15,0 0 1 0,-2-3 0 16,4 0-1-16,-3-4-3 16,4-2 0-16,-2-2 0 15,1-2 0-15,2-1-1 16,-1-2-1-16,1-1 1 16,1 0-1-16,-2-3 0 0,2 2 0 15,-2-2 0-15,1 0 0 16,-1-1 0-16,2 1-1 15,-1-1 1-15,0 0-1 16,1-1 0-16,0-1 1 16,-1 2-1-16,0 0 1 0,1-2-1 15,-1 2 1-15,-2-2 0 16,1 2 0-16,1 0-1 16,-4-2 1-16,2 2 0 15,-1 0 1-15,1 1-1 16,-3-1 0-16,0-1 1 0,2 0-2 15,-3 1 1-15,1-3 0 16,-1 3 0-16,-2-3 0 16,1 0 0-16,-2 0 0 15,0 0 0-15,-2 0 1 16,2 0-2-16,-3 0 1 0,0-6-1 16,-3-1 1-16,2-3-1 15,1-1 0-15,1-3 0 16,1 1-1-16,4-3-1 15,3 1-10-15,1-2-59 16,2-5-80-16</inkml:trace>
  <inkml:trace contextRef="#ctx0" brushRef="#br0" timeOffset="-119595.83">27183 3668 106 0,'0'0'16'0,"0"0"60"0,0 0-9 16,0 0-29-16,0 0 5 15,0 0-3-15,0 0-8 16,0 0-6-16,0 0-6 0,0 0-3 16,0 0-2-16,0 0 4 15,0 0-4-15,2-20-7 16,0 17-3-16,0 1-2 15,4 0-1-15,-1 2 1 16,3 0-2-16,-3 0 0 16,0 0-1-16,2 0 0 0,-3 7 0 15,0 0 1-15,-2 0-1 16,-1 1 0-16,-1 1 0 16,0-3 0-16,-1 1 1 15,-9-1-1-15,1-3 0 16,1 1 1-16,-4-4 1 0,3 0-1 15,2 0-1-15,-2 0 2 16,6-3-1-16,-1-3 5 16,4 1 5-16,0-2-2 15,0 2-6-15,7 0-2 16,2-1 1-16,0 5-1 0,-1 1-1 16,1 0 0-16,-1 0 0 15,0 1-1-15,-2 6-2 16,1 2-29-16,-1-2-26 15,-2-2-33-15,0-2-57 0</inkml:trace>
  <inkml:trace contextRef="#ctx0" brushRef="#br0" timeOffset="-118965.93">27328 3503 202 0,'0'0'41'0,"0"0"19"0,0 0-11 16,0 0-2-16,-37-37-8 16,25 32-7-16,-2 0-7 15,0 1-4-15,-5 3-9 16,1-1-5-16,-1 2-1 15,-2 0-3-15,1 0 0 0,-1 0 0 16,1 6 1-16,0 1-3 16,0 2 2-16,0 2-2 15,2 0 1-15,-1 4-2 16,4 0 1-16,-3 2 1 16,6 3-1-16,1 1 3 0,1 3-2 15,5 2 1-15,1 4 2 16,3 1 4-16,1 1-2 15,0 0-1-15,8-1-1 16,4-1 2-16,2-3 2 16,2-3-2-16,2-2 0 15,2-4-2-15,0-1 0 0,4-4 0 16,-2-3 1-16,2-5-2 16,0-1 4-16,2-5 2 15,-1 1 0-15,1-1-1 16,0-9-1-16,1 0-1 0,-3-1-1 15,-1-2-2-15,-1-3 1 16,-2 0 0-16,-2-2 0 16,-1-2 3-16,-3-2-2 15,-3-4-4-15,-1-1 3 16,-4-4-3-16,-2-2-1 0,-4-1 0 16,0 3-1-16,-4-1 1 15,-10 3-1-15,-3-1 0 16,-4 7 0-16,-4 0-1 15,-6 5-2-15,0 7-12 16,2 2-26-16,4 6-27 16,3-1-46-16,8-3-152 0</inkml:trace>
  <inkml:trace contextRef="#ctx0" brushRef="#br0" timeOffset="-103219.56">18171 11526 36 0,'1'0'6'0,"0"0"-4"16,0 0 23-16,-1 0 28 16,1 0-39-16,-1 0 4 0,0 0 0 15,0 2 0-15,0-1-3 16,0-1-2-16,0 3 1 16,0-2-5-16,0 1-1 15,1-1-1-15,-1 1 1 16,0-1-2-16,1 1 0 0,-1 0-3 15,2-1-1-15,-2 1-1 16,0 0 0-16,0-1-1 16,0 1 0-16,0-1 0 15,0 0 0-15,0-1 0 16,0 0 1-16,0 0 0 0,0 0 0 16,0 0 2-16,0 0 6 15,0 0 19-15,2 0 6 16,0 0-29-16,0-4-5 15,1 1 1-15,2 1-1 16,-1 1 0-16,1 0 1 16,-1 1-1-16,0 0 1 0,-2 0-1 15,-1 0 1-15,1 0-1 16,-2 0 1-16,0 0-1 16,0 0 1-16,0 0 0 15,0 0 5-15,0 0 8 0,0 0-7 16,0-1-3-16,-2-1 1 15,1 2 0-15,-1-3-2 16,0 2-1-16,2-2 0 16,-4-1-1-16,4 1-1 15,-1 0 2-15,1 0-2 16,0 2 1-16,0-2-1 0,0 0-1 16,0 3 1-16,0-1-2 15,3 1 2-15,3 0-2 16,-3 0-5-16,4 0-33 15,-3 0-37-15,-3 0-35 16</inkml:trace>
  <inkml:trace contextRef="#ctx0" brushRef="#br0" timeOffset="-101934.88">18249 11362 44 0,'0'-3'35'0,"0"-3"5"15,-4 3-6-15,3-1-9 16,-1 0 3-16,-1 1 1 0,1 0-10 16,0-1 3-16,-3 1 6 15,2 0-10-15,0 0-7 16,-2-1 3-16,1 4 2 15,1-2-7-15,1 1-2 16,-4 1-3-16,2 0-1 16,1 0 0-16,-1 0 0 0,-2 0-1 15,0 0 0-15,0 0 1 16,1 3-2-16,-2 3 1 16,2-2-1-16,-1 0 0 15,0 3 1-15,1-1-1 16,0-2 0-16,1 2-1 0,2 0 1 15,-2-1-1-15,0-1 1 16,2 1-1-16,-1 2 1 16,2-3-1-16,1 5 0 15,-2-1 1-15,0 2 0 16,2 0-1-16,0 1 1 0,0 1 1 16,0 1 0-16,0 0 1 15,2 1 1-15,2 0 0 16,0 0 1-16,4 0-1 15,-4 0 2-15,1-2 2 16,0 2 2-16,-1-1-5 0,2-2 0 16,-2 0-1-16,1-1 1 15,0-3-2-15,0 1-1 16,1-3 1-16,-2-2-2 16,3 1 4-16,2-4-1 15,0 0 9-15,1 0 3 0,1 0-3 16,2-4-4-16,-1-3-1 15,0 3-3-15,-1-3-1 16,1 2-1-16,-3-2-1 16,1 3 0-16,-3 0-1 15,1-2 0-15,0 0 0 0,-2 1 1 16,4-2-1-16,-5-1 0 16,3 0 1-16,-4 0-1 15,0 0 0-15,0 0 0 16,-2 1 0-16,-2-3 0 15,0 1 1-15,0-2 0 16,0 0 0-16,-2-1-1 0,-6 1-1 16,0-2 0-16,1 2-1 15,-4-1 1-15,0 1-2 16,2 0 2-16,-3 2 0 16,-1-1-1-16,0 5 0 15,-1-1 1-15,1 3-1 0,-3 1 0 16,3 1 0-16,-1 1 1 15,1-1 0-15,3 1-1 16,-1 0 1-16,3 1-1 16,2 5-2-16,2 4-2 0,3 1-36 15,1-1-33-15,0-3-90 16,0-7-118-16</inkml:trace>
  <inkml:trace contextRef="#ctx0" brushRef="#br0" timeOffset="-95344.97">26675 5949 19 0,'0'0'40'0,"0"0"-33"0,0 0 48 16,0 0-41-16,0 0 5 16,0 0 0-16,0 0 4 15,0 0-3-15,8-38 7 16,-6 29 1-16,-2 1-14 0,0-1-1 15,0 5 16-15,0-3-10 16,0 4 4-16,0 0 1 16,0 3-7-16,0 0-9 15,0 0-8-15,0 9 0 16,0 3 2-16,0 4 7 0,-2 5 6 16,2 3 3-16,0 5-6 15,-3 2-1 1,2 0-1-16,-1 3-2 0,0-2-2 15,0-1-2-15,1-3-1 16,-1 1 0-16,-1-6 1 16,2-1-1-16,0-3 1 0,0-5-3 15,1-1 0-15,0-4 0 16,0-1-1-16,0-3 1 16,0 0-1-16,0-1 0 15,0 0 0-15,0-2 0 16,0 0 0-16,0 1-3 0,0-3-13 15,0 2-9-15,0-1-8 16,0-1-11-16,0 0-14 16,0-6-54-16</inkml:trace>
  <inkml:trace contextRef="#ctx0" brushRef="#br0" timeOffset="-94590.65">26673 5989 129 0,'0'0'49'16,"0"0"-9"-16,0 0-9 16,0 0-2-16,0 0 2 15,0 0-1-15,0 0 0 0,0 0-5 16,0 0-5-16,0 0-4 16,-10-40-3-16,10 37-1 15,0-1-3-15,3-2-4 16,6 2-3-16,3-2 0 15,3 2 0-15,2 0 1 0,3 2 1 16,-1 1 0-16,0 1-1 16,2 0-2-16,-2 1 0 15,-3 8 0-15,0-2-1 16,-7 4 0-16,-2-2 0 16,-3 1 1-16,-4 1-1 15,0 2 0-15,-4 0 0 0,-9-2 0 16,-4 2 0-16,-2 0 0 15,-4-2 2-15,-1 2-2 16,0-3 0-16,3-2 0 16,-1 2 0-16,5-3 0 0,2-2 0 15,5 0 0-15,1 0 0 16,5-4 0-16,2 3 0 16,2-4 0-16,0 2 0 15,0-1 0-15,3 2 0 16,8 1 0-16,0-1 0 0,-1 1 0 15,5-1 0-15,2 4 1 16,-1-1 2-16,0 1 4 16,2 4-1-16,-1 1-1 15,-1 0-1-15,0 3-2 16,-2 0-1-16,-2 1 0 0,0-3-1 16,-4-2 0-16,0-1 1 15,-3-3-1-15,1-1 0 16,-3-3 0-16,-2-1 0 15,0-1-4-15,-1 0-11 16,0-1-8-16,0 0-25 16,-3 0-62-16,-2 0-8 0</inkml:trace>
  <inkml:trace contextRef="#ctx0" brushRef="#br0" timeOffset="-93601.66">27017 6303 198 0,'0'0'38'0,"0"0"18"16,0 0-8-16,0 0 8 15,0 0-16-15,0 0-11 16,0 0-7-16,0 0-1 0,0 0-9 16,0 0-1-16,0 0-2 15,0 0-3-15,18-29-2 16,-13 26-2-16,1-2 0 16,0-1-1-16,5-1-1 15,0 1 1-15,2 0-1 0,2 0 0 16,-1 0 2-16,3 2-2 15,-1 1 0-15,1 1 0 16,-1 2 0-16,-1 0 0 16,-1 0 0-16,-2 3 0 15,-4 7 0-15,-3 1 0 0,-2 5 0 16,-3 1-2-16,0 3 2 16,-3 1 0-16,-6 1 0 15,-2-2-1-15,-2 1 2 16,1-3-2-16,-4-1 1 15,3-1 0-15,-2-2 1 16,3-4-1-16,3 0 0 0,-4-3 0 16,6-1 0-16,0 0 0 15,3-2 2-15,0-1-2 16,1 1-2-16,0-3 4 16,3 2-2-16,0 0 0 0,-2 0 0 15,2-2 0-15,0 2 0 16,-2-3 0-16,1 3 0 15,-1-2 0-15,1 1 0 16,-1-1 0-16,0 3 0 16,-1-2 0-16,-1-1 1 15,1 3-1-15,-2-1 0 0,-1 0 0 16,2-2 0-16,0 2 2 16,1-2-2-16,0 0 0 15,2-1 3-15,0 1-1 16,0-1-1-16,1 0 2 0,0 0 3 15,0 0 8-15,2 0 5 16,7 0-8-16,3 0-6 16,3-1-1-16,3-1 1 15,3 0-2-15,0 1-1 16,2 0 0-16,3 1 0 16,-2 0 1-16,1 0-3 0,2 0 1 15,-1 0 1-15,-2-1-1 16,-3-1 0-16,-1 0 1 15,-3 0 0-15,-4-1 0 16,-4 2 1-16,-2 0-2 16,-1 0 1-16,-4 1-1 15,-1 0 0-15,-1 0-1 0,0 0 2 16,0 0-1-16,0 0-1 16,0-1 1-16,0 1 0 15,0 0-1-15,0 0 0 16,0 0-3-16,0 0-14 0,0 4-45 15,-3-1-39-15,3-3-118 16</inkml:trace>
  <inkml:trace contextRef="#ctx0" brushRef="#br0" timeOffset="-78224.99">27972 4544 90 0,'8'-8'48'0,"-3"1"17"0,3-3-23 16,-4 4-3-16,0-2 2 0,1 0 6 15,-4 1-9-15,0 2-13 16,0 0-3-16,-1 0-4 16,0 3-7-16,0-2-2 15,0 3-4-15,-3-1-1 16,-5 2-2-16,-3 0-1 0,-2 0 0 16,-1 0-1-16,-2 6 1 15,1 2 0-15,1 1-1 16,3 2 1-16,2 2 0 15,-1 1 0-15,6 2-1 16,0 1 0-16,4 4 1 16,0 3 0-16,0 2 1 0,6 4 2 15,2 4-1-15,0 3-1 16,1 1 0-16,-4 2 0 16,-1 2-1-16,0-6 0 15,-3-1 1-15,-1-3 1 16,0-5 1-16,-2 0 2 0,-7-6 1 15,-1-1 0-15,-1-3-4 16,-3-2 1-16,0-2 0 16,0-1-2-16,0-5-1 15,1 3 0-15,0-4-1 16,2-1 0-16,1-2 0 0,1 1-1 16,3-4 1-16,-3 2-7 15,5-2-15-15,-1 0-8 16,2 0-23-16,0-7-41 15,1-5-11-15,1-2-53 16</inkml:trace>
  <inkml:trace contextRef="#ctx0" brushRef="#br0" timeOffset="-77924.63">27703 4821 208 0,'0'0'36'0,"0"0"37"16,0 0-19-16,0 0-10 0,0 0-9 16,0 0-9-16,0 0-11 15,0 0-7-15,49-32 2 16,-26 25-1-16,6 1-1 15,3-2-1-15,2-1-3 16,-2 2-1-16,-1-2-2 0,-3 2 0 16,-4 3-1-16,-3-2 1 15,-4 5-6-15,-4-1-23 16,-2 2-31-16,-4 0-48 16,-1 0-9-16</inkml:trace>
  <inkml:trace contextRef="#ctx0" brushRef="#br0" timeOffset="-77529.02">28158 5041 236 0,'0'0'17'16,"0"0"62"-16,0 0-11 16,0 0-30-16,0 0-29 0,0 0-7 15,0 0 6-15,0 0 6 16,7 59 0-16,-7-34-2 15,0 5-1-15,0 1-6 16,-3-1-2-16,1-3-2 16,1-3 0-16,0-4 0 0,1-5-1 15,0-6 0-15,0-2 0 16,0-4 0-16,0-3-19 16,0 0-21-16,4-4-53 15,6-16-24-15</inkml:trace>
  <inkml:trace contextRef="#ctx0" brushRef="#br0" timeOffset="-77112.61">28748 4466 114 0,'0'0'64'16,"0"0"-38"-16,0 0-6 16,0 0-1-16,-40 15 8 15,29-8 2-15,-1 2 2 16,-1 0-5-16,-1 4 4 0,-2 3-4 15,1 2-5-15,-2 5-3 16,-1 3-3-16,2 6-5 16,1 2 1-16,2 4-2 15,3 2-4-15,4 0-2 16,4-2-1-16,2-1-2 0,0-5 0 16,11-4 0-16,2-7 0 15,4-4 0-15,2-6-3 16,1-6-18-16,1-4-17 15,0-1-29-15,-4-1-30 16,0-11-63-16</inkml:trace>
  <inkml:trace contextRef="#ctx0" brushRef="#br0" timeOffset="-76027.91">28758 4708 204 0,'0'0'61'0,"0"0"7"0,0 0-7 0,0 0-21 16,0 0-6-16,13-40-10 16,-5 34-8-16,4 0-7 15,1 2-4-15,2 0 1 0,1 4-3 16,1 0-1-16,0 0-1 15,-3 0 0-15,-1 8-1 16,-2 2 0-16,-3 2 0 16,-4-1 0-16,-2 5 0 15,-2-1 0-15,0 1 1 0,-6 1-2 16,-4 0 1-16,-2-1 0 16,-2-2 0-16,-1 0 0 15,2-4 0-15,0 0 0 16,4-3 0-16,1-4 1 0,3 0-1 15,1-3 0-15,2 0 1 16,2 0 1-16,0-4-1 16,0-5 0-16,4-2-1 15,7-3 0-15,3-2 0 16,5 0 1-16,-2-1-2 0,1 2 1 16,-1 0 1-16,-3 3-2 15,-1 0 2-15,-3 2-1 16,-3 3 0-16,-1 0 1 15,-2 3 1-15,0-2 5 16,-2 3 7-16,-1 2-3 16,-1-1-2-16,0 0-1 0,0 2 0 15,1 0-4-15,-1 0-3 16,0 0 1-16,0 0-2 16,0 0 0-16,0 0 0 15,0 0 0-15,0 0-1 16,0 0 1-16,0 0 0 0,0-2 0 15,0 2 0-15,3-1 0 16,1-1 0-16,1-2 0 16,2 1 0-16,2-2 0 15,2 0-1-15,-3-2-5 16,4 3-3-16,-3-2 4 0,1 2 4 16,-5 0 0-16,2 1 1 15,-2 0 0-15,-1 2 0 16,-2-1 0-16,0 1 0 15,-2 1 0-15,1 0 1 16,-1 0-2-16,0 0 1 16,0 0 0-16,0 0 0 0,-4 1-1 15,-4 5 2-15,-2 4-1 16,0 1 0-16,-1 6 0 16,1-1 2-16,0 4 1 15,3 1 1-15,1 2-3 0,3 1 0 16,-2 0-1-16,5-4 0 15,0-3 0-15,0 0-1 16,10-6 1-16,2-3-1 16,4-4-6-16,2-4-6 15,3 0-9-15,1 0-16 0,-2-7-30 16,0-6-56-16,-5 0-28 16</inkml:trace>
  <inkml:trace contextRef="#ctx0" brushRef="#br0" timeOffset="-75575.58">29197 4441 210 0,'1'-5'61'0,"-1"1"7"0,1 3-10 16,2 1-18-16,-1 0-10 0,-1 0-17 16,6 0-8-16,2 3-2 15,1 7 4-15,5 4-1 16,0 3 3-16,3 6-5 16,-2 2-1-16,1 6-2 0,-2 4 1 15,-5 4-2-15,-5 4 1 16,-5 2-1-16,0 2 1 15,-11-1 0-15,-5-3-1 16,-3-7 0-16,-2-4-1 16,-2-7 0-16,-1-7-28 0,1-4-72 15,-1-6-95-15</inkml:trace>
  <inkml:trace contextRef="#ctx0" brushRef="#br0" timeOffset="-73442.14">30056 4722 166 0,'13'-11'17'16,"-5"-1"31"-16,-1 2-10 15,-4 2-3-15,-2 1 9 0,-1 1 5 16,-2 0-23-16,-9 3-13 15,-7 1-3-15,-3 2-5 16,-6 0 0-16,0 2 8 16,-3 7-6-16,3 4-2 0,2 2-4 15,3 2 0-15,4 1-1 16,4 0-1-16,6 0 1 16,3-1 0-16,5-1 0 15,0-2 0-15,5-1 0 16,7-4 0-16,6-4 0 15,1-2 1-15,1-3-1 0,2 0 1 16,-2-7 1-16,-2-4-1 16,-1-5-1-16,-3-3 1 15,-2-5 0-15,-1-3 0 16,-2-3-1-16,-4-3 1 16,-2-3-1-16,1 0-1 0,-4-2 1 15,0 1 1-15,0 3-1 16,0 2 1-16,-2 7 5 15,0 4 7-15,0 8 1 16,1 4 5-16,0 7-5 16,1 2-9-16,0 2-7 0,0 13 2 15,0 6 0-15,0 6 0 16,0 6 0-16,0 2 0 16,4 2 0-16,4 1 0 15,2-3 0-15,3 0 0 0,1-2 0 16,-1-6 0-16,0 1 0 15,3-7 0-15,-4-2-25 16,-1-2-21-16,-1-7-31 16,1-5-51-16,1-5-31 15</inkml:trace>
  <inkml:trace contextRef="#ctx0" brushRef="#br0" timeOffset="-72720.46">30321 4657 227 0,'0'0'56'15,"0"0"13"-15,0 0-13 0,10-39-18 16,-5 32-6-16,3-1-10 15,2 2-7-15,2 2-7 16,2 0-2-16,3 4-3 16,1 0-2-16,-2 0 0 15,0 9-1-15,-3 1 0 0,-2 3 0 16,-3 1 0-16,-3 3 0 16,-2-1 0-16,-3 1 1 15,0 0-1-15,0 1 0 16,-7-6-1-16,-3 3 1 15,-1-3-1-15,2-4 1 16,-1-1-1-16,1-1-1 0,3-4 3 16,1 0-2-16,2-2 1 15,1 0 1-15,2 0-1 16,0-7 0-16,2-3 0 16,8-1 0-16,4-5 1 15,4 1-1-15,6-4 0 0,-1 2 0 16,1-1 0-16,0-1 0 15,-3 2 0-15,-3 0 0 16,-2 3 0-16,-4 1 1 16,-2 2-1-16,-3-2 1 0,-3 5 4 15,0-1 3-15,-2 2 1 16,-1 3-2-16,-1-1-3 16,1 1-1-16,0 1 0 15,-1 0-3-15,0 2 2 16,0 1-2-16,0-1 1 15,0 1-1-15,0 0-1 0,0 0 1 16,-1 0-1-16,-5 2 0 16,-1 8 0-16,-4 2 0 15,0 3 0-15,0 5 1 16,-1 2 0-16,3 3 0 16,1-1 1-16,4 3 1 0,4-1-1 15,0-4-1-15,0 0 1 16,13-1-1-16,5-7 0 15,5-1 1-15,6-6-1 16,5-4-2-16,3-3-40 16,-2-5-83-16</inkml:trace>
  <inkml:trace contextRef="#ctx0" brushRef="#br0" timeOffset="-56700">26370 7849 103 0,'0'0'124'15,"0"0"-70"-15,0 0-26 16,0 0-1-16,0 0-19 0,0 0-5 16,0 0 2-16,0 0 6 15,0 0 3-15,0 0 0 16,0 0-2-16,-8 12 1 16,8-7 2-16,2 1-1 0,4 1-3 15,-1 0 0-15,4 0-2 16,0 3-2-16,0-1-2 15,3 3 2-15,2 0-4 16,1 3-1-16,2 1 2 16,1 3 1-16,0-1-3 0,2 2-1 15,0 0 1-15,-5-2-1 16,0 1 0-16,-1-3-1 16,-3-2 0-16,-1-3 0 15,-3-4 0-15,-1 0 0 16,-3-1 0-16,-1-3 0 0,-1-2 0 15,0 1-10-15,-1-1-20 16,0 0-15-16,0-1-19 16,-4 0-28-16,-3 0-50 15</inkml:trace>
  <inkml:trace contextRef="#ctx0" brushRef="#br0" timeOffset="-55614.69">26543 7881 91 0,'0'0'23'0,"0"0"16"0,0 0-12 15,0 0-4-15,0 0-2 16,0 0-3-16,19-41-7 0,-16 36 0 16,-1 1 1-16,0 1-2 15,-1 0 1-15,1 0 1 16,0 2 1-16,-2-1-2 15,2-2-3-15,-2 4 2 16,0-3 3-16,0 2 2 16,0 1-4-16,0 0 2 0,0 0 2 15,0 0-7-15,0 0-5 16,0 0-3-16,0 7 1 16,-6 3 5-16,0 4 9 15,-3 3 2-15,1 2-5 0,-2 2-1 16,-2 4-3-16,1-2 0 15,2 0 1-15,-5 0 0 16,3-2 0-16,-3-3-3 16,2 1-1-16,-1-5 0 15,1 3 0-15,-1-2 1 0,1-1-5 16,3 0 1-16,-2-3-1 16,0 1 0-16,2-2 0 15,2-1-1-15,-1-2 0 16,1 2 1-16,0-2-1 15,2 0 0-15,1 0 0 16,-2-1 0-16,0 0 0 0,2-1 1 16,1-2-1-16,1 0 0 15,1-1 0-15,1 0 0 16,0-2 0-16,0 0 0 16,0 0 0-16,0 0 0 0,0 2 0 15,0-2 0-15,0 0 1 16,0 0-2-16,0 0 2 15,0 0-1-15,0 0 0 16,0 0 0-16,2 0 1 16,1-2 0-16,3-5-1 0,2-1 0 15,0-2 1-15,2-3-1 16,0-1 1-16,4-5-1 16,3-2 0-16,-2-2 0 15,3-1 1-15,0-3-1 16,2 0 0-16,-5 3 1 15,1 0-2-15,-4 1 1 0,0 3 0 16,-2 2 0-16,-2 0 1 16,0 3-1-16,-3 1 0 15,1 3 0-15,-1 1 0 16,-1 1 0-16,-1 2 0 16,2 2 0-16,-3 0 0 0,1 2 0 15,-1-1 0-15,-1 3 0 16,0-1 0-16,0 2 0 15,-1 0 0-15,2 0 0 16,-2 0 0-16,0 0-1 16,0 0 1-16,0 0-1 15,0 0 2-15,0 0-1 0,0 3-1 16,0 0 1-16,0-2-2 16,0 3-9-16,0 0-20 15,0-2-14-15,2 1-29 16,-1-3-40-16,1 0-28 0</inkml:trace>
  <inkml:trace contextRef="#ctx0" brushRef="#br0" timeOffset="-54804.65">26321 7865 88 0,'-2'-3'25'0,"0"-3"25"15,-1 2-11-15,1 1 6 16,0-1-30-16,0 1 5 15,2 3-1-15,-1-3-3 16,0 2 0-16,1-1 2 16,-1 2 1-16,1 0-6 15,0 0-5-15,0 0-6 0,0 0-1 16,7 4 8-16,3 2 18 16,5 4 3-16,3 0-4 15,3 3-8-15,4 1-5 16,1 2-4-16,1 4-2 15,-1-2-4-15,1 2-2 0,-5-3 1 16,1 0-1-16,-1 0-1 16,-5-4 0-16,-1 1 0 15,-2-2 1-15,-3-1-1 16,0-2 0-16,-6-1 0 16,-1-1 1-16,1-1-1 15,-3-2 0-15,0-2 0 0,-1 0 0 16,0 0 0-16,0-1 1 15,-1-1-1-15,1 0-3 16,-1 0-16-16,0 0-4 16,0 0 1-16,0 0-41 15,0-6-31-15,-3-1 9 0,-2-4-67 16</inkml:trace>
  <inkml:trace contextRef="#ctx0" brushRef="#br0" timeOffset="-54233.1">26612 7751 54 0,'0'0'5'0,"0"0"31"0,0 0-10 16,0 0-3-16,0 0-1 16,0 0-3-16,15-41-6 0,-15 38 0 15,0 2-1-15,0-2 0 16,0 3-5-16,0-1 3 16,0-1-1-16,0 2-1 15,-2-1 5-15,-1 1-3 16,0 0 2-16,0 0 2 0,-3 1-2 15,0 9 2-15,-1 4 11 16,-3 2-1-16,-1 8-6 16,-3 2 1-16,1 5 2 15,-2 1-5-15,1 3 2 16,-1-1-3-16,1-2-1 0,1-3-2 16,1-2-2-16,2-5-3 15,1-3-1-15,0-1-2 16,0-3-1-16,4-1 2 15,-4-4-4-15,2-2 1 16,1 1 1-16,2-5-2 0,1 2 0 16,-1-3-1-16,2-2 1 15,0 2-1-15,0-2 1 16,1-1-1-16,1 0 0 16,0 0 0-16,0 0 0 15,0 0-4-15,0 0-21 0,0 0-21 16,0 0-56-16,0 0-47 15</inkml:trace>
  <inkml:trace contextRef="#ctx0" brushRef="#br0" timeOffset="-52727.82">16120 11086 167 0,'0'0'24'0,"0"0"40"16,0 0-52-16,0 0-8 15,0 0 5-15,12-37 0 16,-10 34-1-16,0 0-3 0,0-1 0 16,0 1 5-16,1-2-1 15,-1 2-1-15,-2-1-3 16,2-1 3-16,-2 1-2 16,0 0 0-16,0-2 0 15,0 3-3-15,0-1 1 0,-8 0 1 16,1 1-1-16,-7 0 1 15,1 0 2-15,-5 3 0 16,-2 0 2-16,-4 0-1 16,1 7 2-16,-2 0-3 15,2 1 1-15,-2 0 0 16,4 2-1-16,-3 1 2 0,4-1-3 16,-2 2 3-16,5-1-3 15,-2 2 2-15,1 1-4 16,4-2 3-16,0 3-4 15,2 3 1-15,3 1 0 16,1 2 0-16,4 5-1 0,0 4 3 16,4 4 1-16,0 0-2 15,2 4 4-15,7-1 1 16,5 1-5-16,6-3-1 16,-1-3-1-16,8-3-2 15,-2-4 0-15,6 0 0 0,-1-6 1 16,3-2-2-16,-2-3 1 15,0-7 0-15,3-5-1 16,-1-2 1-16,-2-6 2 16,-1-11 0-16,-1-1 1 15,-5-4-1-15,0-2 0 0,-3 0 0 16,-1 0 1-16,-4-3 1 16,2 0 1-16,0-4-2 15,-3-5 1-15,-1-2 0 16,-3-2-1-16,-4-3-1 15,1-2-2-15,-6 5 0 0,-2 0 0 16,0 4-1-16,-6 2 1 16,-5 1 0-16,-5 3 0 15,-4 3 0-15,-4 3 0 16,-1 7 2-16,-5 3-3 16,-3 8 0-16,-3 3 0 0,1 3 0 15,-5 7-1-15,2 10-3 16,6 3-11-16,3 0-35 15,7-5-30-15,2-13-108 16</inkml:trace>
  <inkml:trace contextRef="#ctx0" brushRef="#br0" timeOffset="-51390.86">28377 6990 138 0,'0'0'15'0,"0"0"6"16,-40 0-2-16,23 3-3 0,-1 0 6 16,0 0 12-16,2 1-15 15,-3 0 12-15,2 2-2 16,-2-1-12-16,0 5-1 15,1 0 0-15,0 5-6 16,0 2-3-16,-1 3 0 0,2 5-1 16,0 3 0-16,-3 4-3 15,3 3 2-15,1 4 6 16,2 3 1-16,-2 2-1 16,5 7 3-16,-1 2 1 15,3 4 1-15,3 4-2 0,1 1-1 16,4 4-4-16,1 2-2 15,0 0-4-15,6 0 0 16,1-4-2-16,3 1 1 16,0-4 0-16,-5-1-1 15,0-5 1-15,-2 1 0 0,-3-4-1 16,0-2 1-16,-3-2-1 16,-6-2 1-16,-2-3 0 15,-5-1 1-15,1-1 2 16,-4 0 1-16,-1-1-1 15,0-3 0-15,-2-1 0 0,-1-2-2 16,1-2 1-16,-2-3-2 16,0-1 2-16,0-2-1 15,1-2 0-15,0-4-1 16,-1-2 1-16,0-5-1 16,0-3 0-16,2-3 0 0,-3-3 0 15,2-4 0-15,-2 0-1 16,4-4 0-16,1-6-1 15,1-2 1-15,6-2-1 16,-1 0-1-16,1 1 1 16,5 1 0-16,3 2-1 0,3 0 1 15,2 3-1-15,0 0-6 16,2 5-20-16,5-2-34 16,2-2-51-16,-2-4-126 15</inkml:trace>
  <inkml:trace contextRef="#ctx0" brushRef="#br0" timeOffset="-47202.14">31209 7899 70 0,'6'0'26'0,"-2"-1"30"0,0-1-23 16,-1 1-3-16,-1-1 4 15,0 1-5-15,-2-2-2 16,1 3 6-16,-1-3-2 16,0 2-4-16,0-2-5 0,-1 0-2 15,-6 0-3-15,-4-1-1 16,-2 4 1-16,-3 0 2 15,-4 0-6-15,-1 0 0 16,-4 9-2-16,1 5-1 16,-1 4-2-16,3 2-2 0,2 1-1 15,4 2 0-15,4 0 0 16,3-2-2-16,6 1-1 16,3-3-2-16,0 0 0 15,6-3 1-15,8-5-1 16,0-3 0-16,4-4 0 15,4-4 0-15,-3 0 0 0,2-9 1 16,-2-7-1-16,1-5 0 16,-1-6 2-16,-5-6 0 15,0-4-2-15,-2-7 2 16,-4-3-3-16,-2-4 1 0,-1-1 1 16,-4 2 0-16,-1 3-2 15,-2 10 1-15,-7 4 0 16,1 9 1-16,0 7-1 15,2 9 1-15,-1 2 2 16,2 6-1-16,3 0-1 0,0 9-1 16,2 7 0-16,0 6 0 15,0 5 2-15,6 3 0 16,4 4 0-16,0 3-2 16,1 1 1-16,1 3-1 15,-2-2 1-15,0-1-1 0,0-6-8 16,1-4-22-16,-2-6-8 15,2-8-14-15,-2-5-42 16,0-5-26-16,3-2-64 16</inkml:trace>
  <inkml:trace contextRef="#ctx0" brushRef="#br0" timeOffset="-46236.9">31422 7865 211 0,'0'0'34'0,"0"0"24"15,0 0-5-15,0 0 4 16,0 0-20-16,0 0 1 16,6-37-8-16,-6 34-5 0,0-2-3 15,0 0-9-15,0 2-1 16,0-1-1-16,5 0-4 15,-3 2-3-15,5-3-2 16,4 0 0-16,1 1-1 16,3 1 0-16,0 2-1 0,1 1 1 15,-1 0-1-15,1 0 0 16,-5 6 0-16,0 5-1 16,-3 0 1-16,-2 4-3 15,0 0-12-15,-5 0-3 16,-1 0 1-16,0 2-6 0,-7 0 6 15,-2-3 5-15,-4-1-2 16,-1 1 4-16,-3-4 1 16,3-1 5-16,3-3 3 15,-1-1 2-15,5-5-1 16,2 2 0-16,3-2 1 0,2 0 6 16,0-2-3-16,8-5-4 15,4-4 1-15,5-1 0 16,2-2-1-16,4-2 1 15,0-2-1-15,1 0 0 16,1-1 0-16,-7-1 0 0,0 2 0 16,-2 1 1-16,-4 2-1 15,-4 1 1-15,-1 0-1 16,-2 3 3-16,-3 1 13 16,-2 1-4-16,0 2 2 15,0 0 1-15,0 3 2 0,0-2-3 16,-1 3-1-16,0 3-5 15,0 0-1-15,-6 0-4 16,3 2-2-16,-2 9 0 16,-1 5 4-16,-4 5 2 15,3 5 0-15,-2 2 1 16,0 3-1-16,3 1-4 0,3-3-2 16,4-3 0-16,0-4-1 15,5-6 0-15,11-6 0 16,3-3 1-16,6-3-5 15,3-4-31-15,0 0-59 16,-2-12-152-16</inkml:trace>
  <inkml:trace contextRef="#ctx0" brushRef="#br0" timeOffset="-44905.9">29557 7814 304 0,'0'-6'5'0,"0"2"40"0,-2 4-7 16,-7 4-29-16,-4 10 3 16,0 6 21-16,-4 7-3 15,3 3-3-15,2 4-4 0,2 3-4 16,4 0-5-16,5 3-7 15,1-2-4-15,2-3-2 16,10-2 0-16,7-3-1 16,-1-6 0-16,7-5-1 0,2-7-25 15,0-6-14-15,-1-6-38 16,-3 0-71-16,-1-8-125 16</inkml:trace>
  <inkml:trace contextRef="#ctx0" brushRef="#br0" timeOffset="-44160">29677 7984 125 0,'0'0'122'0,"0"0"-72"0,0 0 7 16,0 0-3-16,9-38-15 16,0 31 0-16,4 0-12 15,1 2-9-15,3 2-3 16,-2 1-3-16,1 2-6 0,-2 0-4 15,0 5-1-15,-4 4-1 16,-3 4 1-16,1-2-1 16,-5 3 0-16,-3 1 0 15,0-1 0-15,0-3 0 16,-1 2 0-16,-6-2-1 0,0-1-2 16,-1-1-2-16,-1-1-2 15,-1 1 3-15,1-2 1 16,0 0 1-16,-2-1 1 15,4-2 0-15,2-3 1 16,3 1 0-16,2-2 0 16,0 0 1-16,0-2-1 0,11-5 1 15,0-3-1-15,7-1 0 16,-1-2 0-16,0 0 1 16,3-1 1-16,-4 1 0 15,0 1 2-15,-3 0 3 16,-1 0 0-16,-3 1 3 0,-3 0 6 15,0 3 0-15,-2 1-1 16,-1-2-2-16,-3 6-2 16,0-1-1-16,0 2-2 15,0 2-3-15,-6 0-1 16,0 3-3-16,-1 7-1 0,0 3 0 16,-2 4 0-16,2 1 0 15,0 1 2-15,3 0-3 16,2 0 1-16,2-3 0 15,0 0 0-15,1-1 0 0,10-6-1 16,4-2-2-16,2-4-11 16,5-3-11-16,1 0-18 15,0 0-15-15,0-9-31 16,-4-1-63-16,0-3-53 16</inkml:trace>
  <inkml:trace contextRef="#ctx0" brushRef="#br0" timeOffset="-43786">30120 7739 257 0,'0'0'27'0,"0"0"24"16,0 0 8-16,0 0-11 16,0 0-6-16,0 0-10 15,0 0-6-15,43-15 0 0,-20 25-3 16,1 7-3-16,1 6-9 15,-3 6-4-15,-1 8 1 16,-7 5-2-16,-6 6-2 16,-8 4-3-16,-2 2 1 0,-18 2-2 15,-8-2-3-15,-7-7-58 16,-4-7-94-16,2-10-267 16</inkml:trace>
  <inkml:trace contextRef="#ctx0" brushRef="#br0" timeOffset="-42326.94">28824 7663 189 0,'0'0'9'0,"0"0"38"15,0 0-9-15,0 0 2 16,0 0-7-16,0 0 4 15,0 0-13-15,0 0-2 16,0 0-6-16,-27-9-4 0,16 9-3 16,-4 0 0-16,0 5-2 15,-1 3 0-15,-1 1 2 16,-2 1 3-16,4 6 0 16,-1 2-2-16,4 2-1 15,0 7 2-15,5 4 2 0,4 5-1 16,0 5-1-16,3 1-2 15,0 1-4-15,4 3-1 16,4-1-1-16,0-1-1 16,-1-4 0-16,-2-1-2 15,-4-3 1-15,-1-3 0 0,0-5 1 16,0-1 1-16,-8-4 0 16,-5-2 2-16,1-7-2 15,-4 0-2-15,0-2 0 16,-1-2 0-16,1-3-1 15,-2-3 0-15,1 0-1 0,0-2-12 16,4-2-19-16,1 0-18 16,5 0-5-16,3-3-41 15,2-8-61-15</inkml:trace>
  <inkml:trace contextRef="#ctx0" brushRef="#br0" timeOffset="-41965.42">28466 8101 264 0,'0'0'51'0,"0"0"30"0,0 0-26 0,0 0-17 15,0 0-8-15,0 0 0 16,0 0-1-16,0 0-9 16,0 0-7-16,0 0 3 0,61-19-1 15,-29 11-9-15,8-1-2 16,-2-2-2-16,1 2-1 15,0 0 0-15,-2 0-2 16,-2 3-17-16,-3-1-43 16,-1-3-32-16,-2-1-88 0</inkml:trace>
  <inkml:trace contextRef="#ctx0" brushRef="#br0" timeOffset="-40897.14">27264 9210 253 0,'0'0'16'16,"0"0"38"-16,0 0 4 0,0 0-8 15,0 0-30-15,0 0-9 16,0 0 16-16,0 0 1 16,4 58-8-16,-4-24 6 15,0 6-2-15,0 5-9 16,0 0-5-16,-2 3-5 0,0-3 0 15,-3-2-3-15,3-5 1 16,-1-5-3-16,1-3 0 16,-1-5 0-16,1-5 0 15,0-4-2-15,0-6-23 16,2-6-39-16,-2-4-19 0,-1 0-18 16,0-7-33-16</inkml:trace>
  <inkml:trace contextRef="#ctx0" brushRef="#br0" timeOffset="-40318.19">27161 9338 276 0,'0'0'15'0,"0"0"60"16,0 0-22-16,-8-43-3 16,8 30-20-16,6 1-9 15,6-1-1-15,4 0 1 0,3 2-8 16,1-1-2-16,5 5-4 16,0 3 0-16,-2 1-4 15,2 3-1-15,1 0 0 16,-2 7-1-16,-2 6 0 15,-4 0-1-15,-4 5 0 16,-5 2 1-16,-5 1-1 0,-4 2 0 16,0 0 0-16,-10 2-1 15,-7 2 1-15,-2-2-2 16,-4 0 2-16,-2-1-1 16,-4-5 1-16,0 2 0 15,2-4 0-15,0-5 0 0,2 0 0 16,3-3-1-16,5-2 1 15,4-3 0-15,5-1 0 16,2-3 0-16,4 0 1 16,2 0-1-16,0 0 2 15,12 0-1-15,3-6 1 0,6 2 2 16,5 3 3-16,5 1 1 16,3 4 1-16,0 10-1 15,3 10-5-15,-1 3 0 16,-2 3 0-16,-2 1-2 15,-7-1 3-15,-1-6-4 0,-3-7 0 16,-4-7-16-16,0-10-18 16,-2-7-84-16,-1-17-251 15</inkml:trace>
  <inkml:trace contextRef="#ctx0" brushRef="#br0" timeOffset="-6282.71">27866 9768 99 0,'0'0'53'0,"0"0"-19"16,0 0-16-16,0 0 2 0,0 0 10 16,0 0-6-16,0 0-5 15,0 0 2-15,0 0-3 16,0 0-3-16,0 0-3 15,2-3 3-15,-2 3-8 16,0 0-2-16,0 0-3 16,0 0 0-16,0 0-2 0,0 0 2 15,0 0 0-15,0 5-2 16,0 6 12-16,0 3 17 16,0 9-18-16,0 1-3 15,0 3 2-15,0 3-6 0,0-1-2 16,0-1-1-16,0-3-1 15,2-5 1-15,-2-3-1 16,1-4 0-16,0-5 1 16,0-3-1-16,-1-3 0 15,0-2 3-15,0 0 8 0,0 0 28 16,0-7-31-16,0-4-7 16,0-7 1-16,2-4-1 15,1-3-1-15,2-5 0 16,2-3 0-16,0-1-1 15,-3-1-4-15,0 1-2 0,1 4 3 16,-4 5 2-16,1 4 1 16,-2 7 2-16,0 4-1 15,0 3 0-15,0 4 0 16,0 2-1-16,0-1 2 16,0 2-1-16,0 0 0 15,-3 0-1-15,1 2 0 0,-4 5 1 16,2 3-3-16,1 3 4 15,-2 4-1-15,1 5 0 16,1 2 1-16,-1 5 1 16,1 2 0-16,0 3 0 15,1 0 2-15,1 2-2 0,-1-3-2 16,0-2 1-16,0-3-1 16,2-5 1-16,-2-2-1 15,1-6 0-15,0-4 1 16,1-6 0-16,-2-3 1 15,-1-2 2-15,2 0 20 16,-3-12-18-16,2-3-4 0,0-8-1 16,2-3-1-16,0-3 0 15,0-3 1-15,0 0-1 16,0 1-1-16,0 4 1 16,1 4-1-16,0 6 1 15,1 5 0-15,-2 4 0 0,0 2-1 16,1 5 1-16,0 1 0 15,1 0-1-15,-2 0-1 16,1 5 2-16,2 7 0 16,-3 3 0-16,1 2 0 0,0 5 0 15,-1 2-1-15,1 3 1 16,-1 1 0-16,1 2 0 16,1 1 0-16,-2-2 0 15,0-2 0-15,0-6-1 16,0-4-2-16,0-4 2 15,0-6 1-15,0-6-1 0,0-1 1 16,0-4 2-16,0-10-2 16,0-6 0-16,-1-8 0 15,1-4 0-15,0-6 0 16,1 1 0-16,5-1 0 16,0 2-1-16,1 6 1 0,0 5-1 15,-2 8 2-15,-2 4-2 16,-3 11 2-16,0 2-1 15,0 2-2-15,0 15 1 16,0 4 1-16,-3 5 1 16,1 5 4-16,-1 2-3 0,2 0-1 15,1-1 0-15,0-2-1 16,0 1 0-16,0-1-1 16,2-3-44-16,-2-7-66 15,0-6-126-15</inkml:trace>
  <inkml:trace contextRef="#ctx0" brushRef="#br0" timeOffset="-2236.04">29104 8278 124 0,'2'-7'67'0,"-2"0"-26"0,0 0-24 16,0 3 9-16,1-2-7 16,-1 3 3-16,0-1-1 15,0 2 17-15,0 0-19 16,0 0-7-16,0 1-2 0,0-1-2 16,2 1-1-16,0-2 1 15,0 0-1-15,5 0-3 16,-2-1-3-16,-1 1 0 15,2 2 0-15,0-1 0 16,1 2-1-16,-2 0 1 16,0 0-1-16,-1 3 0 0,-1 5 0 15,-2 0 1-15,-1 2 0 16,0 0-1-16,0 1 1 16,-4-1 1-16,-3 4 0 15,-4-4-2-15,0-1 1 16,-2 2 0-16,-1-2 0 0,1-1 0 15,-4-2-1-15,5-2 1 16,0 0 1-16,2-4 0 16,2 0 2-16,2 0 7 15,1-1 0-15,3-6-5 16,0-4-3-16,2-2-3 0,0-3 1 16,0 1 0-16,8 0-1 15,-1 1-4-15,2 0-2 16,1 4 3-16,3 1-1 15,-4 2 2-15,5 3 1 16,-1 1 0-16,2 3 1 0,3 0-1 16,-1 0 0-16,0 6-1 15,-1 2 5-15,1 2 2 16,-3 6 1-16,-4 2-2 16,-3 4 2-16,-4 2-2 15,-3 4 0-15,0 2 0 16,-5 1 3-16,-8 1 1 0,-3 0 1 15,-4 0 0-15,-2-2 0 16,-1 0 0-16,1-4-1 16,1 0-1-16,-1-6 2 15,3-3-2-15,3-2-3 16,2-6 0-16,3-3-1 0,3-4-2 16,2-2 1-16,-1 0 1 15,3-3 0-15,3-8-1 16,1-3-1-16,0-6 0 15,2 1-1-15,7 1 0 16,-2-2 0-16,3 6 0 0,1 1 0 16,1 7 0-16,1 5 2 15,1 1-2-15,3 0-2 16,2 7 4-16,3 5-2 16,0 2 0-16,1 1-2 0,1 2 2 15,3 0 2-15,0-4-2 16,3-3-2-16,1-2 1 15,0-7-41-15,0-1-51 16,-2-13-140-16</inkml:trace>
</inkml:ink>
</file>

<file path=ppt/ink/ink1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41:35.494"/>
    </inkml:context>
    <inkml:brush xml:id="br0">
      <inkml:brushProperty name="width" value="0.05292" units="cm"/>
      <inkml:brushProperty name="height" value="0.05292" units="cm"/>
      <inkml:brushProperty name="color" value="#FF0000"/>
    </inkml:brush>
  </inkml:definitions>
  <inkml:trace contextRef="#ctx0" brushRef="#br0">23921 326 167 0,'0'0'119'0,"0"0"-108"0,0 0 23 0,0 0-28 0,0 0-5 0,0 0 0 0,0 0 11 0,-16 47 9 0,8-10 4 0,-2 13-2 0,-1 12 4 0,-2 14-2 16,-1 13-1-16,1 13-2 15,-5 8-6-15,3 5-5 0,0-2 3 16,3 1-2-16,3-9-4 16,-2-10 0-16,6-6-3 15,0-6-2-15,1-8-2 16,2-7-1-16,-3-7 0 15,2-8 1-15,-1-13-1 0,0-6-18 16,0-16-30-16,-1-16-44 16,1-7-92-16</inkml:trace>
  <inkml:trace contextRef="#ctx0" brushRef="#br0" timeOffset="482.77">23759 586 265 0,'0'0'96'0,"0"0"-91"16,0 0 4-16,-9-41 8 16,9 35-5-16,5-5-3 15,7 2 2-15,5-2-2 16,10-2 2-16,8 0 0 0,15 2-2 16,11-2-2-16,10 3 3 15,8 6-5-15,6 4-1 16,1 0-2-16,-3 14-1 15,-6 13-1-15,-10 10 0 16,-12 10-1-16,-15 8 0 16,-14 6 1-16,-15 6 0 0,-11 0 0 15,-7-1 4-15,-19 0-4 16,-8-5 3-16,-12-3 0 16,-12-4 3-16,-7-5-1 15,-8-5-3-15,-6-6 1 0,-3-2-2 16,-1-6 1-16,7-4-13 15,9-6-47-15,16-13-51 16,12-7-60-16</inkml:trace>
  <inkml:trace contextRef="#ctx0" brushRef="#br0" timeOffset="845.82">25012 747 536 0,'0'0'1'0,"62"-23"-4"0,-25 14 0 0,9 6 1 16,-1-1-14-16,3 3 1 16,-1-2 0-16,-5 0-6 15,-3 3-20-15,-7 0-26 16,-8 0-34-16,-8 2-121 0</inkml:trace>
  <inkml:trace contextRef="#ctx0" brushRef="#br0" timeOffset="1017.19">25010 1076 401 0,'0'0'3'0,"0"0"-4"16,0 0-5-16,0 0 33 15,51 18-7-15,-9-20 0 16,17-8-10-16,12-9-7 16,13-6-2-16,8-7-1 0,3-6-88 15,2-7-136-15</inkml:trace>
  <inkml:trace contextRef="#ctx0" brushRef="#br0" timeOffset="1543.15">27174 212 380 0,'0'0'4'0,"0"0"-2"0,16-39-1 0,-13 33 4 16,-3 6-1-16,0 0-4 0,0 9-6 16,-7 12 8-16,-4 10 0 15,-5 13 21-15,-4 12 2 16,-4 10 0-16,-2 11-5 15,-2 7-3-15,0 2 0 16,2 1 2-16,0 1-10 0,3-1-5 16,1-6-1-16,1-6-1 15,0-4-1-15,0-9 1 16,0-6-5-16,-3-12-55 16,2-10-125-16</inkml:trace>
</inkml:ink>
</file>

<file path=ppt/ink/ink1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0:52:15.181"/>
    </inkml:context>
    <inkml:brush xml:id="br0">
      <inkml:brushProperty name="width" value="0.05292" units="cm"/>
      <inkml:brushProperty name="height" value="0.05292" units="cm"/>
      <inkml:brushProperty name="color" value="#FF0000"/>
    </inkml:brush>
  </inkml:definitions>
  <inkml:trace contextRef="#ctx0" brushRef="#br0">17748 11401 102 0,'0'0'141'16,"0"0"-72"-16,0 0-16 15,0 0-16-15,0 0-7 16,0 0-5-16,0 0-6 0,0 0-4 15,0 0 0-15,0 0-6 16,0 0-4-16,0 0-3 16,2-2-1-16,5 2-2 15,-3-2 2-15,3 2 0 16,-1 0-1-16,1 0 0 0,-1 2 1 16,-4 3-1-16,0 2 0 15,-2 0 0-15,0-1 0 16,0 1 0-16,-5 2 1 15,-4-5-1-15,2 3 0 16,-2-1 0-16,2-2 0 0,0-1 0 16,5-3 0-16,0 0 2 15,2 0-2-15,0 0 0 16,0-3-3-16,4-4-13 16,6-3-23-16,-1 3-41 15,1-5-36-15,0 1-33 16</inkml:trace>
  <inkml:trace contextRef="#ctx0" brushRef="#br0" timeOffset="689.02">17810 11255 127 0,'0'0'41'0,"0"0"-5"0,0 0-3 15,0 0-6-15,-24-44-8 16,15 37 8-16,2 0 2 0,-2 1-14 15,0 2 5-15,0 0-7 16,-2 2 4-16,0 2-1 16,-2 0-5-16,0 0-4 15,-3 2 0-15,-3 5-3 0,-1 1 2 16,-2 1 3-16,-2 2-1 16,4 2 2-16,-3 2-3 15,1-3-1-15,5 4 2 16,0-1 0-16,2 1-2 15,1 4-4-15,3-2 1 0,0 5 4 16,4-2-2-16,1 4-3 16,4-1 0-16,2 0 0 15,0 1 0-15,8 1-1 16,6-1 2-16,3 0 0 16,6-3 3-16,3 1 0 0,6-3-2 15,0-5-1-15,3-2-1 16,-2-6 1-16,0-4-1 15,1-3 0-15,-4 0 2 16,1-11 0-16,0-6 0 16,-4-3 1-16,2-3-2 15,-5-1 0-15,-1-2 0 0,-3-2-1 16,-4 2 0-16,-6-3-1 16,-3-1 0-16,-6-3-1 15,-1 2 1-15,-5-2-1 16,-14 1 1-16,-2 3-1 0,-6 4-1 15,-6 3 1-15,3 8-1 16,-1 3-6-16,4 7-7 16,1 4-6-16,6 0-18 15,4 5-35-15,5-1-69 16,1-5-78-16</inkml:trace>
  <inkml:trace contextRef="#ctx0" brushRef="#br0" timeOffset="1570.87">15566 11114 226 0,'0'0'3'0,"0"0"40"15,0 0-3-15,0 0-2 16,0 0 2-16,0 0-5 15,0 0-12-15,0 0-20 16,0 0-2-16,-13-10 3 16,31 23 7-16,4 3 8 0,7 4-4 15,3 1 0-15,6 3-8 16,-3-1-2-16,2 2-2 16,-2-5-2-16,-4 2 0 15,-2-4 0-15,-4-2 0 16,-7-3 0-16,-2-5-1 0,-3 2 1 15,-2-4-1-15,-6-1 0 16,-3-2-8-16,0 3-25 16,-2-3-13-16,-4-3-28 15,-3 0-34-15,-5-2-70 0</inkml:trace>
  <inkml:trace contextRef="#ctx0" brushRef="#br0" timeOffset="1910.91">15805 11021 186 0,'0'0'12'0,"0"0"40"0,0 0-7 16,0 0-6-16,0 0 8 15,0 0-32-15,0 0-15 16,0 0 5-16,-38 35 10 16,20-5-5-16,-1 7-3 15,-4 4-2-15,-4 6-1 0,0 3-1 16,0 1-1-16,1-3-1 16,0-4-1-16,3-4 1 15,3-8-2-15,6-3 2 16,4-6-2-16,4-5-1 15,6-2-11-15,0-9-85 0,0-7-32 16</inkml:trace>
  <inkml:trace contextRef="#ctx0" brushRef="#br0" timeOffset="5879.42">18345 11491 15 0,'0'-4'8'16,"0"-2"-3"-16,0 1 3 15,0 1 3-15,2 0-8 0,1 3-2 16,1-2-1-16,2 0-2 15,-4 0-47-15</inkml:trace>
  <inkml:trace contextRef="#ctx0" brushRef="#br0" timeOffset="9282.45">20333 11866 186 0,'0'0'2'0,"0"0"-2"15,0 0 1-15,0 0-1 16,0 0 0-16,1 0-27 16,0-6-78-16</inkml:trace>
  <inkml:trace contextRef="#ctx0" brushRef="#br0" timeOffset="10824.88">18571 11991 204 0,'-55'85'-204'0</inkml:trace>
  <inkml:trace contextRef="#ctx0" brushRef="#br0" timeOffset="11661.99">22309 13369 102 0,'0'0'223'0,"0"0"-207"0,-47-3-9 15,39-2 1-15,-1 1 16 16,6 3-13-16,1 1-10 15,2 0-1-15,0 0-2 16,0 0-8-16,5 0 5 16,4 3-3-16,-4 0 1 0,3 1 0 15,-2-1 0-15,1-1 0 16,-2-2-9-16,-2 0 14 16,0 0 2-16,0 0 2 15,1-3 2-15,-3-6-1 16,0 1-2-16,-1-3-12 0,0-3-12 15,-1-9-25-15,-12-11-66 16</inkml:trace>
  <inkml:trace contextRef="#ctx0" brushRef="#br0" timeOffset="13845.82">10797 7746 16 0,'-5'11'17'0,"1"-1"-21"16,0-2 2-16,-1 0-11 15,3-3-1-15</inkml:trace>
  <inkml:trace contextRef="#ctx0" brushRef="#br0" timeOffset="15299.03">11363 12998 152 0,'0'5'-117'0</inkml:trace>
  <inkml:trace contextRef="#ctx0" brushRef="#br0" timeOffset="16653.03">14776 10815 70 0,'-21'18'106'0,"1"-2"-119"15,5 0-37-15,3 1-14 0</inkml:trace>
  <inkml:trace contextRef="#ctx0" brushRef="#br0" timeOffset="16716.95">14746 10926 46 0,'0'0'-1'16</inkml:trace>
  <inkml:trace contextRef="#ctx0" brushRef="#br0" timeOffset="17009.8">15405 10463 173 0,'27'-46'4'0,"0"1"-4"16,0-4 1-16,2-2-1 15,0-4 1-15,3-5-1 0,3-4 0 16,-3-4 0-16,5-2 0 16,-1-3-1-16,-3 1 1 15,0-1 0-15,2 5 0 16,-6 1 0-16,0 4 0 16,0 2 0-16,4 3 0 0,3 1 0 15,2-1-2-15,4-3-45 16,0 0-44-16</inkml:trace>
  <inkml:trace contextRef="#ctx0" brushRef="#br0" timeOffset="20799.16">17974 11560 134 0,'0'0'37'0,"0"0"-7"16,0 0 4-16,0 0 2 15,0 0-9-15,0 0 8 16,0 0 3-16,0 0-13 0,0 0-6 15,0 0-5-15,-23-31-13 16,23 31-1-16,0 0 0 16,0 0 0-16,0 4 1 15,0-1-2-15,0 0 1 16,0 0 0-16,0-2 0 0,1 0 0 16,-1-1 0-16,0 0 0 15,0 0 1-15,0 2-2 16,0-2 1-16,0 0 0 15,0 0 0-15,0 0-1 16,0 0 1-16,0 0 0 0,0 0 0 16,0 2-2-16,0-2 2 15,0 1 0-15,0-1 0 16,1 2-1-16,0-1 2 16,-1 0-2-16,1 1 0 15,0 1 1-15,3-1-5 0,-2 0-5 16,1 2-8-16,1-1-11 15,3 0-15-15,-3-2-8 16,-1-1-17-16,1 0-129 16</inkml:trace>
  <inkml:trace contextRef="#ctx0" brushRef="#br0" timeOffset="24598.79">17301 12253 1 0,'0'8'26'0,"0"-2"-12"0,0-2 3 16,0-3 2-16,0-1-6 16,0 0-3-16,0 0-2 15,0 0-3-15,0 0 4 16,0 0 11-16,0 0-1 0,0 0-12 15,0 0-3 1,0 0 2-16,0 0 6 0,0 0-1 16,0 0 1-16,0 0 3 15,0 0 0-15,0 0-3 16,0 0 5-16,0 0 0 0,0 0-4 16,0 0-9-16,0-3-2 15,0 1-2-15,0 0 0 16,0-1 1-16,0 3-1 15,0-1 1-15,0 1-1 16,0 0 0-16,0 0 1 16,0 0 0-16,0 0 3 0,0 0 2 15,0 0 2-15,0 0-3 16,0 0-1-16,0 0-4 16,0 0 1-16,0 0-1 15,0 0 0-15,0 0 0 16,0 0-1-16,0 0 1 0,0 0 0 15,0 0 0-15,0 0-1 16,0 0 1-16,0 0-1 16,0 0 0-16,0 0-1 15,0 0-2-15,0 0-7 16,0 0-9-16,0 0-1 0,2 0-6 16,-2 0-9-16,0-2-17 15,0-4-59-15</inkml:trace>
  <inkml:trace contextRef="#ctx0" brushRef="#br0" timeOffset="24953.43">17289 11982 101 0,'0'0'2'0,"0"0"1"16,0 0-3-16,0 0 0 15,0 0 1-15,0 0 0 16,0 0-1-16,0 0 1 0,0 0-1 16,0 0 0-16,0 0 0 15,2 6 0-15,-1-5 0 16,-1 2-1-16,2-1 0 16,-1 0-7-16</inkml:trace>
  <inkml:trace contextRef="#ctx0" brushRef="#br0" timeOffset="26484.44">17718 11532 53 0,'0'0'41'0,"0"0"-1"0,0 0-13 0,0 0-10 16,0 0-4-16,0-40 4 15,0 36-2-15,0-2 0 0,0 2 3 16,0 1-5-16,0 1-4 16,0 1-1-16,0 0 3 15,-1 0-2-15,1 1-3 16,-1 0 0-16,1 0-3 16,0 0-1-16,-2 0 0 0,2 0-1 15,0 0 0-15,0 0-1 16,0 0 0-16,0 0 3 15,0 0-3-15,0 0 0 16,0 0 0-16,0 0 2 16,0 0 0-16,0 0 2 15,0-2 4-15,0 1-2 0,0-2-5 16,0-3 0-16,0 1 0 16,0 0-1-16,2 0 2 15,-1 2 0-15,1 0 0 16,0 1 0-16,3 2-2 15,-5 0 1-15,2 0-1 0,-2 0 0 16,0 5 1-16,0-1 0 16,0 1 1-16,0 1 1 15,0 1 2-15,-2-1-2 16,-5 0 0-16,2-2 1 16,-3-1 3-16,3-2-1 0,-4-1-1 15,2 0 0-15,1 0-2 16,1-1 0-16,3-4-1 15,2-3 0-15,0 0-2 16,2-2 0-16,3 0 1 16,5-2-1-16,-2 3 0 0,-1 1 1 15,1 1-1-15,-1 4 2 16,0 1-2-16,-2 2 0 16,3 0 1-16,-4 0-1 15,-2 0 0-15,0 4 0 16,-1 0 0-16,-1 0 1 0,0 1-1 15,0 0 1-15,-5-1 0 16,-2 2 1-16,-1 0-2 16,-1-2 0-16,2-1 0 15,1 0 0-15,1-3 0 16,0 0 0-16,3 0 1 0,2-3-1 16,0-3 1-16,0-4-2 15,5 3 2-15,2-2-1 16,1 1 0-16,-3 4 1 15,4 1 0-15,-4 3-1 16,1 0 0-16,-2 0 1 16,-1 0-1-16,-1 4 0 0,-1 1 0 15,-1 0 0-15,0 0 0 16,0 0 1-16,-1-1-1 16,-2 1-2-16,1-2-1 15,-2-3-6-15,4 0-59 16,-2-12-21-16</inkml:trace>
  <inkml:trace contextRef="#ctx0" brushRef="#br0" timeOffset="26997.04">17743 10319 56 0,'-12'-11'4'16,"0"0"10"-16,2 0 28 0,2 3-9 16,-4-2-3-16,4 3-1 15,1 1 4-15,0 2 1 0,3 3 0 16,1 1 7-16,3 1-13 16,0 13-22-16,10 7 16 15,0 8 13-15,7 9-10 16,0 11-5-16,2 5-8 15,0 3-3-15,-1 1-7 0,0-3 0 16,-3-7-3-16,0-11 2 16,-4-6-2-16,-1-8 1 15,-5-7-1-15,0-4-1 16,-3-4-1-16,-2-1-2 16,0-5 1-16,0-2-20 15,-2 0-33-15,-6-4-44 0,-2-10-46 16</inkml:trace>
  <inkml:trace contextRef="#ctx0" brushRef="#br0" timeOffset="27478.1">17733 10404 195 0,'0'0'5'0,"-14"-47"16"0,9 26 17 15,0 1-12-15,2 0 1 16,1-1-2-16,2 3-2 16,0-2-4-16,1 1-8 15,8 1-5-15,3 1-3 16,1 5-2-16,5 1 0 16,-2 7-1-16,6 4 1 0,-5 0-1 15,2 11 0-15,-4 6 0 16,-3 6-1-16,-4 1 2 15,-5 3-2-15,-2 0 1 16,-1-1 0-16,-2-1-5 16,-8 1 6-16,-4-1-1 0,0-1 0 15,-1-2-1-15,2-4 1 16,2-2 0-16,3-5 0 16,3-4 1-16,5-4-1 15,0-1-1-15,8 0 2 16,6-2 1-16,5 0-1 0,5 2 1 15,3 0-1-15,4 0 0 16,3 4-1-16,-4-2 2 16,-1 3-2-16,-2 2 1 15,-3-2-2-15,-8 1 1 16,-1 1-2-16,-4-2-2 0,-1 0-14 16,-4 0-54-16,-5 0-15 15</inkml:trace>
  <inkml:trace contextRef="#ctx0" brushRef="#br0" timeOffset="27816.97">18108 10537 250 0,'0'0'18'0,"12"-50"21"16,-4 24-23-16,1 2 16 15,2 4 20-15,2 0-18 0,0 6-8 16,0 7-15-16,0 6-6 15,0 1-5-15,0 8 1 16,-4 9-2-16,-4 6 1 16,-2 2-1-16,-3 5 0 15,0 0 0-15,0 1-1 0,-4-4 1 16,-5-3-2-16,3-4 1 16,0-5-1-16,1-4 3 15,5-6 0-15,0-5-1 16,1 0 1-16,12-8 2 15,3-7-1-15,9-10 1 16,4-4 0-16,9-7-1 0,1-2 1 16,1 1 0-16,-2 5-2 15,-3 5-2-15,-7 5-5 16,-8 1-160-16</inkml:trace>
  <inkml:trace contextRef="#ctx0" brushRef="#br0" timeOffset="29129.08">15093 11294 24 0,'0'0'11'0,"8"-43"-5"15,-5 18 56-15,-2 0-55 0,-1 0 19 16,0 2 10-16,0 2-4 15,0 3-5-15,-1 7 1 16,-2 4 6-16,-1 4 3 16,0 3 15-16,2 9-24 15,2 12-15-15,0 7 10 0,6 12 1 16,4 6-6-16,7 6-3 16,-1 2-2-16,3 0-5 15,0-2-2-15,0-7-3 16,-3-4-2-16,-2-9 0 15,-1-6 0-15,-6-3 0 0,-1-9 0 16,-4-1-1-16,-1-7 0 16,-1-2 0-16,0-4 0 15,-1 0 1-15,-7-2-1 16,1-6 1-16,-3-9-1 16,-2-2-1-16,1-5 1 15,-1-7 0-15,1-9-1 0,-2-4-1 16,1-6 1-16,1-4 0 15,5 0 0-15,2 2 0 16,4 4 1-16,0 7 1 16,6 6-2-16,5 9 1 15,3 4 1-15,1 9-2 0,-2 2 2 16,3 5-1-16,-2 6 0 16,-1 2-1-16,-6 13 1 15,-1 8 0-15,-4 4-1 16,-2 4 1-16,0 6-1 15,-8-2 0-15,-1 1 1 0,-5-5-3 16,1-2 1-16,-3-5-3 16,3-4-3-16,0-6 0 15,3-3 1-15,2-5 3 16,4-4 3-16,4-2 0 16,0 0-2-16,0 0 5 0,8-2-1 15,6-2 0-15,-1 2-1 16,5 2 2-16,-1 0 0 15,4 0 0-15,-2 9 0 16,2 2-1-16,-1 3-1 16,0 2 1-16,-4 0-1 0,1-1-1 15,-1 0 2-15,-2-1-1 16,0 0-1-16,-2-1-1 16,0-2 0-16,-3-1-36 15,0-3-22-15,-3 1-39 16,-1-7 16-16,-2-1-43 0</inkml:trace>
  <inkml:trace contextRef="#ctx0" brushRef="#br0" timeOffset="29314.72">15453 11529 96 0,'0'0'43'0,"0"0"26"0,0 0 43 16,-4-37-82-16,4 32 1 0,0-1 24 16,0 4-4-16,6 2-25 15,3 0-10-15,5 6 3 16,2 6-5-16,3 6-6 15,-1 3-5-15,4 7-1 16,-1 1-3-16,2 4 0 16,2 2-4-16,-6-9-29 0,-6-12-179 15</inkml:trace>
  <inkml:trace contextRef="#ctx0" brushRef="#br0" timeOffset="39348.68">19435 5374 24 0,'-2'0'16'0,"-2"0"21"16,2 0-10-16,1 0-11 15,0 1 3-15,1-1-5 16,0 2-2-16,0-2-2 16,0 0 5-16,0 0 6 15,3 0 0-15,6 0-2 16,3 0-5-16,1-3-2 0,5-4-3 16,2-1 2-16,1-1-5 15,3 0-1-15,-6-2-1 16,4 1 1-16,-4 0-2 15,-2 0 1-15,-1 4-3 0,-3-1-1 16,-4 4 0-16,-3 1-1 16,-3 2-1-16,-2 0-4 15,0 4 2-15,-2 7 1 16,-7-1-3-16,-4 4-25 16,-3-1-22-16,0 0-40 0</inkml:trace>
  <inkml:trace contextRef="#ctx0" brushRef="#br0" timeOffset="39690.91">19397 5505 33 0,'0'0'14'0,"0"0"26"15,0 0-1-15,0 0-10 16,0 0-2-16,0 0-5 0,0 0-4 15,0 0 9-15,0 0 0 16,0 11 1-16,14-11-8 16,4-6-5-16,5-1-2 15,2-3-2-15,0-1-4 16,2 2 0-16,-3-3-3 16,-2 1-2-16,-5 2-1 0,1 0 0 15,-6 3 0-15,-2 2-2 16,1 2 1-16,-6 0-2 15,-1 2-1-15,-2 0-1 16,0 0-2-16,-2 0 2 16,0 0-2-16,0 4-2 0,0 0-19 15,0 2-15-15,-4-2-12 16,0-1-27-16</inkml:trace>
  <inkml:trace contextRef="#ctx0" brushRef="#br0" timeOffset="40240.08">19386 5378 48 0,'0'0'5'0,"38"-20"8"0,-13 10 6 15,1-1-5-15,1 1-7 16,0 0-4-16,0 0 0 16,-3 1-3-16,-1 1 1 15,-1-1 0-15,-4 2-1 0,-2 0-1 16,-2 0-6-16</inkml:trace>
  <inkml:trace contextRef="#ctx0" brushRef="#br0" timeOffset="40781.48">19437 5486 4 0,'0'0'21'0,"0"0"12"16,0 0 3-16,0 0-6 16,0 0-13-16,0 0-8 15,0 0 8-15,0 0 2 0,50-19-4 16,-33 11-6-16,2-1-1 16,1 1 0-16,-2-2-3 15,1 2 1-15,-1-1-1 16,-2-1 0-16,-3 3 0 0,1 0 1 15,-7 1 0-15,1 3-3 16,-5 0 0-16,-2 2-1 16,-1 1-2-16,0 0 2 15,0 0-2-15,0 0 1 16,-1 0 1-16,-2 3-2 0,1 0 1 16,-2-2-2-16,1 1 1 15,1 0-1-15,1 0 0 16,0-1-2-16,-1-1 0 15,-3 0-16-15,-1 0-98 16</inkml:trace>
  <inkml:trace contextRef="#ctx0" brushRef="#br0" timeOffset="42255.94">18628 5540 9 0,'1'-6'7'0,"3"-1"-8"15,0 0-14-15</inkml:trace>
  <inkml:trace contextRef="#ctx0" brushRef="#br0" timeOffset="42674.86">18696 5568 10 0,'0'0'17'0,"0"0"-9"15,0 0-1-15,0 0-2 16,0 0-2-16,0 0-5 15,0 0-4-15,0 0-2 16,0 0-5-16,-9 22 9 0,21-31 2 16,5-4-10-16,2-1 9 15,4-2 3-15</inkml:trace>
  <inkml:trace contextRef="#ctx0" brushRef="#br0" timeOffset="72146.73">8569 6384 54 0,'0'1'17'0,"-1"-1"-12"0,-3 1 46 15,0 2-38-15,-3-3 2 16,3 3 3-16,-4 0-3 15,0 0-1-15,1-1 0 16,1 2 1-16,-2-2 1 0,2 1-4 16,1-1-1-16,1-1 0 15,0 0 0-15,1-1 1 16,3 0-1-16,0 0-4 16,0 0-6-16,11-1 3 15,2-9-1-15,8-3 1 0,2-2-2 16,4-3-1-16,4-3 0 15,-2 1-1-15,0-1 1 16,-5 1-1-16,-1 6 1 16,-3 0-1-16,-5 4 0 15,-3 1 0-15,-6 5 0 16,-2 1 0-16,-1 3 0 0,-3 0-1 16,0 0 0-16,0 0 0 15,0 0-1-15,-2 0 1 16,-3 3-1-16,1 3-5 15,0 1-13-15,1-1-20 16,-4 1-13-16,1-3-32 0</inkml:trace>
  <inkml:trace contextRef="#ctx0" brushRef="#br0" timeOffset="72538.05">8510 6540 62 0,'0'0'45'0,"0"0"-11"0,0 0-1 0,0 0-3 0,0 0-6 15,0 0-4-15,0 0-10 0,0 0-4 16,0 0 9-16,0 0-2 16,31-20-6-16,-3 2-1 15,3-3-4-15,0-1 0 16,0-1-1-16,-4 3-1 16,-2 3 0-16,-5 3 0 0,-6 4 0 15,-2 3-1-15,-2 5 0 16,-6 1-1-16,-2 1-1 15,-2 0-6-15,0 3-11 16,0 1-10-16,-2 2-49 16</inkml:trace>
  <inkml:trace contextRef="#ctx0" brushRef="#br0" timeOffset="73455.78">9161 6496 28 0,'0'0'42'0,"0"0"-13"0,0 0-3 0,0 0-7 16,0 0-3-16,0 0-5 15,0 0-5-15,0 0 0 16,0 0 3-16,18-40 0 16,-7 27 0-16,7-1-3 15,-3-2-3-15,3-1-1 0,-1 3-1 16,2-1 0-16,-1 2-1 15,-5 1 2-15,1 4-2 16,-3-1 0-16,0 5-1 16,-4 1 0-16,0 3-3 15,-5 0-1-15,0 0-52 0,-2 3-100 16</inkml:trace>
  <inkml:trace contextRef="#ctx0" brushRef="#br0" timeOffset="73691.09">9204 6590 108 0,'0'0'17'15,"0"0"-9"-15,0 0 16 16,0 0 11-16,0 0-12 15,0 0-6-15,46-40-5 16,-28 24-4-16,-2-1-5 16,4 0-4-16,0 1 2 0,-2 0-1 15,0 1-3-15,-3 1-12 16,-3 0-128-16</inkml:trace>
  <inkml:trace contextRef="#ctx0" brushRef="#br0" timeOffset="77142.4">8447 6729 99 0,'0'0'15'0,"0"0"0"0,0 0 5 0,-37-33-2 16,37 26-2-16,0 4-4 15,0 0 1-15,0 3-4 16,8 0-1-16,4 0 3 15,3 0 3-15,4 13 6 16,3 1 1-16,4 7-5 0,4 5-5 16,1 5-4-16,5 1 2 15,-2 2-4-15,-1 3-3 16,-4-2-1-16,-2-1 1 16,-3-5-2-16,-4-2 1 0,-1-5-1 15,-6-6 0-15,-3-2 0 16,-2-4-1-16,-4-3-1 15,-3-1-4-15,-1-2-42 16,-1-2-44-16</inkml:trace>
  <inkml:trace contextRef="#ctx0" brushRef="#br0" timeOffset="77497.84">8358 7163 242 0,'0'0'6'0,"0"0"11"0,0 0 25 16,-7-38-13-16,19 19-17 15,8-10 1-15,7-7 5 16,8-9 9-16,7-6-8 16,8-8-12-16,2-2-2 0,2 0-3 15,-6 7 0-15,-4 6-1 16,-7 11-2-16,-8 10-1 16,-6 13-2-16,-8 8-5 15,-11 6-43-15,-4 0-85 0</inkml:trace>
  <inkml:trace contextRef="#ctx0" brushRef="#br0" timeOffset="86664.1">11040 7868 20 0,'0'0'8'0,"0"0"6"0,0 0-14 0,0 0 2 16,0 0 3-16,0 0 2 16,0 0 50-16,0 0-48 15,3-3 1-15,-3 0 5 16,0 0 0-16,0 1-1 16,0 1-4-16,0-1-3 15,0 2-2-15,0 0-4 0,0 0 0 16,0 0 0-16,0 0-1 15,0 0-1-15,0-1-6 16,0-7-25-16,2-2-90 16</inkml:trace>
  <inkml:trace contextRef="#ctx0" brushRef="#br0" timeOffset="88585.33">13515 6347 1 0,'0'-5'9'0,"2"1"1"0,0 0 7 0,-2-2 2 0,0 1 1 0,2 0 3 16,-2 2-7-16,0-2 3 15,0-1-4-15,0 2 2 16,3-1-4-16,-1 1 3 15,0 2-7-15,2-1-8 0,-4 1 0 16,2 2 1-16,1 0-2 16,0 0 1-16,1 0-1 15,0 2 0-15,-1 3 0 16,-1-2-1-16,-2-3-5 16</inkml:trace>
  <inkml:trace contextRef="#ctx0" brushRef="#br0" timeOffset="96235.47">14018 13361 83 0,'0'0'108'0,"0"0"-95"0,-43-17 5 0,25 9-3 16,1 2 0-16,-2 3-8 16,-1-1-2-16,-4 3 24 15,-3-1-21-15,-4 2-7 16,-2 0 0-16,-1 0-1 0,-5 0 1 16,-1 0 0-16,-2 0 4 15,-3 0 2-15,-3 1-1 16,-2 1 7-16,0-1 4 15,-3 1-2-15,-3-1 0 16,0 1-4-16,-2-1-5 0,-4 1 0 16,1-1-3-16,-3 0-1 15,1 0-1-15,-6-1-1 16,-1-1 1-16,1 1-2 16,-4 0 1-16,1 0 1 15,-4-4-1-15,0-2 0 0,-2 1 0 16,0 0 1-16,-3 0-1 15,0-1-1-15,-3 3 3 16,1 0-1-16,0 2 3 16,0-2 1-16,1 2-1 0,-1-1 9 15,5-2-8-15,-2 1 0 16,3-1 0-16,-1-2 3 16,0 2 3-16,6 1 2 15,3 3-4-15,-3 0 1 16,5 0-4-16,2 3 2 15,1 5-2-15,1 0-4 0,0 3 2 16,5-1-3-16,0 0 0 16,2 1 0-16,-1-1 2 15,1 3 5-15,-4 1-7 16,3-1-1-16,-1 3 1 16,0-1 0-16,0 0-1 0,-1 1 2 15,4-3-1-15,-1 1 0 16,2-1 0-16,0 3-1 15,4-2 2-15,-2 0-2 16,0 2 0-16,4 1 1 16,-2 0-1-16,6 4 0 0,3-1-1 15,1 3-2-15,4 2 3 16,1 0 0-16,3 3-1 16,1 3 3-16,2 1-3 15,0 4 1-15,4 0 1 16,3 2-1-16,4 3-1 0,0-2 1 15,7-2 0-15,0-2 0 16,8 1-1-16,1-3 0 16,2-1 1-16,0 1-1 15,10-1 1-15,0 2 0 16,6-3-1-16,4 0 1 0,3-2-2 16,4-3 3-16,4 0-3 15,1-1 1-15,5-2 2 16,3 1-1-16,3-1-1 15,1 0 2-15,4-1-4 16,5 2 5-16,5 2 0 16,4-1-2-16,5 1 1 0,6 0 0 15,6 0 0-15,0 3 0 16,8-2-1-16,5-2 0 16,4 2 1-16,4-4 0 15,3 1-1-15,7-4 1 16,2 0-1-16,1-3 2 0,2 0-2 15,5-4 0-15,-1-2-8 16,2-2 16-16,1-4-7 16,0 0 1-16,0-3-2 15,1 0-6-15,-2-2 12 16,-5 0-6-16,4 2 0 0,-1-10 1 16,-3-2-1-16,3-8 2 15,-4-3-1-15,0-5 0 16,1-4 2-16,-4-4 3 15,-5-7-2-15,-5 1 1 0,0-4-3 16,-8-1 1-16,-5 1-1 16,-7 2 1-16,-1 1-2 15,-10 4 1-15,-6-4-1 16,-5-2 0-16,-4-5-1 16,-6-3 6-16,-8-6-4 0,-8-7 0 15,-7-7-1 1,-7-7 0-16,-12-5 0 0,-7-4 1 15,-1-8-2-15,-17-2 0 16,-9 8-1-16,-10 8 0 16,-13 11 1-16,-11 16-2 15,-17 22 0-15,-11 19 1 16,-13 13 0-16,-4 15-7 0,-5 17-13 16,7 3-11-16,12 2-3 15,20-10-10-15,23-14-43 16,19-13-10-16</inkml:trace>
  <inkml:trace contextRef="#ctx0" brushRef="#br0" timeOffset="98313.9">24705 13600 418 0,'0'0'37'0,"0"0"-35"0,-41-30-1 0,24 23 1 16,-2-1 0-16,0 0-2 0,-7 0 0 15,1-3 0-15,-2-1 5 16,-7 1 8-16,-3-1 0 16,-5-2 3-16,-2 0-3 15,-6-3 1-15,-2-2-4 16,-2-2-2-16,-5 0 1 15,-3-2-5-15,-5-1 0 0,-4 2 1 16,-4 0-2-16,-8 3 0 16,-3 1 4-16,-7 4-2 15,-3 1-2-15,-5 7 1 16,-9 1-2-16,-2 3-1 16,-5 2 1-16,-4-1-1 0,-6 1 1 15,-7 1-3-15,1 4 2 16,-8-3-1-16,1 0 1 15,-1-2-1-15,3-2 0 16,0 1 2-16,1-5 1 16,2 2 2-16,-2 1 2 15,-2 3-2-15,-2 6-2 0,-1 8 1 16,-6 9 0-16,2 1-1 16,0 2-2-16,1 1 0 15,9-1 2-15,6-1-2 16,7-1 1-16,7-1 1 0,12 2-3 15,8-1 1-15,10 3 1 16,5 2-2-16,10 4 0 16,8 2 0-16,7 7 0 15,6 4 3-15,13 8 1 16,4 8 0-16,12 4 0 0,6 7-2 16,6 2 0-16,9 2 0 15,1 0-1-15,9 0 0 16,8-2-1-16,4-1 0 15,5 1 1-15,4 1-1 16,1-3 1-16,5-4-1 16,1-4 0-16,5-8 1 0,-1-5-1 15,7-9 0-15,3-9 1 16,4-6-1-16,8-6 0 16,6-7 1-16,4-5 1 0,9-4-1 15,9-5 1 1,7-1-2-16,7 0 0 0,8-2 0 15,7-3 0-15,3 4 1 16,4 1-1-16,8 0-1 16,3 1 1-16,4-1 0 15,2 7 1-15,8-2-1 16,2 2 0-16,3 1 0 0,-2-1-1 16,3-2 2-16,1-3-1 15,-3-1 0-15,3-1 0 16,-5 0 0-16,3-8 0 15,0-3 0-15,-1-2 0 0,-4-4 0 16,1 0 0-16,-7-1 1 16,-1-2 0-16,-7 0-2 15,-6-3 1-15,-7 2 0 16,-8-2 0-16,-8-1 0 16,-10-3 0-16,-10 1-1 0,-8-2-2 15,-9 1 2-15,-9-3 1 16,-11 3 0-16,-8 0 0 15,-9 3 0-15,-8-3 0 16,-7 0 0-16,-6 0 0 16,-5-2 0-16,-6-2 0 15,-4-1 0-15,0-5 1 0,0-2-1 16,-7-6 0-16,-2-5 2 16,0-4-2-16,-4-8 0 15,-1-3 0-15,-9-8-2 16,-4-1 2-16,-10-5-1 15,-10 1 1-15,-13-5-1 0,-10 1-2 16,-9 2 1-16,-11-1 0 16,-2 0-9-16,-2 5-12 15,-1 5-21-15,0 1-52 16,0 0-167-16</inkml:trace>
</inkml:ink>
</file>

<file path=ppt/ink/ink1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0:54:17.066"/>
    </inkml:context>
    <inkml:brush xml:id="br0">
      <inkml:brushProperty name="width" value="0.05292" units="cm"/>
      <inkml:brushProperty name="height" value="0.05292" units="cm"/>
      <inkml:brushProperty name="color" value="#FF0000"/>
    </inkml:brush>
  </inkml:definitions>
  <inkml:trace contextRef="#ctx0" brushRef="#br0">28433 9811 82 0,'1'1'-26'0,"0"-1"23"0,0 0 27 16,0 0 26-16,0 0-39 15,-1 0-7-15,1 0-1 0,-1 0-3 16,1 0 1-16,-1 0-1 16,0 3 0-16,0 0 0 15,3-2 0-15,-3 4 0 16,0-3-6-16,1 0-18 0,0-2-28 15</inkml:trace>
  <inkml:trace contextRef="#ctx0" brushRef="#br0" timeOffset="1900.87">18336 10870 3 0,'0'0'28'0,"0"0"-7"0,0 0 0 0,0 0-4 15,0 0-4-15,0 0-2 16,0 0-5-16,0 0-6 0,0 0 0 16,0 0 0-16,0 0 3 15,0 0 2-15,2-1 6 16,1 7-1-16,-2-1-9 16,2 2 17-16,-3-1-8 0,0-3-6 15,0-2 3-15,0 2-1 16,0 0 0-16,0-2 1 15,0-1 4-15,0 2 13 16,0-2 1-16,0 1-3 16,0-1-9-16,0 0-12 0,2 3 0 15,-2-1 4-15,0 0-2 16,0 1 0-16,2 0-1 16,-2-2 0-16,0 2-1 15,1-3 0-15,-1 0 0 16,0 2 1-16,0-2 3 15,0 0 10-15,0 0-3 0,0 0 5 16,0 0-4-16,0 0-4 16,0 0-7-16,0 0 1 15,0 0-1-15,0 0 1 16,-1 0 0-16,1-2 0 16,0 2 0-16,0-1-2 0,0 1 1 15,-2 0-1-15,2 0-1 16,0-2 1-16,0 2 2 15,0 0-1-15,0-2 2 16,0 0-2-16,0-1-1 16,0 0 0-16,0 0 0 0,0-1 0 15,0 0-1-15,2 1 1 16,-1 2-1-16,1-2 1 16,0 1-1-16,-1 0 1 15,2 0 0-15,-1-1-1 16,2 2 2-16,1 1-1 15,4 0-1-15,-2 0 1 0,3 0-10 16,3 0-29-16,-3 0-81 16,-1-9-54-16</inkml:trace>
  <inkml:trace contextRef="#ctx0" brushRef="#br0" timeOffset="3963.11">21002 10897 77 0,'2'0'2'0,"-2"0"23"0,0 0-10 0,0 0-2 0,0 0-11 16,0 0-2-16,0 0-1 16,1 0 0-16,-1 0 1 15,1 0-2-15,-1 0 2 16,0 0 2-16,0 0 6 16,0 0 24-16,0 0-2 0,0 0 2 15,0 0-15-15,0 0-2 16,0 0-4-16,0 0-8 15,0 0-4-15,0 0 0 16,0 0-1-16,0 0-2 16,0 3 2-16,0-2 2 0,-1 2 8 15,-2 0 6-15,-2 1-8 16,0-1 1-16,-1 2 1 16,2-3 3-16,1 3-2 15,1-3-2-15,0 1-1 16,-2 0-2-16,2 0-1 15,0-3 0-15,2 3 1 0,-1-2-3 16,1-1 1-16,0 0-1 16,0 0 1-16,0 0 1 15,0 0-1-15,0 0 1 16,0 0-2-16,0 0 0 16,0 0 0-16,0 0 1 15,0 0 1-15,0 0-1 0,0 0 3 16,0 0 0-16,0 0 2 15,0 0 1-15,0 0-4 16,0 0 2-16,0 0 4 16,0 0-5-16,-1 0-2 0,1 0-1 15,0 0 0-15,0 0-1 16,0 0-1-16,0 0 1 16,0 0-1-16,0 0 0 15,0 0 1-15,0 0-2 16,0 0 2-16,0 2-1 0,0-2 0 15,0 0 0-15,0 0 0 16,0 0 0-16,0 0 1 16,0 0-1-16,0 0 0 15,0 0 1-15,0 0-1 16,0 1 0-16,-1 2 0 0,1 1-4 16,-2-1-28-16,0 0-56 15,-2-3-19-15</inkml:trace>
  <inkml:trace contextRef="#ctx0" brushRef="#br0" timeOffset="4946.57">21778 10775 75 0,'0'0'-24'0,"0"1"90"0,-3 1-55 0,-1-1 2 15,0 1-6-15,0 2-5 16,1 0 1-16,-4-1 5 0,3 1-1 15,1-1-1-15,-3 2 2 16,2-1 5-16,1-2 0 16,-2 0 2-16,2-2-6 15,-1 2 4-15,3-1 0 16,0-1 0-16,-1 0-6 16,0 0-4-16,1 0-2 0,0 0 0 15,1 1 1-15,0-1 1 16,0 0 2-16,0 0-1 15,0 0 0-15,0 0-2 16,0 0-1-16,0 0 0 16,1 0 0-16,4 0 2 0,1 0-2 15,2 0-1-15,0-1-9 16,1-3-27-16,3-2-27 16,-3-5-57-16</inkml:trace>
  <inkml:trace contextRef="#ctx0" brushRef="#br0" timeOffset="6444.3">21503 10519 27 0,'0'0'83'0,"14"50"-80"0,-6-27-2 0,-1 0 0 16,1 1 0-16,0-3-6 16,-2-3-99-16</inkml:trace>
  <inkml:trace contextRef="#ctx0" brushRef="#br0" timeOffset="13949.5">21702 10944 41 0,'0'3'-25'0,"0"-3"29"0,0 2 9 0,0 0-7 15,0-2-3-15,0 0-1 16,0 2 13-16,0-2-12 16,0 0 1-16,0 0 8 15,0 0-2-15,2 0-6 0,1 0-1 16,1-2 5-16,2-1 5 16,-1-1-2-16,4 1 0 15,-2-2 2-15,4 0-1 16,3 0 0-16,1 2 0 15,3-2 0-15,1 1-1 0,1 1-4 16,3-2 2-16,-2 2-3 16,3-3 0-16,0 3-4 15,1-2 2-15,2-1 0 16,-5-1-2-16,1 3-1 16,1-2-1-16,-5 0 1 0,-2-1-1 15,-3 4 0-15,-2-1 1 16,-2 0 1-16,-1 2 0 15,-5 1-1-15,-1 0-1 16,0 1 0-16,-2 0 1 16,0 0-2-16,-1 0 0 15,0 0-19-15,0 0-40 0,-5 0-45 16</inkml:trace>
  <inkml:trace contextRef="#ctx0" brushRef="#br0" timeOffset="14459.29">21803 11054 133 0,'0'0'-86'16,"0"0"219"-16,0 0-122 0,0 0-6 0,-43 15-2 15,35-11-2-15,2-1 0 16,4 0 0-16,-3 1 0 16,3-1-1-16,1 0 0 15,0-2 1-15,1 1 0 0,0-2 4 16,0 0 12-1,1 0 17-15,7 0-5 0,1 1-4 16,5-1-6-16,-2-3 0 16,5 2-1-16,0-2-2 15,1 3-4-15,0-3-4 16,2 2-5-16,1-2-2 0,3 0 0 16,-4 2 0-16,3-3 0 15,1 0-1-15,-4-1 1 16,2-1-1-16,-2 1 1 15,-2 0-1-15,-2 0 0 16,-3 1 0-16,-1 1 1 0,-6 1-1 16,1 1 0-16,-5 1-1 15,1 0 1-15,-2 0-1 16,-1 0-10-16,0 0-28 16,0 0-7-16,0 1-20 15,-2-1-66-15</inkml:trace>
  <inkml:trace contextRef="#ctx0" brushRef="#br0" timeOffset="15486.02">22996 10921 33 0,'0'0'27'0,"0"0"84"0,0 0-96 0,0 0 12 16,-39-20-15-16,33 16 8 16,4 1-7-16,0 2-2 0,2-1-3 15,0 2-6-15,0 0-3 16,10 1 6-16,2-1-4 15,3 0-1-15,7 2 0 16,4 1 1-16,9 0-1 16,7-2 1-16,8 2 1 0,10 0-1 15,3 0 1-15,8-2 6 16,4 2 6-16,5-3 3 16,2 0-1-16,-1 0 1 15,1 0 5-15,-1 0-10 16,-5-3 1-16,-3-1-9 0,-4 0 3 15,-4 1 1-15,-2 0-4 16,-9 3-2-16,-5 0-2 16,-4 0 1-16,-5 0-1 15,-7 0-1-15,-6-1-2 16,-7-1-8-16,-6 0-4 0,-5-1-19 16,-6 1-8-16,-3-1 3 15,0-2-15-15,-16-1-50 16</inkml:trace>
  <inkml:trace contextRef="#ctx0" brushRef="#br0" timeOffset="15892.54">23074 10812 0 0,'0'0'8'0,"0"0"-6"0,0 0-1 0,0 0-2 16,0 0-8-16,0 0 8 15,0 0 1-15,0 0 0 16</inkml:trace>
  <inkml:trace contextRef="#ctx0" brushRef="#br0" timeOffset="16206.09">23074 10812 0 0,'-28'-11'16'0,"23"15"1"16,2-1-22-16,-3-1 4 15,2 0 27-15,1-2 65 16,0 0-67-16,0 0 4 15,2 0-2-15,1-4-5 0,0 2 0 16,0 0-8-16,0-1-1 16,7 0-4-16,0 1-7 15,4 0 0-15,5 2 1 16,3 0-1-16,3 0 1 16,7 2 4-16,7 7 3 0,6 1-2 15,10 1-1-15,6-1-4 16,9 0 1-16,9-3-1 15,4-5 0-15,6-2 1 16,4-3-2-16,3-11 1 16,-1-3-2-16,-2-2 1 0,-5 1 0 15,-6 3-10-15,-11 1-30 16,-12 3-39-16,-11-2-126 16</inkml:trace>
  <inkml:trace contextRef="#ctx0" brushRef="#br0" timeOffset="19081.47">26995 10657 6 0</inkml:trace>
  <inkml:trace contextRef="#ctx0" brushRef="#br0" timeOffset="19902.48">27755 10568 3 0,'0'0'85'0,"0"0"-65"0,0 0-16 16,0 0-3-16,0 0 1 16,0 0 5-16,0 0 0 15,0 0-3-15,0 0-3 16,0 0-1-16,0 0 1 15,0 0 1-15,14-4 0 0,-8 4-1 16,0 1-3-16,3-1-33 16,2 0-68-16</inkml:trace>
  <inkml:trace contextRef="#ctx0" brushRef="#br0" timeOffset="20339.23">29331 10346 49 0,'0'0'25'0,"0"0"-23"0,52-20 11 16,-37 16 15-16,-6 0-8 16,-1 1-8-16,-2 0-1 0,-1 2 0 15,-1-2-3-15,-1 3-3 16,1 0-3-16,1 0-1 16,3 0 2-16,0-12-4 15</inkml:trace>
  <inkml:trace contextRef="#ctx0" brushRef="#br0" timeOffset="24325.24">3767 11947 84 0,'0'0'37'0,"0"0"-13"0,3-37-12 0,-3 28 1 16,0 1 3-16,0 2-11 15,0 2-3-15,0 1-2 16,2 2-1-16,-2 1-20 0,3 0-15 16,-3 0-41-16</inkml:trace>
  <inkml:trace contextRef="#ctx0" brushRef="#br0" timeOffset="24773.09">3786 11792 95 0,'0'0'49'15,"0"0"-13"-15,0 0-13 0,0 0 1 16,0 0 1-16,0 0 3 16,0 0 1-16,0 0-16 15,-9-23-17-15,7 39 6 16,-1 6 3-16,-2 11 8 15,3 11 9-15,2 12-7 16,0 8-6-16,0 9-2 0,0 8 5 16,0 3-7-16,2 1-4 15,-2-5 0-15,0-5 0 16,1-7 0-16,-1-9 0 16,0-10 0-16,0-9 1 15,-1-6 0-15,-1-8 1 0,0-9 2 16,0-6-1-16,2-4 0 15,-2-7-2-15,2-2-9 16,0-16-36-16,0-9-85 16,-2-11-129-16</inkml:trace>
  <inkml:trace contextRef="#ctx0" brushRef="#br0" timeOffset="25285.88">3667 11856 110 0,'0'0'28'0,"0"0"5"0,0 0 0 15,0 0 1-15,-20-40-2 16,17 34-11-16,-1 1-1 16,4-1-5-16,-2 0 0 0,2-1-3 15,0 3-8-15,9-4-4 16,5 0 0-16,8 0 0 16,2 1 2-16,7 0-4 15,3 5 2-15,2 1-3 16,2 1 0-16,-2 1 1 0,-1 11-3 15,-4 2 1 1,1 4 6-16,-5 3 1 0,-5 4-4 16,-4 0 2-16,-7 4 0 15,-4 0 1-15,-5 4 1 16,-2 1 1-16,-13 3 6 16,-5-1-1-16,-9 1-1 0,-4-2-1 15,-3-2 0-15,-1-3-4 16,-1-3-1-16,0-3-1 15,3-4-1-15,1-5-6 16,6-5-23-16,5-6-20 16,1-5-106-16</inkml:trace>
  <inkml:trace contextRef="#ctx0" brushRef="#br0" timeOffset="26233.41">4636 11519 155 0,'0'0'20'0,"0"0"13"0,0 0-14 0,0 0 20 15,0 0 0-15,0 0-9 16,0 0-18-16,0 0 0 15,2-38-5-15,-12 35-3 0,1 0-3 16,-4 3 0-16,-1 0-1 16,1 0 2-16,-5 0-1 15,1 0 0-15,1 0-1 16,-3 0 0-16,2 0 2 16,1 3-2-16,3 0-1 0,-1 1 1 15,3 3 0-15,2 2-1 16,3 2 1-16,-4 5-1 15,6 2 1-15,0 3-1 16,1 5-3-16,3 10 0 16,0 3 1-16,0 8-1 15,0 7-2-15,3 7 6 0,1 8 1 16,2 5 0-16,0 5 0 16,-2 3-1-16,0 5 1 15,-1-1-1-15,1-6 2 16,-4-2-1-16,2-3-1 15,-2-8 1-15,0-7 1 0,0-6-1 16,0-7-1-16,-2-7 0 16,-2-9 2-16,1-8-2 15,-1-8 2-15,2-5-1 16,2-7 1-16,0 0 2 16,-2-3-1-16,2 0 0 0,0 0 0 15,0 0-2-15,0 0-2 16,0 0 2-16,2 0-2 15,7 0 1-15,2 0 0 16,7 0 2-16,4 0 1 16,2 0-1-16,5 0 1 0,0 0-1 15,0 0 0-15,1 1-2 16,-5 5 1-16,-1-1 1 16,-2 0 0-16,-2-1-3 15,-3-4-42-15,-4 0-80 16</inkml:trace>
  <inkml:trace contextRef="#ctx0" brushRef="#br0" timeOffset="26813">5080 11874 178 0,'0'0'5'0,"0"0"48"0,0 0-17 0,-42-25-5 0,25 25-10 16,-1 5-1-16,-3 12-5 15,0 9-2-15,-1 9 1 0,2 8-3 16,4 4-5-16,3 3-3 16,6 2-2-16,7 1-1 15,0-3 1-15,5-4 0 16,10 0 0-16,3-5 0 15,5-8 0-15,1-9 1 16,0-6 1-16,3-12-1 0,0-6 3 16,-2-8 1-16,-1-14-1 15,-2-9-1-15,-5-5 1 16,-4-5-2-16,-5-6-1 16,-8-2-2-16,0-4 1 15,-6-2-1-15,-12 2 0 0,-6 1 0 16,-5 6 0-16,2 9-1 15,-4 10 0-15,4 9 1 16,2 9-1-16,5 6-5 16,4 3-20-16,3 6-22 15,3 5-10-15,6 1-11 0,2-1-45 16</inkml:trace>
  <inkml:trace contextRef="#ctx0" brushRef="#br0" timeOffset="27334.3">5207 11660 345 0,'0'0'-13'0,"0"0"-4"0,29 65-1 0,-16-25 13 0,1 10 8 15,-1 6 14-15,-1 5-2 16,-1 3-4-16,2 0-4 16,-2 0-3-16,0-5-1 0,1-7-1 15,-3-8 1-15,-3-11 0 16,-4-6 0-16,-1-9-1 16,-1-13 1-16,0-5 6 15,-3-3 0-15,-3-16-5 16,1-7 0-16,-1-5 0 15,6-5-2-15,-3 0-3 0,3 2 2 16,9 4 0-16,4 7-1 16,4 6 0-16,2 8-3 15,4 7 1-15,2 2-3 16,1 2-1-16,1 10 3 0,-5 5 1 16,-1 0 1-16,-1 4 1 15,-7-2 0-15,-4-2 0 16,-2-3 1-16,-5-1-1 15,-2-2 1-15,-7-2 3 16,-8-2 4-16,-4 0-2 16,-3 2-3-16,-4-2 1 0,-1 0-1 15,-4-2-1-15,3 1 0 16,-1-2 0-16,3-1-5 16,6 0-27-16,2 0-75 15,4-3-49-15</inkml:trace>
  <inkml:trace contextRef="#ctx0" brushRef="#br0" timeOffset="27741.17">5692 12327 336 0,'0'0'3'0,"20"-41"17"0,-9 14-10 0,3-5 22 0,2-4-6 16,-3-4-7-16,0-1-5 15,-2-3 1-15,-4 1-6 16,-1 2-5-16,2 6-2 16,-2 5-3-16,1 9-5 15,1 5-3-15,7 10 5 0,2 6-1 16,3 2 4-16,3 13 2 15,4 8-1-15,-5 1 0 16,2 7 1-16,-6 2 2 16,-2-2 0-16,-5 0 1 15,-8-6 1-15,-3-4-1 0,-2-3-3 16,-13-5 5-16,-2-1-3 16,-7-4-2-16,-4 2-6 15,-1 1-11-15,-2-3-10 16,2 2-21-16,2-2-32 15,4-4-52-15</inkml:trace>
  <inkml:trace contextRef="#ctx0" brushRef="#br0" timeOffset="28327.29">6146 12128 70 0,'0'0'220'0,"0"0"-216"16,0 0 11-16,44-46-4 16,-35 30 17-16,3-1 1 0,-3-3-6 15,1 0-14-15,0 0-6 16,-3-2-2-16,-1 3 1 16,-2-1 0-16,-4 3 5 15,0 3 1-15,-4 0-3 16,-5 5 2-16,-7 2-3 0,-3 6-2 15,-2 1-2-15,1 10-1 16,0 8 1-16,4 11 1 16,5 5-1-16,2 1 3 15,9 5-1-15,0-4-2 16,3-2 1-16,8-3-1 16,6-4 0-16,2-3 1 0,5-6 0 15,3-2 3-15,0-6-4 16,2-6 4-16,-1-4 1 15,-1-3-1-15,0-15 3 16,-4-5-3-16,0-7-1 16,-4-6 3-16,-3-6-2 0,-3 1-2 15,-1 1 0-15,-3 3-2 16,-1 7 0-16,-1 9-2 16,2 8 0-16,-2 9-1 15,1 4-4-15,6 0 0 16,-1 9 1-16,3 5 4 0,-2 4 0 15,4 4 1-15,-3 0 2 16,1 0 0-16,-1 2 1 16,-3-1 0-16,1-2 2 15,-2-3-20-15,-1 1-48 16,0-5-71-16,-1-1-73 16</inkml:trace>
  <inkml:trace contextRef="#ctx0" brushRef="#br0" timeOffset="28810.21">6756 11998 323 0,'0'0'7'0,"0"0"34"0,0 0-14 0,0 0-24 16,0 0-7-16,0 0 3 15,-5 51 2-15,17-21 1 0,3-2 0 16,1-1 1-16,-1-1-1 16,2-4-1-16,-7-4 0 15,1-6 1-15,-3-5 0 16,-2-5 1-16,-1-2 1 16,-1-9 6-16,0-12-4 15,0-3-2-15,2-7-1 0,2-6-1 16,3 0-1-16,3 0-2 15,2 4 0-15,6 6 3 16,5 6-3-16,0 11 0 16,2 4-5-16,-3 8-13 0,1-2-43 15,-4 6-80-15</inkml:trace>
  <inkml:trace contextRef="#ctx0" brushRef="#br0" timeOffset="29292.32">7247 11935 205 0,'0'0'87'0,"0"0"-15"15,0 0-18-15,-46-28-30 16,26 28-15-16,2 14-3 15,-2 6-1-15,1 4-2 16,4 5 1-16,3-1-2 16,4-1-1-16,3 0 0 0,5-5-1 15,0-3 0-15,0-6 1 16,5 0 0-16,3-5 1 16,2-2-1-16,1-3 3 15,-2-3-2-15,2 0 1 16,0 0 0-16,1-9 0 15,-3-2-1-15,1-5 1 0,-3 1-2 16,-2-4 0-16,-2 1 0 16,1 2-1-16,-4 2 0 15,0 4 0-15,0 0-1 16,0 5 0-16,0 3-2 0,2 2-3 16,2 0 1-16,3 2-2 15,1 7 7-15,4 1 2 16,-1 0-2-16,1 3 2 15,1-3-2-15,-4 1 1 16,4-2 2-16,-2-1-2 0,-2-1-5 16,0-2-40-16,-2-4-40 15,-3-1-84-15</inkml:trace>
  <inkml:trace contextRef="#ctx0" brushRef="#br0" timeOffset="29789.58">7401 11562 387 0,'0'0'5'0,"0"0"-7"0,0 0-4 0,0 59 8 15,1-27 10-15,6 6 11 16,2 0-2-16,1 2-8 15,-1-2-6-15,5 1-1 16,-1-3-3-16,1-2-2 0,-5-3 0 16,0-5 0-16,0-5 0 15,-5-4 0-15,-3-7 1 16,1-3 1-16,0-3 0 16,-2-3 0-16,0-1 2 15,0 0 0-15,0 0-2 0,0-1 0 16,0-6 0-16,0-2-2 15,0 2-1-15,0-4-1 16,2 2-1-16,6-2-1 16,2 0 3-16,1 1 0 15,0 0 0-15,3 0-1 0,-1 1 1 16,1 2 0-16,1 2 0 16,-1 3-2-16,1 2 1 15,1 0 1-15,-1 5-1 16,1 8 0-16,-3-1 1 15,3 6 0-15,-3 2 0 0,-2-1 2 16,-1 2-1-16,-4 1 2 16,-3 0-19-16,-3-3-43 15,0-5-163-15</inkml:trace>
  <inkml:trace contextRef="#ctx0" brushRef="#br0" timeOffset="30011.29">7587 11723 406 0,'0'0'26'0,"0"0"-25"0,-7-48 10 0,7 44-13 15,0 4 2-15,7 0 1 16,0 11-1-16,0 1 1 0,2 8-1 15,-3 1-9-15,-2-3-103 16,-3-5-154-16</inkml:trace>
  <inkml:trace contextRef="#ctx0" brushRef="#br0" timeOffset="30879.12">7840 11938 376 0,'0'0'6'16,"0"0"24"-16,-34 40-25 15,27-17 8-15,3 2 2 16,2 2 0-16,2-1-8 0,2-3-3 15,12-4-1-15,-1-4-1 16,5-4-2-16,0-4 1 16,2-4 0-16,3-3 2 15,-4-1-1-15,-1-11 1 0,0-2-1 16,-2-6 0-16,-5-1 1 16,-3-6-1-16,-2 1 0 15,-6-1-1-15,0 3 1 16,-4 4-1-16,-8 3 1 15,-2 7-1-15,-2 2-1 0,-1 3 2 16,-1 3-4-16,-3 2 2 16,2 0-1-16,1 0 2 15,2 0-1-15,1 0 0 16,6 2-1-16,4 1-1 16,1-3 2-16,1 0-1 0,3 2 0 15,0-2-2-15,3 0 2 16,6 0 1-16,4 0-2 15,3 0 2-15,1-4 0 16,6-1 2-16,-1-2-2 16,3 3-2-16,-1 0 4 15,1 2-2-15,-2 2 0 0,-1 0 0 16,-3 2-2-16,-2 6 2 16,-2 3 0-16,-5 2 0 15,0 0 0-15,-3 3 0 16,-3-1 0-16,-2-1 0 15,0 1 0-15,-2-4 2 0,0 0-2 16,0-2 0-16,0-3 0 16,-4-1 0-16,0-1 0 15,-1-2 1-15,1-2 0 16,0 0 0-16,0-3-1 16,1-7 1-16,0-3-1 15,3-4 1-15,0-1-1 0,3-1-1 16,4 1 0-16,1 0 0 15,5 5 0-15,-1 2 0 16,3 6 1-16,-1 5-3 16,1 0-1-16,0 2 1 15,-1 12 0-15,0 3-1 0,-1 1 2 16,-2 6 2-16,-3-2 0 16,-2 0 1-16,-1 0-1 15,-3-4 3-15,-2-2-6 16,0-7-115-16,-5-4-241 15</inkml:trace>
  <inkml:trace contextRef="#ctx0" brushRef="#br0" timeOffset="32447.85">8709 11789 200 0,'0'0'25'0,"0"0"17"0,0 0-4 16,0 0-23-16,0 0-16 15,0 0 0-15,0 0 6 16,0 0 7-16,7 37-3 16,-3-15-3-16,3-1-4 15,0 1-1-15,-2-2 0 16,-1-1-2-16,0-5 1 0,-1-3 1 16,1-2 0-16,-4-6-2 15,2 1 2-15,-2-4 0 16,0 0 4-16,0-6 1 15,0-5 3-15,4-5-7 16,0-2 1-16,4-3-2 0,1 0-2 16,0 0-2-16,5 3 5 15,3 2 1-15,1 4 3 16,2 4-3-16,0 3-2 16,0 3 0-16,1 2 1 0,-6 3-1 15,1 7 0-15,-3 1 0 16,-4 2 1-16,-2 1 3 15,-4 1-2-15,-3-1 2 16,0 0 0-16,-1-1 0 16,-13 1 0-16,-1 1-4 0,-3 0-4 15,-7-1-23-15,1 0-15 16,-3-4-30-16,-2-6-36 16,0-4-71-16</inkml:trace>
  <inkml:trace contextRef="#ctx0" brushRef="#br0" timeOffset="32635.12">8625 11556 317 0,'0'0'0'0,"-5"-42"8"0,5 32 1 0,0 7 1 0,0 3-9 15,4 4 0-15,5 9 1 16,-1 1-4-16,0-3-108 15</inkml:trace>
  <inkml:trace contextRef="#ctx0" brushRef="#br0" timeOffset="34095.53">9456 11694 36 0,'0'0'39'0,"0"0"3"0,0 0-10 0,0 0-2 0,0 0-3 16,0 0-1-16,0 0-3 15,0 0 3-15,0-38-10 16,0 29-4-16,2-1-1 16,3-1 2-16,6 2-6 15,0 2-2-15,2 2 2 0,5 5-3 16,-3 0-1-16,3 9-1 15,3 7 3-15,-4 8 4 16,-1 5-3-16,0 2-1 16,-4 3 1-16,-2 1-1 15,-3 1-1-15,-5 1-3 0,-2-3 1 16,0-3-2-16,0-4 2 16,0-6 0-16,-6-5 1 15,1-7 3-15,-3-6 6 16,0-3 10-16,0 0-7 15,3-10-8-15,-3-6-3 0,3-5 0 16,5-5-3-16,0-5 0 16,2-7-1-16,13-5-1 15,4-3-1-15,6 2 2 16,1 4 0-16,1 4-2 16,-1 9 1-16,-1 11 0 0,-2 10 1 15,-4 6 0-15,-2 3-1 16,-2 14 1-16,-1 6-2 15,-2 4 1-15,-2 0 1 16,-1 1 0-16,-3 1 1 16,-2-4-1-16,1-2 0 0,-1-2 0 15,-1-2 1-15,-2-8-1 16,-1-1 1-16,0-4-1 16,0-5 1-16,-1-1 6 15,-6 0 8-15,0-7-9 16,-1-4-2-16,-1-5-2 15,-1-1-1-15,4-6-1 0,4-5 1 16,2-2-1-16,0-2-1 16,8 0 0-16,7 5-1 15,1 4 1-15,5 5 0 16,-1 7 1-16,0 5 0 16,-1 3 0-16,3 3 0 15,-3 6 0-15,-3 5 0 0,0 6-2 16,-2 3 2-16,-5 4-1 15,1-1 2-15,-5 0-2 16,4-2 2-16,-5-1 1 16,1 1-2-16,-1-4 0 0,0-1 0 15,-2-3 0-15,1-2 0 16,2-4 1-16,-3 0-2 16,1-3 2-16,3-1-1 15,0-2 0-15,1-1 0 16,2 0 0-16,2-2 1 0,0-9-1 15,5-4 1-15,-1-3 0 16,2-6-1-16,-2-3 1 16,1-1 0-16,-5-1-1 15,0 2 0-15,-6 3 0 0,-5 4-1 16,0 4 0-16,0 7 0 16,0 4 16-16,-2 5 5 15,-1 4-8-15,1 13-9 16,0 6 3-16,2 6 2 15,0 2-3-15,2 0-2 16,3-1-2-16,3-3 0 0,1-3 0 16,3-5 1-16,-1-4 3 15,-1-3-5-15,2-6-30 16,-3-3-27-16,-1-3-20 16,-5-7-5-16,-3-10-81 15</inkml:trace>
  <inkml:trace contextRef="#ctx0" brushRef="#br0" timeOffset="34241.14">10182 11406 307 0,'-13'-12'0'0,"4"4"1"0,7 4 1 0,2 4-2 0,0 2 0 15,2 11 1-15,4 7 0 16,3 1-22-16,3 3-59 15,-4 2-118-15</inkml:trace>
  <inkml:trace contextRef="#ctx0" brushRef="#br0" timeOffset="34651.89">10347 11901 299 0,'0'0'43'16,"0"0"-39"-16,0 0 30 15,0 0-6-15,14-49-11 16,-2 32 6-16,1-2-7 16,1 1-9-16,-1-2-3 15,2-3-2-15,-3 0-1 0,-2 0 1 16,-2-1-1-16,-2-1 0 16,-2 2-1-16,-3 3 1 15,3 6-1-15,-2 4 0 16,4 7 0-16,6 3-2 15,-1 4-1-15,5 12 1 0,1 6 1 16,0 6 2-16,-2 0 3 16,1 2-3-16,-6 0 0 15,-1-2-1-15,-4-5 2 16,-2-3-2-16,-3-6 2 16,0-1 0-16,-14-3 1 0,-1-2-1 15,-4-2 1-15,-7 0-1 16,3-2-1-16,-1 0 0 15,-1-1 0-15,3-3-5 16,5-1-28-16,5 1-23 16,7-10-57-16,3-5-32 0</inkml:trace>
  <inkml:trace contextRef="#ctx0" brushRef="#br0" timeOffset="35000.18">10855 11633 201 0,'0'0'2'0,"0"0"40"0,5-50-5 0,-8 36-3 0,-8 3 6 16,-2 1 4-16,-5 5-10 15,-2 5-6-15,-4 3-5 16,1 17-4-16,2 8-6 15,4 8 3-15,5 5-2 16,5 3 0-16,7 0-5 16,0-4 0-16,12-3-7 0,6-7 0 15,2-7-1-15,7-8 2 16,0-9 1-16,1-6 0 16,3-6-7-16,1-11-21 15,-1-6-20-15,-4-5-14 0,-2-5-1 16,-3-8-82-16,-6-6-15 15</inkml:trace>
  <inkml:trace contextRef="#ctx0" brushRef="#br0" timeOffset="35193.03">11036 11279 297 0,'0'0'35'0,"0"0"-2"16,0 0 29-16,0 0-44 15,0 0-6-15,-20 70 27 16,22-20-10-16,5 6-11 15,3 4-8-15,3 1-4 16,-1 0-4-16,-1 0-2 0,-1-4 2 16,-4-3 1-16,-1-6-6 15,-3-11-30-15,0-3-11 16,0-11-16-16,-2-9-67 16,0-11-102-16</inkml:trace>
  <inkml:trace contextRef="#ctx0" brushRef="#br0" timeOffset="36350.61">11373 11715 351 0,'0'0'1'16,"0"0"53"-16,0-37-4 15,-4 34-11-15,-5 1 0 16,-7 2-15-16,-1 0-12 15,-3 2 2-15,-1 9-1 0,1 4-7 16,0 2-4-16,5 3-1 16,-1 0 0-16,7 0-1 15,1-2 0-15,4 0 0 16,4-2 0-16,0-3 0 16,3-2 1-16,6-1-1 0,2-7 1 15,5-1 0-15,-1-2-1 16,3-2 0-16,2-8-2 15,0-7-3-15,1 0-2 16,-4-5-1-16,-1-3 4 16,-1 1 3-16,-5 0-1 0,-3 3 2 15,-1 1-1-15,-6 6 1 16,2 5-2-16,-2 2-2 16,0 6 0-16,0 1 6 15,0 5-3-15,0 10 0 16,3 3 2-16,3 5 4 15,-1-1-1-15,4 0-2 0,-1-4 0 16,1-1-2-16,1-7 1 16,3 0-1-16,-3-6 1 15,2-2 1-15,-1-2 0 16,3 0 0-16,1-7 0 0,-1-7 1 16,-1-4-2-16,3-4-1 15,0-4 2-15,4-4-2 16,-3 3 1-16,2 2-1 15,1 5 0-15,-5 6-1 16,3 7 1-16,-5 7-1 16,-2 0 1-16,3 5 0 0,-5 10-1 15,-1 2 1-15,0 5 0 16,-4-1 0-16,-2-1 0 16,-1 0 0-16,-1-4 1 15,0-3-1-15,0-5 0 16,0 1 0-16,0-5 0 0,0-3 1 15,0-1-1-15,0 0 1 16,0-1 0-16,0-12 0 16,6-2 0-16,1-7-1 15,7-1 1-15,3-4-1 16,3-1 0-16,1 4 0 0,0 6 0 16,2 4 0-16,-2 6-1 15,-2 7 0-15,-1 1 2 16,-5 8-2-16,-1 9-1 15,-6 5 1-15,-6 3 1 0,0 2-1 16,-2 0 2-16,-11-1 0 16,-5-6-1-16,-1-2 1 15,0-3 0-15,-1-6-1 16,1-1 1-16,4-4-1 16,-1-4 1-16,5 0 0 15,1-1 0-15,5-11-1 16,5-5 2-16,0-3-2 0,9-6 1 15,8-2-2-15,8-1 1 16,4 1 0-16,2 0 1 16,3 7-2-16,-1 5 1 15,4 3 1-15,-4 6-2 0,-1 5 1 16,-3 2 0-16,-5 2 0 16,-2 9-2-16,-6 6 1 15,-3 3 0-15,-2 0 2 16,-3 1 1-16,0-1 1 15,-6 0-1-15,-2-3-1 0,0 0 0 16,0-7 1-16,-4 0-2 16,-5-1 1-16,-2-4-6 15,-2-2-23-15,4-3-36 16,-5 0-15-16,3-7 19 16,-1-13-33-16,6-8-47 0</inkml:trace>
  <inkml:trace contextRef="#ctx0" brushRef="#br0" timeOffset="36456.05">12100 11410 293 0,'-7'-9'4'0,"5"1"14"15,2 2-9-15,0 6-8 0,0 0-13 16,2 0-42-16,3 0-21 16</inkml:trace>
  <inkml:trace contextRef="#ctx0" brushRef="#br0" timeOffset="36997.53">12308 11271 268 0,'0'0'24'15,"0"0"75"-15,-41-25-46 16,32 25-19-16,5 18-25 16,2 10-7-16,2 10 10 0,2 11 17 15,9 7-5-15,5 3-7 16,2 9-5-16,4 0-6 16,-4 0 0-16,-5-4-3 15,-2 0 0-15,-4-10 0 16,-7-6-1-16,0-7 0 0,-1-6 2 15,-9-7-3-15,-3-9 1 16,2-5 0-16,-5-9 0 16,3-5-1-16,-1 0 1 15,3-13-1-15,1-9 1 16,6-8 1-16,4-4-1 0,2-5-1 16,14-6 0-16,9 4 0 15,7 0-1-15,5 3 0 16,1 7-1-16,3 9 1 15,-3 6 0-15,-2 12-1 16,-1 4 0-16,-4 9 0 0,-4 9 1 16,-2 3 0-16,-8 2 1 15,-1-2 0-15,-7 2-2 16,-3-7 2-16,-4 0-11 16,-2-1-22-16,0-4-18 15,-6 0-36-15,-7-5-36 0,-3-6-107 16</inkml:trace>
  <inkml:trace contextRef="#ctx0" brushRef="#br0" timeOffset="37137.39">12544 11471 31 0,'0'0'410'0,"0"-40"-408"0,0 28-4 0,3 10 0 16,8 2 2-16,0 6-24 15,-2 8-13-15,1 3-29 0,0 1-27 16,1-1-66-16</inkml:trace>
  <inkml:trace contextRef="#ctx0" brushRef="#br0" timeOffset="37866.28">12810 11779 387 0,'0'0'4'15,"0"0"4"-15,0 0 10 16,39-33 1-16,-25 19-11 16,-2-4 0-16,-1-2 4 15,-1 2-7-15,-3-1-2 16,-1-1-1-16,-6 4-2 0,0 0 1 16,0 3 0-16,-9 1 0 15,-5 5 0-15,-1 4 1 16,1 3 3-16,-1 5 1 15,-1 9-2-15,5 6 1 0,3 4 5 16,3 1 1-16,5 1-1 16,0-2-4-16,13-3-3 15,5-6-2-15,9-6 0 16,3-7 0-16,9-2 1 16,3-7-1-16,6-12-23 0,0-3-13 15,0-7-1-15,-2 2-18 16,-3-1-1-16,-7 4 4 15,-7 4 9-15,-8 6 28 16,-9 5 15-16,-9 6 15 16,-3 3 48-16,-11 11-21 0,-9 7-2 15,-1 6 0-15,-1 6-9 16,4 2 2-16,3-2-15 16,5-3-12-16,4-6-1 15,8-5-3-15,-2-6-2 16,2-6-2-16,6-4 2 0,7 0 1 15,0-7 0-15,3-8 0 16,-3-4-1-16,1-5 1 16,-5-4-1-16,-1-4 0 15,-4-3 1-15,-4-5-1 16,-2-7-1-16,0-3 0 0,0-8-4 16,-4-3-4-16,-2-1 1 15,-2 5-11-15,2 8-6 16,1 14 47-16,-1 15 1 15,2 20-3-15,1 10-16 16,0 23-4-16,3 12-1 16,0 6 6-16,7 6 11 0,9 0-5 15,4-5-5-15,3-2-2 16,-2-6-1-16,4-4 1 16,-2-1-12-16,-4-7-45 15,-4-6-55-15,-7-13-108 16</inkml:trace>
  <inkml:trace contextRef="#ctx0" brushRef="#br0" timeOffset="39056.25">14051 11407 172 0,'0'-13'28'0,"-11"2"24"0,-3 1-22 15,-5 4-10-15,-4 3 5 16,-2 3 7-16,-6 0 0 15,-1 0-8-15,2 8-7 0,2 4-4 16,2 4-2-16,8 2-4 16,4 2-4-16,6 1-2 15,6 1 0-15,2-1 0 16,6-1 0-16,8 1 0 16,3-4 0-16,2-2 1 0,3-4 0 15,-3-4-1-15,4-3 2 16,-4-4-6-16,0 0 3 15,-1-5 3-15,-3-8-2 16,-1-6-1-16,-1-3 0 0,-1-2 1 16,-6-1-1-16,1 0 0 15,-5 2 0-15,-2 3 0 16,0 2 1-16,0 5 4 16,-2 2 6-16,-4 5 13 15,3 3-3-15,1 3-2 16,2 6-15-16,0 9-4 0,0 8 1 15,0 0 0-15,9 5 0 16,0-1 0-16,6-1 1 16,1-2-2-16,2-4 1 15,-1-3-1-15,4-6-1 16,-1-4 2-16,0-7 1 0,1 0-1 16,1-12 0-16,-1-9 0 15,2-7 0-15,0-6 0 16,2-1-1-16,0-4 0 15,0 4 1-15,2 1-1 16,0 6 1-16,0 9-1 0,-4 10 0 16,2 9-1-16,-4 1 1 15,-1 14 0-15,-4 8 0 16,-4-1-1-16,-2 0 2 16,-5-4 0-16,-5 1-1 15,0-4 1-15,-4-2-1 16,-7 1 1-16,-7-4 0 0,-2 2-1 15,-5-1-1-15,0 0-8 16,-2-1-23-16,1 0-23 16,3-1-47-16,4-4-38 15</inkml:trace>
  <inkml:trace contextRef="#ctx0" brushRef="#br0" timeOffset="40066.51">15285 11008 218 0,'0'-4'26'0,"0"4"68"0,0 0-34 15,-2 8-48-15,1 12-1 16,-1 6 18-16,2 8-7 0,0 0-2 16,0 7-3-16,0 0-10 15,4 1-4-15,6-3-1 16,-4-3 0-16,3-6-1 15,-2-9 0-15,1-4 0 16,-2-6 1-16,-2-7-2 0,-4-2-14 16,0-2-28-16,0 0-1 15,0-3-80-15,0-8-7 16</inkml:trace>
  <inkml:trace contextRef="#ctx0" brushRef="#br0" timeOffset="40347.14">15466 10988 206 0,'0'0'68'0,"0"0"-47"0,0 0 34 16,0 0-34-16,4 43 19 15,-4-12-10-15,0 3 4 16,4 3-9-16,-3 1-13 15,4 5-5-15,1 0-5 0,-3-1 0 16,1-1-1-16,2-5 0 16,-4-1 0-16,1-9-1 15,-3-6-6-15,0-6-17 16,0-7-27-16,-1-6-46 16,-7-1 0-16,-3-5-65 15</inkml:trace>
  <inkml:trace contextRef="#ctx0" brushRef="#br0" timeOffset="40682.5">14976 10920 229 0,'0'0'8'16,"0"0"-5"-16,0 0 14 15,0 0 14-15,0 0 1 16,0 0 2-16,0 0-9 16,0 0-12-16,0 0-7 15,-15 6 7-15,44-6 13 0,13-2-7 16,12-6-3-16,13-4-7 15,2-2-3-15,5-1-2 16,-4 2-2-16,-4 1-2 16,-10 4 2-16,-9 2-2 0,-6 6 1 15,-10 0-6-15,-10 0-56 16,-8 0-88-16</inkml:trace>
  <inkml:trace contextRef="#ctx0" brushRef="#br0" timeOffset="41419.61">15752 11414 226 0,'0'0'36'0,"0"0"56"0,0 0-36 0,0 0-11 0,0 0-25 16,0 0-14-16,0 0-3 16,0 0 4-16,-42 43 8 15,28-20-10-15,-1 2-4 16,4-1 0-16,-1 0 0 0,3-1-1 16,1-6 1-16,3 0-1 15,0-6 1-15,2-6 0 16,3-5-1-16,0 0 2 15,0-3 1-15,8-8-2 16,3-8 0-16,3-1-1 16,-1-4 2-16,5-3-3 0,0-1 1 15,2 5 0-15,-3-1-4 16,-1 5 2-16,-5 3 2 16,-2 5 0-16,-2 4 0 15,-3 4-1-15,-2 3 0 16,1 0-1-16,-3 0 2 0,0 8 2 15,0 4 3-15,0 3 4 16,0 3-1-16,0 5 2 16,0 2 4-16,-3 8-5 15,1 1-3-15,0 3-3 16,0 0-1-16,-2 1 0 0,4-4 0 16,-3-4-2-16,2-4 1 15,1-8-1-15,0-3 1 16,0-4-1-16,0-1 1 15,0-3-1-15,-1 1-13 16,-1-2-34-16,1-2-41 0,-3-2-85 16</inkml:trace>
  <inkml:trace contextRef="#ctx0" brushRef="#br0" timeOffset="41837.49">15620 11968 193 0,'0'0'26'0,"0"0"41"0,0 0-1 0,0 0-9 16,0 0-21-16,0 0-9 15,0 0-6-15,0 0-6 0,0 0-5 16,0 0-2-16,0 0-3 16,-20-11-2-16,20 11-1 15,0-2-1-15,0 2 2 16,0 0-1-16,0-3 3 16,0 2 0-16,5-2 1 15,7 2-2-15,5-2-1 0,4 3 4 16,7-3 1-16,5 3-1 15,0 0-2-15,4-3-1 16,-3 2-3-16,1-1-1 16,-4-1 1-16,-2-1 1 0,-2-1-2 15,-5 1-1-15,-4-1-34 16,-7-2-38-16,-1-3-100 16</inkml:trace>
  <inkml:trace contextRef="#ctx0" brushRef="#br0" timeOffset="42882.21">16001 10626 175 0,'0'0'17'0,"0"0"0"0,0 0-17 0,0 0 16 16,0 0 9-16,0 0 5 15,38 7 13-15,-14-7-15 16,2 0-3-16,5-7-9 16,4 0-5-16,1-2 0 15,-1 2-1-15,-2 1-2 0,-3 2-5 16,-4 3-1-16,-4 1 0 16,-4 0-2-16,-3 4 3 15,-3 6-2-15,-6 6 0 16,-1 5 1-16,-5 10 1 15,0 6 3-15,-4 14 4 16,-5 10-2-16,0 8-1 0,0 7 2 16,2 11-1-16,1 5 3 15,2 7-3-15,3 1 4 16,1 8-5-16,0-2-3 16,0-2-1-16,5-4 0 0,1-4 0 15,-1-6 0-15,1-12-1 16,0-7 0-16,0-6-1 15,-2-8 2-15,-4-9-1 16,0-5-1-16,0-5 1 16,0-6 5-16,0-6-2 0,-4-4 0 15,-2-5-2-15,2-5 1 16,0-3-1-16,0-3 0 16,1-2-1-16,1 0 0 15,0-1-1-15,-2 1 0 16,1 0-1-16,0 0 0 0,0 1 1 15,0-1-1-15,-4 0 0 16,1 2 0-16,-2 0 1 16,-6 0 0-16,-1 1 0 15,-6 1 0-15,-6 1 0 16,-8 1 0-16,-6 1 1 16,-8 3-1-16,-5-1-1 0,-3-1 1 15,1-1-9-15,4-2-39 16,3-7-43-16,6-3-99 15</inkml:trace>
  <inkml:trace contextRef="#ctx0" brushRef="#br0" timeOffset="43691.28">17095 11607 60 0,'0'-7'26'0,"-2"3"72"0,2-2-69 16,0-1 12-16,-2 0-6 16,0 3 1-16,2-1 13 15,0 0-12-15,-1 2-4 0,1-1-6 16,0 2-9-16,0 2-7 16,3-1-5-16,7 0-5 15,9-1-1-15,3 1 2 16,6-3-1-16,1-1-1 15,4 2 1-15,-2-1-1 16,-5 1 1-16,-3 2-1 0,-3-1-1 16,-7 2-15-16,-3 0-48 15,-6 0-62-15,-4 0-39 16</inkml:trace>
  <inkml:trace contextRef="#ctx0" brushRef="#br0" timeOffset="43889.95">17047 11762 311 0,'0'0'26'0,"0"0"31"16,0 0-20-16,0 0 14 15,50 23-22-15,-21-20-7 16,5-2-10-16,3 2-7 15,2-3-4-15,-5 0-1 0,-5 0-16 16,-9-3-106-16</inkml:trace>
  <inkml:trace contextRef="#ctx0" brushRef="#br0" timeOffset="53809.31">24511 11001 40 0,'0'0'8'0,"0"0"-12"0,0 0 45 0,0 0-32 16,0 0-3-16,0 0 16 15,0 0-5-15,0 0-2 16,-33-40-3-16,31 33 2 15,0 1 1-15,0 1 2 16,1-1-4-16,-1 3-2 0,2 0-3 16,-3 1 1-16,2 2-3 15,1 0 2-15,0 0-7 16,0 1-1-16,0 6 0 16,0 5 0-16,0 3 0 0,6-1 1 15,1 5 0-15,3-1 3 16,3 3 2-16,2 1 0 15,4-1 0-15,2-1-3 16,3-2-1-16,3-1-1 16,3-4 2-16,4-3-1 15,5-6 3-15,5-4 11 0,4 0 5 16,7-4-5-16,1-6-9 16,1-1-3-16,1 1-2 15,-5 0 0-15,-2 2-1 16,-10 0 0-16,-4 4 0 0,-11-2-1 15,-4 2 1-15,-6 1-1 16,-5-1 1-16,-5 3-3 16,-4-1-24-16,-2-1-5 15,0-2-19-15,-4-1-35 16</inkml:trace>
  <inkml:trace contextRef="#ctx0" brushRef="#br0" timeOffset="54118.64">25231 10941 203 0,'0'0'2'0,"0"0"6"0,0 0-4 15,0 0 16-15,39 33-4 16,-24-20-2-16,2 2-3 0,3 1-3 15,-4 0-5-15,1-1-1 16,-2-2-1-16,-4 1-1 16,-5-4 1-16,-2 2 0 15,-4-2 0-15,0 1 1 16,-13-1-1-16,-2 2 2 0,-8 0-1 16,-1 2-2-16,-2-1 1 15,-1 0-8-15,6 1-29 16,-3-4-29-16,7-4-41 15</inkml:trace>
  <inkml:trace contextRef="#ctx0" brushRef="#br0" timeOffset="54664.21">25979 10782 162 0,'0'0'9'0,"0"0"16"0,0 0 18 16,0 0-15-16,0 0-20 16,0 0 7-16,-11 64 29 0,11-24 8 15,0 7-20-15,0 9-5 16,5 3-17-16,2 3-5 16,1-1-2-16,2-4-1 15,-1-7-1-15,2-6 0 16,-3-7 1-16,-2-10-2 0,-1-7 1 15,-1-6 0-15,-3-4 1 16,0-3-5-16,-1-3-38 16,0-3-28-16,0-1-9 15,-6 0-9-15</inkml:trace>
  <inkml:trace contextRef="#ctx0" brushRef="#br0" timeOffset="55021.01">25895 11058 211 0,'0'0'6'0,"-1"-43"-5"16,3 20 13-16,12 2 4 16,6 1 0-16,5 5-2 15,0 3 3-15,6 5-2 16,0 4-5-16,1 3-7 0,1 0-4 15,-4 6 0-15,-5 5 0 16,-5 2-1-16,-6 0 2 16,-2-2 0-16,-11 4-4 15,0-1 4-15,-5-3 3 16,-12 5 0-16,-6-2-2 0,1 1-3 16,-5-1 6-16,-1-1-8 15,3 3-6-15,6-5-7 16,2-1-13-16,8-1-4 15,2-3-32-15,6-2-33 16</inkml:trace>
  <inkml:trace contextRef="#ctx0" brushRef="#br0" timeOffset="55454.3">26289 11062 195 0,'0'0'11'15,"0"0"40"-15,0 0-25 16,48-9-10-16,-34 12-2 16,0 7 8-16,-2 3-4 15,2 1-6-15,-3 0 4 16,-1 2-6-16,-4-2-7 0,1 0-1 16,-3-1-1-16,-2-6 0 15,-2 0 0-15,0-2 0 16,0-4 1-16,0-1 4 15,-6 0-3-15,-1-1 0 16,1-8-2-16,0-1 2 0,2-5 0 16,4-1 5-16,0-3 2 15,9 1-1-15,4 0 0 16,3 2-1-16,3 7-2 16,3 2-1-16,-3 7-1 15,2 0-2-15,-1 0-3 0,1 10 2 16,-5 3 0-16,0-1 0 15,-4 3-1-15,-2-4 0 16,-3 1 0-16,-2-5 1 16,-1 3 0-16,-4-3-3 15,0-3-26-15,-2 2-27 0,-8-2-29 16,-2-1 15-16,-1-3-31 16</inkml:trace>
  <inkml:trace contextRef="#ctx0" brushRef="#br0" timeOffset="55639.28">26481 10933 188 0,'0'0'2'0,"0"0"39"0,0-39-14 16,0 32-8-16,1 3-10 0,6 1-5 15,0 3-4-15,4 0 1 16,-1 4-1-16,3 5-8 15,2-2-54-15,2 1-80 16</inkml:trace>
  <inkml:trace contextRef="#ctx0" brushRef="#br0" timeOffset="56312.11">26798 10957 222 0,'0'0'3'16,"0"0"39"-16,0 0-29 15,0 0 17-15,0 0 13 0,0 0 2 16,3 48-14-16,-3-34-13 16,0-1-11-16,0 1-1 15,0-2-4-15,7-1-1 16,3-1 1-16,1-3 0 16,4-1 0-16,-1-5-1 0,3-1 0 15,-3 0 0-15,2-4 1 16,-7-5-1-16,-2-2 0 15,-2 2 0-15,-4-3 0 16,-1 0 1-16,0-1-2 16,-9-2 2-16,-9 3-1 15,3-1 1-15,-6 2-1 0,2 3-1 16,-1-1 0-16,3 3 2 16,4 3-2-16,1 1 1 15,3 1-4-15,5 1-16 16,3 0-2-16,1 0-22 0,2 0-11 15,10 0 16-15,3 0 7 16,4 0-8-16,1 0 1 16,5 1 0-16,-3-1 35 15,2 0 4-15,-4 0 8 16,2 2 21-16,2 0 9 0,-6 1-2 16,4 1 2-16,0 5 4 15,-1-2-11-15,0 3-17 16,0 3-2-16,-5-2-8 15,0 1-3-15,-5-3 0 16,0 0-2-16,-8-3 1 0,-2-1 0 16,-1 0 2-16,0-2-1 15,-6-1 3-15,-5-2-2 16,0 0-1-16,0 0 1 16,-2-3-1-16,3-7-1 15,2-4 0-15,4-3-1 16,4-1 2-16,0-1-2 0,6 1 0 15,9 2 0-15,7 1 1 16,1 5-1-16,5 2-3 16,3 4-19-16,-3 3-33 15,1-1-39-15,0 1-18 16</inkml:trace>
  <inkml:trace contextRef="#ctx0" brushRef="#br0" timeOffset="56812.81">27585 10838 291 0,'0'0'22'0,"0"0"51"0,0 0-66 0,0 0 18 16,21 51 8-16,-15-19-7 16,2 5-8-16,-1 3-9 0,1 1-2 15,0 1-3-15,0 0-3 16,-1-1 0-16,-2-1 0 15,-3-2 0-15,-1-2 0 16,-1-9-1-16,0-6 2 16,-1-5-2-16,-4-9 2 15,-1-6-1-15,1-1 2 0,-1-10-1 16,1-10-1-16,0-4-1 16,-1-10 1-16,4 0-1 15,2-7 1-15,0-2-2 16,3-2 1-16,8 1 0 15,6 4 0-15,3 6 0 0,0 7 0 16,4 8-1-16,1 10 0 16,-1 9 0-16,-3 0 1 15,-1 15 0-15,-4 4 0 16,-7 2-1-16,-3 0 2 16,-6 0-1-16,0-2 0 0,-6-3 1 15,-7-1-1-15,-4-2 2 16,-3 0-4-16,-5-4-9 15,-1 0-7-15,-1-1-6 16,1-3-3-16,2-2-12 16,4-2-16-16,5-1 3 15,1 0 2-15,6 0-12 0,5-4-34 16</inkml:trace>
  <inkml:trace contextRef="#ctx0" brushRef="#br0" timeOffset="57436.21">27924 11031 251 0,'0'0'6'0,"36"-14"18"0,-19 9 17 0,-3 5 0 0,-3 0-19 16,1 6-9-16,-4 4 0 0,-1 1-1 15,-1-1-6-15,-1 3-2 16,0-2-2-16,-3-1 0 15,0 0-2-15,-1-1 2 16,-1-3-2-16,0-2 2 16,0-2 0-16,0-2-1 0,-1 0 3 15,-1 0-3-15,2-7 0 16,0-4 0-16,0-4 0 16,2-2 0-16,7-3-1 15,7-1 1-15,-1 0-2 16,2 4 1-16,0 0 1 15,3 9-1-15,-4 3 0 0,1 5-1 16,-4 0 1-16,1 9 0 16,-2 2 0-16,1 3 0 15,0-2 0-15,-2-1 3 16,5-1 5-16,-3-3-3 0,4 0 1 16,-3-1-1-16,3-2-1 15,-4-1-3-15,2-1 0 16,-5 0-1-16,0-2 1 15,-1 0 0-15,-3 0 0 16,-1-2 0-16,-2-6 0 0,-2-1 0 16,-1-3 0-16,0-2 1 15,-7 0-2-15,-5-2 2 16,-5 3-1-16,-3-1 0 16,0 4-1-16,-2 3 1 15,0 3-1-15,2 3 1 16,0 1-2-16,0 0 2 0,5 8-2 15,2 2-2-15,6 1-13 16,4 2-14-16,3-3-9 16,2 5-25-16,12-6-2 15,-1-2-4-15,6-1-65 16</inkml:trace>
  <inkml:trace contextRef="#ctx0" brushRef="#br0" timeOffset="57873.05">28420 10928 147 0,'0'0'84'0,"0"0"-59"0,11-42 26 0,-8 36 5 16,1 6-23-16,5 2-27 15,-3 12-4-15,4 4 5 16,3 3 6-16,-1 5-5 16,2-2-2-16,-2-2-1 0,1-1-4 15,-3-3-1-15,-3-6 1 16,-1-3 0-16,0-3-1 15,-2-4 0-15,3-2 2 16,0 0 0-16,2-10 0 16,5-4-2-16,-1-3 1 15,2-2-1-15,1 2 0 0,3 0 0 16,-2 7 1-16,1 3-1 16,-5 4 0-16,1 3-1 15,-7 3 2-15,-1 7-2 16,-6 1 2-16,0 3-1 15,0-5-1-15,-6 4 2 0,-4-5-1 16,-1 0 0-16,-2-2 1 16,-3-1-1-16,-1 0 1 15,-1-2-1-15,3 1 1 16,-1-2-2-16,4 0 2 0,2-1-1 16,5-1-2-16,4 0-24 15,1 0-19-15,7 0-33 16,13 0-4-16,7-9-71 15</inkml:trace>
  <inkml:trace contextRef="#ctx0" brushRef="#br0" timeOffset="58245.28">29037 10930 199 0,'0'0'49'0,"0"0"-13"0,0 0 26 0,0 0-36 16,-38-9 8-16,12 19 2 0,-1 3-13 15,1 1-11-15,4 2-5 16,5-1-4-16,7-2-1 16,4 0-2-16,6-3 1 15,0-3-1-15,10-3 1 16,5-2 1-16,7-2 0 16,1 0-2-16,0-2 0 0,2-9 0 15,-4-2-3-15,-2 0 0 16,-3-1 1-16,-7 1 2 15,-1 2 1-15,-4 4-1 16,-2 2 1-16,-2 4 0 16,0 1 0-16,0 0-1 0,0 3 0 15,0 7 0-15,0 0 0 16,7 0-1-16,3 1 1 16,2-4 0-16,3-1 1 15,1 0-1-15,-2-5-9 16,4 1-53-16,-5-2-28 0,2 0-1 15,-3-2-82-15</inkml:trace>
  <inkml:trace contextRef="#ctx0" brushRef="#br0" timeOffset="58916.09">29271 10688 280 0,'0'0'3'15,"0"0"40"-15,0 0 28 16,0 0-39-16,0 0-30 0,0 0 16 16,6 38 8-16,2-9-9 15,-1 5-2-15,2 0-6 16,2 0-6-16,-5 0-1 16,-1-4-1-16,0 0 0 15,-3-6 0-15,-1-7 0 0,-1-7 0 16,0-5 1-16,0-5 0 15,0-3 2-15,-1-10-4 16,1-7 1-16,0 0-1 16,3-3 0-16,9 2 0 15,2 1 0-15,4 5 0 16,2 3 0-16,-1 7 0 0,2 3 0 16,-5 2 0-16,-1 7 0 15,-2 6 0-15,-3 3-1 16,-3 2 2-16,-3-1-1 15,-2 0-1-15,-2-1 1 0,0-1 0 16,-6 0 0-16,-8-3 0 16,-2 0-1-16,-4-4 0 15,1-1 0-15,-3-1 0 16,1-2 0-16,6-3 1 16,-1-1 0-16,7 0 0 0,4 0 0 15,1 0 1-15,4-6 0 16,4-2-3-16,9-3 1 15,6 0-2-15,7-3 3 16,1 1 0-16,5-3 0 16,1 2-1-16,0 0 1 15,1 0 0-15,-2 2 0 0,-1 2 0 16,-3 5 0-16,-5 2 0 16,-3 3 1-16,-5 0-1 15,-4 3 0-15,-3 5 0 16,-1 2 1-16,1 2-1 15,-5-1 0-15,1 0 0 0,-2-1 0 16,-2 3 0-16,0-5-25 16,0 1-46-16,-7-1-55 15,-4-3-20-15</inkml:trace>
  <inkml:trace contextRef="#ctx0" brushRef="#br0" timeOffset="59100.13">29659 10676 334 0,'0'0'2'0,"12"-50"11"0,-4 34 13 0,-1 7-22 16,1 4-3-16,-1 5-1 16,0 0 0-16,-2 0-1 15,0 9-24-15,0-2-38 16,-1 0-36-16</inkml:trace>
  <inkml:trace contextRef="#ctx0" brushRef="#br0" timeOffset="59506.11">29871 10592 268 0,'0'0'2'0,"0"0"2"0,0 0 7 15,0 0 6-15,25 41 25 16,-25-11 3-16,0 4-9 15,0 4-5-15,0 2-10 16,0 0-10-16,0-2-8 0,2-2-1 16,4-7-2-16,0-4 2 15,4-10-2-15,3-5 1 16,1-10 0-16,6 0 1 16,1-7-1-16,5-11-1 15,-4-4 1-15,4-2-1 16,-2-1 0-16,-3 2 2 0,-3 2-2 15,-6 5 0-15,-3 7 1 16,-5 5-1-16,-2 4 6 16,-2 0-4-16,1 6-2 15,-1 5 1-15,2 2 2 16,1 1 2-16,1-2-1 0,4 0 0 16,1 0-3-16,1-4 0 15,3-1 0-15,0-1 0 16,-2-2-1-16,1-1-15 15,-2-3-48-15,-4 0-69 16,-1-3-20-16</inkml:trace>
  <inkml:trace contextRef="#ctx0" brushRef="#br0" timeOffset="59683.14">30087 10585 355 0,'0'0'-9'0,"0"0"5"0,7-39 6 16,5 34-1-16,1 3-2 15,-1 2-1-15,1 0-30 0,-2 0-9 16,1-1-49-16</inkml:trace>
  <inkml:trace contextRef="#ctx0" brushRef="#br0" timeOffset="59867.62">30305 10497 387 0,'0'0'7'0,"0"0"-10"15,26 52 13-15,-13-22 21 16,1 4-12-16,-3 3-2 16,3-1-5-16,-4 0-8 0,-2 0-3 15,-4 0 0-15,-4-4-1 16,0-3-59-16,-3-8-82 15,-7-8-126-15</inkml:trace>
  <inkml:trace contextRef="#ctx0" brushRef="#br0" timeOffset="60397.57">30297 10831 256 0,'0'0'1'16,"0"0"11"-16,48-37 3 0,-26 25 10 15,2 4 12-15,-1 1-2 16,-4 1-7-16,-1 3-11 16,-6 3-7-16,-3 0-4 15,-4 7-3-15,-3 2 0 16,-1 2-1-16,-1 0 0 0,0-1 1 16,1 0 0-16,2-1-1 15,3-3-2-15,5-1 2 16,3-5-2-16,3 0 0 15,4-1 1-15,5-11 0 16,1-3 0-16,0-1-1 16,-2-1 1-16,-1 5 4 0,-4 1 7 15,-7 7 11-15,-4 4-3 16,-2 0-4-16,-2 15-9 16,0 9 8-16,1 8 5 15,1 11-6-15,0 5-5 16,1 2-1-16,-1 2-5 0,-2-2-2 15,0 0 0-15,-3-9-1 16,-2-6 1-16,0-5 0 16,-9-6-1-16,-5-5 1 15,-7-8 1-15,-2-4 0 16,-2-7 1-16,1 0-2 0,3-15-1 16,6-10 1-16,8-7 0 15,7-8-4-15,6-7-24 16,15-8-15-16,13-6-16 15,8-6-56-15,11-4-75 16</inkml:trace>
  <inkml:trace contextRef="#ctx0" brushRef="#br0" timeOffset="66733.02">29371 10096 165 0,'2'-8'66'0,"0"-2"2"0,4 1-28 0,-1 5-24 16,6 0-8-16,-1-1-3 15,6 4 5-15,3-3 4 16,4 1 1-16,3 1-5 16,3-2-2-16,2 1-4 0,-2-1-1 15,3 1-1-15,-1 2-2 16,-7-2 1-16,-1 3-1 16,-5 0 0-16,-5 0-8 15,-6 0-21-15,-6 7-27 16,-1 2-51-16,-7 2 34 0</inkml:trace>
  <inkml:trace contextRef="#ctx0" brushRef="#br0" timeOffset="66931.32">29465 10246 162 0,'0'0'28'16,"0"0"13"-16,0 0-17 15,0 0-11-15,0 0 5 16,0 0 23-16,0 0-4 15,0 0-11-15,65 5-12 16,-31-16-8-16,4-1-2 0,3 1-4 16,-3-1 1-16,0 1-9 15,-1 0-48-15,-3-3-90 16,-1-5-34-16</inkml:trace>
  <inkml:trace contextRef="#ctx0" brushRef="#br0" timeOffset="67307.22">30338 9547 121 0,'0'0'95'0,"0"0"-72"0,0 0 35 16,0-42-9-16,0 40-17 16,0 2 0-16,0 2-30 15,3 13 3-15,4 4 12 16,3 7 3-16,0 8 0 16,4 9-2-16,1 5-3 0,2 6-5 15,-1 4-4 1,2-2-4-16,-1-3-1 0,-1-6 2 15,-3-8-3-15,-4-11 0 16,0-5 1-16,-4-9-2 16,-2-3 1-16,0-6-29 15,-3-1-8-15,0-4-37 16,-4 0-6-16,-7-4-50 0</inkml:trace>
  <inkml:trace contextRef="#ctx0" brushRef="#br0" timeOffset="67696.78">30181 9632 231 0,'0'0'-2'0,"1"-40"41"16,9 20 15-16,4 3-13 15,4 0-8-15,3 1-5 16,5 2-5-16,3 4-8 16,3 4-8-16,2 4-3 0,0 2-3 15,-5 0-1-15,-1 10 1 16,-6 1-1-16,-4 3 0 16,-5-1 1-16,-4 1-1 15,-5-1-1-15,-4 1-1 16,0 2 3-16,-8-1-1 0,-7 1 3 15,-2 4-2-15,-6-1-2 16,-2 2-9-16,-1 1-8 16,0 1-7-16,1 0-9 15,2-2-8-15,5 1-21 16,1-4-1-16,8-4-12 0</inkml:trace>
  <inkml:trace contextRef="#ctx0" brushRef="#br0" timeOffset="68392.45">30692 9765 219 0,'0'0'6'0,"0"0"72"0,0 0-41 16,0 0-10-16,0 0-20 15,0 0 3-15,0 0 7 0,0 0 2 16,0 0-8-16,-10 46-8 16,3-33 1-16,1-1-1 15,-1 1-2-15,2-5 0 16,1 0 0-16,1-4 0 15,1-1 0-15,2-3 0 16,0 0 2-16,0 0-1 0,0-6 0 16,0-4 0-16,0-2 0 15,5-3 0-15,2 1-2 16,0 0 2-16,-2 2-2 16,0 1 0-16,-1 1 0 15,-1 3 0-15,1 3 0 0,-4-2 0 16,2 3 1-16,0 0 8 15,-2 2 6-15,0 0 2 16,0 1 0-16,0 0-1 16,0-1-4-16,0 1-7 15,2 0-3-15,0 0 1 0,-1 0-1 16,1 5-2-16,2 3 1 16,-1 2 0-16,1 4-1 15,3 4 2-15,-1 3 0 16,2 3 0-16,1 1-2 15,0 1 1-15,2 1 1 16,-2 0-1-16,-1 0-1 0,1-4 0 16,-5-2 1-16,0-1-1 15,0-5 0-15,-2-3 1 16,-1-4-1-16,1-2 1 16,0 0-1-16,-2-2 0 15,0 0 0-15,0 2-4 0,0 0-32 16,0-1-12-16,-5 4-17 15,-3-2-75-15,-4-4-32 16</inkml:trace>
  <inkml:trace contextRef="#ctx0" brushRef="#br0" timeOffset="68827.23">30695 10221 172 0,'0'0'32'0,"0"0"31"0,0 0-15 0,0 0 1 15,0 0-7-15,0 0-13 0,0 0-2 16,0 0-13-16,0 0-1 15,0 0-5-15,0 0-1 16,7-27 3-16,0 23-6 16,7-5 0-16,4 1 4 15,5-5 3-15,2-1-2 0,3 0 2 16,-1 0-3-16,-3 2-4 16,-2 2-1-16,-2 0-2 15,-5 3 0-15,-1 1 0 16,-3 2-1-16,-6 1 1 0,1 1-2 15,-3 0 1-15,-2 2 1 16,0 0-2-16,-1 0-2 16,0 0 0-16,0 0 3 15,0 4 0-15,0 2-24 16,-2 0-21-16,-3-3-41 16,0-3-96-16</inkml:trace>
  <inkml:trace contextRef="#ctx0" brushRef="#br0" timeOffset="69931.03">31104 9268 129 0,'0'3'44'0,"1"1"6"0,1 6-45 0,3 4 18 16,2 6 2-16,6 4 25 16,-2 8-16-16,6 3-7 0,0 1-6 15,4 2-5-15,-1-1-7 16,0-2-5-16,-3-5-2 16,-2-4 1-16,-1-5-3 15,-4-4 1-15,-2-5 0 16,-1-4 0-16,-3 0 0 0,-1-4-1 15,-1-2 0-15,-1 0-28 16,-1-1-30-16,0-1-5 16,-5 0-26-16,-1 0-93 15</inkml:trace>
  <inkml:trace contextRef="#ctx0" brushRef="#br0" timeOffset="70490.11">31013 9345 115 0,'0'0'11'0,"0"0"26"0,0 0-11 0,0 0 3 0,0 0 3 16,0 0-5-16,-36-44 11 15,32 37-15-15,4-3 2 16,0 1-4-16,0-2-7 15,4 0-5-15,4-2-2 0,5 3-2 16,3-2-1-16,5 4 0 16,4-3 0-16,-1 2 2 15,7 5 1-15,-1-1-1 16,2 5-3-16,-1 0-1 16,-1 0-1-16,-5 3 0 15,-2 6 0-15,-1 1 1 0,-8 0 0 16,-3 1-4-16,-1 0 2 15,-5 2 0-15,-3 0 2 16,-2 1 0-16,0 1 0 16,-7 2 0-16,-6-2 0 15,-2 2 1-15,-3 0-1 0,-2-1-2 16,-2-1 1-16,0-2 0 16,1 0-1-16,4-2 0 15,3-1-1-15,5-4-26 16,4 0-29-16,3-6-56 15,2 0-40-15</inkml:trace>
  <inkml:trace contextRef="#ctx0" brushRef="#br0" timeOffset="71528.12">31836 8885 81 0,'0'0'47'0,"0"0"-20"0,0 0 3 15,0 0 0-15,0 0-3 16,0 0-12-16,0 0-5 0,0 0 6 15,0 0-2-15,0 0-4 16,-41 17 0-16,24-9 3 16,-2-1-3-16,-2 3-3 15,-4 0-4-15,-2 2 0 16,0-1-1-16,0-2-1 0,1 1 0 16,6-1-1-16,3-1 3 15,4-3-2-15,2 2 1 16,8 0-2-16,0 0 0 15,2 3 0-15,1 2 1 16,0 2 0-16,2 4 1 0,5 5 7 16,5 4 4-16,1 5 1 15,3 7-1-15,2 4-4 16,2 9-1-16,1 5 0 16,-2 1-1-16,2-1-3 15,0 0 0-15,-7-3-2 0,4-3 2 16,-5-3-4-16,-1-4 6 15,-3-2 0-15,-3-4-3 16,-2-7 0-16,-3-7-1 16,0-4-1-16,-1-10 2 15,0-4 0-15,0-2 1 0,0-4 3 16,0 0 13-16,0 0-4 16,0 0-3-16,0 0 1 15,1 0-2-15,0 0-11 16,2-3 1-16,3-4-1 15,2 3-1-15,1-5 1 0,8 0-1 16,0-2 1-16,6-4-1 16,6-1 0-16,0-1 0 15,4 2 1-15,1-2-1 16,-4 2-1-16,-1 2 3 16,-4 1-2-16,-6 3-1 15,-4-1 1-15,-3 4-4 0,-2 0-26 16,-2-3-8-16,-4 3-18 15,-4-6-38-15,0-3-35 16</inkml:trace>
  <inkml:trace contextRef="#ctx0" brushRef="#br0" timeOffset="72272.03">31949 9099 146 0,'0'0'4'0,"0"0"35"15,0 0-3-15,0 0-11 16,0 0 3-16,0 0-3 16,0 0 3-16,0 0-15 0,0 0-12 15,0 0 0-15,0 0 4 16,0 0 4-16,-22 19-4 16,12-5 0-16,2 0 0 15,0 0-3-15,0 2 0 16,1-2-1-16,0-3 0 0,3 1 0 15,2-4-1-15,-2-3 1 16,2 0-1-16,2-5 1 16,0 0 0-16,0 0 0 15,0 0 4-15,0-4-2 16,0-3-1-16,8-6-2 0,-2-1 0 16,2-2 1-16,3-1-1 15,-2 0 1-15,-2 2-1 16,0 2 0-16,0 1 0 15,-4 4 0-15,-1 2 1 16,0 2 4-16,-1 1 12 0,1 0-1 16,-2 3 0-16,0 0-7 15,1 0-6-15,1 0-3 16,0 0 1-16,0 2 1 16,1 5 0-16,2 0 2 15,-1 3 2-15,2 1 2 16,1 3 3-16,3 5 2 0,-1-1-5 15,2 3 0-15,2 1 0 16,-2 1-1-16,0-1-3 16,2-2 0-16,-2 0-3 15,-3-2 0-15,2-2 0 0,-5-2-1 16,-1-2 0-16,1-4 1 16,-3-2 0-16,-1 0-1 15,0-2-3-15,-1-1-20 16,0 2-18-16,0 0-14 15,-4-2-27-15,-5 1-19 16,-1-3-67-16</inkml:trace>
  <inkml:trace contextRef="#ctx0" brushRef="#br0" timeOffset="72724.38">31932 9464 217 0,'0'0'12'0,"0"0"54"0,0 0-31 16,0 0 5-16,0 0-9 16,0 0 1-16,0 0-8 15,0 0-14-15,0 0-7 16,0 0 0-16,0 0 5 15,30-9 4-15,-8 3-1 0,3-3-2 16,5-1-3-16,1-3 3 16,4-1-1-16,-2-2 2 15,-2 1-1-15,-3-1 2 16,-3 5-4-16,-2-1 1 16,-5 5-2-16,-4-1-1 0,-4 3 0 15,-3 0-1-15,-2 4-1 16,-3 0 0-16,0 0 0 15,-1 1-2-15,-1 0 0 16,0 0-1-16,0 0 0 16,0 0 0-16,0 0-2 0,0 0 0 15,0 0-8-15,0 3-27 16,-1 2-20-16,-3-2-40 16,-1-1-48-16,-2-2-111 15</inkml:trace>
  <inkml:trace contextRef="#ctx0" brushRef="#br0" timeOffset="73635.16">32386 8832 48 0,'0'0'26'0,"0"0"20"0,0 0-18 0,0 0-5 0,0 0 1 16,0 0-3-16,0 0 2 15,0 0-4-15,0 0-2 16,0 0 0-16,0 0 3 16,0 0 6-16,-5-22-1 15,5 22-8-15,0 0-12 16,0 0-5-16,0 0 0 0,0 7 7 16,0 3 4-16,5 6 1 15,-1 7-2-15,1 6 4 16,1 8-3-16,2 5-6 15,1 6 2-15,-1 2-3 16,0 3 1-16,0 1 0 0,1-6 0 16,-2 0-3-16,-1-1 0 15,-1-6-1-15,-2-4 0 16,-1-3-1-16,-2-5 1 16,0-5-1-16,0-4 0 0,0-5 1 15,0-2 1-15,0-3 0 16,-2 0 0-16,2-4 1 15,-2-1-3-15,2 0 2 16,-1-1-2-16,1-1 0 16,0-2 1-16,0 1 1 0,0-1-1 15,0-1 1-15,0 0 0 16,0 0 0-16,0 0-1 16,0 0 0-16,0 0-1 15,0 0 1-15,0 0 0 16,-1 0 0-16,1 0-1 0,-3 0-17 15,-1 0-21-15,-4 0-55 16,-2-8-43-16</inkml:trace>
  <inkml:trace contextRef="#ctx0" brushRef="#br0" timeOffset="75052.17">32752 9007 76 0,'0'-6'45'0,"0"3"-4"0,0-1-8 0,0 2 1 16,0 0 4-16,0 2-11 16,0 0-11-16,0 0-17 15,0 4 3-15,-2 7 11 16,-1 2-2-16,-2 1-1 16,1 4-4-16,-2-1-1 0,-1 1 0 15,-1-1-1-15,2 0-1 16,-2-3-2-16,3-2 0 15,-1-1-1-15,0-4 1 16,4-1 0-16,-3-1-1 16,3-2 0-16,1-1 2 0,-1-2-1 15,2 0 0-15,0 0 2 16,0 0 3-16,2-7-4 16,4-3 1-16,2-3-2 15,1-3 0-15,0-2 0 16,1-3 0-16,0-1 1 0,-3 4-2 15,-1-1 4-15,0 4 11 16,-4 3-1-16,1 4 4 16,0 2 4-16,-3 4-1 15,1 0 0-15,0 2-10 16,-1 0-10-16,1 0-1 0,0 7 0 16,2 4 2-16,2 3 2 15,0 6 0-15,1 0 1 16,1 6 0-16,2-1 3 15,-4 2 0-15,4 2-4 16,0-2-3-16,-2-1 0 16,3-1 0-16,-3-1 1 0,2-6-1 15,-4-2 0-15,3-5 0 16,-4-1 0-16,-1-4 0 16,-1 0 0-16,3-5-1 15,-4 2 2-15,-1-2-2 0,1-1 0 16,-1 1 1-16,1 0-1 15,-1-1-1-15,0 0-21 16,0 4-9-16,0 0-27 16,0-1-31-16,0 1-35 15,-3-3-84-15</inkml:trace>
  <inkml:trace contextRef="#ctx0" brushRef="#br0" timeOffset="75428.56">32761 9451 227 0,'0'0'59'0,"0"0"3"0,0 0-9 16,0 0-10-16,0 0-6 16,0 0-14-16,0 0-11 0,0 0-7 15,0 0-2-15,47-27-1 16,-25 20 2-16,1-3-3 16,2 0 0-16,0 0 0 15,-1 2 0-15,-2-2-1 16,-4 4 1-16,2-1-1 0,-3 1 0 15,-4 1-1-15,-1 2-18 16,-1 0-25-16,-6-1-37 16,-1-2-40-16,-2-1-127 15</inkml:trace>
  <inkml:trace contextRef="#ctx0" brushRef="#br0" timeOffset="76532.48">32834 8558 50 0,'0'0'17'0,"0"0"13"0,0 0 3 0,0 0-8 0,0 0-1 15,0 0 6-15,0 0-3 0,0 0 1 16,0 0-1-16,0 0 3 16,0 0-3-16,-23-31-6 15,23 31 1-15,2-2-3 16,9-1-10-16,3 0 1 15,5-2 2-15,4 1-3 16,5-2-9-16,0-1 23 0,5 2-14 16,-2 0-4-16,-2 1-2 15,0 1-1-15,-3 0 1 16,-3 3-3-16,-4 0 2 16,-4 0-1-16,0 4 1 0,-4 2-1 15,1 2 2-15,-2 1-1 16,-2 5 2-16,2 1 1 15,-3 3 2-15,1 6 1 16,0 2-1-16,1 6-1 16,1 4 2-16,0 8 3 15,1 4-3-15,3 6-2 0,-2 7-1 16,4 2-3-16,2-1 1 16,-3-2 0-16,2-8 0 15,-1-5 1-15,1-10-1 16,-3-5-1-16,-2-6-1 15,0-3 1-15,-3-2 0 0,-1-5 2 16,-1-2-1-16,-1-1 0 16,0-3-1-16,-4 0-1 15,1-3 1-15,0 0-1 16,-1-1-1-16,1-1 1 16,-2 1 0-16,-1-2-1 0,0-1 0 15,1 3 1-15,-1-2-1 16,0-1 0-16,0 0 2 15,0 1-2-15,0 0 0 16,0 0 1-16,-1 0 0 16,-3 1 1-16,-1 1-2 0,-2-2 2 15,-2 3-1-15,-2 0 0 16,-2 0 1-16,-3 1-1 16,-1 1 2-16,-8 0-2 15,-6 2 1-15,-8 2 0 16,-6 1-1-16,-8 5-2 0,-3 1 1 15,-4 2-2-15,0 1-20 16,3-2-67-16,6-9-90 16</inkml:trace>
  <inkml:trace contextRef="#ctx0" brushRef="#br0" timeOffset="120038.38">18854 11555 114 0,'0'0'45'0,"0"0"-38"0,0 0-2 0,0 0 27 15,0 1 3-15,0 2-11 16,0 0-11-16,0 0 2 16,0 0 2-16,0-1 9 15,0 3 1-15,0-1-6 16,0 0-3-16,0 3-2 0,-2 2-2 16,-1 4 0-16,1 1-2 15,0 7 1-15,0 5 1 16,2 6 2-16,0 5 7 15,-2 7-8-15,2 6-3 0,0 5 3 16,0 2-6-16,0 0 0 16,0-3-3-16,2-3-3 15,-2-8 1-15,0-8-1 16,2-6-1-16,-1-7-1 16,1-5 0-16,-1-2-1 0,0-7 1 15,0-1 0-15,0-3-1 16,-1-2-2-16,0-2-19 15,0 0 5-15,0-7-30 16,0-6-64-16,-3-4-53 16</inkml:trace>
  <inkml:trace contextRef="#ctx0" brushRef="#br0" timeOffset="120695.86">18742 11657 130 0,'0'0'33'0,"0"0"14"0,0 0-15 0,0 0 1 16,0 0-2-16,0 0 0 15,3-38-2-15,-3 35-8 16,0-1 0-16,0 2-5 0,0-2-3 15,2 1-3-15,1-3-2 16,1 2-3-16,4 0-1 16,2-2 0-16,3 3 2 15,2-1 1-15,4 1-1 16,3 2 0-16,-3 1 0 16,4 0 1-16,-2 0-3 0,1 3 0 15,-2 4-1-15,2 1-1 16,-3 4-2-16,0 1 2 15,-1 1-1-15,-3 1 0 16,0 2 0-16,-4 4-1 0,-1-3 1 16,-4 3 0-16,-4-1 2 15,-2-2 1-15,0 1 3 16,-2-1-1-16,-8-4 1 16,-3 2 1-16,-5-1 4 15,-2 0-3-15,-3 0-2 16,-5-2-2-16,2 0-4 0,-2 1 0 15,1-4-1-15,5 1 0 16,1-6 0-16,5-1-2 16,5-4-10-16,2 0-24 15,5 0-23-15,2-11-105 16</inkml:trace>
  <inkml:trace contextRef="#ctx0" brushRef="#br0" timeOffset="122972.33">19632 11575 122 0,'-5'0'43'0,"-5"0"-7"0,-3 0-16 15,-4 4 8-15,-6 6 4 16,-3 1 4-16,-3 6 7 16,-2 3-2-16,-1 7 1 15,1 6-18-15,1 6-2 0,5 7-5 16,4 7-4-16,3 6-1 15,7 4 2-15,6 1-6 16,5-2-5-16,7-2 2 16,13-6-7-16,9-7 4 15,6-6-2-15,6-7 0 0,0-7 0 16,2-7-7-16,-3-9-37 16,-3-11-42-16,-5-4-84 15</inkml:trace>
  <inkml:trace contextRef="#ctx0" brushRef="#br0" timeOffset="123409">19863 11816 218 0,'0'0'33'0,"0"0"32"0,0 0-44 0,0 0 11 0,0 40 23 16,0-12-9-16,0 5-19 16,0 9-4-16,0 1-9 15,0 3-6-15,0-4-3 16,0-2-4-16,0-6 0 16,3-8-1-16,0-5 0 0,1-5 1 15,-2-7-1-15,1-1 0 16,0-4-4-16,-1-1-31 15,0-3-14-15,2 0 1 16,-2-12-20-16,2-5-86 16</inkml:trace>
  <inkml:trace contextRef="#ctx0" brushRef="#br0" timeOffset="123738.21">20075 11833 222 0,'0'0'33'0,"0"0"22"15,0 0-14-15,0 0 24 0,0 0-35 16,0 0-23-16,0 0 15 16,0 0 13-16,17 24-9 15,-15 1-1-15,1 7-3 16,-1 2-8-16,0 6-6 15,-1 1-3-15,1-1-4 16,0-2 0-16,-2-4-1 16,2-7 1-16,-2-4-1 0,0-4 0 15,0-7 0-15,0 1-1 16,0-7-17-16,0 0-20 16,0-1-10-16,0-2-31 15,-10-3-39-15,-1 0-11 0</inkml:trace>
  <inkml:trace contextRef="#ctx0" brushRef="#br0" timeOffset="124099.97">19632 11867 257 0,'0'0'4'0,"0"0"46"0,0 0 16 0,0 0-22 0,0 0-16 15,0 0-8-15,43-34 8 16,-6 27-5-16,8-3-4 15,6-1-5-15,6 2-5 16,0-2-5-16,1 1-2 16,-6 1-1-16,-3 2-1 0,-9 1 1 15,-1 1-1-15,-6 4 0 16,-6 0 0-16,-7 1-4 16,-2 0-23-16,-7 0-14 15,-5 5-36-15,-6-1-63 16,0 0-88-16</inkml:trace>
  <inkml:trace contextRef="#ctx0" brushRef="#br0" timeOffset="124735.25">20231 12283 232 0,'0'0'29'0,"0"0"31"0,0 0-18 0,0 0 2 0,0 0-7 16,0 0-7-16,0 0-9 15,0 0-7-15,17-37-7 16,-5 32 0-16,1 1-1 0,1 2-1 16,1 2-3-16,-1 0-1 15,-1 0 0-15,1 0 0 16,-5 7-1-16,-1 4-1 15,-1 3 1-15,-3 2 0 16,-4 4 1-16,0 2-2 0,-2 0 1 16,-11 4 0-16,0 1 0 15,-5-2 0-15,-2-2 0 16,2 1 0-16,-2-4 0 16,5-3 0-16,1-4 0 15,7-3 1-15,1-2-1 0,4-5 0 16,2 0-1-16,2-1 1 15,12-2 0-15,7 0 1 16,2 0 0-16,4-5 1 16,6 0-1-16,-2-1 2 15,-1 0 0-15,-1 1-1 16,-3 0-2-16,-1 3 1 0,-3 0-2 16,-5-1-20-16,-2-1-44 15,-3-4-37-15,-2-4-83 16</inkml:trace>
  <inkml:trace contextRef="#ctx0" brushRef="#br0" timeOffset="125352.12">20551 11566 187 0,'0'0'11'0,"0"0"35"0,0 0-1 15,0 0 1-15,0 0 6 0,0 0-10 16,0 0-20-16,0 0-11 15,0 0-7-15,0 0-1 16,0 0 5-16,18-7 13 16,-5 15-3-16,4 7-2 15,4 5-1-15,3 7-1 0,3 8-5 16,2 5-4-16,0 7-3 16,-2 8-1-16,-2 9 0 15,-5 4-1-15,-6 0 0 16,-4 2-1-16,-4-5 1 0,-5-8 0 15,-1-6 0-15,0-9 0 16,-6-6 1-16,-2-6-1 16,-2-4 7-16,-2-5 5 15,2-4-6-15,2-3-4 16,1-5 0-16,1-1-2 0,2-5 0 16,2-1 0-16,2-1-3 15,0-1-38-15,0-6-31 16,0-9-117-16</inkml:trace>
  <inkml:trace contextRef="#ctx0" brushRef="#br0" timeOffset="135677.74">24216 10722 28 0,'0'0'55'0,"0"0"-25"0,0 0-4 16,0 0-7-16,0 0-4 0,0 0-2 15,0 0-4-15,0 0-2 16,0 0 0-16,0 0-2 16,0 0-2-16,0 0 1 15,0 0-1-15,0 0-1 16,9-17-1-16,-9 17 0 0,0 0 0 15,0-1-1-15,0 1 0 16,0 0 0-16,0 0-1 16,0 0-26-16,0 0-17 15</inkml:trace>
  <inkml:trace contextRef="#ctx0" brushRef="#br0" timeOffset="147180.87">9904 12232 3 0,'50'-7'17'0,"4"0"-1"0,0 0 0 15,-1 0 17-15,5 0 6 0,-2 1-6 16,2 0-7-16,1 3-6 16,1-1-5-16,2 1-6 15,-3 2-5-15,1 0 0 16,0 1 0-16,1 1 2 16,-1-1 1-16,3 0-2 0,-3 0 3 15,0 0 1-15,3 0-4 16,0 0 0-16,1 1 2 15,1-1 0-15,2 0 2 16,-4-1-4-16,1-2 6 16,1 2-2-16,-5-2-5 15,-1 2-1-15,1-1-2 0,-4 2-1 16,0 0 2-16,0-3 1 16,1 2-3-16,-1-2 1 15,0 2 3-15,0-2 1 16,0-2-3-16,-3 4 2 15,-5-2-2-15,1 3-1 0,-7-1 1 16,-1 1-1-16,-1 0 0 16,-6 0 0-16,-3 0 0 15,-4 0 1-15,-3 0 0 16,0 0-1-16,-1 1 0 16,-5 1-1-16,2 0 1 15,0 1-2-15,-4-1 2 0,2-1 1 16,-1-1 3-16,2 0 2 15,1 0 0-15,-3 0 1 16,1 0-2-16,2-1-2 16,-2-6-2-16,3-2 1 0,-2 2 1 15,4-1-2-15,-3 0 0 16,-2 1-1-16,2 0 0 16,-5 4-1-16,-1 2 1 15,-1-1-1-15,1 2 0 16,-5 0 0-16,0 0 0 15,2 2 0-15,-2 5-1 0,-1 0 0 16,2 2 0-16,-4-2-39 16,-5-5-44-16,-1-2-50 15</inkml:trace>
  <inkml:trace contextRef="#ctx0" brushRef="#br0" timeOffset="157134.79">18858 12767 2 0,'1'1'15'0,"1"0"-5"0,-2-1-2 0,3 0 9 16,1 3-3-16,-2-2-9 16,0-1-1-16,0 2-1 15,1-1 10-15,1 0-8 16,-2-1-1-16,1 0 5 16,-1 0 1-16,1 0-6 15,1 0-2-15,0 0-1 0,-2 0-1 16,1 0 0-16,-1 0 1 15,0 0-1-15,-2 0 0 16,2 0 0-16,-2 0 2 16,0 0 1-16,0 0 2 0,0 0-1 15,2 0 1-15,-2 0-1 16,2 0 1-16,-1 0 3 16,3 0-4-16,0 0 0 15,1 0-2-15,0 0 2 16,4 0 1-16,3 0 5 15,5 0 1-15,7 0 2 0,5 0-1 16,3 0 1-16,7-1-3 16,4 1-4-16,6 0 3 15,1 0-4-15,3 0-1 16,5-1 1-16,2-2 4 0,1-3 1 16,-1-1 2-16,-1 2 3 15,-3-1 7-15,-3 1-6 16,-6 3-5-16,-6 2 5 15,-4 0-13-15,-5 0-1 16,-8 1-1-16,-2 5 0 16,-8-1 0-16,-1-2-1 0,-6 0 1 15,-1 0-1-15,-1-3 1 16,-3 3 0-16,-1-3 0 16,1 0 0-16,0 0-1 15,2 0 2-15,-2 0-4 16,0 0 2-16,1 0-14 0,-1 0-31 15,-1 0-11-15,-1-3-24 16,0-3-127-16</inkml:trace>
  <inkml:trace contextRef="#ctx0" brushRef="#br0" timeOffset="157540.28">18937 13096 298 0,'0'0'14'0,"0"0"24"0,58-9-25 0,-16 2 10 0,7 3 6 15,12-3 2-15,6-2-1 16,4 2 2-16,2 1-10 0,-2 2-12 16,0 1-7-16,-8-1-1 15,-5 3 0-15,-4-2-1 16,-6-1 0-16,-4-2-1 15,-3-1 0-15,-5 0 1 0,-5-3-2 16,-2 3 2-16,-6-2-18 16,-7 1-39-16,-9-4-50 15,-5-5-93-15</inkml:trace>
  <inkml:trace contextRef="#ctx0" brushRef="#br0" timeOffset="158258.54">21206 11992 163 0,'0'0'20'0,"0"0"28"0,0 0-28 0,0 0-4 0,-45-20 3 15,40 20 7-15,1 0-4 16,0 0-4-16,4 3-9 15,0 7-4-15,0 2 0 16,10 5 4-16,6 2 21 0,4 4-14 16,4 3-7-16,4-1-1 15,3 0-3-15,0-3-2 16,-4-1-2-16,0-5 0 16,-7 0 0-16,0-5-1 15,-7-2 0-15,-3-2 0 16,-4-2 0-16,-4 0-5 0,-2 0-27 15,0-1-39-15,-2-2 5 16,-6-2-68-16</inkml:trace>
  <inkml:trace contextRef="#ctx0" brushRef="#br0" timeOffset="158558.07">21410 11972 183 0,'0'0'3'0,"0"0"59"16,0 0-43-16,0 0 17 16,0 0 1-16,0 0 3 0,0 0-16 15,-40-4-2-15,23 25-2 16,-1 5-2-16,-4 2-10 15,-1 2-5-15,0 4-3 16,-1-1 1-16,0-2-1 16,2-1-2-16,2-2-25 15,2-4-65-15,5-6-21 0</inkml:trace>
  <inkml:trace contextRef="#ctx0" brushRef="#br0" timeOffset="160166.47">22046 11678 166 0,'0'0'13'0,"0"0"12"0,0 15-21 16,-2 7 25-16,-3 7 11 16,-2 6 4-16,0 8 2 15,1 7-2-15,-2 4-16 16,3 5-5-16,-4 0-18 0,6 0 0 16,-4-6-3-16,3-5-1 15,0-6-1-15,-3-6 1 16,3-8 0-16,-1-3-1 15,1-6 0-15,0-3 1 16,1-6-2-16,-1-5-23 0,2-3-21 16,0-2-24-16,-2 0 6 15,2-15-62-15</inkml:trace>
  <inkml:trace contextRef="#ctx0" brushRef="#br0" timeOffset="160714.31">21961 11735 165 0,'0'0'3'16,"0"0"25"-16,0 0 5 15,0 0 4-15,0 0-9 16,0 0 3-16,-9-41 0 16,9 38-1-16,0-1-12 0,0-1-8 15,2 1-6-15,7 1-2 16,-1-1-1-16,5-1 2 15,2 0-1-15,5 0 4 16,1 0 0-16,3 0 1 16,4 0 0-16,-1 1-1 0,1 4-1 15,-1 0-1-15,1 0-2 16,-5 6 1-16,-3 4-2 16,-2 4 0-16,-3 2 1 15,-2 2-1-15,-4 2 2 16,-4 0-1-16,-3 0 0 15,-2 1 1-15,-3-4 0 0,-7 2 2 16,-7-2-3-16,-2 0 0 16,-5 0 0-16,-5-2 1 15,-3-2-3-15,-2 1 0 16,-1-2 0-16,2-1 0 16,3-1-15-16,4-6-38 0,5-2-61 15,0-2-43-15</inkml:trace>
  <inkml:trace contextRef="#ctx0" brushRef="#br0" timeOffset="161646.91">23085 11447 168 0,'0'0'14'0,"0"0"3"0,0 0 11 0,0 0-20 0,0 0 5 15,0 0 7-15,-40 0 1 16,23 7-2-16,-4 0-7 0,0 0-2 16,-7 3-4-16,2-1 0 15,-4 0-1-15,1 0 0 16,0-2-1-16,2 3 0 15,2-3-1-15,3 0-1 16,4 0 0-16,2 3-1 0,3 1 0 16,0 3-1-16,2 5 1 15,0 6-1-15,3 7 1 16,-2 8 3-16,5 12 8 16,0 8 15-16,2 14-4 15,2 8-6-15,-1 5 0 0,2 11-5 16,0 4-4-16,0-4 0 15,0-1 3-15,0-6-4 16,0-2 0-16,0-8-1 16,0-7-3-16,-2-3 1 15,-3-4-1-15,0-4 1 0,1-3-2 16,-4-6 1-16,0-3 1 16,-1-4 2-16,0-6-1 15,1-5 2-15,-2-5-1 16,2-4 0-16,1-4-1 15,-3-5-1-15,2-2 0 16,2-3-2-16,1-2-1 0,1-1 0 16,2-3 0-16,2-2-1 15,0 2 0-15,0-3 1 16,8 0-1-16,8-1 3 16,8 0 5-16,6-3 1 0,12 0-4 15,5-3-1-15,10-3-1 16,4-1-2-16,4-1 1 15,0 2-3-15,4-1 0 16,1 1-35-16,-4-5-60 16,1-6-123-16</inkml:trace>
  <inkml:trace contextRef="#ctx0" brushRef="#br0" timeOffset="162850.26">24749 11501 97 0,'-3'-5'16'0,"-4"1"24"0,3-3-13 16,-1 3-2-16,-1 1-2 0,2 0 7 15,1 0-6-15,-3 1 4 16,4 0-3-16,1 2 4 16,1-1-11-16,0 1-7 15,0 0-7-15,0 0-3 0,9 0 2 16,4 0 14-16,4 0-1 16,8 3-5-16,2 2-3 15,2 1-3-15,0 2 0 16,-2-1-2-16,0 2-1 15,-7 2 0-15,-2 1-1 0,-2-1 0 16,-3 1 2-16,-3 2 0 16,-1 1 4-16,1 2 0 15,-6 3 2-15,1 6 5 16,-1 4 1-16,0 6 1 16,0 6-1-16,2 3-2 15,-3 8-1-15,3 5 2 0,1 3-3 16,4 3-3-16,-2 1-3 15,1 2-2-15,1-2-1 16,-1-1 1-16,-5 2 1 16,3-4-1-16,-3-1 0 15,-1-4-1-15,-1-6 2 0,1 0-2 16,-2-5 1-16,-2-1 2 16,1-5-2-16,0-3 2 15,-1 0-1-15,1-6 1 16,-1-3-2-16,0-1 0 15,0-5-2-15,1-4 1 16,-1-1-1-16,0 0 0 0,0-4 1 16,0 1 0-16,-3-2-1 15,-3-3 1-15,1 3-1 16,-3-5-1-16,-1 3 1 16,-1 0-1-16,0 0 1 15,-1-1 1-15,-2 2-2 0,-3 0 2 16,0 0 1-16,-1-2 0 15,-1 2 0-15,-2-1 0 16,-1 2 0-16,-5-2 1 16,0 1-1-16,-3 0-2 0,-6-1 0 15,-1 3-1-15,-3-2-1 16,1-2 2-16,2-1-1 16,4-1-2-16,5-4-14 15,5-3-18-15,1-2-35 16,5-20-87-16</inkml:trace>
  <inkml:trace contextRef="#ctx0" brushRef="#br0" timeOffset="164756.71">22763 12093 113 0,'0'0'33'0,"0"-3"1"15,0 0-14-15,0-1-5 0,0 1 2 16,2-1 0-16,3 0-2 16,4 1-3-16,2 0 3 15,2 3-2-15,1 0-1 16,1 6 2-16,-1 5-5 15,1 2-1-15,-3 3-3 0,-4 2-3 16,-1 3-1-16,-5 1 3 16,-2-1 0-16,-2 0-3 15,-8-1 0-15,-4-1 1 16,-1-2 0-16,-4-2 0 16,-2 0-1-16,0-1 1 0,0-2-2 15,4-2 1-15,-2-1-1 16,7-5 0-16,3-1-18 15,6-3-38-15,3-3 2 16,0-8-87-16</inkml:trace>
  <inkml:trace contextRef="#ctx0" brushRef="#br0" timeOffset="165093.97">22996 12066 166 0,'0'0'24'15,"0"0"39"-15,0 0-26 16,0 0-9-16,0 0 11 0,-45 6-2 16,27 11-2-16,-2 1-7 15,-2 3-5-15,6 1-5 16,0 1 0-16,6 2-9 15,7-1-3-15,3 0-3 16,0-3-2-16,5 1 0 16,8-4 0-16,5-3-1 0,4-4 0 15,0-4 0-15,-1-3-13 16,3-2-31-16,-6-2-40 16,0-3-42-16,-3-10-124 15</inkml:trace>
  <inkml:trace contextRef="#ctx0" brushRef="#br0" timeOffset="165524.68">23328 12056 126 0,'0'0'51'0,"0"0"-2"0,0 0-7 16,0 0 3-16,19-37 7 15,-19 34-14-15,0-1-3 16,0 3-11-16,-3-1-9 16,-6 2-1-16,-2 0 1 15,-4 3-3-15,-2 8-1 0,0 5-4 16,-1 1 0-16,1 4 3 15,1 2 2-15,3 5 0 16,3 0-4-16,4-1-4 16,3 1-2-16,3-1-2 15,0-3 3-15,3 0-5 0,9-5 2 16,1-2 3-16,6-6-4 16,1-2 1-16,2-5-2 15,1-4-20-15,1 0-6 16,-3-7-3-16,-1-2-23 15,-4-2-23-15,-3 1-38 0,-6-3-53 16</inkml:trace>
  <inkml:trace contextRef="#ctx0" brushRef="#br0" timeOffset="165851.01">23203 12228 185 0,'0'0'15'0,"0"0"59"0,0 0-29 0,0 0 5 16,0 0-13-16,0 0-10 16,56-27-11-16,-35 23-8 15,2-2-3-15,-2 5-5 16,-1-1 1-16,-3 2-12 16,-2-1-48-16,-3-1-62 0,-2-3-97 15</inkml:trace>
  <inkml:trace contextRef="#ctx0" brushRef="#br0" timeOffset="168260.28">23536 11979 58 0,'0'-6'28'0,"0"0"-3"0,0-1 18 0,0-2-19 15,0 2 7-15,0 1 2 16,0 1-4-16,0 2-7 0,0 3 7 16,0 0-15-16,0 8-12 15,0 8 15-15,1 5 11 16,2 9-2-16,0 4-4 15,2 6-3-15,-3 2-4 0,1 1-3 16,-1 0-4 0,0-4-6-16,-1 0-1 0,2-5-1 15,-3-3 1-15,2-8-1 16,-2-3 0-16,0-6 0 16,0-6-5-16,0-3-23 15,0-4-8-15,0-1-10 0,0-3-7 16,1-8-30-16,-1-9-52 15</inkml:trace>
  <inkml:trace contextRef="#ctx0" brushRef="#br0" timeOffset="168715.55">23523 12016 239 0,'0'0'2'0,"-6"-41"42"0,6 21 4 16,0 1-6-16,7 0-17 16,6 3 4-16,3 2-8 15,5 3-6-15,-1 6-5 16,5 4-1-16,-4 1-3 16,-1 1-4-16,-1 11-1 0,-6 4-1 15,-2 4 2-15,-7 2-2 16,-4 1 0-16,0 1 0 15,-5-1 0-15,-10-1 0 16,-1 0 0-16,-4-4-2 16,-1-1 0-16,0-3 0 0,0-1 0 15,1-3 1-15,5-4 1 16,2 0-1-16,7-2 2 16,4-3-1-16,2 2-1 15,2-1 0-15,10 2 1 16,6 1 1-16,3 3 1 0,4 3 0 15,0 2 0-15,2 1 0 16,-3 4 0-16,-3 2-2 16,-4-1 0-16,-1-1 1 15,-7 1-2-15,-2-5-10 16,1-4-2-16,-3-2-5 0,-2-1-14 16,-2-1-44-1,-1-3-29-15,0-2-102 0</inkml:trace>
  <inkml:trace contextRef="#ctx0" brushRef="#br0" timeOffset="169226.4">23894 12312 215 0,'0'0'46'0,"0"0"56"16,0 0-24-16,0 0-32 0,0 0-9 15,0 0-22-15,0 0-11 16,0 0 14-16,0 0 2 16,5 38-13-16,-1-16-5 15,0 2-1-15,-1 0 0 0,3 0-1 16,-1-3-6-16,-3 1-48 16,1-5-39-16,-2-7-82 15</inkml:trace>
  <inkml:trace contextRef="#ctx0" brushRef="#br0" timeOffset="169660.29">24216 11853 282 0,'0'0'15'0,"0"0"24"16,0 0-34-16,0 0 23 16,0 0-1-16,-7 46 1 15,1-15-2-15,-1 7-2 16,-2 11 3-16,2 7-4 0,-3 12-2 15,1 6-5-15,-1 7-8 16,2 2-5-16,-1 0 2 16,-1 2 0-16,2 0-2 15,-1-8-2-15,2-4 1 16,-4-8-2-16,3-4 1 16,1-10 0-16,2-6-1 0,-1-9 0 15,2-6 1-15,2-7-3 16,0-6-15-16,0-6-9 15,1-5-14-15,1-5-10 16,0-1 1-16,0-5-55 16,0-11-103-16</inkml:trace>
  <inkml:trace contextRef="#ctx0" brushRef="#br0" timeOffset="170017.59">24355 12384 297 0,'0'0'51'0,"0"0"20"0,0 0-39 0,0 0-19 0,0 0-10 16,0 0 12-16,0 0 9 15,11 56 0-15,-8-28-6 16,2 2-7-16,-1-1-7 16,0-1-3-16,0-3 0 15,-2-4-1-15,0-1 0 0,0-4-21 16,0-5-24-16,0-2-12 15,1-5-37-15,-3-4-49 16</inkml:trace>
  <inkml:trace contextRef="#ctx0" brushRef="#br0" timeOffset="170327.27">24490 12322 284 0,'0'0'41'0,"0"0"33"16,0 0-64-16,0 0 1 16,0 0 14-16,0 0 5 0,13 48-1 15,-9-24 3-15,2 7-4 16,-3 3-10-16,2 1-10 15,0 0-3-15,-2 1-3 16,1-1-1-16,-2-3-1 16,1-4 0-16,-1-3-4 0,-2-3-15 15,0-4-18-15,0-8-32 16,0-3-31-16,0-7-71 16</inkml:trace>
  <inkml:trace contextRef="#ctx0" brushRef="#br0" timeOffset="170745.51">24249 12417 149 0,'0'0'35'16,"0"0"13"-16,0 0 8 15,0 0 1-15,0 0-13 16,0 0-4-16,0 0 0 0,0 0-9 15,0 0-14-15,-15-17-6 16,33 11 2-16,10-1 11 16,7-3-11-16,5-5-9 15,-1 0-1-15,-1-2-2 16,-1-1 0-16,-9 4-2 0,-1 1-1 16,-8 4-36-16,-4 2-40 15,-5 0-46-15,-7 3-164 16</inkml:trace>
  <inkml:trace contextRef="#ctx0" brushRef="#br0" timeOffset="171371.13">24688 12739 338 0,'0'0'27'0,"0"0"44"0,0 0-25 16,0 0-8-16,0 0 3 15,0 0-17-15,0 0-1 16,0 0-6-16,0 0-7 16,0 0-2-16,15-38-4 15,-12 31-2-15,1 0-1 16,3-2 0-16,1-1 0 0,2 1-1 15,4 1 0-15,-1 1 0 16,0 4 1-16,3 0-2 16,-1 3-5-16,-1 0-8 15,-3 5-7-15,-2 5-4 0,-3 5-8 16,-5 5 2-16,-1 4 2 16,-1 3 6-16,-9 3-6 15,-2 1 26-15,-3 1 3 16,-1 0 0-16,2-3 10 15,-1-4 7-15,3-1 7 16,3-4 3-16,4-3-6 0,5-5-8 16,0-3-2-16,14-5-2 15,8-3 7-15,5-1-7 16,4 0-3-16,1 0-5 16,2-3 0-16,-3-1-1 0,-4 1-31 15,-5-3-78-15,-9-4-240 16</inkml:trace>
  <inkml:trace contextRef="#ctx0" brushRef="#br0" timeOffset="187344.74">4255 14556 108 0,'0'0'81'0,"0"0"-71"0,-15 51 2 0,9-20 14 15,4 6 1-15,0 7-7 0,2 3 11 16,0 3-7-16,0 4 18 15,2-2-37-15,3 1-2 16,0-5-2-16,-1-3-1 16,0-6 0-16,1-8 0 15,-3-4 0-15,0-6-1 16,0-6-3-16,0-4-41 16,-2-4-24-16,0-7 4 0,-2-4-122 15</inkml:trace>
  <inkml:trace contextRef="#ctx0" brushRef="#br0" timeOffset="187757.11">4132 14509 272 0,'0'0'5'0,"0"0"21"16,0 0 4-16,0 0-10 16,-27-43 12-16,23 33 3 15,2-1-13-15,2 0-10 0,0-2-4 16,8 0-4-16,10 2-3 16,3 0 0-16,8 1-1 15,4 4-1-15,5 4 1 16,0 2 0-16,2 0 0 15,-1 8 0-15,-2 5-1 0,-5 3 1 16,-3 4 0-16,-6 3 0 16,-6 2 0-16,-7 2 1 15,-4 2-1-15,-6 1 0 16,-12 2 0-16,-10 4 0 16,-9 1 2-16,-6 0-3 0,-4-2 1 15,0-1-1-15,-1-4 1 16,8-6-3-16,3-4-17 15,6-6-30-15,8-7-36 16,3-7-47-16</inkml:trace>
  <inkml:trace contextRef="#ctx0" brushRef="#br0" timeOffset="188512.13">5871 13902 266 0,'0'0'2'0,"0"0"6"0,0 0 4 0,-38-11-11 16,14 15 0-16,-7 6 0 15,-6 3 0-15,-3-4 0 16,-2 3 0-16,-1-3 2 0,5-3 1 16,0-1 2-16,7-1 3 15,4-1-5-15,9 0 0 16,2 0-2-16,8 3-2 15,1 2 1-15,6 2-2 16,1 7 0-16,0 6 1 0,8 9 0 16,5 14 0-16,5 12 1 15,4 15-1-15,0 9 4 16,1 13-3-16,0 6-1 16,-4-1 1-16,-1-2 0 15,-5-1 1-15,-8-7 2 16,0-9 2-16,-5-7 1 0,0-6 5 15,-5-11-6-15,-4-7 2 16,0-9-2-16,0-8 0 16,2-7 0-16,3-7-4 15,0-8 0-15,4-2 1 0,0-5-2 16,4-3 1-16,14-1-1 16,9 0 3-16,7 0 4 15,8-1-2-15,7-5-4 16,0-1-2-16,3 4 2 15,-4 2-2-15,-3 0-42 16,-7-1-63-16,-9-5-137 0</inkml:trace>
  <inkml:trace contextRef="#ctx0" brushRef="#br0" timeOffset="189052.29">6447 14337 297 0,'0'0'16'0,"0"0"-5"0,-60 6 15 0,38 15 7 16,-3 10-14-16,-1 6 2 0,7 7-3 15,4 3 4-15,8-1-16 16,5 1-2-16,2-5-3 15,9-5 0-15,8-6-1 16,6-10 1-16,4-11-2 16,4-10 1-16,0-9 1 0,3-16 0 15,-5-12 0-15,-2-5 2 16,-6-6-2-16,-4-3 1 16,-11-1 0-16,-6 3 0 15,0 2-1-15,-15 3-1 16,-10 7-3-16,-8 10-2 0,-3 13 0 15,-6 9 2-15,1 7 0 16,4 19 0-16,7 6-2 16,8 3-18-16,11 2-36 15,11-3-15-15,2-4-4 16,14-13-49-16</inkml:trace>
  <inkml:trace contextRef="#ctx0" brushRef="#br0" timeOffset="189537.15">6635 14060 335 0,'0'0'6'16,"0"0"21"-16,0 0-24 15,7 37-3-15,6-1 4 16,3 10 11-16,4 7 5 0,5 5-5 15,-1 2-7-15,1 2-3 16,-3-2-2-16,0-5-1 16,-7-6-2-16,-3-10 1 15,-7-12-1-15,-1-7 2 16,-4-13-1-16,0-7 4 0,-8-7 46 16,1-14-39-16,0-6-8 15,0-10-2-15,7-3 0 16,0 1 0-16,10 4-2 15,5 4 0-15,5 11 0 16,5 9 0-16,1 8-1 0,3 3 0 16,-2 7-1-16,-2 9 2 15,-5 4 0-15,-5 1-1 16,-5 1 1-16,-8 0 0 16,-2 1 0-16,-10-1 0 15,-7 1 0-15,-7-1 0 16,-1-2-1-16,-6 2 2 0,3-2-2 15,-3-3-4-15,2 0-16 16,2-3-9-16,3 1-25 16,6-6-22-16,7-6-27 15,4-3-110-15</inkml:trace>
  <inkml:trace contextRef="#ctx0" brushRef="#br0" timeOffset="190300.54">7109 14672 347 0,'0'0'33'0,"0"0"1"0,0 0-2 15,0 0 5-15,25-46-4 16,-21 25-9-16,3-3-1 16,-1-1-7-16,-1-4-4 15,2 0-3-15,0 0-3 0,1 1-3 16,-1 2-3-16,2 8 0 15,2 3 0-15,2 6 0 16,1 7-1-16,3 2 0 16,2 6-1-16,3 8 2 15,-4 6-1-15,0 3 0 0,-5 1-2 16,-3 1-1-16,-4-1-3 16,-6 1 2-16,0-1 0 15,0-3 3-15,-9-4 0 16,-2 0 1-16,2-7-1 15,-2 0 2-15,2-4 0 0,4-4 0 16,-1-1 1-16,6-1-1 16,0 0 0-16,10-3-2 15,11-9 0-15,4-5 1 16,6-5 1-16,5-3-2 16,-1-2-5-16,-1 1 1 0,-3 0 3 15,-6 2 3-15,-8 2 0 16,-5 1 0-16,-5 7 0 15,-7 2 1-15,0 4 0 16,-3 3 0-16,-8 4 1 16,-3 1 2-16,-1 0-2 0,-1 8-1 15,3 4 0-15,1 5-1 16,8-1-1-16,4 1 0 16,0 3 1-16,6-3 0 15,11-4 0-15,1-1 0 16,1-5 0-16,4-2 0 0,-3-5 0 15,0 0 0-15,-2 0 0 16,-5-10 0-16,1-4 1 16,-3-3 0-16,-2-3 0 15,2-2 1-15,0 1-1 16,0 0-1-16,1 4 0 16,1 4 1-16,1 3-1 0,3 6-1 15,1 4 0-15,0 0 1 16,0 1-1-16,0 12 1 15,-4 1-1-15,4 3 1 16,-7 2-1-16,1-1-34 16,0 2-24-16,-5-1-64 0,-1-4-17 15</inkml:trace>
  <inkml:trace contextRef="#ctx0" brushRef="#br0" timeOffset="190633.93">7991 14391 394 0,'0'0'12'0,"0"0"51"0,0 0-44 0,0 0-19 16,0 0 1-16,0 0-1 15,0 0 2-15,0 0 0 16,52 41 0-16,-36-31-2 15,-1 0 0-15,0-3 0 16,-3 0 1-16,-1-4-1 0,-3-3-1 16,-2 0-1-16,-3-5 4 15,-1-11-2-15,0-1 1 16,-2-4 1-16,4-2-2 16,0-3 1-16,6 2-1 15,3 3-1-15,7 2-1 0,2 8-13 16,5 2-17-16,2 7-20 15,0 2-37-15,0 0 5 16,0 1-134-16</inkml:trace>
  <inkml:trace contextRef="#ctx0" brushRef="#br0" timeOffset="191442.16">8495 14287 249 0,'0'0'13'0,"-47"-4"46"16,25 4-2-16,1 0-6 0,1 11-23 16,3 2-13-16,3 4-11 15,3 2-2-15,5-1 0 16,3 1 0-16,3-2-1 16,0-3-1-16,5-1 0 15,5-5 1-15,1-1-1 0,5-3 0 16,-3-2 1-16,-1-2-1 15,1 0 1-15,-3-2-2 16,-1-7-1-16,-3-1 2 16,-4-2 0-16,0-2 2 15,-2 2-1-15,0 0 0 0,0 3 0 16,0 2 0-16,-2 2-2 16,2 5 2-16,0 0-2 15,5 0-2-15,4 6 1 16,0 3 1-16,4 4 0 15,-1 0 1-15,3 1 0 0,1-1-1 16,-1-2 2-16,1-1-1 16,-1-1-6-16,-1-2-25 15,-1-2-15-15,-4-4-25 16,-2-1 14-16,-4 0 2 16,-1-12 20-16,-2-3-12 0,0-8 30 15,-1-7 18-15,-3-6 1 16,-3-5-1-16,0-3 2 15,1-1 4-15,-1 4 2 16,3 5 18-16,-5 9 18 16,6 10 8-16,1 7 18 15,2 10 8-15,0 0-57 0,4 14-23 16,8 8 10-16,1 6 11 16,3 7-8-16,0 4 2 15,2 0-5-15,-1 0-4 16,-1-1-2-16,-3-4-2 15,-1-7-1-15,-4-7 1 0,-1-5 0 16,-5-7-1-16,0-5 1 16,-2-3 4-16,0-3 44 15,0-10-31-15,0-4-15 16,0-3-2-16,0 1 0 16,7 0-1-16,3 3 0 0,3 6-1 15,5 3-1-15,-1 7-1 16,1 0-2-16,0 3-3 15,-2 11 1-15,-1 1 1 16,-1 0-12-16,-5 3-10 16,-1 1-14-16,-5-2-32 0,-3-3-67 15,0-2-46-15</inkml:trace>
  <inkml:trace contextRef="#ctx0" brushRef="#br0" timeOffset="191588.31">8745 14165 308 0,'0'0'1'0,"0"0"0"0,0 0-2 0,0 0-3 0,0 0-42 0,0 0-14 15,38-27-117-15</inkml:trace>
  <inkml:trace contextRef="#ctx0" brushRef="#br0" timeOffset="192316.3">8985 14347 327 0,'0'0'4'0,"0"0"-5"16,0 0 1-16,-19 44 12 0,17-31 9 15,2-2 1-15,0-1-9 16,4-3-5-16,3 0-4 16,5-1-3-16,-2-3 0 15,3 0 1-15,1-3-1 16,-1 0 2-16,-1 0-2 0,-1-6 1 16,-2-3 1-16,-2-6 0 15,-3 1 1-15,-1-3 0 16,-3-2 3-16,0 1-2 15,0-1 0-15,-9 4 0 16,-1-1 1-16,-3 5 3 0,-3-1 5 16,1 5-7-16,-1 5-3 15,1 2-2-15,-1 0-1 16,5 0 0-16,2 1-1 16,0 3 0-16,6-1 0 0,1-2-1 15,2-1 2-15,0 0-1 16,0 0 2-16,3-1 3 15,8-8 1-15,4-1-4 16,4-2-1-16,0 0-1 16,6-1 0-16,-2 4 0 15,4 1 1-15,0 4-1 0,4 4 0 16,-4 0 0-16,2 9 0 16,-7 5-1-16,0 2 1 15,-7 3-1-15,-1 0-4 16,-7-1-10-16,-3-1 14 15,-4-4 1-15,0 0 0 0,-4-6 0 16,-5-1 0-16,0-2 0 16,-4-4 1-16,4 0 12 15,0-6 2-15,0-5 2 16,4-7 1-16,3-4-6 16,2-2-9-16,0-4-2 0,8 3 0 15,9 0-1-15,0 7 0 16,3 3 0-16,3 7 0 15,-4 6-2-15,2 2 1 16,-3 7-1-16,-2 10-1 16,-3 5-3-16,-2 3-21 0,-2 5-16 15,-3-3-40-15,2-5-72 16</inkml:trace>
  <inkml:trace contextRef="#ctx0" brushRef="#br0" timeOffset="193524.22">10243 13891 304 0,'0'-23'11'0,"-2"2"78"0,-6 6-17 0,2 5-35 16,-3 6-7-16,-5 4-12 0,-3 0-11 15,-8 12-1-15,-2 11 0 16,2 4 2-16,-3 11 0 15,6 0-4-15,3 4-2 16,11-1-1-16,4 0 1 16,4-1-2-16,4-2 0 15,9-1 1-15,3-3-1 0,3-3 1 16,2-5-2-16,1-6 1 16,-2-6 0-16,-2-7-1 15,-5-3 0-15,1-4 1 16,-5 0 1-16,-3 0-1 15,-2 0 1-15,0-2-1 0,-2-1 1 16,-2 0 2-16,0 0 2 16,0 1 1-16,0 0 2 15,0 0-2-15,0 1-1 16,0-1-2-16,0 1 0 16,0 0-1-16,0 1-1 0,-2 0 1 15,2 0-2-15,0-2 0 16,0 2 0-16,0 0 0 15,0 0 0-15,0 0 0 16,0 0-1-16,0 0 1 16,0 0 0-16,2 0 1 15,5 0-1-15,5-2 1 0,5-6-1 16,2-2 1-16,1-4-1 16,3 0 0-16,-5-2 0 15,2-2 0-15,-2-1 0 16,-3 2 1-16,-3-1-2 0,-3 0-14 15,-1 3-22-15,1 2-44 16,-3 1-24-16,0 2-39 16,0 2-88-16</inkml:trace>
  <inkml:trace contextRef="#ctx0" brushRef="#br0" timeOffset="194372.14">10473 14064 240 0,'0'0'29'0,"0"0"68"0,0 0-47 0,0 0-9 16,-40 9 9-16,36-2-7 16,4 6-16-16,0-4-16 0,4 2-5 15,5-1-3-15,4-1-1 16,5 0 0-16,0-3-1 16,0-1 0-16,2-4 0 15,-3-1-1-15,1 0 1 16,-4-3-1-16,-1-7 1 0,-6-5 1 15,-1-2-1-15,-5-1 0 16,-1-1-1-16,0 1-1 16,-7 1 0-16,-6 1-1 15,-1 5 1-15,-3 0 0 0,0 5 1 16,0 0 0-16,3 2 0 16,3 0 0-16,3 1 0 15,2 0 0-15,6 2 1 16,0 1-1-16,6 0-1 15,9 0 0-15,5 0 1 16,2 1 0-16,5 5 0 0,2 2 0 16,-2-1 0-16,2 2 1 15,-6-1-1-15,-1 4 0 16,-2-1 0-16,-2 3 2 16,-5 0-2-16,-2 1 0 0,-2 2 0 15,0-3 0-15,-4 0 1 16,1-1-1-16,-3 0 0 15,-1-6-1-15,-2-3 2 16,0-1-1-16,0-3 0 16,0 0 4-16,0-9 3 15,-2-5 2-15,-1-4 0 0,1-4 1 16,2-2-6-16,0-2-2 16,7 1-2-16,6 2 0 15,3 5 0-15,2 5-1 16,0 9 1-16,-1 4-1 15,-1 0 0-15,-1 11 0 0,-1 3 1 16,-2 4 0-16,-4 0 0 16,0 2 0-16,-2-2 0 15,-4-5-5-15,0 1 5 16,-2-3-2-16,1-4-1 16,-1-2 1-16,0-3 1 0,0 0 0 15,0-2 2-15,0 0 2 16,0-3-3-16,-1-5 0 15,-3-5 1-15,2-4-1 16,-2-3 0-16,4-1 1 16,0-6-1-16,0 2 0 0,10 0 0 15,1 2 0-15,5 5 0 16,-1 1-1-16,-1 7 1 16,1 3-1-16,0 3 0 15,-2 4-1-15,0 0-12 16,-4 4-20-16,-4 3-39 0,-1 0-27 15,-2-3-110-15</inkml:trace>
  <inkml:trace contextRef="#ctx0" brushRef="#br0" timeOffset="194762.05">11246 14077 460 0,'0'0'20'0,"0"0"24"0,2-37-26 0,8 22 7 0,1-3-8 15,2-1 0-15,5-3-10 16,-1 3-5-16,-1 2-1 16,-1 2 0-16,-5 3 0 15,-5 4-1-15,-3 1 1 16,-2 3 0-16,-7 3 0 0,-9 1 0 15,-5 0 0-15,-3 8 1 16,0 9-1-16,1 4 0 16,4 4-1-16,7 1 0 15,3 2 1-15,9-3-2 0,0-1 1 16,13-5 0-16,8-5-1 16,6-6 2-16,8-4-1 15,1-4-4-15,5 1-26 16,-1-6-26-16,4-7-32 15,-3-8 13-15,-1-6-71 16</inkml:trace>
  <inkml:trace contextRef="#ctx0" brushRef="#br0" timeOffset="195120.28">11702 13866 356 0,'0'0'29'16,"0"0"36"-16,-42-2-19 15,22 9 8-15,1 9-9 0,2 2-13 16,3 5-11-16,6 1-13 15,7 0-4-15,1 0-2 16,9-5-1-16,9-2-1 16,3-6 0-16,2-3 1 15,4-4-4-15,1-4-21 16,-2 0-25-16,-1-12-26 0,-6-6 13 16,0-9 17-16,-6-6 10 15,-1-6 18-15,-4-5 15 16,-7-2 2-16,-1 3-1 15,0 2 10-15,-3 10 35 0,-6 7 0 16,0 8 5-16,2 9 12 16,3 7-30-16,2 2-20 15,2 14-9-15,0 7 0 16,4 6 0-16,8 5 0 16,1 2-2-16,0 3 1 0,1-1-1 15,-3-1-1-15,-3 0-39 16,-5-3-53-16,-3-7-29 15,0-7-74-15</inkml:trace>
  <inkml:trace contextRef="#ctx0" brushRef="#br0" timeOffset="195881.22">11807 14016 351 0,'0'0'50'0,"0"0"-22"15,0 0-9-15,0-37-7 16,14 26-9-16,5-3-1 15,4-3 1-15,4-2-2 0,2-2 0 16,-2 0 0-16,-5-2-1 16,-2 0 0-16,-6-1 1 15,-5 1 0-15,-3 2 0 16,-6 0 0-16,0 4 1 16,0 2 30-16,-4 4 3 0,-3 5-4 15,1 3-5-15,0 3-10 16,2 2-14-16,2 9-1 15,2 9-1-15,0 4 1 16,0 6 0-16,4 1 0 16,6 2-2-16,3-2 2 0,3-1-1 15,-1-6 0-15,1-1 0 16,-3-5 0-16,-2-5 0 16,1-2-1-16,-3-5 0 15,-1-6-2-15,-3 0 3 16,0 0 0-16,-3-8 1 0,0-1 0 15,-2-1-1-15,0 3 0 16,0 0 0-16,0 6 1 16,0 1 0-16,2 0-3 15,0 1 0-15,3 8 3 16,1-1-2-16,0 2 1 0,2-2 1 16,-2 0-2-16,3-4 2 15,-1-3-1-15,-1-1 0 16,3 0 0-16,-1-1 1 15,1-10-1-15,2-1 1 16,-3-2-1-16,-1-3 0 16,0 5 1-16,-4 1-1 0,1 4 0 15,-3 3 0-15,-2 4 0 16,4 0 0-16,-1 15-1 16,8 11 2-16,-2 9 0 15,7 8 6-15,-1 11-2 16,1 4-3-16,0 6 0 0,2-3 9 15,-5-4-8-15,-2-1-3 16,-2-8 1-16,-7-10 0 16,-2-5 0-16,-2-6-1 15,-14-8 2-15,-5-3 0 16,-2-11-1-16,-2-5 1 0,-2-12 0 16,2-14 0-16,8-14 0 15,5-15-2-15,6-10 0 16,6-6-1-16,9 0-20 15,13 0-30-15,7 6-58 0,2 8-53 16</inkml:trace>
  <inkml:trace contextRef="#ctx0" brushRef="#br0" timeOffset="196440.27">12932 13641 400 0,'-17'-3'8'0,"-7"3"46"0,-5 9-21 0,-2 16 10 0,0 10-11 0,4 6-6 15,4 5-11-15,11 1-4 16,11-1-3-16,3-4-4 15,18-6-2-15,7-6-1 0,6-10-1 16,5-9 0-16,5-10 0 16,-1-1-17-16,1-17-34 15,-3-7-50-15,-7-7-19 16,-1-6-79-16</inkml:trace>
  <inkml:trace contextRef="#ctx0" brushRef="#br0" timeOffset="196626.13">13167 13509 417 0,'0'0'15'16,"0"0"22"-16,-19 44-14 0,19-13 15 15,0 6-14-15,11 0-8 16,3 2-10-16,1-1-3 16,1 0-2-16,-1 2-1 15,1 0 0-15,-4 1-25 16,-2-1-60-16,-3-8-37 0,-2-5-126 15</inkml:trace>
  <inkml:trace contextRef="#ctx0" brushRef="#br0" timeOffset="197602.2">13586 13821 423 0,'0'0'2'0,"0"0"35"16,-27-38 0-16,6 31 12 0,-2 7-30 16,-4 0 0-16,-6 0 0 15,3 11-7-15,-1 4-2 16,4 1-4-16,3 2-3 16,6-1-1-16,6 1-1 15,3-2-1-15,8-1 0 0,1 1 0 16,6-2 0-16,6-4 0 15,3 0-1-15,6-1-2 16,0-5-8-16,4-4-5 16,0 0-4-16,1 0-3 15,-1-11-5-15,-5-1 0 0,-2 0 16 16,-7 0 10-16,-5-3 2 16,-2 3 1-16,-3-1 1 15,-1 3 10-15,0-4 6 16,0 5 1-16,0 1 3 15,0 1-1-15,0 4-3 0,0 2-2 16,0 1-4-16,0 0-10 16,5 8-1-16,2 2-1 15,3 2 1-15,2 0 0 16,-3 0 0-16,4-1-1 16,-1-1 1-16,0 0-1 0,2-3 0 15,-1-4 0-15,1-2 0 16,-1-1 0-16,1-4 0 15,0-9 1-15,-1-6-1 16,3-3 2-16,-1-2-2 16,3 2 1-16,-3 2-2 0,1 5 2 15,1 7-1-15,0 6-1 16,1 2 1-16,-3 7 0 16,-1 9 0-16,-1 3 0 15,-2 2 0-15,-3 0-2 16,0-1 4-16,-4-2-4 0,0-5 1 15,1-3 0-15,-3-3-2 16,3-7 0-16,2 0 1 16,0-2 3-16,3-10-1 15,2-6 0-15,1-4 0 16,3-3 0-16,3-2 0 0,2-2 0 16,4 5 0-16,-3 4 0 15,4 3 0-15,-5 10 0 16,-1 6 0-16,-6 1 0 15,-2 11 1-15,-4 8-2 16,-4 5 1-16,-4 3 0 16,0-2 0-16,-2 1 0 0,-5-4 0 15,0-6 0-15,1-4-2 16,3-4-1-16,-1-5 0 16,2-3 1-16,-1 0 4 15,3-4-2-15,0-8 0 16,0-2 0-16,0-2 0 0,9-4 0 15,2 2 1-15,3-2-2 16,4 4 2-16,2 2-2 16,0 3 1-16,-1 5 0 15,2 2 0-15,-4 4 0 16,-3 0 0-16,-2 13 0 0,-3 2-2 16,-5 5-16-16,-4 2-19 15,0-1-36-15,-11-1-31 16,0-4-181-16</inkml:trace>
  <inkml:trace contextRef="#ctx0" brushRef="#br0" timeOffset="197788.09">14301 13607 463 0,'0'0'18'0,"-32"-50"15"0,20 32 5 0,6 8-14 0,6 7-21 16,0 3-10-16,6 0-27 16,4 7-27-16,6 2-13 15,2-5-105-15</inkml:trace>
  <inkml:trace contextRef="#ctx0" brushRef="#br0" timeOffset="198249.34">14581 13388 367 0,'0'0'35'0,"-49"33"25"0,24 4-4 15,2 13-8-15,6 11-11 16,3 10-12-16,6 7-9 15,7 4-3-15,1-2-8 16,0-5-4-16,1-4 0 16,1-7 0-16,-2-10-2 0,0-14 1 15,0-8 1-15,-4-9-2 16,-3-9-2-16,-3-7-2 16,-3-5 3-16,0-2 0 15,-1-7 1-15,-1-10 0 16,3-6 1-16,4-5 0 15,7-4 1-15,1-5-2 0,9-1 2 16,14-2-1-16,6 2 0 16,6 4 0-16,4 5 0 15,1 9 0-15,-2 9 1 16,-6 11-1-16,-4 3 0 16,-5 14 0-16,-6 6-1 0,-3 4-4 15,-5 0-44-15,-7-2-51 16,-2-5-34-16,0-6-191 15</inkml:trace>
  <inkml:trace contextRef="#ctx0" brushRef="#br0" timeOffset="198372.02">14523 13741 407 0,'0'0'-13'0,"4"-43"-2"0,9 30-32 0,4 12-70 0</inkml:trace>
  <inkml:trace contextRef="#ctx0" brushRef="#br0" timeOffset="199026.17">14738 13976 394 0,'0'0'13'0,"0"0"-6"15,38-21 2-15,-19 8 7 16,1 0-6-16,1-2-3 0,-4-1 5 16,0 1-6-16,-5 3-3 15,-7 2 2-15,-5 3 5 16,0 6 19-16,-9 1-16 16,-11 5-4-16,2 12 15 15,-4 6-2-15,4 6-5 0,4 0-6 16,8 3-5-16,2-4-4 15,4-4 0-15,10-5-2 16,10-7 0-16,6-7 0 16,7-5 0-16,5-2-2 15,4-13-5-15,-1-7-8 0,-3-2-3 16,0-6 4-16,-5-1 5 16,-7 1 1-16,-5 6-6 15,-13 8 11-15,-5 9 3 16,-3 7 11-16,-11 13 0 15,-7 14 3-15,-2 6 2 16,4 7-4-16,2-2-6 0,2-4-3 16,9-5-2-16,3-7-1 15,0-8 0-15,3-9 0 16,9-5-3-16,0-5 0 16,1-11-2-16,1-7 0 0,-3-7 2 15,0-7 3-15,-1-5 0 16,-2-6 0-16,-2-8 2 15,-1-7-2-15,0-4 2 16,-1-2-2-16,-3 4 1 16,-1 9-1-16,0 15 1 15,0 21 11-15,-1 20 1 0,-10 17-12 16,4 27-1-16,0 14 0 16,4 10 5-16,3 5 1 15,0-3-4-15,5-5-1 16,7-10-1-16,4-9-1 15,-1-11-30-15,1-11-52 0,-3-12-71 16</inkml:trace>
  <inkml:trace contextRef="#ctx0" brushRef="#br0" timeOffset="199942.99">15776 13918 321 0,'0'0'5'0,"0"0"72"0,-44-41-25 0,21 39-17 16,-2 2-13-16,-2 5-4 16,-3 12 0-16,0 1-1 15,4 4-7-15,1 2-4 16,7-2-3-16,5 1-2 0,5-3-1 15,6-3 0-15,2-1 0 16,8-4 0-16,7-6 0 16,2 0 0-16,7-6-1 15,2 0 0-15,1-10-2 0,0-8-2 16,-2-1 3-16,-2-8 0 16,-8 4 2-16,-4 0 0 15,-7 5 0-15,-1 3 1 16,-3 7 1-16,0 4 2 15,-7 4 2-15,0 3-3 0,0 12-1 16,1 1 13-16,-1 9 8 16,3 1-10-16,1 1-4 15,3 0-6-15,3-1-1 16,8-6-1-16,2-2 0 16,5-5-1-16,0-2 1 15,4-4-1-15,-3-7 1 0,3 0-1 16,-4-5 2-16,0-12-2 15,1-7 0-15,-3-6 0 16,-1-7 0-16,0-2 1 16,-1 2-2-16,-1 4 1 15,-1 8 0-15,-1 7 0 0,3 11 0 16,-1 7 0-16,3 6 0 16,0 11-2-16,2 5 1 15,-1 4 1-15,-3-1 0 16,-4-1 0-16,-2-4 0 15,-8-1-2-15,0-5 0 16,-5-1-2-16,-8-3-9 0,-7 0-5 16,0-3-3-16,-3-2-14 15,3 0-14-15,-2 0 2 16,6-4-22-16,0-1-42 16,7 0-27-16</inkml:trace>
  <inkml:trace contextRef="#ctx0" brushRef="#br0" timeOffset="200214.23">16432 13679 462 0,'0'0'3'0,"0"0"57"0,0 0-50 0,0 0 13 16,-5 60-9-16,5-29-6 16,5-1-1-16,3 0 3 15,1 1-7-15,2 1-2 16,-2-3 0-16,0-3-2 16,-4-1-34-16,-1-6-58 0,0-10-49 15,-1-9-97-15</inkml:trace>
  <inkml:trace contextRef="#ctx0" brushRef="#br0" timeOffset="200443.28">16601 13678 436 0,'0'0'14'15,"0"0"14"-15,0 0 4 16,23 40 1-16,-16-17-5 0,3 4-15 15,-3 2-6-15,0 3-3 16,-2 0-3-16,-1 2-1 16,-2 1 0-16,-2-1-26 15,0-5-61-15,0-9-42 16,-7-6-139-16</inkml:trace>
  <inkml:trace contextRef="#ctx0" brushRef="#br0" timeOffset="200697.59">16136 13697 191 0,'0'0'256'0,"0"0"-239"0,0 0 34 16,-12-50 12-16,31 31-43 15,12-3 7-15,12-7-3 16,12-1-8-16,13-2-5 16,5-1-5-16,5 4-4 15,-4 6-1-15,-7 8-1 16,-4 5-2-16,-13 8-34 0,-12 0-57 16,-10 1-84-16</inkml:trace>
  <inkml:trace contextRef="#ctx0" brushRef="#br0" timeOffset="201484.29">16791 14087 294 0,'0'0'13'0,"0"0"78"0,0 0-37 0,0 0-6 16,0 0-4-16,0 0-4 15,0 0-13-15,0-40-10 16,0 32-5-16,0-2-4 0,8-3-4 15,4 2-1-15,3 1-2 16,4 1 0-16,2 1-1 16,2 5 1-16,-2 3-2 15,3 2 1-15,-7 11 0 16,0 5 0-16,-7 4-3 0,-2 5-11 16,-8 2-3-16,-5 3-4 15,-8 2-3-15,-8 2 9 16,-2-1-3-16,-2-3 7 15,4-4 6-15,3-5 5 16,5-6 0-16,7-9 1 0,6-5-1 16,6-3 0-16,13 0 2 15,10-8 0-15,8-5-2 16,6-7 0-16,8-3-5 16,3-2-41-16,-1-2-10 15,-1-3-47-15,-3-1-167 16</inkml:trace>
  <inkml:trace contextRef="#ctx0" brushRef="#br0" timeOffset="202027.92">17019 13269 397 0,'0'0'7'0,"9"-40"41"0,7 22-23 0,8 1 2 15,5 1-14-15,3 3 0 0,5 2 0 16,2 4-3-16,-4 3-2 15,-1 4-4-15,-2 0 0 16,-5 12-2-16,-5 7 0 16,-4 5 0-16,-3 7 0 15,-2 9 0-15,-6 12 2 0,2 13 7 16,0 11 4-16,0 14 1 16,2 15-6-16,3 10-1 15,4 3-3-15,-1 4-1 16,0-2-2-16,-2-7-1 15,1-7 0-15,-3-9-1 0,-2-5 1 16,-2-14-1-16,-5-7 0 16,-3-13 0-16,-1-8-1 15,0-13 1-15,-7-6 2 16,-10-9 5-16,-2-5 5 16,-3-3 0-16,-3-6 1 15,-8-2-6-15,-5 0-4 0,-7-2-2 16,-4-1-3-16,-7-2 1 15,0 1 0-15,2-2-10 16,5 0-24-16,6 0-25 16,12-9-73-16,8-14-168 0</inkml:trace>
  <inkml:trace contextRef="#ctx0" brushRef="#br0" timeOffset="202528.3">18673 14175 371 0,'0'0'12'0,"0"0"43"0,0 0-11 0,0 0-19 15,0 0-15-15,60-17-1 16,-26 16 0-16,7 1-3 15,-1 0-5-15,-2 0-1 16,-7 8-1-16,-6 2-45 0,-9-1-26 16,-10-2-92-16</inkml:trace>
  <inkml:trace contextRef="#ctx0" brushRef="#br0" timeOffset="202696.98">18501 14448 367 0,'0'0'4'16,"0"0"17"-16,0 0 11 16,69 10 9-16,-4-16-5 15,16-5-6-15,12-5-19 0,10-1-8 16,-5 4-2-16,-6-1-14 16,-15-6-114-16</inkml:trace>
  <inkml:trace contextRef="#ctx0" brushRef="#br0" timeOffset="207330.18">25695 12205 175 0,'0'0'23'0,"0"0"-4"0,0 0-13 0,0 0 2 16,0 0 8-16,0 0-6 15,0 0-3-15,0 0-6 16,0 0 0-16,0 0 0 15,41-8 0-15,-32 5 2 0,6-1 1 16,1 1-3-16,0 0 0 16,1 1-1-16,0 0 1 15,-3 0-1-15,-2 2-2 16,-2 0-32-16,-3 0-50 16</inkml:trace>
  <inkml:trace contextRef="#ctx0" brushRef="#br0" timeOffset="207602.15">25688 12320 120 0,'0'0'64'0,"0"0"-30"15,0 0-12-15,0 0 5 16,0 0 7-16,0 0 1 16,0 0 4-16,0 0-14 15,44 9-13-15,-22-9-8 16,3 0-2-16,2 0-1 16,1-2 0-16,-1 2-1 0,-7-1-2 15,2-2-46-15,-3 2-58 16,-6-3-88-16</inkml:trace>
  <inkml:trace contextRef="#ctx0" brushRef="#br0" timeOffset="211256.4">26653 11850 124 0,'4'-1'42'0,"-4"-2"14"0,0 3-21 15,0 0-28-15,0 2-5 16,0 7 21-16,-3 7 12 16,1 5 12-16,1 5-12 15,1 6-3-15,0 10-8 0,0 3-3 16,0 5-1-16,0 2-6 15,0 0-5-15,0-1-2 16,0-5-2-16,0-4-2 16,0-7-1-16,0-5-1 15,0-6 0-15,0-8 0 16,0-5-1-16,1-4 0 0,1-1 0 16,1-3 0-16,-3-2-16 15,0-1-30-15,0 0-15 16,0-6-22-16,0-9-92 15</inkml:trace>
  <inkml:trace contextRef="#ctx0" brushRef="#br0" timeOffset="211799.75">26628 11955 95 0,'0'0'40'0,"0"0"4"0,0 0-11 0,0 0 14 0,0 0-18 16,0 0-5-16,0 0 2 15,-9-41-3-15,9 35-5 16,6 1-5-16,4-1-6 16,3 0 1-16,5 1-3 0,1-1 3 15,2 4 2-15,1 0-3 16,-1 2-2-16,0 0-1 15,-2 3-2-15,3 7 0 16,-7 0 0-16,1 5 0 16,-4-1 0-16,-1 2-1 0,-4 2 0 15,-5-1 3-15,-2 2-4 16,0-1 0-16,-9 1 0 16,-5-2 1-16,-4 0-1 15,-3 0 1-15,-3-3 0 16,-3 0-2-16,1 0 2 0,-1-3-1 15,2-2-1-15,2 0 0 16,3-2-9-16,3 0-32 16,5-4-54-16,2-2-4 15</inkml:trace>
  <inkml:trace contextRef="#ctx0" brushRef="#br0" timeOffset="212936.17">26879 12444 144 0,'0'0'42'0,"0"0"-3"0,0 0-5 0,0 0-4 0,0 0-1 15,0 0 6-15,0 0-9 16,0 0-8-16,0 0-4 16,0 0 2-16,0 0 2 15,0 0-3-15,-15-16-4 16,15 13 0-16,0 0-1 0,0 1-3 16,0-1 0-16,0 0-4 15,1 0-1-15,6-1-1 16,-1-2 0-16,2 2 0 15,4-2-1-15,1 0 1 0,1 1-1 16,2-2 1-16,3 1 0 16,-3 3-1-16,0-1 0 15,0 1 1-15,0 3-1 16,-2 0 0-16,-2 0 0 16,-1 3 0-16,-2 4 0 0,-3 4 0 15,-3 2 0-15,-2 3 0 16,-1 2 0-16,-1 1 0 15,-6 2-1-15,-6 3 2 16,-2-1-1-16,1-2 0 16,-4-1 0-16,2-1 0 0,0-5 1 15,2 0-1-15,-1-5 0 16,3-2 1-16,0-1 0 16,1-1 2-16,2-2 5 15,0 0 0-15,4-2-3 16,-1 1-1-16,3-1-2 15,1-1 1-15,1 0-1 0,1 0 3 16,0 0-3-16,0 0 4 16,0 0-1-16,0 0-1 15,0 0 0-15,0 0 2 16,0 0 1-16,0 0-2 16,0 0 0-16,2 0-2 0,2 0 0 15,2 0 0-15,-1 0 0 16,5-1-1-16,0-1 0 15,6 0 1-15,2-2 0 16,6 0 1-16,4 0 0 16,1 0-1-16,1 0-1 0,-1-1-2 15,-1 3 2-15,-5 0-2 16,0-1 1-16,-4 3-1 16,-4-3 0-16,-1 2 1 15,-5 1-1-15,-4-2 0 16,-2 2 2-16,-1 0-2 0,-2 0 0 15,0 0-2-15,0 0 2 16,0 0-1-16,-2 0-1 16,-2 3-23-16,0 3-32 15,-1-5-33-15,3-1-81 16</inkml:trace>
  <inkml:trace contextRef="#ctx0" brushRef="#br0" timeOffset="-214607.26">27530 12107 12 0,'-4'0'10'0,"0"0"22"0,0 0 3 16,-1 0-4-16,2 0-5 0,-1-3 10 15,0 1-1-15,0-2 2 16,3 2-5-16,-2-1 12 15,3 2-4-15,0 1-16 16,3 0-22-16,7 5 1 16,7 5 13-16,3 3 3 0,7 3-9 15,2-1-5-15,2 4-3 16,1-1-1-16,-3 1 0 16,-2-2 0-16,-4-2-1 15,-4-3-8-15,-5-2-12 16,-7-2-16-16,-2-1-31 0,-5-1 3 15,0-6-28-15</inkml:trace>
  <inkml:trace contextRef="#ctx0" brushRef="#br0" timeOffset="-214316.39">27724 12022 179 0,'0'0'25'0,"0"0"43"16,0 0-23-16,0 0-12 16,0 0-12-16,0 0 10 15,-48 44 2-15,29-20-10 0,3 5-10 16,-3 0-7-16,0 3-5 15,2 0 1-15,1 0-2 16,1 0-2-16,2-2-23 16,3-3-39-16,2-7-40 15,2-7-31-15</inkml:trace>
  <inkml:trace contextRef="#ctx0" brushRef="#br0" timeOffset="-213907.56">28254 11846 184 0,'0'0'25'0,"0"0"47"0,0 0-22 16,0 0-35-16,0 0 5 16,0 0 25-16,0 38-2 15,-2-11-13-15,0 6-2 16,1 8-4-16,1 6-9 0,0 0-5 15,0 4-6-15,0-3-2 16,0-1-2-16,0-6 1 16,0-6-1-16,0-9 0 15,0-6 0-15,0-7 0 16,3-6-7-16,-3-3-21 16,0-2-20-16,0-2-28 0,0 0-15 15,0-9-37-15</inkml:trace>
  <inkml:trace contextRef="#ctx0" brushRef="#br0" timeOffset="-213377.53">28166 11919 140 0,'0'0'9'16,"0"0"45"-16,0 0-20 0,0 0 0 16,0 0-1-16,0 0 10 15,0 0 3-15,-8-39-18 16,8 33-6-16,1-1-10 15,10 0-3-15,-3-1-1 16,5-1-2-16,4 1-1 0,3 1-1 16,0 1 1-16,5 0 2 15,0 5 1-15,2 1-3 16,0 0-1-16,-2 1-1 16,-1 9-1-16,-2 5 0 15,-7 1-1-15,-1 3 0 0,-6 2 0 16,-6-1-1-16,-2 3 2 15,-2-2-2-15,-13 0 1 16,-5-4 0-16,-5 1 0 16,-2-2 0-16,-2-1-1 15,-1-3 0-15,0-2 0 0,4-3 1 16,0-1-1-16,6 0-3 16,2-5-31-16,6-1-24 15,4 0-61-15,6-7-23 16</inkml:trace>
  <inkml:trace contextRef="#ctx0" brushRef="#br0" timeOffset="-212360.54">29093 11623 111 0,'0'0'34'0,"0"0"19"0,0 0-20 16,0 0 1-16,0 0-14 16,0 0-6-16,0 0 2 0,0 0 4 15,-53-6-4-15,32 11-2 16,2 2-3-16,-6-2-2 15,0 2-4-15,-2-1-2 16,1-2-2-16,3 1 1 16,3-1-1-16,2-3 0 0,6 2 1 15,2 0 1-15,3-2-2 16,4 1 1-16,-1-1 0 16,2 1-1-16,0 1-1 15,2 3 1-15,-1 3 0 16,1 4 2-16,0 7 8 0,0 4 6 15,0 10-2-15,0 2 0 16,0 10 3-16,0 5 0 16,0 7-6-16,0 4 1 15,0 2-5-15,-1 3-2 16,-2 2 1-16,1-2 2 0,-6 1-4 16,2-3 0-16,-1-2-1 15,-1-2 0-15,-1-6 0 16,-2 1-1-16,0-5-1 15,-1-3 0-15,1-2 0 16,1-5 0-16,-2-4 0 0,4-7 0 16,1-5 0-16,2-6-1 15,0-4 1-15,1-6-1 16,3-4-1-16,0-1 1 16,1-3 0-16,0 0 0 15,0-1 1-15,0 0 2 16,0 0 4-16,0 0 1 0,0 0-3 15,0 0-3-15,0 0-2 16,0 0 0-16,0 0-1 16,0 0 0-16,3 0 1 15,7 0-1-15,-1-2 0 0,5-2 0 16,2 3 0-16,6-3 0 16,3 2 0-16,4-2 0 15,6-1 0-15,4 1 2 16,2 0-4-16,4 1 2 15,-2-1 2-15,0 1-2 0,-2 0 0 16,-3 2 0-16,-3-2 1 16,-1 2-1-16,-5-1 0 15,-7 0 0-15,-3 0 0 16,-6 2 0-16,-7-1 1 16,-1 0-1-16,-3 1 0 15,-2 0-1-15,0 0 1 0,0 0-5 16,-4 0-17-16,-3 1-30 15,0-1-50-15,2-2-75 16</inkml:trace>
  <inkml:trace contextRef="#ctx0" brushRef="#br0" timeOffset="-211366.61">29208 11919 120 0,'4'-5'53'0,"0"-1"-4"0,-1 1 1 0,-1-1 5 15,0 2 9-15,-2-2-18 16,1 5-9-16,-1-1-4 16,0 2-7-16,0 0-11 15,0 0-12-15,0 9 0 0,0 5 10 16,0 5 7-16,0 6 2 15,0 8-4-15,3 1-4 16,1 3 2-16,-1-2-4 16,1 2-4-16,3-4-3 15,-3-6-3-15,1-3-1 0,-1-6 1 16,-1-1-2-16,-1-4 1 16,0-5-1-16,-2 0 0 15,2-1 0-15,-2-4-1 16,0-2-22-16,1-1-28 15,2 0-41-15,4-4-60 0,3-16-135 16</inkml:trace>
  <inkml:trace contextRef="#ctx0" brushRef="#br0" timeOffset="-210834.36">29773 11754 77 0,'0'0'19'0,"0"0"27"0,0 0-2 0,0 0-7 16,0 0 4-16,0 0-4 16,0 0 0-16,0 0 4 15,0 0-14-15,0 0-6 16,-5-34-7-16,-1 39-8 16,-2 9 9-16,-2 6 7 0,-2 7 4 15,-1 6-2-15,-4 12 3 16,0 8-1-16,-5 9-1 15,2 5-8-15,-5 4-5 16,2 2-4-16,3-2-4 16,2-9-1-16,2-5 1 0,5-7-3 15,1-9 0-15,1-9 0 16,2-8-1-16,2-8 1 16,1-4-1-16,2-7 0 15,0-1 0-15,2-2 0 16,0-2-4-16,0 0-5 15,0 0-10-15,2 0-28 0,5-1-30 16,4-9-45-16,3-5-103 16</inkml:trace>
  <inkml:trace contextRef="#ctx0" brushRef="#br0" timeOffset="-210249.1">29816 12191 101 0,'0'0'118'0,"0"0"-60"0,0 0 3 0,0 0-5 0,12-38-8 15,-11 29-10-15,1 2-4 16,-1 0-10-16,2 1-4 16,-1-2-7-16,1 1-3 15,3-2-3-15,3 1-3 0,5-1-1 16,2-1-2-16,5 3 1 16,2 5-1-16,3-2 0 15,-1 4 0-15,-1 2 0 16,-3 11-1-16,-4 2 1 15,-5 5-2-15,-7 3 2 16,-5 2-1-16,0 2 0 0,-12 0 1 16,-6 3-1-16,-6 0 1 15,-3 1-1-15,1-1 0 16,1-2 1-16,2-5 0 16,0-3-1-16,7-4 1 0,4-6-1 15,4-5 1-15,5 0-1 16,3-4 0-16,2-1 1 15,15 0 1-15,4 0-1 16,8-7 1-16,9 0 2 16,7-3 4-16,3 3-3 15,0-5-1-15,1 4-1 0,-7-2 0 16,-5 3-2-16,-9 1-1 16,-9 1 1-16,-7 4-2 15,-7 0-17-15,-4-2-30 16,-1-1-49-16,-3-3-103 15</inkml:trace>
  <inkml:trace contextRef="#ctx0" brushRef="#br0" timeOffset="-208976.16">30121 11528 47 0,'0'0'65'0,"0"0"-32"0,0 0-1 16,0 0-10-16,0 0-2 0,0 0 12 16,0 0-4-16,0 0-8 15,0 0 3-15,0 0 6 16,0 0-8-16,0 0 0 15,0 0-5-15,-13-16-1 0,13 16 0 16,0 0 6-16,0-1-7 16,2-1 0-16,9 1-5 15,8-3-5-15,6-1 2 16,5 0 0-16,6-2 0 16,5 1 1-16,1-1 3 0,4 1-1 15,-5-1 0-15,-2 1-2 16,-4 2-3-16,-7 1 0 15,-6 2 0-15,-5 1 0 16,-6 0-1-16,-3 0-1 16,-1 0 0-16,-4 0-1 15,0 0 1-15,-2 2-1 0,0 3 1 16,-1 0 0-16,1 1 2 16,1 2 1-16,-2 4 1 15,1 1-1-15,1 7 2 16,0 4 1-16,1 3-4 15,-1 11 2-15,1 8-3 0,-3 8 4 16,0 7-1-16,0 10 2 16,-4 6-3-16,-1 4 0 15,1 1-3-15,1-1 0 16,2-2-1-16,1-4 0 16,0-6 0-16,0-8 0 0,0-5 0 15,0-10 0-15,0-7 0 16,0-8 0-16,0-6 0 15,0-6 0-15,0-2-1 16,2-6 1-16,0-2-1 16,-1-2 1-16,1-3 0 0,-2 0 0 15,2-2 1-15,-2-1 0 16,0 1-2-16,0-2 1 16,0 0-1-16,1 0 1 15,-1 0 0-15,0 0 1 16,0 0 2-16,0 0 7 0,0 0 0 15,0 0-3-15,0 0-3 16,0 0-2-16,-1 0-1 16,-6 0 1-16,-3 0-1 15,-4 0 3-15,-6 0-1 16,-5 0 1-16,-10 4-1 16,-6 0-1-16,-4 3-2 0,-4 2-1 15,3 0 0-15,5 0 0 16,6 4 0-16,9-2 0 15,7-1-4-15,4 2-30 16,5-3-18-16,4-7-40 16,3-2-103-16</inkml:trace>
  <inkml:trace contextRef="#ctx0" brushRef="#br0" timeOffset="-192657.58">19831 13858 167 0,'2'-4'68'0,"-2"4"-45"0,0 0-11 0,0 14-11 16,0 5 2-16,5 8 11 16,3 5 36-16,1 8-25 15,2 3-4-15,0 5-1 16,1 7-7-16,-1 4-3 16,-3 0-6-16,2 0 0 15,-3-3-3-15,-1-1 1 0,-3-7-1 16,0-7 1-16,-2-7-1 15,1-7 0-15,-2-4-1 16,0-8 1-16,0-5 0 16,0-4-2-16,0-5 1 0,0-1-2 15,0-4-3-15,0-10-41 16,-2-12-50-16,-1-5-54 16</inkml:trace>
  <inkml:trace contextRef="#ctx0" brushRef="#br0" timeOffset="-192234.39">19806 14039 121 0,'0'0'30'0,"0"0"3"16,0 0 0-16,-2-41-8 0,2 29-5 15,5 2-2-15,6 2-1 16,4-1-2-16,1 2-1 16,6 1-3-16,1 5 2 15,2 1 0-15,2 0-7 16,0 1 1-16,-1 11-5 0,0 2-1 15,-3 4-1-15,-2 1 1 16,-4 1 0-16,-3-1-1 16,-6 2 0-16,-5-3 1 15,-3 2-1-15,-2-4 1 16,-12 2-1-16,-8-1 2 0,-5-1-1 16,-4-1-1-16,-3 1 1 15,-4-3-2-15,-2-5 1 16,6-1 0-16,4-1 0 15,6-7 0-15,7 1-29 16,10-8-64-16,7-9-145 0</inkml:trace>
  <inkml:trace contextRef="#ctx0" brushRef="#br0" timeOffset="-191408.61">20908 13732 176 0,'0'0'24'0,"0"0"16"0,0 0-13 0,0 0-13 0,0 0-2 0,0 0-1 16,-50-17 5-16,29 24 0 15,-6 1 0-15,0 2-4 16,-2 0-4-16,0-1-1 16,-3 1-3-16,2-3-1 0,3 0 1 15,2 0-3-15,5 0 2 16,4-2-1-16,5 0 0 16,0 6-2-16,6 1 1 15,-2 9-1-15,3 8 0 16,0 12 1-16,0 7-1 15,2 12 2-15,-1 12 0 0,3 9 2 16,0 8-2-16,0 5 0 16,0 6-1-16,0-1 0 15,-1-5 1-15,-1-5 1 16,-2-6 2-16,0-8 0 16,1-7-3-16,-3-7 4 0,0-8 1 15,0-6-1-15,0-10 2 16,3-7 0-16,1-9-2 15,0-7-2-15,0-7 0 16,2-1-2-16,0-5-1 16,0-1 0-16,0 0 2 15,7 0 2-15,6 0-2 0,3 0-2 16,6 0 1-16,5-1 0 16,2 1 1-16,3 0-3 15,1 0 3-15,0 0-1 16,1 0-1-16,-3 0-1 0,0 0 2 15,-6 0-2-15,2-4 1 16,-5 0-1-16,0-1 1 16,-5-1-2-16,-3-1-2 15,-3 0-11-15,-3-1-11 16,-4-1-16-16,-4-2-58 0,0-3-58 16</inkml:trace>
  <inkml:trace contextRef="#ctx0" brushRef="#br0" timeOffset="-190828.77">20806 14191 152 0,'0'0'47'0,"0"0"1"0,0 0-13 0,9-38 3 15,-3 30 9-15,3 3-15 16,3 2-11-16,5 3-9 15,6 0-2-15,3 1-4 16,3 12-3-16,-1 4-2 16,-2 4 1-16,-2 2-2 15,-6 1 1-15,-7 3-2 0,-6-1 2 16,-5-1-1-16,0-2 0 16,-13-1 0-16,-6-3 0 15,-3-2 0-15,-3-4 0 16,-2-2 0-16,3-2-1 15,0-3-11-15,8-4-27 0,0-2-27 16,7 0-13-16,7-7-44 16</inkml:trace>
  <inkml:trace contextRef="#ctx0" brushRef="#br0" timeOffset="-190519.3">21281 14152 198 0,'0'0'14'0,"0"0"56"0,0 0-20 16,0 0-3-16,-41-12-9 16,18 12-6-16,0 8-10 15,-4 6-1-15,3 3 0 16,-2 2-3-16,5 2-6 0,4 5-4 15,7 2-3-15,3 2-2 16,8-2-3-16,-1 0 0 16,8-3 0-16,8-4 2 15,2-1-2-15,4-6-2 16,5-5-14-16,0-5-38 0,0-2-3 16,-1-2-55-16,-1-6-2 15</inkml:trace>
  <inkml:trace contextRef="#ctx0" brushRef="#br0" timeOffset="-189679.22">22015 14086 99 0,'0'0'23'0,"0"0"21"0,0 0-21 0,0 0 2 16,0 0 5-16,0 0-7 0,0 0-9 16,0 0 3-16,0 0 2 15,0 0-3-15,-27-39-2 16,20 35 0-16,-4 1-4 16,-2-1 0-16,0 1 2 0,-4 3-2 15,-5 0 3-15,0 0 2 16,-7 0 1-16,-4 10 2 15,-2 0-2-15,-2 7-1 16,1 0 2-16,3 7-7 16,5 5-1-16,5 2-5 15,7 3 0-15,9 4-2 0,2-1-1 16,5 1 0-16,10-3 0 16,9-1-1-16,12-6 2 15,3-4-2-15,8-7 1 16,1-5-1-16,1-5 1 15,-1-6-1-15,-5-1 0 0,-5 0 0 16,-6-7-12-16,-8 1-16 16,-6-1-13-16,-4 2-16 15,-9-1-36-15,0 0-1 16</inkml:trace>
  <inkml:trace contextRef="#ctx0" brushRef="#br0" timeOffset="-189303.58">21599 14330 114 0,'0'0'19'0,"0"0"37"0,0 0-7 0,0 0-4 16,0 0 5-16,0 0-2 16,0 0-17-16,0 0-13 0,0 0-6 15,38-27 10-15,-5 21 4 16,8-1-7-16,5 3-7 15,3-2-5-15,1 1-5 16,-7 0-1-16,-2 3-1 16,-5 0 1-16,-4 0-3 0,-8 1-30 15,-6-2-34-15,-7-2-88 16</inkml:trace>
  <inkml:trace contextRef="#ctx0" brushRef="#br0" timeOffset="-183568.76">22598 13959 34 0,'0'0'40'0,"0"0"8"15,0 0-22-15,0-1 3 0,0-1-7 16,0 1-4-16,0 1-4 16,0-3-6-16,2 2-3 15,-2-2 0-15,1 3 0 16,0-2-2-16,-1 2-1 15,0-1 3-15,0 0 5 0,0-1 0 16,0 1 7-16,0 0 0 16,0 0 1-16,1 0 9 15,-1 0-7-15,0 0-2 16,0 1-5-16,0 0-9 16,0 0-3-16,0 0-1 15,0 0 0-15,0 0 0 0,0 0 0 16,0 0 0-16,0 0 0 15,0 0 1-15,0 0-1 16,0 0 3-16,0 0 0 16,0 0 4-16,0 0 11 0,0 0-3 15,0 0-4-15,0 0 0 16,0 0-3-16,0 0 2 16,0 0-6-16,0 0-3 15,0 0 0-15,0 0-1 16,0 0-1-16,0 10 2 0,-2 5-1 15,1 4 2-15,1 6 3 16,0 6 7-16,0 2 2 16,0 4-4-16,0 2-4 15,0-2-3-15,0-3-3 16,0-2 1-16,0-3-1 16,2-6 1-16,1-5-1 0,-2-3 1 15,0-4-1-15,0-4 0 16,-1-1 0-16,1-2 0 15,1-1-1-15,-2-1-9 16,0 0-16-16,0-2-17 16,2 0-25-16,-1 0-43 0,1 0 28 15</inkml:trace>
  <inkml:trace contextRef="#ctx0" brushRef="#br0" timeOffset="-180737.61">22576 14037 50 0,'1'-4'7'0,"0"-2"33"0,-1 1 0 16,0-1 2-16,0-1-8 15,0 3-6-15,0-3 0 16,0 2-3-16,0 0 0 16,0 0 0-16,-2 1 8 15,0 1-8-15,1-1-8 0,1 1-3 16,-2 2-1-16,2-2-2 16,-2 0-2-16,2 0-3 15,0-1-1-15,0-3-1 16,5 1-2-16,8-2-1 15,5-1 1-15,4-2 0 0,3 0 1 16,3 2-1-16,4 1 1 16,-1 2-2-16,3 4 1 15,-2 2-1-15,-3 0-1 16,-3 5 0-16,-2 7 0 16,-8 3 0-16,-5 4 0 0,-7 3 1 15,-4 2-2-15,0-1 1 16,-13 2 1-16,-5-1-1 15,-6-3 0-15,-2-2 0 16,-4-2 0-16,-1-1 0 16,-3-2 0-16,1-1 0 0,3-3-1 15,4-2 1-15,1-2 1 16,3-2-1-16,7-1 0 16,3-2 0-16,6-1 0 15,3 0 0-15,3 0 2 16,2 0-4-16,11 0 2 0,2 0 0 15,4 0 0-15,5 0 2 16,2 7-4-16,2 5 2 16,-1 5 0-16,1 4 0 15,-2 3 2-15,-2 3-2 16,-2 0 0-16,-1-4 0 0,-6 0 0 16,-3-5-2-16,-3-3-6 15,-1-5-21-15,-7-1-32 16,-1-3-40-16,0-5-13 15</inkml:trace>
  <inkml:trace contextRef="#ctx0" brushRef="#br0" timeOffset="-180320.76">22969 14441 280 0,'0'0'9'0,"0"0"71"0,0 0-24 16,0 0-14-16,20-37-9 16,-9 27-5-16,-2 0-7 15,4 1-8-15,3 4-7 0,0 1-4 16,0 4-1-16,1 0 0 16,-2 2-1-16,-1 8 0 15,-4 3 0-15,-2 4 0 16,-6 0 0-16,-2 3-3 15,0 3-5-15,-11-1-1 16,-4 1-2-16,-1-3-10 0,-4 2 14 16,1-3 5-16,2 0 0 15,4-5 2-15,2-3 0 16,6-2 0-16,2-3-1 16,3-2 1-16,7-3-1 15,10-1 1-15,4 0 1 0,6-1-1 16,5-8 0-16,4-1 0 15,0 0-1-15,1-1-11 16,-6 1-27-16,-2 0-25 16,-6 1-53-16,-7-2-23 15</inkml:trace>
  <inkml:trace contextRef="#ctx0" brushRef="#br0" timeOffset="-179899.25">23488 13878 135 0,'0'0'120'0,"0"0"-107"0,0 0 20 0,0 0-28 15,4 37 35-15,-4 0 23 0,0 11-21 16,-6 9-11-16,0 11-13 16,0 5 4-16,-1 6-8 15,-1 4-7-15,0 2-1 16,-1-1-1-16,3-4-3 15,-2-7-2-15,0-7 2 0,1-7-2 16,0-9 1-16,2-12-1 16,2-8 0-16,-1-7 2 15,3-8-2-15,1-3-15 16,0-7-28-16,0-5-24 16,6 0-39-16,4-11-26 15</inkml:trace>
  <inkml:trace contextRef="#ctx0" brushRef="#br0" timeOffset="-179200.13">24034 14161 241 0,'0'0'18'0,"0"0"25"0,0 0-39 0,0 0 28 16,1 65 13-16,2-29-8 16,3 2-18-16,-3 6-8 15,1 0-6-15,0 0-4 0,-4 0 0 16,0-4-1-16,0-4 1 15,0-4-2-15,0-7-15 16,0-8-21-16,-4-7-45 16,1-10-1-16,1 0-27 15</inkml:trace>
  <inkml:trace contextRef="#ctx0" brushRef="#br0" timeOffset="-178948.47">24209 14216 266 0,'0'0'2'0,"0"0"42"15,0 0 42-15,0 0-61 16,0 0 4-16,0 0 10 16,17 50-9-16,-7-19-9 0,-3 3-2 15,2 3-7-15,2 0-6 16,-4 0-5-16,-1 0 0 15,-2-2-2-15,-2-2 2 16,-1-3-15-16,-1-3-30 16,0-10-19-16,-4-4-59 0,-3-7 7 15</inkml:trace>
  <inkml:trace contextRef="#ctx0" brushRef="#br0" timeOffset="-178676.38">23851 14242 316 0,'0'0'3'0,"0"0"22"0,0 0 33 15,0 0-28-15,0 0-5 16,41-40 5-16,-8 30-6 15,10 0-12-15,10-3-4 16,6 1-5-16,5-1-2 16,1-1 0-16,-2 4-1 0,-3-1 1 15,-4 4-2-15,-11 3-24 16,-6 2-50-16,-9 1-79 16,-10 1-100-16</inkml:trace>
  <inkml:trace contextRef="#ctx0" brushRef="#br0" timeOffset="-178282.72">24382 14661 370 0,'0'0'7'16,"0"0"43"-16,0 0 0 15,42-29-8-15,-24 20-11 16,-2 6-17-16,2 3-8 0,-3 0-2 16,-1 12-4-16,-5 6 1 15,-4 4-2-15,-4 4 2 16,-1 2-1-16,-2 0 0 16,-8-1-1-16,-1-2-5 15,-2-4-3-15,0-2 1 16,0-4 6-16,2-1 2 0,0-3 0 15,5-2 0-15,4-2 0 16,2-1 0-16,2-3 0 16,10-2 0-16,6-1 0 15,6 0 0-15,5-3 0 0,3-5 0 16,3-2-5-16,-1-1-18 16,1-1-14-16,-6 1-41 15,-1-5-75-15</inkml:trace>
  <inkml:trace contextRef="#ctx0" brushRef="#br0" timeOffset="-177435.35">24490 13735 285 0,'0'0'3'0,"0"0"-2"0,38-14 7 16,-10 4 14-16,4-1 12 0,4 0 17 15,3 1-20-15,-2 2-11 16,-2-1-8-16,-2 4-5 16,-5 1 0-16,-5 2-3 15,-6 1 0-15,-4 1 0 16,-4 0 0-16,-3 1-3 0,-2 10 1 15,-1 6 4-15,-3 6 1 16,0 10 5-16,0 12 0 16,0 12-1-16,0 10 3 15,0 8-6-15,0 10 0 16,0 9-2-16,0 1 0 0,4 3-1 16,5-1-3-16,-2 5-1 15,2-4 1-15,-2-7 0 16,-2-3-1-16,-3-4 0 15,-2-9 0-15,0-7 1 16,0-4-1-16,-3-10 0 16,-5-5 0-16,-2-7 1 0,2-6-1 15,-2-8 0-15,-1-1 1 16,2-6 0-16,-3-2 4 16,-2-5 5-16,0-3-4 15,-2-1 1-15,-5-3-2 16,-3 0-2-16,-4-2-3 0,-5-2 1 15,-3 1-2-15,-3-1 1 16,-1-2-1-16,2 2 0 16,-2-2-12-16,-2-1-40 15,4-1-61-15,4-9-110 16</inkml:trace>
  <inkml:trace contextRef="#ctx0" brushRef="#br0" timeOffset="-176740.54">25253 14029 264 0,'0'0'11'0,"0"0"7"0,0 40 36 0,0-9-2 16,2 9-14-16,1 2-8 15,3 8-12-15,1 1-8 16,-2 0-7-16,1-2-1 16,-2-5-1-16,-2-6-1 0,-1-10-8 15,-1-7-25-15,0-8-31 16,-2-7-42-16,-5-6-23 15</inkml:trace>
  <inkml:trace contextRef="#ctx0" brushRef="#br0" timeOffset="-176440.2">25209 14079 269 0,'0'0'1'0,"6"-40"4"16,5 19 25-16,3 4 17 16,2 4-13-16,6 4-5 15,-1 6-1-15,2 3-11 16,0 4-8-16,-3 12-6 0,-4 3-1 16,-6 2-1-16,-3 0 0 15,-7-1-1-15,0 0 1 16,-11-4-1-16,-6-2 1 15,-4-1-1-15,-3-2 0 16,-2-4 0-16,2-1 0 0,2-2-3 16,3-4-12-16,8 0-24 15,6 0-29-15,5-7-14 16,5-7-79-16</inkml:trace>
  <inkml:trace contextRef="#ctx0" brushRef="#br0" timeOffset="-175958.2">25949 13766 226 0,'0'0'10'0,"0"0"40"0,0 0-20 0,-48 3 4 16,25 10 10-16,-3 5-2 16,-2 6-9-16,-5 10-4 15,0 9 4-15,1 8-3 0,4 9-1 16,5 4-9-16,10 5-9 16,8 1-5-16,6-3-1 15,9-2-3-15,12-7 0 16,5-4-1-16,2-10 0 15,3-8-19-15,-2-11-40 0,1-12-34 16,-2-10-28-16,-1-6-77 16</inkml:trace>
  <inkml:trace contextRef="#ctx0" brushRef="#br0" timeOffset="-175692.81">26037 14046 331 0,'0'0'34'16,"0"0"-6"-16,0 49 27 15,0-19-22-15,0 2-7 16,0 5-8-16,0 1-8 0,0 0-7 15,0 1-2-15,0-2-1 16,0-6-8-16,0-10-49 16,3-5-58-16,-2-12-46 15</inkml:trace>
  <inkml:trace contextRef="#ctx0" brushRef="#br0" timeOffset="-175472.36">26156 14077 369 0,'0'0'34'0,"0"0"4"15,0 0 20-15,16 53-14 16,-8-28-9-16,1 2-13 16,0 0-13-16,-1 4-6 15,-2 0-2-15,0 0-1 16,-5-3 0-16,1-1-28 0,-2-9-60 15,0-5-49-15,-2-8-86 16</inkml:trace>
  <inkml:trace contextRef="#ctx0" brushRef="#br0" timeOffset="-175223.38">25832 14126 142 0,'0'0'214'0,"0"0"-189"0,0 0 23 16,0 0-4-16,0 0-13 15,33-39 2-15,-2 29 1 16,8-1-11-16,10-2-13 16,4-1-4-16,6-2-5 15,0 2 0-15,2 1-1 16,-7 3 1-16,-6 6-13 0,-9 0-60 15,-12 1-74-15,-11 0-171 16</inkml:trace>
  <inkml:trace contextRef="#ctx0" brushRef="#br0" timeOffset="-174850.45">26326 14395 476 0,'0'0'36'0,"42"-18"-2"15,-19 14 9-15,0 4-26 16,-4 0-8-16,-1 7-2 16,-3 8-2-16,-5 5-5 15,-5 4 1-15,-5 3 0 0,0 3-1 16,-9 0-1-16,-5-3 0 15,-3 1-10-15,1-4-2 16,2-2 4-16,0-5 0 16,4-4 6-16,3-5 2 15,3-4 1-15,4-4 0 0,6 0 2 16,9 0-2-16,6-5 1 16,6-4-1-16,6-4 0 15,2 2 0-15,4-4 0 16,-1 3-14-16,0-4-24 15,-4 2-10-15,-3-3-70 16,-8-1-59-16</inkml:trace>
  <inkml:trace contextRef="#ctx0" brushRef="#br0" timeOffset="-174583.38">26673 13806 394 0,'0'0'2'0,"0"0"38"16,0 0 1-16,0 0-26 16,35 55 3-16,-14-4 8 15,-2 12 7-15,-1 8-11 16,-4 10-8-16,-4 7-7 0,-7 0-3 15,-3 3-3-15,-4-1-1 16,-12-5-2-16,-4-9-35 16,-7-9-38-16,0-14-38 15,0-12-68-15</inkml:trace>
  <inkml:trace contextRef="#ctx0" brushRef="#br0" timeOffset="-174228.4">27213 14253 413 0,'0'0'14'0,"0"0"32"0,0 0-15 16,41-21-5-16,-23 19-11 16,1 1-9-16,2 1-3 15,0 0-2-15,-4 0-1 16,1 0-5-16,-5 3-38 15,-4 1-41-15,-2-4-94 16</inkml:trace>
  <inkml:trace contextRef="#ctx0" brushRef="#br0" timeOffset="-174082.72">27208 14418 354 0,'0'0'14'0,"0"0"27"16,0 0 4-16,0 0 4 15,36 14-11-15,-4-14-18 16,2 0-16-16,4-7-2 16,1 0-3-16,-5-8-46 15,2-4-95-15</inkml:trace>
  <inkml:trace contextRef="#ctx0" brushRef="#br0" timeOffset="-171829.72">28413 13708 161 0,'0'0'40'0,"0"0"13"0,0 0-23 16,0 0 7-16,-4 1-2 16,3 6-14-16,0 6 6 15,0 4 8-15,1 9-4 16,0 7 8-16,0 12-4 16,0 6 0-16,0 9-13 0,0-1-13 15,0 1-6-15,0 0-1 16,0-9-1-16,0-6 0 15,2-10-1-15,-1-6-2 16,1-7-11-16,-2-8-10 16,0-6-28-16,0-8-27 0,-5 0-42 15,-3-7-60-15</inkml:trace>
  <inkml:trace contextRef="#ctx0" brushRef="#br0" timeOffset="-171438.7">28295 13769 266 0,'0'0'3'15,"0"0"18"-15,5-47 44 16,3 33-7-16,6 1-17 15,2 2-7-15,10 2-6 16,2 5-14-16,6 4-9 16,3 0-2-16,2 6-2 0,-1 8 0 15,-4 0-1-15,-6 6 0 16,-7 0 1-16,-5 1-1 16,-10 0 0-16,-6-1-1 15,-1 0 2-15,-15-1-1 0,-7-1 0 16,-5-2 0-16,-5-1-1 15,-3-2 0-15,2 0-5 16,-2-5-16-16,9-1-4 16,4-2-12-16,6-5-25 15,11 0-33-15,6-9-46 16</inkml:trace>
  <inkml:trace contextRef="#ctx0" brushRef="#br0" timeOffset="-170876.59">29292 13400 324 0,'0'0'2'0,"0"0"24"0,0 0-13 16,-45-7-8-16,19 7 3 15,-6 7 10-15,-1 0-3 16,-1 1-7-16,1 0-4 16,0-1-3-16,5 1 0 0,4-1 0 15,3-1 0-15,4 0-1 16,5 1 2-16,3 4-2 16,5 5 0-16,2 8 1 15,2 9 2-15,0 10 11 16,2 14 1-16,3 11-2 15,1 14-5-15,-1 6-2 0,1 5-2 16,1 5 1-16,-1 2-2 16,-2-4 2-16,-1-5-1 15,-2-3-2-15,-1-4 1 16,0-6-1-16,-3-8 0 16,-6-7 0-16,0-6 0 0,2-10 1 15,0-10 2-15,2-7-2 16,4-9 1-16,1-5 0 15,0-5 0-15,9-6 2 16,5-4 5-16,4-1-1 16,4 0-5-16,4-3-2 0,4-5-1 15,1-1-1-15,3 0 1 16,2 0-1-16,-1 0 0 16,-2-1 0-16,-3 2 0 15,-3-1-2-15,-7 2-11 16,-1 0-30-16,-5-6-17 0,-5-1-33 15,-2-9-113-15</inkml:trace>
  <inkml:trace contextRef="#ctx0" brushRef="#br0" timeOffset="-170363.8">29285 13882 257 0,'0'0'12'0,"0"0"64"0,0 0-31 0,-7-38-10 16,14 27-4-16,2 1-2 15,9 1-10-15,-2 4-4 0,4 5-8 16,0 0-1-16,-5 2-4 16,1 11-2-16,-5 4 1 15,-4 3 0-15,-3 3-1 16,-4 1 1-16,0 4-1 15,-8-1 1-15,-7 0-1 16,-2-1 1-16,-5 1-2 0,4-4 2 16,-2-3 0-16,6-3-1 15,5-5-1-15,3-2 2 16,6-3-1-16,2-5 1 16,16-2-1-16,5 0 1 15,10 0 1-15,2-4-2 0,7-6 0 16,4-1 1-16,-3-1-7 15,-2-2-32-15,-4-1-30 16,-6-6-89-16</inkml:trace>
  <inkml:trace contextRef="#ctx0" brushRef="#br0" timeOffset="-169801.59">30064 13479 173 0,'0'0'29'0,"0"0"-8"0,0 0 21 0,0 0-16 0,0 0 30 16,0 0-19-16,-43-14-10 16,32 28-8-16,1 9-7 15,-2 8 2-15,-1 12 36 16,0 9-18-16,-3 15-4 16,-1 8-6-16,-2 8-3 0,3 1-10 15,0 2-3-15,4-1-1 16,2-4-2-16,5-8-1 15,1-8 1-15,1-5-1 16,1-6-1-16,-1-9 0 0,1-12-1 16,-2-9 0-16,1-7 0 15,1-7-24-15,0-10-23 16,2 0-22-16,0-10-34 16,2-11-172-16</inkml:trace>
  <inkml:trace contextRef="#ctx0" brushRef="#br0" timeOffset="-169264.76">30144 14026 250 0,'0'0'17'0,"0"0"65"0,0 0-33 0,0 0-14 0,0 0-1 16,0 0-1-16,0 0-8 15,0 0-7-15,1-44-5 0,-1 37 0 16,3-3-8-16,3 0-2 15,3 3-1-15,3-1-2 16,2 4 0-16,3 0 1 16,-2 4-1-16,2 0 0 15,-4 6 0-15,0 8 0 0,-5 5 0 16,-2 3 0-16,-5 4-1 16,-1 2 1-16,-1 1 0 15,-10-1 0-15,-5 2-1 16,0 0 1-16,-3-3 0 15,1-2 1-15,1-2-1 16,3-4 0-16,4-4 1 0,5-6-1 16,5-4 1-16,1-3-1 15,15-2 2-15,5 0-2 16,10-7 1-16,4-4-1 16,7-1-1-16,-2-1-26 0,0-1-30 15,-1-3-21-15,-6-1-120 16</inkml:trace>
  <inkml:trace contextRef="#ctx0" brushRef="#br0" timeOffset="-168562.51">30375 13492 293 0,'0'0'1'0,"0"0"37"0,0 0 15 0,17-37-19 15,5 26-9-15,4-1 0 16,6 1-1-16,7-2-7 16,2 3-7-16,2 0-2 0,-1 2-2 15,-4 2-3-15,-5 2-1 16,-6 2 0-16,-7 0 0 16,-4 2 0-16,-9 0 1 15,2 2 3-15,-6 7 1 16,0 2 3-16,-2 9 1 0,-1 7 3 15,0 10-2-15,0 7 3 16,1 11-1-16,2 8-2 16,1 7-5-16,3 6-3 15,3 5-2-15,2-1 0 16,1 0 1-16,-2 0-2 0,2-2 1 16,-4-4-1-16,-2-5 1 15,-3-4-1-15,-2-5 0 16,-2-7 0-16,0-6-1 15,0-7 1-15,0-6 0 16,-2-1-1-16,-2-6 1 0,1-6-1 16,-2-4 1-16,0-4 0 15,2-2-1-15,-4-6 1 16,1 1 4-16,-3-3 9 16,-3-1-2-16,-5 2-2 15,-5-3 0-15,-6 1 3 0,-4 1-4 16,-7 0-5-16,-6 1-2 15,-3 1-2-15,-6 0 0 16,-3 2 1-16,-2 1 0 16,0 0-21-16,2-3-28 15,7-3-49-15,6-2-97 0</inkml:trace>
  <inkml:trace contextRef="#ctx0" brushRef="#br0" timeOffset="-167673.41">31350 13462 215 0,'0'10'7'0,"0"2"7"0,0 7 41 0,0 10 6 16,0 7 2-16,1 7-16 16,1 11 0-16,0 6-4 15,2 8-20-15,1 4-12 16,1 0-3-16,1-2-4 0,0-4 0 15,1-9-1-15,1-8-2 16,-2-10 0-16,-3-9 0 16,-2-8 0-16,-1-6-1 15,-1-9 1-15,0-4-5 0,0-3-18 16,-2-1-29-16,-2-11-44 16,0-6-62-16</inkml:trace>
  <inkml:trace contextRef="#ctx0" brushRef="#br0" timeOffset="-167316.18">31366 13766 275 0,'0'0'4'0,"0"0"40"15,0-39 15-15,0 26-14 16,0 0-18-16,7 0 5 16,4 2-3-16,2 2-7 15,7 3-10-15,2 5-5 0,2 1-2 16,1 3-4-16,-1 10 0 16,-2 2 0-16,-5 4 0 15,-3 0-1-15,-7 2 0 16,-6-2 1-16,-1 0-1 15,-8-3 0-15,-10-1 0 16,-4-2 0-16,-3-1-2 0,-6-3-17 16,2 1-16-16,2-3-6 15,4-3-16-15,5-4-54 16,7 0-60-16</inkml:trace>
  <inkml:trace contextRef="#ctx0" brushRef="#br0" timeOffset="-166897.5">31701 14013 386 0,'0'0'45'0,"0"0"30"0,10-41-15 15,1 27-23-15,2 1-6 16,5 0-9-16,4 6-10 16,-1 3-6-16,3 4-4 15,-2 0-2-15,-3 13 1 16,-6 5-1-16,-7 7 0 16,-4 3 0-16,-2 3 0 0,-8-1-1 15,-9 0-1-15,-3 0-3 16,-4-3-3-16,-1-2-1 15,1-2 0-15,2-5 5 16,5-4 4-16,5-4 0 16,4-5 0-16,8-2 0 0,5-3 2 15,13 0 0-15,9-5 1 16,9-2-1-16,7-2 1 16,4 2-2-16,-1 3-1 15,-8 1 0-15,-4 0-42 16,-9-4-168-16</inkml:trace>
  <inkml:trace contextRef="#ctx0" brushRef="#br0" timeOffset="-163378.21">4329 16615 235 0,'0'0'7'0,"0"0"31"0,0 0-20 16,0 0-14-16,0 0 33 16,2 46 17-16,11-14-18 15,3 9-10-15,2 13-17 0,4 9 10 16,5 6-13-16,0 5-4 15,-1-1 0-15,3-2 0 16,-4-5-2-16,0-6 0 16,-3-6 0-16,-6-6 1 0,0-8-1 15,-5-6 0-15,-3-7 0 16,0-10 1-16,-6-5-3 16,-2-7-28-16,0-5-14 15,0-4 14-15,-14-16-147 16</inkml:trace>
  <inkml:trace contextRef="#ctx0" brushRef="#br0" timeOffset="-163019.31">4264 16662 188 0,'0'0'100'16,"0"0"-94"-16,0 0 19 16,0 0 15-16,0 0-18 0,0 0-3 15,0 0-10-15,0 0-5 16,0 0-1-16,40-14 1 16,-10 23 2-16,3 3-1 15,0 2-1-15,-1 2-3 16,-5 0 0-16,-2-1 0 0,-6 2 0 15,-5-3-1-15,-6 1 0 16,-7 0 0-16,-1 5 2 16,-7 0 0-16,-14 6-1 15,-3 3-3-15,-5 3 2 16,-1-1-9-16,-1 0-21 16,2-3-18-16,3-9-25 0,6-5-55 15</inkml:trace>
  <inkml:trace contextRef="#ctx0" brushRef="#br0" timeOffset="-162258.43">5665 16039 221 0,'0'0'3'0,"0"0"22"0,19-45 11 0,-17 39 15 15,-2 5-19-15,-6 1-18 0,-7 3-9 16,-5 9-2-16,-6 3-1 15,-5 5-1-15,-2 2 2 16,-4 3-3-16,3-1 0 16,1-1 0-16,2-3 0 15,2-2 0-15,6-5 1 16,8-2 0-16,4 2-2 0,5 0 1 16,4 2-1-16,4 5 1 15,10 6 0-15,5 7 0 16,6 9 0-16,6 12-2 15,3 12 2-15,4 10 2 0,2 13-1 16,0 5 0-16,-2 6-1 16,-4-4 0-16,-6-3 2 15,-3-4-3-15,-6-6 1 16,-9-11 1-16,-3-8-1 16,-5-7 0-16,-2-9 1 0,0-11 0 15,0-7 1-15,0-13 17 16,0 0-9-16,0-9-6 15,0-2-2-15,12-1-2 16,3 0 3-16,8-4 5 16,10-1-4-16,7 0 4 0,7 0-5 15,3 0-2-15,-3-4 0 16,2 0-1-16,-7 1 0 16,-4 2-18-16,-5-1-27 15,-8-1-66-15,-6-5-133 16</inkml:trace>
  <inkml:trace contextRef="#ctx0" brushRef="#br0" timeOffset="-161096.72">6553 16460 89 0,'-7'0'151'0,"-5"-1"-136"0,-2 12 13 0,-1 7-7 16,2 8 7-16,-3 6 11 16,3 3-3-16,3 4-11 15,4 0-8-15,4-1-8 16,2 1-3-16,2-5-2 16,12 1-3-16,3-5 1 0,4-6-2 15,2-4 1-15,3-4-1 16,0-9 1-16,-1-7-1 15,0 0 0-15,0-12 0 16,-5-13 1-16,-5-5 0 16,-4-4 0-16,-5-6-1 0,-6-2 1 15,0-3-1-15,-10 2 0 16,-8 3-1-16,-4 3 0 16,-3 7 0-16,-4 8 0 15,-2 12 0-15,-1 8 0 16,3 2-1-16,2 14 1 15,4 5-1-15,6 1 0 0,9 0-6 16,8-2-47-16,0-8-41 16,7-6 5-16</inkml:trace>
  <inkml:trace contextRef="#ctx0" brushRef="#br0" timeOffset="-160599.09">6776 16130 372 0,'0'0'3'0,"0"0"14"0,0 0-15 0,2 65 7 0,12-23 17 16,1 4-3-16,6 5-9 15,1 5-4-15,4-1 1 16,-1 2-5-16,0 2-4 0,-3-3-1 15,-2-5 0-15,-6-11-1 16,-5-5 0-16,-5-12 1 16,-4-9 0-16,0-9 0 15,-4-5 5-15,-5-8-5 0,-3-13 0 16,2-8 0-16,5-5-1 16,1-3 0-16,4 0-1 15,0 2 1-15,10 8 0 16,9 10 0-16,2 10 0 15,4 7-1-15,0 7 1 0,0 10-1 16,-4 7 1-16,0 2 0 16,-7 2 0-16,-7 0 0 15,-5 1 0-15,-2-2 1 16,-5 0 0-16,-11 0-2 16,-7-3 1-16,0-1 0 15,-4-2 0-15,0-3 1 0,0-3-1 16,4-3-1-16,4-6 0 15,5-4-4-15,7-2-18 16,5-2-42-16,2-11-65 16,2-7-91-16</inkml:trace>
  <inkml:trace contextRef="#ctx0" brushRef="#br0" timeOffset="-159822.15">7245 16851 380 0,'0'0'30'0,"0"0"11"0,0 0-2 15,0 0-7-15,2-45 4 16,-2 22-2-16,0-4-15 16,0 0-2-16,0-3-6 0,0 0-4 15,0 4-2 1,0 2-3-16,0 6-1 0,5 5-1 15,2 8 0-15,2 5-1 16,4 0-1-16,1 8 0 16,1 8-3-16,3 5 0 15,-5 0 1-15,3 2-1 0,-5 0-3 16,-5-1-5-16,0-3 6 16,-2-3-1-16,-4-1 8 15,0-2-4-15,0-5 2 16,-2-2 2-16,-5 0-1 0,2-4 3 15,3 0-3-15,0-1 2 16,2-1-1-16,0 0 0 16,12-8-1-16,3-4 1 15,5-6-1-15,2-3 0 16,5-2-1-16,0-2-3 0,-4 0-6 16,-1 1 5-16,-7 3 2 15,-6 2 4-15,-7 4 1 16,-2 4-1-16,0 2 2 15,-6 7 3-15,-7 2 3 16,-3 0-1-16,1 6 1 16,1 10 3-16,5 2-6 0,2 1-3 15,7 2-1-15,0 0-1 16,9-1 1-16,7-3-1 16,3-4 0-16,2-2 0 15,-1-3 1-15,2-6-1 16,-1-2-1-16,-1 0 0 0,-1-7-2 15,-3-7 0-15,-4-3 2 16,-1-3 1-16,-4-4 1 16,-3-2 0-16,0-1-1 15,-2 2 1-15,-1 4-1 0,3 2 0 16,0 6 0-16,2 6 0 16,2 5 0-16,3 2-1 15,3 1 0-15,1 10 1 16,1 4 0-16,-1 3 0 15,1 2 0-15,-2 1-13 0,0 0-10 16,-2-1-45-16,-3-1-3 16,-1-2-68-16,-2-6-63 15</inkml:trace>
  <inkml:trace contextRef="#ctx0" brushRef="#br0" timeOffset="-155694.68">7818 16567 58 0,'2'-7'59'0,"-2"1"17"0,0-1-26 16,0 3-1-16,-2-1 4 15,-1 1 5-15,1 3-6 0,0 1-12 16,0 0-19-16,2 8-18 16,0 5-1-16,4 3 2 15,7 4 3-15,2 1-1 16,4 2-4-16,3-1 0 15,-3 1 0-15,1-3-2 0,-4-2 0 16,1-3 0-16,-4-7 0 16,0-2 1-16,-3-6 0 15,0-1 2-15,-1-11 1 16,-3-6 10-16,0-4 0 16,2-2 0-16,-6-3-4 0,0-3-4 15,0 2-5-15,0-1 0 16,0 5-1-16,0 4-8 15,0 6-20-15,0 7-3 16,0 4-14-16,6 3-82 16,3 0 8-16,-1 7-8 0</inkml:trace>
  <inkml:trace contextRef="#ctx0" brushRef="#br0" timeOffset="-155191.33">8323 16540 303 0,'0'0'67'0,"0"0"-13"0,0 0-8 15,-40-9-15-15,21 9-4 16,0 9-8-16,0 2-5 16,-1 2-11-16,5 3-2 0,2 2 0 15,3-1-2-15,4 0 2 16,2 2-1-16,4-2-1 16,0 0 1-16,4-4-4 15,5-1-13-15,4-5 2 0,0-4 3 16,1-3 9-16,-1 0 1 15,3-8 3-15,-3-5 0 16,-2-4 1-16,-1-3 0 16,-4 3 2-16,-1-3 3 15,-3 6 4-15,-2 1 8 16,0 7 2-16,0 5-1 0,0 1-9 16,-2 0-9-16,2 11-3 15,0 6 0-15,0 2 0 16,6 2 1-16,4 0 0 15,1 1 0-15,-1-2-1 16,5-2 1-16,-1-4-22 0,3-4-19 16,-2-4-5-16,1-2-18 15,-3-4-36-15,1-1 5 16,-6-10-31-16</inkml:trace>
  <inkml:trace contextRef="#ctx0" brushRef="#br0" timeOffset="-154786.3">8472 16338 278 0,'0'0'54'0,"0"0"47"0,0 0-46 0,0 0-26 0,0 0-27 16,0 0 2-16,0 0 14 15,25 57 2-15,-14-22-7 16,3 5-6-16,-1 0-5 15,3-1 0-15,-5-1-1 16,0-3-1-16,1-6 0 0,-2-7 1 16,-3-3-2-16,0-9 1 15,-5-3 0-15,0-6 0 16,-1-1 1-16,1 0 6 16,-2-11 16-16,0-5-12 15,2-2-10-15,0-1-1 0,2-2 1 16,3 7 0-16,0 1-1 15,4 7-1-15,2 6-1 16,3 0 1-16,0 0-1 16,2 6 1-16,-1 5 0 0,1 4 1 15,-2 1-1-15,-3 1-3 16,-2 2-36-16,-1 0-4 16,-3-1-20-16,-3-2-67 15,-4-5-15-15</inkml:trace>
  <inkml:trace contextRef="#ctx0" brushRef="#br0" timeOffset="-154511.72">8783 16458 79 0,'0'0'403'0,"0"0"-371"0,0 0 0 16,-25-36-13-16,23 33-14 0,0 3-4 15,2 0-1-15,0 4-2 16,0 6 1-16,0 3-4 16,4 4-36-16,6-1-32 15,1-3-61-15,1-4-49 16</inkml:trace>
  <inkml:trace contextRef="#ctx0" brushRef="#br0" timeOffset="-153828.59">9065 16520 439 0,'0'0'6'0,"0"0"2"16,0 0-8-16,-28 47 1 15,16-26 8-15,0 6-1 16,1 2 7-16,4-1-8 16,3-1-5-16,2-1-1 0,2-2 0 15,2-5-1-15,9-3 0 16,5-6 0-16,1-6 1 16,4-4-1-16,1 0-2 15,-4-5 1-15,-2-8 1 16,-3-4 0-16,-3-1 1 0,-6-2-1 15,-4-3-1-15,0 6-8 16,-12 0 4-16,-5 1 1 16,-2 4 2-16,-3 1 1 15,2 4 0-15,0 0 1 16,3 1 0-16,5 2 0 0,5 3 2 16,3-2 4-16,4 3 2 15,2-1-4-15,11 1-2 16,5 0-2-16,5 0 3 15,6 0 0-15,0 0-1 0,0 5-1 16,-1 2 1-16,-3 0-1 16,-2 3-1-16,-3 1 0 15,-5-2 1-15,-4 4-1 16,1-2 0-16,-5 2 0 16,-1-2 0-16,-4 1 0 0,-2-2 0 15,0-2 0-15,0-1 0 16,0-1 1-16,-6-3-1 15,1-3 1-15,-3 0 1 16,0-3 11-16,4-10 15 16,-2-2-5-16,6-4-1 15,0-1-1-15,8-1-10 0,8 4-6 16,0 1-3-16,4 6 1 16,2 6 0-16,-2 4-2 15,-2 2-1-15,0 9 2 16,-2 2-2-16,-3 5 0 15,-1 1 0-15,-4 1 0 0,-1-2-3 16,0 1-23-16,-3-4-44 16,-3-8-64-16,2-4-205 15</inkml:trace>
  <inkml:trace contextRef="#ctx0" brushRef="#br0" timeOffset="-150691.34">10021 16158 141 0,'0'-6'35'0,"0"-1"25"0,-4 2-16 0,2-1 9 16,-1 4-6-16,3 2-9 16,-4 0-19-16,2 5-13 0,2 10-4 15,0 9 2-15,0 6 5 16,0 4 7-16,0 6 2 16,4 4-7-16,0 1-7 15,1 4-3-15,-3-1 0 16,-2-3 0-16,0-6-1 15,0-6 1-15,0-9-1 0,0-9 1 16,-4-12 0-16,1-3 15 16,1 0 39-16,-2-6-45 15,-2-11-5-15,3-4-1 16,-1-5-1-16,1-5-1 16,3-3-1-16,0-4 0 15,0 1 0-15,7 2-1 0,2 2 0 16,4 4 0-16,1 8 1 15,1 4-2-15,4 6 1 16,1 6 0-16,1 5-1 16,0 0 1-16,0 10 0 0,-2 6 0 15,-1 5-1-15,-3 1 2 16,-1 2-1-16,-3 0-1 16,-2 1 1-16,0-1-2 15,-4-2 2-15,-1-1 0 16,-4-1 1-16,0-6-1 0,0-2 0 15,0-5 0-15,-6-3 1 16,1-4 0-16,-5 0 0 16,2-10 0-16,1-5-1 15,-1-4 1-15,2-7 0 16,4-4 0-16,2-1 1 16,0 0 0-16,12 0-2 0,1 4 0 15,5 4 0-15,0 9 0 16,2 4-1-16,-1 9 1 15,0 1 0-15,-1 8 0 16,-1 9-1-16,-3 2 1 16,-1 3-1-16,-3 2 2 0,-4-1-1 15,1 0 0-15,-3-2 1 16,-1-2-1-16,3-1 0 16,-1-1 0-16,0-3 0 15,1 0-3-15,-1-4-7 16,3-1-3-16,2-5-1 0,-2-3 0 15,5-1 1-15,-1-5 5 16,1-11 7-16,-1-2 0 16,1-5 0-16,-2 0 1 15,-2 1-1-15,-2 3 1 16,-3 4 2-16,-4 3 0 0,0 5 18 16,0 4 5-16,0 3-7 15,0 0-11-15,-2 10-6 16,0 8 1-16,0 3 6 15,2 4-1-15,0 1-5 16,0-1-1-16,8-2 0 0,1-3-1 16,5-3-2-16,-1-3-23 15,3-7-38-15,-1-7-46 16,1 0-68-16</inkml:trace>
  <inkml:trace contextRef="#ctx0" brushRef="#br0" timeOffset="-150486.45">10685 16087 406 0,'0'0'1'0,"0"0"3"0,0 0-4 0,0 0-9 16,0 0-25-16,0 0 22 15,0 0-21-15,0 0-12 16,0 0-20-16,2 40-88 15</inkml:trace>
  <inkml:trace contextRef="#ctx0" brushRef="#br0" timeOffset="-150099.55">10748 16520 204 0,'0'0'68'16,"0"0"-22"-16,0 0-11 15,0 0 2-15,0 0-9 16,0 0 7-16,0 0 18 16,2 31-22-16,-4-39-14 0,0-5-4 15,2-3-5-15,0-2-3 16,0-3 0-16,0-2-3 16,2 4-1-16,6 2-1 15,4 3 1-15,1 5-1 16,4 6 0-16,2 3 0 15,1 0-1-15,3 9 1 0,-6 7 1 16,-1 0-1-16,-3 2 0 16,-4 1-1-16,-4-1 1 15,-3-2 0-15,-2 0-2 16,-2-1-6-16,-10-2-15 16,-1-2-2-16,-7-1 6 0,-1-4-6 15,4-1-6-15,-5-3-5 16,6-2-28-16,3 0-20 15,6-4 8-15,3-7-31 16</inkml:trace>
  <inkml:trace contextRef="#ctx0" brushRef="#br0" timeOffset="-149815.18">11192 16318 298 0,'0'0'36'0,"0"0"34"0,0 0-50 15,0 0-8-15,-38-1 8 16,21 12 12-16,-5 4-2 0,5 3-3 16,0 0-9-16,3 2-6 15,3 3-5-15,7-2-4 16,4 3-1-16,2-4-2 15,4-1 0-15,9-5 0 16,4-1-6-16,3-6-14 0,3-6-12 16,2-1-8-16,-1-4-3 15,1-10-27-15,-4-7-50 16,-3-5-16-16</inkml:trace>
  <inkml:trace contextRef="#ctx0" brushRef="#br0" timeOffset="-149606.16">11313 16043 448 0,'0'0'6'15,"0"0"62"-15,0 0-59 16,-19 48 3-16,19-11 6 0,2 8-2 16,6 1-8-16,1-1-2 15,1-2-3-15,0 1-2 16,1-4-1-16,-1-5 0 15,-2-1-22-15,3-8-52 0,1-8-18 16,-3-8-84-16</inkml:trace>
  <inkml:trace contextRef="#ctx0" brushRef="#br0" timeOffset="-148471.6">11713 16344 391 0,'0'0'44'0,"0"0"-7"16,0 0-2-16,0 0-12 16,0 0 2-16,-58-19-4 15,34 24-6-15,-1 6-5 16,-2 2-1-16,3 2-2 15,4 2-4-15,4 2-1 0,3 1-1 16,5 0-1-16,6-2 0 16,2-1-1-16,2 0 1 15,10-4-5-15,3-4-4 16,4-5-3-16,3-4-1 16,2 0 6-16,-1-13 2 0,-1-4 3 15,-4-4 3-15,-4-2-1 16,-3 4 2-16,-5 1-2 15,-4 1 4-15,-2 6 7 16,0 2-2-16,-6 6-3 16,-1 1-2-16,-2 2-1 0,0 0-2 15,2 5 0-15,5 6 0 16,2 2-1-16,0 0 0 16,0 1 0-16,12 1 1 15,1 0 0-15,5-1-1 16,-1-2 1-16,2-2-1 0,-2-3 0 15,2-4-1-15,1-3 1 16,-3 0 1-16,-1-5-1 16,-1-9-1-16,-4-2 3 15,1-4-2-15,-1-3 0 16,-5 1 1-16,4 1-1 0,-4 4 0 16,1 2 0-16,-1 4 0 15,4 4 0-15,-1 7 0 16,2 0 0-16,1 0 0 15,0 12-1-15,2 2 1 16,-3 1 0-16,-2 4 0 16,-1-1 0-16,0 1 1 0,-1-2-2 15,-1-2 1-15,-2-2-1 16,-1-2 2-16,-1-3-4 16,3-3-3-16,-3-2 1 15,0-3 5-15,1 0 0 16,1-3 1-16,2-8-1 0,-1-5 1 15,4-2-1-15,2-1 1 16,2-2 1-16,1 3 1 16,-1-1 0-16,3 5-3 15,-1 2 1-15,-1 4-1 0,-1 5 0 16,-1 3 1-16,-1 0-1 16,-2 3 0-16,2 7 0 15,-6 4 1-15,3 2-1 16,-4-2 1-16,1 5-1 15,-1-3 0-15,1-1 0 16,-4 0 0-16,3-2 0 0,-2 0 0 16,-2-5 0-16,0-1-1 15,2-2-1-15,-2-2 1 16,0-3 1-16,0 0 1 16,0-3 0-16,0-6 0 15,-4-4-1-15,1-2 0 0,3-2 1 16,0-2 0-16,5 1 1 15,10-2 2-15,4 4 0 16,7-1-1-16,1 4-2 16,-1 2 1-16,3 4 0 15,-4 6-1-15,-5 1 2 0,-2 0 0 16,-4 11 2-16,-6 2-2 16,-1 2-2-16,-2 2-1 15,-5-1 0-15,0 4 1 16,0-4-1-16,0-2 0 15,0 1-15-15,0-5-9 0,0 0-37 16,0-5-32-16,0-5-23 16,0 0-78-16</inkml:trace>
  <inkml:trace contextRef="#ctx0" brushRef="#br0" timeOffset="-148314.12">12415 16222 19 0,'-2'-13'407'0,"2"0"-404"0,0 5-1 0,2 4-4 15,5 4-49-15,6-1-8 0,-2-1-32 16,3-3-63-16</inkml:trace>
  <inkml:trace contextRef="#ctx0" brushRef="#br0" timeOffset="-148025.36">12779 16016 458 0,'0'0'4'0,"0"0"37"16,0 0-9-16,-38-21-18 16,12 38-7-16,-3 7 18 0,-1 8 2 15,4 7-8-15,8 9-6 16,2 2-3-16,8 1-4 15,7 2 0-15,1 1-3 16,0-1-2-16,1 0 0 16,5-3-2-16,0-1-2 0,-1-4-14 15,-1-6-5-15,-1-5-4 16,-3-7-27-16,0-7-25 16,0-7-35-16,-8-7-100 15</inkml:trace>
  <inkml:trace contextRef="#ctx0" brushRef="#br0" timeOffset="-147758.95">12532 16500 306 0,'0'0'125'0,"40"-44"-80"15,-16 26-10-15,3 5-1 16,0 6-17-16,-2 1-3 15,-3 5 0-15,0 1-3 16,-4 1-4-16,-4 10 1 16,-2 6-5-16,-2 1 0 0,-3 3-2 15,-1 1 0-15,0 0 0 16,-4-1-2-16,4 0-14 16,-4-5-27-16,0-2-39 15,-2-8-30-15,0-2-101 0</inkml:trace>
  <inkml:trace contextRef="#ctx0" brushRef="#br0" timeOffset="-147644.84">12804 16302 337 0,'0'0'30'16,"18"-50"-30"-16,-4 34 2 15,-1 9-22-15,0 5-112 16,-4 2-72-16</inkml:trace>
  <inkml:trace contextRef="#ctx0" brushRef="#br0" timeOffset="-147292.46">12972 16463 288 0,'0'0'192'0,"0"0"-166"16,0 0-12-16,0 0 11 15,39-4 11-15,-25-4-12 16,-1 0-8-16,3 1-8 16,0-4-5-16,0 4-3 15,-4-2 1-15,1 2-1 0,-5 0 1 16,-8 3-1-16,0 1 1 16,-4 3 0-16,-12 0-1 15,-1 0 1-15,-2 3-1 16,-4 7 1-16,4 3 0 15,3 3-1-15,3 3 0 0,7 0 0 16,6 0-1-16,0-2 1 16,15-1 0-16,7-2-17 15,9-4-8-15,3-3-10 16,4-4-41-16,4-3-13 16,1-3-84-16</inkml:trace>
  <inkml:trace contextRef="#ctx0" brushRef="#br0" timeOffset="-146873.42">13481 16404 360 0,'0'0'30'0,"-49"0"3"16,24 10-13-16,1 6-10 16,2 1 2-16,5 3-2 15,6 0-4-15,7-1-3 16,4-1-2-16,0-2 0 0,7-4 0 15,4-1-1-15,5-6 0 16,-1-5-5-16,3 0-2 16,-3-9 5-16,0-7 3 15,-1-7-1-15,-1-5 0 16,-1-8 4-16,-2-4-1 0,-1-11-2 16,-1-5 0-16,-5-6-1 15,0 1 0-15,-2 2 1 16,-1 7 1-16,0 13 7 15,-1 15 24-15,-5 18 0 16,-3 11-10-16,1 25-21 0,0 16 1 16,2 11 12-16,4 4 0 15,2 0-7-15,2-2-2 16,6-9-3-16,6-2-2 16,0-9 0-16,1-4-5 15,3-6-33-15,-2-8-60 16,2-11-69-16</inkml:trace>
  <inkml:trace contextRef="#ctx0" brushRef="#br0" timeOffset="-145827.43">14045 16246 205 0,'0'0'48'0,"0"0"36"0,18-44-25 0,-14 32-17 15,-4 1-9-15,0 4 0 16,-2 1-5-16,-10 4-5 15,-6 2-6-15,-6 2-5 16,-3 10 2-16,-4 3-2 16,0 5 0-16,1 4-3 0,1 0-2 15,5 2-3-15,4 0-2 16,4-1-2-16,7 1 2 16,5-4-2-16,4-2 0 15,0-1-2-15,11-3 2 16,7-5-3-16,2-7-4 0,6-4-4 15,-1 0 3-15,2-10 4 16,-4-6 2-16,-2-6 2 16,-4-2 0-16,-4-6 0 15,-2-1 0-15,-7-1-1 16,-3 3 1-16,-1 3 0 0,0 3 1 16,-5 11 0-16,-7 4 4 15,2 8 2-15,1 3-4 16,-1 13 0-16,4 5 1 15,1 3 0-15,4 2-2 16,1-3 0-16,0 1 0 16,8-3 0-16,6-4 0 0,-1-1-1 15,3-1-1-15,2-6 0 16,2-2 0-16,-1-6 0 16,4-1 0-16,0-4 1 15,1-9-2-15,1-6 2 16,-1-3-1-16,-1-3 1 0,2-2-1 15,1 1 0-15,-1 2 0 16,-4 5-1-16,2 8 1 16,-5 10 0-16,2 1 0 15,-6 15 0-15,-1 8 0 16,-4 4 1-16,0 0 0 0,-8-3-1 16,-1 0 1-16,0-7 1 15,-12-1-1-15,-3-5-1 16,-4 2 0-16,-6-6 1 15,-1-2-8-15,-1-1-16 16,-2-4-28-16,2 0-45 0,5-4-56 16</inkml:trace>
  <inkml:trace contextRef="#ctx0" brushRef="#br0" timeOffset="-143147.42">15228 15742 144 0,'2'-3'44'0,"-1"0"-1"0,-1 0 0 0,1 0-8 16,-1 2 15-16,0 1-16 15,0 0-8-15,0 0-7 16,0 0-6-16,0 0-6 15,0 0-1-15,0 0 4 0,0 0 2 16,0 0-2-16,-1 4 2 16,0-1-1-16,1 0 1 15,0 1-3-15,0 3 1 16,-2 0-1-16,1 2 0 16,0 8 0-16,1 4-1 0,0 5 1 15,0 5 3-15,0 6-2 16,0 1 2-16,0 3-7 15,0-1-4-15,0-3 0 16,0-1-1-16,0-4 0 16,0-6 0-16,0-5 1 0,1-4-1 15,0-3 0-15,1-5 0 16,-1-1-5-16,0-5-14 16,1-3-17-16,0 0-16 15,0 0-8-15,1-5-49 0,0-9-48 16</inkml:trace>
  <inkml:trace contextRef="#ctx0" brushRef="#br0" timeOffset="-142710.49">15419 15759 172 0,'0'0'31'0,"0"0"21"0,0 0-5 15,0 0 11-15,0 0-10 0,0 0-6 16,0 0-19-16,0 0-19 15,0 0 7-15,0 0 12 16,-4 38 3-16,4-8 0 16,-3 6-1-16,3 3-6 15,0 3-6-15,0 1-6 16,0 0-2-16,3-3-2 0,-3-3-2 16,0-6 0-16,2-7-1 15,1-4 1-15,0-4 0 16,0-8-2-16,-1-1-16 15,0-3-15-15,-2-3-25 0,0-1-10 16,0 0 10-16,-9-5-96 16</inkml:trace>
  <inkml:trace contextRef="#ctx0" brushRef="#br0" timeOffset="-142182.08">14870 15706 129 0,'0'0'55'0,"0"0"-24"0,0 0 18 16,0 0-18-16,0 0 6 0,0 0 14 15,0 0-17-15,0 0-16 16,0 0-7-16,0 0 13 15,45 0 1-15,-1-6-7 16,9-1-1-16,12-4-3 16,6-2-4-16,5-1-1 15,3 0-2-15,-2 0 0 0,-2-1-2 16,-12 4 1-16,-7-1 2 16,-8 4-3-16,-13 0-2 15,-9 3-2-15,-6 1 0 16,-10 1 0-16,-5 1 0 0,-5 2 0 15,0 0-2-15,-9 0 0 16,-3 0 1-16,-3 2-4 16,1 5-33-16,1-2-20 15,2-3-58-15,3-2-79 16</inkml:trace>
  <inkml:trace contextRef="#ctx0" brushRef="#br0" timeOffset="-140682.65">15513 16270 106 0,'0'0'73'0,"0"0"-21"0,0 0-5 0,0 0-2 15,0 0 12-15,0 0-14 16,0 0-8-16,0 0-3 16,0 0-4-16,0 0-6 15,0 0-6-15,0 0-6 16,0 0-1-16,0 0-5 0,0 0 1 16,0 0 1-16,0 0 6 15,0-3 1-15,0 0-9 16,2-2-3-16,1-2 1 15,3 0-2-15,1-1 1 16,4 0-1-16,2-1 0 16,1 2 0-16,3 2 1 0,2-1-2 15,0 5 1-15,0 1 1 16,-1 1-1-16,-1-1 0 16,-1 11 0-16,-3 2 0 15,-2 1-1-15,-5 3 2 16,-4 3-1-16,-2 3-1 0,0-1 0 15,-14 3 1-15,-2 0-3 16,-6-2-2-16,-1 1 4 16,-4-3 0-16,1-1 0 15,4-4 0-15,4-2 3 16,4-5-2-16,4-4 0 0,6 0 0 16,2-4 1-16,2 0-1 15,4-1 1-15,13 0 0 16,5-2 0-16,8-5 0 15,7-2 0-15,1-1-2 16,2 0 2-16,-4 0-1 0,2 3 0 16,-8 0-10-16,-4 1-68 15,-9-3-32-15,-3 0-132 16</inkml:trace>
  <inkml:trace contextRef="#ctx0" brushRef="#br0" timeOffset="-139531.78">15692 15422 108 0,'0'0'25'0,"0"0"18"15,0 0-8-15,0 0-8 0,0 0 5 16,0 0-3-16,0 0 2 16,0 0 2-16,0 0-6 15,0 0-4-15,0 0 0 16,0 0-5-16,0 0-2 16,0-34-4-16,0 34-4 0,9-4 0 15,6 2-2-15,6-3-2 16,8-2 0-16,10 0 2 15,5-1-1-15,6 0 1 16,4-1 0-16,2 2 1 16,-5 1-1-16,-2 0-1 0,-3 3-2 15,-6 1 0-15,-5 1 1 16,-5 1-2-16,-4 0 0 16,-8 0 0-16,-3 6-1 15,-5 0 0-15,-4 2 0 16,-4 0-1-16,1 2 2 0,-3 4-1 15,0 3 1-15,-3 5 1 16,-4 3 1-16,3 5 3 16,-2 6 1-16,2 5-3 15,3 7 3-15,1 8 0 16,0 8 1-16,0 5-3 0,0 7-2 16,7 6 0-16,0 4 0 15,4-1-3-15,2-3 1 16,-2-4-1-16,3-3-1 15,-1-5 1-15,-3-4 0 16,0-5-1-16,-1-3 1 0,-5-2 0 16,-3-4-1-16,-1-6 1 15,0-4-1-15,0-6 2 16,-1-5-2-16,-5-7 2 16,2-8-1-16,1-3 0 15,1-6 3-15,2-4-1 16,-2-2 0-16,2-1 1 0,-2 0 1 15,2 0 1-15,-2 0 2 16,0 0-1-16,-1 0-1 16,0 0-3-16,-5 0-1 15,-1 0-1-15,-3 0 0 0,-3 0-1 16,-8 0 1-16,-8 3 0 16,-6-1 1-16,-11 3-2 15,-9-1 2-15,-6 4-2 16,-5-1 0-16,-1 0-1 15,2 0 1-15,5-2 0 0,8 0 1 16,12-1-1-16,9-1-1 16,12-2 1-16,8 2-1 15,6-2-12-15,7-1-12 16,7 0-28-16,8-1-26 16,10-13-53-16,6-8-146 15</inkml:trace>
  <inkml:trace contextRef="#ctx0" brushRef="#br0" timeOffset="-139032.09">16937 16107 272 0,'-2'0'22'0,"2"0"63"0,0-5-37 0,10 2-24 15,4-1 5-15,6 0 0 16,4 1-10-16,4-1-5 16,2 4-4-16,0 0-6 15,-1 0-2-15,-2 0-2 16,-3 0 0-16,-4 3-15 16,-2 1-33-16,-7-1-24 0,-2-2-57 15,-6-1-19-15</inkml:trace>
  <inkml:trace contextRef="#ctx0" brushRef="#br0" timeOffset="-138808.62">16908 16317 301 0,'0'0'71'0,"0"0"0"0,40 3-24 15,-14-3-2-15,4 0-12 16,3-2-11-16,-2 1-11 16,-1-1-8-16,-4 2-2 15,-3 0-1-15,-4 0-26 16,-4 0-64-16,-5-6-105 0</inkml:trace>
  <inkml:trace contextRef="#ctx0" brushRef="#br0" timeOffset="-104406.63">15420 17740 195 0,'-5'-18'37'0,"-2"0"6"0,0 4 17 0,3 7-13 0,2 7-25 0,2 0-15 0,0 15-8 16,0 7 2-16,2 8-1 0,6 6 5 15,-1 1 8-15,5 4-3 16,0-2-2-16,2 1-5 15,0 0-3-15,0-5 1 16,0 1 0-16,-2-8-2 0,-1-2 2 16,-2-8-2-16,-3-4-14 15,2-6-19-15,-4-7-17 16,-2-1 7-16,2-1 14 16,-1-14-10-16,1-6-36 15</inkml:trace>
  <inkml:trace contextRef="#ctx0" brushRef="#br0" timeOffset="-104141.77">15624 17693 187 0,'0'0'36'16,"0"0"-28"-16,0 0 35 15,0 0 7-15,0 0-9 16,0 0-29-16,0 0 22 15,0 0 1-15,2 54-6 16,8-21-19-16,3 4-5 0,1-1 16 16,1 1-14-16,4-1-6 15,-3-2-1-15,3-2 0 16,-2-4-2-16,-3-3-20 16,-3-5-20-16,-6-4-20 15,-2-5-18-15,-3-5 33 16,-2-5-25-16,-12-1-14 0</inkml:trace>
  <inkml:trace contextRef="#ctx0" brushRef="#br0" timeOffset="-103815.6">15111 17865 322 0,'0'0'5'0,"-16"-38"-1"0,12 19 11 16,4 1 38-16,6 2-31 15,10 0-12-15,9-5 1 16,11-3 7-16,10-2-3 16,12-5-2-16,7-1-3 15,11 0-5-15,0 7-4 0,0 3-1 16,-7 7 2-16,-6 5-1 15,-12 7-11-15,-9 3-27 16,-6 2 3-16,-9-1-35 16,-4 6-3-16,-10-3-3 15,-6 0-108-15</inkml:trace>
  <inkml:trace contextRef="#ctx0" brushRef="#br0" timeOffset="-103565.58">15942 18098 491 0,'0'0'1'0,"0"0"25"15,0 0-25-15,18 65-1 16,-7-23 1-16,-4 4 0 15,-3 7-2-15,-1-3 1 16,-2-2 0-16,2-5-1 16,1-5-19-16,-2-13-66 15,0-16-80-15</inkml:trace>
  <inkml:trace contextRef="#ctx0" brushRef="#br0" timeOffset="-102489.38">18644 15779 212 0,'0'0'3'0,"0"0"1"0,7-39 28 0,-7 35 2 16,0 4-7-16,0 3-9 16,0 12-16-16,0 8 29 15,-2 11 9-15,-2 6-12 16,4 8-2-16,0 8-9 15,0 8 2-15,0 8-8 0,4 3-1 16,0 2-4-16,-3-3-4 16,2-9 0-16,-2-9-1 15,3-15 0-15,-2-9 1 16,0-10-2-16,1-8 1 16,3-6 0-16,-4-3 0 0,2-2-1 15,-2-3 0-15,0 0-1 16,-1 0-18-16,2-2-10 15,-3-8-41-15,0-7-72 16,0-6-120-16</inkml:trace>
  <inkml:trace contextRef="#ctx0" brushRef="#br0" timeOffset="-101609.7">18554 15938 134 0,'0'0'17'0,"0"0"32"0,0 0-18 0,0 0-6 0,0 0-3 15,0 0 2-15,0 0-2 16,0 0 4-16,0 0-4 15,0 0-2-15,0 0-2 16,0-39 3-16,0 38-6 0,0-2-6 16,0 2-4-16,0-1-1 15,0 1-1-15,0-2-1 16,0 1 3-16,3-2-1 16,0-1-1-16,1 0 0 15,2-2-1-15,1-1 0 0,3 0 0 16,1-2 0-16,3-1-1 15,4-1 1-15,5 0-2 16,-1-1 1-16,7-1-1 16,0 3 2-16,3 4-2 15,1 2 1-15,0 3 0 16,1 2 2-16,-2 0-2 0,-6 10 1 16,-1 7-2-16,-5 2 2 15,-4 5-1-15,-3 2-1 16,-9 1 1-16,-3 0 1 15,-1 2 0-15,-2-4 0 0,-11 2 2 16,-4-1 1-16,-3-2 1 16,-7-1-1-16,-6-3 1 15,-1 1-2-15,-6-3-3 16,-4-1 0-16,-3-1-1 16,2-5 0-16,2-1 1 15,6-4-1-15,7-5 0 0,6-1 0 16,11 0-1-16,9-8-15 15,4-8-39-15,4-5-117 16</inkml:trace>
  <inkml:trace contextRef="#ctx0" brushRef="#br0" timeOffset="-99822.49">19382 15787 114 0,'9'-13'2'0,"-5"2"20"0,-1 2 5 0,-3 2-10 15,0 3 4-15,0 1 1 16,-3 2 1-16,-7 1 1 15,-1 0 2-15,-5 0-1 16,-3 10 5-16,-5 4 4 16,-3 7-4-16,0 8-2 0,-3 8-8 15,2 8-1-15,-1 10 1 16,0 8-2-16,4 8-4 16,3 2-6-16,9 3-2 15,9-2-3-15,4-6 0 16,8-7 0-16,10-7-1 0,8-13-1 15,3-7-1-15,3-12-18 16,1-7-23-16,-2-6-17 16,-4-9-35-16,-2 0-57 15</inkml:trace>
  <inkml:trace contextRef="#ctx0" brushRef="#br0" timeOffset="-99389.28">19502 15959 253 0,'0'0'19'0,"0"0"55"0,0 0-29 0,0 0-43 15,0 0 20-15,0 54 21 16,-4-21-11-16,1 5-4 15,2 7-12-15,0 1-9 0,1-1-4 16,0-4-2-16,0-2 0 16,0-8 0-16,1-7-2 15,5-7-7-15,-2-9-13 16,-1-4-13-16,4-4-6 16,-5 0-14-16,2-3-42 0,-3-10-34 15</inkml:trace>
  <inkml:trace contextRef="#ctx0" brushRef="#br0" timeOffset="-99108.83">19657 15960 297 0,'0'0'1'16,"0"0"42"-16,0 0 15 0,0 0-41 15,0 0-7-15,0 0 21 16,26 40 2-16,-26-10-7 16,0 5-7-16,0 5-8 15,0 3-5-15,0 0-3 16,-2-1-2-16,2-3 1 16,0-7-2-16,0-5 1 0,0-7-15 15,2-8-12-15,1-3-10 16,0-6-10-16,-2-3-26 15,-1 0-25-15,0 0-22 16</inkml:trace>
  <inkml:trace contextRef="#ctx0" brushRef="#br0" timeOffset="-98752.59">19278 15989 241 0,'0'0'3'15,"0"0"41"-15,0 0 15 16,0 0-24-16,0 0-11 15,0 0-1-15,53-31 3 16,-15 25 1-16,10 0-3 0,6 1-11 16,6-2-6-16,1 2-5 15,-1-1-1-15,-4 1 0 16,-6 2 0-16,-8 0-2 16,-6 2-6-16,-9 1-29 15,-7 0-34-15,-9 0-58 0,-5-6-105 16</inkml:trace>
  <inkml:trace contextRef="#ctx0" brushRef="#br0" timeOffset="-98071.66">20030 16294 270 0,'0'0'9'0,"0"0"64"0,0 0-48 16,0 0-9-16,0 0 1 0,-42 43 0 15,29-26-5-15,-2 1-5 16,2 1-2-16,0-1-2 16,1-2-1-16,4-3-1 15,0-2-1-15,4-5 1 16,2-2-1-16,2-4 2 15,0 0-2-15,2-1 3 0,5-8-2 16,3-6 0-16,4-3-1 16,1-1 1-16,0-6-1 15,3 1 0-15,-1-2 1 16,-1 2-1-16,-3 2 2 16,1 5 10-16,-8 5 10 0,1 5-2 15,-4 4 0-15,-3 3-10 16,0 3-8-16,0 11 8 15,0 4 7-15,0 3 1 16,-3 1-6-16,-2 3-5 16,2 2-1-16,0 1-3 0,2 1-1 15,0 3 0-15,1 2 0 16,0 2 0-16,-2-1-1 16,2-2-1-16,0-5 1 15,-2-5-1-15,2-3 1 16,0-9-1-16,0-1 0 0,0-4-1 15,0-2-3-15,0-3-18 16,0 0-23-16,-2-1-16 16,-1 0-37-16,-1 0-84 15</inkml:trace>
  <inkml:trace contextRef="#ctx0" brushRef="#br0" timeOffset="-97728.8">19884 16759 363 0,'0'0'51'0,"0"0"-5"0,0 0-29 0,0 0 3 0,0 0 1 15,0 0-4-15,0 0-2 16,0 0-2-16,0 0-7 16,0 0-3-16,0 0 1 15,5 11 4-15,13-11 5 0,7 0-3 16,8-6-4-16,4-4-2 16,5 0-2-16,2-1-1 15,1 0-2-15,-1 2 2 16,-7 2-6-16,-3 0-33 15,-6 1-49-15,-4-4-76 16</inkml:trace>
  <inkml:trace contextRef="#ctx0" brushRef="#br0" timeOffset="-97097.63">20263 15689 206 0,'0'0'13'0,"0"0"48"0,0 0-6 0,0 0-7 16,0 0-13-16,39-17 2 0,-29 17-6 15,3 0-6-15,5 10-2 16,2 9 1-16,8 12 3 16,2 11-2-16,3 14-11 15,-3 15-7-15,-6 16-3 16,-9 9-3-16,-8 6-1 16,-7-1 1-16,-3-6-1 0,-11-10 0 15,-2-18-6-15,-2-11-20 16,-2-12-11-16,0-12-25 15,-4-12-48-15,0-11-149 16</inkml:trace>
  <inkml:trace contextRef="#ctx0" brushRef="#br0" timeOffset="-95784.86">19310 17141 192 0,'0'0'14'0,"0"0"42"0,0 0-6 0,0 0-13 16,0 0-34-16,-11 42 17 15,17-5 25-15,4 13-17 16,2 17 19-16,0 11-20 0,-1 10-9 15,5 4-11-15,-1 3-2 16,-1-7-2-16,0-5-3 16,2-13 1-16,-2-10 0 15,-1-11-1-15,-3-12 0 16,-3-10-1-16,1-8-16 0,-7-7-32 16,-1-9-30-16,0-3-34 15,0-12-15-15</inkml:trace>
  <inkml:trace contextRef="#ctx0" brushRef="#br0" timeOffset="-95172.68">19424 17490 180 0,'0'0'4'0,"0"0"35"0,0 0-7 16,-42-21-11-16,32 18-7 16,0 3 4-16,0-1 1 15,0 1-2-15,3-2-6 16,-1 2 1-16,2 0-2 15,-2 0-2-15,5 0-2 0,-3 0-4 16,3 0-1-16,1 0-1 16,-2 0 0-16,1 0-2 15,1 0-5-15,0 0-11 16,1 0 11-16,1 0 3 16,0 0-1-16,0-3-1 0,0-2 2 15,0-1 2-15,0-1 3 16,3-2-1-16,7-1 0 15,5 0 1-15,9 0 6 16,6-1 14-16,9 4-3 16,5 3-2-16,4 4-3 15,2 0-4-15,-2 11 0 0,-2 6 3 16,-6 4-3-16,-7 2-1 16,-8 1-2-16,-9 3 0 15,-8 0 2-15,-8 0 0 16,-4 0-2-16,-18-1 1 0,-5-1-2 15,-7 0-3-15,-6-3-1 16,-6 0-1-16,2-4 0 16,2-4 0-16,5-4 0 15,7-4 0-15,7-5-5 16,6-1-34-16,12 0-28 0,5-3-9 16,3-11-38-16</inkml:trace>
  <inkml:trace contextRef="#ctx0" brushRef="#br0" timeOffset="-94596.72">20166 17677 316 0,'0'0'6'0,"0"0"16"0,0 0-1 0,-45 13 10 15,24-1 11-15,-4 1-2 16,2 2-14-16,-2 2-10 0,2 2-8 16,2 2-4-16,-1 0-2 15,6 0-1-15,-2-2 0 16,5-2-1-16,1-3 0 15,5-5 0-15,4-5 0 16,3-4 1-16,0-1 0 0,10-9-1 16,4-9 1-16,4-2-1 15,4-3 0-15,0 1 0 16,-2-1 0-16,-1 5 0 16,-5 2 1-16,-2 6-1 15,-3 1 0-15,-5 6 1 0,-3 1 16 16,0 3 7-16,-1 0-7 15,0 0-8-15,0 0-2 16,-1 9 7-16,-4 3 1 16,-1 3-1-16,1 6-4 0,3 3-2 15,0 7-3-15,0 2-2 16,2 2-1-16,0 5-1 16,0-2-1-16,0 2 1 15,4-1-2-15,-2-3 1 16,-1-1 0-16,1-6-10 15,0-3-16-15,-2-7-17 0,1-5-18 16,-1-7-12-16,0-7-52 16,0 0 12-16</inkml:trace>
  <inkml:trace contextRef="#ctx0" brushRef="#br0" timeOffset="-94292.45">19967 18203 303 0,'0'0'8'0,"0"0"17"0,0 0-2 0,0 0 2 16,0 0 4-16,0 0 0 16,0 0-5-16,0 0-4 15,-36 1-6-15,36-1 6 16,0 0 6-16,4 0-6 15,13-7-12-15,7 0 7 0,8-6 10 16,6 2-6-16,6-2-1 16,3 2-8-16,-5 4-5 15,-1 3-3-15,-6 2-3 16,-5 2-18-16,-9-5-62 0,-5-10-99 16</inkml:trace>
  <inkml:trace contextRef="#ctx0" brushRef="#br0" timeOffset="-93296.59">21046 15827 223 0,'0'0'3'0,"0"0"9"0,-13 37 14 0,9-14 0 15,0 6 5-15,2 6 7 16,0 7-3-16,-1 2-11 0,3 6-7 15,0 1-4-15,-1 1-8 16,1-6-4-16,0-6 0 16,0-5 0-16,0-9-2 15,0-8 0-15,0-4-24 16,0-4-30-16,-2-5-15 16,-6-5-11-16,1 0-141 0</inkml:trace>
  <inkml:trace contextRef="#ctx0" brushRef="#br0" timeOffset="-92877.56">20885 15862 251 0,'0'0'2'0,"0"0"2"15,38-43 20-15,-17 33-7 16,4 3-7-16,0 5 0 0,2 2 2 16,-1 0-4-16,0 2-1 15,-1 9-2-15,-4 1 1 16,-2 4 1-16,-1 0-3 15,-4 0 0-15,-1-1-1 16,-8 1-2-16,-1-1-1 0,-4 0 1 16,0 1-1-16,-9-3 1 15,-7 3-1-15,-3-2 1 16,-4 0 0-16,-6 1-1 16,-1-1-1-16,-2 0 1 15,2-1-12-15,3 1-14 0,3-4-6 16,6-2-9-16,4-2-12 15,5-6-62-15</inkml:trace>
  <inkml:trace contextRef="#ctx0" brushRef="#br0" timeOffset="-92130.6">21947 15652 187 0,'0'0'6'0,"0"0"25"0,0 0-16 0,0 0-11 0,-55-5 1 16,30 5 3-16,-8 4 4 15,-1 0-3-15,-4 3-3 16,0 0-1-16,4 0-3 15,0-1 1-15,6 0 1 0,8 1 1 16,4 0 0-16,5 0-3 16,0 3 0-16,8 3-2 15,-1 5 1-15,4 6 4 16,0 6 18-16,0 11 11 16,2 9-12-16,0 7-5 0,1 10-5 15,-2 5-6-15,0 3-2 16,-1-1 2-16,0-7 0 15,0-4 1-15,-5-7-3 16,-1-6 9-16,-1-6 3 16,-3-3-6-16,0-1-1 15,1-6-4-15,-1-4-2 0,1-5-1 16,3-3-1-16,-1-4 0 16,2-3 0-16,2-1-1 15,3-4 0-15,-2-2 1 16,2 0-1-16,0-3 0 0,4-4 0 15,5-1 1-15,4 0-1 16,7 0 2-16,5-8-3 16,4-2 3-16,3-1 0 15,3 0 4-15,-1 0-2 16,1 1-3-16,-6 3-1 0,-2 1 1 16,-6-1-1-16,-2 3 0 15,-3-2-15-15,-3 2-16 16,-5-2-30-16,-2-4-39 15,-3-1-23-15</inkml:trace>
  <inkml:trace contextRef="#ctx0" brushRef="#br0" timeOffset="-91577.46">21952 16000 201 0,'0'0'10'0,"0"0"31"0,0 0-13 16,0 0-5-16,0 0-5 15,0 0 1-15,45-21 1 16,-29 21-2-16,0 0-4 16,3 1-5-16,-4 8-3 15,1 6-2-15,-3 0-1 0,-1 2-1 16,-5 3-2-16,-3 0 1 16,-4 2 0-16,0-1-1 15,-13 0 1-15,-5 0-1 16,-3-1-1-16,-4 0 2 15,-1-2-2-15,0-3-1 0,3-2-21 16,1 0-24-16,8-6-1 16,3-4-2-16,6-3-45 15</inkml:trace>
  <inkml:trace contextRef="#ctx0" brushRef="#br0" timeOffset="-91189.74">22457 15897 148 0,'0'0'48'16,"0"0"0"-16,0 0-16 15,0 0 3-15,-51-5 5 0,24 15 6 16,0 2-9-16,-5 3-2 16,3 4-7-16,2 2-5 15,3 3-6-15,2 3-4 16,6 3-2-16,6 0-4 16,4 0-4-16,6-2 0 0,0 0-1 15,6-4-2-15,10-4 1 16,6-4 0-16,4-2-1 15,3-7 1-15,-2-2-4 16,2-3-19-16,0-2-21 16,-4 0-38-16,-1-9-61 0,-5-7-96 15</inkml:trace>
  <inkml:trace contextRef="#ctx0" brushRef="#br0" timeOffset="-90644.77">22996 15863 83 0,'0'0'67'0,"0"0"-24"0,0 0-26 16,0 0 13-16,0 0 6 16,-49 18 3-16,28-11 9 15,-5 3-4-15,-5 1-13 0,0 3-2 16,3 5-4-16,0 1-3 16,4 5-5-16,5 2-5 15,6 5 0-15,6 0-2 16,6 1-3-16,1 0-3 15,8-2-2-15,9-5-1 0,8-4-1 16,4-1 1-16,6-8-1 16,-2-4 1-16,2-5-16 15,-3-4-4-15,-6 0 1 16,-2 0-5-16,-6-7-21 16,-7-2-19-16,-4-1-29 15,0-2 11-15,-7-2-134 0</inkml:trace>
  <inkml:trace contextRef="#ctx0" brushRef="#br0" timeOffset="-90195.47">22753 16132 168 0,'0'0'28'0,"0"0"25"0,0 0-16 15,0 0 10-15,0 0 9 16,0 0-13-16,0 0-4 16,0 0-13-16,0 0-13 15,0 0-6-15,39-3 6 0,-16-1 2 16,5-2-2-16,4 2-5 16,1-3-2-16,1 1-3 15,-3 2-1-15,-1 0-1 16,-3-1-1-16,-3 3 0 0,-8-1 0 15,-2 3-4-15,-4 0-21 16,-5 0-12-16,-3 0-36 16,-2 0-42-16,0 0-11 15</inkml:trace>
  <inkml:trace contextRef="#ctx0" brushRef="#br0" timeOffset="-89368.04">23472 15794 198 0,'0'0'4'0,"0"0"59"0,0 0-13 0,0 0-24 16,0 0-11-16,0 0 22 15,-7 37-1-15,7-10-2 16,0 6-6-16,0 5-6 16,0 3-9-16,0 2-5 0,0 0-5 15,0-1-2-15,0-4-1 16,0-6 1-16,2-5-1 16,-2-6-2-16,0-7-13 15,0-4-21-15,0-4-27 16,-6-6-50-16,1 0-9 15</inkml:trace>
  <inkml:trace contextRef="#ctx0" brushRef="#br0" timeOffset="-88904.6">23405 15863 274 0,'0'0'1'16,"20"-43"14"-16,-9 24 26 16,4 4-9-16,1 3-5 0,1 4-4 15,2 4-6-15,1 4-3 16,-1 0-8-16,2 4-4 16,-4 7-1-16,-2 5-1 15,-1 2 0-15,-6 2 0 16,-3 0 0-16,-5 2 0 15,0-1 0-15,-3-1 0 0,-13-3 0 16,-2 1 0-16,-3-2 0 16,-3-2 0-16,1-1-1 15,1-1 1-15,1-4 0 16,6 0 0-16,5-1 0 16,1 0 0-16,9-2 1 0,0 2-2 15,9-2 2-15,7 4 0 16,7-1 2-16,1 4 10 15,5-1 0-15,-1 3-6 16,-2 0-4-16,-2 1-1 0,-4 0-2 16,-5-2 0-16,-2-2 0 15,-3-1-4-15,-3 0-15 16,-3-3-23-16,-1-2-42 16,-3-1-6-16,0-4-80 15</inkml:trace>
  <inkml:trace contextRef="#ctx0" brushRef="#br0" timeOffset="-88471.21">23811 16200 258 0,'0'0'37'0,"0"0"8"0,0 0 1 15,28-46-12-15,-23 34 1 16,2 4-6-16,-3-1-9 0,2 3-7 16,0 2-6-16,3 3-5 15,-1 1-2-15,2 0 0 16,-2 4 2-16,2 7-2 16,1 1 0-16,-2 3 0 15,-1 2-2-15,-2 2 4 16,-6 1-4-16,0 1-3 0,-9 0-5 15,-7 2-3-15,-4-2 4 16,-3-1-10-16,-1-1 13 16,1-5-2-16,3 0 6 15,7-4 0-15,0-3 2 16,12-1-1-16,1-3 1 0,1-1 0 16,15-2 1-16,6 0-1 15,4 0 1-15,5-3 1 16,4-3-1-16,4 0-1 15,-2 0 1-15,-2-1-1 0,-4 2-2 16,-7-1-54-16,-5-1-78 16,-6-6-129-16</inkml:trace>
  <inkml:trace contextRef="#ctx0" brushRef="#br0" timeOffset="-88100.68">24176 15730 289 0,'0'0'3'0,"0"0"46"0,0 0 27 0,0 0-60 15,0 0-4-15,-25 50 31 16,16-12-3-16,-1 9-16 16,0 4-9-16,1 6-6 0,-2 4-5 15,-1 2-3-15,0 2 0 16,1-4-1-16,1-3-4 15,0-5-28-15,1-6-24 16,1-9-38-16,-1-8-21 16,3-9-32-16</inkml:trace>
  <inkml:trace contextRef="#ctx0" brushRef="#br0" timeOffset="-87708.39">24378 16089 239 0,'0'0'12'0,"0"0"48"0,0 0 16 15,0 0-31-15,0 0-39 16,0 0 18-16,0 0 10 16,11 51-7-16,-11-23-11 15,0 2-8-15,0-1-5 16,0 3-2-16,0-4-1 0,3-1 0 15,-1-7-1-15,1 0-21 16,1-6-24-16,-2-7-23 16,-2-2-21-16,3-5 4 15,0 0-47-15</inkml:trace>
  <inkml:trace contextRef="#ctx0" brushRef="#br0" timeOffset="-87431.44">24529 16078 295 0,'0'0'3'15,"0"0"37"-15,0 0 29 16,0 0-58-16,0 0 31 16,0 0 2-16,9 59-6 15,-7-30-13-15,-1 1-8 0,3 1-9 16,2 1-5-16,-2-4-2 15,1 0 0-15,2-5-1 16,-4 0-17-16,1-7-13 16,0-3-25-16,-4-5-41 15,0-5-21-15,0-3 24 0</inkml:trace>
  <inkml:trace contextRef="#ctx0" brushRef="#br0" timeOffset="-87110.38">24313 16073 270 0,'0'0'5'16,"0"0"53"-16,0 0 1 15,0 0-24-15,0 0 0 16,0 0-2-16,0 0 5 16,0 0-16-16,0 0-13 0,40-17-1 15,-2 11 2 1,9-1-3-16,4-2-5 0,3 2-1 16,-1-1-1-16,-4 0 2 15,-2 3-2-15,-9 1-6 16,-7 2-28-16,-6 2-13 15,-12 0-44-15,-6 0-64 0</inkml:trace>
  <inkml:trace contextRef="#ctx0" brushRef="#br0" timeOffset="-86815.45">24795 16388 190 0,'0'0'150'0,"0"0"-66"16,0 0-23-16,0 0-28 15,0 0-21-15,0 0 20 16,6 40-6-16,-6-19-7 0,0 3-11 15,0 3-4-15,2 0-4 16,3 1 0-16,0-2 0 16,1-3-25-16,1-5-47 15,0-9-90-15,2-5-39 16</inkml:trace>
  <inkml:trace contextRef="#ctx0" brushRef="#br0" timeOffset="-85832.71">25002 15584 214 0,'0'0'25'0,"0"0"31"0,0 0-18 16,0 0 18-16,0 0-8 16,0 0-14-16,47-1-30 15,-17-2 6-15,10-2 0 0,1 2-4 16,1-1 0-16,-1 0-2 16,-2-1-3-16,-4 3 1 15,-3-1-1-15,-5-1 1 16,-5 3-2-16,-6 1 4 15,-4 0 1-15,-4 0 4 16,-4 0-3-16,-2 8-2 0,-2 1 1 16,0 8 6-16,0 4 0 15,-4 7 1-15,-5 8 2 16,-2 8-2-16,2 10-1 16,-3 8-2-16,4 8-2 0,3 4-2 15,3 2-4-15,2 1 2 16,0-6-2-16,0-5 0 15,0-6-1-15,0-4 3 16,2-8 3-16,-1-2 0 16,-1-6-1-16,0-1-2 0,0-9 0 15,0-2 0-15,0-5 1 16,0-6-1-16,-3-4 0 16,3-3 3-16,-2-3-4 15,0-1 0-15,2-1 0 16,0-2-1-16,0-1 0 0,0 0-1 15,0 0 1 1,0-1-1-16,0 1 1 0,0-2-1 16,0 3 0-16,-3-2 0 15,2 2 1-15,0 0-1 16,-2 1 1-16,0 0-1 16,-6 1 2-16,-2 0-1 0,-5 5 3 15,-8-3 1-15,-8 2-3 16,-10 3-1-16,-5 0-1 15,-11 1-1-15,-9-5-30 16,-9-8-98-16,-6-11-326 16</inkml:trace>
  <inkml:trace contextRef="#ctx0" brushRef="#br0" timeOffset="-84325.97">20926 17328 261 0,'0'0'8'0,"0"0"49"15,0 0 1-15,0 0-42 0,0 0-14 16,0 0 37-16,5 51 3 16,-3-14-13-16,0 9 0 15,0 6-9-15,0 8-1 16,1 1-8-16,1 0-5 16,0 1-4-16,-3-9-2 0,2-6 1 15,1-10-1-15,-2-9 0 16,0-8 0-16,-2-5 0 15,2-7-2-15,-2-4-27 16,0-4-16-16,0 0-17 16,0-6-20-16,0-11-110 0</inkml:trace>
  <inkml:trace contextRef="#ctx0" brushRef="#br0" timeOffset="-83788.63">20886 17433 212 0,'0'0'4'0,"0"0"8"16,0 0 17-16,0 0-7 0,0 0 6 15,0 0 2-15,0 0 2 16,0 0-5-16,0 0-11 16,-28-8-4-16,26 6-1 15,0-1 1-15,2-1-1 0,-2 1-2 16,2-2-5-16,0-2 0 15,0-2-3-15,5 2 1 16,7-3 0-16,3 2-1 16,7 0 0-16,2 3 1 15,6 2 0-15,3 1 0 0,3 2 0 16,0 0-1-16,-1 9 1 16,-5 2 0-16,-4 3-2 15,-5 5 0-15,-4-2 0 16,-9 4 0-16,-2-3 1 15,-6 1 0-15,0 1-2 0,-14-4 3 16,-8 1-2-16,-2-2 0 16,-5 1 0-16,-3-2 1 15,-2-2-1-15,2-1-1 16,3-4-19-16,4-1-19 16,8-5-25-16,7-1-30 15,10-11-46-15</inkml:trace>
  <inkml:trace contextRef="#ctx0" brushRef="#br0" timeOffset="-82863.16">22008 17213 234 0,'0'0'30'16,"0"0"14"-16,0 0-28 0,0 0-3 0,-40 6 16 15,20-1-4-15,-3 1-8 16,-4 0-8-16,0-1-3 16,-4 1-3-16,-3 1 0 15,1-1-3-15,-2-2 1 16,3-1-1-16,3 0 1 0,4 0-1 15,3-2 1-15,7-1-1 16,6 3 1-16,0-2-1 16,6 2 1-16,1 1-1 15,2 2 0-15,0 5 2 16,0 5 5-16,2 7 12 16,3 6-5-16,4 9-2 0,-6 7 6 15,1 10-4-15,-2 7-2 16,-2 10 1-16,0 9 7 15,0 4-12-15,-4 2-7 16,-1 1 3-16,-5-4-2 16,4-5-1-16,-2-8 2 0,3-7-1 15,-4-7 1-15,4-7 0 16,-3-8 0-16,3-8-1 16,1-7 1-16,0-8-1 15,1-6 1-15,2-5-2 0,1-5 1 16,0-2 0-16,0-1 5 15,0 0 9-15,0 0 1 16,0 0-5-16,0 0-4 16,0 0-7-16,0 0-1 15,0-2 1-15,0 0-1 0,1 2 0 16,4 0 0-16,-1 0 0 16,2 0 0-16,5 0 1 15,1 0-2-15,5 0 1 16,4 0 0-16,8 0 0 15,4 3 1-15,8 0-1 16,3 1 0-16,2-1 0 0,2 0 0 16,-2-2 0-16,2 1 0 15,-6-2 0-15,-2 1 0 16,-4-1 1-16,-2-3-1 16,-7 0 1-16,-8-2-1 15,-2 0 0-15,-7 1 0 0,-3 1 0 16,-5-1 0-16,-2 1-8 15,0-1-26-15,-2-5-63 16,-4-5-103-16</inkml:trace>
  <inkml:trace contextRef="#ctx0" brushRef="#br0" timeOffset="-81610.98">24324 17193 219 0,'0'3'21'0,"0"-3"-19"0,0 0 0 0,3 0 16 0,8 0 17 16,5 0-2-16,5 0 1 16,5 0-9-16,6 0-7 15,6-4-2-15,4-1-5 0,-1-1 1 16,3 0-5-16,-3-1 2 15,-2 1-2-15,-5 0 1 16,0-1 2-16,-12 4-2 16,-2 1-4-16,-6 0 1 15,-3 2-2-15,-6 0-2 16,-2 0 0-16,0 3 0 0,-1 6-1 16,-2 4 1-16,0 6 3 15,2 5 7-15,0 9 1 16,1 11 0-16,4 9 2 15,-1 10-1-15,3 8-2 0,0 11 1 16,1 4 1-16,0 2-3 16,-1 2-1-16,-1 0-5 15,0-3-2-15,-3-6-1 16,0-6-1-16,-2-7 1 16,-1-8-1-16,-2-9 2 15,0-7-3-15,0-9 2 0,0-8-1 16,-2-6 1-16,-2-7 2 15,2-7-1-15,-1-3 2 16,2-1 5-16,0-3 3 16,-1 0 2-16,-5 0-5 0,0 0-4 15,-4 0-3-15,-5 0-1 16,-7 0 0-16,-6 0 0 16,-7 1-1-16,-9 5 0 15,-7 1 0-15,-3 1 0 16,-6 1 0-16,-3 0 0 15,1 1-19-15,-2-3-32 0,3-7-56 16,1 0-123-16</inkml:trace>
  <inkml:trace contextRef="#ctx0" brushRef="#br0" timeOffset="-80791.46">22271 17655 245 0,'0'0'47'0,"0"0"13"0,0 0 9 15,0 0-15-15,0 0-15 16,0 0-8-16,0 0-8 16,0 0-7-16,0-43-5 15,3 33-3-15,8 1-3 0,0 2-4 16,8 1 0-16,4 1-1 16,4 4 1-16,2 1-1 15,1 1 0-15,-1 10 0 16,-2 4 0-16,-3 6 0 15,-10 3 0-15,-3 8-1 16,-9 3 0-16,-2 6 1 0,-18 3-1 16,-4-4 0-16,-4 4 1 15,-2-7-8-15,0-6 3 16,3-5 3-16,2-9-2 16,6-4 3-16,7-4 2 15,8-6-1-15,2-1-1 0,10-2 1 16,15 0 0-16,5-2 0 15,14-6 4-15,6-3 3 16,7-1-3-16,4 1-2 16,0-2-1-16,-4 4 0 0,-5 1 0 15,-9 4-6-15,-6-1-44 16,-10-1-40-16,-5-6-96 16</inkml:trace>
  <inkml:trace contextRef="#ctx0" brushRef="#br0" timeOffset="-80443.77">23055 17337 349 0,'0'0'3'0,"0"0"29"0,0 0-6 0,0 0-5 0,5 66 31 0,-5-17-3 16,-3 9-6-16,-3 11-9 16,-1 7-11-16,1 3-9 15,-3 2-7-15,2 2-3 16,1-4-1-16,3-8-3 0,-1-8 0 15,4-12 0-15,-2-11-4 16,2-13-10-16,-1-10-6 16,1-10-26-16,0-7-11 15,0 0 7-15,0-9-71 16,0-9-21-16</inkml:trace>
  <inkml:trace contextRef="#ctx0" brushRef="#br0" timeOffset="-79857.45">23697 17561 282 0,'0'0'10'0,"0"0"69"16,0 0-47-16,0 0-4 16,0 0 17-16,-49 40-12 15,26-17-10-15,1 2-9 16,-1 2-6-16,4-4-1 0,-1-3-3 16,7-2-4-16,4-5 2 15,1-5-3-15,5-3 2 16,3-5-1-16,0 0 1 15,7-9 0-15,5-8 0 0,4-3 0 16,5-7-1-16,3-1 0 16,-3-3 1-16,2 1-1 15,-3-1 0-15,-1 8 0 16,-10 4 0-16,-1 5 1 16,-3 8 20-16,-5 6 20 0,0 0-18 15,-1 8-19-15,-5 11 5 16,-2 6 13-16,3 7-4 15,-3 4-3-15,4 2-1 16,2 5-3-16,2-1-3 16,0 0-4-16,0-1-2 15,1-5 0-15,4 0-1 0,1-6-1 16,-1-3 1-16,-1-6-1 16,-3-2 0-16,2-5 0 15,-3-1-1-15,0-5-14 16,0-1-20-16,0-1-17 15,-7-5-39-15,-1-1-36 0,-2-1-135 16</inkml:trace>
  <inkml:trace contextRef="#ctx0" brushRef="#br0" timeOffset="-79544.68">23455 18106 366 0,'0'0'69'0,"0"0"-9"0,0 0-21 0,0 0 28 16,39 5-8-16,-16-5-21 15,8 0-8-15,4 0-7 0,4-3-6 16,3 0 0-16,1-3-3 16,-2 2 4-16,-4 1-20 15,-4-1 4-15,-6 1-1 16,-6 2 0-16,-6-1 0 0,-2 0-1 15,-7 0 0-15,-3 1 1 16,-1 0-1-16,-2 1-3 16,0 0-16-16,-10 0-32 15,-3-2-32-15,-1-7-75 16,-1-6-222-16</inkml:trace>
  <inkml:trace contextRef="#ctx0" brushRef="#br0" timeOffset="-76126.53">17629 17947 251 0,'0'0'4'0,"0"0"57"0,0 0-12 0,0 0-14 16,0 0-2-16,0 0-10 15,0 0-13-15,0 0-8 16,0 0 0-16,21-17 8 16,-7 17 2-16,3 0 0 0,6 0-4 15,4 1-4-15,6-1-3 16,0 0 0-16,2 0 0 16,1 0-1-16,-6 1 0 15,-1-1 0-15,-5 0-8 0,-6 0-18 16,-4-1-28-16,-8-1-51 15,-6-1-19-15</inkml:trace>
  <inkml:trace contextRef="#ctx0" brushRef="#br0" timeOffset="-75913.88">17596 18217 407 0,'0'0'25'16,"0"0"23"-16,43 10 3 0,-6-10-14 16,5-5-4-16,10-4-17 15,4 0-14-15,4-2-1 16,-1-6-36-16,-4-16-130 16</inkml:trace>
</inkml:ink>
</file>

<file path=ppt/ink/ink1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00:36.140"/>
    </inkml:context>
    <inkml:brush xml:id="br0">
      <inkml:brushProperty name="width" value="0.05292" units="cm"/>
      <inkml:brushProperty name="height" value="0.05292" units="cm"/>
      <inkml:brushProperty name="color" value="#FF0000"/>
    </inkml:brush>
  </inkml:definitions>
  <inkml:trace contextRef="#ctx0" brushRef="#br0">25539 9143 97 0,'0'0'26'0,"60"-13"-7"0,-19 5-4 15,1-1 3-15,3 1 0 16,7-2 4-16,1 1-2 0,-4-2-11 15,-2 1 25-15,-5 0-27 16,-6 2-6-16,-5 0 1 16,-8 1-2-16,-2 2 1 15,-6 2 0-15,-2 1-1 16,-8 1 0-16,-4 1-1 16,-1 0-26-16,-2 0-75 0</inkml:trace>
  <inkml:trace contextRef="#ctx0" brushRef="#br0" timeOffset="424.96">25453 9061 76 0,'0'0'49'0,"0"0"-15"16,0 0-9-16,0 0-6 15,0 0 1-15,0 0 5 16,0 0-2-16,28-43-4 15,-8 36-7-15,7-1-2 16,7-2 2-16,11 0-2 16,8-3 2-16,9 0-4 0,2-1-2 15,-1 1-3-15,-4 0 0 16,-5 3-2-16,-7 0 1 16,-9 3-1-16,-5 0 0 15,-6 3 0-15,-5 1 1 0,-4-1-4 16,-5 4-34-16,-8-1-76 15</inkml:trace>
  <inkml:trace contextRef="#ctx0" brushRef="#br0" timeOffset="59806.49">27228 11481 106 0,'0'0'5'0,"0"0"14"0,0 0-3 0,0 0 3 15,0 0-12-15,0 0 1 16,0 0 11-16,0 0-10 0,0 0 42 16,0 0-41-16,-18-13 6 15,18 13 4-15,0 0-13 16,0 0-7-16,6 0-1 16,7 0 2-16,5 0 3 15,7 0 0-15,9 0 1 0,8 0 0 16,7 0 2-16,8-1 1 15,9-4-6-15,5 2 1 16,7-2-1-16,4-1 0 16,8 1-1-16,2-1 0 15,4-1 0-15,4 0-1 16,1-2 3-16,6 2 0 0,-1 0-3 16,3-2 1-16,5 2-1 15,-2-1 1-15,3-1-1 16,2 2 1-16,2-3 0 15,2 2 0-15,2-3-1 0,2-1 2 16,3 3-1-16,3-2 5 16,4-1 3-16,-1 1 1 15,2 3-2-15,2-2 0 16,-2 6-1-16,1-2-2 16,-1 2-2-16,1 1-1 0,-1-1-2 15,-1 2 0-15,2-2 1 16,-1-1 0-16,3 1-1 15,-5 0 0-15,5 1 0 16,-1-1 1-16,-2 4-2 16,-3 0 2-16,0 0-1 0,-4 0 0 15,-3 1 1-15,-3 4-1 16,-2-1 0-16,-3 0 1 16,-5-1-1-16,-7-2 1 15,-4 1 0-15,-10-2-1 16,-13 0-9-16,-12-1-55 15,-16-14-81-15</inkml:trace>
  <inkml:trace contextRef="#ctx0" brushRef="#br0" timeOffset="63818.18">26970 11441 25 0,'4'0'11'0,"-3"0"26"0,1 0-8 0,2 0 1 15,-3 0-4-15,1-1-6 16,-1-1 2-16,1 1 1 16,-2 1 1-16,0 0 5 0,0 0-6 15,0 0-6-15,0 0-6 16,0 0-5-16,0 0 11 16,3 0-6-16,0 0 2 15,5-2 2-15,-2-2-8 16,3 1-1-16,1-2 1 0,1-2-1 15,0-1-2-15,2 1 0 16,-2-1-2-16,0-1 0 16,3 1 0-16,-5-2-1 15,3 0 0-15,-1 0 1 16,0-3 1-16,0 0 3 0,0 3 1 16,-2-2-1-16,2 1 1 15,-3-1-2-15,0 1 2 16,2-2-3-16,-2-1 0 15,3-1 1-15,-2 0-2 16,0-1 2-16,0-1 0 0,-1 0 1 16,-1 1-2-16,2-2-1 15,-4 0 1-15,3 2 0 16,-2-1 0-16,2-2 1 16,-1-2-2-16,2 1 0 15,1-4-2-15,0 0 2 0,1-5-1 16,-1-2-2-16,2 3 1 15,1-2-1-15,-3-1 0 16,1 1 1-16,1 0-2 16,1 0 2-16,-1 2-1 0,0-2 0 15,-1-1 0-15,0-2 0 16,-1-1 0-16,0 0 0 16,-2-1 0-16,1-1 0 15,1 0 0-15,-3 1 0 16,1 2-1-16,2-2 1 0,-3-1 1 15,3-2-1-15,2 1 0 16,-4-1 1-16,3-1-1 16,2 1 0-16,-2 1 1 15,2 3-1-15,0 0 0 16,-2 3 1-16,1 2-1 16,-1 2 1-16,0-1-2 0,2-2 2 15,-2 0 0-15,2 1-1 16,1-3 0-16,-3 2 1 15,5-4-1-15,-3 6 1 16,3-1-1-16,-2 0 0 16,3 0-1-16,-1 1 1 15,2-2-1-15,-1-1 1 0,2 1-1 16,0-2-1-16,-1-3 2 16,3 2 0-16,-1 2 0 15,-2 1-1-15,0 1 1 16,0 3-1-16,-1 0 1 15,-2 2 0-15,3-3 0 0,1 0 0 16,-1 0-1-16,1-1 1 16,-1-2-1-16,1 5 1 15,-4 0 0-15,2 1-1 16,-1 4 1-16,0-2-1 16,-2 0 1-16,4 0 0 0,4 2 1 15,-5-1-3-15,4 2 0 16,0 3 2-16,-2 1 1 15,0 3-2-15,-2 1 1 16,1-2 1-16,2 2 0 16,-6-3-2-16,3 2 2 0,-1-1-1 15,-2 2-1-15,-1 1 2 16,-1 2-1-16,1 2 0 16,-2-1 1-16,2 3-2 15,-2-1 2-15,2 1-1 16,1-1 0-16,-1 0 0 0,3 2 0 15,-1-1 1-15,1 1-1 16,-3 2 0-16,1-2 0 16,0 3 0-16,1-1 1 15,-2 1-1-15,2 0 0 16,-2 0 0-16,1 0 1 0,0 0 0 16,2 0 0-16,0 0 0 15,1 0 0-15,1 0 1 16,-1 1-1-16,1 3 0 15,1 2 1-15,-1-2 0 16,0 3-1-16,2-1-1 0,-4 0 2 16,3 1-1-16,1 1 1 15,-2-2-1-15,2 1 2 16,-1 3-1-16,1-3 1 16,1 3-1-16,-2 0 0 15,1-1 0-15,-1-1 0 0,-2 3 0 16,3-1 0-16,-4 0 0 15,1 0 1-15,-1-1 1 16,2 2 0-16,-1 1-1 16,2 0 0-16,-2 0-1 15,0 0 1-15,0 1-2 16,0 1 1-16,-1-1 1 0,-1 1-1 16,2 1 1-16,-4 0 0 15,2-1 0-15,-1 2 1 16,0 1-2-16,1 2 1 15,-1-2-2-15,1 0 1 16,0 1-1-16,1 1 1 0,1 0-1 16,0-1 1-16,0 1-1 15,0 1 0-15,5-1 0 16,-3 2 2-16,2 0-2 16,1-2 0-16,0 3-1 0,-2 1 2 15,2-1-2-15,-2 0 1 16,0 2 0-16,3-1 1 15,0 0-1-15,1 0 0 16,2-1-1-16,-3 1 1 16,2-2 1-16,0-1-1 0,0 0-1 15,-1-1 1-15,-2 0 0 16,1 1 0-16,-1-1 0 16,-3 1-1-16,0-2 1 15,-1 1 0-15,-2-1-1 16,-3 1 0-16,1-1 1 15,0 0 0-15,0 1 0 0,-2-1 0 16,3 0 0-16,-1 0 0 16,0-1 1-16,0 1-2 15,-1-1 1-15,1-1 0 16,-1 2 0-16,0 0 1 16,2 1 0-16,-1 0 0 0,-1-1 1 15,2 1-1-15,-2-1-1 16,3 1 0-16,-3-1-1 15,2-2 2-15,-1 2-2 16,-1 2 1-16,1-3-1 16,1 0 1-16,-1 2 0 0,-1-1 0 15,3-1 0-15,-1 2 0 16,0-4 0-16,3 1 0 16,-2-1-1-16,-1-1 1 15,4 1 1-15,-2-4-2 16,4 2 1-16,-1-3 0 0,1 3-1 15,2-2 1-15,0 2 0 16,-1-2 0-16,-2-1 0 16,2 3-1-16,1-3 0 15,-5 2 1-15,4 0-1 16,0 1 1-16,-1 1-1 0,-1 0 0 16,2-1 0-16,-2 1 1 15,0 0-1-15,1-2 1 16,0 1-1-16,-2-1 0 15,3-1 0-15,-2 0 0 16,3 0 1-16,-1 0-1 16,1 1 1-16,-1-1-1 0,-1-1 0 15,0-1 1-15,-2-1-1 16,2-1 0-16,-3 0 0 16,1-1 1-16,0 1 0 15,-2-2-2-15,0 1 2 16,-2 2-1-16,0 0 0 0,-2 1 0 15,1-1 0-15,-2 4 0 16,1-1-1-16,-2 0 1 16,0 1 0-16,3-1 0 15,-4-1 0-15,7 1 0 16,-3-4 0-16,4 3 0 0,2-5-1 16,2 2 1-16,1-3 0 15,0 2 0-15,1-3 1 16,2 1-1-16,-2 0-1 15,1 0 2-15,-1 2-1 0,-1 1 0 16,0 0 0-16,-2 0 1 16,0 2-1-16,1-2-1 15,1 4 2-15,-1-1-1 16,0 0 0-16,0 0 0 16,-1 1 0-16,-4-2 0 15,1 0 0-15,-1-1-1 0,-2-1 2 16,0 0-2-16,1 0 1 15,1-2 1-15,1 0-2 16,1-1 0-16,0-1 2 16,2 1-2-16,2-2 1 0,1-1 0 15,2 0 0-15,1 0 1 16,2 0-1-16,1-1 0 16,2 2 1-16,2-1-1 15,-3-1-1-15,3 2 2 16,0-1-1-16,0 2 0 15,0-2 0-15,1 2 0 0,1 0 1 16,-3 0-1-16,1 1 0 16,0 2 0-16,-1-1 0 15,-1 2 0-15,-2-1 0 16,1 0 0-16,-1 1-1 16,-2-1 2-16,0 1-1 0,-2-2 0 15,-3 1 0-15,-4-2 0 16,-3 2 0-16,-5-5 1 15,-5 1-2-15,-2-2 1 16,0 1 1-16,-3-1 0 16,-1 0 0-16,0 0 0 0,0 0 1 15,0 0-2-15,0 0 0 16,0 0 0-16,0 0 0 16,0 0-3-16,0 0-10 15,0 0-9-15,0 0-4 16,0 0-5-16,2-1-14 0,-1 1-18 15,-1-2-37-15,0 1-65 16</inkml:trace>
  <inkml:trace contextRef="#ctx0" brushRef="#br0" timeOffset="67810.16">30851 8345 69 0,'-5'1'3'0,"1"0"1"0,2 3 4 16,-3-2 7-16,0 1-5 15,2 2 3-15,-1-1-2 16,3 0-6-16,-2-2 2 0,2 1-1 15,0-1 0-15,1 0-1 16,-1-1 0-16,0 1 3 16,1-2 6-16,0 0 18 15,-1 1-4-15,1-1-16 16,0 0-9-16,0 3-3 16,0-1 0-16,0 1 1 0,0 3 14 15,0 1-2-15,0 3-16 16,0 3 45-16,-4 1-28 15,2 5-5-15,0 3-4 16,-1 0-2-16,0 3 0 16,1 1 3-16,-2 2 2 0,-1 3-1 15,1-1-1-15,-3 1-1 16,0 1 0-16,-1-1 1 16,0-1-1-16,-1 1 1 15,0 0 1-15,3 1-1 0,-2 2 0 16,0 4-1-16,1 1 0 15,2 2-3-15,0-2 1 16,1 1 0-16,2 0 2 16,-2-3-2-16,1-1 0 15,0 2-1-15,0 0 1 16,0 0-1-16,-2 1 0 0,1 0-1 16,0 1-1-16,1-3 3 15,-3 0-2-15,2 1 0 16,2-2-1-16,-4 1 0 15,2 3 1-15,-3 2-1 16,0 2 0-16,-1 3 1 16,0 1 0-16,-2 1-1 0,1 3 2 15,1-1-1-15,0 5 0 16,0 0 0-16,0 0-1 16,3 2 1-16,-4-4 0 15,3 3 1-15,-1 0-1 16,1-2 2-16,0 2 1 0,2 4 1 15,1 1 0-15,2 1 2 16,-3 2-1-16,1 2-1 16,3 1-1-16,0-1-2 15,-2 0 0-15,0-5-2 16,2-1 1-16,-1-4 0 0,0-3 0 16,0 1 0-16,-1-3-1 15,0-3 1-15,1-1-1 16,0-2 2-16,1 0-2 15,0 0 4-15,0 0 7 0,0-1 1 16,0-1-4-16,0-4-3 16,0 2-3-16,0-6 0 15,0 1-1-15,0-1 0 16,-1-1-1-16,0-1 0 16,-2 0 2-16,1-3-2 15,-3-2 1-15,-1-4-1 0,3 0 1 16,-3-7-1-16,2-1 0 15,-1-3 0-15,0 2 1 16,2-3-1-16,-2-2 0 16,4 0 0-16,-3 0 1 15,3-3-1-15,0-2 0 0,0 0 0 16,0-2 0-16,1-3 0 16,-1 2 1-16,1-3 0 15,0 0 1-15,0-3 2 16,0-11-10-16,0-12-101 15,0-21-202-15</inkml:trace>
  <inkml:trace contextRef="#ctx0" brushRef="#br0" timeOffset="71892.07">28308 11234 133 0,'0'0'24'0,"0"0"6"0,0 0-16 15,0 0 4-15,0 0 10 0,0 0-13 16,0 1-9-16,0 1-5 16,0-1 2-16,0 2 8 15,0-2 5-15,0 3 4 16,0-4-2-16,0 2-4 0,3-2-5 15,1 3 5-15,3-2-5 16,-2-1 0-16,3 2-3 16,-1-2 2-16,3 0 1 15,2 0 1-15,-1 0-1 16,5 0 0-16,-1 0-2 0,4-2-1 16,3-2 0-16,-1 2-1 15,4-3-2-15,1-1 0 16,1-1-1-16,1 1 0 15,1-1 1-15,1-1-2 16,0 1 0-16,2-1 0 16,-1 1 0-16,1 0 0 0,1-1 0 15,-3 2 0-15,1-2 2 16,-1 1 2-16,0 2-3 16,-1-2 2-16,-2 0 1 15,-2 0-3-15,2 1 0 16,-1-1-1-16,0 0 1 0,0 0-1 15,-1 0 0-15,-2 0 1 16,0 1-1-16,-1-1 2 16,-1 0 0-16,-2-1 2 15,1 0 0-15,0-1 0 16,-1 0 0-16,3-2 0 0,-4-1-1 16,1-1-1-16,0 1 2 15,-4-1-4-15,0 0 1 16,-2-3 1-16,0 2 0 15,0 0 3-15,0-2 1 16,1-2 0-16,-3 4-2 0,5-2-2 16,-4-4-2-16,5 2 1 15,-4 1-1-15,1-2 1 16,2-1-1-16,-2-1-1 16,2 0 2-16,-2-2-1 15,2-1-1-15,-1 0 1 0,1-2 0 16,1 1-1-16,-3-1 0 15,2 0 1-15,0 1-1 16,0-1 0-16,-1 2 0 16,-1 0 0-16,0 0 1 15,-1 3-1-15,0-2 1 0,-1 0 0 16,0 3-1-16,2-3 1 16,-1 1 0-16,2-1-1 15,-2 0 0-15,2-1 1 16,-2 2-1-16,1 0 1 15,-1-2-1-15,-2 0 0 0,2 1 0 16,0 0 0-16,-3-1 0 16,3 3 0-16,0-3 0 15,1 2 0-15,1 1 0 16,1 0 0-16,-1 4 0 16,1-3 0-16,-1 3 0 15,2 0 0-15,-4 3-1 0,2-3 1 16,-1 1 1-16,0-3-2 15,-1 1 1-15,0-2 0 16,-1 2 0-16,1-1 1 16,1-2-2-16,-1 1 1 15,1 3 1-15,0-1-1 0,2-1-1 16,-1 3 2-16,0 0-2 16,-2 0 1-16,1 2 1 15,-2 1-1-15,0 0 0 16,0 0 0-16,2-1 0 15,2 1 0-15,0-2-1 0,2-1 1 16,-1-1 0-16,1 0 0 16,-3 5 0-16,0-3 0 15,-2 4-1-15,0 1 1 16,-3 0 0-16,2 0 0 16,-2 1 0-16,1 1 0 0,3-2 0 15,-1 1 0-15,0 2 0 16,3-1-1-16,0-1 2 15,2 2-2-15,0-1 1 16,0 0 1-16,2 2-2 16,0 1 1-16,-1-2 1 0,0 3-1 15,0-2-1-15,0 2 2 16,1-2-2-16,0 3 2 16,-2-1-2-16,2 0 2 15,-2 2-2-15,0-1 2 16,-1 1-2-16,3 0 2 0,-1 2-1 15,2-1 0-15,-2 0 1 16,4-1-2-16,0 2 1 16,2 0 1-16,0 0-1 15,0 0 0-15,1 0 0 16,0-1 0-16,-3 0 0 0,1 0 0 16,-1 1 0-16,-1-2 0 15,-2 1 1-15,0 1-2 16,0 0 1-16,0 0 0 15,1-1 1-15,-2 0-2 16,4 0 2-16,-2 1-1 0,1 0 0 16,1 0 0-16,1 0 0 15,-1 0 0-15,-2 0 0 16,0 0 0-16,1 0 0 16,-2 0 0-16,2 0 0 15,-4 0 0-15,2 1 0 0,1-1 0 16,0 1 0-16,0-1 1 15,3 0-1-15,0 1 0 16,-1-1 0-16,1 0 0 16,1 0 0-16,-3 0 0 15,2 0 0-15,-2 0 0 0,0 0 0 16,-1 0 0-16,-1 0 0 16,-3 0 0-16,1 0-1 15,-4 0 2-15,2 0-1 16,0 1 0-16,-1 1 0 15,1-1 0-15,0 1 0 0,1-2 0 16,-1 3 0-16,0-2 0 16,-1-1 0-16,-1 2 0 15,0-1 1-15,-2 0-2 16,1 1 1-16,-1-1 0 16,-1 1 0-16,2 0 0 15,-2 0 0-15,0 0 0 0,3 0-1 16,-3 1 2-16,2 0-1 15,-1 0 0-15,0 1 0 16,1-1 0-16,1 0 0 16,-2-2 0-16,0 3 0 0,2-2 0 15,-2-1 0-15,-1 2 0 16,0 0 0-16,0-1 0 16,-4 0 0-16,3 1 0 15,-2-1 0-15,1 0 0 16,-2 1 0-16,2 0 0 15,-1 0 0-15,0 1 0 0,0-1 0 16,-1 1 0-16,0 0 0 16,1 1 0-16,-5 0 1 15,2-2-2-15,1 3 1 16,-3 1 0-16,0-1 0 16,1 1 0-16,0 1 0 0,-2-2 0 15,0 4 0-15,1-2-1 16,-2 1 2-16,1 1-1 15,0-3-1-15,-2 4 2 16,0-1-2-16,1 0 1 16,-1-1 0-16,2 1 0 0,-1-1 1 15,1 2-2-15,1 0 2 16,1 0-1-16,1-1-1 16,-2 3 2-16,1-2-1 15,1 2 0-15,0 0-1 16,0 0 1-16,0 1 1 0,2 0-1 15,-1-1 0-15,2 1 0 16,1 3 0-16,1-2 0 16,2 1 0-16,-5 0 1 15,2 0-1-15,-1 2 0 16,-1-2 0-16,-2 2 1 0,1-1-2 16,1 0 2-16,0 3-1 15,0-3 0-15,1 0-1 16,0 0 3-16,-2-1-2 15,3-2 0-15,-2-1 0 16,-1 2 1-16,1-3-1 0,4 1 0 16,-5-2 0-16,1 1 0 15,-2-1 1-15,4 0-2 16,-4-1 2-16,-1 1-1 16,1 2 0-16,-1-1 0 15,0 0 0-15,0 1 0 16,3 0 0-16,-1-1 0 0,0 0 0 15,0 1 1-15,1-2-1 16,1 1 0-16,-2 0 2 16,0 1-2-16,1 1 0 15,0 1 0-15,-2 0 0 16,0-2-2-16,-2 1 4 0,1-1-4 16,1 1 4-16,1 0-2 15,1 1 0-15,-1-1 1 16,2 1-1-16,-1 4 0 15,2-1 1-15,-1 0-1 0,-2 1 1 16,2 1 0-16,1-1-1 16,-2-1 0-16,-2 2 1 15,3-1 1-15,-1 0-2 16,0 1 2-16,-1 1 0 16,0-1 0-16,1 0 1 0,1 0 2 15,-1-1-2-15,1-2 1 16,2-2-1-16,0 0 0 15,1-3 0-15,0 1 0 16,1 1-1-16,0-1 0 16,0 0 0-16,-1-2-1 15,-1 1 0-15,-1-1-1 0,0-2 1 16,-1 2-1-16,-1-1 1 16,2 0 0-16,0-2-1 15,1 1 0-15,1-1 1 16,1-1 0-16,0 0 0 15,1 0-1-15,-2-4 1 0,1 3 0 16,-2-3-1-16,-2 0 1 16,2 1-1-16,-1-3 1 15,-1 4 0-15,2-3-1 16,0 3 0-16,1-2 0 16,1 1 1-16,0 0-1 0,-1 1 0 15,2 1 0-15,-3 0 0 16,2 1 0-16,1-1 0 15,1 1 0-15,3-1 0 16,0 1 0-16,2-3 0 16,-1 2 1-16,-1-2-1 0,-2-1 0 15,-5-2 0-15,-3 0 0 16,-2-1 0-16,-1 0 1 16,-3 0-1-16,-1 0 0 15,0 2 1-15,0-2-1 16,0 0 1-16,0 0-1 0,0 0 2 15,0 0-2-15,0 0 0 16,0 0 0-16,0 0 1 16,0 0-1-16,0 0 1 15,0 0 0-15,1 0-2 16,-1-4-44-16,0-16-74 0,-7-13-285 16</inkml:trace>
  <inkml:trace contextRef="#ctx0" brushRef="#br0" timeOffset="72887.8">28203 7877 84 0,'0'0'0'0,"0"0"1"0,-47 8 13 0,30-5 4 0,-1 1 2 15,3-1 1-15,-2 1-3 16,2 0-3-16,3 1 2 0,0 0 2 16,1 2-8-16,5 2-5 15,3 2 0-15,3 2 11 16,0 5-2-16,1 1 2 16,7 5 0-16,3 4-3 15,1 5-5-15,0 5-2 0,-2 5-2 16,-1 4 1-16,-3 0-3 15,-1-2 0-15,-5-2-1 16,0-6-2-16,-7-6 1 16,-5-4 1-16,-6-4-1 15,-2-5 2-15,-5-3 1 0,-3-1 0 16,0-2 0-16,-7-2-5 16,2-3-36-16,1-4-56 15,1-3-66-15</inkml:trace>
  <inkml:trace contextRef="#ctx0" brushRef="#br0" timeOffset="73163.16">27775 8302 252 0,'0'0'1'16,"0"0"31"-16,44-51 7 15,-12 31-10-15,8 2 0 16,6-3-4-16,4 3-7 16,0 1-8-16,2 3-7 0,-4 4 0 15,-7 3-2-15,-4 3 0 16,-5 3 0-16,-6 1 3 16,-4 0 0-16,-9 0-19 15,-4 1-68-15,-4-1-111 16</inkml:trace>
  <inkml:trace contextRef="#ctx0" brushRef="#br0" timeOffset="73440.64">28356 8196 167 0,'0'0'20'15,"0"0"24"-15,0 0 2 16,0 0 11-16,0 0-16 16,0 0-36-16,0 0 13 0,0 0 8 15,9 51-6-15,-7-24-8 16,0 0-3-16,2 1-6 16,0 2-1-16,3-2 0 15,0-2 0-15,-1-4 4 16,3-7-2-16,0-9-84 0,2-6-321 15</inkml:trace>
  <inkml:trace contextRef="#ctx0" brushRef="#br0" timeOffset="74527.39">31673 8506 168 0,'0'0'3'0,"0"0"-1"0,0 0 1 16,-39-23 3-16,21 23-2 15,-2 2 0-15,2 10 11 16,3 1-3-16,3 4-5 16,3 5 1-16,4 1 3 15,4 4-1-15,1 3 2 0,0 4 0 16,0-1-3-16,0 2-1 15,0-1 2-15,0-2 1 16,0-2-8-16,-2-3-1 16,-5-2 0-16,-5-2 0 15,-1-3 0-15,-3-2 2 16,-4-1-3-16,0 0 2 0,-6-3-1 16,0-1 0-16,1 0 1 15,-1-5 0-15,1-3-48 16,6-5-72-16</inkml:trace>
  <inkml:trace contextRef="#ctx0" brushRef="#br0" timeOffset="74746.45">31294 8876 133 0,'0'0'49'15,"0"0"-46"-15,46-25 20 16,-22 16 0-16,5 1-5 16,4-1 2-16,4 3-5 0,0-1-7 15,-2 3-5-15,0 0 1 16,-1 1 3-16,-3 0-7 16,-1-3-118-16</inkml:trace>
  <inkml:trace contextRef="#ctx0" brushRef="#br0" timeOffset="75179.9">31757 8913 214 0,'0'0'28'16,"0"0"11"-16,0 0-11 15,0 0-6-15,0 0 4 16,38-44-9-16,-23 40-8 0,-1-1-3 16,2 3-4-16,-4 2-1 15,1 0 0-15,-4 0-1 16,-1 7 0-16,-4 3 0 16,-3 2 1-16,-1 1-1 15,0 2 2-15,-9 1-2 16,-6 2 0-16,-3 0 0 15,-2 0 0-15,0-2 1 0,-1 1 0 16,6-4 0-16,2-5-1 16,6 0 0-16,7-5 0 15,2-3-1-15,17 0 3 16,7 0 12-16,10 0-7 0,8-5-2 16,7 2-2-16,-1-1-3 15,3 4 2-15,-1-1 0 16,-5-3 2-16,-1-7-150 15</inkml:trace>
  <inkml:trace contextRef="#ctx0" brushRef="#br0" timeOffset="77220.19">27964 11965 41 0,'0'0'8'0,"0"0"7"0,0 0-8 0,0 0 1 0,0 0-1 16,0-39-4-16,0 37 4 15,0-1 1-15,0 2-4 16,0-2-3-16,0 3-1 16,0-3 1-16,0 0 4 15,0 0 12-15,0-1 6 0,0-2 4 16,0 2-4-16,-2 0 3 16,1-2-2-16,1 2 4 15,-1 0 4-15,1 4 1 16,0 0-4-16,-1 0-9 15,0 0-17-15,1 0 0 0,-1 7 7 16,1 1 3-16,0 5-4 16,0 0 2-16,0 3 0 15,0 2-1-15,0 0 3 16,0 4-4-16,0-1 2 16,0 3 1-16,0 0-2 0,0 1-1 15,0-1-2-15,-1-3 0 16,-2 2-2-16,1-5-1 15,0-2 0-15,-1-3-1 16,3-2 0-16,-1-5-1 16,1-1 2-16,0 0 1 0,0-3-1 15,0-1 0-15,0 1-3 16,0-2 1-16,0 0 0 16,0 0-1-16,0 0 0 15,0 0 5-15,-1 0 9 16,-2 0 1-16,-1 0-14 0,0-5-1 15,-1-3 0-15,1 1-1 16,-4-4 0-16,2-2 1 16,-2-2-1-16,3-5 0 15,-1-3 1-15,1-5-1 16,3-5 0-16,2-1 0 16,0-4-1-16,5 1 0 0,6 3 1 15,2 4-1-15,3 5 1 16,4 7-1-16,0 5 0 15,4 3 0-15,-1 6 1 16,0 4 0-16,0 0-2 16,-2 6 1-16,-1 4 1 0,-7 5-1 15,-5 1 1-15,-3 1 0 16,-5 1 0-16,0 0 0 16,-8 0 1-16,-5 0-2 15,-6-2 0-15,-1 0-3 16,0-1-1-16,-3-3-2 0,0 0 2 15,3-3 3-15,1 1 1 16,2-3 1-16,5-1 0 16,6-1 0-16,4 2-1 15,2-1-1-15,3 4-1 0,11 1 2 16,3 2 0-16,3 2 1 16,2 1 0-16,2 3 0 15,-1-1 0-15,1 1 0 16,-6-2 0-16,0-3-29 15,-3-5-26-15,-1-1 11 16,-4-5-11-16,-1-3-51 0,1 0-24 16</inkml:trace>
  <inkml:trace contextRef="#ctx0" brushRef="#br0" timeOffset="78311.89">28248 12254 10 0,'0'0'19'0,"0"0"-13"0,0 0-7 0,0 0 0 16,0 0 1-16</inkml:trace>
  <inkml:trace contextRef="#ctx0" brushRef="#br0" timeOffset="78779.83">28248 12254 78 0</inkml:trace>
  <inkml:trace contextRef="#ctx0" brushRef="#br0" timeOffset="78965.81">28248 12254 78 0,'9'1'30'0,"-9"-5"16"0,1-1-13 0,-1 0 1 0,1 0 12 16,-1 1-3-16,1 0-4 16,-1 1-10-16,0 0-7 15,0 3-7-15,1 0 1 0,-1 0-5 16,1 0-8-16,1 0-4 16,0 10 4-16,1 2 10 15,1 6-1-15,-1 5 2 16,2 2-7-16,-3 5-4 15,4 1-2-15,-3-1 1 16,0-1-3-16,0-11-68 0,1-7-143 16</inkml:trace>
  <inkml:trace contextRef="#ctx0" brushRef="#br0" timeOffset="80351">31784 11609 202 0,'2'5'15'0,"-2"4"3"0,0 9 6 0,0 5 15 16,0 4 2-16,1 5-11 15,0 3-6-15,-1 1-13 0,0 2-4 16,0-4-4-16,0-4-1 15,0-5-1-15,0-8 0 16,0-5 0-16,0-7-1 16,0-5 2-16,0 0 6 15,0-8-7-15,0-4 0 16,0-6-1-16,0-2 1 0,0-4-1 16,0-3 0-16,0-5 1 15,0-6 0-15,5-1-1 16,6-1-1-16,-1 3 4 15,7 3 2-15,-2 6 5 0,5 9 2 16,2 7-4-16,4 5-4 16,1 7-3-16,-1 0 0 15,-2 1 0-15,-4 10-1 16,-4 0 0-16,-9 5 0 16,-5 0 0-16,-2 2 2 0,-4-2-1 15,-9-1 0-15,-5 1 0 16,-1-4 0-16,-6 0 0 15,-1-4-1-15,-1 2 1 16,1-2-1-16,3-1 1 16,2 2-2-16,6-3 2 0,6 3-1 15,5-1-1-15,4-1 1 16,1 3 0-16,12 0 0 16,5 1-1-16,3 1 2 15,6 2-1-15,-2 0 0 16,2-1 0-16,-1-1 0 15,-2-1 0-15,-3-1 0 0,-4 0-4 16,-3-2-33-16,-2-2-27 16,-7 0-49-16,3-3-38 15</inkml:trace>
  <inkml:trace contextRef="#ctx0" brushRef="#br0" timeOffset="80740.33">32227 11985 276 0,'0'0'29'0,"0"0"47"0,17-37-22 0,-11 25-18 0,1 0-1 16,3 2-3-16,-1 0-12 15,2 3-6-15,1 3-6 16,2 2-5-16,0 2-2 0,-5 0 0 15,2 10 0-15,-1 3-1 16,-3 1-1-16,-3 2 2 16,-2 4-2-16,-2-2-4 15,0 1-6-15,0-2-5 16,0 1 10-16,-3-5-3 0,-2 3 3 16,2-4-1-16,0 0 6 15,2-2 0-15,1-3 1 16,0-3-1-16,13 0 1 15,8-2 0-15,9-2 1 16,12 0-1-16,11 0 0 0,9-2 0 16,4-2 0-16,-5 0 0 15,-12-3-66-15,-15-2-167 16</inkml:trace>
  <inkml:trace contextRef="#ctx0" brushRef="#br0" timeOffset="81407.77">26915 12015 170 0,'0'0'41'0,"0"0"-26"0,0 0 9 0,-51 41 1 0,30-24 7 0,0 0-4 15,-1 3-12-15,4-1-7 16,-3-1-3-16,6-1-3 15,2-3 0-15,4-1 0 16,3 0-1-16,3-2-1 16,3-2 1-16,0-1 1 15,13 1 10-15,1-3-2 0,7 1-4 16,3 0-4-16,3-2-2 16,2 1 0-16,-3-1 0 15,0 0 0-15,-3-5-41 16,-4 0-59-16,-6 0-33 0</inkml:trace>
  <inkml:trace contextRef="#ctx0" brushRef="#br0" timeOffset="81671.78">26756 12201 236 0,'0'0'15'16,"0"0"20"-16,39-4-14 0,-6 0 35 15,14-1-16-15,13-3-6 16,11-1-9-16,6-1-2 16,6 2-12-16,-8-1-6 15,-5 2-2-15,-12 4-1 16,-10 2-2-16,-11 1-37 0,-8-1-80 15,-9-3-91-15</inkml:trace>
  <inkml:trace contextRef="#ctx0" brushRef="#br0" timeOffset="82545.34">28668 12083 123 0,'0'0'31'0,"0"0"8"0,0 0-18 16,0 0 14-16,55-14 29 15,-27 7-14-15,10-2-15 16,7 0-6-16,11 0-1 0,11-1-6 16,13 0-6-16,10-1-3 15,8-2-5-15,8 2-2 16,7-1-2-16,0 1 0 15,-1-2-1-15,0 4-1 16,-2-3 0-16,-7 3 0 16,1-1 1-16,-8 0-1 0,-8 3 0 15,-9 0-1-15,-15 3 0 16,-14 0-1-16,-14 3 0 16,-15 1 0-16,-10 0 0 15,-10 0 0-15,-1 0-4 0,-10 3-23 16,-5 2-42-16,-3-4-67 15,2-1-174-15</inkml:trace>
  <inkml:trace contextRef="#ctx0" brushRef="#br0" timeOffset="83056.98">30191 11811 200 0,'0'0'11'0,"0"0"34"0,0 0-20 0,0 0-2 0,0 0 18 0,0 0-18 16,0 0-9-16,0 0-9 15,0 0-2-15,0 0 1 16,27-6 11-16,-9 8 2 15,1 6 5-15,4 0-7 0,1 6-5 16,-3 2-3-16,-2 1-4 16,-3 4-1-16,-7-1-1 15,-7 3-1-15,-2 0 1 16,-4-1-1-16,-13 1 1 16,-4-3 0-16,-2-1 0 0,-3-3 0 15,1-1-11-15,5-4-41 16,3-4-63-16,5-7-58 15</inkml:trace>
  <inkml:trace contextRef="#ctx0" brushRef="#br0" timeOffset="83542.48">30762 11810 171 0,'0'0'34'0,"0"0"-18"0,0 0-5 0,-37 22 11 0,17-10 7 15,-2 4-11-15,2 0-7 16,-2 1 0-16,2 0-4 16,6-1-2-16,0-1-1 15,7-2-2-15,4-2 1 0,3-1-1 16,5-3 0-16,13-1 15 16,5-2-5-16,5 0-8 15,7 1-1-15,1-3-2 16,0 0 0-16,-2-2-40 15,-4 0-80-15</inkml:trace>
  <inkml:trace contextRef="#ctx0" brushRef="#br0" timeOffset="83933.2">30650 11926 201 0,'0'0'11'0,"0"0"32"16,42 0-9-16,-16 0 17 15,10-3-7-15,10-3-12 0,12 3-6 16,11-4-6-16,10 0-5 16,3 0 6-16,4 1-7 15,1-1-6-15,0 0-4 16,-2 0 1-16,-8 1-3 16,-3 3 0-16,-6 0-1 0,-7 2 0 15,-12 1-1-15,-7 0 1 16,-12 0-2-16,-11 0-9 15,-6 1-44-15,-9-1-64 16,-4 0-165-16</inkml:trace>
  <inkml:trace contextRef="#ctx0" brushRef="#br0" timeOffset="84779.87">32455 11799 107 0,'0'0'37'0,"0"0"8"0,0 0-11 0,0 0-12 15,0 0 7-15,64 0 8 16,-24 0 0-16,16 0-15 16,6 0-2-16,8 0 4 15,7 0-8-15,3 0-1 0,0-1 2 16,-6 1-8-16,-5-2-2 16,-5 2-3-16,-6 0-2 15,-10-2-2-15,-3 2 1 16,-9 0 0-16,-1-1-1 15,-8 0 0-15,-2-2-1 16,-3 0 0-16,-4 2 0 0,-6-1 1 16,-3 1 0-16,-3 1-1 15,-4 0 2-15,-2 0-4 16,0 0-17-16,-5 0-10 16,-6 0-40-16,-2 1-46 0,-3-1-93 15</inkml:trace>
  <inkml:trace contextRef="#ctx0" brushRef="#br0" timeOffset="85073.2">33358 11704 202 0,'0'0'29'0,"42"-6"29"0,-22 8 5 16,4-2-17-16,1 4-13 16,-5 7-12-16,-2 3-8 15,-5 3-5-15,-3 2-3 16,-8 2-1-16,-2 0-3 16,-4 1 1-16,-13-1 0 0,-5 0 0 15,-1-5 0-15,-4 0-3 16,1-4-25-16,1-4-27 15,4-3-51-15,3-5-17 16</inkml:trace>
  <inkml:trace contextRef="#ctx0" brushRef="#br0" timeOffset="90673.67">28532 11246 88 0,'0'0'7'0,"0"0"39"0,0 0-28 0,0 0 12 16,0 0-8-16,0 0-4 16,0 0 1-16,0 0-5 15,0 0-4-15,0 0 2 0,0 0-5 16,14 4-5-16,-14-4-1 16,0 0 2-16,0 0 2 15,0 0 2-15,0 0 2 16,0 0-2-16,0 0 4 15,0 0 7-15,0 0-11 0,0-2-5 16,0 2-2-16,0-1 3 16,0 0 2-16,0 1 3 15,0-2-3-15,0 2 0 16,0 0-1-16,0 0-1 16,-1 0 0-16,0-2 1 0,0 2 0 15,1 0 4-15,-2 0-2 16,1 0 0-16,0 0-3 15,1 0 0-15,0 0-1 16,0 0 2-16,0 0 0 16,0 0-2-16,0 0 0 0,0 0 0 15,0 0-1-15,0 0 1 16,0 0-1-16,0 0 0 16,0 0-1-16,0 0 1 15,-1 0-1-15,0 0 1 16,-1-1-2-16,0 1 2 0,1-2-1 15,0 1 0-15,0 0 0 16,1-1 0-16,0 2 1 16,-1-4-2-16,1 4 1 15,0-2 0-15,0 1 1 16,-2-1 0-16,2 1 1 16,0 0 1-16,0 1-2 0,-3-1 0 15,2 0-1-15,1 1 0 16,-1 0 1-16,0-1-1 15,0 1 0-15,0 0 0 16,1-1 0-16,0 1 1 16,0 0-1-16,0 0 0 0,0 0 0 15,0 0-1-15,0 0 1 16,0 0 0-16,0 0 0 16,0 0 0-16,0 0 0 15,0 1 0-15,0 3 0 16,0-1-3-16,0 0-35 0,0 1-64 15,-1-4-68-15</inkml:trace>
  <inkml:trace contextRef="#ctx0" brushRef="#br0" timeOffset="91391.73">28605 11192 37 0,'0'0'41'0,"0"-1"1"0,0 0-16 15,0-1 5-15,0 0-5 16,0 1-3-16,0 1 0 0,0 0-1 16,0 0-7-16,0 0-4 15,0 0-1-15,0 0 5 16,0 0 0-16,0 0 2 15,0 0-2-15,-1 0-5 0,-2 6 1 16,-1 4-1-16,-3 3-2 16,2 3-4-16,-3 4 0 15,2 1-1-15,-2 1-2 16,1-1 2-16,1-2-3 16,2 0 1-16,1-4-4 0,0-6-43 15,1-1-105-15</inkml:trace>
  <inkml:trace contextRef="#ctx0" brushRef="#br0" timeOffset="91759.73">28928 11132 104 0,'0'0'43'0,"0"0"1"0,0 0-12 16,0 0 4-16,0 0 11 15,0 0-15-15,0 0-6 16,0 0-11-16,0 0-4 15,-13-3-3-15,8 6 0 16,-1 5 1-16,-2 1-3 16,2 6 2-16,-3 1-6 0,-1 5 0 15,0 3-1-15,2 3-1 16,0 0 1-16,1 2 0 16,3-4-4-16,1-5-51 15,3-6-107-15</inkml:trace>
  <inkml:trace contextRef="#ctx0" brushRef="#br0" timeOffset="92137.15">29333 10968 94 0,'0'0'61'0,"0"0"-10"0,0 0-14 15,0 0-15-15,0 0-20 16,0 0 21-16,0 0 10 16,-21 55-5-16,7-29-11 15,2 7-8-15,0 1-5 0,-2 1-2 16,4 1-1-16,1-2-1 16,2-3-6-16,4-8-83 15,-1-9-161-15</inkml:trace>
  <inkml:trace contextRef="#ctx0" brushRef="#br0" timeOffset="92677.9">29771 10521 51 0,'0'0'18'0,"0"0"7"0,0 0 4 0,0 0-8 0,0 0-5 16,0 0 8-16,0 0-6 16,0 0-9-16,0 0 11 0,0 0 6 15,-24 65-4-15,13-14 14 16,-3 9-6-16,-2 8-15 16,-2 7-9-16,1-1-3 15,2 0 0-15,2-6-1 16,-3-7-31-16,5-12-57 0,-3-12-13 15</inkml:trace>
  <inkml:trace contextRef="#ctx0" brushRef="#br0" timeOffset="93169.12">30092 10047 86 0,'0'0'6'0,"0"0"8"0,0 0 1 0,0 0 4 15,0-37-4-15,0 35 12 0,0 2-5 16,0 0-4-16,0 5-19 0,0 14 1 16,0 13 35-16,-4 14 2 15,-1 17 14-15,-8 13 1 16,2 18-15-16,-2 7-20 16,-3 6-14-16,3-1-1 0,0-1 3 15,4-9-9-15,1-11-26 16,-3-13-17-16,3-11-28 15,0-14-49-15</inkml:trace>
  <inkml:trace contextRef="#ctx0" brushRef="#br0" timeOffset="93640.93">30384 10203 123 0,'0'0'15'0,"0"0"12"0,0 0-14 0,0 0 4 16,0 0-1-16,0 0 1 16,0 0 3-16,0 0-1 15,33 37 5-15,-35-2 29 16,-12 12-8-16,-3 14-8 0,-6 14-7 15,-3 6-11-15,-1 9-12 16,-1 2-5-16,3-1-1 16,5-7 1-16,-2-9-4 15,7-10-20-15,1-12-22 16,1-13-49-16,3-15-54 0</inkml:trace>
  <inkml:trace contextRef="#ctx0" brushRef="#br0" timeOffset="94166.16">30537 9532 66 0,'0'0'33'0,"0"0"1"0,0 0-12 16,0 0-2-16,0 0 0 16,0 0 1-16,0 0-1 15,0 0 0-15,0 0-18 0,0 0-1 16,0 0 16-16,6 44 6 16,-9 5-2-16,-9 13-4 15,-3 16 5-15,-2 12-7 16,-3 5-9-16,0-3 0 15,2-11-71-15</inkml:trace>
  <inkml:trace contextRef="#ctx0" brushRef="#br0" timeOffset="96772.68">30537 10903 53 0,'0'0'33'0,"0"-2"-3"0,0 1-25 0,0 1 1 16,0-1 76-16,0-1-63 0,0 2 2 15,0 0 0-15,0 0 12 16,0 0 0-16,-3 0-17 15,1 0-4-15,1 0 0 16,0 0-2-16,0 0 0 16,0 0 2-16,1 0-4 0,0 0 0 15,-1 0-3-15,1 0-3 16,0 0 1-16,0 0 0 16,1 4 5-16,5 5-1 15,4 2-1-15,3 3 0 16,4 5 1-16,4 2 3 0,6 5 1 15,2 2-7-15,4-1-2 16,1 0-1-16,0-3-1 16,-1-5 0-16,-4-1-1 15,-3-5 1-15,-5-4-1 0,-4-4 1 16,-2-3-1-16,-4-1-17 16,-1-1-60-16,-6 0-85 15</inkml:trace>
  <inkml:trace contextRef="#ctx0" brushRef="#br0" timeOffset="97291.93">30572 10636 114 0,'0'0'23'0,"0"0"22"0,0 0-13 0,0 0 3 15,0 0 4-15,0 0-19 16,0 0-9-16,0 0 14 15,0 0 7-15,37 17-8 16,-10 3 6-16,8 4-5 16,9 7-4-16,10 9-7 15,5 4-5-15,3 4-4 16,3 2-5-16,-1-3 3 0,-5-5-2 16,-5-5-1-16,-6-8-4 15,-7-5-11-15,-7-6-22 16,-7-6-9-16,-6-5-49 15,-3-4-17-15</inkml:trace>
  <inkml:trace contextRef="#ctx0" brushRef="#br0" timeOffset="97859.66">31131 10586 182 0,'0'0'16'0,"0"0"14"0,0 0-15 0,0 0 1 16,0 0 2-16,0 0 2 15,0 0-7-15,0 0-1 16,0 0 0-16,-29 37 32 15,29-36-16-15,0-1-8 16,0 0-7-16,0 0-1 0,0 0-1 16,0 0-9-16,0-4-1 15,0 0 0-15,0 0 1 16,0 0 7-16,0 2 6 16,7 2-3-16,11 0-6 15,7 7-3-15,11 14 1 16,10 11 15-16,9 7 10 0,8 11-10 15,7 7-13-15,4 7-1 16,-1 0-4-16,0-3-1 16,-4-2 1-16,-5-7 0 15,-7-4-11-15,-9-8-39 16,-8-9-28-16,-9-8-67 0</inkml:trace>
  <inkml:trace contextRef="#ctx0" brushRef="#br0" timeOffset="98278.74">31959 10976 360 0,'0'0'6'0,"0"0"4"0,58 42 16 0,-28-17 3 15,6 4-6-15,3 2-5 16,1 2-9-16,0 2-7 16,-1-1-2-16,0-1 0 0,-3-5-7 15,-3-5-37-15,-4-8-42 16,-4-10-82-16</inkml:trace>
  <inkml:trace contextRef="#ctx0" brushRef="#br0" timeOffset="98674.25">32510 11036 376 0,'0'0'6'0,"0"0"26"16,0 0-17-16,41-5 0 0,-17 10 11 16,6 7-3-16,3 2-3 15,6 6-2-15,0 4-9 16,1 0-6-16,-1 2-2 16,-4-1-1-16,-2-1-8 15,-5-4-32-15,-5-8-39 16,-2-3-95-16</inkml:trace>
  <inkml:trace contextRef="#ctx0" brushRef="#br0" timeOffset="98906.17">33042 11119 412 0,'0'0'25'0,"0"0"5"16,0 0-11-16,41 27-6 16,-25-12-6-16,-1 2-6 15,3-1 0-15,2 0-14 0,3-5-71 16,2-10-128-16</inkml:trace>
</inkml:ink>
</file>

<file path=ppt/ink/ink1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04:53.479"/>
    </inkml:context>
    <inkml:brush xml:id="br0">
      <inkml:brushProperty name="width" value="0.05292" units="cm"/>
      <inkml:brushProperty name="height" value="0.05292" units="cm"/>
      <inkml:brushProperty name="color" value="#FF0000"/>
    </inkml:brush>
  </inkml:definitions>
  <inkml:trace contextRef="#ctx0" brushRef="#br0">26760 10268 144 0,'0'0'159'0,"0"0"-151"0,0 0-6 16,0 0 11-16,-5 40 14 16,1-22 4-16,-1 2-5 0,4 4-2 15,0 6-1-15,0 1-4 16,0 6-4-16,1 5-3 16,0-1 0-16,0 1-8 15,0-2-1-15,0-4-1 16,0-2-2-16,0-6 1 0,3-2-1 15,0-5 0-15,-1-6 1 16,1-3-8-16,-1-5-31 16,-1-3-36-16,1-4-43 15,0-4-7-15</inkml:trace>
  <inkml:trace contextRef="#ctx0" brushRef="#br0" timeOffset="369.98">26989 10265 316 0,'0'0'66'0,"0"0"-2"15,0 0-52-15,0 0-6 16,0 0 20-16,0 0-1 16,8 58-4-16,-8-28-6 15,2 7-2-15,0 6-8 0,1 0 2 16,1 0-2-16,2 0-3 16,0-5-1-16,2-5-1 15,-1-5 1-15,-1-4-1 16,-1-5 1-16,-1-3-2 15,-2-5-11-15,0-1-24 16,-2-5-24-16,0-4-69 0,0-1-2 16</inkml:trace>
  <inkml:trace contextRef="#ctx0" brushRef="#br0" timeOffset="917.21">26382 10238 210 0,'0'0'11'0,"0"0"25"0,0 0-4 0,-47-7 0 0,38 6-1 16,3-1 4-16,0 2-10 15,4 0-6-15,2 0-6 16,0 0-5-16,5 0-3 16,13 0 8-16,9-4 15 15,14-3-7-15,12-3-3 0,12-3-3 16,9 0-3-16,5-2-3 16,5-2-1-16,2-2-1 15,-1 1-1-15,-4 0 1 16,-4 2-2-16,-10 0-2 0,-9 3 0 15,-12 3-1-15,-10 3-1 16,-11 3-1-16,-7 1 0 16,-7 3 0-16,-9 0-5 15,-2 0-43-15,-2 9-10 16,-11-5-76-16,-4-4-134 0</inkml:trace>
  <inkml:trace contextRef="#ctx0" brushRef="#br0" timeOffset="1951.4">27303 10710 195 0,'0'0'16'0,"0"0"29"0,0 0-24 16,0 0-13-16,0 0 4 16,0 0 4-16,0 0 40 15,0 0-32-15,0 0-13 16,0 0 1-16,-41 42-3 16,30-29 1-16,-3 3-1 0,2-1-3 15,0-1-2-15,1-1 0 16,2 0 0-16,-1-3-4 15,3-3 0-15,3 0 1 16,1-3-1-16,3-4 1 16,0 0 0-16,0 0 17 0,7-7-6 15,4-4-12-15,4-4 0 16,0-1 1-16,3-3-1 16,-2 2 1-16,0-1-1 15,-1 1 0-15,-3 1 1 16,-1 5 0-16,-4 1-1 0,-1 3 10 15,-3 1 6-15,-1 3 4 16,-1 3-2-16,-1 0-6 16,0 0-9-16,0 3-1 15,0 7 7-15,0 4 6 16,0 6-3-16,0 4-1 0,0 6 3 16,0 4-8-16,0 6 3 15,-3 1 1-15,-2 0 0 16,2-2-7-16,0-4 0 15,1-6-1-15,2-7-1 16,0-5 1-16,0-4 0 0,0-4-2 16,0-4 1-16,0 1-1 15,0-6 0-15,0 3 0 16,0-3-4-16,0 0-11 16,1 0-17-16,2 0-25 15,-1 0-16-15,0 0-106 16,-2 0-57-16</inkml:trace>
  <inkml:trace contextRef="#ctx0" brushRef="#br0" timeOffset="2283.32">27127 11176 122 0,'0'0'232'0,"0"0"-151"0,0 0-21 0,0 0-29 15,0 0-1-15,0 0-6 16,0 0 2-16,50-2 2 16,-15-1-8-16,6-1-6 15,2-1-1-15,1 0 0 0,-3 1-3 16,-5 1-3-16,-5 0-4 15,-8 2-1-15,-4-1-1 16,-7 1 0-16,-2 1 0 16,-4 0-1-16,-2-2-1 15,-2 2 1-15,-2 0-5 0,0 0-19 16,-4 0-34-16,-6 0-52 16,-3 0-143-16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6:39.522"/>
    </inkml:context>
    <inkml:brush xml:id="br0">
      <inkml:brushProperty name="width" value="0.035" units="cm"/>
      <inkml:brushProperty name="height" value="0.035" units="cm"/>
    </inkml:brush>
  </inkml:definitions>
  <inkml:trace contextRef="#ctx0" brushRef="#br0">1 1 7559,'0'0'481,"15"4"-2147</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06:48.662"/>
    </inkml:context>
    <inkml:brush xml:id="br0">
      <inkml:brushProperty name="width" value="0.05292" units="cm"/>
      <inkml:brushProperty name="height" value="0.05292" units="cm"/>
      <inkml:brushProperty name="color" value="#FF0000"/>
    </inkml:brush>
  </inkml:definitions>
  <inkml:trace contextRef="#ctx0" brushRef="#br0">26880 12532 112 0,'0'0'110'15,"0"0"-104"-15,0 0 27 16,4 50 3-16,-3-25-1 16,-1 6 0-16,0 8 8 15,0 3-10-15,0 4-1 16,0-1-12-16,0-1-6 0,0-3-3 15,0-6 0-15,0-6-5 16,0-6-4-16,3-4 0 16,-2-8-1-16,1 0 0 15,-2-6 0-15,2-4 0 16,-2-1-12-16,2 0-16 0,0-13-31 16,3-3-66-16,0-12-90 15</inkml:trace>
  <inkml:trace contextRef="#ctx0" brushRef="#br0" timeOffset="290.06">27142 12533 201 0,'0'0'42'16,"0"0"23"-16,0 0-29 15,0 0 1-15,0 0 18 16,0 0-7-16,2 63-8 16,-4-31-6-16,-1 7-5 15,0 5-8-15,0 4-6 0,1 1-7 16,0-3-5-16,2-4 0 16,0-6-2-16,0-9 1 15,0-4-1-15,1-7 0 16,1-5-11-16,-1-4-24 15,-1-4-21-15,0-3-28 0,-6 0-40 16,-5-10-90-16</inkml:trace>
  <inkml:trace contextRef="#ctx0" brushRef="#br0" timeOffset="618.76">26603 12512 297 0,'0'0'0'16,"0"0"56"-16,0 0 6 15,0 0-13-15,0 0-16 16,17-40-4-16,15 30-2 15,13-1-1-15,15-3-6 0,14-2-4 16,13-4-6-16,9 2-5 16,0-1-2-16,-4 5 0 15,-5 1-1-15,-16 5-1 16,-14 6 0-16,-13 2 0 0,-13 0-25 16,-11 9-19-16,-16 1-40 15,-4-2-78-15</inkml:trace>
  <inkml:trace contextRef="#ctx0" brushRef="#br0" timeOffset="1130.72">27171 13080 326 0,'0'0'34'16,"0"0"33"-16,0 0-14 15,0 0-7-15,39-28-10 16,-27 16-13-16,-1 2-8 0,5 2-7 16,-3 2-5-16,3 2-2 15,-2 4-1-15,0 0 0 16,-1 10 1-16,-4 4-1 15,0 5 0-15,-6 6 0 16,-3 4-2-16,-2 6 1 16,-13 4-4-16,0 0 4 0,-7 4 1 15,0-5-1-15,0-1-2 16,0-6 4-16,2-5 0 16,4-5-1-16,2-7 0 15,6-2 0-15,4-8 0 16,4-2 1-16,0-2 2 0,13-2 7 15,11-9-8-15,4-2 0 16,7-3 1-16,5 1-2 16,1 0 2-16,-5 5 1 15,-3-1 3-15,-4 6-3 0,-8 3 0 16,-6 2-3-16,-4 0-1 16,-4 0 1-16,-5 2-15 15,-2 3-20-15,0-1-40 16,-6-4-86-16</inkml:trace>
  <inkml:trace contextRef="#ctx0" brushRef="#br0" timeOffset="3451.88">29594 8025 216 0,'-18'-10'8'15,"2"2"30"-15,-10 5-6 16,-4 3-6-16,-3 5 10 0,-5 10 6 16,-1 8-1-16,-1 7-4 15,3 8-9-15,3 7-6 16,9 5-7-16,7 4-6 16,12-3-1-16,6-4-3 15,13-6 0-15,15-7 0 0,9-8 0 16,8-9-1-16,8-10 1 15,1-6-2-15,2-1-17 16,-3-14-17-16,-4-4-21 16,-7-6-43-16,-7-7-82 15</inkml:trace>
  <inkml:trace contextRef="#ctx0" brushRef="#br0" timeOffset="3739.13">29877 7919 270 0,'0'0'11'15,"0"0"59"-15,0 0-5 16,0 0-28-16,0 0-28 15,0 0 26-15,1 71 2 16,-1-26-12-16,0 5-13 16,0 7-4-16,0 0-2 0,0-3-1 15,0-3 2-15,0-8 0 16,0-7-17-16,0-10-39 16,0-6-12-16,0-12-84 15,0-8-194-15</inkml:trace>
  <inkml:trace contextRef="#ctx0" brushRef="#br0" timeOffset="4783.46">30282 8244 310 0,'0'0'29'16,"0"0"41"-16,-2-38-28 16,-11 31-10-16,-6 2-4 0,-6 4-2 15,-2 1-2-15,0 0-5 16,-2 6-3-16,2 4-7 16,4 5-4-16,2 0-3 15,4 4-1-15,7 0-1 16,2 1 0-16,6 0 1 0,2-2 1 15,0-2-1-15,5-2 0 16,6-4-3-16,5-3-11 16,4-7 1-16,2 0-5 15,2-6 21-15,2-9-3 16,-1-4-3-16,-4-2 0 0,-2-1 2 16,-5 4-2-16,-6 1 0 15,-3 4 2-15,-3 4-1 16,-2 1 3-16,0 5 2 15,-1 3 4-15,-5 0 3 16,1 5-4-16,-1 6-2 0,2 3 1 16,2 2-2-16,2 0-1 15,0-1 0-15,5-1 1 16,7 0-1-16,1-3-1 16,6 0-1-16,-2-5 1 15,2-2 0-15,3-4-1 16,-1 0 0-16,1-12 0 0,2-5 0 15,3-8-1-15,-1-5-2 16,2-1-2-16,1-1 2 16,0 4 2-16,-7 5 0 15,0 6 0-15,-3 10-1 0,-2 7 1 16,-5 0-1-16,-1 6 0 16,-2 8 1-16,0 3 0 15,-4 0 3-15,-1 4 0 16,-1-2 2-16,1-1 1 15,-3-2-6-15,1-2-3 0,0-4-1 16,1 0-2-16,1-6 1 16,0-2-1-16,2-2 4 15,3-2 3-15,1-9 0 16,4-2-1-16,1-4 0 16,2 0 0-16,0-1-2 15,2 3 1-15,0 3-2 0,-3 3-2 16,0 5 1-16,-6 4 3 15,-1 0 0-15,-3 6 0 16,0 6 1-16,-5 3 1 16,-1 0 4-16,1 2-1 15,0-3-3-15,-1 1 1 0,0-5-8 16,0-2-18-16,1-1-10 16,0-3 4-16,0-4 1 15,0 0 10-15,2 0 18 16,2-7-1-16,-2-3 2 15,4 1 0-15,2-1 0 0,-1 1 0 16,1-1-1-16,3 4 1 16,-3 2 4-16,1 4 7 15,-2 0 0-15,0 0-8 16,-1 10-1-16,-1 0 1 16,0 3 0-16,-2 0 1 0,0-1 1 15,-3 1-3-15,-1 0-18 16,0-4-81-16,0-4-131 15</inkml:trace>
  <inkml:trace contextRef="#ctx0" brushRef="#br0" timeOffset="4970.05">30979 8027 386 0,'0'0'3'0,"0"0"-3"16,0 0 0-16,0 0 1 16,0 0-1-16,0 0-7 15,0 0-60-15,0 0-59 16</inkml:trace>
  <inkml:trace contextRef="#ctx0" brushRef="#br0" timeOffset="5165.64">31360 8006 363 0,'0'0'3'0,"0"0"20"16,0 0 22-16,0 0-17 16,0 0-5-16,-46 27 3 15,30 5-4-15,3 7-9 16,0 10-5-16,2 5-1 0,2 6-1 15,2-2 3-15,2 2-4 16</inkml:trace>
  <inkml:trace contextRef="#ctx0" brushRef="#br0" timeOffset="6237.7">31096 8260 172 0,'0'0'24'16,"0"0"12"-16,0 0 15 16,0 0-18-16,38-20-19 0,0 16-6 15,9-1 5-15,5 5 3 16,4-1 2-16,-1 1-2 16,-6 1-16-16,-7-5-82 15,-4-2-91-15</inkml:trace>
  <inkml:trace contextRef="#ctx0" brushRef="#br0" timeOffset="6729.67">31646 8209 299 0,'0'0'26'0,"0"0"42"16,0 0-27-16,0 0-33 15,0 0 1-15,0 0 2 16,-7 37-3-16,16-22-4 0,1 2 0 16,0 0 2-16,2-5-2 15,2-2-2-15,0-6-5 16,0-4-10-16,2-2 7 16,-1-9 3-16,0-5 0 15,-1 0-10-15,-3 1 0 0,1 2 14 16,-5 7 0-16,2 4 16 15,2 2 2-15,-3 14-13 16,1 13 0-16,1 6 1 16,0 7-1-16,-4 6 2 15,-2 4-4-15,-3 1 1 0,-1 0 1 16,-2-4 1-16,-9-7 1 16,-6-9-1-16,-2-11-3 15,-5-10-1-15,-1-9 1 16,-1-1 0-16,1-11-2 15,5-9-4-15,3-7-4 0,6-4-1 16,8-2 7-16,3-2-1 16,15 2 2-16,15 5-3 15,13 4-23-15,7 4-32 16,6 0-60-16,0 0-111 16</inkml:trace>
  <inkml:trace contextRef="#ctx0" brushRef="#br0" timeOffset="22675.98">29460 9082 8 0,'4'-13'7'0,"0"2"3"16,1-2 12-16,2 0-10 16,-3-2-2-16,3-1 28 15,-2 2-23-15,-1-2 16 16,0 5 0-16,-2-2 10 16,-1 3-2-16,-1 3-6 0,0 3 8 15,0 3 4-15,0 1-15 16,0 2-25-16,0 13-2 15,0 7 11-15,-1 8 3 16,-3 7 0-16,0 4-3 16,0 3-2-16,1 4-1 0,-3-2-8 15,3-1-1-15,1-6-1 16,1-4-1-16,-1-8 1 16,2-8-1-16,0-5 0 15,0-7 0-15,0-3 0 16,0-4-2-16,0 0-14 0,0-5-25 15,0-11-60-15,0-7-12 16</inkml:trace>
  <inkml:trace contextRef="#ctx0" brushRef="#br0" timeOffset="22961.62">29676 8994 95 0,'0'0'73'0,"0"0"-17"16,0 0-14-16,0 0-11 15,0 0-19-15,0 0 25 16,0 0 8-16,20 41-7 16,-18-15-5-16,-2 5-8 15,0 2-5-15,1 2-12 0,1 1-4 16,0-1-3-16,2-5-1 15,1-2 0-15,-2-6 0 16,-1-5-1-16,0-3 0 16,-2-7-11-16,0-1-25 15,-2-5-21-15,-8-1-29 0,-3-1 1 16,0-12-86-16</inkml:trace>
  <inkml:trace contextRef="#ctx0" brushRef="#br0" timeOffset="23304.93">29272 8912 243 0,'0'0'8'0,"0"0"50"16,0 0-26-16,0 0-26 15,0 0-2-15,0 0 0 16,0 0 0-16,0 0 0 16,40-13 0-16,2 4 0 0,12-2 0 15,12 0-2-15,7-4-1 16,5 0-1-16,-2 2 0 16,-3 0-2-16,-9 5 0 15,-9 3-2-15,-12 3-2 16,-6 2-1-16,-10 0 7 15,-11 0 0-15,-9 4-5 0,-7-1-112 16</inkml:trace>
  <inkml:trace contextRef="#ctx0" brushRef="#br0" timeOffset="23930.45">30054 9240 109 0,'0'0'120'0,"0"0"-51"0,0 0-2 15,0 0-17-15,0 0-36 16,0 0 8-16,-34 43 3 0,14-20-14 16,-2 2-2-16,1 4-2 15,1-2-3-15,4-2-3 16,2-3 0-16,4-5-1 15,4-5 1-15,3-5-1 16,3-6 0-16,0-1 0 0,8-3 2 16,3-9-1-16,5-4-1 15,-1-2 1-15,4-1 0 16,-1-1-1-16,1 0-1 16,1 0 1-16,-8 2-1 15,0 4 1-15,-3 2 0 0,-4 5 0 16,-1 0 1-16,-3 6 0 15,-1 1 5-15,0 0-2 16,0 1-1-16,-1 11 6 16,-4 3 9-16,0 2-2 15,-2 7 0-15,1 3-1 0,2 5-6 16,-2 0-3-16,3 2-4 16,2-1-2-16,1 0 1 15,0-5-1-15,0-5 0 16,0-3 0-16,4-6 1 15,-1-3-5-15,0-2-30 0,-3-4-14 16,0 1-20-16,0-3-58 16,-8 0 10-16</inkml:trace>
  <inkml:trace contextRef="#ctx0" brushRef="#br0" timeOffset="24210.27">29864 9742 264 0,'0'0'55'0,"0"0"41"15,0 0-36-15,0 0-7 0,48-31-9 16,-22 21-6-16,5-1-19 16,7 4-5-16,3 0-3 15,1 1-5-15,0 3-3 16,-3-1-1-16,-6 4-1 15,-5 0-2-15,-7 0 2 0,-5 4-2 16,-8 3-6-16,-8 1-55 16,0-4-58-16,-15-4-118 15</inkml:trace>
  <inkml:trace contextRef="#ctx0" brushRef="#br0" timeOffset="25084.64">29725 10447 200 0,'0'0'58'0,"0"0"3"16,1-47-3-16,-1 34-9 15,0 2-6-15,-10 2-12 16,-6 2-10-16,-5 7-4 0,-6 0-3 16,-5 9 1-16,-3 9 5 15,1 7 1-15,3 6-7 16,4 6-3-16,8 1-3 15,9 2 0-15,10-2-2 16,0-1-1-16,13-7-2 0,10-6 0 16,11-7-2-16,8-8 2 15,5-9 0-15,2 0 1 16,2-12-1-16,-5-5-2 16,-6-4 0-16,-8-6-1 15,-9-4 1-15,-10-3 0 0,-13-2 0 16,-3-3 0-16,-20 3 0 15,-11 4-1-15,-8 7-1 16,-4 8-6-16,-1 11-19 16,-1 6-27-16,4 0-38 15,6 0-153-15</inkml:trace>
  <inkml:trace contextRef="#ctx0" brushRef="#br0" timeOffset="27274.02">31994 9079 216 0,'2'-14'21'0,"-2"3"34"0,0 2-2 16,0 9 6-16,0 0-37 16,0 10-21-16,0 10 1 0,0 6 1 15,0 3 15-15,0 4 5 16,3 1-8-16,2 3-11 16,2-3-1-16,5-4-3 15,-3-6 0-15,4-3 0 0,-3-6-9 16,0-7-39-16,-5-4-54 15,2-4 1-15</inkml:trace>
  <inkml:trace contextRef="#ctx0" brushRef="#br0" timeOffset="27580.8">32240 9050 243 0,'0'0'33'0,"0"0"33"16,0 0 21-16,0 0-44 0,0 0-39 15,0 0 2-15,0 0-4 16,4 42 4-16,-4-12 13 16,0 1 3-16,0 3 5 15,0 3-10-15,1 0-14 0,3-3-2 16,0-3 0-16,1-5-2 15,0-6 0-15,-2-5-15 16,-2-5-26-16,-1-4-35 16,0-6-65-16,-8 0 4 15</inkml:trace>
  <inkml:trace contextRef="#ctx0" brushRef="#br0" timeOffset="27906.62">31744 8937 288 0,'0'0'1'0,"0"0"54"0,0 0-43 15,0 0-8-15,0 0-5 16,32-40-2-16,18 31-1 16,19-3-1-16,12 1-1 0,10-1 3 15,4 4 1-15,-4 2 0 16,-8 3-1-16,-9 2-2 16,-11 1 9-16,-10 0-2 15,-7 4 4-15,-9 3 2 16,-11 1-5-16,-12-4-37 15,-10-2-170-15</inkml:trace>
  <inkml:trace contextRef="#ctx0" brushRef="#br0" timeOffset="28389.1">32480 9511 248 0,'0'0'7'0,"0"0"57"16,0 0-7-16,12-40-9 0,-3 26-4 15,5 0-13-15,4 2-9 16,4 1-8-16,1 4-2 16,1 1-4-16,-2 6-2 15,-1 0-6-15,-5 5 1 16,-4 7 0-16,-7 4-2 0,-4 5 1 16,-1 1 0-16,-7 2 1 15,-9 0-1-15,-2 0-1 16,-2-1 1-16,-2 0-1 15,2-2 1-15,4-3-3 16,3-1 0-16,4-5 2 0,6-5 1 16,3-3 0-16,13-3-1 15,9-1 2-15,10 0-1 16,3 0 0-16,6 0 0 16,-1-2 1-16,0-1-2 15,-6-3-50-15,-6-2-126 16</inkml:trace>
  <inkml:trace contextRef="#ctx0" brushRef="#br0" timeOffset="31438.33">31503 10593 200 0,'5'-10'53'0,"0"0"-16"16,-2 2-11-16,-3-2 11 16,0 4-6-16,0-1-4 15,-11 1-2-15,-7 2-10 16,-5 4-2-16,-7 0 4 15,-7 0 2-15,-1 6 5 0,-4 7-3 16,-2 2-1-16,3 5 0 16,2 2-2-16,5 4-4 15,7 3-4-15,10 2-3 16,8 0-3-16,9-2-2 16,9-4 0-16,18-3-1 0,8-7-1 15,11-5 1-15,7-4 1 16,3-6-2-16,2 0-2 15,-1-3-22-15,-4-7-35 16,-10-4-49-16,-3-3-116 16</inkml:trace>
  <inkml:trace contextRef="#ctx0" brushRef="#br0" timeOffset="31915.7">32167 10308 231 0,'0'0'27'0,"0"0"24"0,0 0-9 0,-60 0 8 16,27 15 1-16,-3 11-11 16,-4 8 3-16,1 11-12 15,0 7-7-15,5 7-7 0,4 7-7 16,12 0-4-16,7-2-2 16,11-3-3-16,9-5 0 15,18-11 0-15,11-6 0 16,8-11-2-16,7-14-10 15,1-5-14-15,-3-9-30 0,-8-4-67 16,-6-14-127-16</inkml:trace>
  <inkml:trace contextRef="#ctx0" brushRef="#br0" timeOffset="32703.12">32162 10605 123 0,'0'0'62'0,"0"0"1"16,0 0-13-16,0 0 9 15,0 0-8-15,0 0-13 16,0 0-6-16,0 0-6 0,0 0-8 15,3-44 0-15,3 36-6 16,1 1-1-16,4-2-5 16,3 2-1-16,3 2-2 15,3 2 0-15,-2 2-2 16,2 1 2-16,-3 0-3 0,-3 9 1 16,0 7-1-16,-6 0 0 15,-3 3 0-15,-4 3 0 16,-1 3 0-16,-5-2 1 15,-12 2 0-15,0 0 0 16,-6 2 1-16,1-4-2 16,3-3 1-16,5-5-1 0,3-3 0 15,4-5 1-15,7-4-1 16,0 1 2-16,1-4-2 16,12 0 1-16,6 0 0 15,7 0-1-15,5 0 0 16,7-4 0-16,1 0 1 0,2-1-1 15,0-1 0-15,-5 2-2 16,-4 1-31-16,-9-1-43 16,-8-2-45-16,-8 1-142 15</inkml:trace>
  <inkml:trace contextRef="#ctx0" brushRef="#br0" timeOffset="33054.75">32699 10424 297 0,'0'0'4'16,"0"0"82"-16,0 0-37 16,0 0-38-16,0 0 10 15,12 61 20-15,-12-17 1 0,0 6-10 16,-7 4-12-16,-3 4-9 16,0 2-6-16,-1-3-1 15,1 2-3-15,3-5 0 16,2-8-1-16,4-9-2 15,1-12-15-15,0-8-4 0,0-7-22 16,0-6-30-16,0-4-9 16,0 0-54-16</inkml:trace>
  <inkml:trace contextRef="#ctx0" brushRef="#br0" timeOffset="33431.14">33008 10640 297 0,'0'0'53'16,"0"0"31"-16,0 0-44 15,0 0-36-15,0 0 8 16,0 0 22-16,8 43 5 0,-8-21-14 16,0 4-10-16,0 1-6 15,-2 0-5-15,1-1-3 16,1-2 0-16,0-6 0 15,0-1-1-15,1-7-10 16,2 0-22-16,0-6-49 16,-3-4-22-16,2 0-100 0</inkml:trace>
  <inkml:trace contextRef="#ctx0" brushRef="#br0" timeOffset="33801.46">33258 10290 336 0,'0'0'-6'0,"0"0"96"15,0 0-30-15,0 0-10 16,47-33-19-16,-27 55-15 16,4 14 12-16,0 17-5 15,-4 14-3-15,-8 9-8 0,-10 5-6 16,-5 3-4-16,-24 2 0 15,-15-2-2-15,-13-4-1 16,-11-5-45-16,-3-7-85 16,-3-14-137-16</inkml:trace>
  <inkml:trace contextRef="#ctx0" brushRef="#br0" timeOffset="36523.68">28787 12455 87 0,'0'0'28'0,"0"0"-15"0,0 0 9 15,0 0 2-15,0 0 0 16,0 0-6-16,45-4 4 15,-34 1 1-15,0-1 2 0,0-2 1 16,0 0 9-16,0-1 1 16,-5-1-4-16,1 1-1 15,-5-3-3-15,-2 1-6 16,0 0-3-16,-2 0-4 0,-10 2-7 16,-5 1-1-16,-7 3 0 15,-5 3 3-15,-4 0 6 16,-4 7 2-16,2 7-3 15,3 5-4-15,6 4-5 16,6 4-3-16,8 2-1 16,7 1-2-16,5 0 1 0,1 0-1 15,15-3 0-15,3-4 0 16,8-5 0-16,3-4 0 16,4-5 0-16,2-5-10 15,1-4-17-15,-5 0-9 16,-1-1-13-16,-4-8-27 0,-5-2-61 15,-1-3-42-15</inkml:trace>
  <inkml:trace contextRef="#ctx0" brushRef="#br0" timeOffset="36883.67">29491 12060 264 0,'0'0'25'0,"0"0"45"15,-51-11-22-15,22 18-12 0,-5 14 2 16,-5 6-6-16,-1 10-2 15,1 10-1-15,3 9 0 16,5 7-12-16,6 7-7 16,10 1-3-16,11 2-2 15,4-2-3-15,19-6-1 0,11-7-1 16,11-11 0-16,6-6 0 16,3-11-13-16,1-13-42 15,0-13-36-15,-9-4-110 16</inkml:trace>
  <inkml:trace contextRef="#ctx0" brushRef="#br0" timeOffset="38836.67">29552 12343 6 0,'2'-6'159'0,"-1"2"-116"0,0 0 11 16,-1 2-17-16,0-2 11 16,0 3 1-16,0 1-12 15,0 0-23-15,0 0-11 16,0 0-1-16,0 5 16 16,0 4 1-16,0 5 2 0,0 0 2 15,2 7 7-15,0 5-13 16,0 1 1-16,-1 2-7 15,1-2-5-15,2-2-3 16,0-2-3-16,0-5 1 16,2-5-1-16,0-3 0 15,-2-3-18-15,1-3-50 0,-1-4-75 16,0 0-111-16</inkml:trace>
  <inkml:trace contextRef="#ctx0" brushRef="#br0" timeOffset="39261.74">29963 12093 179 0,'0'0'52'0,"0"0"-32"16,0 0 23-16,0 0-1 16,0 0 13-16,0 0-17 15,0 0-33-15,0 0 29 16,0 0-2-16,4 71-4 0,-10-25-8 15,-4 9 7-15,-3 9-7 16,2 4-11-16,-5 2-4 16,3 1-4-16,-2-5 0 15,3-5-1-15,3-11 1 16,-1-9-1-16,3-7-1 0,2-10-12 16,2-8-30-16,1-7-26 15,-2-8-58-15,2-1-26 16</inkml:trace>
  <inkml:trace contextRef="#ctx0" brushRef="#br0" timeOffset="39884.08">30113 12518 221 0,'0'0'22'0,"0"0"45"0,0 0-12 15,0 0-6-15,0 0-8 0,0 0-11 16,6-43-4-16,-6 35-7 16,2 1-8-16,4-2-2 15,0 1-1-15,5 0-2 16,2 1-3-16,1 1-1 16,1 2-1-16,2 3-1 15,1 1 0-15,-1 0 1 0,-2 4-1 16,1 8 0-16,-3 3 0 15,-3 4 0-15,-4 2 0 16,-4 2 0-16,-2 1-1 16,0 1 1-16,-12 2 0 0,-1 0-2 15,-2-4-1-15,-1-2 1 16,3-2 0-16,3-5 2 16,2-4 0-16,3-3 0 15,5-4 0-15,0 0 0 16,1-3 0-16,11 0 1 15,5 0 0-15,7-3 0 0,2-3 1 16,7-1-1-16,4 0 0 16,1 0 1-16,0 0-2 15,-3 1 0-15,-6 2 0 16,-4 2-6-16,-9 1-58 16,-6-2-20-16,-5-1-56 0,-2-2-103 15</inkml:trace>
  <inkml:trace contextRef="#ctx0" brushRef="#br0" timeOffset="40194.41">30547 11991 337 0,'0'0'0'0,"0"0"70"15,53-7-27-15,-31 29-16 16,4 13-5-16,2 11 7 16,-2 8-6-16,-7 9-5 0,-8 8-10 15,-8 4-1-15,-3 3-4 16,-16 4-3-16,-8 1 0 15,-7-5 0-15,-4-5-33 16,-4-11-26-16,-2-11-37 0,0-12-42 16</inkml:trace>
  <inkml:trace contextRef="#ctx0" brushRef="#br0" timeOffset="40924.15">32735 12261 269 0,'0'0'8'0,"0"0"78"0,-43-20-24 16,22 20-25-16,-7 0-10 15,0 7 2-15,-5 10 1 16,2 4-7-16,2 5 1 16,5 8-5-16,6 2-4 0,5-1-5 15,10 3-3-15,3-1-4 16,8-4 0-16,15-6-1 15,8-7 0-15,12-8 0 16,3-6 0-16,6-6 0 16,-1 0-1-16,-1-11-1 0,-9-6 1 15,-7-6 0-15,-9-7 0 16,-7-4-1-16,-13-3 1 16,-5-4 0-16,-13 0-1 15,-15 1-2-15,-10 6 1 16,-7 7-4-16,-8 8-26 0,0 8-27 15,4 3-42-15,8 0-126 16</inkml:trace>
  <inkml:trace contextRef="#ctx0" brushRef="#br0" timeOffset="48337.68">16112 16682 208 0,'0'0'6'15,"0"0"30"-15,9-46 4 0,-9 35-3 16,0 5 3-16,0 2-5 15,-3 4-16-15,-1 0-7 16,-1 0-7-16,3 0-4 16,0 7-2-16,2 6-1 15,0 1-1-15,2 0-51 0,4-5-40 16,1-9-68-16</inkml:trace>
  <inkml:trace contextRef="#ctx0" brushRef="#br0" timeOffset="48693.93">19285 14857 382 0,'0'0'2'16,"0"0"-1"-16,0 0-2 15,0 0-3-15,-37 40-42 0,32-22-16 16,-3-4-5-16,2-4-34 16</inkml:trace>
  <inkml:trace contextRef="#ctx0" brushRef="#br0" timeOffset="49660.61">19317 16573 465 0,'0'0'6'0,"0"0"10"0,0 0-5 16,0 0-12-16,0 0 2 15,0 0 1-15,0 0 1 16,0 0 8-16,0 0 5 0,0 0-1 16,15 25-1-16,-12-23 0 15,-3-2 0-15,0 1 2 16,0-1-6-16,0 0-4 15,0 1-2-15,0-1 1 0,0 0 3 16,0 0 4-16,0 0 0 16,0 0-1-16,0 0-5 15,0 0-1-15,0 0 0 16,0 0-2-16,0 0 0 16,0 0-1-16,0 0-1 15,0 0 0-15,0 0-1 0,0 0 2 16,0 0-2-16,0 0 1 15,0 0 0-15,0 0-1 16,0 0 1-16,0 0 0 16,0 0 0-16,0 0 2 15,0 0 2-15,0 0 2 0,0 0-6 16,0-2 0-16,0-1 0 16,0 0-1-16,0 1 1 15,0 1-1-15,0-2 0 16,-2 3 0-16,2-1 1 15,0 1-1-15,0-3 0 0,-1 3 0 16,1 0 0-16,0 0 0 16,-1 0 2-16,1 0-2 15,0 0 0-15,0 0 0 16,0 0 0-16,0 0 0 0,0 0 0 16,0 0 0-16,0 0 0 15,-1 0 0-15,1 0-2 16,0 0-1-16,-1 0-30 15,-2 0-28-15,-8 0-40 16,-5 0-114-16</inkml:trace>
  <inkml:trace contextRef="#ctx0" brushRef="#br0" timeOffset="50428.75">15918 16768 195 0,'0'0'3'0,"0"0"0"15,-2 0 2-15,1 0 4 16,-1-1 4-16,2-2-3 16,-2 2 0-16,2 0-1 15,-2 0-2-15,2 1-5 16,0-1 0-16,-3 1-1 15,3 0-1-15,0 0-2 0,0 0 0 16,3 2 1-16,3-1-9 16,-3-1-66-16</inkml:trace>
  <inkml:trace contextRef="#ctx0" brushRef="#br0" timeOffset="52304.38">23707 14790 36 0,'0'0'90'16,"0"0"-87"-16,25-48 19 0,-15 31 1 15,-3 1-5-15,0 1 1 16,0-1 12-16,0 0-3 15,-3 2-4-15,2 0 8 16,-4-2 12-16,1 2-4 16,-1 0-16-16,-2 0 2 0,0 1-8 15,0 0-4-15,0 0 3 16,-3 2-4-16,-7 0-5 16,-3-1-5-16,-3 4-1 15,-7-1 1-15,-2 1-1 16,-1-1 1-16,-7 2 0 15,-2 0-1-15,0-1 4 0,1 0-2 16,0 1 0-16,-1 1-1 16,0 1 0-16,1-1 0 15,-3 5-1-15,1 1 0 16,1 0-1-16,-2 0 0 16,-1 1-1-16,2 6 1 0,-2 3-2 15,2 1 2-15,2 0-1 16,3 0 0-16,2-1 0 15,2-2 0-15,3 0 0 16,4-1 1-16,2 0-1 16,3 0-1-16,1-1 1 0,2 1 0 15,3 1 0-15,1-1-1 16,2 3 0-16,1-1 1 16,0 5-1-16,0 3 1 15,1 3 0-15,-1 4-2 16,-2 7 2-16,3 2 0 0,-4 3 0 15,1 1 0-15,-3 3 0 16,2 0 0-16,0-1 0 16,-2 0 0-16,3 1-1 15,-2-1 1-15,1 0 0 16,0-3 0-16,1-1 0 0,2-4 1 16,2-1-2-16,-3 0 2 15,4-2 1-15,2-2 1 16,0 2 1-16,1-1-1 15,9-1 1-15,3-2 1 16,7-1-1-16,3-2 2 0,4 0 0 16,4-2 0-16,4-2-1 15,-1-3 4-15,4 0 1 16,2-2-4-16,3-5-2 16,1 3 0-16,1-3 2 15,2-3-2-15,4 0-2 0,-2-2 0 16,0-2 1-16,2 0 2 15,0-4 2-15,0-5 1 16,2-1-2-16,-8-1-2 16,4-2 0-16,-5 0-2 15,-3 0 1-15,-5-1-1 0,0-1 0 16,-3 0 0-16,0-2 3 16,-5-1-2-16,0-1-1 15,-5-2 0-15,-2-4 2 16,0-1-2-16,-3-8 0 15,-4 0 0-15,-1-9 0 0,-2-5-2 16,-8-6 2-16,-3-6-2 16,0-5 1-16,-15-6 0 15,-9-4 0-15,-7-2 1 16,-14 7-1-16,-7 5 1 16,-10 8-2-16,-7 13-1 15,-5 16-6-15,-6 11-8 0,0 13-11 16,-1 4-10-16,7 9-30 15,5 4-20-15,12-6-85 16</inkml:trace>
  <inkml:trace contextRef="#ctx0" brushRef="#br0" timeOffset="55600.65">19193 15358 372 0,'0'0'-25'0,"0"0"23"0,0 0 5 0,0 0-3 16,0 0-2-16,0 0 1 15,0 0 0-15,0 0-1 16,0 0 0-16,0 0-1 16,39-7-1-16,-30 10 3 0,-2 0-18 15,1-3-59-15,-5 0-124 16</inkml:trace>
  <inkml:trace contextRef="#ctx0" brushRef="#br0" timeOffset="65454.63">20221 17695 7 0,'0'-2'8'0,"0"2"-2"0,0 0-2 0,0 0-3 0,0-1-1 15,0 1-1-15,0 0 0 16,0 0-2-16,0 0-4 15,0 0 12-15,0 0-5 0,-1 0 0 16,1 0-5-16,0 0 2 16,0 0-5-16,-3 0 5 15</inkml:trace>
  <inkml:trace contextRef="#ctx0" brushRef="#br0" timeOffset="66817.8">18933 17524 16 0,'55'-23'4'0,"6"-1"-4"16,3 1 1-16,3-1-1 0,1 3 0 15,-2 3-1-15,-3 4 1 16,-5 3 0-16,-4 7-1 16,-10 1-2-16,-8 3 3 15,-5 0-2-15,-8 0 1 16,-3 0 1-16,-9 0 0 0,-4 2 0 15,0 2-2-15,-7 1-1 16,0 4-2-16,0-2 6 16,0 1-1-16,-5 1-1 15,1-1-2-15</inkml:trace>
  <inkml:trace contextRef="#ctx0" brushRef="#br0" timeOffset="71897.28">18906 17673 41 0,'1'-3'32'0,"-1"-1"11"0,0 3-21 0,0 1-6 16,0 0-10-16,0 0-3 15,0 0 14-15,1 0 14 16,1 0-15-16,-2 0-1 15,2 1-3-15,0 2-1 16,-2-2-1-16,0 1-3 16,0-1 0-16,1-1-2 0,-1 0 0 15,0 0 0-15,0 0-1 16,0 0-2-16,0 0 0 16,0 0 2-16,0 0-1 15,0 0 0-15,0 0 0 16,0 0 2-16,0 0-1 0,0 0 4 15,0 0 0-15,0 0-5 16,0 0-1-16,0 0 0 16,0 0 1-16,0 0 0 15,0 0-3-15,0 0 1 16,0 0-1-16,0 0 0 0,1 0 1 16,-1 0-1-16,0 0 0 15,0 0 0-15,0 0 0 16,0 0 0-16,0 0 0 15,0 0 0-15,0 0 1 0,0 0 0 16,0 0 2-16,0 0 2 16,0 0-1-16,0 0-3 15,0 0 0-15,0 0-1 16,0 0 0-16,0 0 0 16,0 0 0-16,0 0 0 15,0 0 1-15,0 0-1 0,0 0 0 16,0 0 0-16,0 0 1 15,0 0 1-15,0 0 4 16,0 0-1-16,0 0-3 16,0 0-1-16,0 0 1 15,0 0-2-15,0 0 1 0,0 0 0 16,0 0-1-16,0 0 3 16,0 0 1-16,0 0 2 15,0 0 1-15,0 0-5 16,0 0-1-16,0 0 2 15,0 0-3-15,0 0 0 0,0 0 0 16,1 0 1-16,-1 0 0 16,0 0 0-16,0 0 0 15,0 0 1-15,0 0-1 16,1 0 0-16,2 0 0 16,-1-1-1-16,3-1 0 15,0-2-1-15,3 3-3 0,-3-2-19 16,3 0-28-16,-1-3-29 15,0-5-34-15</inkml:trace>
  <inkml:trace contextRef="#ctx0" brushRef="#br0" timeOffset="72567.89">19911 17677 61 0,'1'0'73'0,"-1"-4"-68"0,0-1 21 16,0 2-4-16,0 1-8 15,0 2-6-15,0 0-6 16,0 0 0-16,0 0-2 0,0 0 1 15,2 0-1-15,0 0 0 16,0 3 1-16,2 0-1 16,1-3 0-16,-1 0-6 15,-1-3-79-15</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08:27.713"/>
    </inkml:context>
    <inkml:brush xml:id="br0">
      <inkml:brushProperty name="width" value="0.05292" units="cm"/>
      <inkml:brushProperty name="height" value="0.05292" units="cm"/>
      <inkml:brushProperty name="color" value="#FF0000"/>
    </inkml:brush>
  </inkml:definitions>
  <inkml:trace contextRef="#ctx0" brushRef="#br0">22822 3564 12 0,'0'0'12'0,"0"0"-9"0,0 0 1 16,0 0 3-16,0 0 1 15,0 0-6-15,0 0-1 16,0 0 1-16,1 0 7 15,-1 0 4-15,0 0 3 0,0 0 10 16,0 0-2-16,0 0-2 16,0 0-5-16,0 0-2 15,0 0 3-15,0 0-2 16,0 0 0-16,0 0 2 0,0 0-4 16,0 0-1-16,0 0-2 15,0 0 1-15,0 0-5 16,0 0-6-16,1 0 0 15,1 0-1-15,2 0 2 16,1 0-1-16,2 0-1 0,3 0 3 16,1 0 1-16,4 0-1 15,0 0 0-15,5 0-2 16,-1 0 1-16,2 0-1 16,2-1 0-16,2 0-1 15,1-1 3-15,1-1-1 0,2 2-1 16,-2-2 1-1,4 0 1-15,0-1 1 0,2 1 0 16,0 2 0-16,0-2-1 16,-2-2 1-16,1 1 1 15,-1 0-1-15,0 0 0 16,-2 0 1-16,0-1-1 0,-5 1-1 16,1 1 0-16,-2 0-2 15,-1 0 1-15,-3 2 0 16,2-2 2-16,-2 0-1 15,-2 2-2-15,1 0-1 16,-3-1 1-16,-1 1-1 0,-1 1 0 16,-3-2 0-16,-1 1 0 15,-1 1 1-15,-3-1 0 16,-2-1-1-16,0 2 1 16,-1 0 0-16,0 0 1 15,0-1 0-15,1 0 1 0,-1-1-1 16,0 2-1-16,-1 0 1 15,1-2-2-15,0 2 0 16,-2 0 0-16,0-1 0 16,0 1 0-16,0 0-2 15,0 0 4-15,0 0-4 0,0 0 2 16,0 0-1-16,0 0 0 16,0 0 0-16,0 0-3 15,0 0 7-15,0 0-2 16,0 0 1-16,0 0-2 15,0 0 1-15,0 0 1 0,0 0-2 16,0 0-2-16,0 0 4 16,0 0-2-16,0 0 0 15,0 0 1-15,0 0-2 16,0 0 1-16,0 0 0 16,0 0-4-16,0 0 4 0,0 0 1 15,0-1 0-15,0 1 1 16,0 0-2-16,0 0 0 15,0 0 1-15,0 0-1 16,0 0 0-16,0 0 0 16,0 0 0-16,0 0 0 15,0 0 0-15,0 0 0 0,0 0 0 16,0 0 0-16,0 0 0 16,0 0 0-16,0-1 0 15,0 1-1-15,0 0 1 16,0-1 0-16,0 1 0 15,0 0 0-15,0 0 0 0,0 0 0 16,0 0 0-16,0 0 0 16,0 0 0-16,0 0 0 15,0 0 0-15,0 0 0 16,0 0 0-16,0 0 0 16,0 0 0-16,0 0 0 0,0 0 0 15,0 0 0-15,0 0 0 16,0 0 0-16,0 0 0 15,0 0 0-15,0 0 0 16,0 0 0-16,0 0-2 0,0 0 1 16,0 0 0-16,0 0 1 15,0 0 0-15,0 0 0 16,0 0 0-16,0 0 0 16,0 0 0-16,0 0 0 15,0 0 0-15,0 0 0 16,0 0 0-16,0 0 1 0,0 0-1 15,0 0 0-15,0 0 0 16,0 0-1-16,0 0 2 16,0 0-1-16,0 0 0 15,0 0 0-15,0 0 0 16,2 0-5-16,4 0 1 0,2-1 5 16,5 1-1-16,0-2 1 15,3 1 0-15,1-1 2 16,2 2-3-16,1-3 1 15,-1 2-1-15,3-2 1 16,0 3 0-16,-1-2-1 0,2 0 1 16,-2 2-1-16,0 0 3 15,-2-1-3-15,1-1 1 16,-3 2-1-16,0 0 1 16,-3 0-1-16,1 0 0 15,-2 0 0-15,-2 0 0 16,3 0 0-16,-2 0 0 0,0 0 0 15,1 0 0-15,1 0 1 16,-1 0 0-16,3 0 2 16,-3 0 2-16,0-1-2 15,1-1-1-15,-4 1 0 0,2-2-1 16,-3 3 0-16,0-2 1 16,-2 1-2-16,2 1 0 15,-6-1 1-15,-1 1-1 16,0 0 1-16,0 0-2 15,-2 0 1-15,0-2 0 0,0 2 0 16,0 0 0-16,0 0 0 16,0 0-1-16,0 0 1 15,0 0 1-15,0 0-1 16,0 0 0-16,0 0 0 16,0 0 0-16,0 0 0 15,0 0 0-15,0 0 1 0,0 0-1 16,0 0 0-16,0 0 1 15,0 0 0-15,0 0 0 16,0 0 1-16,0 0-2 16,0 0 2-16,0 0-2 15,0 0 2-15,0 0 0 0,0-1 0 16,0 1-1-16,0 0 1 16,0 0-2-16,0 0 0 15,0 0 1-15,0 0-1 16,0-1 1-16,0 1-1 15,0 0 0-15,0 0 0 0,0 0-1 16,0 0 1-16,0 0-1 16,0 0 1-16,0 0 0 15,0 0 0-15,0 0 0 16,0 0 0-16,0 0 0 16,0 0 0-16,0 0 1 0,0 0-2 15,0 0 1-15,0 0 1 16,0 0-1-16,0 0 0 15,0 0 0-15,0 0 0 16,0 0 0-16,0 0 1 16,0 0-2-16,0 0 2 0,0 0-1 15,0 0 0-15,0 0 0 16,0 0 0-16,0 0 0 16,0 0 0-16,0 0 1 15,0 0-1-15,0 0 0 16,0 0 0-16,0 0 1 0,0 0 0 15,0-2-1-15,0 2 0 16,0 0 1-16,0 0-1 16,0 0 0-16,0-1 0 15,1 1 0-15,-1 0 0 16,1 0 0-16,-1 0 0 16,2-2 0-16,-2 2 0 0,0 0 0 15,0 0 0-15,0 0 0 16,0 0 0-16,0 0 0 15,0 0 0-15,0 0 0 16,0 0 0-16,0 0 0 0,0 0 0 16,0 0 0-16,0 0 0 15,0 0 0-15,0 0 0 16,0 0 1-16,0-1-1 16,0 1 0-16,0-3 0 15,2 3 0-15,-2-3 0 16,0 3 0-16,1-1 0 0,0-1 0 15,-1 1 0-15,1 1-1 16,-1 0 1-16,0 0 0 16,0 0 0-16,0 0 0 15,0 0-1-15,0 0 1 0,0 0 0 16,0 0-1-16,0 0 1 16,0 0-1-16,0 0 0 15,0 0 1-15,0 0 0 16,0 0-1-16,0 0 1 15,0 0 0-15,0 0 1 16,0 0-1-16,0 0 0 0,0 0 0 16,0 0 0-16,0 0 0 15,0-1 0-15,0 1-1 16,1-1 1-16,-1 1 0 16,0-1 0-16,0 1 0 15,0 0 0-15,1 0 0 0,-1 0-1 16,0-1 1-16,0 1 0 15,0 0 0-15,0 0 0 16,1 0 0-16,-1 0 0 16,1 0 0-16,-1 0 0 15,0 0 0-15,0 0 0 0,0 0 0 16,0 0 0-16,0 0 0 16,1-1 0-16,0 1 0 15,2 0 0-15,-3 0 0 16,0-2 0-16,2 2 0 15,-2-1-1-15,0 1 2 0,1-1-2 16,-1 1 1-16,0 0 0 16,1-1-1-16,-1 1 1 15,0 0 0-15,0 0 0 16,0 0 0-16,1 0-1 16,-1 0 1-16,0 0 0 0,0 0-1 15,0 0 1-15,0 0 0 16,0 0-1-16,0-2 1 15,0 2-1-15,0 0 1 16,0 0 0-16,0 0 0 16,0 0 0-16,0-1 0 0,0 0 0 15,0-1 0-15,0 2 0 16,0-2-2-16,0 0 2 16,0-1-1-16,0 3 1 15,0-2 0-15,0 1 0 16,0 0 0-16,0-1-4 0,0 1 2 15,0 1 0-15,0 0 1 16,0-3 0-16,0 3 0 16,0-1 0-16,0-1 1 15,0 1 0-15,0 1 1 16,0 0-1-16,0-3 0 16,0 3 0-16,0 0 0 0,0 0 0 15,0 0 0-15,0 0 0 16,0 0-1-16,0 0-6 15,0 0-3-15,2 7 8 16,1 1 1-16,-3 0-37 16,-2-8-95-16</inkml:trace>
  <inkml:trace contextRef="#ctx0" brushRef="#br0" timeOffset="23827.94">14691 14442 42 0,'0'0'-16'0,"1"-1"23"0,0 1-3 16,-1 0 53-16,0 0-35 0,0 0-5 15,0 0 8-15,0-2 4 16,0 1-13-16,0 0 2 16,0 0 3-16,0 1 1 15,0-2-9-15,0 2-6 16,0 0-7-16,1 0 1 0,4 5 0 15,-1 1 1-15,1 4-1 16,2 1 0-16,-2-1 1 16,3 3 1-16,-3-1 0 15,6 1 1-15,-2-1-2 0,-1-1 4 16,2-1 0-16,-1 2-1 16,0-5 4-16,2 1-2 15,-6-1-2-15,1-1 1 16,-1-3 1-16,-1-2 2 15,0 1-5-15,-2-2 3 0,0 0 4 16,2 0 6-16,2-3-4 16,-2-4-9-16,3-3 0 15,0 1-3-15,4-4 1 16,0-1-2-16,5-3 0 16,-1-1 0-16,4-2 2 15,4-3-2-15,-2 1 0 0,3-3 0 16,1-1 0-16,0-2-2 15,-3 1 2-15,1-2-1 16,1 3 1-16,-6 2 0 16,-1 2 3-16,-4 7-2 15,-2 1 4-15,-3 4-1 0,-3 3 2 16,-1 2-3-16,-2 1-1 16,0 1 0-16,-2 2 0 15,0-1-1-15,0 2 0 16,0-1 1-16,0 1 2 15,0-3-4-15,0 3 2 0,0-1-2 16,0 1 1-16,0-2-1 16,0 2 1-16,0 0-2 15,2 0 2-15,-2 0-1 16,0 0-1-16,3 7-11 16,-3 1-37-16,0-1-46 0,0-7-54 15</inkml:trace>
  <inkml:trace contextRef="#ctx0" brushRef="#br0" timeOffset="25988.99">16370 14378 63 0,'0'-3'28'0,"0"-1"0"0,0 1-8 0,0-2-1 16,0 0-9-16,0 1 15 0,0 0-6 16,0-3 0-16,0 3-8 15,0-1 0-15,0 2 8 16,0 1-5-16,0 0-3 16,0 2-6-16,0 0-4 15,0 0-1-15,0 4-2 16,2 4 2-16,0 3 1 0,2 0-1 15,-2 4 0-15,2 0 0 16,1 1 2-16,1 1-1 16,-1 0 1-16,2 1 1 15,-2 1 0-15,3-1 1 16,-1 0 1-16,0-1 3 0,-1-1-5 16,-1 1 0-16,1-4-1 15,-3-2 0-15,3-1 0 16,-1 0 0-16,-4-4 0 15,2-2 0-15,-1-1-1 0,1 1 0 16,-1-2 0-16,0 1 1 16,-1-1 0-16,1-1-1 15,0 0 2-15,-1 1-2 16,2-2 2-16,-3 1-3 16,0-1 0-16,0 0 0 15,0 0 0-15,0 0 1 0,0 0 1 16,0 0 0-16,2 0 0 15,0 0-2-15,1 0 1 16,0-5-1-16,1-2 1 16,2 0-1-16,3-4 0 15,0-2 0-15,3-4 0 0,5-1 0 16,1-5-1-16,3-3 1 16,4-2 0-16,1-3 4 15,5-5 3-15,3 1 1 16,-1-1-1-16,1 2-1 15,-3 3-2-15,-2 2-3 0,-2 4 0 16,-5 2 0-16,-1 3-1 16,-3 3 1-16,-1 2-2 15,-1-1 1-15,-3 2 1 16,0 0-1-16,-1-1 0 16,-1 1 0-16,2-2-1 0,-2 1 2 15,2-2-2-15,-1-3 2 16,1 1 4-16,-1 1 3 15,-1 0-3-15,0 3-4 16,0 1 1-16,-2 4-1 16,-4 2 0-16,1 2-1 0,-4 3 0 15,0 2 0-15,-2 1 0 16,0 0 1-16,0 0-2 16,0 0 0-16,0 0 1 15,0 0 0-15,0 3 1 16,0 4-1-16,-2 0-2 15,0 1-10-15,-1-1-32 0,2-6-63 16,-2-1-54-16</inkml:trace>
  <inkml:trace contextRef="#ctx0" brushRef="#br0" timeOffset="28764.83">18087 14561 12 0,'0'0'39'0,"0"0"32"0,0 0-63 0,0 0 0 16,0 0 0-16,0 0 5 16,0 0 3-16,0 0 1 15,0 0 5-15,0 0-1 0,0 0-7 16,0 0-5-1,0 0-3-15,-10 2-3 0,10-2 1 16,0 0 4-16,-1 0-5 16,1 0-2-16,-1-3 1 15,1 0 2-15,0 3 0 16,0-2 0-16,0 0 0 0,0 2-1 16,0-1-1-16,0 1-1 15,0 0 0-15,0 0-1 16,0 0 0-16,1 0-1 15,3 5 1-15,3 1 0 16,-2 4 0-16,4 0 0 0,-3 3 0 16,3-1 1-16,-2 1-1 15,1 0 0-15,0 0 1 16,-3-2-1-16,0-1 0 16,0-2 0-16,-1 0 0 15,-1-3 0-15,-1 0 0 0,1-1 1 16,-3-1-1-16,2 1 1 15,-2-3-1-15,0 2 1 16,2-3-1-16,-2 3 0 16,0-2 1-16,0-1-1 15,0 2 0-15,0-2 0 0,0 0 0 16,0 0 2-16,1 0-2 16,-1 0 1-16,0 0-1 15,0 0 0-15,1 0 0 16,0 0 1-16,0 0 0 15,0 0-1-15,1 0 1 0,0 0-1 16,0 0 0-16,-2-2 1 16,2 2-1-16,-2-4 1 15,2 1 1-15,0-1 0 16,1-3 5-16,0 1 0 16,3-1 0-16,-2-3-2 15,3 2-1-15,-1-2 1 0,2-3-1 16,-1 3 0-16,2-3 0 15,2 2 0-15,0-2-2 16,2-2 0-16,3-3-1 16,3-4 0-16,4-3 1 15,4-6 3-15,4-7 2 0,1-5 3 16,6-5-2-16,2-3-2 16,3 0 0-16,2 0-2 15,-1 4 2-15,-2 6 3 16,-4 4-3-16,-4 7-1 15,-9 4 1-15,-6 6-4 0,-4 4 0 16,-5 4-1-16,-5 6 0 16,-3 3 0-16,-1 3 0 15,-1 0 1-15,0 0-1 16,0 0 0-16,-3 0 3 0,1 2-2 16,-1 1-1-16,-1-2 0 15,4 1 0-15,-2-2-1 16,2 0 4-16,0 0-11 15,4-5-16-15,3-6-18 16,3-3-41-16,0-8-21 16</inkml:trace>
  <inkml:trace contextRef="#ctx0" brushRef="#br0" timeOffset="36503.18">20292 14407 41 0,'0'1'-7'0,"0"1"22"0,0-1 35 0,0-1 21 16,0 0-49-16,-1 0-1 15,1 0 0-15,-1 0-2 16,1 0-6-16,-1 0-1 16,1 0-8-16,0 0-2 15,0 0-3-15,0 0 0 0,0 4 2 16,0 6 2-16,1 1 1 15,3 1 0-15,2 6 0 16,1-1 2-16,2 0-2 16,-2-1-2-16,2 1 0 0,2-3 1 15,-4-2-2-15,1-3 0 16,-1-3 1-16,1 0 3 16,0-5 6-16,-3-1 2 15,2 0 7-15,2-8 4 16,3-6-13-16,1-5-2 15,4-3-7-15,5-4 3 0,-2-4-3 16,6-4-3-16,4-3 1 16,1-1 1-16,0-1 1 15,1 2 0-15,-3 3-1 16,-3 6 0-16,-3 2 1 16,-5 6-2-16,-2 3 0 0,-4 5 1 15,-1-1-1-15,-3 4 0 16,-2 4 1-16,-3 0-1 15,-1 1 0-15,-1 2 2 16,-1 1 0-16,0-2 0 16,0 2 0-16,0 0-3 0,0 0 2 15,0 0 1-15,0 0 0 16,0 1-1-16,-1-2 0 16,0 1-1-16,1 1 0 15,-1 0 0-15,1 0 0 16,0 0-2-16,0 0 0 0,0 0 0 15,0 0-8-15,2 0-27 16,2 0-19-16,0 0-14 16,-3-1-75-16</inkml:trace>
  <inkml:trace contextRef="#ctx0" brushRef="#br0" timeOffset="39500.78">21822 14324 40 0,'-4'0'21'0,"2"0"15"0,2 0-23 0,-1 0 3 16,1 0-3-16,0 0 2 0,0 0-4 15,0 0-4-15,0 0-4 16,0 0-3-16,0 0-1 16,0 0 4-16,0 0 6 15,0 0-3-15,0 0 0 0,0 2-3 16,0-2 4-16,0 1-1 16,0-1 2-16,0 0-3 15,0 0 0-15,0 0 3 16,0 0-1-16,0 0-2 15,0 0 4-15,0 0 1 16,0 0-5-16,0 0-1 0,0 0-1 16,0 0 2-16,0 0-1 15,0 0 1-15,0 0-3 16,0 2 1-16,0-1-2 16,0 0-1-16,1 1 2 15,2 2 2-15,2 2-1 0,0-1 1 16,0 3 0-16,3 1-2 15,-3 3 3-15,4-1 2 16,-2 3-1-16,2 2 2 16,2-2-5-16,-4 1 0 15,1 1 2-15,0 0-3 0,2-2 2 16,-1 2-2-16,-3-3 0 16,1-2-1-16,1-1 3 15,-2-3-2-15,-3-1-1 16,1-3 1-16,0 1-1 15,-2-3-1-15,-2-1 1 0,2 0 0 16,-2 0-1-16,0 0 1 16,0 0 0-16,0 0 1 15,0 0 1-15,0 0-1 16,0 0-1-16,0 0 0 16,0 0 0-16,0 0 1 0,0 0-2 15,0 0 0-15,0 0 1 16,0 0 0-16,0 0-1 15,0 0-1-15,0 0 1 16,0 0 0-16,0 0-1 16,0 0 2-16,0 0-1 15,0 0 1-15,0 0-2 0,0 0 2 16,0 0-1-16,0 0 0 16,0 0 0-16,0 0 0 15,0 0-1-15,1 0 1 16,-1 0-1-16,2 0 1 15,-1 0 0-15,3 0 0 0,0 0 0 16,-1 0-2-16,1 0 2 16,2-1 2-16,1-5-5 15,4-1 13-15,0-3 0 16,2-3 1-16,3-2 1 0,6-4 3 16,4-3-4-16,1-2-1 15,5-4 0-15,2-3-3 16,4-3-1-16,0 0 0 15,4-3 3-15,1 2-2 16,3 1-3-16,2 2 0 16,-3 2 1-16,0 4-5 0,-3 3 2 15,-5 0-2-15,-5 4 1 16,-3 1-1-16,-3 1 0 16,-3 3 1-16,-7 0-1 15,-1 2 2-15,-4 3-2 16,-1 1 0-16,-8 4 1 0,1 0-1 15,-2 1 1-15,0 0 0 16,-1 2-1-16,0-1 0 16,0 2 2-16,0 0 1 15,0-1-3-15,0 1 0 16,0-3 0-16,0 3 1 0,0 0-2 16,0 0 2-16,1 0-2 15,-1 0 1-15,0 0 1 16,0 0-1-16,0 0 1 15,0 0-4-15,1 0 2 16,-1 0 2-16,0 0 0 16,0 0-1-16,0 0 1 0,0 0 0 15,0 0 0-15,0 0-2 16,0 0 0-16,0 0-4 16,0 0-9-16,0 0 7 15,0 0 2-15,0 0-2 0,0 0-8 16,0 0-2-16,0 0-12 15,0 4-13-15,0-2-20 16,0-1 0-16,0-1-4 16,0 0-86-16</inkml:trace>
  <inkml:trace contextRef="#ctx0" brushRef="#br0" timeOffset="44753.68">23922 14760 14 0,'0'0'19'0,"0"0"-1"0,0 0 9 15,0 0 2-15,0 0-3 16,0 0-4-16,0 0-2 15,0 0-7-15,0 0-3 16,0 0 2-16,0 0-1 0,0 0-4 16,0 0 1-16,-25-30-6 15,25 30 3-15,0 0 0 16,0 0 3-16,0 0 0 16,0 0-4-16,0 0 2 0,0 0 3 15,0 2-2-15,0 2-3 16,0-2 0-16,0 1-1 15,0-1 0-15,0 2-1 16,0-1 3-16,2 3 0 16,0-2-1-16,0 2 0 0,2 0-1 15,-1 2 0-15,0-1 0 16,3 0 1-16,-3 1-1 16,1-1 2-16,2 0 0 15,-3-2 0-15,3 1 1 16,1-2-2-16,-3-1 0 0,1 2-1 15,-1-3-1-15,1 1 0 16,-2 0-1-16,0-2 0 16,2 2 1-16,-4-3-2 15,1 3 0-15,-1-3 1 16,0 1-1-16,1 1 1 16,-1-2-1-16,2 1 1 0,-3-1-1 15,2 0 1-15,0 2-2 16,1-1 1-16,0-1 0 15,2 0 0-15,-1 0 1 16,0 0-2-16,0 0 2 16,-1 0 0-16,-1 0 1 0,1 0 1 15,0-3-1-15,1 0 2 16,0-2-1-16,4-1 0 16,-1-2-2-16,3-4 2 15,2-1 0-15,1-5 0 16,4-4 0-16,2-4 3 0,5-4 2 15,5-4-1-15,5-3 1 16,3-3-2-16,4 0 0 16,1 3 0-16,-1 2-3 15,-5 5-2-15,-4 4 1 16,-5 2-2-16,-5 3 1 0,-3 5-1 16,-5 0 1-16,-3 1 0 15,1 2-1-15,-5 0 0 16,-1 4 1-16,-2 0-1 15,-2 3 1-15,1 1-1 16,-1-1 2-16,-2 3 0 0,0-1-1 16,0 1 1-16,0 1-1 15,0 0-1-15,0 2 0 16,0-1 0-16,0 1 0 16,0 0-1-16,0 0 1 15,0 0 0-15,0 0-3 0,0 0-6 16,0 0-7-16,0 0-7 15,2 0-2-15,1 2-24 16,1-1-17-16,0-1-17 16,-2-6-81-16</inkml:trace>
  <inkml:trace contextRef="#ctx0" brushRef="#br0" timeOffset="90963.22">13669 16213 49 0,'0'0'-8'0,"0"0"8"0,0 0 1 15,0 0 8-15,0 0-3 16,48 23 7-16,-33-22-10 0,0-1 3 16,3 0 0-16,0 0 10 15,4-3-10-15,0-2-2 16,4-1 1-16,1 0 1 15,2 1-1-15,2 2-2 16,0 0 1-16,3 2-2 0,3 1 0 16,3 0 0-16,5 0-1 15,2 1 0-15,5-1-1 16,4 0 2-16,4 0-1 16,3 0-1-16,3 0 1 15,-1 0 0-15,4 0 0 16,0 0 1-16,4 0 0 0,2 0-1 15,-1 2 0-15,4 2 3 16,2-1-2-16,1 1 3 16,2 0 1-16,-3 0-3 15,2-1 2-15,2-3 0 16,3 0-2-16,0 2 1 0,1-2-2 16,3 0 7-16,1 0-7 15,-3-3 2-15,5 1-3 16,-5 1 1-16,3 2 0 15,3-1-1-15,-3 0-1 16,-2 3 0-16,4 3 1 0,-1-2-1 16,-3 0 0-16,1-2 0 15,1-2 0-15,1 0 1 16,0 1-4-16,3-1 6 16,3 0-2-16,1-2-5 0,-4 1 10 15,4 0-4-15,2 1-1 16,2-3-1-16,-1 3 0 15,7 0 0-15,2-3 1 16,-1 3-1-16,5 0-2 16,0 0 3-16,4 0-1 15,-1 1 0-15,7 1 0 0,-1 4 0 16,0-2 0-16,4 0 0 16,3-1 0-16,-2-1 0 15,3-2 1-15,2 0-2 16,1 0 1-16,3-7 0 15,1-1 3-15,1 0 3 0,5-2 6 16,2 3 9-16,-1 0-9 16,3 0-6-16,0 2 0 15,2 3-2-15,0 0 1 16,0 2-5-16,-2 0 0 16,-3 2 1-16,-4-2-1 0,0 4 3 15,-5 0-2-15,-4 3 1 16,-3-1-1-16,-4-3 3 15,-4-2 2-15,-2 1 3 16,-1-2 0-16,-8 1 2 16,-8-1-1-16,-3-4-4 0,-7-1-3 15,-7 0-2-15,-11-1 0 16,-8 0-1-16,-6 1 1 16,-11 0-2-16,-6-4-1 15,-11-6-9-15,-9-11-98 16</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11:05.220"/>
    </inkml:context>
    <inkml:brush xml:id="br0">
      <inkml:brushProperty name="width" value="0.05292" units="cm"/>
      <inkml:brushProperty name="height" value="0.05292" units="cm"/>
      <inkml:brushProperty name="color" value="#FF0000"/>
    </inkml:brush>
  </inkml:definitions>
  <inkml:trace contextRef="#ctx0" brushRef="#br0">1025 8804 12 0,'0'0'24'0,"0"0"-2"0,0 0 7 0,-40-19-3 16,31 15-5-16,2-1 2 15,1 3-1-15,3-1-2 0,1 2-4 16,-2 0-2-16,4 1 5 16,0 0 1-16,0 0-12 15,0 0-9-15,0 0 0 16,0 0 1-16,6 3 0 16,1 1 4-16,5-2 1 0,-2 1 0 15,7-2 0-15,-2-1 0 16,7 0-1-16,3 0-1 15,2 0-2-15,7 0-1 16,-1-4 0-16,7 1 1 16,2-1-1-16,5 1 0 0,0-1 2 15,2 1-2-15,3 0 0 16,-1-1 0-16,1 3 0 16,4-1 1-16,0 1-1 15,4-1 0-15,0 1 1 16,5 0 0-16,2 0 0 0,2-1 2 15,5 1 1-15,0-3-2 16,3 3 2-16,2-3 0 16,2 0-2-16,1-1 1 15,1 1 0-15,2 0-2 16,3-1 2-16,3 1 0 0,3 0 3 16,-2-2-4-16,4 2 1 15,4-2 1-15,-2-1 2 16,2-1-3-16,4 3 0 15,3-2-1-15,-2 0-1 16,-2 3 1-16,1-2-2 0,-2 2 1 16,-6 2-1-16,-2 0 2 15,-1 3 0-15,-5-1 2 16,-6 0 1-16,-1 0 0 16,-6 0 0-16,-7 3-2 15,-7 0 1-15,-3-2-3 0,-10 2 0 16,-6 0 0-16,-7-2 1 15,-6-1 2-15,-8 0 3 16,-9 0-30-16,-10-14-94 16</inkml:trace>
  <inkml:trace contextRef="#ctx0" brushRef="#br0" timeOffset="995.72">3017 6097 71 0,'2'3'54'0,"-2"2"-59"0,0 1 1 16,0 1 13-16,0 6 7 16,0 1 0-16,0 6-5 15,-2 4-2-15,-2 4-1 16,1 8 3-16,1 5-2 0,0 7-2 16,0 4 0-16,-1 4 1 15,0 4 4-15,1 7 2 16,0 3 1-16,2 3-1 15,0 8 1-15,0 2-8 16,0 7-1-16,0 1 1 16,0 3 0-16,0 6 1 0,2 2-2 15,0-1 0-15,4-2 0 16,-4 3-2-16,4-1 1 16,-1-3-1-16,3-1 1 15,-1 2 1-15,3 1-1 16,-2-1-1-16,1 2-1 0,0 1 1 15,-2 0-2-15,0-1 2 16,1 0-3-16,0 1 2 16,-2-4-1-16,-2 0 0 15,-1 0 0-15,-3 0 0 0,0-6-1 16,0-2 0-16,-5-2 0 16,-3 0 1-16,-2-4-1 15,1-6 0-15,-1-1 3 16,0-8-3-16,-1-6 0 15,2-8 1-15,-2-8 0 0,4-6 0 16,-2-8 1-16,-5-6-21 16,-1-11-125-16</inkml:trace>
  <inkml:trace contextRef="#ctx0" brushRef="#br0" timeOffset="1493.22">1513 9595 184 0,'0'0'20'0,"2"72"-22"0,2-25-4 15,3 11 2-15,0 6 5 16,2 0 1-16,1 1-1 16,0-5 1-16,1-6-2 15,-5-7 0-15,-1-10 0 16,0-4 2-16,-1-9 1 0,-4-7 3 15,0-4-2-15,0-8-42 16</inkml:trace>
  <inkml:trace contextRef="#ctx0" brushRef="#br0" timeOffset="1915.06">1450 9772 351 0,'-2'-41'-13'15,"2"-1"13"-15,0 3-1 16,4 5 3-16,10 3-2 16,-1 6 1-16,5 4-1 0,0 7 0 15,2 7-7-15,-3 4 1 16,2 3 4-16,-1 0-1 16,-3 10 1-16,-1 5 4 15,-3 1 0-15,-4 2 4 16,-1 1-4-16,-6 1 3 0,0 4 0 15,-4 1-5-15,-7 3-8 16,-3 1-11-16,-1 0 3 16,-1-2 10-16,3-1 5 15,2-8 2-15,1-1-3 0,4-7 1 16,6 0-1-16,0-3-3 16,0 0-1-16,6 3 0 15,8 0 4-15,1 3 1 16,6-1 2-16,1 4 2 15,4-1-1-15,1 2 1 16,2 1-1-16,0-1 0 0,-2 0 3 16,-2 2 0-16,-2-2-1 15,-2 0 3-15,-2 0-1 16,-4-2-4-16,-1-5-60 16,-3-7-71-16</inkml:trace>
  <inkml:trace contextRef="#ctx0" brushRef="#br0" timeOffset="2132.08">2058 9876 396 0,'0'0'0'0,"0"0"-26"0,0 0 10 15,15 52 17-15,-3-23 4 16,-1 4-2-16,2 8 0 15,-1 3 0-15,1 0 4 0,-1 0 4 16,-2-4-2-16,-3-10-121 16</inkml:trace>
  <inkml:trace contextRef="#ctx0" brushRef="#br0" timeOffset="4827.39">1070 8657 25 0,'0'0'10'0,"0"0"3"16,0 0-1-16,0 0 11 0,0 0-3 16,0 0-4-16,0 0-2 15,-20-37 4-15,18 32-2 16,0 1-1-16,1 1-1 16,-1-1 2-16,0 3 7 15,2 1 0-15,0 0-5 0,0 0-22 16,0 0-7-16,0 0-2 15,0 1 12-15,0 5 5 16,0-2-2-16,5 1 0 16,1-2 1-16,-2 0 0 15,4 0 0-15,-4-2-2 0,3 2 0 16,-1-2 1-16,-2-1-1 16,3 2 1-16,-2-2 1 15,2 0-1-15,1 0 0 16,1 0 1-16,-1 0 0 15,2 0 1-15,-1 0-2 0,1 0 1 16,0 0-1-16,-1 0 0 16,3 0-2-16,-1-2 0 15,0-1 1-15,3 2 4 16,-1-2-1-16,3-1 2 16,-3 1 1-16,1-1-3 0,1 0-1 15,1 1 0-15,-3 1-3 16,-2-1 1-16,1-1-1 15,0 2 0-15,0 0 0 16,-1-1 0-16,0-1 1 16,-1 1 1-16,2-1 2 0,-1 0 4 15,1-1-3-15,-1 2-2 16,3-1-2-16,-5 0 1 16,1 1 0-16,-1-1-2 15,1 0 2-15,-2-1 0 16,1-1 1-16,1-1 2 15,-2 0 1-15,1-1-3 0,3-1 0 16,-4 1 0-16,1 0-2 16,-3-1 2-16,4 0-2 15,-1 2-1-15,-3-3 1 16,1 3 0-16,2-3 0 0,-2 3 1 16,-1-2-2-16,3 1 0 15,-1-1 0-15,0 1 1 16,-1-2 0-16,1 0 0 15,0-1 0-15,-2-1 0 16,-1 2 0-16,3-2 1 0,-3-1 1 16,2 0-1-16,0 2 2 15,-1-2 0-15,-2 0-1 16,3 2 1-16,-2-1 1 16,0 2-2-16,-1-1 1 15,0-2-1-15,3 2 0 0,-3-2-1 16,3-1-1-1,0 1 0-15,-1-2 0 0,1-1 1 16,-1 2 0-16,0-2 1 16,0-1-1-16,1 3 2 15,-3-3-2-15,2 1 0 16,0-1 0-16,-2-1 0 0,0-1-1 16,1 0 1-16,-1-1 3 15,0-1 1-15,1 0-2 16,0 0-1-16,-3 0-1 15,3-1 0-15,1-2 1 16,-2 2-1-16,-1 0 0 0,1-2-1 16,1 1 2-16,-3 0-1 15,3 1-1-15,-3-3 0 16,2 3 0-16,1-2 0 16,-1 0 0-16,0-2 0 15,1 1 1-15,0-1 0 0,-3 0 0 16,2-1-1-16,1 2 0 15,-1-1-1-15,0 1 0 16,4-1 1-16,-2 2-2 16,-1 3 1-16,1-2 0 15,1 3 1-15,0 0-1 0,-2 3 0 16,1-1-1-16,-2 1 2 16,1 1-1-16,1 2 0 15,-1 0 0-15,0 1-1 16,-1 0 1-16,2 3 0 15,-3 0 0-15,1-1-1 0,0 4 2 16,2-2-2-16,0 1 1 16,-1-1 0-16,1-1 0 15,0 2-1-15,2-2 1 16,-2 0 0-16,3 1 0 16,-3-1-3-16,4 1 4 0,-3 0-1 15,3 0 1-15,0-2-1 16,-1 1-1-16,0 0 1 15,1 0 0-15,4-1 0 16,-3 2 0-16,3-2 0 16,-1 0 0-16,1-1-1 15,1-2 1-15,1 3 0 0,1-4 0 16,-2 1 0-16,2-1 0 16,-1-2 0-16,1 1 0 15,1-1-1-15,-2 0 1 16,2 1-1-16,-3-1 0 15,3 3 0-15,1 0 0 0,-2-2 1 16,1 3-1-16,0-1 2 16,0 3-2-16,2 1 1 15,-2-2 1-15,2 3-1 16,-2 0-1-16,4-1 1 0,-2 0 0 16,-2 2 0-16,2 0 0 15,1 0-1-15,-2 0 1 16,2 1 0-16,1 1 0 15,2 0 0-15,-1-1 0 16,1 3 0-16,-1-2 0 0,2 3 0 16,-1 2 0-16,0-2-1 15,1 3 1-15,2 0 0 16,-4 0-1-16,-1 0 1 16,2 0 0-16,-3 0 0 15,0 0 0-15,0 0 0 16,2 3 0-16,1-2 1 0,2 2-2 15,3-1 2-15,3-1 0 16,4-1 0-16,2 0 0 16,0 0-1-16,2 0 1 15,1 0 2-15,3 0-2 16,-1 0 0-16,3 0 2 0,6-3 0 16,-1 3 1-16,-2 0 0 15,3 0-2-15,-1 0-1 16,0 0 0-16,-1 0 0 15,-3 0-1-15,4 0 3 16,-2 0 1-16,0 0 7 16,-4-1 8-16,2-4-8 0,-5 1 1 15,-1-1-2-15,-1 0-5 16,-2 1-2-16,-3 0-2 16,-1 2 0-16,-3-2 0 15,0 1 0-15,-2 0 0 0,-2 2 1 16,0-1-2-16,-2 1 1 15,-2 1-1-15,-1 0 0 16,2 0 0-16,-1 0 0 16,-1 0 0-16,4 0 0 15,-3 0-1-15,4 4 1 0,0-1 0 16,0 0 1-16,0-1 0 16,2 0-1-16,0 0 1 15,0-1 0-15,-3-1-1 16,5 0 1-16,-4 0 1 15,0 0-2-15,0 0 0 16,-2 0 1-16,-2-1-1 0,-6-1 0 16,-1-1 1-16,-5 2 0 15,-5 1-1-15,-1 0 0 16,0 0 1-16,-5 0-1 16,0 0-1-16,0 0-2 0,0 6-13 15,-12-2-34-15,-5-4-70 16,-6-6-225-16</inkml:trace>
  <inkml:trace contextRef="#ctx0" brushRef="#br0" timeOffset="7899.3">4186 9313 266 0,'0'16'-2'0,"-4"8"-5"0,1 8 8 0,1 5 6 0,0 4 10 15,-1-1 3-15,1 1-13 16,-1-3-3-16,3-2-2 16,-2-2 0-16,2-4-1 15,-2-4 1-15,2-3 0 0,0-7 0 16,0-5 1-16,-2-4 2 16,0-4-2-16,-3-3 2 15,-1-4 2-15,2-13-4 16,-4-9 0-16,-1-11-1 15,5-7 0-15,-2-4-2 16,2-7 2-16,3-2-2 0,1 3 4 16,0 4 12-16,0 6 3 15,7 7 0-15,1 12-5 16,3 5-8-16,3 8-6 16,1 5-4-16,2 5 0 15,0 2-1-15,-1 2 2 0,-1 11 1 16,-1 7 2-16,-5 6 5 15,-5 5 0-15,-4 4-1 16,0 2-1-16,0-1 0 16,-8-4-1-16,-3-3-2 15,-1-2 0-15,1-6-2 0,0-3 4 16,-1-3-2-16,6-4 0 16,0-1-2-16,5-3 2 15,1 0-1-15,0 0 0 16,7-1-1-16,4 1 0 15,9-1 1-15,3 2 0 0,6 1 0 16,2-1 2-16,5 2 0 16,1 2-1-16,1-1-3 15,-2-2-52-15,-5-2-55 16,-6-6-146-16</inkml:trace>
  <inkml:trace contextRef="#ctx0" brushRef="#br0" timeOffset="8305.57">4690 9562 392 0,'0'0'4'0,"0"0"12"0,0 0 1 0,-8-44-8 15,8 39-6-15,0 3 1 16,0-1-2-16,4 3-4 15,5 0-2-15,0 0 2 0,2 3 2 16,-2 4 0-16,3 3 2 16,1-1 0-16,-5 2 1 15,2 1-1-15,-1-1 0 16,-1-1-1-16,0 2-1 0,-2-2 0 16,-1-1 0-16,-1 1 1 15,0-2-1-15,0 1-1 16,2-1 1-16,-2-1 1 15,0 1-2-15,3-3 2 16,-2 0-1-16,6-3-1 0,2-2 1 16,6 0 0-16,4-12 0 15,8-5 3-15,6-6-1 16,-1 1 0-16,4-2 0 16,-3 0 0-16,-3-3-13 15,-7-8-263-15</inkml:trace>
  <inkml:trace contextRef="#ctx0" brushRef="#br0" timeOffset="9480.07">1437 8461 85 0,'-2'-4'28'0,"0"3"22"0,2 1-22 16,0 0-27-16,2 0-6 15,6 11 5-15,6 3 22 16,4 6 20-16,4 4-5 16,2 3-14-16,3 5-11 15,0 0-9-15,4 2 1 0,-2-3-3 16,0-2 3-16,-4-6 0 15,-4-6-21-15,-8-9-86 16,-5-8-97-16</inkml:trace>
  <inkml:trace contextRef="#ctx0" brushRef="#br0" timeOffset="9820.44">1618 7920 176 0,'0'0'3'16,"0"0"-6"-16,0 0 3 15,31 60 15-15,-9-26 38 16,7 6-12-16,9 8-5 16,5 7-19-16,6 5-11 15,4 5-2-15,1 4-1 0,3 0 0 16,-2 0 2-16,-4-4 1 16,-1-4-1-16,-6-6-4 15,-8-8-25-15,-7-11-49 16,-11-13-36-16</inkml:trace>
  <inkml:trace contextRef="#ctx0" brushRef="#br0" timeOffset="10148.26">1917 7378 171 0,'23'38'-3'16,"12"9"57"-16,12 11 4 16,12 7-36-16,5 10-17 15,8 4-1-15,-3 3 1 16,0 0 1-16,-4 0 3 0,-7-4-4 15,-7-6-1-15,-3-8 3 16,-10-6-5-16,-7-12-18 16,-9-12-53-16,-11-20-36 15</inkml:trace>
  <inkml:trace contextRef="#ctx0" brushRef="#br0" timeOffset="10443.21">2227 6813 175 0,'30'38'11'0,"5"3"-11"15,8 13 28-15,8 10-14 16,5 7-11-16,4 6 0 16,-1-1 0-16,-3 1 3 15,-5-3 7-15,-4-9 2 16,-9-8-2-16,-11-7-8 0,-5-13-24 16,-9-16-36-16,-11-14-32 15</inkml:trace>
  <inkml:trace contextRef="#ctx0" brushRef="#br0" timeOffset="10664.93">2621 6585 180 0,'0'0'5'0,"33"56"6"16,-8-18 16-16,4 6-11 16,1 7-10-16,5 2-1 15,-1 2 0-15,1-1 9 0,-4-1 5 16,-4-8-62-16,-6-11-124 16</inkml:trace>
  <inkml:trace contextRef="#ctx0" brushRef="#br0" timeOffset="11297.18">2594 8258 96 0,'0'0'25'0,"25"50"-25"0,-9-16 26 16,3 3 4-16,4 4-18 16,0 2-6-16,0-2-3 15,2 0 0-15,0-4 4 16,-2-3-1-16,-4-7-5 0,-5-10-91 16</inkml:trace>
  <inkml:trace contextRef="#ctx0" brushRef="#br0" timeOffset="12403.64">2054 7209 87 0,'0'0'26'0,"0"0"9"0,0 0-17 16,0 0 0-16,0 0 10 15,0 0 3-15,0 0-3 16,0 0-2-16,0 0-3 0,0 0-4 15,0 0-3-15,0 0-3 16,-16-23-2-16,13 15-1 16,-1-2 1-16,-4-5 3 15,0-9 1-15,-3-3-2 16,-4-10-1-16,-3-7-4 0,-3-7-7 16,0-6 1-16,-6-5-1 15,2-8 0-15,-2-5-1 16,4-6 0-16,4-3-1 15,5 0 0-15,8 4-2 16,5 3-1-16,4 9-1 0,13 7 0 16,1 11 1-16,1 7 2 15,0 9 2-15,0 6-1 16,-3 5 1-16,-3 3 1 16,-4 8-1-16,-1 1 0 15,-3 6 0-15,-1 1 0 0,-3 2 0 16,0 1 0-16,1-1 0 15,-1 2 1-15,0 0-1 16,0 0 1-16,0 0 0 16,0 0 0-16,0 0-3 15,-1 0-22-15,-2 0-19 0,-1 0-70 16,-2-7-42-16</inkml:trace>
  <inkml:trace contextRef="#ctx0" brushRef="#br0" timeOffset="13127.01">1685 5817 116 0,'0'0'8'0,"0"0"18"0,0 0-8 0,0 0-9 15,0 0-4-15,0 0-3 16,0 0-3-16,0 0 7 16,0 0 6-16,0 0 10 15,58-18-4-15,-29 10-10 16,3-1-6-16,-1 0-1 15,-2 3-1-15,-5 2 1 0,0-2-1 16,-7 2 0-16,-4 1 1 16,-5 2 0-16,0 1-1 15,-4 0 1-15,-2 1 17 16,-2 11 5-16,0 6 3 16,2 6 6-16,-2 10-6 0,-4 3-9 15,4 8-6-15,0 0-6 16,0-3-2-16,9-2-2 15,0-3 1-15,4-7 5 16,0-9-4-16,-1-8-64 0,-5-12-112 16</inkml:trace>
  <inkml:trace contextRef="#ctx0" brushRef="#br0" timeOffset="13859.12">2525 4191 222 0,'0'0'5'0,"0"0"-5"0,0 0 20 0,-40-23-2 15,26 23-17-15,-3 7-1 0,-1 5 0 16,-3 3 3-16,2 4 7 16,2-1 1-16,2 6-4 15,4 0-3-15,2 6-1 16,5 6 0-16,4 5 0 16,0 4 5-16,6 5 5 0,12 8-4 15,4 2 0-15,5 6-2 16,2 1-3-16,2 3 0 15,-2 1-3-15,-2-3 0 16,-6-4 0-16,-6-4 1 16,-5-3 3-16,-10-5 0 0,0-4 2 15,-14-1 0-15,-4-4-1 16,-6-5-2-16,-6-4 1 16,-1-4-1-16,2-6 1 15,-2-7-3-15,4-7-10 16,2-10-29-16,2-10-46 15,6-21-157-15</inkml:trace>
  <inkml:trace contextRef="#ctx0" brushRef="#br0" timeOffset="15706.95">2677 4411 88 0,'0'0'32'0,"0"0"46"0,0-37-57 16,0 26 15-16,-6 3 0 15,1 1-2-15,-4 3-8 16,0 4-10-16,-2 0-5 0,-1 0-4 16,2 4-1-16,1 6-5 15,1 5 0-15,4 0-1 16,4 8-2-16,0 4-2 16,2 4 4-16,10 9 3 0,3 1 1 15,3 4-2-15,2 4 1 16,5 2-2-16,0 1 0 15,-1-1 0-15,-4-1 1 16,0-6 0-16,-6-4 0 16,-5-9 0-16,-5-5 1 0,-4-5 0 15,0-2 1-15,-2-5-1 16,-7 0-5-16,-5-4-11 16,-1 1-18-16,-5-8-45 15,1-3-20-15,-2 0-78 16</inkml:trace>
  <inkml:trace contextRef="#ctx0" brushRef="#br0" timeOffset="15917.18">2558 4847 205 0,'0'0'11'0,"0"0"31"15,0 0-21-15,0 0-3 16,46-40 5-16,-29 26 2 16,3 1-15-16,2-1-5 0,1 0-2 15,-1 1-3-15,1 5 2 16,-6 0-1-16,-1-1-44 16,-7 1-68-16</inkml:trace>
  <inkml:trace contextRef="#ctx0" brushRef="#br0" timeOffset="16378.22">2900 4932 216 0,'0'0'3'15,"0"0"44"-15,0 0 9 16,2-41-21-16,-2 28-3 0,0-1-8 16,0 0-6-16,0 1-7 15,3 3-4-15,4 0-4 16,2 3-1-16,2 1-3 16,0 5 1-16,2 0-1 15,0 1 0-15,-1 8 0 16,-1 5 0-16,-2 3 0 0,0 5 0 15,-4 3-1-15,-1 0-14 16,-4 0 17-16,0-1 0 16,0-1-7-16,0-3 0 15,0-5 4-15,0-4 1 0,0-1 1 16,0-4 1-16,0-3-2 16,4-2-4-16,1 0-2 15,7-9 9-15,0-2-1 16,4-5-1-16,2-2 2 15,2-4-1-15,1 0-1 0,-4-2-46 16,-3-5-38-16,-5 1-42 16</inkml:trace>
  <inkml:trace contextRef="#ctx0" brushRef="#br0" timeOffset="16695.32">3017 4249 241 0,'0'0'53'0,"0"0"-43"0,0 0-1 0,-42 54 11 16,40-26 0-16,2 5-3 0,0 3 5 15,10 2-1-15,3-1-16 16,8 0-4-16,-1-6 0 16,2 0-1-16,0-8-2 15,1-6 2-15,-3-6 3 16,-2-5-28-16,0-6-24 16,-5 0-27-16,-4-13-36 15</inkml:trace>
  <inkml:trace contextRef="#ctx0" brushRef="#br0" timeOffset="17211.91">3138 4388 174 0,'0'0'75'0,"0"0"-39"15,-3-47 17-15,3 30-20 16,3 6-17-16,5-2 0 0,6 6-9 15,-1 1-3-15,5 5-4 16,-2 1 0-16,2 0 0 16,-3 7-1-16,-1 4 1 15,-1 4 2-15,-6 3-3 16,2 0 3-16,-7 1-1 0,-2 2 1 16,0-5 2-16,0 1-1 15,0-6 0-15,0-1-2 16,-2-4-1-16,2-5 2 15,-2-1 0-15,2 0 2 16,0-8-5-16,0-5 0 0,6-3 1 16,1-1 1-16,2-4 0 15,0 4-1-15,-2 1 0 16,-3 2 0-16,0 1 0 16,-4 5 4-16,0 1 2 15,0 3 1-15,-2 1 3 16,-4 0 0-16,-1 3 0 0,0 0 0 15,2 0-4-15,3 3-3 16,2 5-6-16,0 2 0 16,0 3 1-16,5 0-2 15,6 1 0-15,0 0 4 0,4 0-1 16,1-3 2-16,-2-2 0 16,2-2-2-16,-3-5-1 15,-1-2-16-15,0 0-11 16,-3-3-24-16,1-10-45 15,-6-7-33-15</inkml:trace>
  <inkml:trace contextRef="#ctx0" brushRef="#br0" timeOffset="17489.71">3388 4050 283 0,'0'0'14'0,"0"0"19"0,0 0-12 16,0 0-21-16,44-4 1 0,-24 21 10 15,5 4-5-15,-2 3 2 16,-2 5-3-16,0 3-1 16,-5 2 0-16,-3 5-3 15,-6-1 8-15,-5 1-3 16,-2-1 0-16,2-1-5 15,-6-4-28-15,-5-5-49 0,-2-7-36 16</inkml:trace>
  <inkml:trace contextRef="#ctx0" brushRef="#br0" timeOffset="18013.34">3869 4059 277 0,'0'0'16'0,"0"0"55"16,0 0-36-16,0 0-26 15,-52-6-1-15,31 19-4 16,2 3 5-16,1 2-3 15,7 3 0-15,3-2-4 0,6-1-3 16,2 1 1-16,0-4-1 16,8-1-1-16,0-4 0 15,3-3 2-15,-1-2 1 16,1-4 2-16,-1-1 0 16,2 0 0-16,-5-11 0 0,-1-4-1 15,-1-4 0-15,-3-4 1 16,-4-7-2-16,2-5 3 15,-5-1-4-15,-6-2 1 16,0 1-2-16,-2 4-1 16,-1 6 0-16,3 7 1 0,2 6 1 15,3 7 5-15,0 4 6 16,6 3-1-16,0 7-19 16,6 10 8-16,3 3-2 15,5 7 1-15,3 2 0 0,3 2 0 16,0-3 3-16,2 1 1 15,-1-2-2-15,-2-4 1 16,-1-4-2-16,-2-3-29 16,0-8-21-16,-7-6-50 15,2-2-22-15</inkml:trace>
  <inkml:trace contextRef="#ctx0" brushRef="#br0" timeOffset="18597.05">3971 3986 283 0,'0'0'10'0,"0"-38"32"0,2 22-12 0,3 1-10 16,1 3-5-16,4 3-6 16,-1 5-7-16,4 4-3 15,1 0 0-15,1 3 1 0,1 10 0 16,-1 3 1-16,-3 1 0 15,-2 1 0-15,-3 2 0 16,0 0-3-16,-2-3-6 16,-3-1 1-16,-2-2-6 15,0-3 2-15,0-4 0 0,0-4 4 16,0-1 7-16,0-2 7 16,-5 0-5-16,3-8 1 15,-1-3-2-15,3-3-3 16,0-3-4-16,3-3 8 15,8 2-2-15,0-1-1 0,1-1 1 16,-1 3 0-16,-3 3 0 16,-3 1 0-16,0 3 4 15,-5 1 12-15,0 1 3 16,0 4-4-16,0 0-2 16,-5 2-2-16,0-1-1 15,-1 2-3-15,1 1 0 0,-1 0-4 16,4 4-4-16,0 3 0 15,-1 4 0-15,3 2-1 16,0 3-1-16,3 1 2 16,3 2 0-16,3 1 1 15,0 1 0-15,4-3 0 0,-2-2-2 16,5-1 2-16,2-9 0 16,4-4 1-16,5-2 5 15,3-5-4-15,1-10-7 16,-4-8-70-16,-4-5-181 15</inkml:trace>
  <inkml:trace contextRef="#ctx0" brushRef="#br0" timeOffset="19204.29">2290 5585 214 0,'0'0'7'0,"0"0"57"0,0 0-25 16,0 0-39-16,0 0-2 0,0 47 11 15,10-18 4-15,3 3-3 16,3 1-1-16,1 3-1 16,3-1-4-16,0 3-2 15,-2-2 0-15,-2-2 0 0,-5-1 0 16,-2-5 1-16,-5-3 1 16,-2-3-13-16,-2-7-36 15,0-4-68-15,-10-9-109 16</inkml:trace>
  <inkml:trace contextRef="#ctx0" brushRef="#br0" timeOffset="19729.21">2295 5728 157 0,'0'0'48'0,"0"0"-41"16,-22-39 38-16,17 23-1 16,0-3-7-16,3-3-9 0,2 1-5 15,0 1-3-15,0-3-12 16,10 3-5-16,0 3-2 16,4-1-1-16,1 5 0 15,2 5 0-15,0 2-1 16,-1 6 0-16,1 0 1 15,0 7-2-15,-2 10 1 0,-1 3 0 16,-6 4 3-16,-3 6 0 16,-5 1 0-16,0 0 1 15,-5-1-4-15,-6 0-2 16,-5-2 0-16,1-5-2 16,1-3 3-16,1-6-2 0,1-5-1 15,4-1 5-15,3-5 0 16,3-3 2-16,2 0-3 15,0-1-4-15,0-6-3 16,11-1 11-16,5 1-2 16,2 1-1-16,4 1-1 0,3 5-1 15,2 0 1-15,0 0-2 16,-1 3 4-16,-1 5-2 16,-1-3 2-16,-1 2-1 15,-6 1 2-15,-3-1-16 16,-1-1-42-16,-4-3-41 15,-2 1-18-15</inkml:trace>
  <inkml:trace contextRef="#ctx0" brushRef="#br0" timeOffset="20370.43">2800 5638 193 0,'0'0'11'0,"0"0"43"0,0 0-44 0,0 0-12 15,0 0 3-15,0 0 11 0,-2 37 3 16,0-20 1-16,-2 1-7 16,3-1-6-16,-4-3-1 15,3-2-1-15,2-1-1 16,-2-4 1-16,2-1 0 15,0-4 2-15,-2-2 0 16,2 0 4-16,0 0 37 0,0-7-35 16,0-3-12-16,0-3 3 15,0-4 0-15,0 1 2 16,0-2-2-16,2 1 1 16,0 1 2-16,-2 0-3 15,2 6 0-15,-2 2 6 0,0 0 8 16,0 3 11-16,0 4 11 15,0-1-12-15,0 2-10 16,0 0-11-16,0 0-7 16,5 0-3-16,4 8 1 15,2 4 6-15,3 5 0 16,3 2 0-16,1 3 0 0,-2 1 6 16,2 1-6-16,-3 0 3 15,1 0-1-15,-5-2 1 16,3 0-1-16,-7-1-2 15,-1 0-10-15,-4-1-43 16,-2-3 8-16,0-3-31 0,-2-3-3 16,-5-2-127-16</inkml:trace>
  <inkml:trace contextRef="#ctx0" brushRef="#br0" timeOffset="20599.64">2914 6016 206 0,'0'0'91'0,"0"0"-33"0,0 0-14 0,0 0-12 15,0 0-7-15,0 0-7 16,34-43-6-16,-13 23-6 16,8-5-2-16,3-1-3 15,4-1 1-15,2 2-2 16,-4-1-8-16,-8-4-158 0</inkml:trace>
  <inkml:trace contextRef="#ctx0" brushRef="#br0" timeOffset="31075.08">28668 6465 126 0,'0'0'8'0,"0"0"6"15,0 0-12-15,0 0 5 0,0 0 19 16,0 0-9-16,0 0 1 15,40 12 6-15,-15-10-2 16,7-1-4-16,10-1 18 16,9 0-22-16,6 1 3 15,13-1-3-15,11-2-5 16,9-4 0-16,10 3-1 0,8-1-6 16,8 0 3-16,6-2-2 15,6 0 4-15,3-1-1 16,4 0 0-16,3 0-1 15,3 3-1-15,1-3-2 16,0 4 3-16,-1-3-5 0,-4 3 2 16,-6-1 0-16,-8-1-2 15,-11-1 4-15,-12 1-3 16,-10 1 0-16,-10-1-1 16,-13 0 0-16,-8 1 1 15,-12 1-1-15,-14-1-32 16,-15-5-64-16,-13-5-97 0</inkml:trace>
  <inkml:trace contextRef="#ctx0" brushRef="#br0" timeOffset="32083.12">30494 4350 75 0,'0'92'90'0,"2"7"-5"0,1 9-14 0,-1 3-67 0,0-1 1 16,1 2-3-16,-2 4 7 15,-1-5 1-15,0 0-6 16,-1-2 0-16,-8-4 3 15,-2-8-1-15,0-5-2 16,-3-4-1-16,2-4 2 0,-1-9 2 16,1-2-1-16,2-1-2 15,0-4-1-15,4-2-1 16,2-1-1-16,1-4 0 16,3-3 0-16,0-2 0 15,0-4-1-15,3-5 1 0,3-1-1 16,1-4 0-16,2-1 1 15,2-2 0-15,-2-5-1 16,3-2 1-16,0-2-1 16,-1-3 0-16,1 0 2 15,-4-4-3-15,0 0 2 0,-3-1-1 16,1-3 0-16,-5 1 0 16,-1 0-6-16,0-1-24 15,-3-3-33-15,-9-4-76 16</inkml:trace>
  <inkml:trace contextRef="#ctx0" brushRef="#br0" timeOffset="34665.41">28465 6215 141 0,'-3'0'43'0,"1"0"-6"0,2 0-5 15,0 0-6-15,0-2-3 16,0 2-8-16,0-3 0 16,5 2 5-16,5-2-5 15,0 0-1-15,1 0-1 16,3-1-1-16,-1-3-2 0,2 1 0 15,-1-2-1-15,4-4 0 16,-5-1-2-16,3 1-3 16,-3-2-1-16,0-1 1 15,-2 0-2-15,-1-2 0 0,2-3 0 16,-2-3 0-16,-1-4-1 16,1-1 1-16,1-3-2 15,-1-2 1-15,4-1 0 16,-1 0-1-16,0-2 1 15,3 1-2-15,-1-2 2 16,2 1-1-16,1-1 0 0,0-1 0 16,-1-2 0-16,1 2 0 15,2-2 2-15,-1 3 0 16,0 0 0-16,1 0 0 16,-1-2 1-16,2 0 1 0,-2-1 1 15,0-2-2-15,1 2 2 16,-2-1 0-16,1 1-1 15,-1 3 0-15,-1 5 1 16,1 0-2-16,-3 3 0 16,2-1 0-16,-1 1-3 0,-3-2 0 15,2 4-8-15,0 0-2 16,-3 0-8-16,3 6 9 16,-1 0-1-16,2 2 4 15,-3 2 0-15,5 1-3 16,-5 2 1-16,3 1 2 15,-2 2 0-15,1 1 4 0,-1 2-1 16,1 0 0-16,-1 1 0 16,2 0 2-16,-2 1-1 15,2 2 0-15,-2 0 2 16,4 2 0-16,-5 0-1 16,3 0 1-16,-3 1-1 0,1 1 0 15,1 0-1-15,-2 0 3 16,1 0-1-16,0 0 0 15,-1 0 0-15,0 1 0 16,-2 3 0-16,2 1 1 16,-1-1 1-16,2 3 0 0,0 0 2 15,1-1 1-15,2 2 0 16,-3 0 0-16,2 0 3 16,1 3-1-16,-1 1 1 15,2 1-3-15,-1 0 0 16,1 2 3-16,1 1-1 0,-1 2-1 15,0 0-2-15,0 1-1 16,1 1 3-16,-1 1 2 16,-1 0 1-16,3 0-4 15,-3 0-2-15,1-3 0 16,-2 2-1-16,2 0 0 0,-3-2 1 16,0 1-1-16,-1-1 1 15,-1 1 0-15,-1-1-2 16,1 2 2-16,-3-1-2 15,0-1 0-15,1 3 2 16,-2-2 0-16,1 1-2 0,1 0 1 16,-3-1 0-16,1 0 0 15,0-2 1-15,1 0-3 16,-2 1 2-16,1-2-2 16,0 1 2-16,-1 0 0 15,1 2 1-15,0-1-1 16,3-1 1-16,-3 1-2 0,3-2 0 15,0 3 2-15,-1-1-1 16,-1-2 2-16,1 0-1 16,-2-1 0-16,1 1-1 15,0-2 0-15,-1 2 1 0,-1-1 0 16,2-1-2-16,-1 0 1 16,-2-1 0-16,3 0-1 15,-1 1 0-15,-2-1 1 16,2 0-1-16,3 1 1 15,-3-1-1-15,4-2 1 0,-3 2-2 16,1-3 2-16,3 3 0 16,-1 0 1-16,3 1 1 15,-2 1-2-15,4 1-1 16,0 0 1-16,-1 2-1 16,1-2 1-16,2 2 0 15,0 2 1-15,2 0 0 0,1 0 0 16,1 0 0-16,2-2-1 15,2 2 1-15,0-3 1 16,1 0-1-16,-1-1-1 16,1-2 0-16,2-1-1 15,-2-2-1-15,-1-1 2 0,1-1-1 16,0-1 0-16,-2-1 0 16,0 0 0-16,-1-2-1 15,-4 0 1-15,2-2-1 16,-2 1 1-16,-1-1-1 15,-1 0 1-15,-3 1-1 0,0-1 0 16,-1 0 0-16,-1 1 1 16,3-4-1-16,-4 3 0 15,2-2 0-15,-2 1 0 16,1-1-1-16,-4 1 2 0,2-2-1 16,-4 2 0-16,0 0 0 15,1 1 0-15,-2-2 0 16,-1 1 0-16,3 2 0 15,0-1 0-15,1 1 0 16,1 2 0-16,2-2-1 16,0 0 2-16,2 2-1 0,-1-2 0 15,-1 1 0-15,0 0 0 16,-1-1 0-16,0 1 0 16,0-1 0-16,-1-1 0 15,-1-2 0-15,3 2 1 16,-5-3-2-16,-1 1 2 0,1 1-1 15,-5-2 0-15,-1 1-1 16,-1-1 1-16,-2 2 0 16,0-2 0-16,0 1-2 15,0 2-7-15,-4 1-21 16,-8-1-7-16,-3-2-55 16,-5-1-68-16</inkml:trace>
  <inkml:trace contextRef="#ctx0" brushRef="#br0" timeOffset="36414.08">29471 6604 208 0,'0'0'7'0,"-16"59"29"0,9-16 14 15,-1 5-7-15,1 5-10 16,2 4-12-16,0-1-12 0,-1 0-2 15,0-4-3-15,-1-5-3 16,0-4 0-16,-3-8 0 16,4-11 1-16,-2-8-1 15,1-9 0-15,-1-7 1 16,1 0 1-16,2-14-12 0,0-6-20 16,1-7-24-16,4-6-8 15,0-5 9-15,5-2-9 16,0 1 2-16,2 0 34 15,-4 2 31-15,-2 3 33 16,1 2 12-16,1 2 0 16,3 1-10-16,4-2 8 0,3 4-6 15,8 0-3-15,4 7-11 16,6 3-9-16,1 7-6 16,0 6-6-16,-3 4-4 15,-8 10-3-15,-6 10-2 16,-7 5 0-16,-7 4 0 0,-1-1 0 15,-4 1 1-15,-9-4 0 16,-2 1-1-16,-4-5-3 16,-3-1-2-16,0-2-4 15,3-3 1-15,-2-4 2 0,5-1 3 16,6-6 1-16,3-1 4 16,6 0 0-16,1-3 1 15,12 0 6-15,5 1-1 16,7 2 2-16,5 3 0 15,-2 1-4-15,4 4-3 16,-1-2-1-16,-1 8-1 0,-4-3 0 16,-2 3 1-16,-5-3-12 15,-2-1-9-15,-5-3-40 16,0-1-34-16,-4-5 12 16,2-4-101-16</inkml:trace>
  <inkml:trace contextRef="#ctx0" brushRef="#br0" timeOffset="36595.22">29819 7045 297 0,'0'0'9'0,"0"0"89"0,0 0-87 0,0 0 1 0,0 0 6 0,31 45-3 16,-26-20-5-16,1 5-6 16,-1 0-3-16,-1 4-1 15,-1-3-1-15,1 0-48 16,2-7-74-16,5-8-80 0</inkml:trace>
  <inkml:trace contextRef="#ctx0" brushRef="#br0" timeOffset="36947.33">31102 6725 286 0,'0'0'58'0,"0"0"-9"0,0 0-38 16,0 61 17-16,2-32-7 16,4 5-8-16,0 0-6 15,2 1-4-15,-2 0-2 16,-3 1 0-16,-2-1-1 16,-1-5 2-16,0 0-2 0,-2-8-26 15,-5-6-39-15,-3-6-27 16,3-10-35-16</inkml:trace>
  <inkml:trace contextRef="#ctx0" brushRef="#br0" timeOffset="37340.08">31116 6838 357 0,'0'0'-23'0,"13"-60"59"16,-2 29 8-16,9 4-3 0,6 0-15 15,3 2-4-15,4 6-5 16,0 4-5-16,-2 6-4 16,-3 6-4-16,-7 3-3 15,-4 6 0-15,-9 9-1 16,-4 5-1-16,-4 3 0 0,-2 1 1 16,-12 2-1-16,-5-2-2 15,-4 0-9-15,0-1-2 16,-4-5-2-16,2-2 5 15,1-1-4-15,6-3 6 16,2-2 3-16,7-2 4 16,7-2 1-16,2 1-2 0,8 0 1 15,12 3 3-15,3 2 0 16,6 3 0-16,2 2 0 16,0 4-1-16,-1 4 0 15,-4-1-1-15,-1 0 1 0,-3-3-7 16,-2-5-88-16,1-5 21 15,1-7-14-15</inkml:trace>
  <inkml:trace contextRef="#ctx0" brushRef="#br0" timeOffset="37731.11">31636 7029 339 0,'0'0'8'0,"0"0"2"15,0 0 32-15,0 0-7 16,-8-40-13-16,8 35 9 0,2 1-5 16,7 4-16-16,4 0-8 15,0 0-2-15,1 0 1 16,2 6-2-16,0 5 1 16,-1-1 0-16,-2 0 0 15,-1 3 0-15,-4 1-1 0,-5 0 0 16,-3 3-5-16,-1 3-3 15,-12-1-2-15,-5 1 6 16,-3-1 1-16,0 0 2 16,1-2 2-16,4-3-1 15,0-1 0-15,6-2 1 0,3-4 1 16,3-1-2-16,4-3 0 16,2-2-1-16,16-1 2 15,9 0 1-15,12-2-1 16,9-7 1-16,7-3-1 15,-1 1 0-15,-2-2-11 0,-5-1-86 16,-8-3-102-16</inkml:trace>
  <inkml:trace contextRef="#ctx0" brushRef="#br0" timeOffset="39293.14">30708 5943 107 0,'0'0'48'0,"0"0"5"0,0 0-14 0,0 0-12 16,0 0-8-16,0 0-4 16,0 0-5-16,0 0-5 15,0 0-2-15,0 0 1 0,0 0 1 16,-50 10 7-16,34 7-2 15,-2 3-2-15,-4 4 2 16,-4 5-3-16,-2 1-5 16,-3 2 0-16,1 2-1 15,0-1 1-15,2-2-5 0,3-4-29 16,5-1-18-16,6-9-16 16,5-6-17-16</inkml:trace>
  <inkml:trace contextRef="#ctx0" brushRef="#br0" timeOffset="39581.32">30944 6058 152 0,'0'0'9'16,"0"0"44"-16,0 0-3 15,0 0 7-15,0 0-24 16,0 0-17-16,0 0 5 16,-51 23-5-16,21-2-3 0,-2 2-6 15,0 2-5-15,0 4-1 16,1 2-1-16,2 0 0 16,4-1-15-16,5-1-43 15,6-8-35-15,4-7 0 16</inkml:trace>
  <inkml:trace contextRef="#ctx0" brushRef="#br0" timeOffset="39811.39">31243 6131 345 0,'0'0'16'15,"0"0"19"-15,0 0-31 16,-41 25 6-16,15-5-3 16,-3 3-3-16,-2 0 0 0,3-1-5 15,1 2 2-15,2-1-5 16,2-1-39-16,5-4-38 16,5-7-17-16,8-5-94 15</inkml:trace>
  <inkml:trace contextRef="#ctx0" brushRef="#br0" timeOffset="39997.37">31500 6207 336 0,'0'0'40'0,"0"0"-1"15,0 0-30-15,0 0 3 16,-45 42-5-16,24-20-5 15,-4 4-1-15,1 0-3 16,2-4-66-16,4-7-92 0</inkml:trace>
  <inkml:trace contextRef="#ctx0" brushRef="#br0" timeOffset="40794.24">31870 4471 174 0,'0'0'2'0,"3"-39"33"16,-6 23 13-16,-9 5-19 0,-2 2-14 15,-5 7-2-15,-2 2 2 16,-5 0 1-16,-1 11-6 15,0 8 0-15,0 6-3 16,2 7-2-16,1 5-2 16,4 5-1-16,0 9 1 0,4 2 1 15,7 8 4-15,0 4 4 16,7 2-4-16,2 2-1 16,1 2-4-16,9-1-2 15,-1-2-1-15,-4-4 1 16,-2-6-1-16,-3-4 1 0,0-10 0 15,-10-5 0-15,-8-9 1 16,-5-5 4-16,-4-2-1 16,-4-6-2-16,-4-4-1 15,-1-2-2-15,-2-3 0 16,2-4-23-16,2-4-43 0,4-1-33 16,5-14-130-16</inkml:trace>
  <inkml:trace contextRef="#ctx0" brushRef="#br0" timeOffset="43279.83">32345 4764 189 0,'0'0'4'0,"0"-38"18"0,0 23 16 15,-8 3-14-15,-2 0-2 16,-4 4 0-16,-3 4-1 15,1 4-4-15,-2 0-7 0,1 3-2 16,3 8-5-16,-1 9-3 16,4 3 0-16,3 8 1 15,4 8 0-15,0 3 0 16,3 6 1-16,1-1-1 16,0 3-1-16,0-2 1 0,0-1 1 15,-5-6-1-15,-2-2 0 16,-3-4-1-16,0-6 1 15,-2-4 0-15,-1-8 0 16,1-3-5-16,-2-5-35 16,1-5-17-16,0-3-12 0,-1-1-67 15</inkml:trace>
  <inkml:trace contextRef="#ctx0" brushRef="#br0" timeOffset="43482.56">32072 5048 265 0,'0'0'12'0,"0"0"59"16,0 0-19-16,0 0-28 16,0 0-2-16,53-39-6 0,-30 33-8 15,4 3-5-15,3 0-2 16,2 1-2-16,2-1-2 15,-4-7-90-15,-4-9-121 16</inkml:trace>
  <inkml:trace contextRef="#ctx0" brushRef="#br0" timeOffset="44306.12">29109 4074 128 0,'0'0'37'0,"0"0"30"0,-2-42-11 15,-9 32-19-15,-3 4 7 16,-2 4-22-16,-2 2-15 16,1 2-2-16,2 11 1 0,1 3-4 15,3 6-1-15,5 5 0 16,0 3-1-16,4 5-1 16,2 4 1-16,0 1 4 15,0 2-3-15,0 2 0 16,0 2-1-16,-4-2 0 15,-5-2 0-15,-1-5 0 0,-5-3 1 16,-3-8-1-16,1-5 0 16,-3-5 0-16,1-4 0 15,1-4-4-15,-4-1-29 16,2-6-19-16,2-1-7 16,0 0-45-16</inkml:trace>
  <inkml:trace contextRef="#ctx0" brushRef="#br0" timeOffset="44509.07">28785 4428 284 0,'0'0'-4'16,"0"0"21"-16,0 0 11 16,0 0 3-16,0 0 13 15,33-44-13-15,-13 34-10 0,7 0-10 16,2 1-5-1,4 0-4-15,-3 4-1 0,-1 1-1 16,-2 1 0-16,-3 0-5 16,-7 2-46-16,-3-1-35 15,-6 1-19-15</inkml:trace>
  <inkml:trace contextRef="#ctx0" brushRef="#br0" timeOffset="44808.15">29136 4446 149 0,'0'0'28'0,"0"0"38"15,0 0-14-15,0 0 7 16,0 0-3-16,0 0-47 16,0 0-11-16,0 0 4 15,0 46 0-15,0-26 0 0,1 2-1 16,0 0-1-16,-1-1-1 16,1-1-13-16,0-6-74 15,1-7-7-15</inkml:trace>
  <inkml:trace contextRef="#ctx0" brushRef="#br0" timeOffset="45120.11">29417 4121 301 0,'0'0'10'0,"0"0"43"0,-41-4-28 16,26 14-21-16,-1 8 2 16,1 4 6-16,4 3-3 15,4 4-2-15,1 0-5 16,2 3-2-16,4-3 0 15,0 0 0-15,4-5-2 0,6-3-4 16,4-4-54-16,3-8-3 16,-1-8-21-16</inkml:trace>
  <inkml:trace contextRef="#ctx0" brushRef="#br0" timeOffset="45732.64">29506 4255 231 0,'0'0'1'16,"0"0"35"-16,0 0 8 15,0 0-5-15,0 0 7 16,0 0-12-16,0 0-13 0,0 0-9 15,-15-37-7-15,20 35-4 16,3 2-1-16,2 0 0 16,2 0 0-16,0 0 0 15,-1 0-1-15,0 3 1 16,-2 6-1-16,-1-2 1 16,0 3 0-16,-4-2-1 0,-1 5 1 15,-3-2-1-15,0 1-1 16,-2-1 0-16,-8 0-2 15,-1 1 2-15,-2-4 0 16,0 1 1-16,3-3 0 0,2-2 0 16,3-1 1-16,0-1 0 15,5-2 1-15,0 0 1 16,5-2-1-16,4-7 0 16,6-1-2-16,5-5 1 15,-1 0 1-15,0 1-1 0,-5 1 0 16,-4 2 0-16,-4 1 1 15,-3 4 11-15,-3 2 4 16,0 1 5-16,0 3-5 16,-6 0-9-16,-1 2-5 15,-3 6-2-15,3 5 2 0,1 1-2 16,4 2 0-16,2-1-1 16,0 0 0-16,9-4-1 15,4 2 2-15,3-5-4 16,2-2-1-16,0-2-29 15,1-2-13-15,-1-2-33 0,-1-2-13 16,-6-11-63-16</inkml:trace>
  <inkml:trace contextRef="#ctx0" brushRef="#br0" timeOffset="45980.31">29777 4050 248 0,'0'0'-8'0,"0"0"36"0,0 0-13 0,0 0-4 16,40 34 6-16,-26-8 17 16,-1 2 2-16,-2 8-11 15,-1 1-11-15,-6 5-5 16,-4 5-6-16,0 5-2 15,-14 1-3-15,-6-2 0 0,-7-4-75 16,-8-11-44-16</inkml:trace>
  <inkml:trace contextRef="#ctx0" brushRef="#br0" timeOffset="49859.85">32380 5249 84 0,'0'0'51'0,"0"0"-6"15,0 0-9-15,0 0-3 0,-2-40 0 16,2 30 4-16,0 6 0 15,0-2 1-15,0 3-15 16,0 3-8-16,0 0-12 16,0 3-5-16,0 10 2 15,0 3 0-15,-2 5 1 16,-2 0 0-16,-1 3 0 0,-1-1 0 16,3 0-1-16,1-3 0 15,1-2 0-15,1-1-1 16,0-3 1-16,0-4-13 15,0-1-88-15,0-7-28 16</inkml:trace>
  <inkml:trace contextRef="#ctx0" brushRef="#br0" timeOffset="50498.27">32692 4736 145 0,'0'0'26'0,"0"0"19"0,0 0-8 15,0 0-1-15,0 0-8 16,0 0-12-16,0 0-3 16,-46-27-2-16,31 43 8 15,2 2 1-15,1 5-8 16,1 3-6-16,4 5-3 0,1-1-2 16,2 2 0-16,4-3-2 15,0-1 0-15,2-6 0 16,8-4-1-16,4-1-18 15,0-7-25-15,0-3-1 16,-1-6-7-16,-2-1-34 0</inkml:trace>
  <inkml:trace contextRef="#ctx0" brushRef="#br0" timeOffset="51011.32">32674 4850 228 0,'0'0'13'0,"0"0"24"16,25-44 2-16,-17 32-12 16,3 5 1-16,1 4-4 15,-1 3-10-15,2 0-10 16,0 3-2-16,0 8-1 0,-3 1-1 16,-1 5 1-16,-5-1-1 15,-3-1 1-15,-1 1-1 16,0-2 0-16,-6 0-1 15,-2-2 1-15,0-2-2 16,1-2-13-16,1-2-3 0,0-3 3 16,2-2 3-16,0-1 8 15,1 0 3-15,3 0 2 16,0-6-1-16,9-2-1 16,4-2 1-16,5-3 0 15,0 2 0-15,-2-1 1 16,0 1-1-16,-5 1 4 0,-1 1 7 15,-6 1 13-15,-2 1-2 16,-2 1-3-16,0 1 3 16,0 0-2-16,-5 2-9 15,-2 2-6-15,0 1-3 0,-2 0 1 16,3 3-3-16,-1 5 2 16,2 4-1-16,4 0-1 15,1 3 0-15,0-1 0 16,1 0-1-16,7 0 0 15,1 0 0-15,4-2-2 0,-1-1-26 16,1-4-24-16,-1-1-22 16,-3-6 11-16,-2 0 2 15,-1-7-85-15</inkml:trace>
  <inkml:trace contextRef="#ctx0" brushRef="#br0" timeOffset="51262.56">32965 4716 252 0,'0'0'10'0,"0"0"13"0,0 0-1 0,40-3-8 16,-31 16 2-16,1 3 3 16,1 2 3-16,-4 4-4 15,-2 2-5-15,-3 1-8 16,-2-1-3-16,0 1 0 15,-11 0-1-15,-3-2-2 0,-1-2 1 16,-3-4-3-16,1-1-46 16,2-3-22-16,-1-6-2 15,3-6-63-15</inkml:trace>
  <inkml:trace contextRef="#ctx0" brushRef="#br0" timeOffset="51782.09">33343 4848 253 0,'0'0'29'0,"0"0"20"15,0 0-20-15,0 0-5 16,-55-24 2-16,36 24-7 0,1 0-7 15,1 4-4-15,4 5-4 16,2 2-2-16,4 1-2 16,5-1 0-16,2 3-1 15,0-2 0-15,0-1 1 16,7-2-1-16,2-2 0 0,0-5-1 16,1-2 1-16,2 0 2 15,-2-5 0-15,2-9 1 16,0-5-1-16,-1-2 0 15,-1-5-1-15,-4-4-2 16,-2 0-8-16,-3 2 1 0,-1 2 6 16,0 4 3-16,-5 4 1 15,-1 6 1-15,-1 5 0 16,2 7 8-16,4 0-6 16,-3 7-7-16,4 9 2 15,0 5 0-15,0 2 1 0,7 2 0 16,1 2-1-16,2 0 1 15,1-2-1-15,-1-1 1 16,2-3-1-16,-2-5-15 16,0-2-37-16,2-5-11 15,-5-4 4-15,-1-4-44 0</inkml:trace>
  <inkml:trace contextRef="#ctx0" brushRef="#br0" timeOffset="52354.6">33499 4827 238 0,'0'0'-9'0,"0"0"32"0,0 0 8 0,0 0 1 16,8-38 5-16,-5 34 3 15,1 0-19-15,0 4-11 0,4 0-9 16,-2 0-4-16,1 6 2 15,-1 4 1-15,-2 2 0 16,-2 0-1-16,-2 2 1 16,0 1 0-16,0-1 0 15,-6 1-1-15,-2-2-1 0,-4 0-12 16,-1-2-9-16,0-2-1 16,0-3 3-16,3-2-1 15,1-1 7-15,4-3 12 16,3 0 4-16,2 0 1 15,0-6-2-15,9-1 2 0,7-4 0 16,3-1 0-16,4 1 2 16,-1-2-1-16,2-1 0 15,-4 4 6-15,-5-1 4 16,-3 2-1-16,-5-1 9 16,-1 2 7-16,-4-1-8 0,-1 2 0 15,0-1-3-15,-1 0 1 16,0 4-5-16,0-2-2 15,0 4 1-15,0 0-4 16,-1 2-2-16,0 0-5 16,-1 0-2-16,0 2 1 0,-1 6-1 15,0 2 1-15,0 3 0 16,0 2 0-16,0 2 1 16,1 1-1-16,2 0 0 15,0 2-1-15,7-3 1 16,2 0-1-16,4-3-1 0,9-1 0 15,2-7-6-15,3-5-50 16,-3-1-92-16</inkml:trace>
  <inkml:trace contextRef="#ctx0" brushRef="#br0" timeOffset="112235.93">30134 8162 221 0,'0'-4'21'0,"0"4"8"0,0 5-25 0,-2 18-3 16,1 7 6-16,0 8 15 16,1 5 4-16,-1 5-8 15,0 3-10-15,-1 2-5 16,1-2-2-16,-3-2-1 16,1-2-1-16,0-6 2 0,1-4-3 15,-2-7 0-15,1-4 0 16,-4-6-7-16,0-6-30 15,-1-6-14-15,-1-5-29 16</inkml:trace>
  <inkml:trace contextRef="#ctx0" brushRef="#br0" timeOffset="112647.5">30048 8342 267 0,'4'-41'2'15,"1"1"1"-15,2 0 14 0,3 2 21 16,0 8-6-16,4 4-6 16,3 7-1-16,1 5-10 15,4 6-10-15,2 7-3 16,-1 1-2-16,1 7 1 16,-1 7-1-16,-3 6 0 0,-5 4 0 15,-2 2 0-15,-9 5 0 16,-4-2 0-16,0-1 0 15,-10 0 0-15,-6-5-1 16,-6-2 0-16,1-4 0 16,-2-5 0-16,1-2-2 0,3-3 1 15,4-3 2-15,4-1 1 16,6 1 0-16,5 2-2 16,2-1 0-16,9 6 1 15,6 0 1-15,4 6-1 16,3 4 1-16,0 3-1 0,-1 2 0 15,-2 3 0-15,-2 0 0 16,-5 1 0-16,-1-3-26 16,-3-3-14-16,-2-1-10 15,-3-5 9-15,0-2-17 16,1-9-65-16</inkml:trace>
  <inkml:trace contextRef="#ctx0" brushRef="#br0" timeOffset="112860.86">30456 8646 302 0,'0'0'29'0,"0"0"4"0,0 0-22 0,0 0-2 16,0 0 3-16,30 55 1 16,-28-30-7-16,-1 0-4 15,-1 2-1-15,0 1 0 0,0-2-3 16,0-2-41-16,0-5-25 15,1-5-1-15,1-7-54 16</inkml:trace>
  <inkml:trace contextRef="#ctx0" brushRef="#br0" timeOffset="113158.15">30680 8500 302 0,'0'0'50'0,"0"0"14"16,0 0-34-16,0 0-14 16,49-41 0-16,-22 32 2 15,6-1 3-15,5 1-5 0,0 0-8 16,1 2-4-16,0 0-2 15,-5 2-2-15,-3 1 0 16,-3 1 0-16,-4 0-1 16,-7 3-17-16,-2-1-27 15,-7-1-36-15,-6 1-40 0,-2-3-45 16</inkml:trace>
  <inkml:trace contextRef="#ctx0" brushRef="#br0" timeOffset="113406.85">30910 8307 280 0,'0'0'9'0,"0"0"73"15,0 0-20-15,0 0-27 16,0 0-28-16,0 0-4 16,0 0 3-16,0 0 1 0,-6 49-1 15,8-16-3-15,-1 2 0 16,-1 1-2-16,0 1-1 15,0-1-1-15,0-4-22 16,0-5-12-16,0-6-9 16,3-8-44-16,2-4 24 0,3-9-24 15</inkml:trace>
  <inkml:trace contextRef="#ctx0" brushRef="#br0" timeOffset="113964.28">31322 8058 454 0,'0'0'-17'16,"0"0"32"-16,0 0-10 0,0 0 0 16,15 48-1-16,-12-11 12 15,-1 6-3-15,-1 0-4 16,-1 3-5-16,0-2-2 15,0-7-1-15,0-4 0 16,0-9 0-16,0-10 0 16,0-8-1-16,0-6 0 0,-1 0 5 15,-2-16-4-15,1-8 0 16,-4-6-1-16,1-8 0 16,0-7-2-16,-1-6 1 15,4 1 0-15,2-1 1 16,0 8 0-16,0 7-1 15,8 11 2-15,1 8-2 0,5 8 2 16,-1 9-3-16,3 0 0 16,1 9 1-16,0 4 1 15,-4 2-1-15,0 1 1 16,-5 2 0-16,-3-1-1 0,-5 1 1 16,0 0-2-16,-8-1 0 15,-6 0-1-15,-3 1 0 16,-4-6 1-16,0 2 2 15,4 0-1-15,-1-1 1 16,9 0 0-16,1 1 1 0,5 1-2 16,3 1 3-16,3 0-3 15,9 2 2-15,5-1 0 16,0 0-1-16,5-1 1 16,1 1 1-16,-4-2-2 15,4 0 0-15,-6-1-15 0,-2 0-50 16,-1-1-39-16,-5-3 11 15,-4-1-116-15</inkml:trace>
  <inkml:trace contextRef="#ctx0" brushRef="#br0" timeOffset="114326.77">31515 8496 311 0,'0'0'5'0,"36"-35"58"0,-12 20-21 0,2 5-3 15,0 3-19-15,-1 4-7 0,-4 3-6 16,-3 3-4-16,-5 8 0 16,-4 6-2-16,-5 2 0 15,-4 1 0-15,0 1-1 16,-6 1 0-16,-6 0 0 16,-2-1-5-16,-1 0-4 0,2-3-6 15,2-3 4-15,0-4 2 16,4-2 4-16,5-2 5 15,1-5 0-15,1 0 1 16,3-2-1-16,9 0 4 16,4 0-4-16,5-3 2 15,3-4-2-15,3-1 0 0,4-2 0 16,0-1-8-16,-3-2-36 16,-2-3-64-16,-3-2 14 15</inkml:trace>
  <inkml:trace contextRef="#ctx0" brushRef="#br0" timeOffset="114543.12">32005 8247 254 0,'0'0'38'16,"0"0"-29"-16,47-27 7 15,-32 24-13-15,2 3-2 16,-2 0 0-16,1 0-1 16,-4 9 0-16,-1-1-13 0,-3 2-20 15,-4-1-32-15,-3-1-38 16</inkml:trace>
  <inkml:trace contextRef="#ctx0" brushRef="#br0" timeOffset="114711.88">32065 8321 130 0,'0'0'56'15,"0"0"-11"-15,0 0-7 16,0 0-14-16,0 0-8 16,0 0 9-16,0 0 7 15,-15 31-14-15,31-31-10 16,5 1-6-16,1-1 0 0,4 0-2 16,5 0-13-16,5-8-52 15,2-8-17-15,6-9-151 16</inkml:trace>
  <inkml:trace contextRef="#ctx0" brushRef="#br0" timeOffset="115053.45">32927 7857 412 0,'0'0'-15'16,"0"0"30"-16,0 0 0 0,-55-15-9 15,33 22 2-15,-3 9 9 16,4 4 7-16,2 7-11 16,4 3 3-16,6 5-5 15,3 5-4-15,3 1-5 0,3-1 0 16,0-2 0-16,5-2 0 16,2-4-1-16,-1-5 1 15,-2-2-1-15,-1-5 0 16,-3-2 0-16,0-5 0 15,-7-1 1-15,-5-3 0 16,-5-2-1-16,-4-3 0 0,-1-1-1 16,-4-1-1-16,1-2-7 15,-2 0-7-15,2 0-7 16,2-5-5-16,3 0-13 16,6-4-20-16,2-1-26 15,7-3-48-15</inkml:trace>
  <inkml:trace contextRef="#ctx0" brushRef="#br0" timeOffset="115430.32">32837 7913 289 0,'0'0'4'16,"43"-24"37"-16,-20 21 7 0,-3 3-21 15,1 0-5-15,-3 9-6 16,0 5-3-16,-6 7-5 16,0 3-1-16,-7 5 0 15,-4 2-1-15,-1 3-2 16,0 0 1-16,-4-1-1 0,-5 1-2 16,2-4 2-16,3-3-2 15,-2-4 0-15,6-5 0 16,0-4 0-16,0-5 0 15,9-4 1-15,11-3 6 16,7-2 6-16,6 0-5 16,6 0-3-16,5-7-6 0,1-2 0 15,-1-1-1-15,-4 2 1 16,-4 1-2-16,-13 2-14 16,-8 4-44-16,-13-2-38 15,-2 0-107-15</inkml:trace>
  <inkml:trace contextRef="#ctx0" brushRef="#br0" timeOffset="136898.1">28098 6485 26 0,'0'0'19'0,"0"0"-18"0,0 0 2 0,0 0 7 16,0 0 34-16,0 0-32 0,0 0 9 16,0 0 10-16,0 0-14 15,0 0 0-15,0 0 5 16,0 0-1-16,0 0-1 15,0 0 0-15,-4-15-1 16,3 12 2-16,0 2-3 0,0-2-3 16,0 3-6-16,0 0-3 15,-1 0-2-15,2 0-1 16,-3 0 0-16,1 0 1 16,1 0 2-16,-1 0-4 15,1 0 0-15,1 3-2 0,-2 1 1 16,2-1-1-16,0 1 1 15,0 2-2-15,0-1 0 16,0-3-8-16,1 2 2 16,2-1 2-16,0 2 0 15,1-1 2-15,1-1-1 16,2-1 1-16,4 1 4 0,3-1-1 16,5-1 2-16,5 2 0 15,6-3-1-15,6 0 2 16,8 0 0-16,9 0 2 15,8 0 1-15,2-3 1 16,6 1 2-16,5-2 1 0,-2 3-1 16,1 0 3-16,-2-1 7 15,-2 2-6-15,-1 0-5 16,-3 0 5-16,-1-1-8 16,-3-1 0-16,-2 1-3 0,-3-2-2 15,-3 0 1-15,-4-1 0 16,-4 1-1-16,-7 2 1 15,-7 0-1-15,-6-1-1 16,-7 2-8-16,-7 0-36 16,-7 0-50-16,-4-2-83 15</inkml:trace>
  <inkml:trace contextRef="#ctx0" brushRef="#br0" timeOffset="137750.18">28562 6193 14 0,'0'0'22'0,"0"0"4"0,0 0 3 0,0 0-5 0,0 0 5 16,0 0 0-16,0 0-2 0,0 0-8 16,0 0 0-16,0 0-2 15,0 0 3-15,0 0-2 16,0 0-1-16,0-25 5 16,-1 25-8-16,-2 0-6 15,-1 0-3-15,-2 0-1 0,1 3 1 16,-5 2 2-16,2 0 0 15,-1 0 1-15,1 1 1 16,-4 1 3-16,3 0-3 16,-4 4 0-16,-1-1-4 15,1 2 2-15,-6-1-2 16,0 0-1-16,-1 1-1 0,-5 1 0 16,-2-2 1-16,-4 0-2 15,-2 2 1-15,-4-3-2 16,-2 2 0-16,-2-1 0 15,-1 0-1-15,-1-4 1 16,1 0-1-16,2-1 0 0,-2-2 0 16,3 2 0-16,1-3 1 15,-3 1-1-15,4 0 0 16,3 2-1-16,3-2 1 16,7 2 1-16,4-1-1 15,4 1-1-15,7-3 1 0,3 3-4 16,4-2-10-16,2 0-10 15,0 2-19-15,0-3-2 16,5-2-25-16,2-1-80 16</inkml:trace>
  <inkml:trace contextRef="#ctx0" brushRef="#br0" timeOffset="138119.84">28277 6388 16 0,'0'0'87'0,"0"0"-28"0,0 0-13 0,2-40-5 16,-2 34-1-16,0 2 2 16,-2 4 3-16,-4 0-14 15,-3 4-21-15,-3 10-2 16,-3 2 1-16,-3 8 0 15,0 2-4-15,-4 4-3 0,1 1-1 16,0-1-13-16,2-2-53 16,0-8-52-16</inkml:trace>
  <inkml:trace contextRef="#ctx0" brushRef="#br0" timeOffset="138665.91">28608 6073 199 0,'0'0'6'0,"0"0"26"0,0 0-18 0,0 0-6 16,0 0 22-16,-8 52 7 15,-7-12 0-15,-7 7-16 16,-3 9-11-16,-4 7-8 16,-3 2 0-16,3-2-4 15,3-7-44-15,6-11-39 0,7-15-39 16</inkml:trace>
  <inkml:trace contextRef="#ctx0" brushRef="#br0" timeOffset="139101.9">29426 5135 127 0,'0'0'11'0,"0"0"-9"16,0 0 6-16,0 0 4 15,0 0-4-15,0 0 6 16,0 0 0-16,0 0 0 15,0 0-3-15,-38 0-1 16,31 10-4-16,-4 4-3 0,-3 8-3 16,-1 6 1-16,-10 15 0 15,-5 12 8-15,-8 22 17 16,-6 16 9-16,-7 11 3 16,-4 15-24-16,-1 4-11 0,2-3-11 15,7-9-39-15,0-10-1 16,8-14-16-16,7-21-77 15</inkml:trace>
  <inkml:trace contextRef="#ctx0" brushRef="#br0" timeOffset="139552.26">30017 4986 129 0,'0'0'42'0,"0"0"-22"0,0 0 17 16,-29 55-7-16,4-12-2 15,-5 14 20-15,-10 13-3 16,-9 16-10-16,-9 15-13 15,-2 4-7-15,-3 2-12 0,2 1 0 16,5-3-3-16,7-10-1 16,8-13-21-16,8-8-16 15,7-12-12-15,2-13-14 16,6-14-10-16,4-13-96 0</inkml:trace>
  <inkml:trace contextRef="#ctx0" brushRef="#br0" timeOffset="139944.62">30224 5392 149 0,'0'0'11'15,"0"0"9"-15,0 0-1 0,0 0-13 16,0 0 1-16,0 0 6 16,0 0 4-16,0 0 0 15,5 50 7-15,-28-10 5 16,-10 16 13-16,-12 15-12 15,-9 16 3-15,-10 12-8 16,0 5-5-16,0 2-8 0,6-4-10 16,11-6-1-16,11-11-1 15,9-13-5-15,7-12-12 16,6-12-13-16,5-9-21 16,3-12-15-16,4-16-50 15</inkml:trace>
  <inkml:trace contextRef="#ctx0" brushRef="#br0" timeOffset="140213.09">30262 6013 172 0,'0'0'7'0,"0"0"45"15,0 0-31-15,0 0 5 16,0 0 26-16,-23 48-2 16,5-18-9-16,-3 6-12 0,-6 5-14 15,-1 6-12-15,0 1-1 16,-1 0-10-16,2 0-54 15,1-9-48-15</inkml:trace>
  <inkml:trace contextRef="#ctx0" brushRef="#br0" timeOffset="140874.96">29685 4871 160 0,'0'0'5'0,"0"0"0"0,32-44 16 0,-28 38 7 15,-2 6 1-15,-2 2-12 16,-3 18-15-16,-14 11 17 16,-5 16 19-16,-11 18-9 15,-12 20-4-15,-6 15 3 16,-8 15-15-16,-5 10-7 0,3 4-2 15,3-4-37-15,6-14-98 16</inkml:trace>
  <inkml:trace contextRef="#ctx0" brushRef="#br0" timeOffset="141402.24">29400 5650 162 0,'0'0'24'0,"-32"60"26"0,6-13 3 0,-4 16 2 0,-6 9-20 16,-4 9-4-16,0 6-10 16,0 5-15-16,4-1-5 0,2-6-10 15,9-11-41-15,4-13-25 16,4-17-50-16</inkml:trace>
  <inkml:trace contextRef="#ctx0" brushRef="#br0" timeOffset="143136.81">31061 10211 177 0,'0'0'5'0,"0"0"15"0,0 0 4 16,0 0 0-16,0 0-3 0,0 0-4 15,0 0 3-15,0 0-3 16,-46-28 0-16,26 28-6 15,-2-2 2-15,-1 10 3 16,-3 0-4-16,1 6-4 16,2 3-3-16,-1 2-2 0,2 3 0 15,3 7 2-15,4 4 1 16,4 10 3-16,-1 9 5 16,8 10 4-16,4 6-5 15,0 9-1-15,2 7-4 16,5 2-5-16,2-5 2 0,-3 0-3 15,-1-3-1-15,-4-4 2 16,-1-3 1-16,0-7 0 16,-8 0 4-16,-5-6 2 15,-4-1-2-15,-4-7-1 16,-2-6 3-16,-2-4-2 0,-1-6-2 16,0-7 0-16,1-6 0 15,0-4 1-15,2-10-4 16,-2-3 0-16,-2-4-1 15,0-2-1-15,0-10 0 16,1-5-1-16,6-1 1 0,5-4-6 16,6-2-51-16,6-7-59 15,3-6-165-15</inkml:trace>
  <inkml:trace contextRef="#ctx0" brushRef="#br0" timeOffset="144109.22">29969 12130 115 0,'0'-7'7'0,"0"0"26"0,0-2 5 16,0 6 0-16,-2-1 1 0,0 3-12 15,0 1-11-15,-1 0-9 16,0 4-2-16,0 7 7 15,1 5 14-15,-1 5-6 16,0 6 5-16,-3 9-1 16,0 5 6-16,-2 6-16 0,-1 4-3 15,0 0-6-15,1-5-2 16,2-7-2-16,0-6 2 16,1-9-1-16,2-10 3 15,1-4-3-15,1-4 0 0,-1-5-4 16,-1-1-28-16,0 0-35 15,0-4-50-15,1-12-156 16</inkml:trace>
  <inkml:trace contextRef="#ctx0" brushRef="#br0" timeOffset="144634.96">29909 12182 170 0,'0'0'3'0,"0"0"22"16,0 0 2-16,-17-39 10 15,13 29-8-15,2 0-5 16,2-1 1-16,0-1-6 16,2 1-4-16,7-1-6 15,3 1-2-15,5 1-3 0,3 0 3 16,2 4 0-16,4 2-4 15,2 4 0-15,-2 0-3 16,-3 3 2-16,-2 10-2 16,-7 1 0-16,-6 3-1 15,-7 3 1-15,-1 0 0 0,-5 1 2 16,-9-1-2-16,-7-2 1 16,-4 1 0-16,-1-5 0 15,-2 1 0-15,0-3-1 16,1-1 2-16,6-3-1 15,-1 0-2-15,8-4 2 16,5 0-1-16,6 1 0 0,3-2 0 16,5 2 1-16,10 5 0 15,2 2-1-15,3 6 0 16,3 4 3-16,-1 3 2 16,-2 4-2-16,-3 2 1 0,-4-1-1 15,-3-1 0-15,-2-3 1 16,-4-5-1-16,-2-4-1 15,-2-2-6-15,0-4-21 16,0-3-36-16,0-2-61 16</inkml:trace>
  <inkml:trace contextRef="#ctx0" brushRef="#br0" timeOffset="144852.34">30188 12560 316 0,'0'0'3'0,"0"0"33"0,0 0-20 15,0 0 27-15,2 37-8 16,-2-17-11-16,-2 0 2 16,-2 4-13-16,1 0-9 0,1 2-3 15,-1-3 1-15,3-1 0 16,0-2 1-16,0-5-5 15,0-4-35-15,0-6-35 16,5-5-67-16</inkml:trace>
  <inkml:trace contextRef="#ctx0" brushRef="#br0" timeOffset="145179.19">30352 12488 245 0,'0'0'16'0,"0"0"48"0,0 0-34 15,0 0-9-15,0 0-4 16,46-23 7-16,-25 20 0 15,5 0-11-15,0-2-7 16,2-1-4-16,-2 2 0 0,-2-2-1 16,-3 2 0-16,-3-2 0 15,-3 1-2-15,-4-1-27 16,-4-3-74-16,-4-3-98 16</inkml:trace>
  <inkml:trace contextRef="#ctx0" brushRef="#br0" timeOffset="145410.38">30529 12307 276 0,'0'0'4'0,"0"0"25"0,0 0-20 16,0 0 15-16,0 0 18 15,-1 53-14-15,1-31-2 16,0 3-12-16,0 3-8 15,0 2-2-15,0 3-3 0,0-3 1 16,-2-2 2-16,-1-4-3 16,-3-1-9-16,1-7-43 15,0-3-29-15,-1-5-50 16</inkml:trace>
  <inkml:trace contextRef="#ctx0" brushRef="#br0" timeOffset="146094.81">30798 12171 248 0,'0'0'84'0,"0"0"-82"0,0 0 3 16,22 41 23-16,-15-12-1 16,0 2-4-16,0 4-6 15,-2 1-6-15,-3 1-6 16,-2-1-3-16,0-1 1 16,-3-4-1-16,-6-4 1 15,3-7-1-15,-2-8-1 0,1-6 0 16,-1-6-3-16,2 0 0 15,-1-12-5-15,1-7 3 16,-1-6 2-16,1-7 2 16,2-5-2-16,0-5-1 0,4-5 0 15,0-1 2-15,5-2 2 16,11 2-1-16,4 2 2 16,2 7 0-16,3 6 3 15,1 7 2-15,-1 9-2 16,1 7-3-16,-1 8 0 0,0 2-2 15,-4 1 1-15,-3 12-1 16,-5 2 1-16,-7 6-1 16,-5-2 1-16,-1 5-1 15,-5-1 1-15,-9 0 0 16,-4-3-1-16,-4-2 0 0,-1 1 1 16,-3-4 0-16,3-1 0 15,-1-2 0-15,5-4 0 16,4 0-1-16,4-3 1 15,4 2-1-15,6-3 0 16,1 3-1-16,1 1 2 16,9 3-1-16,1 0 0 0,3 5 0 15,1 1 1-15,0 2-1 16,0 2 0-16,-2 1 0 16,1 1 1-16,-4-1 0 15,-2 0 1-15,-1-3-13 0,-1-3-35 16,-1-3-41-16,-3-1-51 15</inkml:trace>
  <inkml:trace contextRef="#ctx0" brushRef="#br0" timeOffset="146453.34">31003 12575 253 0,'0'0'25'0,"0"0"27"0,0 0-15 0,52-43 9 0,-32 30-9 16,0 3-15-16,0 2-5 15,-3 5-7-15,-2 3-9 16,-3 2 0-16,-4 9-1 0,-4 3 0 16,-4 1 2-16,0 2-2 15,-10-1 1-15,-2 3 2 16,-4-2-1-16,-1 1-2 16,-2-1 2-16,0 0-2 15,1 0 0-15,0-1 1 0,3-2-1 16,4-4 0-16,4 0 0 15,4-6 0-15,3 1 0 16,0-3 1-16,6 0 1 16,11-2 0-16,2 0-2 15,9 0 1-15,3-2-1 0,2-2 1 16,0-1-1-16,-1 0 1 16,-5 1-1-16,-5-2 0 15,-5-1-31-15,-5-3-101 16</inkml:trace>
  <inkml:trace contextRef="#ctx0" brushRef="#br0" timeOffset="147182.29">31380 10440 188 0,'0'0'110'0,"0"0"-104"0,0 0 39 16,2-36-11-16,-13 36-19 16,-6 0-3-16,0 8 14 15,-5 8 2-15,2 2-6 16,2 6-2-16,3 4-8 0,4 3-4 15,2 5 0-15,5 2-1 16,4 2 3-16,0 2 0 16,0 3-5-16,5 1-2 15,2 4 1-15,-2 0-3 16,-4 3 1-16,-1-4-1 0,0-3 1 16,-9-5-1-16,-6-4 1 15,0-6-1-15,-3-2 1 16,-3-5-1-16,2-3 1 15,-3-4-1-15,1-3 0 16,1-4-1-16,0-3 2 0,0-1-3 16,4-5-16-16,0-1-13 15,3 0-15-15,5-1-28 16,3-9-37-16,5-7-85 16</inkml:trace>
  <inkml:trace contextRef="#ctx0" brushRef="#br0" timeOffset="147452.74">31064 10926 269 0,'0'0'7'0,"0"0"48"0,0 0-27 0,38-32-2 0,-14 21 7 16,4 1-4-16,5-1-8 15,0-1-11-15,1 2-5 16,-4 2-2-16,-2 1-2 16,-3 1 0-16,-7 2 0 15,-2 0 0-15,-3 1-10 0,-6 0-64 16,-6 0-86-16</inkml:trace>
  <inkml:trace contextRef="#ctx0" brushRef="#br0" timeOffset="147802.6">31462 11083 318 0,'0'0'7'0,"0"0"59"15,0 0-42-15,0 0-3 16,0 0 19-16,-7 49-7 15,3-24-14-15,0 2-11 16,-1 3-6-16,1 0 0 16,2 0 0-16,0-3 1 0,1-5-8 15,1-5-37-15,0-7-38 16,0-8-54-16,0-2-150 16</inkml:trace>
  <inkml:trace contextRef="#ctx0" brushRef="#br0" timeOffset="148108">31807 10644 226 0,'0'0'207'0,"0"0"-204"15,-49-2 19-15,33 16 3 16,2 9 3-16,2 6-3 16,4 4-3-16,1 2-7 0,5 4-9 15,2 1-2-15,0 1-3 16,0-2 2-16,9-6 1 16,-2-2 1-16,4-8-16 15,2-7-30-15,-1-8-20 16,1-6-22-16,-1-2-52 0,-2-6-130 15</inkml:trace>
  <inkml:trace contextRef="#ctx0" brushRef="#br0" timeOffset="148837.28">32228 10558 353 0,'0'0'10'16,"0"0"-13"-16,51 0 4 16,-36 21-1-16,-2 6 2 15,-2 3 12-15,-2 1 17 16,-6 2-14-16,-2 2-11 0,-1 3-3 16,-3-3 2-16,-11 3 0 15,-4-2-1-15,-2-1-2 16,-2-5-23-16,0-2-56 15,-3-7-61-15</inkml:trace>
  <inkml:trace contextRef="#ctx0" brushRef="#br0" timeOffset="149762.47">31886 10796 154 0,'0'0'35'0,"0"0"5"0,0 0-4 0,31-44-12 16,-16 39 2-16,0 2-4 16,1 3-10-16,-4 0-4 0,0 7-2 15,-3 4-1-15,-3 3 1 16,-3 2-1-16,-3 0 0 15,0 1-2-15,0-2 0 16,-6 0-2-16,-2-1 1 16,-4-4-1-16,2 0 1 0,-2-5-2 15,0-2 2-15,2 0-2 16,3-3 0-16,4 0 1 16,3-4 0-16,0-6-2 15,11-3 0-15,8-5 0 16,0-1 0-16,5-1-1 0,1 0 2 15,-2-1-1-15,-4 3 1 16,-5 3 0-16,-6 1 1 16,-3 4 8-16,-5 3 33 15,0 4-3-15,-8 2-12 16,-4 1-4-16,-1 1-5 0,2 9 0 16,0 6-7-16,3 1-3 15,5 4-1-15,3 3-4 16,0-1-1-16,6 4 1 15,9-3-1-15,1-1 1 16,4-4-6-16,2-3-26 0,-1-3-20 16,1-6-21-16,-3-4-54 15,2-3-76-15</inkml:trace>
  <inkml:trace contextRef="#ctx0" brushRef="#br0" timeOffset="150359.14">32675 10798 252 0,'0'0'4'16,"0"0"50"-16,0 0-5 0,0 0-16 0,0 0 4 16,0 0-6-16,0 0-10 15,-43-30-12-15,31 30-6 16,1 7 0-16,0 2-3 16,4 1 2-16,4 2 0 15,3 0 1-15,0-1 0 0,0 2-3 16,4-5 2-16,6 0-1 15,1-1-3-15,0-5-6 16,1-2-1-16,-1 0 4 16,0-7 3-16,2-7 0 15,-4-3 2-15,0-6-3 0,1-2 0 16,-3-2 0-16,-2-6-7 16,-4-1 10-16,0-3-2 15,-1 0 0-15,0 3 2 16,-1 4-2-16,-4 5 1 15,-1 11 1-15,0 11 10 0,-2 4 2 16,2 20-7-16,3 8 1 16,2 6 6-16,1 5 0 15,0 0-5-15,10-2-3 16,4-3-2-16,1-2 2 16,1-4 0-16,-1-4-1 0,-1-2-16 15,-5-6-30-15,-3-4-25 16,-5-5-60-16,-1-6-70 15</inkml:trace>
  <inkml:trace contextRef="#ctx0" brushRef="#br0" timeOffset="150825.6">32870 10758 259 0,'0'0'24'0,"0"0"-12"15,27-37 53-15,-18 30-15 0,0 4-18 16,-2 2-3-16,-3 1-8 16,-1 1-16-16,-1 9-3 15,-2 2-1-15,0 4 3 16,0-1-1-16,-3 1 2 16,-3 0-1-16,-1 0 1 0,1-2-3 15,-2 0-3-15,-1-4-6 16,2 0-4-16,2-3-3 15,2-4 1-15,3-3 4 16,0 0 6-16,0 0 6 0,7-8-3 16,4-5 0-16,3-1-1 15,4-5-1-15,2 1-1 16,2-1-6-16,-1 1 5 16,-1 1-1-16,-6 3 0 15,-3 1 8-15,-6 4 15 16,-5 5 5-16,0 1 1 0,-8 3-5 15,-4 0 4-15,0 4 6 16,-1 8-6-16,5 2-11 16,1 3-6-16,7 2-2 15,0 1 4-15,3-1 0 16,9 1 1-16,8 0-19 0,1-4-37 16,-1-5-52-16,2-8-125 15</inkml:trace>
  <inkml:trace contextRef="#ctx0" brushRef="#br0" timeOffset="151292.13">33205 10785 292 0,'0'0'11'0,"0"0"46"0,0 0-33 0,44-14-2 16,-24 11-2-16,4 2-7 16,0 1-6-16,-5 0-5 15,0 0-1-15,-3 0 0 0,-7 4 0 16,-3 0-7-16,-6 2-69 16,0-2-100-16</inkml:trace>
  <inkml:trace contextRef="#ctx0" brushRef="#br0" timeOffset="151493.64">33201 10857 236 0,'0'0'11'15,"0"0"20"-15,0 0 12 16,0 0 5-16,43 8-10 0,-19-7-14 16,2-1-12-1,1 0-8-15,1 0-2 0,-2 0-1 16,-1 0 0-16,-5 0-5 15,-2 0-62-15,-4-6-113 16</inkml:trace>
  <inkml:trace contextRef="#ctx0" brushRef="#br0" timeOffset="151848.04">33670 10573 340 0,'0'0'4'16,"0"0"39"-16,0 0-4 0,0 0-23 15,0 0 8-15,0 0 6 16,44 55-4-16,-38-23-5 15,-1 2 2-15,-4 3-1 16,-1 3-9-16,0 0-7 0,0-1 0 16,0-2 2-16,-1-6-2 15,1-5-1-15,-1-5-4 16,1-6 1-16,0-4-1 16,0-5 0-16,0-3 1 15,0-1-1-15,0-2-4 0,0 0-32 16,0 0-35-16,-6-13-132 15</inkml:trace>
  <inkml:trace contextRef="#ctx0" brushRef="#br0" timeOffset="157631.06">29732 13211 127 0,'4'-9'6'0,"-1"2"20"0,-1 3 1 0,-2 1 2 0,0 0-9 15,0 2-13-15,-8-1 31 16,1 0-29-16,-1 0 7 15,-4 2 0-15,-1 0-1 16,-1 0-6-16,-3 0-2 0,0 5 0 16,1 4-2-16,-1 4 0 15,3 3 1-15,2 2-1 16,2 5 1-16,3 5 5 16,3 4-2-16,4 7 1 15,0 5 4-15,0 9 2 16,8 5-2-16,2 6-8 0,1 3-4 15,-1-1-1-15,2-3 0 16,-5-3 1-16,-1-5-1 16,-5-4-1-16,-1-5 1 15,0-8 0-15,-10-5 5 16,-5-5 11-16,-1-6-1 0,-7-4-5 16,-3-4-2-16,-1-3-4 15,-3-1-2-15,0-3-1 16,-2-4-1-16,1 0-1 15,2-1 1-15,4-1-1 16,4-1-23-16,6 0-62 0,5-7-106 16</inkml:trace>
  <inkml:trace contextRef="#ctx0" brushRef="#br0" timeOffset="158263.57">29044 14402 185 0,'0'0'26'16,"0"0"38"-16,0 0-19 0,0 0 2 0,0 0-29 15,0 0-17-15,0 0 17 16,-9 53 8-16,16-17-6 16,1 5 0-16,-2 3-10 0,0 0-6 15,-1 1-2-15,-2-2 0 16,-3-6-1-16,0-6 0 15,0-10 0-15,0-7 0 16,-3-7 0-16,-2-7-3 16,3 0-23-16,0-7-45 0,-1-10-47 15,2-8-65-15</inkml:trace>
  <inkml:trace contextRef="#ctx0" brushRef="#br0" timeOffset="158741.07">29058 14475 205 0,'0'0'9'0,"0"0"45"16,0 0-12-16,-14-43 12 16,10 31-7-16,1 3-10 0,-1-4-7 15,4 5-8-15,0 0-5 16,6 0-8-16,5 2-4 15,6-1-4-15,2 5 0 16,4 1-1-16,1 1 0 16,-4 0 1-16,-2 3-2 0,-4 7 2 15,-3 0-2-15,-5 2 2 16,-4 0-2-16,-2 1 2 16,-8 0-1-16,-5 1 0 15,-4-1 0-15,-5-2 0 16,1 2 0-16,0-2 0 0,2 1 0 15,3-2 0-15,4 0 0 16,7 1-1-16,3-2 1 16,2 2 0-16,4-1-1 15,10 1 1-15,3-1 0 16,6 3 0-16,-1 1 1 0,2-1-1 16,-1 1 0-16,-1 0 0 15,-1 2 0-15,-7-1 0 16,0 0 1-16,-4 0-1 15,-3-1-1-15,-1-1-31 16,-1-2-40-16,-2-3-63 16,1-4-23-16</inkml:trace>
  <inkml:trace contextRef="#ctx0" brushRef="#br0" timeOffset="158947.93">29349 14763 281 0,'0'0'13'0,"0"0"73"0,0 0-47 0,0 0 13 0,0 0-22 16,0 0-6-16,43 23-5 15,-32-8-9-15,-1 4-2 0,0 0-5 16,-2 0-1-16,-1 1-1 16,0-1 0-16,-1-2-4 15,1-3-57-15,-1-6-81 16,-3-5-151-16</inkml:trace>
  <inkml:trace contextRef="#ctx0" brushRef="#br0" timeOffset="159649.12">30079 13668 126 0,'0'0'76'0,"0"0"-74"16,34-47 5-16,-30 33-5 0,-1 0-1 15,-3-2 0-15,0 2 7 16,0-2 7-16,-3 2-2 16,-6 0 0-16,-3 1 3 15,0 2 1-15,-3 1 5 16,-3 3 3-16,-3 1-5 15,0 6-3-15,1 0-2 0,0 6 8 16,3 11-11-16,4 4 4 16,7 6 2-16,3 7-5 15,3 5 7-15,0 3-4 16,8 5-8-16,0 1-2 0,1 1-2 16,-3 1-3-16,-2-4 1 15,-4-4-1-15,0-6 0 16,0-6 0-16,-8-7 0 15,-3-6 0-15,-1-6-1 16,-1-4-15-16,-2-2-41 0,0-5-27 16,-2-1-39-16,-1-7-64 15</inkml:trace>
  <inkml:trace contextRef="#ctx0" brushRef="#br0" timeOffset="159823.31">29778 13891 244 0,'0'0'10'16,"0"0"26"-16,51-30 4 15,-25 19 5-15,4 0-13 16,5-1-7-16,-3 4-13 0,3 0-10 16,-6 4-1-16,-3-1 0 15,-3 1-34-15,-2-1-85 16,-4-2-45-16</inkml:trace>
  <inkml:trace contextRef="#ctx0" brushRef="#br0" timeOffset="160028.96">30160 13856 239 0,'0'0'12'16,"0"0"62"-16,12 49 1 0,-5-29-29 15,-1 2-26-15,1 0-4 16,1 1-10-16,0 0-4 16,-3-2-1-16,-1-2 1 15,1-2-3-15,-3-5-44 0,0-3-89 16,-2-7-13-16</inkml:trace>
  <inkml:trace contextRef="#ctx0" brushRef="#br0" timeOffset="160307.24">30396 13641 267 0,'0'0'4'0,"0"0"38"16,0 0-8-16,0 0-4 15,-38-4-15-15,34 18 2 16,4 3 6-16,0 2-7 16,6 3-8-16,7 1-2 15,1 0-4-15,1 1-1 0,2-3 0 16,-2-2 0-16,3-4-1 16,-5-2-20-16,1-7-79 15,-5-6-17-15</inkml:trace>
  <inkml:trace contextRef="#ctx0" brushRef="#br0" timeOffset="160775.15">30470 13719 282 0,'0'0'3'16,"0"0"54"-16,0 0-17 0,41-37-8 15,-20 33 0-15,3 3-8 16,-1 1-7-16,-4 0-9 15,-3 11-4-15,-3 1-3 16,-4 3 2-16,-5 2 0 16,-4-1-2-16,0 1 1 0,-3 1-1 15,-7-3 0-15,2 1 0 16,-4-3-1-16,3-3 1 16,3-2-1-16,-2-6 0 15,5-2 0-15,3 0 0 16,0-1 0-16,7-9 1 0,7-4-1 15,3-1-1-15,2-2 2 16,1-1-2-16,0 2 2 16,-5 3-1-16,-5 2 0 15,-3 3 0-15,-7 2 1 16,0 3 0-16,-5 3 1 0,-8 0 0 16,-1 3 4-16,-1 7 9 15,0 1-3-15,5 2 1 16,4 1-8-16,5 0-3 15,1 2-1-15,6-5 0 16,8 1 0-16,4-1 0 0,3-4 0 16,-1 0-2-16,1-4-31 15,-3-3-28-15,-2 0-74 16,-3-4-35-16</inkml:trace>
  <inkml:trace contextRef="#ctx0" brushRef="#br0" timeOffset="161031.29">30828 13516 292 0,'0'0'9'0,"0"0"53"0,39 7-22 0,-25 13-8 15,-3 6-10-15,0 5 8 16,-3-1-6-16,-4 5-13 15,-4 0-5-15,-1-2-4 0,-3 0 0 16,-10-1 0-16,-1-3-1 16,-4 0-1-16,1-7-26 15,-1-3-62-15,2-8-58 16</inkml:trace>
  <inkml:trace contextRef="#ctx0" brushRef="#br0" timeOffset="162111.09">31222 13702 204 0,'0'0'58'0,"0"0"-12"15,0 0-13-15,0 0-10 0,-51-5 6 16,36 10-4-16,1 4-5 16,1 1-6-16,2 1-4 15,4 0-8-15,5 1 0 16,2-1 0-16,0-1-1 15,7 0 0-15,6-3 0 16,1-4-1-16,2-2 2 0,-1-1-2 16,1 0 0-16,-1-10 0 15,-1-1 0-15,-4-2 1 16,-1-4-1-16,-6-3 0 16,-3-4 0-16,0-1 1 15,-2-5-1-15,-8-4-1 0,-2-2 1 16,-4-1 0-16,0 6 0 15,-1 2 2-15,4 10 8 16,1 6 5-16,4 10 3 16,5 3-7-16,3 9-10 0,0 12-1 15,10 5 4-15,6 6 4 16,0 3 0-16,5-3-4 16,1 1-1-16,-5-2-2 15,1-4 1-15,-6-3-1 16,1-4-8-16,-6-3-28 0,-1-3-28 15,-2-5-64-15,-3-4-23 16</inkml:trace>
  <inkml:trace contextRef="#ctx0" brushRef="#br0" timeOffset="162577.91">31294 13651 243 0,'0'0'4'0,"0"0"43"0,32-49-1 0,-16 37-1 16,2 2-15-16,2 7-7 0,-1 3 1 15,-4 0-13-15,-1 13-6 16,-3 3 0-16,-4 1-3 16,-5 1-1-16,-2-1 0 15,0-1 1-15,-2-1-1 16,-6-3 0-16,1-1 0 0,-2-4 0 15,1 0 1-15,2-4-2 16,2-3 0-16,1 0 0 16,3 0 0-16,0-7 0 15,3-4 0-15,7-4 0 16,4-3 0-16,5-3 0 0,-1-2 0 16,1 0 0-16,-2 1 0 15,-2 2 0-15,-5 3 0 16,-4 4 0-16,-5 4 4 15,-1 2 19-15,-2 7 1 16,-9 0-5-16,0 7-9 0,-1 6 4 16,2 4 4-16,3 3-7 15,7 0-4-15,0 0-3 16,7 0-2-16,8-2 0 16,3-2-1-16,4-1 1 15,-1-2-4-15,0-2-49 0,0-5-31 16,-1-3-113-16</inkml:trace>
  <inkml:trace contextRef="#ctx0" brushRef="#br0" timeOffset="162856.97">31776 13647 276 0,'0'0'62'0,"0"0"16"0,0 0-30 15,0 0-26-15,51-19-12 16,-29 16-2-16,2-1-2 16,1 4-4-16,-1-1-2 15,-1 1 1-15,-5 0-1 0,-3 0-33 16,-3 0-84-16,-6-2-35 15</inkml:trace>
  <inkml:trace contextRef="#ctx0" brushRef="#br0" timeOffset="163011.34">31892 13533 316 0,'0'0'17'0,"0"0"91"15,0 0-76-15,0 0-13 16,0 0 0-16,0 0 0 0,0 47-8 15,11-26-7-15,0 3-3 16,0 2 0-16,-6 0-1 16,-3-1-31-16,-2-2-77 15,0-3-77-15</inkml:trace>
  <inkml:trace contextRef="#ctx0" brushRef="#br0" timeOffset="163429.93">32415 13130 312 0,'0'0'3'0,"0"0"20"15,-48-21 18-15,24 22-13 16,1 18-10-16,3 10 6 16,4 8 0-16,8 9-5 15,6 6 0-15,2 9-6 16,0 10-3-16,6 4-6 0,0 2-2 16,-3 4 0-16,-2 0-1 15,-1 1 0-15,-1-5 0 16,-9-3-1-16,-4-2 1 15,-5-6-1-15,-5-6 1 16,-3-7 0-16,-4-6 1 0,-2-4-2 16,-2-6 2-16,0-7-1 15,4-5 0-15,0-5-1 16,5-6 0-16,2-2-11 16,4-5-29-16,1-2-50 15,2-6-69-15</inkml:trace>
  <inkml:trace contextRef="#ctx0" brushRef="#br0" timeOffset="164055.69">31599 14702 378 0,'0'0'8'0,"0"0"52"0,0 0-13 16,0 0-12-16,0 0-28 16,0 0-6-16,0 0 14 15,2 55 5-15,6-16-12 0,-1 2-6 16,-4-1 0-16,-3-1-2 15,0-3 0-15,-4-5 1 16,-7-4-4-16,2-4-17 16,-2-8 4-16,1-6-6 15,1-6 0-15,1-3 14 0,-2-9 7 16,5-9 0-16,-3-8 0 16,4-6 1-16,3-4 0 15,1-3 0-15,0-4 3 16,5 0 2-16,6 1 5 15,6 3 0-15,1 4 3 0,1 8-4 16,3 7 0-16,-2 8-2 16,-2 9-4-16,-1 3-1 15,-7 5-2-15,-5 12-2 16,-5 7 4-16,0 3-2 16,-6 3 0-16,-5 2 0 0,-2-1 0 15,4-2 0-15,-1-5 0 16,4-2 0-16,4-4 1 15,2-2-1-15,0-3 0 16,8 0 0-16,7-2 1 16,2 0-1-16,4 3 0 0,2-1 0 15,1-1 0-15,-4 0 0 16,-2 1-1-16,-1-2-29 16,-2-1-38-16,-3-4-72 15,-2-4-34-15</inkml:trace>
  <inkml:trace contextRef="#ctx0" brushRef="#br0" timeOffset="164418.37">31898 15027 383 0,'0'0'27'0,"0"0"33"0,27-38-29 0,-15 29-3 16,2 2 4-16,1 2-10 15,-1 5-13-15,-2 0-7 16,-4 8-2-16,-4 9 0 16,-4 3 0-16,0 4 1 0,-8 5-4 15,-6-1-14-15,-1 2-9 16,-3-2 0-16,1-1 7 16,0-2 7-16,2-4 7 15,1-3 4-15,4-4 1 0,3-5 0 16,5-5 1-16,2-1-2 15,4-3 4-15,12 0 8 16,7-4 0-16,9-6-5 16,5-2-2-16,4 1 0 15,0 1 4-15,-3 3-4 16,-6 1-3-16,-6 4-2 0,-7-1-79 16,-7-3-212-16</inkml:trace>
  <inkml:trace contextRef="#ctx0" brushRef="#br0" timeOffset="165851.69">32620 13377 165 0,'-11'-2'6'0,"-1"0"34"0,0 2-12 15,2 0 30-15,-2 2-28 16,3 7-8-16,3 4-5 16,4 4-6-16,2 4-2 15,0 6 9-15,5 6 4 0,7 4-1 16,2 4-5-16,0 6-12 15,-2 1-1-15,-2-1 2 16,-7-3-4-16,-3-3 1 16,0-1-2-16,-8-4 3 15,-6-5-3-15,-2-6 2 0,-3-2-1 16,0-6-1-16,-1-3 1 16,1-7 0-16,2-4-2 15,1-3-28-15,3 0-17 16,-1 0-28-16,3-12-35 15,4-3-35-15</inkml:trace>
  <inkml:trace contextRef="#ctx0" brushRef="#br0" timeOffset="166037">32455 13776 239 0,'0'0'15'15,"0"0"56"-15,0 0-28 16,0 0-15-16,0 0-1 15,54-33-8-15,-31 29-7 16,2 1-8-16,4 1 0 16,1 1-4-16,-1 1 0 0,-3-1-10 15,-8-2-57-15,0 0-82 16</inkml:trace>
  <inkml:trace contextRef="#ctx0" brushRef="#br0" timeOffset="166760.44">32973 13458 252 0,'0'0'52'0,"0"0"-19"0,-46-7 16 0,32 11-15 16,5 10-7-16,0 3-1 16,1 6-1-16,5 1-8 15,3 3-10-15,0 2 0 16,0 0-5-16,7-2 0 15,1-4 0-15,5 0-1 0,1-5 0 16,1-5-1-16,3-3-31 16,-2-6-27-16,0-2-38 15,-4-2-65-15</inkml:trace>
  <inkml:trace contextRef="#ctx0" brushRef="#br0" timeOffset="167283.57">33011 13573 253 0,'0'0'24'0,"0"0"31"16,0 0-21-16,37-33-4 16,-25 33 4-16,1 0-12 15,-3 7-8-15,0 6-7 16,-4 4-3-16,-1 3 0 0,-3 1-2 15,-2-2 0-15,0-1-2 16,0-2 1-16,0-2 0 16,-3-1-1-16,0-6 0 15,0 1 1-15,-2-3-1 16,1-4 0-16,3-1 0 0,1 0 1 16,0-3 1-16,0-6-2 15,5-4 0-15,5-3 0 16,2-4 1-16,2 2-2 15,-2-3 2-15,0 2-1 0,2-1 0 16,-6 6 0-16,1 1 0 16,-2 3 1-16,-3 2 1 15,-2 3-1-15,-1 1 19 16,-1 1 1-16,0 3-7 16,0 0-7-16,-2 2-4 15,-1 6-2-15,-1 6 1 0,2 1-1 16,2 2 0-16,0 1 0 15,7 3-1-15,4-2 1 16,6-1 0-16,-1-2 0 16,2-3-1-16,0 0-1 15,0-5-35-15,-3-1-45 0,-3-6-68 16</inkml:trace>
  <inkml:trace contextRef="#ctx0" brushRef="#br0" timeOffset="170915.63">32891 13941 89 0,'0'0'15'0,"0"0"32"0,0 0-11 16,0 0-11-16,0 0 17 16,0 0 3-16,0 0-3 15,0 0-7-15,0 0 1 16,0 0-3-16,0 0-10 0,0 0-16 16,0 0-5-16,-1-11 4 15,3 27 0-15,1 3 3 16,-3 2 3-16,2 2 1 15,-2 1-3-15,0 2-4 16,0-2-3-16,0-1-1 16,0-2-2-16,0-1 1 0,1-5-1 15,2-2-6-15,-1-6-36 16,-1-2-18-16,1-5-53 16,1-1-103-16</inkml:trace>
  <inkml:trace contextRef="#ctx0" brushRef="#br0" timeOffset="171590.34">33320 13411 135 0,'0'0'10'0,"0"0"37"0,0 0-10 0,0 0 6 16,0 0 5-16,0 0-19 15,0 0-4-15,56 10 2 16,-32 14 1-16,-1 9-12 16,3 5-6-16,-1 9-1 0,-3-2-5 15,-8 2-1-15,-4-2-2 16,-6-3 0-16,-4-5-2 16,-8-5 1-16,-7-3-7 15,-3-5-12-15,0-4-13 16,-3-6-8-16,3-1-31 0,2-9-23 15,2-4-31-15</inkml:trace>
  <inkml:trace contextRef="#ctx0" brushRef="#br0" timeOffset="172618.14">33612 13316 72 0,'0'0'39'0,"0"0"9"0,0 0-11 0,0 0 2 16,0 0 5-16,0 0-11 15,0 0-3-15,11-44-9 0,-21 34 0 16,-2 4-4-16,-4 0-1 16,-1 2-4-16,-8 4 2 15,-1 0-1-15,0 0 3 16,4 7-5-16,0 2-3 16,4 6-4-16,7-1-3 0,6 2 0 15,3 0-1-15,2 0 0 16,0-2 0-16,6-1 1 15,3-4-2-15,1-4 2 16,-1-2-3-16,1-3 1 16,2 0 1-16,-4-6-2 0,0-7 1 15,-1-4 2-15,0-4 1 16,-3-5-4-16,-2-5 4 16,0-3-2-16,-2 1 0 15,0-1 0-15,-1 3 0 16,-7 1 0-16,-4 7 0 0,0 5 3 15,2 6 9-15,-1 5-1 16,4 5 0-16,2 2-6 16,4 5-5-16,1 9-1 15,0 6 2-15,6 3 1 16,6 3 1-16,3 2-1 0,0 2-1 16,2 1 1-16,-2 2-1 15,-1-2-1-15,-1 1-16 16,-3-3-19-16,-4-3-2 15,-2-4-33-15,-4-6-22 16,0-7-55-16</inkml:trace>
  <inkml:trace contextRef="#ctx0" brushRef="#br0" timeOffset="173120.13">33601 13209 254 0,'0'0'10'0,"0"0"20"0,0 0 15 0,0 0-18 16,0 0-12-16,40-20-4 15,-30 27-3-15,-2 6-4 16,-1 2-1-16,-2 3-1 15,-2 1-1-15,-3 0 1 16,0 1-1-16,0-4-1 16,0 0 0-16,-4-4-14 0,0-2-10 15,-1-3-5-15,1-6-4 16,2-1-6-16,2 0 34 16,0-9-14-16,1-5 5 0,8-4 14 15,2-1 0-15,4-3 1 16,-2 1 0-16,2 0 17 15,-4 2 18-15,-2 4-1 16,-4 0 1-16,-5 4 1 16,0 3 0-16,0 2-3 15,0 2 2-15,0 1-4 0,0 3-16 16,0 0-10-16,0 4-8 16,-3 6 4-16,2 3-1 15,1 3 2-15,0 2-2 16,0 3 0-16,1 1 0 15,7 2-2-15,3 0 1 0,5 1-22 16,1-2-32-16,-1-6-17 16,-1-8-73-16</inkml:trace>
  <inkml:trace contextRef="#ctx0" brushRef="#br0" timeOffset="174007.95">31619 16044 420 0,'0'0'4'0,"0"0"19"0,0 0-14 15,0 0-5-15,0 0 0 0,46-4 1 16,-25 3-1-16,2 1 0 15,-2 1-4-15,0-1 0 16,-3 0-6-16,-5 4-32 16,-4 3-41-16,-7-1-47 15,-2 0-38-15</inkml:trace>
  <inkml:trace contextRef="#ctx0" brushRef="#br0" timeOffset="174178.84">31583 16219 303 0,'0'0'15'16,"0"0"5"-16,0 0 12 0,0 0 5 16,38 24-7-16,-7-24-11 15,6 0-10-15,4 0-5 16,1-3-2-16,-1 0-4 16,-2-1-46-16,-4-4-85 15,-2-4-86-15</inkml:trace>
  <inkml:trace contextRef="#ctx0" brushRef="#br0" timeOffset="174715.99">32533 15834 369 0,'0'0'0'16,"0"0"-4"-16,0 0 16 16,0 0 19-16,-20 52-1 15,2-33-11-15,-3 2-4 16,2 1-4-16,0-3-5 16,1-2-3-16,0 1 0 0,3-3-3 15,3-5 0-15,6 0 0 16,-2-4 1-16,7-5-1 15,1-1 3-15,1-1 6 16,10-11-6-16,3-2-2 16,3-6 1-16,2-1 0 0,1-1-1 15,-1-1-1-15,0 1 2 16,-4 3 4-16,-3 4 14 16,-2 4 4-16,-4 5-3 15,-2 6-3-15,-1 0-13 16,1 14-4-16,-1 6 4 15,4 6 1-15,-2 6 1 0,-2 4-1 16,0 4-2-16,-1 4-4 16,-2 1 1-16,0 5 0 15,0-2-1-15,0 0 0 16,0-3-1-16,-3-4-10 16,-1-7-14-16,-1-4-34 0,-3-8-21 15,-2-8-32-15,-2-9-99 16</inkml:trace>
  <inkml:trace contextRef="#ctx0" brushRef="#br0" timeOffset="174963.56">32307 16527 400 0,'0'0'27'0,"0"0"21"0,0 0-1 16,55 3 5-16,-22-2-25 16,9-1-8-16,5 0-8 15,3 0-4-15,-1-1-3 16,-4-2 0-16,-2 2-4 0,-10 2 0 16,-4-1-10-16,-8 0-21 15,-5-3-43-15,-10-5-81 16</inkml:trace>
  <inkml:trace contextRef="#ctx0" brushRef="#br0" timeOffset="177356.08">30485 5990 22 0,'0'0'25'0,"0"0"31"0,0 0-36 0,0 0 5 0,-10-38 1 0,7 31-20 15,1 1-1-15,1 3-3 16,-2-1-2-16,3 4-3 15,0 0-1-15,0 0-3 16,6 10-1-16,8 4 8 16,3 7 1-16,6 2 1 15,6 8 19-15,5 3 16 0,6 5 9 16,1 2 6-16,4 0 13 16,-2 0-38-16,-6-4-24 15,-3-7-2-15,-7-6 0 16,-7-4-2-16,-6-9 1 15,-6-2-4-15,-4-6-59 0,-4-3-25 16,0-2-23-16</inkml:trace>
  <inkml:trace contextRef="#ctx0" brushRef="#br0" timeOffset="177731.09">30731 5984 116 0,'0'0'33'16,"0"0"20"-16,0 0-30 0,0 0-12 0,0 0 19 0,40 36-16 16,-13-20-3-16,2 5 6 15,4 0 20-15,4 4 3 16,3 0-14-16,0 2-21 0,-2 1-3 16,-2 2-1-16,-1-3-1 15,-5 0 0-15,-3 0-3 16,-5-3-23-16,-2-2-29 15,-7-6 2-15,-4-7-25 16</inkml:trace>
  <inkml:trace contextRef="#ctx0" brushRef="#br0" timeOffset="178042.98">31235 6145 253 0,'0'0'4'0,"0"0"43"16,0 0-31-16,0 0-6 15,0 0 23-15,54 14-5 16,-34-3-13-16,0 4-8 15,1 2-4-15,1 1-2 0,-1 4 0 16,1 1-1-16,0 0 1 16,1-3-21-16,-5-4-60 15,0-8 10-15,-5-5-100 16</inkml:trace>
  <inkml:trace contextRef="#ctx0" brushRef="#br0" timeOffset="178273.36">31630 6196 331 0,'0'0'17'15,"0"0"29"-15,0 0-36 0,50 3-1 16,-31 4-6-16,0 4-2 16,-2 1 0-16,1 2-2 15,-5 3-8-15,-2-5-94 16,-6-3-36-16</inkml:trace>
  <inkml:trace contextRef="#ctx0" brushRef="#br0" timeOffset="178808.15">30483 6216 144 0,'0'0'10'0,"0"0"53"0,0 0-13 0,0 0-40 16,0 0-9-16,0 0-1 16,0 0 1-16,40 37-1 15,-11-17 0-15,3 4 14 0,4 0 20 16,6 0-16-16,-4-1-16 16,-2-3-13-16,-5-6-47 15,-8-5-33-15</inkml:trace>
  <inkml:trace contextRef="#ctx0" brushRef="#br0" timeOffset="179070.37">30420 6159 229 0,'0'0'-72'16,"0"0"11"-16,0 0 23 16,0 0 17-16,29 37 37 15,6-16 35-15,5-3 10 16,3-10-43-16</inkml:trace>
  <inkml:trace contextRef="#ctx0" brushRef="#br0" timeOffset="203249.93">19739 5950 141 0,'0'0'14'0,"0"0"18"0,0 0-5 0,18-39-9 0,-9 33-10 15,0 0-3-15,2 3-1 16,7 2-2-16,2-2-2 15,6 3 0-15,2-1 0 16,8 1 1-16,-2-2-1 16,5 1 1-16,1-2-1 0,1 3 0 15,1-3 0-15,-2-1 1 16,-1 1 2-16,-3 0 4 16,-3-1-4-16,-6 1 1 15,-5-1-3-15,-2 1 1 16,-9 0-2-16,-2 2 0 0,-6 1 0 15,-3 0 0-15,0 0-4 16,-13 3 1-16,-2 5-2 16,-7-3-64-16</inkml:trace>
  <inkml:trace contextRef="#ctx0" brushRef="#br0" timeOffset="203591.21">19813 6084 178 0,'0'0'4'0,"0"0"16"16,0 0-6-16,0 0-1 16,0 0 9-16,41 4-15 15,-18-4 0-15,4 2-2 0,4-2 0 16,5 0-2-1,7 0 0-15,-1 0-2 0,4 0 1 16,0-4 0-16,-1 0 2 16,-5 0 4-16,-8 3 0 15,-4-2 1-15,-5 0-4 16,-8 3-1-16,-1 0-1 0,-8 0 0 16,-1 0-3-16,-5 0 0 15,0 2 0-15,-2 3 0 16,-9 1-6-16,-5-6-29 15</inkml:trace>
  <inkml:trace contextRef="#ctx0" brushRef="#br0" timeOffset="204688.13">10104 6023 227 0,'0'0'2'0,"0"0"0"0,38-21 1 0,-15 12-2 16,7 4 2-16,6 0 2 0,0 0 3 15,7 0-1-15,-1 4-1 16,1-1 1-16,1 2-1 16,-6 0-2-16,-2 0-3 15,0 0 0-15,-8 0-1 16,-3 2 1-16,-2-1-1 16,-7 4-1-16,-10 0-6 0,-6-2-64 15</inkml:trace>
  <inkml:trace contextRef="#ctx0" brushRef="#br0" timeOffset="205203.27">10012 6155 74 0,'0'0'14'0,"0"0"-2"0,0 0 11 15,0 0 0-15,0 0-6 16,0 0 5-16,0 0 4 16,0 0 5-16,0 0-6 15,0 0-4-15,50 31 3 16,-8-31-1-16,7 0-7 0,4-3-8 15,2-1-1-15,0 0 2 16,-3 0 1-16,-6-1 3 16,-5 0-2-16,-3-1-6 15,-9 3-2-15,-7 0-1 0,-6-1-1 16,-5 3-1-16,-2-1-1 16,-2 2 0-16,-7 0-6 15,0 0-59-15,-10-3-83 16</inkml:trace>
  <inkml:trace contextRef="#ctx0" brushRef="#br0" timeOffset="209462.75">31708 15391 3 0,'0'0'14'0,"0"0"3"0,0 0 27 0,0 0-19 16,0 0 4-16,0 0-4 16,0 0-3-16,0 0 1 15,0 0-7-15,0 0-3 16,0 0-8-16,27-27-4 16,-23 27-1-16,-2 0-1 0,-2 0-3 15,0 0 1-15,0 0-36 16</inkml:trace>
  <inkml:trace contextRef="#ctx0" brushRef="#br0" timeOffset="-200998.6">18483 8358 99 0,'0'0'46'0,"0"0"-37"0,0 0-3 0,0 0-1 16,0 0-2-16,-3-2-5 0,2 2-7 16,-1 0 2-16,-1 0-4 15,1 0 0-15,0 5 5 16,0 3 6-16,0 1 1 15,2 2-1-15,0 3 0 16,0 2 4-16,0-2 2 16,4 3 6-16,1 4 9 0,5 1 5 15,-3-1 1-15,4 4 1 16,0 1 2-16,1 1-6 16,1-1 0-16,0-1 5 15,1-1 2-15,1-1-6 16,1-3-6-16,1-4 2 0,4-4-7 15,-2-3-8-15,7-5-4 16,-2-1 8-16,3-3-2 16,2 0-3-16,1 0-3 15,-1 0-1-15,-1 0-1 16,0-3 0-16,-2 2 1 0,1-1-1 16,-3 2 0-16,1 0 0 15,-1 0 0-15,2 0 0 16,1 0 0-16,0 0 0 15,-2 0 1-15,3 0-2 16,0 0 2-16,-3 0-1 16,2 0 1-16,2 0-2 0,0-1 2 15,2-3-1-15,3 1-1 16,2-2 2-16,2 0-1 16,2-1 0-16,0-1 0 15,2-3 0-15,-1 2 0 0,1-2 2 16,1-3-2-16,0 0 0 15,-1 0 0-15,3 0 0 16,-1-2 0-16,-2-1 1 16,2 2-1-16,-3 0 2 15,0 1-2-15,-1 2 1 0,0 4 0 16,-2 0-1-16,1 2 1 16,-1 5-2-16,-1 0 2 15,1 0-2-15,-5 2 2 16,-1 6-1-16,1 1 0 15,-4 2-1-15,0 6 2 16,-2 2-1-16,-2-1 0 0,2 3 0 16,-4 4 0-16,1-1 0 15,0-2 0-15,-1 2 0 16,-1-1 0-16,0 0 1 16,-2 0-1-16,-1-2 0 15,-2 0 0-15,-3 2-1 0,1-2 1 16,-4-1 0-16,-1-1 1 15,-1-1-1-15,-1-2 0 16,0-2 0-16,-2 1 0 16,-1-3 0-16,-1-2 0 0,0 0 1 15,0-2-2-15,-3-2 1 16,1 0 0-16,1-1 0 16,-2-2 1-16,0-1-1 15,1-1 0-15,-2-1 1 16,0 0 2-16,0 0 31 15,0-8-17-15,0-1-13 16,2-4-4-16,0-1 1 0,-1 1 0 16,1-1 0-16,1 0-1 15,2 1 0-15,-3 1 1 16,1 0-2-16,0 1 1 16,3 2 0-16,-3-4 0 0,2 1 0 15,2-4 0-15,-2 4 0 16,4-3 0-16,-4 2 0 15,1 0 0-15,-1-2 1 16,-1 3-2-16,4 1 2 16,-3 0-1-16,2 1-1 0,-1 0 2 15,1 0-1-15,-1 1 0 16,2 2 0-16,-3 0 0 16,3 1 0-16,-3 2 0 15,2 0 0-15,-1 1 0 16,1 0 0-16,-1 1 0 15,0 0 0-15,2 2 0 0,-3-3 0 16,3 3 0-16,-3-1 0 16,3-1 0-16,0 2 0 15,0-3 0-15,-3 2 0 16,3 0 0-16,-1 0 0 16,0 0 1-16,-2 1-1 0,3 0 0 15,-3-1 0-15,2-1 0 16,0 1 0-16,-1 1 0 15,-1-2 0-15,4 2 0 16,-4-2 0-16,1 2 0 0,0 0 1 16,0 0-1-16,2 0-1 15,-3 0 2-15,3 0-1 16,1 0 0-16,-2-2 0 16,4 2 1-16,-2 0-1 15,1-1 0-15,1-1 1 0,-1-1-1 16,1 2 0-16,-2-2 1 15,1 1-1-15,0 1 1 16,2 0-1-16,-1-2 0 16,0 3 1-16,2-1-1 15,1 0 0-15,1-1 1 0,0 0 0 16,4 1 0-16,-1 1-1 16,0-1 1-16,2 1 0 15,-2 0 0-15,4-2-1 16,-2 2 2-16,2 0-2 15,1-1 1-15,2 1 0 16,1 0 2-16,2 0-3 0,3 0 1 16,2 0-1-16,2 0 1 15,2 1 1-15,4-1-3 16,1 0 2-16,4 0-1 16,1 0 1-16,3 0 1 15,3 0 0-15,1-3-1 0,2 0 2 16,0-2-1-16,4-1-1 15,-2 2 0-15,2-2 2 16,3 1-1-16,1 0 1 16,-1 0-1-16,0 3 1 15,-5 2 0-15,-3 0-1 0,-1 0 0 16,-5 0-1-16,-2 2 0 16,-3 1 1-16,-2-3-1 15,-1 0 1-15,-1 0 0 16,-5 0 0-16,-1 0 3 15,-2-1-3-15,-2-3 1 0,-3 1 1 16,-2 0 0-16,-1-1-3 16,-2 3 1-16,-2-2-1 15,-1 3 0-15,-2 0 0 16,0 0-1-16,-3 0 1 16,0 0-1-16,0 0 0 0,-2 0 0 15,2 0 0-15,-3-3 1 16,2 2 0-16,1-3-1 15,1-1 0-15,2 1 1 16,-1-3 0-16,5 0 0 16,-2 0-1-16,1-2 0 0,2 2 1 15,-3 0 0-15,1-2-2 16,-4 2 2-16,-1 0 0 16,-3 1-1-16,-1-1 1 15,-4-1-1-15,3-3 1 16,-2-1 0-16,-1-5 0 0,3 1 2 15,2-4 1-15,-3-1 0 16,4-1-3-16,-2-1 1 16,0-1-2-16,3 2 0 15,-6 1 0-15,0 3 0 16,1 1 0-16,-4 2-2 0,-1 1 2 16,0 4-2-16,-4-1 2 15,0 1-1-15,0 3 1 16,0 1 0-16,-3 1-2 15,-4 3 1-15,-3 2-2 16,-3 0-5-16,-8 3-66 16,-5-3-48-16,-4-11-260 0</inkml:trace>
  <inkml:trace contextRef="#ctx0" brushRef="#br0" timeOffset="-24343.84">4286 17324 91 0,'0'0'120'0,"0"0"-97"0,0 0 11 0,0 0-7 0,0 0-1 0,-38 23-8 16,34-22 6-16,2-1 5 0,0 0-8 16,2 0-5-16,0-6-10 15,0-5-3-15,2-3 3 16,6-2-5-16,3-2 0 16,1 1-1-16,1 0 2 15,3 5-1-15,-5 4 0 0,5 2-2 16,-3 7 1-16,2-1-2 15,1 9 1-15,-1 12-1 16,4 8 1-16,-3 10-3 16,-3 6 4-16,-4 6 0 15,0 1 4-15,-4-2-3 0,-1 0 0 16,-2-8-1-16,-2-2 1 16,0-7-1-16,0-5 1 15,0-3 0-15,2-3-1 16,-2-9 1-16,0-5-1 15,0-1 1-15,0-4 0 0,0-3 2 16,0 0 3-16,0-8 3 16,0-8-9-16,-2-7 1 15,0-8 1-15,2-6-6 16,0-4 3-16,0-6-2 16,7 6-1-16,1 0 4 0,2 5 0 15,0 9 0-15,-1 6 0 16,3 5-2-16,-1 2 2 15,0 7 0-15,1 3-2 16,0 2-3-16,2 2 3 16,-1 0-1-16,-2 12 2 15,1 2 0-15,-1 4-2 0,-3 4-1 16,2 2 2-16,-5 1 1 16,1 4 1-16,-2-1 0 15,-2 0 4-15,-2-3-4 16,1-3 3-16,0-3-2 15,-1-3-1-15,0-4 1 0,0-2-1 16,0-5 1-16,0 0 0 16,0-5 1-16,0 0 0 15,-1 0 2-15,-2 0-3 16,-1-7 1-16,2-6-3 16,-3-1 2-16,3-3 0 0,2-1-1 15,0-3 3-15,-2-3-1 16,2-1-6-16,0-1 6 15,4 2 1-15,3 0-2 16,-1 4 0-16,2 3-1 16,0 2 0-16,1 2 0 0,3-1 0 15,-1 4 1-15,2 0-1 16,1 3 0-16,-4 2-1 16,4 5-1-16,-3 0-3 15,2 5 1-15,-3 7 3 16,-1 4-1-16,-3 2 1 0,-1 4 3 15,2 3 4-15,-3 1-1 16,-1 0-4-16,1 2 4 16,2-1-4-16,-1-2 0 15,4-2 0-15,-2-3-1 16,1-4 1-16,-1-2-2 0,2-4 1 16,2-2-1-16,-2-5 1 15,-2 0 0-15,4-3-1 16,-4 0 2-16,3-6 1 15,-2-6-2-15,1-3 3 16,-1-4-1-16,1-1-5 0,1-3-6 16,-4 1 10-16,-1 1-2 15,1 3 1-15,-4 1 1 16,0 3-1-16,-2 4 0 16,0 2 1-16,0 3 0 15,0 1 1-15,0 2 5 0,0 2 0 16,0 0-4-16,0 10 4 15,0 3-4-15,6 4 0 16,0 7-1-16,1 2-2 16,1-1 1-16,4-1 2 15,-1-1-38-15,3-4-4 0,-4-8-39 16,1-10-23-16</inkml:trace>
  <inkml:trace contextRef="#ctx0" brushRef="#br0" timeOffset="-24142.86">4952 17213 225 0,'0'4'-144'0</inkml:trace>
  <inkml:trace contextRef="#ctx0" brushRef="#br0" timeOffset="-23580.72">5138 17761 190 0,'0'0'206'15,"0"0"-203"-15,0 0-5 16,0 0 3-16,9-58 3 15,-5 25 1-15,0-5-1 16,-1-6-1-16,0-3 0 16,-3-2-2-16,0 0-1 0,0 2 0 15,0 9-1-15,0 3 1 16,0 13 0-16,0 7-1 16,0 7-1-16,0 7-3 15,0 1-8-15,6 3 7 16,5 10 3-16,3 5 5 0,5 5-2 15,2 4 1-15,2 2-1 16,-2-1 0-16,-1 0 2 16,-4-4-2-16,0-2 2 15,-8-4 3-15,2-4-3 16,-6-1 0-16,-1-5 1 0,-3 0-5 16,0-1 7-16,0-2 2 15,-5 0 2-15,-5 0-3 16,-2 0-7-16,-2 0 5 15,-1-4-4-15,-1 1 0 16,3-2 1-16,1 0-2 16,3 0-1-16,2 0-6 0,3 0-15 15,2 0-8-15,2 0-13 16,0 0-38-16,2 0 42 16,5-2-67-16</inkml:trace>
  <inkml:trace contextRef="#ctx0" brushRef="#br0" timeOffset="-23289.62">5480 17535 511 0,'0'0'9'0,"0"0"4"0,0 0-27 15,0 0-20-15,0 0 6 0,0 0-99 16</inkml:trace>
  <inkml:trace contextRef="#ctx0" brushRef="#br0" timeOffset="-22045.71">5945 17178 54 0,'0'0'169'0,"0"0"-164"0,0 0-2 0,0 0 1 16,0 0-4-16,0 0 1 0,0 0-1 15,0 0 0-15,0 0 2 16,0 0 2-16,22 14 12 15,-22-1 0-15,0 2-10 16,0 1-1-16,-2-1-1 16,-8 0 4-16,-2-3 3 0,-5 1 1 15,-2-3 1-15,-2 1 1 16,-1-3-4-16,0-4 10 16,-1-3 17-16,5-1-5 15,3-1-11-15,4-11-8 16,4-2-11-16,5-3 1 0,2-3-2 15,2-1 4-15,12-2-5 16,1 3-2-16,5 5 4 16,3 2-2-16,-1 6 0 15,2 7-1-15,3 0 0 16,0 8 0-16,2 10 1 0,-4 7 0 16,-3 7 0-16,-4 8-3 15,-7 6 2-15,-5 5 2 16,-6 4 0-16,0 1 1 15,-6-1 1-15,-9-6-1 16,-6-6 0-16,-6-2 1 0,-2-5 2 16,-4-5 1-16,0-5-3 15,1-7 2-15,5-4 10 16,2-10 5-16,8-5-5 16,6 0-6-16,4-9-6 15,7-5-2-15,0-3-4 0,14-2 4 16,7 1 0-16,8 1 0 15,5 4-1-15,2 6 0 16,0 6-2-16,0 1 0 16,-1 5 1-16,-6 3-1 15,-1 0-8-15,-4 0-7 16,-2 1-7-16,-2-7-11 0,-4 0-25 16,-3-2-40-16,-2-17-145 15</inkml:trace>
  <inkml:trace contextRef="#ctx0" brushRef="#br0" timeOffset="-20767.93">6492 17252 235 0,'1'0'18'0,"-1"0"26"0,0 4-34 0,0 10-4 16,1 7 33-16,2 5-4 16,-1 5-14-16,2 2-14 0,-1-1-3 15,3-2-3-15,1-3 2 16,-2-4-7-16,-1-5-25 15,0-9-10-15,-2-5-35 16,-2-4-23-16</inkml:trace>
  <inkml:trace contextRef="#ctx0" brushRef="#br0" timeOffset="-20575.69">6461 17019 375 0,'0'0'-16'16,"0"0"23"-16,0 0 2 16,0 0-6-16,0 0-6 15,0 0-3-15,0 0-7 16,0 0-11-16,-6 32-10 0,10-16-15 16,0-5-32-16</inkml:trace>
  <inkml:trace contextRef="#ctx0" brushRef="#br0" timeOffset="-20254.75">6640 16952 257 0,'0'0'45'0,"0"0"-48"15,15 38 5-15,-8-4 54 16,0 14-19-16,-5 13 2 16,-1 12-3-16,-1 14-16 15,0 11-10-15,-3 11-5 16,-4 3 6-16,0 0-8 0,-1-5-2 16,1-12-1-16,0-17 2 15,5-17-19-15,1-17 11 16,1-15-14-16,0-15-19 15,0-14-28-15,3-5-8 16,4-24-49-16</inkml:trace>
  <inkml:trace contextRef="#ctx0" brushRef="#br0" timeOffset="-19835.79">6915 17386 352 0,'0'0'-4'15,"0"0"5"-15,-25 47 3 0,16-22 11 16,2 1 6-16,3 4 3 16,0 1-5-16,2-2-10 15,2 0 7-15,0-3-15 16,1 0 3-16,8-4-4 15,-2-6 0-15,5-1 0 16,-2-6 0-16,2-6 0 0,-1-1 0 16,0-2 2-16,3-6 0 15,-1-11 1-15,1-3 2 16,-3-6 5-16,1-5-9 16,-4-5-1-16,-4 1 0 15,-4 1 0-15,0 0 1 0,-11 3-1 16,-2 2 0-16,-4 8 0 15,-4 4 1-15,0 4-2 16,-1 7 0-16,4 5 0 16,0 1-9-16,7-1-28 0,5 9-31 15,0-1-8-15,6-5-23 16</inkml:trace>
  <inkml:trace contextRef="#ctx0" brushRef="#br0" timeOffset="-19106.93">7447 17067 226 0,'0'0'63'0,"0"0"-40"0,0 0 1 0,0 0-23 16,0 0 13-16,-21 48 17 15,8-18-6-15,-3 5-9 16,1 0-7-16,-1 0-4 0,3-2-1 16,1-5-2-16,2-4-1 15,3-5 0-15,2-7 0 16,3-4-1-16,2-5 0 15,0-3 0-15,0-2-1 0,0-11 0 16,9-5 5-16,2-8-2 16,5-4-1-16,-1-4 1 15,1 0-4-15,-1 4 2 16,-1 1 0-16,-3 4 1 16,0 7-1-16,-6 2 1 15,-2 6 0-15,1 3 1 0,-4 2 5 16,0 4 14-16,0 1-6 15,0 2-1-15,0 10-6 16,0 7 2-16,0 5 5 16,0 7 0-16,0 7-4 15,0 4-5-15,0 8-2 0,4 1-3 16,1 3 0-16,1-2 0 16,1-2 0-16,0-6-1 15,-3-6 1-15,-2-6-1 16,-1-8 0-16,-1-3-1 15,1-4-3-15,-1-5-10 0,0-1-15 16,0-4-15-16,0-2-14 16,0-4-27-16,0-1-33 15</inkml:trace>
  <inkml:trace contextRef="#ctx0" brushRef="#br0" timeOffset="-18691.07">7335 17758 327 0,'0'0'12'0,"0"0"15"0,0 0-27 0,0 0 1 16,0 0 4-16,0 0 26 15,0 0 3-15,51 9-3 16,-31-9-4-16,7 0-2 16,2 0-8-16,0 0-2 0,2 0 0 15,-2 0-11-15,-4 0-2 16,-2-2 0-16,-4-2 0 15,-5 3-2-15,-1-3 3 16,-3 2-1-16,-3 1-1 16,-1-2-1-16,0 2 1 0,-4 0-2 15,1 1 0-15,-3 0 0 16,2 0-1-16,-2 0-5 16,0 0-41-16,-2-5-66 15,-9-5-69-15</inkml:trace>
  <inkml:trace contextRef="#ctx0" brushRef="#br0" timeOffset="-17425.99">4901 18095 219 0,'0'0'26'0,"0"0"6"0,-11-41-1 0,7 28-9 0,1 3-8 16,-2-1 13-16,1 4 1 16,0 2-11-16,-1-2-2 0,-1 6 1 15,-1 1 11-15,-4 0-15 16,2 6-8-16,-2 8-2 16,-3 6-1-16,1 3 1 15,-1 2 1-15,5 4-2 16,-1 1 1-16,4-4-8 15,2-2 10-15,2-4-3 0,2 0 0 16,0-6-4-16,0-2 1 16,2-4-1-16,4-5 0 15,2 0 4-15,-2-3-2 16,3 0 0-16,1-14 3 0,0-5-1 16,-1-2 2-16,0-5 0 15,0 2-3-15,-2 0 1 16,-3 7 0-16,0 2 0 15,-1 6 1-15,-1 4-1 16,-2 3 2-16,0 0 1 16,2 2-4-16,-2 0-1 0,3 3 0 15,-1 4 5-15,3 3 2 16,1 4 0-16,-2 2 0 16,5 4-4-16,-1 1 0 15,0 2-1-15,3 0 1 16,-1-1 0-16,-1-4-2 0,3-3 2 15,2-4-2-15,-3-3 1 16,0-7 1-16,3-1-2 16,-1 0 1-16,-1-13 2 15,1-4 0-15,-3-5-2 16,0-6 1-16,-3-2-1 0,-3-3-3 16,-2-1 3-16,0 1 0 15,-4 4-4-15,2 5 5 16,0 4-2-16,-4 7 0 15,-1 4 0-15,1 4-2 16,-2 1 1-16,2 4-1 16,0 0-2-16,0 0-1 0,4 3-1 15,0 3 0-15,0 2 1 16,0 1 2-16,4 1-2 16,8-2 3-16,1 2 3 15,5-1-1-15,0-2 1 0,4 2 0 16,1 0 0-16,-2 1 0 15,0-2-1-15,-3 1 1 16,-3 2 0-16,-1-1 0 16,-7-1 0-16,-3 2 1 15,-4 1 3-15,0 2-1 0,-4 0-1 16,-7 5 0-16,-5 0 2 16,1 1-8-16,-2-1-28 15,2-5-28-15,4-10-43 16,2-5-153-16</inkml:trace>
  <inkml:trace contextRef="#ctx0" brushRef="#br0" timeOffset="-9233.38">10252 17342 14 0,'0'-4'7'0,"0"1"-6"0,0 0 1 0,0 0 1 15,0 1 22-15,0-2-17 16,0 1-2-16,0 0-5 16,0 1 3-16,0-1-3 0,0 2 3 15,0-2 19-15,0 3-13 16,0-3 0-16,0 2-2 16,0 1 3-16,0 0-3 15,0 0-4-15,0 0-3 0,0 0-3 16,0 0 2-16,0 0 3 15,0 4 4-15,0 0-1 16,0-1 3-16,2 2-1 16,2 0-1-16,-1 1 2 15,3 0-2-15,1-2 2 16,2 0 4-16,2 3 0 0,1-1-1 16,3-2-3-16,1 0-5 15,1 0 0-15,3 1-1 16,3-3 3-16,-1 0 0 15,5 1 1-15,0-2-1 16,0 2 2-16,-1 1-1 0,4-2-1 16,-3 4 1-16,2-1 0 15,2 0-7-15,0 0 13 16,3 1-8-16,2-2-3 16,1-1-1-16,1 0 0 15,3-2 0-15,-1-1 0 0,0 0 6 16,3 0-7-16,1-4 1 15,3-3 0-15,0 0-1 16,4-2 2-16,2-2-1 16,2-2 0-16,2 2 0 15,2-2-1-15,-1-1 2 0,2 0-2 16,-3 0 2-16,5 0-2 16,-2 2 1-16,3-1-1 15,-1 3 0-15,1 2 0 16,-2 1 0-16,1 1 1 15,-1 3-2-15,1-1 1 0,-4 0 1 16,2 1-1-16,1-2 2 16,0 1-1-16,3 1 3 15,1-4 3-15,0 1-1 16,4-1-3-16,0-2 7 16,3 0-5-16,1 0-2 15,-1-2-1-15,4 1 0 0,-5-1 0 16,0-2-1-16,1 4 0 15,-3-2 1-15,-2 3 0 16,-4-1-2-16,-1 2 1 16,-5 0 0-16,-1 1-1 0,0-1 2 15,-4 1-1-15,2 1 0 16,-2-1 1-16,2 2 0 16,-3-1 2-16,-1 0 1 15,1 1-3-15,0 1 1 16,-1 0-2-16,1 1 0 0,-2 2 0 15,0-1-1-15,0 0 1 16,-2 1 0-16,-3 0-1 16,2-2 4-16,-4 2-2 15,0 0 1-15,1 0 2 16,-1 2 1-16,-1-2-2 16,-1 4-1-16,0 0 0 0,0 5-1 15,-1-1 0-15,1 2-1 16,1 2 1-16,3-1-1 15,-2 3-1-15,1-1 2 16,-3 1-1-16,-2 0 0 16,-1 2-1-16,-7 1 0 0,1 0 1 15,-2 0-1-15,-5 0 0 16,1 0 2-16,-5-4-2 16,1 2 1-16,-3-3-1 15,-1 1 3-15,-3-3-1 16,-3-2 0-16,-2-1-1 0,0-2 0 15,-5-1 0-15,-1-1-1 16,-1-1 1-16,0-1-1 16,-2-1 1-16,0 0 0 15,0 0 3-15,0 0 10 16,0-5-11-16,0-5-2 0,0 0-1 16,0-3 1-16,0-2-1 15,4-1 0-15,-1-1 0 16,6 0 0-16,-2-1 0 15,5 2-1-15,3-1 2 16,1 2-2-16,3 2 1 0,1 1 0 16,4 3-1-16,3 1 1 15,2 1-1-15,2 0 1 16,5 1 0-16,5 1 0 16,-1-1-1-16,4 0 1 15,2 1 0-15,6-2 0 0,2 0-2 16,2-1 2-16,3 0 1 15,3-1-1-15,5-2 0 16,2 4-1-16,5-5 2 16,2 4-1-16,3-2 1 15,1 0-1-15,3 2 0 0,1-1 0 16,0 3 0-16,0 1 0 16,1 1 0-16,0 1 0 15,1 0 0-15,0 1 1 16,3-1-1-16,-2 2 0 15,3 0 0-15,-2-1 1 16,3 1-4-16,-1 1 5 0,4 0-1 16,1 0-2-16,1 0 2 15,3 0 0-15,0 1-1 16,5-2 0-16,-4 1 0 16,5 0 1-16,-1-1-1 15,0 1 0-15,-1 1 1 0,0-1-2 16,-2 0 2-16,2 0-1 15,-2 0 0-15,1 1 1 16,-2 2-1-16,-1 1 1 16,-5-1-1-16,-3 4 0 0,-2-2 1 15,-3-1-1-15,5-2 1 16,-3 0-2-16,5-2 4 16,1 0-1-16,-2 0 2 15,4 0-2-15,-4 2 2 16,3-5-2-16,-3 0 2 15,-2 0 0-15,3-1 2 0,-1 2 1 16,2-3 0-16,0 2-1 16,-1-2-2-16,1 1 1 15,-2 2-1-15,5 0-2 16,-7-1 1-16,4 3 0 16,-4 0-1-16,0 0-1 0,-4 0 0 15,-4 0 0-15,-5 0 0 16,-2 1 0-16,-6 4-1 15,-2 0 0-15,-3 1 1 16,-5-2 0-16,-3-1-1 0,-5 1 2 16,-4-1-1-16,-2-1-1 15,-7 0 1-15,0-2 0 16,-1 0 0-16,-3 0 0 16,2 0-1-16,-2 0 2 15,-1-6-1-15,-4 0-1 16,-2-3 1-16,-1 0-1 0,1 0 2 15,0-4 0-15,0 2-2 16,2-1 0-16,1 0 0 16,2-1 1-16,2 0-1 15,-3 0 0-15,1 2-1 16,-2-2 1-16,-3 0 0 0,-2 2-2 16,-2-1 1-16,-7 1 1 15,-1-1-2-15,-5 1 2 16,-2 0-1-16,-6 1-6 15,-2-1-18-15,0 2-9 16,-16-5-25-16,-6-6-65 0,-9-8-55 16</inkml:trace>
  <inkml:trace contextRef="#ctx0" brushRef="#br0" timeOffset="-6049.85">12131 17923 99 0,'-6'3'1'0,"2"1"12"0,0-1 8 0,2 1 4 0,0-1-1 16,0 2-24-16,-1-3 6 15,2-2 49-15,-1 0-32 16,1 0-7-16,1 0 0 15,-2 0-3-15,2 0-6 16,0-7-3-16,0 0-1 0,0-3 1 16,0-2-3-16,5-3-2 15,5-4-2-15,2 0 2 16,3-1 0-16,1 2 3 16,0 2 1-16,4 5-3 15,-2 3-3-15,-3 3 6 0,4 3-6 16,-4 2 0-16,-1 7 2 15,-5 9 0-15,1 9 1 16,-5 5-3-16,-2 7 3 16,-3 6 2-16,0 2 2 15,-3 2-3-15,-4-1-1 0,-2-5 0 16,3-5 1-16,-4-8 2 16,4-6-3-16,-1-9 0 15,3-6 1-15,2-5 2 16,-2-2 8-16,2-2-2 15,2-11-4-15,0-3-4 0,-1-4-4 16,1-9-6-16,2-5 28 16,7-5-22-16,4-5 5 15,1-6-4-15,2-3 1 16,4 0-7-16,0 9 0 16,-4 3 8-16,2 6 0 0,-3 9 2 15,1 8-2-15,-3 5-1 16,1 7 2-16,-1 6 1 15,0 0 0-15,-2 10-2 16,-1 6 2-16,0 5 0 16,-4 4 2-16,2 3-2 0,-6 2-1 15,0 1 2-15,-2 2 0 16,0-2 1-16,0-3 1 16,0-1-1-16,-4-4-1 15,0-4 1-15,0-4 0 16,1-4 1-16,0-3-1 15,3-4-1-15,-2-3 0 0,0-1-1 16,2 0 0-16,-3 0-1 16,2 0 0-16,-1 0-1 15,2 0 1-15,0-1 0 16,0-5 0-16,0-5 0 0,0-2-1 16,3-6 0-16,4-2-1 15,3-4-1-15,-1-4 2 16,1-2 1-16,4 0-1 15,-3 1 1-15,3 1 0 16,-3 5-1-16,-3 4 0 0,4 4 1 16,-3 4-1-16,-1 5 0 15,2 1 0-15,-3 5 0 16,1 1 0-16,-1 0 0 16,-3 3 0-16,-1 8-1 15,2 5 1-15,-1 3 0 0,-4 4 4 16,0 0 2-16,0 4 0 15,0 0 1-15,0-1-1 16,-6-1-4-16,2 1 3 16,0-2-2-16,-2-2 2 15,3 0-3-15,3-1 0 16,0-1 0-16,0-6-2 0,0 2 1 16,0-6 0-16,3-2 0 15,3-3 0-15,-1-4 0 16,4-1-1-16,-1 0 3 15,3-10 0-15,1-1-3 16,-1-3 1-16,3-4-1 0,-3 1 0 16,-1-2 1-16,0 0-2 15,-3 2 1-15,-1 3 1 16,-3 3-2-16,-2 2 1 16,-1 3 1-16,0 4-2 15,0 2 1-15,0 0 0 0,0 2-3 16,0 7 3-16,0 4 0 15,0 2 2-15,0 1-2 16,0 0 1-16,5-1 0 16,2 1 1-16,0-5 0 0,0 1 2 15,3-3-2-15,2-1 1 16,1-3-2-16,-2-5 1 16,3 0-5-16,-1 0-18 15,1-8-14-15,1-11-35 16,-1-8-74-16</inkml:trace>
  <inkml:trace contextRef="#ctx0" brushRef="#br0" timeOffset="-5811.59">12882 17615 218 0,'-6'0'3'0,"5"0"-2"0,1 0 8 16,0 0-18-16,0 0 11 0,7 1-2 15,3 3 2-15,0 2-3 16,1-3-46-16,-3 1-65 16</inkml:trace>
  <inkml:trace contextRef="#ctx0" brushRef="#br0" timeOffset="-5251.67">12961 17937 162 0,'0'0'3'15,"0"0"-1"-15,0 0 13 16,0 0 5-16,0 0 34 15,0 0-7-15,0 0-31 16,0 0-3-16,33-45-3 16,-20 22-1-16,3-4 0 0,-1-4-2 15,1 0-2-15,-2-3-2 16,0-3-2-16,0 0-1 16,0-4-2-16,-3 4-2 15,-2 3 1-15,-2 4 0 16,-4 6 2-16,-3 9-2 0,0 7-1 15,0 5 1-15,-3 3-3 16,-6 6 3-16,0 7 1 16,-2 5 1-16,0 3 1 15,6 2 1-15,-1 0 1 16,4-2-1-16,2 1-1 0,0-1 2 16,6-1 0-16,3-2 0 15,3 0 0-15,-2-2-2 16,1 0 1-16,1-3-1 15,-6 1 0-15,1-3 1 16,-3 2-2-16,-2-3 1 0,-2-2 1 16,0 0 5-16,0-1-1 15,-6 4-5-15,-3 0 14 16,-7 2-5-16,1 1-2 16,-3 2-7-16,1-2 2 15,2-2 0-15,0 0-2 0,3-2 1 16,4 0-2-16,-1 0-5 15,5-3-5-15,0 0-9 16,4-2-8-16,0-5-57 16,0 0-36-16</inkml:trace>
  <inkml:trace contextRef="#ctx0" brushRef="#br0" timeOffset="-5060.76">13323 17802 365 0,'0'0'1'0,"0"0"0"0,0 0-2 16,0 0 1-16,0 0 1 15,0 0-22-15,0 0-104 0</inkml:trace>
  <inkml:trace contextRef="#ctx0" brushRef="#br0" timeOffset="-4143.83">13095 18341 177 0,'0'0'21'0,"0"0"18"16,0 0 12-16,-47-24-27 0,29 24-11 16,-3 7-4-16,0 11-1 15,-2 5 0-15,0 2 3 16,4 4-3-16,-1 1-1 16,7 0-4-16,2-1-2 15,7-4 0-15,2 0 0 16,2-7 0-16,0 0 0 0,0-4 0 15,3-4 0-15,3-4 2 16,0-4-3-16,4-2 0 16,-3-4 4-16,1-10 1 15,4-6-2-15,-1-5-1 16,-2-3-1-16,4-3 1 0,-4 1-1 16,2 2-8-16,-4 4 9 15,0 5 5-15,-3 4 2 16,-4 7-2-16,2 4-3 15,-2 4-3-15,1 0-1 0,0 0-1 16,0 7 1 0,3 5 2-16,-2 2 2 0,2 0 0 15,0 3 1-15,2-3-1 16,0-1-2-16,1 0 2 16,0-3-2-16,4-2 0 15,0-2 2-15,1-4-4 16,1 0 1-16,0-2 1 0,1-4 1 15,-3-6-2-15,2-3 0 16,0-2 1-16,-2-2-1 16,-1 0-2-16,-2-2 0 0,-1 5 1 15,-5 0-1-15,0 2 0 16,-1 3 1-16,-1 3-1 16,0 2 0-16,1 2 0 15,3 2 0-15,2 0-2 16,1 2-1-16,4 7 2 15,3 4 2-15,0 2 2 0,3 2 2 16,-2 2-1-16,3 1 1 16,-5 0-2-16,-1 1 0 15,-1-1-2-15,-4-2 1 16,-1-2-1-16,-6 0 1 16,0-3-1-16,0 0 2 15,-7-2 1-15,-8-1 0 0,-5 1-10 16,-3-3-21-16,-1 0-20 15,-2-4-13-15,3-4-56 16,3-1-61-16</inkml:trace>
  <inkml:trace contextRef="#ctx0" brushRef="#br0" timeOffset="-3253.59">14402 17574 239 0,'0'0'19'0,"0"0"-16"0,-7 3 2 0,0 5 3 16,-3 5-2-16,1 4 6 15,-5 4 6-15,1 2 2 16,-3 1-8-16,0 2-3 15,2-4-5-15,1-2 1 16,2-4-4-16,2-2 1 16,3-4-1-16,1-6 1 0,3-1-2 15,0-3 2-15,2 0 2 16,0-4 0-16,3-7-2 16,5-3-1-16,2-2 0 15,3-4 0-15,1 0-1 16,0-3 1-16,0 3-1 0,2-1 1 15,-5 1-2-15,0 2 1 16,0 0 0-16,-4 4 0 16,-1 2-1-16,-3 3 1 15,-1 4 4-15,-1 0 10 0,0 5 2 16,-1 0-5-16,2 0-8 16,-2 0-3-16,2 6 5 15,-2 4 3-15,0 3-4 16,0 5 0-16,0 3 0 15,0 5 4-15,0 2-1 16,0 5 1-16,3 4 3 0,-3 1-4 16,0 2-1-16,0 1-1 15,0-1-2-15,0-1-1 16,0-4-2-16,0-4 2 16,0-7-1-16,0-4 1 0,-3-3-1 15,3-6 0-15,0-3 1 16,0-4 0-16,0 3-1 15,0-3-8-15,0-1-26 16,0-1-14-16,0-2-43 16,0-1-95-16</inkml:trace>
  <inkml:trace contextRef="#ctx0" brushRef="#br0" timeOffset="-2901.9">14232 18288 208 0,'0'0'57'0,"0"0"-28"0,0 0-29 0,0 0 3 0,0 0 2 15,0 0 8-15,54-16 13 16,-30 4-7-16,4 0-10 16,0 0 3-16,1 0 3 0,0 1-7 15,-2-1-3-15,2 1-2 16,-4 1-2-16,-2 2 0 16,-2-1 0-16,-3 5 0 15,-5 0-1-15,-5 1-15 16,-4-3-70-16,-2-4-66 0</inkml:trace>
  <inkml:trace contextRef="#ctx0" brushRef="#br0" timeOffset="-2485.82">14853 17535 167 0,'0'0'3'0,"0"0"0"0,0 0 13 15,0 0 0-15,0 0-8 16,0 0 18-16,-21 50 7 16,11-13-1-16,-1 14-3 15,-3 12-8-15,-5 11-3 16,0 11 1-16,0 10-3 0,-4 3-8 16,1 2-6-16,4-5 2 15,0-7 1-15,5-12-2 16,3-12-3-16,0-12 1 15,7-11 0-15,-1-12 0 16,2-9-2-16,0-10-6 0,2-10-31 16,0 0-30-16,0-19-29 15,6-14-96-15</inkml:trace>
  <inkml:trace contextRef="#ctx0" brushRef="#br0" timeOffset="-1737.99">14988 18173 72 0,'0'0'51'0,"0"0"-39"0,0 0 14 0,0 0-3 16,0 0 1-16,0 0 12 16,0 0-9-16,-10-42-10 0,10 31 1 15,0 0-3-15,0 0-3 16,2-3-6-16,6-3 0 16,0 0-1-16,3-2-1 15,1 3-2-15,1 0 1 16,3 2-2-16,-3 3 2 15,3 3-3-15,-3 4 0 0,0 4 0 16,-1 0 0-16,-3 4 0 16,-3 10 0-16,2 5 0 15,-6 6 0-15,-2 6 1 16,0 6 0-16,-10 5-1 0,-3 3 2 16,-5 2-1-16,-3 1 0 15,2 0-1-15,-4-5 1 16,4-5-1-16,1-8 1 15,5-9-1-15,5-8-4 16,2-6 6-16,4-4-1 0,2-3 3 16,1 0 1-16,13-3-2 15,6-5 5-15,7-5 6 16,6-3-3-16,5 1-9 16,3-2-1-16,1 2 0 15,-4 1 0-15,1 4 3 16,-5 3-3-16,-1 1-1 0,-6 4 0 15,-5 0 1-15,0 1 0 16,-4 0-1-16,-3-1-1 16,-3-1-28-16,-6-4-52 15,-3-7-124-15</inkml:trace>
  <inkml:trace contextRef="#ctx0" brushRef="#br0" timeOffset="1404.45">14080 17547 177 0,'0'0'18'0,"0"0"-12"0,0 0-1 0,0 0 7 16,-35-37 18-16,28 37-21 16,-2 7-8-16,-5 13 5 15,1 10-6-15,-1 12 0 16,2 12 2-16,2 13 1 0,5 11 0 16,1 10 2-16,4 10-2 15,0 7 0-15,2-1-1 16,8-5 2-16,3-6-3 15,7-11 0-15,2-12 0 16,7-14 0-16,3-12 1 0,6-12 9 16,2-14 5-16,2-11 3 15,1-7-38-15,-3-17-56 16,-6-15-53-16</inkml:trace>
  <inkml:trace contextRef="#ctx0" brushRef="#br0" timeOffset="1981.22">15419 17568 138 0,'0'0'7'0,"0"0"-1"0,-4-40 11 16,4 32 3-16,2 2-8 15,9 6-2-15,2 0-4 0,8 10 6 16,5 13 5-16,4 10 2 16,5 13-5-16,-2 13-3 15,-1 14 3-15,-8 12 20 16,-8 9-8-16,-11 4-4 16,-3 1-3-16,-20-9-8 0,-7-4-6 15,-9-8-1-15,-1-6-1 16,-3-4-1-16,-2-4-2 15,6-9-32-15,-1-17-98 16,5-23-134-16</inkml:trace>
  <inkml:trace contextRef="#ctx0" brushRef="#br0" timeOffset="18749.05">26525 16756 14 0,'0'0'-1'0,"0"0"-1"0,0 0 7 15,0 0-2-15,0 0-5 16,40-19 4-16,-37 16-1 16,-1 2 2-16,0-2 7 0,-2 3-9 15,0 0 0-15,0 0-2 16,0 0 1-16,0 0 0 15,0 0 1-15,0 0-2 16,0 0-14-16,0 3 0 16</inkml:trace>
  <inkml:trace contextRef="#ctx0" brushRef="#br0" timeOffset="19739.95">26549 16747 94 0,'0'0'6'0,"0"0"1"0,0 0 9 0,0 0-7 16,0 0 4-16,0 0 3 15,0 0 7-15,0 0-1 16,0 0-3-16,0 0 6 0,-20-3-7 16,20 3-12-16,0 0-5 15,0 0-2-15,0 0-2 16,0 0 3-16,0 0 1 15,0 0 3-15,1 0-3 16,6 0 2-16,3 0 5 0,-1 0 6 16,9 0-1-16,-3 0-3 15,4 0-2-15,3 0-3 16,-1-1-2-16,3 1 0 16,1 0-1-16,1 0-1 15,1 0 0-15,3 0 0 0,0 0 0 16,2 0-1-16,3 0 1 15,3 1-1-15,-2 0 0 16,5-1 1-16,-2 0 1 16,0 0 1-16,0 0 3 0,-1 1-3 15,-1-1 2-15,-1 0 1 16,-1 0-3-16,-1-1-2 16,-1 1 0-16,0 0 0 15,-3 0-1-15,1 0 1 16,-1 1-1-16,2-1 0 15,0 0 0-15,4 0 1 0,0-1-1 16,5 0 1-16,3 0 2 16,5-2 1-16,5 3-1 15,1-3 0-15,2 3-2 16,3-1 0-16,3-1 1 16,3 1-1-16,-4 1 3 0,4-1-2 15,2-1 3-15,1 1 1 16,0-1 0-16,4 1 0 15,-3 0-4-15,-2-1 0 16,-1 2 0-16,-3-1 0 16,-8 1-1-16,-4-2 0 0,-6 2 1 15,-6 0-2-15,-6 0 1 16,-6 0-2-16,-7 0 2 16,-6 0-1-16,-5 0 0 15,-4 0 1-15,-5 0-2 16,-1 0-12-16,0 0-14 0,-5 0-26 15,-5 0-28-15,-1-3-62 16</inkml:trace>
  <inkml:trace contextRef="#ctx0" brushRef="#br0" timeOffset="21285.06">26432 17159 185 0,'1'-4'2'0,"0"-2"12"0,2 2 1 16,-2 1 8-16,-1 3 4 0,0 0-10 15,2 0-15-15,-1 6-1 16,1 5 10-16,-2 9 2 16,3 5 9-16,0 8 3 15,1 10-5-15,-1 8-5 16,1 4-1-16,0 7-7 0,-1-1-3 16,-1-3 0-16,1-6-1 15,-3-9-2-15,0-8 0 16,0-10 0-16,0-7 2 15,0-9 5-15,0-4 1 16,0-5-3-16,0 0 16 0,0-7 24 16,0-7-41-16,0-7-3 15,0-4-2-15,0-4 1 16,0-1-1-16,0 0 0 16,1 2 0-16,6 3-3 15,-2 4 0-15,3 5 2 0,-2 5 1 16,4 5 1-16,1 6-2 15,5 0-1-15,-1 2 2 16,6 9-1-16,1 5 1 16,-2 5-1-16,0 0 0 15,-6-1 1-15,-2 3-1 0,-6-1 1 16,-5-3 0-16,-1 0-1 16,-5-2 0-16,-11 0 1 15,-3-3 0-15,-5 0-1 16,-3 0-1-16,-2-2-5 15,0-4-9-15,2-2 1 0,0-3-1 16,6-3 0-16,4 0-8 16,5 0-18-16,6 0-10 15,2-1-6-15,4-7-20 16</inkml:trace>
  <inkml:trace contextRef="#ctx0" brushRef="#br0" timeOffset="21688.12">26758 17662 297 0,'0'0'6'0,"0"0"11"0,45-24-2 0,-26 15 0 0,-2 2-1 15,0 0 4-15,-3 0-3 16,-1-2-9-16,-2 2-3 0,-2 0-2 15,-4-1 1-15,-3-1-1 16,-2 2 6-16,-1-1 7 16,-11 2-3-16,-3 0-2 15,-5 0 2-15,-1 4-1 16,-2 2 3-16,2 0-3 16,1 2-2-16,5 11-2 0,6 3-3 15,0 5 0-15,7 3-1 16,2 3-2-16,2 0 1 15,14-3-1-15,4 0 1 16,3-2-1-16,6-4 1 16,3-5-1-16,-1-4 1 0,-1-2-1 15,-3-6-17-15,-3-1-23 16,-1 0-5-16,-4-7-27 16,-2-9 3-16,0-8-16 15</inkml:trace>
  <inkml:trace contextRef="#ctx0" brushRef="#br0" timeOffset="22703.12">27225 17430 310 0,'0'0'5'0,"0"0"18"0,0 0-23 15,0 0 7-15,3 60 16 16,6-36 3-16,3 5-8 0,-2 2-10 16,3-1-4-16,-2-2-3 15,-2-4-1-15,-2-4 0 16,0-6 1-16,-4-6-1 16,-2-3 0-16,-1-5 1 15,0 0 2-15,0-4 35 0,0-7-23 16,-5-5-13-16,-4-7-2 15,4-4 1-15,1 0 0 16,2-3-1-16,2 2 1 16,0 2-1-16,4 2 1 15,5 4-1-15,3 6 0 0,4 3 0 16,3 6 0-16,4 5 0 16,1 0-1-16,3 12 1 15,-1 4 0-15,-1 3-1 16,-4 1 1-16,-2 3 0 15,-3-2 0-15,-7 1 0 0,-1-1 0 16,-2-3-1-16,-2-1 2 16,-4-3-2-16,0-2 1 15,0-5 0-15,0-1 1 16,-4-5-1-16,-3-1 2 16,-1 0 1-16,1-7 1 0,-1-7 0 15,1-4 3-15,2-4-3 16,4-1 0-16,1-1-1 15,1-3-1-15,12 4-1 16,0 1 0-16,5 3 0 16,-2 5 0-16,2 1 1 15,3 6 2-15,-3 5-2 0,3 2 0 16,-3 0-1-16,-1 2 0 16,-2 7-1-16,-1 2 1 15,-4-1-1-15,0 1 0 16,-4 2 1-16,0 0-1 0,-2 1 0 15,-1-1 0-15,-1 0 0 16,0 1 0-16,0-1 0 16,0 0 0-16,1-1 0 15,0 0 0-15,1-1 0 16,2-2 0-16,-1-2 0 16,3 0 0-16,-3-5 0 0,6-1 0 15,0-1 0-15,-2 0 1 16,2-6 0-16,-1-3 0 15,-1-2-1-15,-1-1 1 16,-4 0 1-16,-1 0-2 16,1 1 2-16,-4 1 0 0,1 0 5 15,-1 3 5-15,0 2-5 16,0 3-1-16,0 1 5 16,0 1-5-16,0 0-7 15,0 8 1-15,4 2 0 16,2 4 1-16,2 0-1 0,2 2-1 15,2-2 1-15,3-1 1 16,1 0-1-16,0-4-1 16,-1-1 2-16,3-4-2 15,-3-1 0-15,-1-3-21 16,-1 0-9-16,-3-1-14 0,-1-13-40 16,-1-8-46-16,-5-8-73 15</inkml:trace>
  <inkml:trace contextRef="#ctx0" brushRef="#br0" timeOffset="22888.08">27912 17354 351 0,'0'0'2'0,"0"0"16"0,0 0 18 0,0 0-18 15,0 0-13-15,0 0-2 0,0 0-3 16,0 0-2-16,0 0 0 15,0 0-31-15,0 0-31 16,0 0-31-16,0 0-64 16</inkml:trace>
  <inkml:trace contextRef="#ctx0" brushRef="#br0" timeOffset="23641.21">28029 17445 315 0,'0'0'5'0,"0"0"14"0,0 0-21 16,0 0 2-16,18 39 5 15,-14-22 22-15,2 2 6 16,1 2-14-16,-2 3-10 16,2-1-6-16,-4 0-1 0,-1-5-3 15,0-2 3-15,-1-2-2 16,-1-7 0-16,1 0 0 15,-1-1 2-15,0-5-2 16,0-1 1-16,0 0 5 16,0-3 19-16,0-8-17 0,0-4-5 15,0-3-2-15,0-1 2 16,2-3-2-16,2 0 1 16,3 3-1-16,1 1 0 15,0 2 0-15,0 3 3 16,0 2 2-16,1 2 2 15,0 2-5-15,1 4 0 16,-2 3-1-16,1 0-2 0,1 0 1 16,-3 5-1-16,2 3 0 15,-2 2 0-15,0-1 0 16,-1 2 0-16,2 0 0 16,-3 1 0-16,2-1 0 0,-4 0 0 15,1 1 1-15,0-1-2 16,-1-4 1-16,1 2 1 15,-1-5-1-15,-1 2 0 16,0-3 0-16,1-1 0 16,1-2 0-16,2 0 0 0,4 0 1 15,-1 0 0-15,2-5-1 16,4-2 0-16,-2 1 1 16,-2-1-2-16,2-2 1 15,-2 2 1-15,0 0-1 16,-3 1 1-16,-4-1-1 0,-1 2 1 15,-1 0 0-15,-1 3-1 16,0-1 1-16,-1 3 6 16,0-2 5-16,0 2-2 15,0 0-6-15,0 0-2 16,0 0-2-16,0 5 0 0,-1 3 1 16,1 2 0-16,0 1 0 15,0 2-1-15,3-3 0 16,7 4 0-16,0-3 0 15,2 0 1-15,2-2-2 16,-3 0 1-16,2-2-3 0,-6-2-30 16,0-4-26-16,-5-1-93 15,-1-13 47-15</inkml:trace>
  <inkml:trace contextRef="#ctx0" brushRef="#br0" timeOffset="23826.16">28391 17405 450 0,'0'0'-11'0,"0"0"20"0,0 0 5 0,0 0-10 16,0 0-3-16,0 0-2 0,0 0-1 16,0 0-12-16,0 0-24 15,0 0-37-15,0 0-9 16,0 0-66-16</inkml:trace>
  <inkml:trace contextRef="#ctx0" brushRef="#br0" timeOffset="24565.98">28543 17520 368 0,'0'0'3'0,"0"0"-3"0,0 0-3 16,0 0 1-16,0 0 4 16,13 45 9-16,-12-30 6 15,1 0-11-15,0 1-2 0,-1-1-3 16,-1-1 0-16,0-1-1 16,0-3 1-16,0-3 0 15,0-1-1-15,-2-5 2 16,-1-1 1-16,0 0 2 15,0-5-1-15,0-6-3 0,-1-4 1 16,3-2 0-16,1 2 0 16,0-4 0-16,0 3 2 15,5 1 0-15,4 2-1 16,0 6 1-16,3 3 0 16,0 2-2-16,4 2-1 0,-3 3-1 15,3 7 1-15,1 1-1 16,-3 2 0-16,-1 3-1 15,-5-2 1-15,0-1 1 16,-3 0-1-16,-2-2 0 16,-1-2-1-16,1-2 1 0,-3-2 0 15,0 0 1-15,0-3-2 16,0-2 1-16,0 0 2 16,0 0 1-16,0-4 1 15,0-7-3-15,-5-3 0 16,3-1 1-16,1-2 1 0,1 0 3 15,0-1 3-15,2 4-2 16,5-1 3-16,1 6-1 16,2 1-4-16,1 4-3 15,1 3-1-15,0 1-1 16,1 0 0-16,-2 0 0 0,2 5 0 16,-3 3 0-16,1 1 0 15,-2 4 1-15,-2-1-2 16,-1-1 2-16,-1 3-2 15,-1-1 2-15,-1-1-1 16,1 3-1-16,-1-4 2 0,0 1-2 16,0-2 1-16,-1 0 0 15,0-2-10-15,2-4-30 16,0 2-18-16,0-4-28 16,2-2 22-16,5-8-153 15</inkml:trace>
  <inkml:trace contextRef="#ctx0" brushRef="#br0" timeOffset="25077.97">29029 17588 340 0,'0'0'7'0,"0"0"30"0,0 0 9 0,0 0-25 0,0 0-8 16,0 0 6-16,0 0-1 15,0 0-6-15,0 0-10 16,0 0-3-16,0 0 1 0,0 0 1 16,-19-11-2-16,19 24 2 15,-2 2-1-15,2 2 0 16,0 1 0-16,0-2-1 16,0 1 1-16,0 2 0 0,2-5 1 15,3-1-2-15,3-5 1 16,2-1 0-16,1-5 0 15,1-2 1-15,1-2 0 16,-1-9-1-16,1-4 2 16,-1-3-2-16,-3-2 0 15,1-1 0-15,-2 1 0 0,-2 3-1 16,-2 0 2-16,-2 4-1 16,-2 3 0-16,1 3 1 15,-1 4 5-15,0 3 11 16,0 0-11-16,0 3-7 15,2 7 1-15,1 6 0 0,3 1 1 16,4 2-1-16,4-1 0 16,2 2 0-16,5-3 0 15,-1-1 0-15,1-1-1 16,0-5-11-16,-3 0-20 16,-1-6-35-16,-2-4-51 0,-1-5-9 15</inkml:trace>
  <inkml:trace contextRef="#ctx0" brushRef="#br0" timeOffset="25717.72">29423 17565 368 0,'0'0'2'0,"0"0"18"0,0 0-6 16,0 0-14-16,0 0 0 0,0 0 2 15,0 0 6-15,0 0 3 16,-13 40-6-16,17-21-3 16,1-1 0-16,0 1-1 15,1-1-1-15,-3-4 0 16,1-2 1-16,-3-4-1 0,-1-2-1 16,0-3 3-16,0-3-2 15,0 0 5-15,0-3 1 16,0-8-6-16,0-4 2 15,0-1-1-15,0-3-2 16,0-1 2-16,1 0 0 16,4 1 0-16,3 5 3 0,4 1 3 15,-3 5-1-15,3 4-2 16,3 2-2-16,0 2 2 16,1 3-3-16,-1 8 2 15,1 1 0-15,-3 2-1 16,1 2-1-16,-4-1-1 0,-2 0 0 15,1 0 1-15,-6-4-2 16,-1 1 1-16,-2-4 1 16,0-1-1-16,0-4 0 15,0 1 0-15,0-4 0 16,0 0 1-16,0 0 4 0,0-7 1 16,0-5-2-16,0-4 1 15,0-4 1-15,5-3 0 16,8 0 0-16,6-1-4 15,2 3-1-15,-1 4 0 16,2 7-1-16,0 7 2 0,-4 3-1 16,3 6 1-16,-3 11 0 15,0 4 3-15,1 5 1 16,-5 2 1-16,0 1-2 16,-2-3-4-16,-1 1-2 15,2-4 2-15,-1-1-1 0,-1-2-1 16,-1-5-38-16,-2-12-69 15,-2-6-104-15</inkml:trace>
  <inkml:trace contextRef="#ctx0" brushRef="#br0" timeOffset="30907.22">10475 14211 40 0,'0'0'34'0,"0"0"20"0,0 0 20 0,0 0-72 16,0 0-1-16,0 0 11 0,0 0 2 15,0 0-3-15,-2 0 1 16,-3 5-7-16,-1 2 1 16,-6 3-4-16,1 3 1 15,-2 1-2-15,-3 5 0 16,-4-1 1-16,2 1-2 0,-4 2 1 16,-3-1-1-16,0-2 0 15,2 0 1-15,0 0-1 16,2-4 1-16,2 2 0 15,3-3 2-15,5-1 0 16,1-3-1-16,4-1-2 16,2-1 0-16,2-4 0 0,2 0 0 15,0-2 0-15,6-1 2 16,5 0 4-16,7 0 10 16,5-1 0-16,6-2-2 15,6 0-1-15,7 2-3 0,2 1-7 16,2 0-1-16,1 7-1 15,-4 4-1-15,0 2 1 16,-4 0-2-16,-5 1 0 16,-3-2 0-16,-2-3-1 15,-4-3-22-15,-4 0-10 0,-4-5-11 16,-6-1-43-16</inkml:trace>
  <inkml:trace contextRef="#ctx0" brushRef="#br0" timeOffset="31839.4">10402 14414 66 0,'0'0'17'0,"0"0"-1"0,0 0-2 0,0 0 2 16,0 0-5-16,0 0-7 0,0 0 0 15,0 0 15-15,0 0 7 16,0 0-3-16,58 1 5 16,-29-6-6-16,2-3-8 15,7 0-5-15,-1 0-1 16,6 0 0-16,2 1-1 15,7 1 2-15,0 1 3 0,7-1 6 16,1 3-1-16,3 0-6 16,2 2-4-16,7-2-1 15,-1 2 0-15,4-3 2 16,8-1 0-16,2-2 2 0,3 0-4 16,1-2 1-16,3 1 1 15,4-1 3-15,-2 2-5 16,2-1-2-16,0 0 1 15,2 0 1-15,0 0 1 16,-2-2-5-16,1 3 3 0,-1 1-1 16,-4-1-2-16,1 3 0 15,-1 1-1-15,0 1 2 16,-6 2 0-16,-2 0-1 16,-1 0 2-16,-4 0-4 15,0 2 1-15,-6-2 1 0,-1 0-2 16,-3 0 2-16,-2 0-1 15,-4 0 1-15,-5 0-1 16,-2-3 0-16,-4-3 0 16,-6 2 0-16,-4-3-1 15,-3 1 0-15,-7 1 0 16,-4 0 0-16,-4 0 0 0,-5 0-1 16,-6 4 1-16,-2-1-2 15,-8 2 0-15,-3 0-13 16,-2 0-37-16,-14 0-40 15,-8 0-65-15</inkml:trace>
  <inkml:trace contextRef="#ctx0" brushRef="#br0" timeOffset="34027.22">16949 14106 4 0,'61'-3'27'0,"2"0"2"0,5 1-2 0,1-1 0 16,3 1-1-16,5 0-4 16,1 1-2-16,-2 1-2 15,0 0-1-15,-2 0 2 16,-2 0 0-16,1 0-3 16,-1 0-4-16,0 3-3 0,3-2-3 15,3 1-1-15,4-1 0 16,-1-1-1-16,0 0 0 15,-1 1-2-15,3-1-1 16,0 0-1-16,-1 0 0 16,3 2 0-16,0-2 1 0,3 0-2 15,-1 0 2-15,-5 0-1 16,3 1 0-16,1 1 0 16,3 2 1-16,-2-1-1 15,2 1 0-15,3 0 1 16,-1 1-1-16,-3 0 0 15,-2 0 0-15,0 0 0 0,1 0 0 16,-5 0 1-16,3-1 3 16,0 2 8-16,1 1 8 15,-2-1-5-15,-5 2-4 16,0 1-4-16,-2-2-1 0,-5 4-2 16,0-1-3-16,-4 0 2 15,0 0-2-15,-1 0 0 16,-1-1 0-16,2-4 1 15,-3 1 2-15,2-2 1 16,0-2 1-16,2-1-2 0,0-1-1 16,1 0-2-16,-2 0 0 15,1 0 0-15,0 2 0 16,-2-2-1-16,-3 0 0 16,-4 0 1-16,-2 0 2 15,-4 1-2-15,-1-1 0 16,-1 0 0-16,-6 0 1 0,2 0-1 15,-3-1 2-15,2-1 5 16,-1 0 2-16,0 0-4 16,-2 1 0-16,1-1 0 15,-1-1-1-15,-1 2-3 16,-3-1 1-16,-2 0 1 0,0-1 4 16,0-1-2-16,0 1-1 15,-4-2-1-15,1 1 3 16,-5-1-1-16,-1 0 1 15,-4 2-1-15,-5 0 0 16,-3 2-2-16,-6 0-2 0,-4-1-2 16,-3 2 1-16,-3 0-1 15,-1 0 0-15,1 0 1 16,0 0-1-16,-1 0-1 16,2 0 1-16,0 0 1 15,0 0-2-15,-1 0 1 0,1 0-1 16,1 0 1-16,-1 0-6 15,1 2-13-15,-1 0-16 16,-1 0-20-16,1-2-55 16,1 0 22-16,0-9-113 15</inkml:trace>
  <inkml:trace contextRef="#ctx0" brushRef="#br0" timeOffset="34431.21">23025 13995 258 0,'7'0'-3'0,"2"-5"13"0,1 5 2 0,-2 0-6 0,2 5-3 16,1 6 2-16,3 2 1 15,2 1 7-15,4 0 1 16,3 0-6-16,3-1-4 15,-2-1-1-15,-1-1-2 0,1-1 0 16,-1-2-1-16,-7-2 0 16,0 0 0-16,-6-1-4 15,-4 0-22-15,-1-2-7 16,-3-2-23-16,-2-1-66 16</inkml:trace>
  <inkml:trace contextRef="#ctx0" brushRef="#br0" timeOffset="34701.17">23404 14113 122 0,'0'0'26'15,"0"0"29"-15,0 0-14 16,0 0-4-16,0 0-3 0,0 0-14 15,0 0-17-15,0 0 0 16,-26 20 12-16,3-5 8 16,-6 8-6-16,-9 3-3 15,-4 6-9-15,-6 3-3 16,2 3-1-16,-1-1-1 0,3-2-2 16,5-2 0-16,4-6-5 15,5-6-54-15,7-7-5 16,6-5-23-16</inkml:trace>
  <inkml:trace contextRef="#ctx0" brushRef="#br0" timeOffset="35719.24">14584 13388 257 0,'0'0'4'0,"0"0"-1"0,0 0 2 0,-54-13-2 0,33 26-1 15,-4 4 2-15,-2 7 7 16,2 2-3-16,2 7 2 16,2 1-4-16,6 1 0 15,4 5-4-15,8 4 2 16,3 3 4-16,2 4 10 16,12 10 22-16,6 5-16 0,1 8-6 15,1 5 0-15,-2 2-5 16,-4-2-8-16,-5-3 3 15,-9-9 2-15,-2-5-2 16,-7-7 3-16,-15-8 1 16,-5-4 1-16,-4-4-2 0,-8-2-6 15,-2-1-3-15,0-6-2 16,-2-3-1-16,5-6 0 16,3-6-2-16,8-6 1 15,7-9-5-15,11 0-30 16,5-22-72-16,4-13-100 15</inkml:trace>
  <inkml:trace contextRef="#ctx0" brushRef="#br0" timeOffset="44235.35">14831 14475 1 0,'5'-6'5'0,"-1"1"-4"0,-1 0-1 16,-2 2 0-16,0-1-7 0</inkml:trace>
  <inkml:trace contextRef="#ctx0" brushRef="#br0" timeOffset="44595.02">14831 14475 2 0,'-40'-21'8'0,"40"21"2"16,-1 0 5-16,0 0-5 16,1 0 3-16,0 0-10 0,0 0-3 15,0 0 0-15,0-2 0 16,-1 1 0-16,0-2 0 16,1 3 0-16,0-3 1 15,0 1-1-15,0 1 0 16,0-2 19-16,0 3-9 15,0-3-7-15,0 3-2 0,0-2 0 16,2 0 2-16,0 1-3 16,0-1 0-16,2 1 0 15,-1-2 4-15,0 2 4 16,0-2 2-16,2 1-1 0,-3 1-3 16,1-2-2-16,-1 3-3 15,0 0-1-15,0 0 0 16,-2 0-14-16,0 0-80 15</inkml:trace>
  <inkml:trace contextRef="#ctx0" brushRef="#br0" timeOffset="48384.59">14802 13471 135 0,'0'-2'66'0,"-7"2"-17"0,-4 0-34 0,0 0-6 16,-3 9 9-16,1 4 10 15,-3 2 6-15,1 5-9 16,1 4-8-16,1-1 3 15,2 5-5-15,0 1-3 16,2 1-2-16,3 1 0 0,3 2-6 16,1-1 5-16,2 2 15 15,2 2-14-15,5-1-6 16,4-2 1-16,3-2-2 16,1 0-1-16,3-3 2 15,-1-3-1-15,2-4 0 0,3-4-1 16,-1-5 1-16,4-3 0 15,3-5 2-15,1-2 4 16,2-2 1-16,-2 0-5 16,-2 0-3-16,-4 0 0 0,-2 0-1 15,-5-1 0-15,-3-1 0 16,-4 2 0-16,-2 0-1 16,-2 0 0-16,-1 0 1 15,-2 0-1-15,-2 0 0 16,0 0 0-16,0 0 0 15,0 0 1-15,0 0 0 0,0 0 0 16,0 0 0-16,-4 0-1 16,0 0 0-16,0 0 0 15,3 0 0-15,-1 0 0 16,2 1 1-16,-3-1-1 0,3 0 0 16,-2 0 0-16,2 0 0 15,0 0 0-15,0 0 0 16,0 0-1-16,0 0 0 15,0 0-12-15,0 0-36 16,0 0-66-16,0 0-42 16</inkml:trace>
  <inkml:trace contextRef="#ctx0" brushRef="#br0" timeOffset="48977.01">15099 13479 142 0,'0'0'12'0,"0"0"2"0,0 0 11 15,4 44 17-15,0-25-2 0,2 3-7 16,1 1 3-16,3 1-10 16,0 1-10-16,3-3-8 15,-4-2-6-15,3-1 0 16,-2-3-1-16,1-2 0 16,-3-2-1-16,0-1 0 15,-4-2 0-15,1 2-3 0,-3-2-48 16,-2-3-20-16,0-2-32 15</inkml:trace>
  <inkml:trace contextRef="#ctx0" brushRef="#br0" timeOffset="49451.15">14909 13601 133 0,'0'0'24'0,"0"0"29"0,0 0-24 0,0 0 7 15,0 0-7-15,0 0-3 16,20-41-2-16,2 26 0 15,3-4-2-15,4-2-3 0,4-1 0 16,1-2-5-16,1 4-4 16,-4 1-3-16,-5 2-4 15,-2 5-2-15,-5 4 0 16,-4 2-1-16,-5 6 0 0,-2 0-1 16,-5 0-2-16,-2 3-29 15,-1 8-25-15,0-1-30 16,-4 1-35-16</inkml:trace>
  <inkml:trace contextRef="#ctx0" brushRef="#br0" timeOffset="50048.3">15001 13986 97 0,'0'0'60'0,"0"0"-18"0,0 0-5 0,0 0-2 0,0 0 3 16,0 0-3-16,0 0 5 16,0 0-12-16,6-38-6 15,4 35-9-15,3-2 0 0,3-3-2 16,1 1-1-16,6 0-1 15,-2-4-3-15,5-1-2 16,0-3 0-16,3 1-1 16,-1 0 1-16,1-2 2 0,-2 1-1 15,-2 1-2-15,-2 3 2 16,-5 0-2-16,-5 2 1 16,1 3-1-16,-7 1 0 15,-3-1 0-15,-1 3 2 16,-1 0-1-16,1 2 2 15,-1 1-3-15,-2-1-2 0,0 1-1 16,0 0 0-16,2 0 0 16,0 0 0-16,0 0 0 15,0 0-1-15,3 0-8 16,-1 0-23-16,-2 2-24 16,0-2-65-16,-1 0-19 0</inkml:trace>
  <inkml:trace contextRef="#ctx0" brushRef="#br0" timeOffset="50532.83">15349 13285 157 0,'0'0'34'0,"0"0"-10"0,0 0 3 0,39 0 14 0,-24 1-6 15,4 6-9-15,2 3 0 16,1 3-2-16,5 5-9 16,0 6-3-16,1 9-4 15,0 6-6-15,-3 10 0 0,-3 4-2 16,-6 2 1-1,-7 3-1-15,-5-1 0 0,-4-6 0 16,0-4 0-16,-4-6-1 16,-5-4 0-16,-3-7 0 15,3-6-4-15,1-5-51 16,-4-7-46-16,5-9-119 0</inkml:trace>
  <inkml:trace contextRef="#ctx0" brushRef="#br0" timeOffset="51408.66">16038 13429 97 0,'0'0'38'0,"0"0"4"0,0 0-14 0,-41-11-4 0,28 11 6 16,-2 0 4-16,-3 0-11 16,-2 0-7-16,4-2 6 15,-2 7 3-15,1 3-11 0,1 2-5 16,7 3-1-16,0 3-2 16,4 4-2-16,3 1-1 15,2 2-2-15,0 0 0 16,8-2-1-16,4-2 0 0,1-4 1 15,1-4-1-15,1-6 0 16,0-4 0-16,0-1 1 16,0 0-1-16,-3-9 0 15,-1-2 2-15,-5-6-2 16,-1-2 0-16,-1-2 0 0,-4-6 0 16,0-1 0-16,-4-5 1 15,-5-1-2-15,-5 0 1 16,-1-3 0-16,-1 3 0 15,-4 3 0-15,2 1 1 16,0 9-1-16,5 4 0 16,-1 5 1-16,4 5-1 0,5 6 1 15,3 1 1-15,-1 1-1 16,3 13 6-16,0 2 7 16,0 5 2-16,9 0 1 15,5 2-6-15,1 1 2 16,8 2-4-16,-2-2-5 0,7 2-2 15,0-1-1-15,2 1-1 16,-3-2 0-16,0-1 0 16,-4-2-11-16,-2-3-34 15,-5-5-52-15,-5-6-31 16</inkml:trace>
  <inkml:trace contextRef="#ctx0" brushRef="#br0" timeOffset="52374.35">16134 13368 111 0,'0'0'49'0,"0"0"-14"0,0 0-5 0,0 0-1 0,0 0 2 0,-8-41-8 16,8 36-5-16,6 1-8 16,2-2-2-16,1 4-2 15,3 1 0-15,-3 1-2 16,1 0-1-16,0 3-3 0,-1 5 0 16,-2 2 0-16,-1 3 0 15,-1 1 1-15,-1 0-1 16,-3 3 0-16,-1 0 0 15,0-1 0-15,0 0 0 16,-2-2 0-16,-1-4 0 16,-2-2 0-16,1-3 0 0,2-5 0 15,2 0 2-15,0-2-2 16,0-9 1-16,8-4-1 16,2-2 0-16,1-2 0 15,1-3 1-15,0 2-1 16,-1-2 0-16,-4 3 0 15,-2 1 1-15,-5 4 0 0,0 2 21 16,0 2 10-16,-8 5-11 16,0 2 3-16,1 3-3 15,-2 0-7-15,2 0 0 16,3 8-3-16,2 2-2 0,2 0 3 16,0 4 3-16,6 0-3 15,6 1 1-15,5 0-4 16,3 0-6-16,6-1-2 15,5-4-1-15,0-2-1 16,2-8-35-16,1 0-86 0</inkml:trace>
  <inkml:trace contextRef="#ctx0" brushRef="#br0" timeOffset="78436.75">4923 15177 49 0,'0'0'26'0,"0"0"5"0,0 0-30 16,0 0-4-16,0 0 6 15,0 0 10-15,0 0 2 16,0 0 2-16,38 29-2 0,-29-27 1 15,3-1-3-15,1 1-4 16,7-1-3-16,3-1-2 16,8 1-2-16,4 1-2 15,8-1 1-15,4 2 2 16,4-2 2-16,9 2 5 16,3-1-2-16,9-1 0 0,3-1-1 15,2 0 2-15,3 0 0 16,-1 0 0-16,-2 0 2 15,2-1-10-15,-6 1 4 16,-2 0 61-16,-3 1-44 16,-3-1-17-16,-4 0 0 0,-1 2-3 15,-4-1 1-15,-1-1 4 16,1 0 7-16,0-3-7 16,-4 3 4-16,-1 0 1 15,2 0-3-15,-1 0-2 16,-1 10 1-16,-1 3 0 0,-1 3 2 15,-5 3 3-15,-6 1-9 16,1 3 0-16,-6-3-1 16,-2-4-2-16,-1-2 0 15,-2-4 0-15,-5-3-4 16,-1-3-4-16,-9-4-17 0,-1 0-34 16,-10-3-28-16,-2-8-10 15,-19 4-57-15</inkml:trace>
  <inkml:trace contextRef="#ctx0" brushRef="#br0" timeOffset="79104.68">5040 14986 96 0,'0'0'-23'0,"0"0"24"0,0 0-5 0,-43 18 3 16,38-18 6-16,1 0-8 16,2 0 5-16,-2-4 32 15,-1-3 33-15,0 0-46 16,3 1-4-16,0-1-3 16,2-1-8-16,0 2 0 0,7 3-3 15,4 2 7-15,4 1 14 16,4 0-10-16,5 0-5 15,3 4-1-15,6 0 1 16,10-1 2-16,6 0 7 16,7-3 3-16,7 2-2 0,12-2-7 15,6-2-6-15,1-5-4 16,8-3 1-16,1-3-3 16,3-1 1-16,0-2-8 15,-2 1 15-15,1 1-8 16,1 0 1-16,2 8 0 15,-6 6 4-15,-1 0 16 0,-3 6-14 16,-6 8-2-16,-6-2 0 16,-9 1 3-16,-5-7-8 15,-4-5 2-15,-5-1-1 16,-2 1-1-16,-3-6 1 0,-4-5 1 16,-3 0-4-16,-2-1 3 15,-6-3-2-15,-5-1-13 16,-1-2-11-16,-5-3-39 15,-6-1-35-15,-5 1-90 16,-9-2 114-16</inkml:trace>
  <inkml:trace contextRef="#ctx0" brushRef="#br0" timeOffset="143718.78">15111 14905 34 0,'0'0'22'0,"0"0"-16"0,0 0 9 0,11-40-1 15,-9 32 6-15,-2 1 4 16,0-2 6-16,2 2-8 16,-2 2 3-16,0 0 2 15,2 2 1-15,-2 2 2 16,0 1-18-16,0 0-6 16,0 6-8-16,-4 6 4 0,-3 4 2 15,-3 5 1-15,0 2 4 16,-3 6 5-16,-1 2 0 15,1 0-1-15,-6 3-4 16,3 0 0-16,-3 0-4 16,-3-2-1-16,2 0-1 15,-3-4 0-15,1-2-1 0,0 1 0 16,-2-4-1-16,-1-1 1 16,2-2-1-16,-2 0 1 15,2-3-2-15,0-1 1 16,2-2 0-16,0-4 0 0,3-4 0 15,4-2 1-15,-2-4 0 16,5 0-1-16,-1-6 2 16,6-8-1-16,4-6 0 15,2-3-1-15,-2-5 4 16,10-3-6-16,6 2 1 0,-1 0 1 16,1 2-1-16,0 4 0 15,-2 6-1-15,0 4 1 16,-1 6-1-16,1 6 1 15,3 1 4-15,1 1 1 16,3 9 2-16,6 6 7 0,2 5 3 16,2 2-6-16,0 2 0 15,3 4-6-15,1-1-3 16,-6-1-2-16,0-3 2 16,-3-3-1-16,-3-2 2 15,-3-1 1-15,-1-1-3 0,-3-1-13 16,-5-2-31-16,-1-5-33 15,-5-8-138-15</inkml:trace>
  <inkml:trace contextRef="#ctx0" brushRef="#br0" timeOffset="144765.13">20729 15093 100 0,'0'0'34'0,"0"0"-26"0,0 0 24 16,0 0 5-16,0 0-8 15,0 0-5-15,0 0-19 16,0 0-4-16,0 0 7 0,0 0 8 15,0 25 6-15,0 1 2 16,-2 5-7-16,0 5 0 16,-1 5 2-16,1 7-4 15,-1 6-5-15,-2 3 1 16,-5 2-6-16,1 1-1 0,-1-2 0 16,-2-4-2-16,1-4 0 15,-2-6-1-15,4-6 0 16,4-6 1-16,1-5-1 15,0-6 2-15,3-3-2 16,0-6-5-16,1-4-21 0,0-5-24 16,0-3-40-16,0-7 20 15,0-12-114-15</inkml:trace>
  <inkml:trace contextRef="#ctx0" brushRef="#br0" timeOffset="145548.7">20702 15270 99 0,'0'0'4'0,"0"0"26"0,0 0 3 0,0-47-7 15,0 36-7-15,0-1-2 16,0 0 3-16,1-1-7 15,3 0-4-15,3 0-1 16,4 0 0-16,-1-2-2 16,6 1-1-16,5-2-3 0,5-1 5 15,4 2-2-15,5 0 0 16,2 4 0-16,1 4 0 16,-3 1 1-16,-4 6-4 15,-6 0-1-15,-7 9 0 16,-5 7 0-16,-9 3-1 15,-4 4 2-15,-3 1 0 16,-14 2 1-16,-6-1 1 0,-5 0-2 16,-5-1 1-16,-3-2-2 15,2 2 2-15,0-4 0 16,4-2 0-16,5-4-2 16,7-3 0-16,4-4 0 0,6-3 0 15,8-4 0-15,1 0 2 16,16-4 0-16,6-7-3 15,8-1 0-15,7-3 0 16,4 2 1-16,1 0-2 16,1 4 1-16,-8 4 0 15,-1 3-2-15,-8 2 1 0,-7 3 1 16,-5 10-1-16,-5 5 0 16,-9 5 0-16,-1 0 2 15,-6 8 4-15,-9-1 3 16,-5 4 4-16,-4-2 0 15,-2 0-5-15,-5-5-3 0,-2-3 0 16,-5-4-1-16,0-2-1 16,-2-2 1-16,2-3-2 15,1-6 2-15,6-2-1 16,4-3-3-16,3-2-25 16,3-13-74-16,7-24-162 0</inkml:trace>
  <inkml:trace contextRef="#ctx0" brushRef="#br0" timeOffset="151993.04">25346 12464 166 0,'0'0'37'0,"0"0"-27"0,0 0 6 15,0 0-7-15,0 0-5 16,0 0 2-16,0 0 10 16,0 0-3-16,0 0-9 15,0 0-4-15,0 0-1 16,0 0 0-16,0 0 2 16,0 5 24-16,-1 4-5 0,-3 0-9 15,-1 4-1-15,-3-1-6 16,2 5 5-16,-4-2-3 15,0 3-4-15,-2 0 1 16,-2 2-2-16,-1 1 0 16,-2 1 1-16,-1 0-2 0,-4 0 0 15,-1-1 1-15,-1 0-1 16,-3-2 1-16,-2-1-1 16,2 0 1-16,0-2-1 15,0 0 1-15,1-3-1 16,0-5 0-16,3-1 1 0,2-1 0 15,2-2-1-15,2-4 1 16,3 0-1-16,2 0 0 16,3 0-3-16,1 0-6 15,0 0-3-15,2-1 3 16,1-6 2-16,0-2 1 0,2-3 2 16,1-3 0-16,1-2 2 15,1 1 2-15,0-2-1 16,0 1 1-16,5 3 0 15,3 0 0-15,-1 4 0 16,3 0 0-16,0 3 0 16,-1 2-1-16,3 1 2 0,0 3-1 15,1-1 0-15,0 2 1 16,-1 0 1-16,2 0 1 16,0 2 0-16,2 3-1 15,0 0 2-15,3 2-1 16,-3 1 1-16,4 2 0 0,2 2 0 15,-4 1-1-15,4 2 1 16,-3 2-1-16,-2 0-1 16,1 2 0-16,-3-1-1 15,-1 1 0-15,-3-4 1 16,-2-1 1-16,2-1-1 0,-2-3 0 16,-2-3 0-16,2-1-1 15,2-2-1-15,-4-1 1 16,4-3-1-16,0 0-26 15,-2-4-70-15,2-11-83 16</inkml:trace>
  <inkml:trace contextRef="#ctx0" brushRef="#br0" timeOffset="152378.67">25754 12632 223 0,'0'0'2'0,"0"0"13"0,0 0-10 15,0 0 8-15,0 0 23 16,45-8-5-16,-29 7-9 16,3-1-10-16,-1-2-7 15,4 4-2-15,-1-1-1 0,1 1-2 16,-6 0 1-16,0 0-1 15,-4 0-14-15,-3 1-50 16,-4 5-20-16,-5-2-89 16</inkml:trace>
  <inkml:trace contextRef="#ctx0" brushRef="#br0" timeOffset="152558.16">25789 12752 250 0,'0'0'43'16,"0"0"-37"-16,0 0 5 0,43 1 11 16,-20-1-7-16,1 0-10 15,2 0-3-15,0 0-2 16,-2 0 1-16,-1 0-15 16,-1 0-45-16,-2-1-19 0,1-10-105 15</inkml:trace>
  <inkml:trace contextRef="#ctx0" brushRef="#br0" timeOffset="152932.23">26374 12410 320 0,'0'0'-5'16,"0"0"12"-16,0 0-4 15,0 0 6-15,30 42 18 16,-20-16 4-16,-2 4-6 0,-1 5-8 16,-1 6-1-16,1 7-4 15,-4 4-7-15,-2 3-3 16,-1 3 0-16,0-1-1 15,0-1 0-15,0-4-1 16,-5-5 0-16,1-6 0 0,0-7-1 16,1-6 0-16,2-6 0 15,0-5 1-15,1-7-5 16,0-3-16-16,0-4-23 16,0-3-34-16,-1 0 10 15,1-10-76-15</inkml:trace>
  <inkml:trace contextRef="#ctx0" brushRef="#br0" timeOffset="153658.64">26444 12565 174 0,'0'0'11'0,"0"0"10"0,0 0 4 0,0 0-6 0,1-37-10 16,1 31-1-16,2 0-1 16,-1-1-2-16,1 3-1 15,4 0-3-15,4-1 0 0,-1 0 0 16,5 2 1-16,0-1 2 16,3 2 5-16,1 0-2 15,-1 2 2-15,-1 0-3 16,-2 0-2-16,-2 4-1 15,-3 3-2-15,-4 2-1 16,-4 1 1-16,-3 1-2 0,0 0 1 16,-5 0 0-16,-8 1 0 15,-1-5 0-15,-4 4 0 16,-1-1-1-16,2-3 1 16,-1 0 0-16,2 0-3 15,4-2 1-15,4-2 1 0,5 1 0 16,3-1 1-16,0-1-2 15,3-1 0-15,9 0 3 16,5 0-1-16,0-1 1 16,5 3-1-16,-2-2 0 0,1 1 0 15,-1 2 0-15,-3 3 0 16,-1 0 0-16,-5 4 0 16,-2 1 1-16,-4 1-1 15,-1 1 1-15,-4 0 1 16,0 2 4-16,0-2 3 15,-9-1 1-15,-4-1-4 0,-2-2-3 16,-4-2 3-16,-7-1-2 16,-1-3-2-16,-5-3-3 15,0-1-21-15,0-3-58 16</inkml:trace>
  <inkml:trace contextRef="#ctx0" brushRef="#br0" timeOffset="154632.85">25246 13291 196 0,'0'0'20'0,"0"0"15"0,0 0-8 15,0 0-4-15,0 0-20 16,0 0-2-16,0 0 14 15,0 0 7-15,-1 42 1 16,-4-18-5-16,-3 2-1 0,0 5-3 16,-1 0-7-16,-5 2-3 15,-1 1 0-15,-4 0-3 16,-1-3 2-16,-5-1-1 16,-2-5 4-16,-2-2 3 0,-3-4 3 15,-1-4-6-15,0-2 0 16,1-2-2-16,1-2-1 15,4-5-2-15,4-1 0 16,2-3 0-16,5 0 0 16,2 0 0-16,4-4 0 15,4-7 0-15,2-3-1 0,4-6 1 16,0 1-1-16,0-5 0 16,8 1 0-16,1 2 0 15,-2 1 0-15,0 4-1 16,0 2 1-16,0 3 0 15,1 4 0-15,1 1 0 0,0 3 0 16,4 3 0-16,1 0 1 16,1 4-1-16,2 8-1 15,5 2 1-15,-4 4 0 16,6 3 0-16,-1 2 0 16,3-1 0-16,-1 6 0 0,1-2 0 15,-1 1 0-15,-5-3-1 16,0 0 0-16,-6-4 0 15,-1-3-30-15,-3-6-13 16,-2-3-29-16,-3-7-12 16,1-1-84-16</inkml:trace>
  <inkml:trace contextRef="#ctx0" brushRef="#br0" timeOffset="155560.32">25490 13404 88 0,'1'-9'31'0,"0"1"27"0,1 1-20 15,1 4-8-15,3 0-9 0,1 3-5 16,5 1-9-16,3-1-1 16,7 5 5-16,1 3 5 15,6 1 4-15,2 1 1 16,3-2-7-16,1 1-9 15,0-1-2-15,-2-2-2 0,-4-2 0 16,-3 0 1-16,-8-2-2 16,-4 0 1-16,-4-1-1 15,-5 0 1-15,-3 2 0 16,-2 1 0-16,0 5 0 16,-9 1 3-16,-6 5 11 0,-5 4-1 15,-1 6 2-15,-5 2-4 16,1-1-5-16,0 0-4 15,0-1 0-15,1-4-2 16,2-3 0-16,1-3-1 16,2-5 1-16,3-1-1 0,3-4 0 15,2 0-1-15,6-1-1 16,-2-3-27-16,3 0-20 16,4-1-22-16,0 0 1 15,0-1-54-15</inkml:trace>
  <inkml:trace contextRef="#ctx0" brushRef="#br0" timeOffset="155915.84">26216 13380 283 0,'0'0'9'0,"0"0"53"0,0 0-48 0,0 0-8 15,0 0 33-15,27 68 0 16,-16-31-6-16,4 8-10 16,2 5-15-16,-4 2-3 15,-2 3-2-15,-1-2-1 16,-2-3-2-16,-4-1 0 0,-3-5 0 15,-1-6 0-15,0-4-1 16,-1-7 0-16,-5-7 0 16,-2-6-9-16,0-4-23 15,-1-6-21-15,-3-4-39 16,0-4-17-16</inkml:trace>
  <inkml:trace contextRef="#ctx0" brushRef="#br0" timeOffset="156519.34">26266 13480 184 0,'0'0'4'0,"0"0"43"16,-2-38-18-16,2 26-3 16,2 0-1-16,7 1-5 15,5-1-9-15,1 1-3 0,4 4-3 16,2-2-4-16,0 3 0 16,0 3 1-16,-1 1-2 15,-1 2 0-15,-1 0 0 16,-4 4 0-16,-2 6 0 15,-1-1 0-15,-8 6 0 0,-3 1 0 16,0-2 0-16,-3 3 0 16,-11-2 0-16,1-1-2 15,-3-3 1-15,-2-1 1 16,1-2-1-16,2-3 1 16,2-2-2-16,4-2 2 15,3-1 0-15,4 0 0 0,2 0 2 16,2 0-1-16,11 0-1 15,6 0 0-15,4 0 0 16,6 0 0-16,1 0 0 16,2 3 0-16,0 7 0 15,-3-2 0-15,-3 5 0 0,-4-1 1 16,-4 2 1-16,-5 0-1 16,-8-2 6-16,-3 1 1 15,-2 0-4-15,-7-1 0 16,-10 0 2-16,-8-2-1 0,-9 0-2 15,-6 0-3-15,-4-3 0 16,-4 2-1-16,-5-2-3 16,-2-4-67-16,0-3-55 15</inkml:trace>
  <inkml:trace contextRef="#ctx0" brushRef="#br0" timeOffset="157388.57">25229 14198 204 0,'0'0'11'0,"0"0"68"0,0 0-33 16,0 0-41-16,0 0-2 16,-3 43 1-16,-3-13 5 15,-1 6 2-15,-4 7 3 16,-4 5 1-16,-4 2-7 15,-4 2-3-15,0 0-3 16,-6 3-1-16,-3-4 0 0,-3-1 0 16,0-4 0-16,-3-10-1 15,1-5 0-15,-1-11 1 16,4-7 1-16,3-9-1 16,1-4 0-16,6-4 0 0,6-13 2 15,7-6-3-15,7-9 1 16,4-4-1-16,2-4 0 15,9 2 0-15,7 3 0 16,-1 6 0-16,1 8 0 16,3 4 0-16,-3 8 0 0,2 5 0 15,1 4 0-15,-1 0 0 16,4 11 0-16,1 8-1 16,1 3 1-16,-2 7 0 15,3 6 0-15,-4 4 0 16,1 0 0-16,-1 1 0 15,-4-1 0-15,4-4 0 0,-6-4 0 16,-1-5 0-16,0-6-25 16,-4-8-22-16,-2-7-71 15,-5-5-26-15</inkml:trace>
  <inkml:trace contextRef="#ctx0" brushRef="#br0" timeOffset="157922.11">25826 14400 219 0,'0'0'7'0,"0"0"3"0,0 0 10 0,0 0-8 0,0 0 6 16,-48 32 1-16,25-13-1 15,-2 1-4-15,-3 2-6 16,-6 1-4-16,-3 1-1 15,-1-1-2-15,0-3 0 16,2-2 0-16,5-4 1 16,6-4 4-16,9-2 2 0,4-4 0 15,9-2-4-15,3-1-3 16,5 0 4-16,17-1 2 16,3 3 3-16,11 1-1 15,7 3 3-15,7 2-1 16,1 3-1-16,1 1-4 0,0 2-4 15,-6 0-1-15,-4-2 0 16,-7-2-1-16,-7-2 2 16,-6-4-5-16,-5-3-15 15,-4-2-27-15,-2 0-40 16,-4-14-63-16</inkml:trace>
  <inkml:trace contextRef="#ctx0" brushRef="#br0" timeOffset="158312.97">26312 14400 264 0,'0'0'2'0,"0"0"-2"0,0 51 4 16,-2-16 20-16,-2 8 13 15,1 5-3-15,1 7-3 16,2 0-7-16,0-1-11 0,0-5-9 16,3-3-2-16,3-7-2 15,2-5 2-15,0-7-2 16,-3-4 1-16,0-6-1 16,0-2-5-16,-5-4-36 15,0-6-19-15,0-3-70 0</inkml:trace>
  <inkml:trace contextRef="#ctx0" brushRef="#br0" timeOffset="158983.13">26243 14459 171 0,'0'0'12'0,"0"0"6"16,0 0 19-16,6-39-11 15,-3 30-6-15,5 0 3 16,-2 0-6-16,3 0-4 16,2 0 0-16,-2-1-3 0,2 3-6 15,1 2-1-15,1 2 0 16,0 3-2-16,3 0 2 16,-2 0 0-16,2 10-1 15,-2 1-1-15,-2 5 0 16,-2-1-1-16,-4 2 1 0,-3 0-1 15,-3-2 0-15,0 0-1 16,-4-2 0-16,-7 1-1 16,-5-4 0-16,2 0 0 15,-2-3 0-15,2 0 1 16,2-3 1-16,3-2 0 0,4-1 0 16,4 1 0-16,1-1 0 15,2 2-2-15,12 1 2 16,5 2 1-16,2 4-2 15,3 2 2-15,0 3-1 16,-1 5 0-16,-2 3 0 16,-4 1 0-16,-4 1 0 0,-4 0 0 15,-5-3 0-15,-3-2 0 16,-1-4 0-16,-2-5 5 16,-10-4 13-16,-5-3 6 15,-4-1-5-15,-4-3-6 16,-1-1-9-16,-1 1-3 15,-2-7-1-15,5-7-12 0,8-8-65 16,8-8-181-16</inkml:trace>
  <inkml:trace contextRef="#ctx0" brushRef="#br0" timeOffset="159688.82">24170 12489 8 0,'0'2'0'0,"0"-2"-5"0</inkml:trace>
  <inkml:trace contextRef="#ctx0" brushRef="#br0" timeOffset="160358.2">24167 12604 3 0,'0'0'13'16,"-9"60"0"-16,4-19-2 16,3 13-1-16,-3 7-3 15,4 12-1-15,1 13 4 16,0 8 57-16,-2 11-2 0,-1 12 1 15,-3 6-20-15,-4 9-31 16,-1 0-6-16,-2 4-2 16,0-2-1-16,2-3 0 15,4-5-2-15,1-6-2 16,3-8-1-16,2-5-1 0,1-7 1 16,-2-9-1-16,0-6 0 15,-4-4 0-15,3-7 1 16,-3-8-1-16,2-4 0 15,3-8 1-15,1-9 3 16,0-8 3-16,3-7-1 0,3-7-2 16,1-6-2-16,1-6 1 15,2-5 3-15,-1-3 7 16,1-3 1-16,3 0-7 16,0 0 0-16,0 0-3 15,4 0-2-15,0 0 0 0,2 1-2 16,0 2 0-16,5 1 1 15,-2 0-1-15,7 2 0 16,2 0 0-16,5-1 1 16,5-1-1-16,5 2 1 15,3 0 3-15,10-2 1 0,6-2-2 16,10 1 2-16,11-3 5 16,9 0 0-16,7 1 3 15,5-1 0-15,2 0-2 16,3 3-6-16,2 1-3 15,2 0-1-15,-1 1 0 16,4-5 0-16,-2 0 0 0,2 0 0 16,-2-10-1-16,1-3 0 15,-1-3 1-15,-2 1 0 16,-5-4 0-16,-10 4-1 16,-8 0 1-16,-11 1 0 0,-10 4-1 15,-11 2 0-15,-9-2 0 16,-8 1-5-16,-12 1-15 15,-11-4-26-15,-9-5-43 16,-11-9-141-16</inkml:trace>
  <inkml:trace contextRef="#ctx0" brushRef="#br0" timeOffset="161309.31">24057 12737 9 0,'-2'1'16'0,"2"0"-2"0,0-1-6 0,0 0 40 15,0 2-11-15,0-2-8 16,0 0-1-16,0 0 1 16,0 0-2-16,0 0 6 15,0 0-7-15,0 0 8 0,0 0-19 16,0-7-9-16,0 1-4 15,0-5 0-15,-2-1-1 16,1-3 0-16,0-2-11 16,1-3-7-16,0-3-6 0,0-4 0 15,0-3-5-15,2-4-12 16,4-4-6-16,-3-4-35 16</inkml:trace>
  <inkml:trace contextRef="#ctx0" brushRef="#br0" timeOffset="161886.44">26536 11937 4 0,'45'4'16'0,"-1"-1"-2"0,-6-3-6 16,-1 4 2-16,-4-4 2 0,0 3 0 15,-3-2-4-15,-1 1 2 16,0-1-4-16,1-1 1 16,-2 2-1-16,1-2-2 15,-1 1 2-15,-2 0 0 0,-4 0-1 16,0 1-2-16,-4 0 2 15,-5 1 0-15,-6 1 0 16,1 0 1-16,-6 3-2 16,-2 2-1-16,0-4-3 15,0-3-4-15</inkml:trace>
  <inkml:trace contextRef="#ctx0" brushRef="#br0" timeOffset="163453.99">24116 12904 179 0,'0'0'1'0,"0"0"3"16,0 0-1-16,0 0 1 0,0 0 3 16,0 0 11-16,0 0 8 15,0 0-4-15,0 0-5 16,0 0-7-16,0 0-3 15,0 0 3-15,-23-30 0 16,21 25-6-16,-1 0 1 0,1-2 1 16,0 1-1-16,0-2 3 15,1-2 6-15,1-1 2 16,0-2-2-16,0-3-5 16,0-2 0-16,5-2 1 15,-2-3-4-15,3-4-1 16,0-3-1-16,0-2-1 0,0-5-2 15,0-7-1-15,1-2 1 16,1-5-1-16,0-3 0 16,-3-4 0-16,1 1 1 15,-4 3-1-15,0 3 0 16,-2 3 0-16,0 4 0 0,0 4 0 16,-1 4 0-16,-2 5 0 15,-3 6 0-15,2 2 2 16,3 7-2-16,-1 3 0 15,0 2 0-15,0 4 0 0,1 1 0 16,0-1 0-16,1 3-2 16,0 0 0-16,0-1 0 15,0 1 0-15,0 1 0 16,0 0-2-16,0 2 2 16,0 1-2-16,0 0 2 0,0 0-1 15,0 0-9-15,6 0 9 16,5 0 2-16,-3 4-1 15,6 1 0-15,0-3 0 16,4 0 0-16,2-1 2 16,4-1 1-16,5 0-1 15,3 0 1-15,9 0 1 0,9-4-1 16,8-2 0-16,15-4 1 16,12-1 1-16,15 1 2 15,9-1-1-15,7 1 1 16,6 0 1-16,0 1-3 15,1 2 0-15,-4 0-1 0,0 2-2 16,-4-1 1-16,-3 0 0 16,-7 3 0-16,-6 1-1 15,-8 0 1-15,-8 2-2 16,-9 2 2-16,-8-2-1 16,-10 5 0-16,-7 1 0 0,-9 2 0 15,-5-2 0-15,-7 1 0 16,-3-2 0-16,-1 0 0 15,-5-1 0-15,2 0 0 16,-2-1 0-16,3-2 0 16,0-1 0-16,4 0 0 0,3 0 0 15,3 0 0-15,0 0 0 16,3 0 0-16,2 0 0 16,0-1 0-16,1 1 0 15,-3-1 0-15,1 1 0 16,-2-2 0-16,2 1 0 0,-5 1 0 15,-3 0 0-15,-3 0 0 16,-2 0 0-16,-7 0 0 16,-5 0 0-16,-6 0 0 15,-3 4-1-15,-2 0 1 16,0 0-3-16,-11 1-3 0,-6 2-41 16,0-4-34-16,-2-3-23 15</inkml:trace>
  <inkml:trace contextRef="#ctx0" brushRef="#br0" timeOffset="165216.34">27198 11887 64 0,'-1'-3'7'0,"0"2"3"0,1-2-1 15,-1 3 1-15,1 0 0 16,0 0-4-16,0 0 1 15,0 0 4-15,0 0-6 0,0 0-4 16,0 0 6-16,0 7 5 16,0 3 0-16,0 4-4 15,0 3 0-15,-2 6 3 16,0 8-3-16,-1 1 9 0,0 6-3 16,0 3 0-16,3 3-6 15,-2 4 1-15,2 3-3 16,0 6-1-16,0 4 0 15,0 2 3-15,0 5-1 16,0 0-2-16,2 3-1 0,-1-1-2 16,0 2 0-16,-1-2 2 15,0 1-2-15,0-3 0 16,0-1 0-16,-1-3 0 16,0-2 1-16,1-2 1 15,0-3-1-15,-2-3 0 0,2-3 0 16,0 0 2-16,0-3-1 15,0 0 0-15,0-2-2 16,0-2 0-16,3 0 1 16,2-4 0-16,0-3-1 15,0 2 1-15,-1-2-2 16,2 0 1-16,-3 0-1 0,-1-3 1 16,-1 2-1-16,-1-4 1 15,0 0-1-15,0-3 0 16,0 0 1-16,-4-1 1 15,2-1 3-15,-3 0 0 16,2 2-1-16,0-1 3 0,1-1-3 16,0 0 1-16,-2 0 1 15,2 0 0-15,-1 1 2 16,1 0-3-16,-3 0-4 16,2 2-1-16,0-1 1 15,1 3-2-15,-1-1 0 0,1-1 0 16,0 1 0-16,1-1 1 15,0 0-1-15,1-3 0 16,-1 1 1-16,1-2-1 16,-1-2 0-16,1-3 0 15,-2 0 1-15,0-3-1 0,1-3 0 16,1-2 0-16,-3-2 0 16,2 2 1-16,1-6-1 15,0 3 0-15,0 1 0 16,0 0 0-16,0 1 0 15,0 1 0-15,0 1 0 0,-2 0 0 16,2 1 0-16,0 1-1 16,0-4 2-16,0 5-1 15,0-3-1-15,0 1 1 16,-1 0 0-16,-1-1 0 16,-3 2 0-16,-1-2 0 0,-1 1-1 15,-1-1 1-15,0 0 0 16,0-1 0-16,0-1 0 15,2-2 0-15,1-3 0 16,1 0 0-16,2-1 0 16,1-2 0-16,0-1 0 0,1 0 0 15,0 0-1-15,0-2 2 16,0 2-2-16,0-1 1 16,0-1 0-16,0 3 0 15,0-4 1-15,0 3-2 16,0-2 1-16,0 1 0 0,0-1-1 15,0-1 0-15,0 2-2 16,0-2 1-16,0 0 0 16,0 0 1-16,0 2 0 15,0-2 1-15,0 0 0 16,0 0-1-16,0 0 2 16,0 0-1-16,0 0-1 0,0 0 2 15,0 0-2-15,0 0-13 16,0 0-37-16,0 0-30 15,0-2-32-15</inkml:trace>
  <inkml:trace contextRef="#ctx0" brushRef="#br0" timeOffset="178624.98">26730 14381 7 0,'0'0'196'0,"0"0"-189"0,-12-44 22 15,6 27-3-15,1 3-12 16,-1-3-5-16,0 1 0 0,-2 1 5 16,-3 0 2-16,1 1-3 15,-5 3 0-15,-3-2-3 16,-3 3-2-16,-4 2-1 16,-6 0-5-16,-3 1 0 15,-5 3 0-15,-3-3-2 0,-4 1 1 16,-5 1 0-16,-1 0 0 15,-3 0 1-15,1 2 1 16,0 0 1-16,3 3-1 16,-3 0 0-16,2 0 1 15,0 0-2-15,-2 0-1 16,0-1 0-16,-1 2 0 0,3 1 0 16,-3 2 1-16,2-1-1 15,-1 1 0-15,1 0 0 16,0 2-1-16,1 1 1 15,5-2-1-15,-2 1 0 16,3 1 0-16,0 0 0 0,-2-1 1 16,3 4-2-16,-2-2 1 15,0 1 0-15,4 1 1 16,-2 0-1-16,0 1 0 16,1 2 0-16,2 0 0 15,1 1 0-15,1 0 0 0,4 1 1 16,1 0-1-16,6 1 0 15,2 1 1-15,2-1-1 16,2 0 0-16,4 2 2 16,3-2-2-16,-2 2 1 15,0 0-1-15,2 1 0 0,-1 0 0 16,1 4-1-16,-5-1 2 16,2 0-1-16,3 5 0 15,-2-4 0-15,4 1 0 16,-1 1 0-16,6 0 0 15,-1-1 0-15,3 1 0 16,3-3 1-16,4-1-1 0,0 0 1 16,3-2 0-16,9-2 1 15,3-1 0-15,7 2 2 16,3-1 3-16,2 0 1 16,2 1-1-16,3 0-2 0,5 1-2 15,-1-1-1-15,7 1 0 16,1 0-1-16,1-1 0 15,6-1 0-15,3 0-1 16,2-4 1-16,-1 0 0 16,4-4 1-16,5 0 2 15,0-2-1-15,0-2-1 0,1-1 0 16,-3-1 1-16,3-2-1 16,-6-1 1-16,3 2-1 15,-3-2 1-15,-1 0 1 16,-3-6 0-16,1 1-1 15,-2-4 0-15,-3 0 0 0,-1-1 0 16,-1 2 2-16,-4-1-1 16,1-1-2-16,-4 2-1 15,-4-1 1-15,0 2 0 16,-2 0-1-16,2 0-1 0,-4 0 2 16,3 1-1-16,-2-1 1 15,2 0 0-15,-1 1-1 16,-1 0 1-16,-1 0 0 15,-1 0-1-15,-1 0-1 16,-1-4 1-16,-1 3 0 16,1-3-1-16,-2 2 1 0,-2-1 0 15,0-1-1-15,-2 0 1 16,-2 0 0-16,-4 0 1 16,0-1-1-16,-1 1 1 15,-2-3-1-15,-2 2 2 16,0-2-1-16,-1 0 0 0,2-2-1 15,-4 1 1-15,2-1-1 16,1 0 1-16,-1-2-1 16,-1 0 1-16,1-2-1 15,-3-2 1-15,0-1 1 16,-5-3 0-16,-3-5 2 0,-2-1-1 16,-4-2-2-16,-15-4 0 15,-10 0 0-15,-14-1-1 16,-14 1 0-16,-16 5-2 15,-13 4-1-15,-14 6-1 16,-11 10 0-16,-7 7-13 0,-7-1-55 16,-3-3-155-16</inkml:trace>
  <inkml:trace contextRef="#ctx0" brushRef="#br0" timeOffset="185451.03">16999 17732 85 0,'0'0'133'0,"0"0"-63"0,-6 0-50 16,3 0 23-16,-1-2 0 16,1 2-7-16,0 0-15 0,2 0-5 15,0 0-2-15,1 0-7 16,0 0-2-16,0 0 1 16,11 0 9-16,3 0 7 15,9 0-10-15,6-4-5 16,7-2 1-16,6-3-5 0,5 1 1 15,-2-2-1-15,2 4 0 16,-5-1-2-16,-4 3-1 16,-2 0 0-16,-7 0 0 15,-5 1 0-15,-3 0 0 16,-3 2-2-16,-7-1-4 0,-4 1-10 16,-3-1-11-16,0 2-13 15,-4 0-27-15,0 0-19 16,0 0-46-16</inkml:trace>
  <inkml:trace contextRef="#ctx0" brushRef="#br0" timeOffset="186095.87">17808 17568 331 0,'0'0'0'0,"0"0"15"0,0 0-8 0,0 0 3 0,0 0 4 15,10 58 12-15,1-28-2 16,1 10-8-16,2 7-2 15,-1 5-9-15,1 2-3 16,0 2-1-16,1-6 0 16,-2-7 0-16,0-10 1 15,-3-9 0-15,-3-9 1 0,-1-6 10 16,-1-9-2-16,-2 0 9 16,0-3 1-16,0-12-13 15,-3-2-5-15,0-3-1 16,0-3-1-16,0-5-1 15,0-5 0-15,-5-1 0 0,3-3 0 16,0-2 0-16,-1 0 0 16,3 6-1-16,-2 1 1 15,2 6 0-15,0 7 0 16,0 4 0-16,2 4 0 16,3 2-1-16,4 5 0 0,2 2-10 15,-1 2-27-15,3 0-20 16,-2 0-36-16,2 0-16 15</inkml:trace>
  <inkml:trace contextRef="#ctx0" brushRef="#br0" timeOffset="186623.83">18191 17872 279 0,'0'0'4'16,"0"0"-4"-16,0 0 7 0,0 0 2 0,0 0 5 16,38 9 21-16,-26-9 2 15,3 0-24-15,4-5-5 16,2-4 9-16,3-3 2 15,1-5-8-15,2 3-1 16,-3-5 4-16,-1 1 1 16,1-4-9-16,-6 1 4 0,-2 1 3 15,-5 0 2-15,-2-1-4 16,-5 0-4-16,-4 1 3 16,0 4 8-16,-11 1-4 15,-2 2 2-15,-4 3-3 0,-6 8 0 16,0 1-9-16,-4 1 1 15,0 3-2-15,0 11-1 16,2 3-1-16,3 6 0 16,4 7-1-16,3 4 1 15,3 6 1-15,6 4 1 0,6-2 0 16,0 2-1-16,10-7 0 16,13-5-2-16,7-8 2 15,9-10 1-15,11-7-1 16,4-7-1-16,2 0-2 15,-1-13-10-15,-5-11-75 0,-3-18-147 16</inkml:trace>
  <inkml:trace contextRef="#ctx0" brushRef="#br0" timeOffset="-204204.83">883 13665 163 0,'0'0'-17'0,"0"0"25"0,0 0-4 15,0 0-4-15,0 0 2 16,0 0 0-16,0 0 1 0,0 0 5 16,0 0-3-16,46-8 5 15,-28 6 0-15,-2 0-5 16,4 0 2-16,3-2-3 15,0-2-1-15,6 3-2 16,3-1 0-16,4 0-1 0,4 0 0 16,2 1 0-16,6 0-1 15,3 1 1-15,3-2 0 16,1 0 1-16,6-2 1 16,1 2 4-16,3-5 2 15,2 0 4-15,7-2-1 16,4-3-1-16,5 2-1 0,9-1-1 15,1-3 1-15,1 2-2 16,4 1-4-16,3-1 0 16,0 0-2-16,-3-1 0 15,5 1-1-15,2-2 1 16,-2 1 0-16,-1-2 0 0,2 3-1 16,-4-3 1-16,-2 3 1 15,-4-1-2-15,0 1 0 16,0 4 0-16,-7-1 1 15,-8 2 0-15,-4 1-1 16,-4 2 0-16,-8 1 0 0,-7 2 1 16,-4 1-1-16,-6 2 0 15,-7 0 0-15,-8 0-1 16,-7 2-3-16,-10-1 1 16,-10-1-68-16</inkml:trace>
  <inkml:trace contextRef="#ctx0" brushRef="#br0" timeOffset="-203172.02">2433 11654 128 0,'0'0'5'0,"0"0"-1"0,0 0 11 16,-22-42 8-16,20 33-7 16,-1 2 10-16,1 1-5 0,0 2 8 15,2 4-13-15,0 0 12 16,0 0-27-16,0 3-8 16,0 11 1-16,0 6 9 15,2 8 1-15,1 7-2 16,3 8-1-16,2 6 0 0,0 6 0 15,1 6 0-15,3 7 0 16,-2 2-1-16,3 5 2 16,1 3 0-16,-1 3-1 15,1 3-2-15,1 1 2 16,-1 3 3-16,-1 3 6 0,2 0 2 16,0 4-6-16,0 2 0 15,1 6 1-15,-1-3-2 16,1 1 2-16,-1 1-2 15,1 0-1-15,-1-2 1 16,2-4 2-16,1 1 0 0,-1-2-2 16,2-4-4-16,0-3 0 15,1 1 0-15,1-2 5 16,-4-2 1-16,4 0-2 16,-3-1-3-16,-1 2 0 15,-3 0 0-15,-1-2 0 0,0-3 0 16,-5 1 2-16,0-5 2 15,-1-4-2-15,-3-2 1 16,1-6-1-16,0-3-1 16,-1-5-1-16,0-2-1 15,-1-5 0-15,3-6-1 0,-4-3 1 16,3-7-1-16,4-4 0 16,-5-6 1-16,3-8-2 15,-3-7-38-15,-1-9-45 16,-3-10-102-16</inkml:trace>
  <inkml:trace contextRef="#ctx0" brushRef="#br0" timeOffset="-199394">17760 13175 102 0,'2'-11'-21'0,"-2"1"98"0,0 1-51 0,0 0 8 0,0 2-1 16,0 1-2-16,0 3 0 15,0 1 2-15,0 2-4 16,3 3-23-16,2 9-2 15,1 9 5-15,1 7 7 16,0 8-2-16,0 4-7 0,-2 5-4 16,1 3-3-16,-2 2 0 15,-3-1 0-15,1-3 0 16,1-7-2-16,-1-4 0 16,0-8-3-16,-2-6-7 15,2-9-16-15,-2-5-21 0,0-4-4 16,0-3-19-16,0-12-32 15</inkml:trace>
  <inkml:trace contextRef="#ctx0" brushRef="#br0" timeOffset="-199141.86">17924 13087 253 0,'0'0'2'0,"0"0"32"16,0 0-29-16,0 0 45 16,7 64 2-16,-1-26-17 15,2 2-12-15,1 6-15 16,-1 2-6-16,4 2-1 16,-6 0-1-16,3-1 0 0,-2-2-1 15,2-6-1-15,-4-7-19 16,-1-7-10-16,-2-8-16 15,-2-11-18-15,0-5-11 16,-7-3-99-16</inkml:trace>
  <inkml:trace contextRef="#ctx0" brushRef="#br0" timeOffset="-198804.92">17388 13192 221 0,'0'0'41'16,"0"0"-32"-16,0 0 18 0,-12-49 24 16,29 30-17-16,12-1 1 15,13-4-5-15,14-3-10 16,11-3-2-16,9 0-8 15,8-1-6-15,6 1-3 16,-5-1 1-16,-4 7-2 0,-9 1 0 16,-8 3 0-16,-10 8 0 15,-12 4-2-15,-11 6-3 16,-8 2-24-16,-16 10-37 16,-7 5-41-16,-12 2-20 15</inkml:trace>
  <inkml:trace contextRef="#ctx0" brushRef="#br0" timeOffset="-198498.04">17537 13858 375 0,'0'0'3'0,"81"-22"21"15,-23 0 28-15,11-5-24 16,10-4-11-16,3-1 9 0,-1-1-4 16,-4 0-4-16,-2 5-7 15,-12 5-5-15,-7 3-4 16,-10 4 0-16,-9 7-2 16,-9 0 0-16,-8 6 1 0,-9 3-2 15,-6 0 1-15,-5 3-3 16,-5 9-9-16,-12 2-21 15,-4-2-48-15,-6-3-93 16</inkml:trace>
  <inkml:trace contextRef="#ctx0" brushRef="#br0" timeOffset="-194883.4">3884 13269 56 0,'0'0'-5'0,"0"0"6"0,0 0 1 0,0 0 5 15,0 0 39-15,0 0-26 16,0 0-6-16,0 0 5 0,0 0-1 16,0 0 0-16,23-11-4 15,-21 11-7-15,0 0-2 16,0 0-2-16,0 0 0 16,2 0 1-16,-1 0 4 15,4 0 1-15,0 0 4 0,3 0 2 16,4 0-2-16,4-5 0 15,6 0-3-15,1-2 0 16,6-2-1-16,3 2-3 16,4-3 0-16,0 4-2 15,7 1 0-15,-3-1-2 16,5 4-1-16,-3 2-1 0,4 0 0 16,0 0 1-16,2 1-1 15,-4-1 0-15,2-1 0 16,-2 0 0-16,2-3 1 15,1 0-2-15,-2-1 2 16,0 1-1-16,-1-2 0 0,0-1 0 16,-4 0 0-16,-2 3 0 15,-3 0 0-15,0-1 0 16,-3 1 2-16,1 3-2 16,-1-3 0-16,-1 1 0 15,-2-1 0-15,-1-2 0 0,-2-1 0 16,0-2 1-16,-2-1 0 15,1 0-1-15,-3 0 0 16,1-1 0-16,0 1 2 16,-3 0-2-16,0 3 0 15,-2 1 0-15,-1 1 0 0,-4 2 0 16,1 0 1-16,-5 0-1 16,0 2 0-16,0-1 0 15,-2 2 0-15,0 0-1 16,0 0-7-16,-2 0-39 15,-5 0-27-15</inkml:trace>
  <inkml:trace contextRef="#ctx0" brushRef="#br0" timeOffset="-194465.64">5221 13435 130 0,'0'0'15'0,"0"0"23"0,0 0-11 16,0 0 12-16,0 0-6 16,0 0 2-16,0 0-5 15,0 0-14-15,0 0-10 16,44-21-1-16,-28 22-1 16,4 9-2-16,-2 6-1 0,-1 4 0 15,-3 1-1-15,-3 2 0 16,-4 1 1-16,-5 0-2 15,-2 0 1-15,0-1-1 16,-9-4-1-16,-2-1-3 16,-3-1-20-16,-1-3-14 0,-3-3 12 15,3-5-14-15,-1-3-11 16,3-3-57-16</inkml:trace>
  <inkml:trace contextRef="#ctx0" brushRef="#br0" timeOffset="-194089.9">5500 13330 193 0,'0'0'7'0,"0"0"22"0,0 0-10 16,0 0 0-16,0 0 2 15,-47 17 3-15,34-7 2 16,1 1-1-16,1 5-13 16,3 1-4-16,2 4-2 15,2 2-1-15,4 3-1 0,0-1-1 16,8 2 2-16,5 0-4 15,5-4-1-15,3-2 1 16,6-6-2-16,2-6 1 16,5-6-3-16,1-3-14 15,-3-10-60-15,-3-12-61 16</inkml:trace>
  <inkml:trace contextRef="#ctx0" brushRef="#br0" timeOffset="-189171.72">889 13755 0 0,'-4'-2'12'0,"-1"1"-11"0,0-1-1 15,1 0-4-15,2 0-4 16,0-1 7-16</inkml:trace>
  <inkml:trace contextRef="#ctx0" brushRef="#br0" timeOffset="-184667.93">1075 14007 27 0,'0'0'44'0,"0"0"-31"0,0 0 7 0,0 0-5 16,2 0-5-16,-2 0-5 15,0 0-2-15,2 0-1 16,0 0 0-16,-2 0-1 0,0 0 1 16,0 0-2-16,0 0 1 15,0 0-1-15,0 0 0 16,2 0 0-16,-2 0 0 16,2 0 0-16,-2 0-3 0,0 0-50 15</inkml:trace>
  <inkml:trace contextRef="#ctx0" brushRef="#br0" timeOffset="-179542.39">820 13893 17 0,'-5'-6'12'0,"3"-1"-2"0,2 4-1 0,-3-1 13 16,3-1-16-16,0 2-1 15,-2 2 8-15,2-2-8 0,0 3-3 16,0 0 1-16,-2-1-1 15,2 1-1-15,0 0-1 16,0 0 1-16,0 0 0 16,0 0-1-16,0 0 0 15,-2 0 1-15,2 0 4 16,-2 0 10-16,0 0 0 0,-1-1-7 16,1 0 7-16,0 0-4 15,-2-3-2-15,2 2 3 16,-1 1 2-16,2-2-1 15,-1 3-2-15,2-1 0 16,0 0-2-16,0 1-2 0,0 0-5 16,0 0-1-16,0 0-2 15,0 0 1-15,0 0 1 16,0 0-1-16,0 0 2 16,0 0-1-16,3 0 4 15,0 1 1-15,-1 0 3 0,0 2-1 16,0-1 2-16,2-1-2 15,-1 3-2-15,1-3 2 16,-2 0-1-16,2 0 0 16,-1 0 0-16,2-1 0 0,-1 2-1 15,1-1 3-15,-1-1-4 16,0 0-1-16,3 0 0 16,-3 1-1-16,4 2-1 15,-4-3-2-15,4 2 2 16,-3-1 0-16,4 2-2 15,-2 0 0-15,-1-2 2 0,3 1-1 16,-1-2 0-16,0 0 3 16,3 0 5-16,1 2-2 15,1-1-1-15,0 0-3 16,1-1-1-16,-1 3 1 16,3-2-2-16,3 1 1 0,-2 1-1 15,1-1 0-15,-1 0 3 16,6 1-2-16,-4 0 1 15,4 1 0-15,-3 0 0 16,3-1-1-16,1 1 0 16,-2-1 2-16,1-1-1 0,-4 2-1 15,2 1 0-15,1-1 1 16,-1 1-1-16,-2 0 0 16,0 1 2-16,0 3-3 15,-1-2 1-15,-1 1 0 16,-2 2-1-16,1-3 1 0,-1 2-1 15,-2-2 0-15,-1 2 0 16,-1-1 0-16,3-1-1 16,-6 0 1-16,1 0-1 15,1 1 2-15,-2 0-1 16,1-1 1-16,-1 2-1 0,2-1 3 16,-1 1 0-16,-1 1-1 15,2-1-1-15,-1 1 0 16,-1-1-1-16,3 2 0 15,-1-1 0-15,1-1 0 16,-1 2 0-16,2-2-1 0,-1 2 1 16,1-1 0-16,-1 1 0 15,2-1-1-15,1 3 1 16,1-1-1-16,-1 0 1 16,1 1 0-16,1 1-1 15,-1-1 1-15,1 2-1 16,0 0 2-16,2-1-1 0,-3 3-1 15,-1-1 2-15,1-1-1 16,1 4 0-16,-1-2 0 16,1 0 0-16,-2 3 0 15,4 0 1-15,-3 0-2 16,1-1 2-16,-1 1-1 0,1 2 2 16,-1 0-1-16,4-2 1 15,-4 1 0-15,3-1-1 16,0-1 0-16,0-1 0 15,0 1-1-15,-1-2 1 16,4-1-2-16,-3-2 1 0,-1 1 0 16,2-2 0-16,-4 0 1 15,1-2-1-15,-3 1-1 16,3 0 1-16,-5-2 0 16,3 0 0-16,-3 2-1 15,4-4 1-15,-3 3 0 0,1-2 0 16,-1 1 0-16,0-2 0 15,1 1 0-15,1 0-1 16,-3 0 1-16,3 0 0 16,-1-2-1-16,1 4 0 15,-3-5 1-15,2 3-2 0,1-1 2 16,-1-1-1-16,-1 0 1 16,1 0-1-16,0-1 0 15,1 1 1-15,-2-1 0 16,5 1 0-16,-4-1 0 15,1 1 0-15,-1 1-1 16,1-2 1-16,-3 0 0 0,1 1 0 16,2-1 0-16,-1-1 0 15,3-1 0-15,-3 1 2 16,4 0-1-16,-2-2-1 16,1 0 0-16,1-2 1 0,-1 1 0 15,2-2 0 1,0 0-1-16,0 0 1 0,2 0 0 15,-2 0 0-15,1 0-1 16,0 1 1-16,-1-1-1 16,-3-1 1-16,3-5-1 0,-2 3 0 15,0-1 0-15,-1-1 0 16,-1 0 0-16,1-2 1 16,1 1-1-16,-3-2 1 15,1-1 0-15,-1 2 0 16,2-3 1-16,-1 2 0 15,1-1-2-15,1 1 0 0,-1-2 0 16,2 1-1-16,-2 2 1 16,3-3 0-16,0 0-1 15,0 0 1-15,0 2-1 16,1-4 0-16,0 2 0 0,1-2 1 16,0-1-1-16,-2 0 2 15,2-2-2-15,-2 0 1 16,2 0-1-16,0-1 1 15,2-1-1-15,-1 0 0 16,1-3 0-16,-2 1 0 0,2-2 0 16,-1 1 1-16,-2-4-1 15,2 3 1-15,-1 0-1 16,0-1 0-16,0 1 1 16,0-2-1-16,-2 2 0 15,0 0 0-15,0-2 0 16,0 4 1-16,-1-2-2 15,1 3 1-15,-2-2 0 0,0 1 1 16,2-2-1-16,-3 4 0 16,1-3-1-16,-1 0 2 15,0-1-1-15,0 4 1 16,1-3-2-16,-1 2 1 0,3-1 0 16,-3-1 1-16,2 3-2 15,0-3 2-15,-1 2-1 16,-1 1-1-16,1 0 2 15,-1 0-2-15,-1 1 2 16,-1-1-1-16,-2 3 0 0,1-2 0 16,-1 2 0-16,0-2 0 15,0 2 1-15,0-3-1 16,1 0 0-16,1 1 0 16,-2-1 1-16,1 1-1 15,0 0 0-15,0 0 0 0,1 1 0 16,-2 0 1-16,3 0-1 15,-3-1 0-15,3 2 1 16,-1-2-2-16,3 2 2 16,-3-1-1-16,3 0 0 15,-3 0 1-15,2 0-1 0,1 0 0 16,-3-1 2-16,3 3-2 16,-3-1 0-16,1 0 0 15,-1 1 0-15,1-1 0 16,-1 1 0-16,1-1 1 15,-1 0 0-15,0-2-2 0,1 3 2 16,-3-1-1-16,3 1 1 16,-1 1-1-16,-2-1 0 15,1 3 2-15,1 1-2 16,-2 0-1-16,0 1 2 16,0 0-1-16,1 1 1 0,-3 0-1 15,1 0 0-15,4-1 0 16,-3 1 0-16,3-1 1 15,-1-1-2-15,0 1 1 16,-1-1 1-16,1 2-1 16,1-1 0-16,-3 0 0 15,0 2 0-15,0-1 0 0,0 2 0 16,-2-2 0-16,2 1 0 16,-2-1 0-16,-2 0 0 15,2 3 0-15,-2-3 0 16,-1 2 0-16,1 0 0 0,-1 1 0 15,2 1 0-15,-4-1 0 16,0 2 1-16,1-1-2 16,-3 0 1-16,0 2 1 15,0-1-1-15,0 1 0 16,0 0 0-16,0 1 0 16,0 0 0-16,-2-2 0 0,2 2 0 15,-2 0 0-15,0 0 0 16,0 0 0-16,2 0 1 15,-2 0-1-15,0 0 0 16,0 0 0-16,2-1 0 16,0 1 0-16,-2-2 0 0,2 1 1 15,1 0-1-15,-1 0 0 16,0-1 0-16,2-1 0 16,-2 0 1-16,4 0-1 15,-4-1 2-15,2 0-1 16,-1 0 1-16,1 0 1 0,0 0-2 15,-2 1-1-15,0 1 0 16,0 0 0-16,1 1 1 16,-1 0-1-16,-2-1-1 15,3 2 1-15,-1 0 0 16,-2 0-3-16,2 0-24 0,-2 0-56 16,-7 0-63-16,-12 0-221 15</inkml:trace>
  <inkml:trace contextRef="#ctx0" brushRef="#br0" timeOffset="-176823.18">1477 13600 189 0,'0'0'0'0,"0"0"4"0,0 0 22 0,0 0 4 15,0 0-1-15,0 0-22 0,0 0-4 16,0 0-1-16,-38 28 3 16,28-19 1-16,-3 4-1 15,-3 1-3-15,-1 2-1 16,-3 1 0-16,0 0-1 0,-3-2 2 15,5-2-2-15,3-5 0 16,3-2 1-16,4-4-1 16,5-1 0-16,3-1-1 15,0 0-14-15,11-9-82 16,5-6 74-16,-1-4-147 0</inkml:trace>
  <inkml:trace contextRef="#ctx0" brushRef="#br0" timeOffset="-176496.22">2002 13474 243 0,'0'0'2'0,"0"0"2"16,0 0 1-16,0 0-1 16,0 0 5-16,0 0 1 15,-47 35 2-15,29-12-4 16,-4 5-3-16,-5 7-1 0,-5 6-1 16,-5 7-2-16,-5 3-3 15,-4 4 5-15,2 2-4 16,3-3 1-16,4-4-2 15,9-10 3-15,7-8-2 0,5-7-9 16,7-9-29-16,5-4-22 16,2-8-84-16</inkml:trace>
  <inkml:trace contextRef="#ctx0" brushRef="#br0" timeOffset="-176139.88">2471 13439 305 0,'0'0'-8'0,"0"0"6"15,0 0-1-15,-17 46 2 0,-1-19-1 16,-5 8 6-16,-6 5-3 16,-7 3 3-16,-4 7-1 15,-9 6-1-15,-2 4-1 16,-3 3-1-16,0 0-1 16,3-1 0-16,8-7 0 0,8-8-1 15,10-9 1-15,8-7-22 16,7-7-30-16,6-8-40 15</inkml:trace>
  <inkml:trace contextRef="#ctx0" brushRef="#br0" timeOffset="-175799.38">3057 13418 238 0,'0'0'11'0,"0"0"11"0,0 0-19 16,0 0-2-16,-49 71-2 15,16-28 5-15,-10 10 0 16,-8 9-1-16,-3 6 4 15,-9 7-4-15,-3 3 0 16,-5 2-3-16,0 2-1 0,2-1-1 16,5-5 2-16,5-8 2 15,10-10-2-15,13-8 0 16,9-12 0-16,12-10-14 16,6-12-38-16,9-9-26 15</inkml:trace>
  <inkml:trace contextRef="#ctx0" brushRef="#br0" timeOffset="-175429.91">3709 13302 103 0,'0'0'81'0,"0"0"-80"16,39-13 0-16,-39 17 0 15,-4 15 8-15,-19 9 10 16,-8 15 6-16,-12 13-8 16,-6 11-4-16,-14 12-1 15,-9 11-1-15,-8 10-3 0,-5 5-2 16,-9 6-4-16,-6 6 2 15,2 0 0-15,4-2 0 16,3-4-1-16,7-9 3 16,15-11-4-16,11-14-1 15,13-14-3-15,7-13 2 0,14-14-4 16,11-12-5-16,10-13-31 16,3-11-22-16,11-10-16 15</inkml:trace>
  <inkml:trace contextRef="#ctx0" brushRef="#br0" timeOffset="-175055.68">4290 13205 256 0,'0'0'1'0,"0"0"-2"15,3 47 1-15,-18-6 3 16,-13 16-1-16,-9 8 3 16,-13 13 0-16,-10 12 1 15,-9 9 3-15,-10 8-3 16,-7 5-4-16,-6 6-1 0,-2 1-1 15,-5 0 2-15,5-8-2 16,8-4 1-16,7-12 2 16,17-17-3-16,8-13 1 15,16-14-2-15,11-14-3 16,10-14-19-16,9-14-45 0,8-9-74 16</inkml:trace>
  <inkml:trace contextRef="#ctx0" brushRef="#br0" timeOffset="-174744.9">4720 13261 153 0,'0'0'30'15,"0"0"-13"-15,0 0-13 16,0 0 3-16,-42 68-1 0,10-26-1 16,-8 12 12-16,-9 10-6 15,-10 6-6-15,-5 11-3 16,-10 8-1-16,-6 8-2 15,-8 1-1-15,3 3-19 16,1-3-48-16,3-8-58 0</inkml:trace>
  <inkml:trace contextRef="#ctx0" brushRef="#br0" timeOffset="-172718.29">4172 14493 188 0,'-9'-10'33'0,"-2"2"40"0,-1 1-52 0,-1 3 18 16,-1 4 3-16,-1 0-13 0,-3 5-8 15,5 12-7-15,0 5-5 16,2 6-2-16,6 6-1 16,5 5-3-16,0 6-2 15,11 3 2-15,9 4 4 16,1 3 0-16,6 2 0 0,-3 1-3 16,0 0-2-16,-3-3 1 15,-6-2-1-15,-6-6 1 16,-6-5-1-16,-3-3 4 15,-7-3-3-15,-9-1 2 16,-4-1-2-16,-6-3-2 16,-1-3-2-16,-2-3-1 0,0-7 1 15,4-9-28-15,0-9-35 16,2-8-77-16</inkml:trace>
  <inkml:trace contextRef="#ctx0" brushRef="#br0" timeOffset="-171514.91">4290 14621 69 0,'-2'-13'63'0,"2"-2"-13"0,0 3-9 16,-2 1-2-16,0 1 0 16,-2 2 6-16,1 3-10 15,1 2-5-15,-2 3-4 16,-3 0-9-16,2 0-7 0,1 8-6 16,2 6-3-16,0 4 1 15,2 5-2-15,2 4 3 16,8 4 1-16,7 2 0 15,1 2-3-15,3-2 1 16,0 2-2-16,-1-2 1 0,-2-6 0 16,-4 0 0-16,-4-3 0 15,-3 0 0-15,-3-4 0 16,-4 0 1-16,0 0-2 16,-4 0-21-16,-5-2-4 15,-7 2-4-15,1-6-11 0,-3-1-18 16,0-4 3-16,-2-5-28 15</inkml:trace>
  <inkml:trace contextRef="#ctx0" brushRef="#br0" timeOffset="-171310.11">4215 14912 167 0,'0'0'15'16,"0"0"48"-16,0 0-25 15,0-38-4-15,11 22 5 0,0 2-17 16,2-4-11-16,6-2-7 16,2 1-1-16,0-2-3 15,4 3 0-15,-4 0-18 16,0 0-63-16,-7-2-8 16</inkml:trace>
  <inkml:trace contextRef="#ctx0" brushRef="#br0" timeOffset="-170198.67">4552 14507 150 0,'0'0'13'0,"0"0"12"0,0 0-17 16,0 0 8-16,0 0 13 16,0 0-4-16,0 0-8 15,0 0-3-15,0 0 0 16,0 0 7-16,0 0 2 15,0 0-6-15,1-24-6 0,-8 24-7 16,-3 9 2-16,0 4-3 16,1 1 0-16,-1 3 0 15,6 0-1-15,2 3 1 16,2 0-2-16,0-2 0 16,6-3 1-16,4-1-1 0,-2-6 0 15,1-1-1-15,1-5 1 16,-2-2 0-16,-1-2 0 15,-3-11 0-15,-1-3 2 16,-1-6 3-16,-2-2 1 16,-1-5 3-16,-3-1-3 0,-7-2-3 15,-3 1-1-15,-1 0-2 16,-1 2-2-16,1 6 2 16,-1 5 1-16,7 5 2 15,3 5 4-15,4 6 3 16,2 2-9-16,0 6-6 0,12 8 3 15,7 5 1-15,2 5 1 16,2-1 0-16,4 2-1 16,-4-1 0-16,1-3-1 15,-2-2-7-15,-3-5-18 16,1-4-17-16,-5-3-27 0,-4-5-5 16,-4-2-27-16</inkml:trace>
  <inkml:trace contextRef="#ctx0" brushRef="#br0" timeOffset="-169713.62">4684 14368 299 0,'0'0'5'0,"0"0"27"0,-9-37 3 0,9 26-5 16,0 4-10-16,2-3 5 15,5 7-11-15,2 0-10 16,3 3-3-16,0 0 1 0,2 5-1 15,-1 4 0-15,-2 3 0 16,3 1-1-16,-5 1-1 16,-1 0 1-16,0 0-2 15,-2-1 0-15,-3-1-6 16,-1-3-7-16,0-2-2 0,-2-2 7 16,0-4 6-16,0-1 6 15,0 0 2-15,0-7-3 16,0-7 0-16,0-2-1 15,0-4 1-15,0 0-1 16,4-1 0-16,-2 3 3 0,0 2-1 16,-1 2 3-16,1 4 4 15,-2 3 8-15,0 2-2 16,0 3-2-16,0 2-2 16,-3 0 2-16,1 0-5 15,-2 5-3-15,2 5-3 0,2 3-1 16,0 2 1-16,0 3 0 15,4-1-2-15,6-2 0 16,3 1 1-16,2-3-2 16,3-2 1-16,3-1-11 15,-2-3-30-15,-1-4-27 0,1-3-57 16,-6-1-43-16</inkml:trace>
  <inkml:trace contextRef="#ctx0" brushRef="#br0" timeOffset="-169230.05">5203 14008 289 0,'0'0'4'0,"0"0"-4"0,0 0 2 0,-11 45 1 0,3-27 9 15,2 2 19-15,0 0-9 16,1 1-14-16,1-2-5 16,4-2-1-16,0-1 0 0,0-3 0 15,0-2-1-15,4-3 1 16,3-1-1-16,5-1 1 15,5-2 1-15,3-1-1 16,4-3 0-16,3 0-1 16,2 0-12-16,-4 0-81 15,2-10 28-15,0-5-103 0</inkml:trace>
  <inkml:trace contextRef="#ctx0" brushRef="#br0" timeOffset="-168887.89">5661 13873 283 0,'0'0'86'0,"0"0"-61"16,0 0 5-16,0 0-18 0,-43 10 14 16,34 4 2-16,0 3-10 15,7 1-11-15,2 2-4 16,0 0 3-16,1 3-4 15,9-5 1-15,4-4-2 16,1-2-1-16,1-5-1 16,2-5 2-16,-2-2 0 0,1 0 2 15,-1-11-1-15,-3-4-1 16,-4-4 2-16,-2-1-1 16,-4-2 1-16,-3-3 0 15,-3 1 1-15,-11 3 0 16,-3 3 1-16,-8 3-5 0,-1 5-6 15,-1 8-8-15,0 1-46 16,5-1-89-16</inkml:trace>
  <inkml:trace contextRef="#ctx0" brushRef="#br0" timeOffset="-92689.9">23836 18230 45 0,'0'0'17'0,"0"0"55"0,0 0-57 0,0 0 1 16,0 0 3-16,0 0 5 16,0 0-5-16,-6-40-2 15,4 37 5-15,0-2 1 16,1 0 1-16,1 1 7 15,-2 3-5-15,2-1-4 0,-3 1-2 16,3 1-5-16,0 0 2 16,-1 0-5-16,1 0-1 15,0 0 9-15,0-3-7 16,0 2-2-16,0-2-7 16,0-3-2-16,0-1 0 0,1-2-1 15,5-3 0-15,0-1-1 16,2-3 0-16,1 1 1 15,0 1-1-15,-1 2 0 16,0 1 0-16,0 1 0 16,4 3 0-16,-5 1 0 0,2 6 0 15,2 0 0-15,-2 0-1 16,0 6 1-16,1 5-1 16,-3 6 0-16,1-1 1 15,-3 4 0-15,3 1 1 16,-5 0-1-16,-1 1 0 0,-1-1-1 15,-1-1 1-15,0 0 0 16,-1-3 0-16,-4-2 0 16,-5 0 0-16,4-3 1 15,-5-2 0-15,2-1-1 16,0-2-1-16,-1-1 2 0,0-3 0 16,0-1-1-16,2-2 0 15,0 0 1-15,0 0-1 16,0-4 0-16,3-5 0 15,1-5 0-15,0-3 1 16,4-3-1-16,0-1 0 16,0-1 0-16,0 0 0 0,0 2 0 15,3 2 0-15,2 3 0 16,0 5 0-16,3 3 0 16,4 2 0-16,-2 5 0 15,2 0 0-15,4 0 0 0,-3 8 0 16,1 6 0-16,-1 2 0 15,-2 1 0-15,-2 4 0 16,-3 0 1-16,-3-2-1 16,1 3 0-16,-4-3 0 15,0 0 1-15,-6-2-2 16,-5-2 1-16,-1 0 0 0,-5-2 1 16,-1-2-1-16,-2-1 0 15,0-2 0-15,-1-5 0 16,2-2 0-16,1-1 2 15,4 0-1-15,2-7-1 16,3-7 0-16,5-1 0 0,4-3 0 16,0-3-1-16,5 0 2 15,8 0-1-15,5-1 0 16,-1 3 0-16,0 2 0 16,1 2 0-16,-1 5 0 15,-3 3 0-15,-1 3 0 0,-2 4 0 16,-1 0 0-16,-2 4 0 15,-3 8 0-15,-3 3-3 16,-1 2 3-16,-1 2 0 16,0 0 0-16,-3-1-1 15,-4-1 2-15,-4-3-2 0,0-1 2 16,-1-4-2-16,-3 0 2 16,4-3-1-16,0-2 0 15,-1-4 2-15,2 0-1 16,3 0-1-16,1-7 1 15,2-5-1-15,4-8 0 0,0-2 0 16,6-4 0-16,6-3 0 16,3-1 0-16,2 4 0 15,1 2 0-15,-1 8-1 16,-2 5 2-16,-3 6-2 16,-1 5 1-16,-3 2-1 0,0 12 1 15,-5 6-3-15,1 0 3 16,-3 4 1-16,-1 2-1 15,0-2 0-15,-1-4 0 16,-6-3 2-16,-1-3-4 16,-3-3 4-16,1-2-2 0,-3-3-2 15,-3-3 4-15,-2-1-1 16,3-2-1-16,-1 0 0 16,3-10 0-16,2-3 1 15,3-5-1-15,3-3 0 16,5-3 0-16,0-2 0 0,7 1-1 15,7 2 1-15,-1 2 0 16,4 6-1-16,0 6 1 16,-1 7 1-16,2 2-2 15,-1 4 1-15,-3 10 0 16,-3 4 0-16,-3 3-2 0,-1-1 4 16,-3 1-4-16,-4-4 4 15,0 0-4-15,0-3 2 16,-9-1 2-16,-3-3-4 15,-2-3 4-15,-4 0-2 16,-1-2 0-16,-1-5 0 0,0 0 1 16,3 0-1-16,2-12 1 15,1-2-1-15,6-6 0 16,6-2 0-16,2-3 0 16,0 3 0-16,12 0 0 15,2 4 0-15,2 6 0 16,2 4-1-16,2 6 1 0,-1 2 0 15,2 2 0-15,-3 8 0 16,-4 3 0-16,2 1 0 16,-6-3-1-16,-3 1 1 15,-3-2 0-15,-2-2 0 16,-2-1 0-16,-2-3 0 0,-9 1-2 16,-2-3 2-16,-3 0 2 15,0-2-1-15,-1 0-1 16,1-2-1-16,5-6 2 15,2-2 0-15,2 0-2 16,6-1 1-16,1 2 0 0,4-1 0 16,7 2-1-16,3 2 1 15,2 3-2-15,2 2 2 16,-2 1 0-16,-2 0-1 16,-1 5 1-16,-6 5 0 15,-3 0 0-15,-2 3 0 16,-2-2-1-16,-2-1 2 0,-9 0-3 15,-5-1 4-15,-5 0-3 16,0-3 1-16,-1-3 1 16,4 0-1-16,-1-3 1 15,7 0-1-15,2-3 2 0,8-4-2 16,2-3 0-16,0 2 0 16,5-2-2-16,9 0 4 15,1 1-2-15,3 4-2 16,0 1 2-16,-3 4 2 15,-2 0-2-15,-1 2-2 0,-4 5 2 16,-4 2 0-16,-1 1 0 16,-3-2-2-16,-3-1 2 15,-7 2 1-15,-1-3-1 16,-2-3-1-16,1-2 0 16,6-1-13-16,-2-12-53 15,5-16-107-15</inkml:trace>
  <inkml:trace contextRef="#ctx0" brushRef="#br0" timeOffset="-69394.18">16232 16637 13 0,'0'0'-12'0,"2"0"15"16,-1 0 1-16,1 0 12 15,0 0 21-15,-2 0-10 16,0 0-11-16,0 0-4 0,0 0-3 15,0 0 0-15,0-1-1 16,0-3 0-16,0 3 0 16,0-1-1-16,0-2 0 15,0 4-1-15,0-1-1 16,0 1-2-16,0-2 0 0,0 2-2 16,0 0-1-16,0 0 1 15,4 0 0-15,-4 0 0 16,3-2-1-16,-2 1 0 15,0 1 2-15,0 0-2 16,-1 0 0-16,0-1 0 0,0 1 1 16,0 0-1-16,0 0 0 15,0 0 0-15,0 0 0 16,0 0 0-16,0 0 0 16,0 0 0-16,0 0-1 15,0 0-2-15,0 0-1 16,0 0-2-16,0 1-27 0,0 2-39 15</inkml:trace>
  <inkml:trace contextRef="#ctx0" brushRef="#br0" timeOffset="-67779.36">14503 16690 7 0,'0'0'9'0,"0"0"1"0,0 0-3 0,0 0 0 16,0 0 0-16,0 0 0 0,0 0-2 15,0 0-4-15,0 0-1 16,0 3 2-16,0-3-1 15,0 0-8-15</inkml:trace>
  <inkml:trace contextRef="#ctx0" brushRef="#br0" timeOffset="-66754.03">14507 16688 3 0,'0'0'4'0,"0"0"4"0,0 0 5 16,0 0 9-16,0 0 4 15,0 0-7-15,0 0-11 16,0 0 11-16,0 0-2 0,0 0-2 16,0-33-8-16,0 30-3 15,-2 3 2-15,2-1-3 16,0-1-1-16,0 1 0 16,-2-1-1-16,2 1 2 15,-2 0 0-15,2-1 1 0,-1 0 5 16,0-2-4-16,0 2 1 15,1-1 1-15,-2 0 0 16,2-1-2-16,-2 2-1 16,2-1 1-16,-2 1-1 0,2-1 3 15,0 2 4 1,-3 0-1-16,3 1-5 0,-1 0-3 16,1 0 1-16,-1 0 1 15,1 0-3-15,0 0-1 16,0 0 0-16,0 0 0 15,0-1-1-15,0 1 1 0,0 0 0 16,0 0-1-16,0 0 2 16,0 0 0-16,-1 0-1 15,1 1 0-15,-1 2 0 16,1-3 1-16,0 3-1 16,-1-3 0-16,1 1 1 0,0-1 1 15,0 0 1-15,-2 0 13 16,0 0 4-16,2 0-15 15,-2 0-1-15,0-2-2 16,0 0-1-16,1 2 0 16,1-2 0-16,-1 1 0 0,1 0-1 15,0-1 2-15,0-2 0 16,0 3 0-16,0-3 0 16,0 1 1-16,1-2 0 15,8 1 0-15,1 0-3 16,5 1-9-16,1 2-36 0,-1-3-29 15,-2-4 15-15</inkml:trace>
  <inkml:trace contextRef="#ctx0" brushRef="#br0" timeOffset="-65231.55">20868 16754 35 0,'0'0'125'0,"0"0"-118"0,0 0 6 0,0 0-2 16,0 0-3-16,0 0-7 15,0 0-1-15,0 0 0 0,0 0 0 16,0 0 1-16,0 0-1 15,0 0 0-15,-11-3 1 16,11 3-1-16,0 1 0 16,0 3 0-16,0-1 0 15,0 1-1-15,0-1-1 16,0 0 1-16,0-2-2 0,0 3 1 16,0-2 1-16,0 1 0 15,-1-1-1-15,-1 1-2 16,2 0-5-16,-2-2-1 15,2 2-1-15,-2-1 1 16,2-1-5-16,0-1-16 0,0 0-20 16</inkml:trace>
  <inkml:trace contextRef="#ctx0" brushRef="#br0" timeOffset="-63311.12">13773 16443 3 0,'0'0'-1'0,"-1"0"1"0,-4 0-1 0,-3 6 1 15,1 0 0-15,-3 1 1 0,2 1 1 16,-1-1 2-16,0 2-3 16,4 2-1-16,-1-2 0 15,2-1-3-15</inkml:trace>
  <inkml:trace contextRef="#ctx0" brushRef="#br0" timeOffset="-60455.72">15689 16618 0 0,'3'0'0'0,"-1"0"0"16</inkml:trace>
  <inkml:trace contextRef="#ctx0" brushRef="#br0" timeOffset="-60341.16">15689 16618 19 0,'0'0'59'15,"27"-9"-48"-15,-23 7-6 16,0 2-3-16,2 0-2 0,0 0 1 16,1 0 1-16,2 5-2 15,2 1-5-15,-2 0-23 16,0-1-31-16</inkml:trace>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13:15.713"/>
    </inkml:context>
    <inkml:brush xml:id="br0">
      <inkml:brushProperty name="width" value="0.05292" units="cm"/>
      <inkml:brushProperty name="height" value="0.05292" units="cm"/>
      <inkml:brushProperty name="color" value="#FF0000"/>
    </inkml:brush>
  </inkml:definitions>
  <inkml:trace contextRef="#ctx0" brushRef="#br0">27736 6406 72 0,'0'0'17'0,"0"0"15"0,0 0-9 0,0 0-7 16,0 0-5-16,0 0-3 16,0 0 0-16,0 0-3 15,0 0-1-15,0 0 2 0,45-23 7 16,-31 23 4-16,3-1 3 15,2-3 0-15,5-2 0 16,5-1 1-16,2 1 1 16,3-3 2-16,2 3-4 0,1 0-6 15,1 2-4-15,-2 1-3 16,3 2-4-16,-1 1-1 16,-3 0-1-16,-1 0-1 15,-1 0 1-15,0 1-1 16,-1 3 0-16,-1-1-1 15,-2-3-45-15,-3-10-125 16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39:15.553"/>
    </inkml:context>
    <inkml:brush xml:id="br0">
      <inkml:brushProperty name="width" value="0.035" units="cm"/>
      <inkml:brushProperty name="height" value="0.035" units="cm"/>
    </inkml:brush>
  </inkml:definitions>
  <inkml:trace contextRef="#ctx0" brushRef="#br0">1 63 2114,'0'0'10004,"10"-8"-9507,-1 0-358,-5 4-59,1 0 1,0-1 0,0 2 0,0-1 0,0 1 0,1-1 0,0 2 0,-1-1 0,1 0-1,0 1 1,0 0 0,11-1 0,-2 0 67,1 2 1,0 0-1,0 1 1,-1 1-1,1 0 1,0 1-1,28 7 0,-35-6-121,-1 0 0,0 1-1,-1-1 1,1 2-1,-1-1 1,0 1-1,0 0 1,0 0-1,0 1 1,-1 0 0,0 0-1,0 1 1,-1 0-1,0 0 1,0 0-1,4 8 1,-2 0 7,-1 0 0,0 0 0,-1 1 1,0 0-1,-1 0 0,-1 0 0,-1 0 0,0 1 0,-1-1 1,-1 1-1,0-1 0,-2 1 0,0-1 0,0 0 0,-2 0 0,0 0 1,-11 28-1,11-33-24,0-1 1,-1 1 0,-1-1-1,1 0 1,-2-1 0,1 0-1,-2 0 1,1 0 0,-1 0-1,0-1 1,-1-1 0,0 0-1,0 0 1,0 0-1,-1-1 1,0 0 0,0-1-1,-1-1 1,1 1 0,-1-2-1,0 1 1,0-1 0,-1-1-1,1 0 1,0-1-1,-14 0 1,-17-6-999,41 5 678,-1-1 0,0 0 0,1 0 0,-1 0 1,1 0-1,-1-1 0,1 1 0,-1 0 0,1-1 0,0 1 1,0-1-1,0 1 0,0-1 0,0 1 0,0-1 0,0 0 0,0 0 1,1 1-1,-1-1 0,0-2 0,0-11-3768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39:16.066"/>
    </inkml:context>
    <inkml:brush xml:id="br0">
      <inkml:brushProperty name="width" value="0.035" units="cm"/>
      <inkml:brushProperty name="height" value="0.035" units="cm"/>
    </inkml:brush>
  </inkml:definitions>
  <inkml:trace contextRef="#ctx0" brushRef="#br0">295 87 6374,'0'0'4676,"2"-9"-3207,3-29-300,-5 37-1102,-1-1 1,1 1-1,0 0 1,0 0-1,-1-1 1,1 1 0,0 0-1,-1 0 1,1 0-1,-1-1 1,0 1-1,1 0 1,-1 0-1,0 0 1,0 0 0,1 0-1,-1 0 1,0 0-1,0 1 1,0-1-1,0 0 1,0 0-1,-1 1 1,1-1 0,0 0-1,0 1 1,0-1-1,0 1 1,-1 0-1,-1-1 1,-41-6 765,36 6-408,1 0-235,0 0 1,0 1-1,0 0 0,0 0 1,0 1-1,0-1 0,0 1 1,1 1-1,-1 0 0,0 0 1,0 0-1,1 0 0,-11 7 1,10-4-159,0 0 1,0 0 0,1 1 0,0 0 0,0 1 0,0-1 0,1 1 0,0 0 0,1 0 0,-8 16 0,2 1 44,2 1 0,0 0 0,2 1-1,1-1 1,1 1 0,1 0 0,1 0 0,1 1 0,4 34 0,-3-50-76,1 0 0,1 0 0,-1 0 0,2 0 0,-1-1 0,2 1 0,-1-1 1,1 1-1,1-1 0,0 0 0,0-1 0,1 1 0,1-1 0,-1 0 0,1-1 0,1 0 0,-1 0 1,1 0-1,1-1 0,-1 0 0,1-1 0,1 0 0,-1 0 0,1-1 0,0 0 0,0-1 0,0 0 1,1 0-1,0-1 0,-1-1 0,1 0 0,0 0 0,19 0 0,-8-1-441,1-1 0,-1-1-1,24-3 1,-36 2-420,-1 0 1,0-1-1,0 0 1,0 0-1,16-9 1,23-21-8772</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39:24.875"/>
    </inkml:context>
    <inkml:brush xml:id="br0">
      <inkml:brushProperty name="width" value="0.05292" units="cm"/>
      <inkml:brushProperty name="height" value="0.05292" units="cm"/>
      <inkml:brushProperty name="color" value="#FF0000"/>
    </inkml:brush>
  </inkml:definitions>
  <inkml:trace contextRef="#ctx0" brushRef="#br0">10093 14770 179 0,'0'0'6'0,"0"0"17"16,0 0-9-16,0 0-9 15,0 0-3-15,34-41 17 0,-12 16 8 16,4-4-7-16,9-9 2 16,9-5-6-16,10-4-8 15,8-7 8-15,5-1-10 16,4-3-2-16,6-2-2 16,-2 6 0-16,-5 1-1 15,0 2 1-15,-4 7 0 0,-5-1-1 16,-5 5 0-16,-7 0 0 15,-2 3-1-15,-5 4 2 16,-5 3-1-16,-3 5 1 16,-5 2 0-16,-4 5-2 15,-5 7-23-15,-9 2-31 0,-6 4-57 16,-5 1-80-16</inkml:trace>
  <inkml:trace contextRef="#ctx0" brushRef="#br0" timeOffset="480.97">10104 14907 125 0,'0'0'16'0,"0"0"6"0,0 0 8 16,0 0 3-16,0 0-18 0,0 0-6 15,0 0-3-15,56-36 16 16,-12 26 6-16,13 0-8 16,13 0-6-16,11 2-8 15,9 2-2-15,8 6 2 16,-2 0-2-16,-2 4 1 0,-5 9-2 16,-5-2 0-16,-4 0 1 15,-11-2-2-15,-9-6 1 16,-8-3-1-16,-8 0 1 15,-8-10 1-15,-9-4-3 16,-10-1-4-16,-5-3-39 0,-8-2-72 16</inkml:trace>
  <inkml:trace contextRef="#ctx0" brushRef="#br0" timeOffset="2262.09">11425 13461 134 0,'0'-14'5'16,"-2"4"19"-16,-2 3 11 15,2 7 2-15,2 0-1 16,0 9-25-16,0 13-5 15,0 8 22-15,0 9-4 16,6 4-3-16,-2 5-1 0,2 3-2 16,1-4-7-16,-1 0-7 15,0-4-2-15,-2-7-1 16,-2-8 0-16,0-7-1 16,1-8 1-16,-3-6 0 0,0-7 3 15,0 0 2-15,0-6-2 16,-5-9-1-16,-1-5 1 15,0-8-2-15,0-4 0 16,-3-5-2-16,5-4 1 16,2-2-1-16,0-1-1 0,2-1 1 15,0 4 0-15,-2 2-1 16,8 5 0-16,3 6 0 16,1 5 0-16,2 7-4 15,1 5 3-15,-1 8-2 16,-1 3 0-16,-1 3 2 15,-2 13 1-15,-5 5-1 0,-2 7 2 16,-1 4 2-16,0 2-1 16,-2-3 0-16,-6 0 1 15,-2-1 1-15,0-6-1 16,-1-2-1-16,1-4 0 16,1-5-1-16,1-2 0 0,3-4 1 15,2-3-1-15,3-2 0 16,0 1-1-16,8-2 0 15,4 1 1-15,7 2 0 16,1-1 0-16,4 0 0 16,1 2 1-16,-2 2-1 0,0 0 1 15,-2-1 0-15,-3 1-23 16,-3-1-59-16,-5-2-15 16,-3-4-64-16</inkml:trace>
  <inkml:trace contextRef="#ctx0" brushRef="#br0" timeOffset="2499.73">11763 13455 283 0,'0'0'7'0,"0"0"47"0,0 0-27 16,0 0 9-16,0 0-36 15,0 0 2-15,0 0 10 0,0 0-3 16,35 61-2-16,-29-24-1 16,4 5 0-16,-6 4 0 15,1 4 2-15,-3-5-55 16,-2-2-183-16</inkml:trace>
  <inkml:trace contextRef="#ctx0" brushRef="#br0" timeOffset="3540.32">11438 14686 172 0,'0'0'62'0,"0"0"-60"16,0 0 21-16,0 0 13 15,0 0-34-15,0 0-2 16,0 0 2-16,-9 66 6 16,14-31 5-16,1 5-6 15,4-1-4-15,-2 2-1 0,-1-3-1 16,-3-4 1-16,3-4-2 16,-2-7 3-16,-1-8-2 15,-4-5 1-15,0-8 1 16,0-2 0-16,0-3 3 0,-2-14-2 15,-6-6-1-15,-2-7-2 16,3-11-1-16,-1-2-1 16,1-5 2-16,2-2-2 15,3 1 1-15,2 3-1 16,0 7 3-16,0 6 16 0,7 9-12 16,4 5 5-16,0 9-8 15,5 5-2-15,-1 5-1 16,1 2 1-16,-5 13 0 15,1 4 1-15,-4 6 2 16,-3 3-2-16,-3 0 1 16,-2 1-2-16,0-4 1 0,2-2 1 15,-8-4 1-15,-1-4-2 16,-3-2-2-16,4-3 1 16,-3-3-1-16,3-1 0 15,0-1 1-15,4-2-1 0,2 0-1 16,0 0-2-16,6 1 0 15,7 0 1-15,3 2 1 16,5 1 0-16,4 1 2 16,0 0 0-16,4 0 0 15,-4-1 0-15,-1-1 3 16,-2-2-10-16,-3-2-51 0,-2-2-18 16,-5 0-36-16,-1-3-63 15</inkml:trace>
  <inkml:trace contextRef="#ctx0" brushRef="#br0" timeOffset="3761.94">11906 14561 147 0,'0'0'203'0,"0"0"-202"0,0-40 30 16,0 39 2-16,2 1-25 15,3 14-7-15,5 9 6 16,-1 8 9-16,5 9-5 16,-3 4-2-16,5 5-3 15,-5 2-1-15,2 0 2 0,-1-3-2 16,-2-4-13-16,-7-11-75 16,-1-10-134-16</inkml:trace>
  <inkml:trace contextRef="#ctx0" brushRef="#br0" timeOffset="6537.03">8914 14127 134 0,'0'0'6'0,"0"0"11"0,0 0 0 15,0 0-7-15,4 0-5 16,0 0 2-16,1 0 6 16,3 0 0-16,-1 0 0 15,6 0 3-15,2 0 1 16,8-2-1-16,2-2 4 0,8-1 2 16,5 0-10-16,5 2-5 15,4-1-4-15,2 4-2 16,0 0 0-16,0 0 0 15,-6 0-1-15,-4 0 1 16,-2 0 1-16,-8 0 0 0,-7-1-1 16,-2 0 1-16,-5 0 0 15,-3 0 0-15,-3-1 2 16,-3 1-1-16,-4 0 2 16,-2 0-33-16,0-1-119 15</inkml:trace>
  <inkml:trace contextRef="#ctx0" brushRef="#br0" timeOffset="6973.07">9431 13857 259 0,'0'0'3'0,"0"0"11"15,0 0-19-15,0 0 5 16,0 0 7-16,0 0 18 16,50 17-4-16,-31-5-6 0,6 2-8 15,0 1-1-15,4 2 2 16,-2-1-2-16,-1 2-3 15,1-1 2-15,-3-2-4 16,-3-3 2-16,-3 1-1 16,-3-3 2-16,-3 0 3 15,-3-3 1-15,-5 4 1 0,-2-1-4 16,-2 2 0-16,0 2 2 16,-13 3-3-16,-3 1 0 15,-6 4-1-15,-2 3-1 16,-3 2-2-16,0 3 3 15,0-3 0-15,2-1 0 0,3-5-34 16,2-7-60-16,2-7-198 16</inkml:trace>
  <inkml:trace contextRef="#ctx0" brushRef="#br0" timeOffset="9059.82">10066 13955 62 0,'-4'-3'63'0,"2"-3"-34"15,-2-4 2-15,2-2-8 0,2-1 1 16,0 2-3-16,2-2-7 16,8 3-1-16,1 2-1 15,1 3-5-15,5 4-2 16,-1 1-1-16,0 0 0 15,2 10-1-15,-3 5-2 0,1 4 1 16,-5 2 2-16,-3 3 4 16,0 3-3-16,-6-1-1 15,-2-2-1-15,0-1 1 16,-2-2-1-16,-6 0 0 16,0-4 1-16,-1-1 0 15,0-2-1-15,-3-4-7 0,4-4-34 16,0-5-28-16,0-1 9 15,2 0-69-15</inkml:trace>
  <inkml:trace contextRef="#ctx0" brushRef="#br0" timeOffset="9437.89">10229 13763 160 0,'0'0'2'16,"0"0"38"-16,0 0-5 15,0 0 0-15,0 0 8 16,0 0-8-16,-44-15-8 0,34 26-8 16,2 5-5-16,3 2-5 15,1 3-2-15,0 2-4 16,4 1-1-16,0-1 0 15,0 3 0-15,8-4 1 16,3 0 0-16,1-4-1 16,3-1 0-16,1-6 0 0,2-2 0 15,2-5 0-15,0-4 0 16,0 0 0-16,2-4 1 16,-1-5 1-16,-4-5-8 15,1 0-10-15,-3 1-26 0,-2-1-33 16,-3-1-50-16</inkml:trace>
  <inkml:trace contextRef="#ctx0" brushRef="#br0" timeOffset="9622.84">10443 13858 134 0,'0'0'57'0,"0"0"-9"16,0 0-2-16,0 0 3 15,0 0-13-15,0 0-20 16,0 0 13-16,0 0-9 15,41 13-8-15,-29 6-7 0,2 2-1 16,0 4-2-16,-1 0 2 16,1-3-2-16,-1 0 0 15,-2-4-20-15,-3-8-83 16,-4-4-211-16</inkml:trace>
  <inkml:trace contextRef="#ctx0" brushRef="#br0" timeOffset="10637.28">10714 14509 122 0,'0'0'6'0,"0"0"19"0,0 0 2 15,0 0-6-15,0 0-4 16,-22-40 6-16,22 33-3 15,0 1-5-15,4 1-5 16,4 1-1-16,2 2-5 16,3 2-1-16,3 0-1 15,-5 0-1-15,3 7-1 0,-3 3 0 16,-4 1 1-16,-1 2 1 16,-1 3 1-16,-4 1-1 15,-1 0 2-15,0 0-2 16,-1 0 0-16,-9-3 0 0,2 2-1 15,0-3-1-15,0-3-2 16,1-3-2-16,3-5-3 16,4-2 3-16,0 0-1 15,0-5-29-15,2-7 6 16,5-2 2-16,2-3 3 16,0-1-9-16,0-1 7 0,1-1 8 15,-2 1-13-15,-1 0 9 16,-1 3 22-16,-2 1 5 15,-1 2 8-15,-3 2 13 0,0 2 3 16,0 2-2-16,-3 1 0 16,-3 2-1-16,1 1-2 15,-3 3 9-15,2 0 0 16,0 0-15-16,0 6-2 16,3 5-4-16,3 3-3 15,0 1 0-15,0 0-2 16,3 3-3-16,8 0-1 0,0-1-2 15,2-2 0-15,5 1-1 16,-4-5 1-16,4-2 1 16,0-5 0-16,-3-1-2 15,-2-3-24-15,1 0-44 0,-7-7-49 16</inkml:trace>
  <inkml:trace contextRef="#ctx0" brushRef="#br0" timeOffset="10980.2">10950 14506 195 0,'0'0'24'0,"0"0"-1"0,0 0 20 0,8-43 2 16,-3 34-11-16,1 3-8 15,0 3-16-15,2 3-8 0,-4 0 0 16,3 7 1-16,-3 7-1 15,0 3-1-15,-2 1 1 16,-1 3 1-16,-1 2-2 16,0 1-1-16,0 0-2 15,0-3-3-15,0 1-6 0,0-6 3 16,0 0 4-16,0-6 2 16,1-1 1-16,-1-5 0 15,6-3 0-15,2-1 0 16,3 0 0-16,3-3 1 15,2-4 0-15,2-3-9 16,-3 3-24-16,-3 3-27 0,-3 1-32 16</inkml:trace>
  <inkml:trace contextRef="#ctx0" brushRef="#br0" timeOffset="11505.42">10052 15088 218 0,'0'0'5'0,"0"0"15"16,0 0-18-16,0 0 14 15,41 37 16-15,-10-17 21 16,5 7-22-16,10 6-11 16,8 5-10-16,9 6-3 0,4 3-2 15,7 3-1-15,1 0-1 16,4-1-2-16,-5-5 1 16,-3-1-1-16,-5-5 0 15,-6-4 0-15,-9-4 1 16,-4 0-2-16,-9-7 1 0,-7-4 0 15,-6-4 2-15,-6-4 1 16,-3-4-2-16,-5-5-5 16,-8-2-30-16,-3 0-32 15,0-6-18-15,-9-8-63 16</inkml:trace>
  <inkml:trace contextRef="#ctx0" brushRef="#br0" timeOffset="11881.73">11106 15640 112 0,'0'0'71'0,"0"0"-37"16,0 0-3-16,0 0-1 0,0 0 5 16,0 0-2-16,39 38-12 15,-28-22-5-15,1 3-8 16,-3 1-2-16,-2-1-3 15,-1 2 0-15,1 0-2 16,-6-2 2-16,-1 1-2 0,0-2 1 16,0 1-1-16,-6 1-8 15,-7-1-56-15,-9-2-57 16</inkml:trace>
  <inkml:trace contextRef="#ctx0" brushRef="#br0" timeOffset="12379.01">10060 15672 228 0,'0'0'1'0,"0"0"9"0,8-40 10 16,13 33-10-16,3 5-5 16,5 2-1-16,0 2 0 15,2 11 0-15,-6 3-1 0,-4 4-1 16,-5 1-1-16,-4 2 1 16,-5-1 1-16,-7 1-2 15,0 1 2-15,-4-4 0 16,-8 1-2-16,-1-4-2 15,0-2-5-15,-1-6-7 0,3-4 2 16,2-5 1-16,6-2-2 16,3-12-14-16,0-3-20 15,3-8-12-15,10-2-30 16</inkml:trace>
  <inkml:trace contextRef="#ctx0" brushRef="#br0" timeOffset="12576.32">10325 15566 138 0,'0'0'27'16,"0"0"30"-16,0 0-15 16,0 0-4-16,-44 9 4 15,30 7-8-15,5 5-8 0,0 1-7 16,5 3-7-16,4-3-4 16,0 2-5-16,0-1-1 15,11-1-1-15,5 2 0 16,1-2 3-16,2-2-2 0,2-2-19 15,2-3-43-15,-3-7-57 16,-6-5-141-16</inkml:trace>
  <inkml:trace contextRef="#ctx0" brushRef="#br0" timeOffset="13010.24">10446 15838 270 0,'0'0'4'0,"0"0"56"16,0 0-27-16,-5-37-13 0,12 33-5 16,5 4-5-16,-2 0-6 15,2 3-3-15,1 8 1 16,-2 3-2-16,-2 1 2 16,-2 1 0-16,0 1-1 15,-3-2 0-15,1-1-1 0,-1 0 0 16,0-3-1-16,1-4-2 15,2-2 1-15,-1-1 0 16,3-2 1-16,3-2 1 16,-1 1 0-16,5 1 0 15,-1 0 0-15,1 3 0 16,-3 0 1-16,0 3-2 0,-1 0 0 16,-5 2-6-16,-3 0 3 15,-4 1 4-15,0 2-1 16,-1 3 0-16,-7-1 1 15,-6 2 1-15,1 3 0 16,-5 0 3-16,1 2-2 0,0-1-2 16,0 0 1-16,-1-2-1 15,2-4-1-15,3-1 1 16,4-4-7-16,0-7-87 16,-1-3-85-16</inkml:trace>
  <inkml:trace contextRef="#ctx0" brushRef="#br0" timeOffset="13388.64">11558 15598 382 0,'0'0'-3'0,"0"0"0"0,-39 24 9 16,32 1 4-16,3 5 4 0,2 6 6 15,2 1-7-15,0 6-3 16,4-2-7-16,5 3-1 15,-3 0 0-15,1-3 0 16,0-4 2-16,-4-3-1 16,-1-5-5-16,0-5-18 0,-2-6-15 15,0-4-29-15,0-11-94 16</inkml:trace>
  <inkml:trace contextRef="#ctx0" brushRef="#br0" timeOffset="13762">11517 15750 370 0,'0'0'0'0,"-11"-50"4"16,11 28 21-16,0 6-14 16,6 5-8-16,5 4-2 0,3 3 0 15,1 4-1-15,-1 0 1 16,1 5 1-16,-2 8-1 15,-1 4 1-15,-1 0 3 16,-4 3-2-16,-2 1 0 0,-3 0 0 16,-2 2-2-16,0 0 1 15,0 0-2-15,-8-1 1 16,2 1-1-16,0-3 2 16,1 0-2-16,3-2 0 15,2-2 0-15,0-2 0 16,0-3 0-16,7-2 0 0,5-3 0 15,5-2-2-15,3-1 1 16,1-2 0-16,4 4 1 16,0 0 1-16,2 0 2 15,0 4-12-15,-3 1-31 16,-3 2-45-16,1-2-54 0</inkml:trace>
  <inkml:trace contextRef="#ctx0" brushRef="#br0" timeOffset="14120.07">11977 16012 341 0,'0'0'5'16,"0"0"-1"-16,2-49 18 16,3 40-11-16,3 4-9 15,4 5-1-15,-5 0 0 16,3 5 1-16,0 9 2 0,-5 4 1 15,1 5-1-15,-6 1-2 16,0 4-4-16,0-1-25 16,0 0 28-16,0-2-1 15,0-3 0-15,0-1 1 0,0-4-2 16,2-4 1-16,4 0 0 16,4-5-2-16,1 0 3 15,4-4 0-15,3-3 2 16,3-1-2-16,6 0 0 15,-3-7-3-15,7-6 2 0,0-2 3 16,1-4-2-16,-2 2-1 16,-3-2-45-16,-6-1-147 15</inkml:trace>
  <inkml:trace contextRef="#ctx0" brushRef="#br0" timeOffset="14818.8">9887 15191 103 0,'0'0'31'0,"0"0"-14"16,0 0-1-16,0 0-9 16,-4 38 8-16,4-17 6 15,0 11 6-15,13 11 2 16,7 13-1-16,9 12 15 16,9 17-3-16,10 18-10 0,3 12-11 15,7 11-1-15,4 6-9 16,3 2-2-16,-5-5-3 15,-1-8-1-15,-3-9 0 16,-3-10-1-16,-8-10 1 0,-2-7 0 16,-8-13-1-16,-6-9 1 15,-2-11-1-15,-7-13 1 16,-4-10-1-16,-5-13-1 16,-5-10 1-16,-2-6-9 15,0-1-6-15,-4-13 0 0,0-2-28 16,0-4-46-16,-6-1-57 15</inkml:trace>
  <inkml:trace contextRef="#ctx0" brushRef="#br0" timeOffset="15145.25">10549 17018 203 0,'0'0'58'0,"0"0"-60"0,0 0 4 16,13 43 1-16,8-27 9 16,3 0 4-16,7 2 9 15,3-2-4-15,2-1-6 0,-1 1-7 16,-1-5 0-16,-3-1 0 15,-6-3-2-15,-8-6 0 16,-3-1-5-16,-7-4-5 16,-5-9 0-16,-2-5-14 15,0-5-8-15,0-5 3 0,-6-1-26 16,-1-5-7-16,-1 0-63 16</inkml:trace>
  <inkml:trace contextRef="#ctx0" brushRef="#br0" timeOffset="15323.39">10883 16760 292 0,'0'0'3'16,"0"38"22"-16,0-8 23 16,0 11-16-16,1 5-8 0,1 2-4 15,3 0-9-15,1-1-6 16,1-3-3-16,-2-2-1 15,1-4-7-15,-4-7-49 16,-2-7-118-16</inkml:trace>
  <inkml:trace contextRef="#ctx0" brushRef="#br0" timeOffset="15962.88">9418 16422 232 0,'0'0'6'0,"0"0"-3"0,0 0 14 16,0 0 7-16,0 0-23 15,0 0-2-15,0 0 0 16,45-10 0-16,-21 28 0 15,-1 1 2-15,-4 5 0 16,-2 0-1-16,-3 2-3 0,-6-2-9 16,-6-1 17-16,-2 1 1 15,0-3-3-15,-12 1 1 16,-3-3-3-16,-3-3 2 16,-2-3-2-16,0-5 0 15,-1-6 0-15,4-2 0 0,3 0-2 16,4-10 1-16,7-3 1 15,3-3-1-15,0 1-8 16,9-4-24-16,7-1-22 16,-3-4-27-16</inkml:trace>
  <inkml:trace contextRef="#ctx0" brushRef="#br0" timeOffset="16234.15">9626 16337 215 0,'0'0'6'16,"0"0"42"-16,0 0-24 0,0 0-1 16,-43 7-2-16,30 6 16 15,1 5-12-15,3 2-9 16,3 4-2-16,2 3-7 16,4 0-2-16,0 1-3 0,4-2-1 15,9-2 0-15,3-2 0 16,2-4 0-16,6-7-1 15,1-6 2-15,4-5-1 16,-2 0 2-16,3-10-11 16,-2-6-29-16,-1-2-39 15,-7-2-7-15,0 1-82 0</inkml:trace>
  <inkml:trace contextRef="#ctx0" brushRef="#br0" timeOffset="16566.93">9864 16486 232 0,'0'0'6'15,"0"0"67"-15,0 0-33 0,-21 38-10 16,16-22-7-16,3 0-3 16,2 0-7-16,0 0-1 15,0 0-6-15,7-3-3 16,4-1 1-16,-1 0-4 0,5-1 0 16,2-2 2-16,-1-2-1 15,1-6 0-15,0-1 2 16,-2 0-6-16,-1-10-1 15,-4-3-11-15,0 1 14 16,-4 0 4-16,-3 2-3 16,1 2 0-16,0 6 0 0,-1 2 1 15,5 0 0-15,2 6 2 16,3 8 0-16,1 2-2 16,1 5-1-16,1 3 2 15,1 3 0-15,2 3-2 16,-2 0-41-16,-3 1-103 0</inkml:trace>
  <inkml:trace contextRef="#ctx0" brushRef="#br0" timeOffset="17122.87">11202 17146 285 0,'0'0'6'0,"0"0"40"16,0 0-20-16,0 0-25 16,0 0 1-16,-5 44 12 0,9-14 7 15,1 8-7-15,-1 3-6 16,-1 4-4-16,-1 1-1 15,0-3-2-15,-2 0 1 16,0-5-1-16,0-5 0 16,0-6 0-16,0-6 0 15,0-4-2-15,0-7-31 0,0-4-73 16,0-6-124-16</inkml:trace>
  <inkml:trace contextRef="#ctx0" brushRef="#br0" timeOffset="17625.1">11198 17256 312 0,'0'0'6'0,"0"0"-5"15,0 0-2-15,0 0-1 16,0 0 8-16,-17-46-1 15,20 34 6-15,5-1-1 16,4 0-4-16,-2 0-3 16,4 3-1-16,-1 2-1 0,4 3-1 15,-2 4 1-15,1 1-1 16,-3 0 2-16,2 7-2 16,-3 9 2-16,-4-1 1 15,-1 7 0-15,-3 0 2 16,-4 2-3-16,0 1 0 15,-2-1-7-15,-7 1 4 0,-1-2-1 16,-6 1 2-16,2-5-1 16,-1-1 0-16,1-5 1 15,4-3 0-15,0-4 0 16,6-3-1-16,2-1 1 0,2 1 0 16,4-2-4-16,8 2 2 15,5 0 3-15,2 3 0 16,4 3 0-16,4 2-1 15,-2 4 1-15,-1 1 1 16,1 4-1-16,-3 1 0 0,-3-1-4 16,-1-2-68-16,-6-4-61 15</inkml:trace>
  <inkml:trace contextRef="#ctx0" brushRef="#br0" timeOffset="17883.73">11644 17486 490 0,'0'0'7'0,"0"0"4"0,6 54-7 16,6-24 3-16,1 8-2 16,1-1 2-16,-1 0-4 15,0-2-1-15,1-3 0 16,-1-3-8-16,-1-9-68 16,-8-7-73-16</inkml:trace>
  <inkml:trace contextRef="#ctx0" brushRef="#br0" timeOffset="35164.91">17506 13914 16 0,'-4'0'8'0,"3"1"7"16,-1 2-16-16,1-3 9 16,0 0-5-16,-1 0 76 15,-2 0-71-15,0-3 8 0,2 3-6 16,-1 0 0-16,-1 0 1 16,0 0 4-16,1 0-8 15,0 0 0-15,1 0 4 16,0 0 4-16,0 0 2 15,0 0-4-15,2 0-2 0,0 0 0 16,0-1-6-16,4-1-2 16,6-2 2-16,9-1 10 15,5-1 6-15,10-3 3 16,4-2-3-16,7-1-2 16,1-2-4-16,5 0-1 0,-1 0-4 15,-3 0-2-15,-4 3-3 16,-1 0-3-16,-6 4 1 15,-7 0-1-15,-7 4-1 16,-4-1 1-16,-10 3 0 16,0 1-1-16,-8 0-1 0,0 0 1 15,0 0-1-15,0 0 1 16,-7 3-1-16,2 1-1 16,1-1-6-16,0 1-32 15,1-1-31-15,0-2 0 16,0-1-34-16</inkml:trace>
  <inkml:trace contextRef="#ctx0" brushRef="#br0" timeOffset="36120.21">18501 13432 84 0,'0'0'29'0,"0"0"28"15,0 0-22-15,0 0 0 0,0 0-3 16,0 0-1-16,0 0-2 16,0 0-4-16,0 0-1 15,0 0-8-15,0 0-5 16,-41-31-2-16,26 37-2 15,-3 1-4-15,-4 0-1 16,-3 1-1-16,-1 0-1 0,1 0 1 16,0-2 0-16,4 1 2 15,2-3 5-15,6 2-7 16,1-2-1-16,2 0 1 16,5-1-1-16,3 0 0 15,0 0 0-15,1 3 0 0,0 3 0 16,1 0 1-16,0 5-1 15,0 3-1-15,0 2 2 16,0 2 0-16,2 3-1 16,0-1 1-16,0 1 0 15,0-1 1-15,-1-1 0 0,-1-2 0 16,0-1-1-16,0-3 1 16,0-2 0-16,0-4 0 15,0-2-2-15,0-4 0 16,0-1 1-16,0-1-1 15,0-2 1-15,2 0 0 0,1 0 0 16,2-2 0-16,2-5-1 16,4 2 0-16,2-4 0 15,4 3 0-15,2-1 0 16,2 3 1-16,3 2-1 16,1 2 0-16,-3 0 0 0,1 0 0 15,-1 5 0-15,-3 5 0 16,-2 1 0-16,-3 3 0 15,-1 3 0-15,-3-1 0 16,-5 2 0-16,-1 2 0 16,-4-1 0-16,0 2 1 0,-6-4-1 15,-5 1 0-15,-3-2 1 16,-3 0-1-16,-2-4 1 16,-2-1-1-16,-3-2 1 15,0-2 0-15,-3-2-1 16,3-2 1-16,2-2 0 0,4-1 0 15,5 0-1-15,2 0 0 16,5 0-1-16,4 0-1 16,2 0-26-16,0 0-24 15,0 3-39-15,4-1 36 16,3-2-45-16</inkml:trace>
  <inkml:trace contextRef="#ctx0" brushRef="#br0" timeOffset="36387.28">18615 14027 252 0,'0'0'6'0,"0"0"12"0,0 0 14 0,0 0 15 16,0 47-13-16,-4-28-13 15,-1 2-6-15,-3 2-11 16,0 0-3-16,-1 1 0 16,-1 0-1-16,-1-3-8 15,-4 2-62-15,1-6-35 16</inkml:trace>
  <inkml:trace contextRef="#ctx0" brushRef="#br0" timeOffset="36900.68">19013 13685 189 0,'0'0'6'0,"0"0"34"0,0 0-10 0,0 0-13 0,0 0-2 15,0 0 4-15,0 0-5 16,0 0-10-16,0 0 11 15,0 0 3-15,57-21-6 16,-25 12-5-16,-1 1-3 16,-1-1-2-16,0 1-1 15,-4 3-1-15,-1 1-1 0,-6 1-35 16,-1-1-35-16,-4-2-24 16</inkml:trace>
  <inkml:trace contextRef="#ctx0" brushRef="#br0" timeOffset="37620.43">19420 13411 213 0,'0'0'4'0,"0"0"36"16,0 0-8-16,0 0-9 16,0 0 10-16,0 0-3 15,-7-40-11-15,16 33-5 16,-2 0-1-16,2 3-4 0,4-2-4 15,-2 5-2-15,2-1 0 16,1 2-1-16,-1 0-2 16,-1 0 1-16,-3 7-1 15,1 3 1-15,-6 2-1 16,2 2 0-16,-6 3 1 0,0 1-2 16,2 2 1-16,-9 2 0 15,-2 0 0-15,-2 1 0 16,-3 0-1-16,-1-2 0 15,1-3-1-15,3-3-1 16,1-5 3-16,5-4 0 0,2-4 0 16,3-2 0-16,0 0 1 15,5 0-1-15,6-3 0 16,2-3 0-16,4 2 0 16,0 0 0-16,3 4 0 15,-1 0 0-15,-2 0 0 0,5 9-1 16,-4 3 2-16,-1 1-1 15,-2 3 0-15,-3 1 0 16,-4 1 0-16,-2 1 0 16,-3-2 2-16,-3 0-4 15,0-1 4-15,-5-2-1 0,-4 0 2 16,-4-3 3-16,-5 1 0 16,0-4 2-16,-6 1-3 15,-1-2-1-15,-3-2-2 16,0-2 0-16,-1-1 1 15,2-2-3-15,7 0 0 0,0 0 0 16,9 0 0-16,1 0-13 16,8 0-20-16,2 0-22 15,0 1-42-15,0-1 25 16,2 0-81-16</inkml:trace>
  <inkml:trace contextRef="#ctx0" brushRef="#br0" timeOffset="37897.25">19779 13813 191 0,'0'0'99'16,"0"0"-99"-16,0 0 11 15,2 43 42-15,-6-22-21 0,-2 3 7 16,-1 4-22-16,-3 2-10 16,-2 1-5-16,0 1-2 15,-2-1-1-15,-2 2-14 16,-3-8-60-16,-2-4-60 16</inkml:trace>
  <inkml:trace contextRef="#ctx0" brushRef="#br0" timeOffset="38549.21">20220 13559 163 0,'0'0'7'0,"0"0"31"0,0 0-7 16,0 0-9-16,0 0-18 16,0 0 6-16,0 0 9 15,43-9 4-15,-17 4 13 16,4-3-8-16,5-1-8 15,0 0-3-15,1-1-5 0,-2 1-5 16,-1 0-2-16,-2 1-4 16,-4 1 0-16,-4 2-1 15,-1-1 1-15,-6 3-1 16,-2 2 0-16,-4 1-7 16,-3 0-20-16,-7 0-12 0,0 1-18 15,-2 5 8-15,-7-2-39 16</inkml:trace>
  <inkml:trace contextRef="#ctx0" brushRef="#br0" timeOffset="38922.07">20391 13375 184 0,'0'0'5'0,"0"0"49"16,0 0-22-16,0 0-9 16,0 0-8-16,0 0-10 0,0 0-2 15,0 0 27-15,0 0-9 16,-6 28-4-16,7-9-4 15,3 5 0-15,0 5-2 16,1 5-5-16,0 0 1 16,1 3-3-16,-2 1-2 0,0-5-1 15,1-2-1-15,-3-5 1 16,-2-2-1-16,0-4-1 16,0-3 1-16,0-3-9 15,0-3-32-15,0-5-48 16,0-4 1-16,0-2-103 0</inkml:trace>
  <inkml:trace contextRef="#ctx0" brushRef="#br0" timeOffset="39856.68">20898 13283 165 0,'0'0'5'0,"0"0"40"0,0 0-15 15,0 0 0-15,0 0-4 16,0 0 6-16,0 0 0 0,0 0-10 16,0 0-7-16,-17-35-5 15,17 30-4-15,0 0-1 16,0-1-1-16,1 0-1 16,3-2-1-16,2 1 0 15,2-2-2-15,2 2 1 0,2-1 0 16,3 1-1-16,-2 2 1 15,4 2-1-15,-1 2 0 16,3 1 0-16,-3 0 0 16,0 4 0-16,-1 6 0 15,-1 3-1-15,-3 4 0 0,-2 0-1 16,-4 4-2-16,-3 1-2 16,-2 3 1-16,0-2 1 15,-3 5-1-15,-8-1 3 16,-2 3 2-16,-3-1 0 15,0 2 0-15,-3-1 0 0,2-2 0 16,-1-2 0-16,5-4 0 16,-1-2 0-16,4-7 1 15,5-2 1-15,-1-6 3 16,3-2 3-16,1-2-2 16,2 0 0-16,0-1 1 0,0 0-3 15,11 0 1-15,0 0 1 16,5-1 1-16,5-2-4 15,6-1 0-15,5 0 1 16,2-1 5-16,6 1 1 16,1-1-5-16,-1 0-3 0,0 2 5 15,-7-1-3-15,-2 1-2 16,-7-1-1-16,-3 1 0 16,-7 0 1-16,-7 3-1 15,-1 0 0-15,-6 0-1 16,0 0 0-16,-5 3 0 0,-3 6 0 15,-8-1-9-15,0-1-43 16,-4-3-81-16,-4-4-192 16</inkml:trace>
  <inkml:trace contextRef="#ctx0" brushRef="#br0" timeOffset="80095.97">19425 13043 1 0,'0'0'27'0,"0"0"-16"0,0 0-9 16,0 0 5-16,0 0-4 15,0 0 2-15,0 0 1 16,0 0 6-16,0 0 13 16,0 0-10-16,0 0-3 15,0 0-1-15,10-37 6 0,-10 33-1 16,0 2-9-16,0-2 14 15,0 3-9-15,0-2-5 16,0 2 2-16,0-1-4 16,0 2 0-16,-2-2 1 15,2 0-1-15,0 1-2 0,-3-1-1 16,1 2 1-16,0-3 0 16,0 2 3-16,-2-1-4 15,-5 0 0-15,4 0 0 16,-3 1 2-16,1-1-1 15,-3 1-2-15,-1 0 3 0,2 1-1 16,0 0 1-16,0 0-1 16,1 0-1-16,0 0-1 15,-2 0 1-15,5 1-2 16,-3 2 0-16,1 1 1 16,-1 0-1-16,2-1 1 0,-2 3-1 15,1 1 0-15,-3-2 3 16,1 1-2-16,1 0 1 15,-2 1 0-15,2 2 1 16,-1-2-2-16,0 3 0 16,-2-2 0-16,2 1 2 0,-2 2-1 15,-1 0-1-15,1 2 0 16,1-1 0-16,0 0 0 16,0 1 0-16,0 3 1 15,1-1 3-15,0 2-3 16,-1 2 0-16,0 1 1 15,1 0-1-15,1 1 0 0,-2 0 2 16,2-2 0-16,0 0-1 16,2 0 1-16,-3 2 1 15,2 1-1-15,-3 0-1 16,0 3 1-16,1 3 4 16,-2 2-2-16,0 2 2 0,-1 1-1 15,1 4 0-15,0-1-2 16,2 0-1-16,-1 2-1 15,1-2 1-15,0 0-1 16,4 1 0-16,-1-2 1 0,3-1 1 16,1 2-1-16,0-4 1 15,2 1 1-15,0-3 2 16,0 1-5-16,2-2 1 16,3-1-2-16,3 0 2 15,-1-1-1-15,2 1 2 16,0 1-3-16,2 2 0 0,0 0 1 15,0 1-1-15,0-2 1 16,1-2-2-16,1 2 1 16,-1-3 1-16,1-4-3 15,1 1 3-15,3-1 0 16,-1-2-1-16,0 1 4 0,2-1 2 16,1 0-5-16,1 0 0 15,3 0-2-15,-4 0 1 16,0-3 0-16,1-1-2 15,-3 0 1-15,2-3-1 16,-4-3 1-16,1-1-1 0,-1-3 1 16,2-1-2-16,-1-3 2 15,3-1 0-15,-2-1 1 16,1-1-1-16,3 0 0 16,-2 0 0-16,4 0 0 15,-4 0-1-15,2-3 0 0,-4 0 1 16,3 0-1-16,-3-2 1 15,-1-1-1-15,-1 0 0 16,-1-1 1-16,0-1-1 16,1-2 1-16,-1 0-1 15,1-3 0-15,0-1 1 16,0-1 0-16,2 0-1 0,1-1 2 16,-3-2 0-16,1 1-2 15,0 0 2-15,2 0 0 16,-3 0-1-16,-1 0 1 15,-1 2-2-15,0 0 1 0,1-2 0 16,-4 0 1-16,2-2-1 16,-2 0 3-16,0 0-1 15,0 1 2-15,-2 3-1 16,-5-2-1-16,3 1 16 16,-2-2-3-16,-2-2-15 15,6-5 0-15,-4-4 0 0,1 1-1 16,3-1 0-16,-4 1 1 15,1 1-1-15,0 0 1 16,-2 3-1-16,1-3 2 16,0-2-2-16,1-1 0 15,0 0 0-15,0 1 0 0,-1 1 0 16,-2-1 0-16,-1 4 0 16,0 0 0-16,-1 1 0 15,0 2 1-15,0 0-1 16,0 1 0-16,-1 0 0 15,-2 0 0-15,-1-1 0 0,0 2-1 16,0-2 1-16,-1 0 0 16,1 1 0-16,0 0 0 15,0 2 0-15,1-2 0 16,-3 4-2-16,2-2 2 16,0 2-1-16,-1 3 2 0,0-3-2 15,2 1 2-15,-4 2-1 16,2-1 0-16,1 0-1 15,-4 0 1-15,3 1 0 16,-4 2 0-16,2-1-1 16,0-1 1-16,1 3 0 0,-2-3 0 15,2 1 0-15,-2-1 0 16,3-1 0-16,-3 4 0 16,2-2 0-16,-2 4 0 15,3 0 0-15,-3 0-1 16,1 2 1-16,-1 0 0 0,0 0-1 15,-1 0 0-15,-2 0 0 16,1 1 1-16,0-1 0 16,-2 2 0-16,1-3-1 15,1 1 1-15,-2 1 1 16,3-1-1-16,0 2 0 0,-3-1 0 16,4-1 0-16,1 1 0 15,-4 0 0-15,6 1 0 16,-2-2 1-16,1 1-1 15,1-1 0-15,-1 0 0 16,1 0 1-16,-2 2-1 0,1 0 0 16,0-1 0-16,-2 2-2 15,0 1 2-15,-1 2 0 16,0-1 0-16,-3 1 0 16,-1 1-1-16,-1 0 2 15,0 0-1-15,-1 0 1 16,2 0 0-16,-2 0-1 0,-1 1 0 15,3 2 0-15,-3-1 1 16,5-1 0-16,-3-1 0 16,1 3 0-16,2-3 1 15,2 0-2-15,2 0 0 0,-1 0 1 16,4 0-1-16,0 0 0 16,0 0 1-16,1 0-1 15,2 0 1-15,1-3-2 16,0-3 0-16,0 0 0 15,8-2-6-15,2-6-40 16,-2-9-74-16,-7-8-130 0</inkml:trace>
  <inkml:trace contextRef="#ctx0" brushRef="#br0" timeOffset="118000.62">24995 12529 86 0,'0'0'17'16,"0"0"20"-16,0 0-10 16,0 0 6-16,0 0-6 15,0-1 10-15,0-1-7 16,0 1-9-16,-1 1-5 16,1 0-2-16,0-2-2 0,0 2-3 15,0 0-1-15,0 0-4 16,0-1 1-16,4 1 3 15,5-3-3-15,4 2 1 16,3-1 5-16,4 0 0 16,1-1-4-16,5 1-1 0,1-1 0 15,0 0-2-15,0 0 0 16,-2 0-1-16,-1-1-1 16,-2 0 0-16,-3 0 0 15,-3 1-2-15,-3 0 2 0,-2 2-2 16,-1-2 0-16,-6 2 0 15,1-1 1-15,-2 2-1 16,-1 0-1-16,-2 0-15 16,0 0-9-16,0 0-22 15,0-1-58-15,0-5-48 0</inkml:trace>
  <inkml:trace contextRef="#ctx0" brushRef="#br0" timeOffset="118864.93">25874 12211 171 0,'0'0'2'0,"0"0"25"15,0 0-4-15,0 0 6 0,0 0 3 16,0 0 1-16,0 0-11 16,0 0-4-16,0 0-9 15,0 0-1-15,-37-24-4 16,21 24-1-16,0 4-1 15,-5-1 0-15,2 4 0 0,-3 0 0 16,1-1-1-16,2-2 0 16,1 0-1-16,5 1 0 15,1-3 1-15,5 1-1 16,0-3 1-16,3 3-1 16,2-2 0-16,-1 0 1 0,1 1-1 15,2 1-1-15,0 1 1 16,0 1 1-16,0 2 1 15,0 2-2-15,0 1 0 16,5 3 2-16,-2 0 1 16,0 0-1-16,1 1 2 0,1 2-1 15,-2-2 0-15,-1-1-1 16,1-2-1-16,0-1 1 16,-1 0-1-16,-2-4 0 15,2-2 0-15,-2-1 1 16,0 0 0-16,2-3 2 15,0 0 14-15,1 0 2 0,3-3-17 16,0-3-2-16,3 2 0 16,2-2-1-16,2 2 0 15,-2 1 0-15,1 2 0 16,2 1 1-16,1 0-2 0,0 0 1 16,1 4 0-16,-2 5 0 15,1 0 0-15,-2 3 0 16,-1-1-1-16,-4 1 0 15,0 0 2-15,-3 1-1 16,3-3-1-16,-7 2 2 16,-1-3-3-16,0 1 3 0,-3-1-1 15,-8-2-1-15,-3 0 3 16,-4 0-1-16,-3 0-1 16,-2-1 1-16,0-1 0 15,-1 1-1-15,1 0 0 0,4-2 0 16,4 1 0-16,3 0 0 15,2 1 0-15,3-2-9 16,3 0-30-16,2-3-16 16,2-1-81-16,0 0-66 15</inkml:trace>
  <inkml:trace contextRef="#ctx0" brushRef="#br0" timeOffset="120028.19">25186 13087 191 0,'0'0'19'0,"0"-4"23"16,0 3-12-16,0-1-7 0,0 2-9 16,0 0-7-16,0 0-2 15,3 0-2-15,3 0 12 16,1 0-1-16,4 2-1 16,-3-1 0-16,3-1-3 15,4 0 0-15,-2 0-3 0,4 0 1 16,1 0-3-16,0-3-2 15,2-2-2-15,-1-1 0 16,1 1 0-16,-1 1-1 16,-2 0 0-16,-1 1 1 15,-3 2-1-15,-2-1-1 0,0 2-11 16,-6 0-15-16,-1 0-10 16,-1 0-24-16,0 0-26 15,-3 0-33-15</inkml:trace>
  <inkml:trace contextRef="#ctx0" brushRef="#br0" timeOffset="120782.75">25758 12916 182 0,'0'0'9'0,"0"0"32"16,0 0 10-16,0 0-10 16,0 0-13-16,0 0-4 15,18-39-3-15,-13 33-7 16,0 1-5-16,1 0 1 15,3 0-3-15,0 0 2 0,1 0-2 16,2-1-2-16,-2 5 0 16,1-2-2-16,0 3-2 15,-1 0 0-15,2 0 0 16,-6 3-1-16,1 4 0 16,-2 1 0-16,-3 0 0 0,0 1-1 15,-2 2 1-15,1-2 2 16,-1 1-2-16,-5 0 0 15,-2 0 1-15,-2-1-1 16,-1 1 0-16,1-2 0 16,2-1 0-16,1-1 0 0,1-2-1 15,3-2 2-15,2 0-1 16,0 0-1-16,0-1 0 16,6 1 2-16,3-1 0 15,3 2-1-15,1-1 0 16,0 2 0-16,2 1 1 0,-4 1-2 15,2 2 2-15,-3-2-1 16,-1 3 0-16,-1 0 0 16,-2 0-1-16,0 2 1 15,-2-1 0-15,-3 1 0 16,0 0-1-16,-1 0 2 16,0 2-2-16,0 0 1 0,-4 0-1 15,-7-1 1-15,-2 1-1 16,-4-2 4-16,-3-1 0 15,-2-1 4-15,-3-1-2 16,-2-2-1-16,1 1 1 16,2-3 0-16,5-1 2 0,1-3-2 15,7 0-1-15,0 0 0 16,5 0-3-16,0 0 0 16,3-1 0-16,2-1-6 15,-3-2-40-15,-1-3-71 0</inkml:trace>
  <inkml:trace contextRef="#ctx0" brushRef="#br0" timeOffset="122433.72">25946 13591 142 0,'0'0'-13'16,"0"0"31"-16,0 0 0 15,0 0-8-15,0 0 6 16,0 0 10-16,0 0 2 16,0 0 7-16,0 0-5 15,0 0-9-15,0 0-2 0,-9-31 2 16,7 23 2-16,2-1-5 16,0-1-1-16,0-1-5 15,1 0-2-15,6 0-6 16,3 2-1-16,0 1 1 15,2 0-4-15,2 4 1 0,0 1 0 16,0 3 0-16,0 0-1 16,0 8 0-16,-3 7 0 15,-3 6-1-15,-1 3 0 16,-6 4 1-16,-1 2 0 16,-3-1-1-16,-8 1 2 0,-2-1-1 15,-3-2 0-15,0-1 1 16,-4-2 0-16,2-3-1 15,0-3 0-15,-1-2 1 16,4-4-1-16,4-2 0 16,3-5 2-16,5-1 1 15,3-2-1-15,0-2-1 0,9 0 5 16,9 0 3-16,2-2 2 16,5-6 1-16,3 1 0 15,0-1 1-15,-1 1-3 16,0 1-3-16,-3 0 0 15,-6 3-4-15,0 1-1 0,-4 1 1 16,-2 0-2-16,-4 1 0 16,-2 0 0-16,-3-2 0 15,0 2 0-15,-3 0 0 16,2 0-1-16,-2 0-1 0,0 0 1 16,0 0-1-16,0 0 0 15,0 0-9-15,0 0-32 16,0 0-8-16,0-1-55 15,0-10-90-15</inkml:trace>
  <inkml:trace contextRef="#ctx0" brushRef="#br0" timeOffset="125464.84">25907 12103 141 0,'3'-9'10'0,"1"1"22"16,-1-1-17-16,-2 1 0 16,0 1 10-16,0 0 1 15,0 0-5-15,-1 1 0 0,0 0-3 16,0-1-2-16,0 3-5 15,-1-2 1-15,1 3-3 16,0-2 2-16,-2-1 0 16,-2 0-2-16,-2 1-1 15,0 0-1-15,-2-2-1 0,-3 3-1 16,0-1-1-16,-2-1-1 16,-4 1 0-16,1 0 2 15,-2-1 0-15,1-1 3 16,-1 3-1-16,0-1-2 0,2 2-2 15,0-3-2-15,2 3 0 16,-2 1 0-16,0 0 0 16,0 0-1-16,-1 2 1 15,-3 0-1-15,0 0 1 16,0 0-1-16,-3 0 0 16,-1 0 0-16,1 4 0 0,-3 0 2 15,2 1-2-15,-1 1 1 16,0-1-2-16,2 2 1 15,0 2 1-15,1-2-1 16,1 1 0-16,3-1 0 16,-2 2 0-16,4 0 0 0,0-1 1 15,1-1-2-15,-4 3 2 16,1 0-1-16,1 0 0 16,-3-1 0-16,1 0 0 15,2 1 0-15,-3 0 0 16,5-1 0-16,-1 0 0 0,2 0 0 15,-2 1 0-15,3 0 0 16,-2-1 0-16,2-1-1 16,0 2 2-16,-1 0-1 15,1-1 0-15,0 1 0 16,1 0 0-16,1 1 0 0,1 0 0 16,-1-1-1-16,-2 4 1 15,4 0 0-15,-2 0 0 16,4 2 0-16,-5-1 1 15,2 3-2-15,3-1 2 16,-4 0-1-16,4 4 0 16,-1-3 0-16,-2 3 0 0,5-3 0 15,-3 2 0-15,1 0 1 16,1-1-1-16,1-1 1 16,2-4 0-16,1 3 0 15,2-2 2-15,0-4 1 0,0 4 1 16,2-3 0-16,5-1-1 15,0 3-4-15,0-1 3 16,2-3-1-16,2 3 1 16,-4-2-1-16,3 0 1 15,2 0-1-15,-1-2 0 16,-2 1 2-16,3-1-1 0,1-2 0 16,-2 0 3-16,3 0 1 15,-2-4-3-15,2 4 0 16,1-3 0-16,0 0-2 15,1-2 0-15,1 0 0 16,2-1 0-16,0 0 0 0,1-1 0 16,-2 2-1-16,1-2 1 15,2 0-1-15,-6 0 0 16,2 0 0-16,0 1-1 16,1-1 0-16,-5 3 1 15,3-3-1-15,-1 0 0 0,0 0 0 16,0 0 0-16,1 0 0 15,1 0 1-15,1 0-1 16,-2 3 0-16,2-6 1 16,-2 0-1-16,3 2-1 15,-2-1 1-15,0 1 0 0,5-1 1 16,-3 0-2-16,4 1 1 16,-3-1 1-16,2 0-1 15,-2-2 0-15,1 3 0 16,-1-2 0-16,0-1 0 15,-2 2 0-15,0-4 0 0,2 2 0 16,-3-3 0-16,0 3 1 16,3-2-1-16,0-2 0 15,2 1 0-15,-2 0 0 16,1 1 0-16,3-4 0 16,-3 4 0-16,3-1 0 0,-5-1 0 15,2 0 0-15,-2 3 0 16,-3-1 1-16,0-1-1 15,-4 1 0-15,0-1 0 16,0 0 1-16,-3 0-1 16,1-2-1-16,2 2 2 15,-2-4-1-15,2 2 0 0,-2-2 0 16,-1 0 0-16,0-2 0 16,2 2 0-16,-5-2 1 15,1 0-1-15,-1 3 0 16,2-1 0-16,-5-1 0 15,3 0 1-15,0-1-1 0,-1 0 0 16,2-1 0-16,-4 0 0 16,1 1-1-16,-2 0 2 15,2-1-1-15,-4 1 0 16,0 2 0-16,0-2 0 0,0 0 0 16,0 2 1-16,-3-3-2 15,-2-1 2-15,2 3-2 16,-4 0 2-16,2-2-1 15,1 1 0-15,-2-1 0 16,1 5 0-16,0-6 0 16,-1 2 0-16,1 0 0 0,0-2 0 15,-2-2 0-15,0-3 0 16,0 0 0-16,-1-1 0 16,0-4 0-16,-3 3 0 15,-3 0 0-15,1 2 0 16,-7 4-1-16,-3 1 0 0,-4 8 1 15,-6 3-1-15,-2 4 0 16,-5 4-34-16,-4 7-29 16,-2-8-72-16</inkml:trace>
  <inkml:trace contextRef="#ctx0" brushRef="#br0" timeOffset="129701.83">26610 12384 86 0,'0'0'41'0,"-1"-4"-9"0,-1-3 2 16,1 0-3-16,0 2-5 16,0 1-2-16,0 1-4 15,1-1-3-15,0 4-3 16,0-3 0-16,0 3-9 15,5-1-2-15,6 1 3 0,6-3 7 16,4 0 3-16,-1 2-5 16,4-1-4-16,1-2-1 15,-3 3-4-15,-1-1-1 16,-1 1-1-16,-3-1 1 16,1 2-1-16,-4 0 0 0,0 0-7 15,-2 0-26-15,-1 0-28 16,-2 0-6-16,0-4-41 15</inkml:trace>
  <inkml:trace contextRef="#ctx0" brushRef="#br0" timeOffset="130466.28">27212 12227 132 0,'0'0'10'0,"0"0"36"16,0 0-15-16,0 0 4 16,19-42 0-16,-17 35-9 0,0-1 6 15,-2-1-9-15,0 1-1 16,0-1-5-16,0-1-2 15,0 3-4-15,0-1 0 16,-6 0-1-16,0 2-1 0,-5 1-2 16,-1 2-1-16,-1 3-2 15,-3 0-2-15,-1 0-1 16,-2 2-1-16,2 4 1 16,-1 3-1-16,3-1 0 15,2 0 0-15,4 2-1 16,3-1 1-16,-1 2 1 0,5-3-2 15,2 2 1-15,0 0-1 16,0-1 1-16,10 1 0 16,0-2 0-16,3-1 1 15,5 0 0-15,-2 0-1 0,2-1 1 16,3 1-2-16,-3-1 1 16,3 1 1-16,-4 0-1 15,-1 3 1-15,-1 0-1 16,-2 1-1-16,-3-1 2 15,-2 2-1-15,-1-1 0 16,-3 3 0-16,-3-1 0 0,-1 0 0 16,0 1 0-16,-3-1-1 15,-6 1 2-15,-1-3-1 16,-3-1 1-16,-1-1-1 16,1-1 1-16,-3-1 8 15,5-2 4-15,-2-2-5 0,0-1 1 16,1 1-2-16,-1-3-1 15,4 0 1-15,1 0-1 16,0 0 4-16,1-4 1 16,1-4-1-16,3-4 0 15,1-3-5-15,2-3-2 0,0-3-1 16,0-2-1-16,5-2-1 16,4-1 1-16,4 2-1 15,-1 3 0-15,4 1-1 16,1 6-1-16,3 1-38 15,-1 2-19-15,-3-4-86 0,-3 0-168 16</inkml:trace>
  <inkml:trace contextRef="#ctx0" brushRef="#br0" timeOffset="133264.54">26806 12867 142 0,'-2'0'43'0,"1"-5"8"0,1 0-11 16,0-1 4-16,0-1-1 15,3 0-10-15,5 0-15 0,3 2-5 16,2-1-1-16,1 3-2 15,0-1-4-15,2 4-1 16,0-2-3-16,1 2-2 16,2 0 0-16,-2 0 1 15,4 0-2-15,-1 0 1 0,4 0-23 16,-3 2-40-16,0-5-54 16,-3-6-34-16</inkml:trace>
  <inkml:trace contextRef="#ctx0" brushRef="#br0" timeOffset="133840.93">27173 12732 188 0,'0'0'14'15,"0"0"51"-15,0 0-19 0,0 0 9 16,0 0-15-16,0 0-13 15,33-38-7-15,-23 35-5 16,0 1-3-16,2 1-5 16,2 0-1-16,-1 1-4 15,1 0 0-15,-1 0 0 0,0 4-2 16,-3 5 0-16,-1 2 2 16,-2 0-2-16,-2 2-2 15,-4 3 2-15,-1 2 0 16,0-1 0-16,-4 4 0 15,-8-3 2-15,1-1-2 0,-3-2-2 16,1-2 4-16,-1-4-1 16,5-2-1-16,1-2 2 15,5-1-2-15,-1-2 0 16,4-2 1-16,0 0 0 16,7 0-1-16,6 0 2 0,4 0-2 15,4 0 1-15,1 0 0 16,1 0-1-16,1 1 1 15,-4 6-2-15,0 2 1 16,-4 2 0-16,-6-1-1 16,-4 3 0-16,-4 1 1 0,-2-1 0 15,0-1-1-15,-9 1 1 16,-7-4 0-16,-1 1 1 16,-7-1 0-16,-3-1-1 15,-3-2 1-15,-2-1-1 16,0-2-1-16,2-1 2 15,4-1-1-15,6-1 0 0,5 0 0 16,3 0-34-16,5-5-48 16,1-10-73-16</inkml:trace>
  <inkml:trace contextRef="#ctx0" brushRef="#br0" timeOffset="134697">26893 13602 141 0,'-2'0'24'16,"2"0"32"-16,-3 0-15 16,2 0-5-16,1 0-10 0,0 0-5 15,0 0-3-15,0 0 2 16,0 0-6-16,0 0 1 15,6 0 0-15,6-2 0 16,4-4 5-16,5 2 2 16,2-2-8-16,1 2-3 15,-2 3-6-15,0 1-4 0,-1 0-1 16,-2 0 0-16,1 0 1 16,-3 0-1-16,-3 0-1 15,-2 3-10-15,-2-1-19 16,0 1-18-16,-5-1-54 15,0-2-19-15</inkml:trace>
  <inkml:trace contextRef="#ctx0" brushRef="#br0" timeOffset="136888.79">27465 13369 141 0,'1'-1'12'0,"-1"-1"31"0,0 2-14 16,0 0 11-16,0 0-8 16,0 0-5-16,0 0 4 15,0 0-15-15,0 0-9 16,0 0-3-16,0 0 3 0,0 5 8 15,2 7 28-15,0 2-20 16,0 4-6-16,1 2-5 16,-1 3 4-16,0 1-6 15,-1 2-3-15,0 1-2 16,-1-2-3-16,0 0 1 0,0-3-3 16,0-3 2-16,0-4 1 15,0-3-2-15,0-4 0 16,-1-1 0-16,1-2-1 15,-1-1 0-15,1-1 0 16,0 1 0-16,0-3-1 0,0 2-13 16,0-1-15-16,0-1-22 15,0-1-38-15,0-1-63 16</inkml:trace>
  <inkml:trace contextRef="#ctx0" brushRef="#br0" timeOffset="144571.87">28023 12800 166 0,'-1'-3'25'15,"0"-1"28"-15,1 1-25 0,0 2-10 16,0 1-6-16,0-1-4 16,0-1 0-16,5 1 19 15,5-1-1-15,5-2-7 16,4 1-3-16,5-4 3 0,5 0-2 15,2 3-5-15,1-4-2 16,-1 0-3-16,0 1-3 16,-3 1-2-16,-2 1-1 15,-3-1 2-15,-4 2-4 16,-1 1 2-16,-5-1-1 0,-1 2 1 16,-5 1-1-16,-3-1 0 15,-2 2 0-15,-1 0-4 16,-1 0-24-16,0 0-19 15,-2 0-17-15,-4 0-7 16,0 0-29-16</inkml:trace>
  <inkml:trace contextRef="#ctx0" brushRef="#br0" timeOffset="145161.99">28891 12437 191 0,'0'0'7'0,"0"0"34"0,0 0-18 0,0 0-11 0,0 0-4 16,0 0 9-16,0 0 9 16,-49 21 4-16,34-4 0 15,-2 4-6-15,1 1-6 16,0 3-3-16,3 2-2 16,1 3-3-16,1 2-3 15,5 1-1-15,2 0-2 0,4 3-3 16,0-4 0-16,3-2 0 15,7-4 1-15,7-4-2 16,-2-4 1-16,4-4 1 16,3-6 3-16,-2-5 1 15,3-3 5-15,0 0-4 0,-1-1-3 16,-3-8 1-16,0-6-1 16,-4 3 0-16,-1-5 0 15,-6-1 1-15,-3 0 1 16,-5 1 2-16,0 2 2 15,-9 0 3-15,-10 0-5 0,-3 8-2 16,-5 1-3-16,-4 3-2 16,0 3 0-16,-3 2-1 15,4 9 0-15,4 7-1 16,5-2-3-16,7 2-31 16,7-5-26-16,7-10-108 0</inkml:trace>
  <inkml:trace contextRef="#ctx0" brushRef="#br0" timeOffset="153306.97">27500 12066 20 0,'2'0'26'0,"-2"0"-8"0,0-1-16 16,0 1 43-16,0 0-39 16,0 0 0-16,0 0-4 15,0 0 3-15,0 0-5 16,0 0 0-16,0 0-3 15,-2 1-33-15</inkml:trace>
  <inkml:trace contextRef="#ctx0" brushRef="#br0" timeOffset="154838.9">27031 11921 14 0,'0'0'3'0,"0"0"21"16,0 0 6-16,0 0-1 15,0 0-3-15,35-41-7 16,-29 35 1-16,-3 1-6 16,-1 0 2-16,0 1 4 15,0 1 9-15,-2 3-4 0,0 0 4 16,0 0-14-16,-2 0-7 15,-4 0-4-15,-2 4 5 16,0 2 4-16,-4 1 3 16,1-1-2-16,-2 1 3 15,0-1-1-15,0 2-2 16,-2-1 0-16,1-1-1 0,-3 3-2 16,2-2-8-16,-4 0 1 15,2 0-3-15,-2 0 1 16,0 1-1-16,1-2 0 15,-2 1-1-15,0 0 1 16,0 0 0-16,-2 3-2 16,1-1 2-16,-2 1-1 0,0 3 0 15,2-2 0-15,-2 5 1 16,1-1-1-16,1 1 0 16,-1 2 1-16,0 2 1 15,1 0 2-15,-2 3 1 0,-1 1 1 16,3 2 0-16,1-1 0 15,-3 2-1-15,5 2-1 16,-2-1-2-16,3-1 1 16,2-2 0-16,0-2-1 15,2-2 2-15,3-2-1 0,2-2 1 16,-1-4 0-16,5-2-1 16,0-2 2-16,2 0-1 15,2-4-2-15,0-1 2 16,0-1-1-16,0 0 0 15,4-1-1-15,1 0 2 0,5 1 0 16,-1-2 1-16,1 1-3 16,1-1 0-16,2 2-1 15,-2-2 0-15,1 2-1 16,1 0 1-16,2 1 0 16,2-1 0-16,3 0 0 15,1 2 0-15,4 0-1 0,0-1 1 16,6-2 1-16,-1 4-1 15,3-2 0-15,3-1 1 16,1-1 1-16,0 0 1 16,0-2 0-16,2 0 0 0,-2 0 1 15,0 0 1-15,2 0-2 16,-1 0-1-16,-4 0-2 16,1 0 0-16,-1 1 0 15,3 1-1-15,-4-1 1 16,2-1-1-16,-1 0 1 15,0 0-1-15,1 0 1 0,-1 0-1 16,0-3 1-16,0-1-1 16,-2 0 1-16,-2 1-1 15,-2 0 0-15,-3-1 1 16,-3 2 0-16,-3-1-1 0,-2-1 0 16,-4 3 0-16,0-1 0 15,-4-1 0-15,-3 2 0 16,0-2-1-16,-6 0 1 15,0-1-4-15,0 0-34 16,0-5-31-16,-11-8-53 0,1-4-122 16</inkml:trace>
  <inkml:trace contextRef="#ctx0" brushRef="#br0" timeOffset="155985.72">26998 11886 58 0,'-1'-4'15'16,"1"2"20"-16,-1 0-4 15,1 0-5-15,0 2 2 16,-1 0-15-16,1 0-7 0,0 0 0 15,0 0 18-15,0 0 5 16,0 0-3-16,0 0-1 16,0 0 2-16,0 0 3 15,0 0-11-15,0 0 0 0,0 0 14 16,4 0-19-16,1 0-6 16,3 0 1-16,1 0 2 15,3 0 1-15,2 2-1 16,4 3-2-16,0 3 2 15,3 2 3-15,2 3-2 0,0 3-8 16,0 2 2-16,0 3 3 16,-1 2-1-16,-1 1 2 15,2 1-2-15,-2-1 0 16,1-2 2-16,-2 1-3 16,3-4 0-16,1-1-1 0,-4-1 0 15,2 1-1 1,-3-3-2-16,-2 2 0 0,-3-2 0 15,-2 0 0-15,-3 2 1 16,-1-2 0-16,0 2-2 16,-2 0 2-16,0 0 0 15,2 3-2-15,-2-1 0 0,1 0 0 16,0 0 1-16,1 1-1 16,-1-1 0-16,3-1 0 15,-4-4 0-15,3 2 0 16,-1-2 0-16,-1-2-1 15,-2-1 0-15,0-3 0 0,0 2 0 16,-1-3 0-16,1-1-1 16,-2 0 1-16,2-1-1 15,0 1 0-15,-2-2 0 16,2-1 0-16,-2 3 1 16,0-5-2-16,-1 2 1 0,-2-2 1 15,1 1-1-15,-1-2 0 16,0 0 0-16,1 1 0 15,-1-1 0-15,0 0 0 16,0 0 1-16,0 0 0 16,0 0-1-16,0 0 0 0,0 0 0 15,0 0 0-15,0 0 0 16,0 0 0-16,-2 0 1 16,0 0-2-16,2 0 2 15,-2 0-2-15,1 0 1 16,0 0 0-16,-1 0 1 0,2 0-2 15,0 0 2-15,0 0-2 16,0 0 2-16,0 0-1 16,0 0 0-16,0 0-1 15,0 0 1-15,0 0 0 16,-2 0 0-16,2 0 0 16,0 0 0-16,0 0-1 0,0 0 1 15,-1 0 0-15,1 0-1 16,-2 0 0-16,1 0-2 15,-1 0-3-15,-2 0-30 16,0 0-40-16,-1 0-70 16,-4-17-299-16</inkml:trace>
  <inkml:trace contextRef="#ctx0" brushRef="#br0" timeOffset="157550.21">25243 15612 149 0,'0'0'5'0,"0"0"0"16,0 0 2-16,0 0 5 16,0 0 0-16,0 0 7 0,0 0 19 15,0 0-3-15,54 12-9 16,-31-12-8-16,6-4-2 15,2 0-5-15,0 0-1 16,1 2-5-16,-1 0-3 16,-4 1-2-16,-3 1 1 15,-2 0 0-15,-6 1-1 0,1-1 0 16,-6 0 0-16,-2 0-1 16,-3 0-7-16,-1 2-47 15,-3-2-27-15,-2 0-63 16</inkml:trace>
  <inkml:trace contextRef="#ctx0" brushRef="#br0" timeOffset="158338.34">26176 15237 171 0,'0'0'12'16,"0"0"22"-16,0 0-25 16,0 0 1-16,-39 12 1 15,18-7 6-15,-2 1-3 16,-3-1 2-16,1 0-2 0,-1-1 0 15,1 1 2-15,2-2-1 16,3-1-2-16,2 1-2 16,5-1-3-16,1-1-2 15,6 2-4-15,0-2-2 16,3 2 1-16,1 2-2 16,0 3 1-16,-1 3 1 0,2 4 1 15,0 4-2-15,1 5 2 16,-1 2-1-16,0 3 1 15,0 2 0-15,0-1-2 16,0-2 3-16,0-4-2 0,0-3 0 16,1-5 0-16,0-2 0 15,0-7 0-15,0 0 1 16,0-4 2-16,0-3 3 16,0 0-1-16,1 0 1 15,3 0 2-15,5 0-6 0,-2-5-1 16,6-1-2-16,2-1 1 15,3 0-1-15,1 1 0 16,3 0 1-16,-3 2-3 16,4 3 3-16,-2 1-1 15,0 0 0-15,0 0 0 16,1 8 0-16,-6 2 0 0,2 6 0 16,-5 1-1-16,-3 3 2 15,-4 0-1-15,-1 2 0 16,-5-2 1-16,0 0-1 15,0 0 1-15,-9-3 0 16,-3 0-1-16,-5 0 1 0,-2-5 0 16,-4 2 0-16,0-3-1 15,0-1 2-15,-2 0-2 16,1-4 2-16,4-2-2 16,-2-3 0-16,5-1 0 15,2 0 0-15,1 0-2 0,2-2 2 16,5-4-3-16,2 0 1 15,3 0-3-15,0 1-37 16,2 1-30-16,0-1 1 16,0 2-29-16</inkml:trace>
  <inkml:trace contextRef="#ctx0" brushRef="#br0" timeOffset="159212.2">27093 15516 168 0,'0'0'38'16,"0"0"-1"-16,0-1 4 0,0 1-39 16,0 0 1-16,0 0-1 15,6 1 1-15,1 3 9 16,5-1 7-16,3-2 1 15,5-1-4-15,0 0-5 16,5 0-1-16,0 0-3 16,1-2 0-16,1-4-4 0,-5 2-1 15,2-1 0-15,-1-2 1 16,-6 4-3-16,-1-1 1 16,-4 0-1-16,-1 2 0 15,-6-1 0-15,-3 2-1 0,-1 1-2 16,-1-1-4-16,0 1-35 15,0-3-34-15,0-3-40 16</inkml:trace>
  <inkml:trace contextRef="#ctx0" brushRef="#br0" timeOffset="159995.84">27814 15290 134 0,'0'0'12'15,"0"0"29"-15,0 0-5 16,0 0-14-16,0 0-1 16,0 0 10-16,0 0 2 15,-7-38 0-15,14 29-10 0,1 2 1 16,3-3-13-16,2 2-3 16,1-1-3-16,1 2-2 15,1 1 1-15,3 3-1 16,-2 2-2-16,0 1 0 0,1 0 0 15,0 1-1-15,-5 5 0 16,-2 3 0-16,-3 2 0 16,-4 3 1-16,-4 2 0 15,0 1-1-15,-4 4 1 16,-7-2 0-16,-3-2-1 16,-2 1 0-16,-2-1 1 0,-2-5-1 15,1 0 0-15,0-2 0 16,1-3 1-16,3-1-1 15,2-2 0-15,5-1 0 16,1-3 0-16,5 0 1 16,2 0 0-16,0 0-2 0,10 0 2 15,5 0-1-15,3-4 0 16,4 0 0-16,-2 1 0 16,5 1 0-16,0 2 0 15,1 0 0-15,-4 2 1 16,-1 8-1-16,-2 1-1 0,-3 6 2 15,-4 3-1-15,-5 1 0 16,-3 3 1-16,-2-1-1 16,-2 2 1-16,0-2 1 15,-7-1 0-15,-4-3-2 16,-5-1 2-16,-1-3 1 0,-5-2 6 16,-4 0 8-16,-3-2-4 15,-1-2-6-15,-3-2-2 16,1-3-2-16,1 1 0 15,3-7-1-15,4 2 1 16,6 0-2-16,2-5 0 0,7-8 0 16,3-1-1-16,6-2-1 15,0-1 0-15,4-2-25 16,1-5-89-16</inkml:trace>
  <inkml:trace contextRef="#ctx0" brushRef="#br0" timeOffset="166355.59">18193 15020 51 0,'-8'16'81'0,"4"0"-74"15,0 1 17-15,2 1-2 0,2 0 3 16,0 1-4-16,0-1-2 15,1 1-4-15,6-3-3 16,0 2-3-16,2-2 2 16,-2 1-2-16,1-2 2 15,2 2-2-15,-1 2 1 0,2-1-2 16,0 3-1-16,2 1-1 16,1 1 0-16,-1 1-1 15,2 0-1-15,2-1 0 16,3-1-1-16,-2-2-1 0,2-3 1 15,0-3 0-15,-2-5 0 16,2-1-1-16,-5-2-1 16,1-4 2-16,-3-2-1 15,2 0 0-15,0 0 0 16,1-3 3-16,-1-6-1 16,1 1-1-16,-1-4 0 0,1 1-1 15,-3-2-1-15,1 2 0 16,-1-2-1-16,1 0 2 15,-1-2-1-15,5-1 0 16,-4-4-1-16,4 2 0 0,1-2 0 16,0-2 1-16,3 2 0 15,-4-1-1-15,6 0-1 16,-3 5 2-16,3-4-2 16,2 2 2-16,4-1-1 15,2 1 0-15,4 0 0 0,-1-1 0 16,2 4 2-16,1 0-2 15,-2 1-2-15,-2 4 4 16,1 1-2-16,-2 3 0 16,-1 3 1-16,2 3 0 15,-2 0 0-15,1 0 0 16,1 2 1-16,-1 5 1 0,2 2-2 16,-5 1 2-16,-1 3-1 15,-2 0 2-15,-3 1-1 16,-6 2 0-16,0-1-2 15,-3 2 2-15,-1 0-1 16,-3-1 0-16,-2-1-1 0,0 1 0 16,-3-2-1-16,1-1 1 15,-4-2-1-15,0-2 1 16,0-2-1-16,-1 0 0 16,0-3 0-16,-2-2 1 15,3-1-1-15,-1 1 0 0,-2-2 1 16,0 0 1-16,0 0 1 15,0 0 4-15,0-3-5 16,0-2-1-16,0-2 0 16,-2-1-1-16,-1-2 1 15,-1-1-1-15,2-2 0 16,0-1 0-16,-1-1 0 0,-1-2 0 16,1 2 0-16,1-2 0 15,0 1 0-15,1 1 0 16,1-1 0-16,0 2 0 15,0-2 0-15,0 1 0 0,0 0 0 16,4-1 0-16,2 0-1 16,0-1 1-16,4-1 0 15,1 0 0-15,-1 1 0 16,4 0 1-16,0 0-1 16,4 4 0-16,-3-1 0 15,3 1 0-15,2 2 0 0,0 2 0 16,3 2 1-16,-2 1-2 15,2 2 2-15,-4 4-1 16,1 0 0-16,-1 0 1 16,0 0-1-16,-2 0 1 0,0 0-1 15,-3 0 2-15,1 0 0 16,-2 0 1-16,1 0 1 16,-2-4 9-16,-1-5 3 15,1 0-6-15,-4-1-3 16,1-3-1-16,-1 1-2 15,-2-5 2-15,-1 1-4 0,-2 1 0 16,0-2 0-16,-1 1-1 16,0 1 0-16,-2-2 0 15,0 1-1-15,0-2 0 16,0-1 0-16,0-4 0 16,0-1 1-16,0-3-1 0,-4-1-1 15,-2-3 1-15,1-1 0 16,-3 1-1-16,2 1 1 15,2 5-1-15,4 2-1 16,0 6-2-16,0 3-23 16,0 3-56-16,-4-2-108 0</inkml:trace>
  <inkml:trace contextRef="#ctx0" brushRef="#br0" timeOffset="179627.19">27854 16636 132 0,'6'1'36'16,"6"-1"-26"-16,5 0 2 15,9 0 21-15,11-1 19 16,12-7-1-16,13-2-6 15,9-3-8-15,8 2-14 0,9-5 2 16,5 2-7-16,1-1-6 16,3 0-5-16,-3-1-3 15,-2 0-1-15,-3 1 0 16,-6 1 0-16,-9 0-1 16,-7 0-2-16,-6 2 0 0,-9-2 1 15,-9 4-1-15,-8 2 0 16,-9-1 0-16,-9 3-1 15,-6-1 1-15,-7 3-1 16,-4-2-3-16,0 2-4 16,-3 1-32-16,-8-2-71 15,0-3-2-15</inkml:trace>
  <inkml:trace contextRef="#ctx0" brushRef="#br0" timeOffset="180045.71">29165 16219 102 0,'0'0'34'16,"0"0"15"-16,0 0-17 0,0 0 7 15,0-40 7-15,0 37 2 16,0 3-4-16,0 0-18 15,4 0-22-15,2 7-1 16,3 3 9-16,5 5 1 0,6 0-3 16,2 2 0-16,6 2-2 15,2-1-4-15,0 2-2 16,0-3-1-16,-3-1 0 16,-2-2 0-16,-6-3 0 15,-6 2-1-15,-5-3 2 16,-8 2-1-16,0 0 9 0,-17 5 7 15,-10 4-2-15,-6 2-7 16,-8 4-4-16,-3 3-3 16,-1 1 0-16,0-1 0 15,5 1-1-15,6-3-2 16,6-5-10-16,7-1-24 0,6-8-11 16,7-5-50-16,8-9-60 15</inkml:trace>
  <inkml:trace contextRef="#ctx0" brushRef="#br0" timeOffset="180670.17">30088 15716 77 0,'0'0'19'0,"0"0"-12"15,0 0 17-15,12-37 15 0,-11 32-7 16,-1 3 9-16,0 2 4 16,0 0-6-16,0 14-22 15,-2 12 34-15,-1 11-9 16,3 11-1-16,-4 11-12 15,4 10-9-15,0 6-5 0,0 9-5 16,0-2-6-16,0-3-2 16,1-4 0-16,2-9-2 15,-3-10 2-15,0-12-1 16,0-11-4-16,0-8 1 16,0-5-9-16,0-7-13 0,-6-6-20 15,-1-7-35-15,-4 0-25 16,0-8-37-16</inkml:trace>
  <inkml:trace contextRef="#ctx0" brushRef="#br0" timeOffset="181336.56">29868 15878 214 0,'0'0'1'0,"-13"-37"3"16,11 18 14-16,2 1 12 15,0 1-2-15,8-1 0 16,4 1-3-16,7-1-5 15,3 3-4-15,5 1-3 16,5 2-6-16,4 1-2 0,4 3-2 16,3 3-2-16,1 2 2 15,-1 3-3-15,-1 0 2 16,-8 6-2-16,-3 6 0 16,-5 6 1-16,-7 5-1 15,-6 6 1-15,-10 1-1 16,-3 4 1-16,-8-1 4 0,-12 2 4 15,-6-2 0-15,-8-2-4 16,-4-2-1-16,-8-2-2 16,-1-2 1-16,-2-2-1 15,0-2 0-15,3-2-2 0,4-5 1 16,8 0 1-16,8-5 1 16,8 0 0-16,7-4-1 15,8 1-1-15,3-2 0 16,11 0 5-16,11 2-3 15,9 1 2-15,8 3 1 16,4 4-1-16,6 3-1 0,-2 6 1 16,1 2-3-16,-6 4 1 15,-1 1-2-15,-2-1-1 16,-9-1 1-16,-3-1-2 16,-2-3 1-16,-7-5 0 15,-2-3 0-15,-3 0-1 0,-3-5-6 16,-2-5-15-16,0-3-38 15,-3-3-35-15,0 0-84 16</inkml:trace>
  <inkml:trace contextRef="#ctx0" brushRef="#br0" timeOffset="182293.7">30908 15943 106 0,'0'0'8'16,"0"0"23"-16,0 0 9 16,0 0 2-16,0 0 14 15,0 0-16-15,0 0-21 0,0 0 6 16,0 0 4-16,-49 20-10 16,26-2-5-16,1 5-7 15,-3-1 3-15,0 2-3 16,1-1-5-16,3-1 0 0,4-3-1 15,5-4-1-15,2-3 2 16,2-4-2-16,5-3 0 16,2-4 0-16,1-1 0 15,0 0 4-15,8-6 0 16,4-5-3-16,2-5 0 16,5-2-1-16,0-5 1 0,1 2-1 15,1-2 0-15,1-1 0 16,-2 3 0-16,-3 1 0 15,-1 3 0-15,-4 1 0 16,-2 3 0-16,-2 5 1 0,-4 2 4 16,-2 3 16-16,-1 3 2 15,-1 0-18-15,0 9-2 16,-4 6 8-16,-4 6 8 16,-2 4-6-16,1 7-1 15,-1 5 1-15,-1 5-1 16,2 4 0-16,1 2-5 0,1 1-3 15,4-1-1-15,-2-4-2 16,5-6-1-16,0-6 0 16,0-5 1-16,0-6 0 15,5-4-1-15,-1-2 0 16,-1-3 0-16,-1-3-2 0,2-1-11 16,-2-3-18-16,0-1-8 15,-2-3-16-15,0-1-42 16,0 0-69-16</inkml:trace>
  <inkml:trace contextRef="#ctx0" brushRef="#br0" timeOffset="182703.71">30542 16604 213 0,'0'0'26'0,"0"0"26"16,0 0-21-16,0 0-7 15,0 0 21-15,0 0-10 16,0 0-12-16,0 0-10 15,0 0 7-15,50 0-2 0,-20-2 4 16,10-2-3-16,2 1-1 16,7-1-5-16,1 0 6 15,2 0-6-15,-4 1-10 16,-1 0-2-16,-9 2 0 16,-5-1-1-16,-7 2 1 0,-6-1-1 15,-6 1 0-15,-7 0-1 16,-7 0-4-16,0 0-30 15,-12 0-50-15,-9-1-98 16</inkml:trace>
  <inkml:trace contextRef="#ctx0" brushRef="#br0" timeOffset="188730.19">26044 16017 69 0,'2'0'69'15,"-1"0"-49"-15,-1 0-2 16,0-3-1-16,0 2-2 15,1 1-6-15,2 0-4 0,-1 0-3 16,5 0-2-16,6 1 7 16,3 5 37-16,10 1-30 15,8 5 15-15,8 0-17 16,10 4 2-16,6 1-3 16,9 6 0-16,6 1-2 15,6 3-3-15,2 3-2 0,1 1 1 16,4 0-1-16,3-2 1 15,3-4 0-15,1-4 2 16,1-2-1-16,0-6 0 16,-2-1-2-16,-8 0-1 15,-2-1 0-15,-7 1 1 0,-6-1-2 16,-8 0 0-16,-3 1-2 16,-6-4 0-16,-8 1 1 15,-8-1 0-15,-7-1-1 16,-5 0 1-16,-8 0-1 15,-5 1 0-15,-6-1-1 0,-3 0-1 16,-2 0-1-16,0 0-9 16,-4-2-59-16,-3-4-31 15,1-1-92-15</inkml:trace>
  <inkml:trace contextRef="#ctx0" brushRef="#br0" timeOffset="189266.2">27980 15908 85 0,'0'0'78'15,"0"0"-39"-15,0 0-17 0,0 0 18 16,43 61 1-16,-27-28-9 16,5 9-2-16,4 11-5 15,4 5-8-15,5 4-8 16,1 1-6-16,1 1-3 0,4-3 0 15,-2-4 0-15,2-5-1 16,-3-5 1-16,4-3-2 16,-1-8-1-16,-1-5-6 15,-2-10-44-15,-2-12-33 16,-7-9-158-16</inkml:trace>
  <inkml:trace contextRef="#ctx0" brushRef="#br0" timeOffset="190610.19">23578 15489 130 0,'-13'0'32'0,"3"0"15"0,5 0-2 15,3 0-7-15,2 0-13 16,9 0-21-16,12 0-1 16,6 0 4-16,8 0 4 15,6 0 6-15,4-1-7 0,3-4-3 16,1 1-2-16,-4-2-4 15,-2 2 0-15,-1 1-3 16,-5 0 2-16,-8 2-3 16,-4 0-3-16,-7-1-17 15,-7-1-41-15,-8-4-38 0</inkml:trace>
  <inkml:trace contextRef="#ctx0" brushRef="#br0" timeOffset="190836.89">23869 15269 231 0,'0'0'6'0,"0"0"7"16,0 0 50-16,-39-20-13 15,39 28-39-15,0 11-2 16,0 5 19-16,6 9-10 16,1 2-4-16,-1 8-8 0,1 2-4 15,-4 6-1-15,-3-1-1 16,0 3-1-16,0-2 0 15,0-6-13-15,0-5-33 16,0-9-5-16,1-8-17 16,9-12-59-16</inkml:trace>
  <inkml:trace contextRef="#ctx0" brushRef="#br0" timeOffset="191213.7">24143 15375 183 0,'0'0'13'0,"27"-44"-10"15,-11 24 24-15,5 5 13 16,-2 6-21-16,4 6-1 16,-4 3-2-16,3 3-5 0,-7 14-7 15,-3 6-1-15,-7 5-2 16,-5 5 0-16,0 4 0 15,-7 1 1-15,-10 1-2 16,-2-4 2-16,-1 1-1 0,-1-5-1 16,-1-4 0-16,7-7 0 15,3-5 0-15,6-6 1 16,6-5-1-16,0-4-1 16,16 0 9-16,5-4 0 15,10-5 0-15,4-2-1 0,5-2-5 16,2 3 0-16,3 0-2 15,-9 6 0-15,-3 1-2 16,-9 3-16-16,-10 3-54 16,-7 6-48-16</inkml:trace>
  <inkml:trace contextRef="#ctx0" brushRef="#br0" timeOffset="191594.36">24001 15933 99 0,'0'0'96'0,"0"0"-37"0,0 0-23 15,-58-4-5-15,30 27-19 0,-9 11 15 16,-11 10-4-16,-10 14-5 15,-11 9-6-15,-10 8-4 16,-8 5-4-16,-8 5-3 16,-3-1 0-16,4-7 1 15,10-8-1-15,14-8 23 0,12-10 4 16,16-11-15-16,12-10-10 16,11-9-3-16,10-7 0 15,5-6-1-15,4-8-7 16,2 0 0-16,9-8 3 15,4-7-17-15,-1-4-3 0,1-1-10 16,-2 0-19-16,-3-2-16 16,-5 1-29-16</inkml:trace>
  <inkml:trace contextRef="#ctx0" brushRef="#br0" timeOffset="191887.08">22859 16629 183 0,'0'0'16'0,"0"0"10"16,-40 0 28-16,29 8-24 16,0 7-24-16,-1 8-1 15,-3 4 6-15,0 7 4 0,-2 0-1 16,-3 2-5-16,-1 0-3 16,2-1-2-16,3-3 1 15,1-5 1-15,8-4 2 16,5-7 2-16,2-8-2 15,14-5-3-15,10-2 10 0,10-2-1 16,11-12-7-16,8-4-4 16,0 1-1-16,1 1-2 15,-6 5 0-15,-7 1-12 16,-9 5-125-16,-11 1 48 16</inkml:trace>
  <inkml:trace contextRef="#ctx0" brushRef="#br0" timeOffset="192263.96">21899 17260 237 0,'0'0'-6'0,"-13"-40"15"16,10 26 27-16,3 12 19 16,0 2-14-16,3 16-32 15,3 13 21-15,3 12 1 16,-1 11-2-16,-3 9-9 16,-3 8-13-16,-1 7-5 0,-1 2-1 15,0 4-1-15,0-3 0 16,-3-4 0-16,-2-6-1 15,0-12 0-15,3-10 1 16,1-15-4-16,1-14-10 0,0-8-30 16,2-10-18-16,6-7-12 15,0-16 8-15,0-14-86 16</inkml:trace>
  <inkml:trace contextRef="#ctx0" brushRef="#br0" timeOffset="192637.97">21854 17450 245 0,'0'0'10'0,"-27"-72"19"16,24 36 12-16,3 5-17 0,10 1-13 16,12 7-7-16,0 2-2 15,9 8 0-15,1 6-1 16,3 7 0-16,-1 2-1 15,-3 15 0-15,-4 8 0 0,-5 7-1 16,-8 6 0-16,-7 3 1 16,-7 0 0-16,0 0 0 15,-5-2-1-15,-9-2 0 16,-3-4 0-16,-5-2 0 16,1-1 1-16,1-5 1 0,2-1-2 15,5-2 3-15,4-4-2 16,7-1 3-16,2 0 2 15,11 0-1-15,5 2 2 16,10 2 0-16,4-1-3 16,5 4 0-16,0 0-3 15,3 3 0-15,1 3-2 0,-3-3-7 16,-1 0-20-16,-1-6-25 16,-3-5-122-16</inkml:trace>
  <inkml:trace contextRef="#ctx0" brushRef="#br0" timeOffset="193038.76">22591 17947 322 0,'0'0'1'0,"0"0"28"0,-40-41 28 0,33 27-22 16,1 0-19-16,4-3-9 15,2 4-2-15,0 0 0 16,10 0 1-16,4 1-4 0,1 4 0 16,4 4-1-1,0 4-1-15,2 2 0 0,-1 13 0 16,-4 7 0-16,0 5 0 16,-2 4-1-16,-4 3 1 15,-3 3-2-15,-5 3-3 16,-2-1-5-16,0 0-3 0,-5-3-11 15,-2-1 22-15,-1-7 3 16,3-7 0-16,3-4 2 16,2-5 0-16,4-5 6 15,11-6 5-15,13-1-1 16,14-3-8-16,11-9-3 0,13-10-2 16,6-12-14-16,4-14-218 15</inkml:trace>
  <inkml:trace contextRef="#ctx0" brushRef="#br0" timeOffset="207901.98">9908 13411 160 0,'0'0'5'0,"0"0"16"0,0 0-11 16,0 0 2-16,0 0-4 0,-23-41-5 15,23 35-1-15,0 3-2 16,2 0 1-16,3 2-1 16,1-2 0-16,1 2 0 15,0 0 0-15,-1 1 0 16,1 0 0-16,-3 0 1 0,-2 0-2 16,-2 5 1-16,0 6 0 15,0-2 0-15,-2 5 0 16,-7 2 1-16,-1 2-1 15,-4 3 1-15,1 1-1 16,-3 1 1-16,0 1-1 0,-2 1 0 16,-1 1 1-16,-2 1-1 15,-3 0 0-15,-1 1 0 16,-4 3 1-16,-1 1 3 16,2 3 3-16,-3 1 2 15,2 2-3-15,2 2 0 16,-2 2 2-16,4 2-3 0,0-1-1 15,0 1-3-15,4 3 0 16,-4 3-1-16,0 2 1 16,0 5-1-16,1 1 2 15,0 3-2-15,-1 2 1 0,3 2-2 16,-1-1 2-16,2 2-1 16,0 0 0-16,2 0 0 15,2 0 0-15,-1-2 1 16,1 3-1-16,-2 0 0 15,4 0 0-15,-3 3 0 0,3 1 0 16,1 2 0-16,3-1 0 16,1-1 1-16,6 0-1 15,0-1 0-15,4-2 0 16,0 2 0-16,0-3 0 16,0 2 0-16,4 3 1 15,1 1-1-15,2-1 1 0,-1 1-1 16,-1-2 0-16,3-2-1 15,0-3 1-15,0-1 0 16,1-2 0-16,0 2 0 16,2 0-1-16,0 2 2 15,1 1-1-15,-1-1 0 0,0 1 0 16,1 0 0-16,-1 0 0 16,2-2 0-16,1-1 0 15,-1 1 0-15,5-4 0 16,-3 0 1-16,1-2-1 15,1-4 0-15,2-4 0 0,1-4 0 16,0-2 0-16,4-4 0 16,-1-5 0-16,2-4 0 15,2-2 0-15,-1-2 0 16,3-2 0-16,4-3 3 16,-1 0 2-16,6 0 0 0,-2-4-2 15,2 0 0-15,0-2-1 16,2-3-1-16,-4 0 0 15,0-4 0-15,-3-1 1 16,0-3-1-16,-4-2 3 16,1-4 3-16,1-1 9 0,-4 1-5 15,2-1-5-15,0-1 2 16,0-5-3-16,-2-2 1 16,2-2 1-16,-3 1-3 15,3-5 2-15,-2 1-1 16,0-1-1-16,0-3 2 0,0 0 4 15,-4-1-3-15,0-1 1 16,2-3 3-16,0 0 5 16,-3-2-10-16,2 0-2 15,1-2-1-15,0-1-1 16,-2 2 0-16,-1-5-2 0,0 0 1 16,-2 2-1-16,1-2 2 15,-4 0-1-15,2-2-1 16,0-1 0-16,-1-1 2 15,-3-3-2-15,2 0 1 16,-4-1-1-16,0 2 0 16,-4 0 0-16,-2 1 0 0,0 3 1 15,-5-1-1-15,0 0 0 16,-2-5 0-16,0-1 4 16,0 1 2-16,1-5-5 15,1-1 6-15,2 0 2 0,2 0-5 16,1-1-3-16,3-1 0 15,2 2 0-15,2-1-1 16,-3-1 1-16,2 1-1 16,1 0 0-16,-1-1 0 15,-1 2 1-15,1 0-1 0,-2-2 2 16,-1 0-2-16,0-3 0 16,-1 1 1-16,-1-2-1 15,0-1 0-15,-1 0 0 16,1 0 0-16,-3 0 0 15,2-2 1-15,-1-3 2 0,1 3 0 16,-1-1-1-16,2 0-1 16,-2 0 5-16,1-3-5 15,-1 1-1-15,1-1 1 16,0 0-1-16,-4 1 1 16,1 3-1-16,-2 0 0 15,0 0 0-15,-2-1 0 0,-2 3 0 16,2-3 1-16,0-1-1 15,-7 1 0-15,0-3 0 16,-4 0 0-16,1-2 0 16,-3-1 1-16,3-2-1 15,-1 2 0-15,-5 0 0 0,3 5 0 16,-3 0 0-16,0 3 1 16,-2 1 0-16,-2 1-1 15,-2 1 0-15,-2-1 0 16,-3 0 0-16,-2-1 0 15,-1 1 1-15,-1-1-1 0,-4 2-1 16,1 1 1-16,-2 3 0 16,-4 1 0-16,1 2 0 15,-3-2 1-15,-1 0-1 16,-3-2 0-16,2-1 0 16,-4 2 0-16,4-2 0 0,-1 4 0 15,-1-2 3-15,0 5 2 16,0-1 0-16,0 1-2 15,2 4 0-15,-3 0-1 16,3 9 1-16,0 3 0 16,1 5-1-16,-1 5 0 0,0 8-2 15,0 6 1-15,-3 1-1 16,2 18 0-16,2 8-5 16,1 5-42-16,-6-3-55 15,2-13-134-15</inkml:trace>
  <inkml:trace contextRef="#ctx0" brushRef="#br0" timeOffset="-193673.19">12985 8626 179 0,'0'0'-1'16,"0"0"7"-16,0 0-1 15,0 0-1-15,0 0-1 0,0 0-1 16,42-13 2-16,-33 13 2 15,3-1-3-15,-1 1-1 16,5 0-1-16,-1 0 0 16,1 0 0-16,1 0 0 15,4 1-1-15,-1 1 1 0,6 2 2 16,-1-3 0-16,4 1 2 16,3-2 2-16,5 4 0 15,2-4 0-15,3 3-4 16,2 1 0-16,6 0-1 15,2-1 4-15,2 2-2 16,7-1 0-16,0-2 0 0,7 0-2 16,1 1-1-16,4-2 0 15,6-1 0-15,3 0 1 16,5 0 1-16,2 0 0 16,5 3 1-16,-2-1 2 15,2 0 1-15,-1 4-4 0,-1-2 26 16,2 2-23-16,-2 1-3 15,5-1 1-15,3 1-1 16,-2 0 0-16,0 0-1 16,1 1-1-16,4 0 0 15,1-1-1-15,1-1 2 0,5-1-2 16,-3 1 0-16,0 1 0 16,0-3 0-16,-1 2 0 15,-3-2 0-15,2 1 1 16,-2-2-1-16,-1 2 0 15,-2-3 1-15,-2 2-1 0,-2 0 3 16,-1 2 0-16,-5 0 1 16,-5 2-2-16,-3 1-1 15,-7 3-1-15,-4 0 0 16,-6 0 0-16,-7 0 1 16,-5 2-1-16,-7-3 0 0,-5 2 0 15,-5 0 0-15,-5-2-1 16,-3 2-2-16,-4-2-15 15,-2-1-23-15,-9-2-39 16,-3-8-2-16</inkml:trace>
  <inkml:trace contextRef="#ctx0" brushRef="#br0" timeOffset="-189634.8">6063 9799 50 0,'0'0'-38'15,"0"0"36"-15,0 0 1 16,44 0 1-16,-27 0 0 15,0 0 6-15,1 0 7 0,1 0-4 16,2 0-5-16,2 0 2 16,2 0 10-16,4 0 3 15,0 0-4-15,2 0-1 16,2 0-2-16,3-5 0 16,2 0-3-16,5 0 1 0,1 2-1 15,3 0-1-15,6-1-1 16,4 2 0-16,3 1 3 15,5 0-1-15,1-1 2 16,7 2-1-16,0 0-1 0,1 0-6 16,8-1-2-16,1-1 0 15,5 0-1-15,-2 0 0 16,9-1 1-16,3-2-1 16,2 0 0-16,1-1 1 15,2 0-1-15,4 1 1 16,1-2 1-16,1 4 2 0,3-1 4 15,-3 0 0-15,3 1-2 16,2 0 2-16,-2 1-4 16,2-2 2-16,2 2-3 15,0-1-1-15,2-3-1 16,5 3 0-16,2-4 1 0,3-3-1 16,4 2 2-16,-2-1-1 15,3-1 0-15,2 4 0 16,-1 1-1-16,-1 2 0 15,-2 3-1-15,0 0 1 16,-1 0-2-16,-5 0 5 16,-2 4-2-16,-6 3-1 0,-1 2 0 15,-11 2-1-15,-5-2 1 16,-8 1 3-16,-5-2 6 16,-4 1 4-16,-10-4 3 15,-3 0-4-15,-5-4-4 0,-3-1-2 16,-6 0-3-16,-3 0-1 15,-1 0-2-15,-5-4 0 16,0 1-1-16,-3 0-2 16,-5-1-34-16,-10-5-66 15</inkml:trace>
  <inkml:trace contextRef="#ctx0" brushRef="#br0" timeOffset="-176302.86">29133 3211 198 0,'0'0'2'0,"0"0"9"15,0 0-12-15,0 0 1 0,0 0 0 16,0 0 3-16,0 52 6 15,2-33 7-15,2 5 0 16,1 4 2-16,2 5-5 16,0 1-3-16,2 4-3 15,-1 3-5-15,0 2-1 16,0-3-1-16,-2 0 0 0,-1-5 0 16,-2-5-1-16,1-7-6 15,-4-7-13-15,1-7-12 16,-1-7-22-16,0-2-47 15</inkml:trace>
  <inkml:trace contextRef="#ctx0" brushRef="#br0" timeOffset="-175793.14">29113 3258 268 0,'0'0'-16'0,"0"0"33"0,0 0 11 16,-29-42-3-16,27 35 0 16,2-1-3-16,0 2 6 15,0-1-11-15,4 3-11 16,7 0-3-16,1-1-3 15,6 5 0-15,-1 0 0 0,2 0 0 16,-1 0 0-16,-3 3 0 16,-1 4-2-16,-2 2 2 15,-3 1 0-15,-3 0-2 16,-3 2-1-16,-3 1-4 16,0 4-4-16,-7 2-2 15,-5-1 5-15,-5 2 0 0,-2 1 2 16,-1-4 3-16,3 0 0 15,2-1 3-15,4-2-1 16,1-4 1-16,7 0-1 16,3-1-1-16,0-1 1 15,6 1 0-15,8-2 1 0,1 3 0 16,4 0 0-16,3-1 0 16,-3 2 0-16,-2-3 0 15,-1 2-1-15,-1 0 1 16,-4-1 0-16,-2 0-6 15,1 0-17-15,-2 1-15 0,0-3-14 16,-2-3-51-16</inkml:trace>
  <inkml:trace contextRef="#ctx0" brushRef="#br0" timeOffset="-175581.01">29459 3577 236 0,'0'0'32'0,"0"0"-3"16,0 0-27-16,0 0 6 0,0 0 4 15,9 44-1-15,-6-24-7 16,1 1-2-16,0 5-2 16,-3 0 0-16,0-2-4 15,-1-3-38-15,0-3-8 16,0-8-48-16</inkml:trace>
  <inkml:trace contextRef="#ctx0" brushRef="#br0" timeOffset="-175232.85">29762 3309 274 0,'0'0'0'0,"0"0"48"0,0 0-1 16,0 0-20-16,0 0-15 15,0 0-5-15,37-43-2 16,-21 36 0-16,6-1-3 16,1 3 0-16,-2 4-2 15,0 1 0-15,-1 0-4 16,-4 0-51-16,-7 1-17 0,-4 5 0 16,-5 1-75-16</inkml:trace>
  <inkml:trace contextRef="#ctx0" brushRef="#br0" timeOffset="-175061.69">29742 3422 187 0,'0'0'16'0,"0"0"-3"16,0 0-10-16,0 0 20 16,52-6 3-16,-23-3-13 15,1 0-9-15,2-1-3 0,3 2 1 16,-3-3-7-16,-1-1-50 15,0-1-95-15</inkml:trace>
  <inkml:trace contextRef="#ctx0" brushRef="#br0" timeOffset="-174779.97">30491 2981 350 0,'0'0'14'0,"0"0"-10"15,0 0-4-15,6 42 1 16,-3-16 0-16,-2 3 0 16,0 6 0-16,-1 2-1 15,0 1 0-15,0-1-1 0,0 0-1 16,0-5-47-16,0-6-4 15,0-9 0-15,0-8-59 16</inkml:trace>
  <inkml:trace contextRef="#ctx0" brushRef="#br0" timeOffset="-174576.37">30692 3201 359 0,'0'0'-3'0,"0"0"26"16,48-32 7-16,-21 21-5 15,5 1-11-15,2 3-4 16,3 0-2-16,3 4-6 16,0-1-2-16,2 1 0 0,0 0-13 15,3-2-60-15,0-6-41 16,2-7-75-16</inkml:trace>
  <inkml:trace contextRef="#ctx0" brushRef="#br0" timeOffset="-174355.68">31527 2825 443 0,'0'0'-53'16,"0"0"76"-16,0 0-27 0,0 0 5 15,-12 63 1-15,9-32-1 16,1 2 1-16,-1 3-1 16,-1 1-1-16,2-1 0 15,-1-1 0-15,1-5-3 16,-1-3-50-16,-1-5-29 0,2-9 2 16,-1-6-118-16</inkml:trace>
  <inkml:trace contextRef="#ctx0" brushRef="#br0" timeOffset="-173918.87">31523 2930 289 0,'0'0'-1'15,"6"-56"38"-15,0 32-5 0,5 2-22 16,2 4 10-16,4 1 8 15,-1 5-9-15,1 1-9 16,1 4-6-16,1 6-3 16,-4 1-1-16,1 0 0 15,-4 6-1-15,-3 6 0 0,-4 2 0 16,-4 4-10-16,-1 1-8 16,-4 3 3-16,-8 1 1 15,-6 1-1-15,-3-3 6 16,-1 2-4-16,0-5 5 15,3-2 7-15,-1-2 1 0,5-3 2 16,4-1-2-16,4 0 1 16,5 0-1-16,2 0 0 15,0 3 0-15,11-2 1 16,4 5 0-16,4 1 2 16,4-1-2-16,1-1 0 15,1 0 0-15,-1 0 0 0,-1-5-24 16,-1-1-49-16,-4-7-80 15</inkml:trace>
  <inkml:trace contextRef="#ctx0" brushRef="#br0" timeOffset="-173605.79">31861 3159 310 0,'0'0'22'0,"0"0"15"15,0 0-5-15,0 0-9 0,40-32-2 16,-35 32-11-16,-2 0-8 16,-2 8-1-16,-1 5-1 15,0 3 0-15,-1 1 0 16,-7 3-1-16,-2 0-5 16,-3 2-9-16,-1-2-1 0,-1 1-8 15,3-2-7-15,0-1 14 16,4-2 3-16,4-4 4 15,4 0 5-15,5-6 3 16,13-2 2-16,10-4 1 16,8 2 1-16,5-2 2 15,8 0-4-15,0 0 0 0,0-3 0 16,-8-4-58-16,-5-6-195 16</inkml:trace>
  <inkml:trace contextRef="#ctx0" brushRef="#br0" timeOffset="-161181.81">29830 4124 79 0,'0'4'61'0,"0"0"-52"0,0 6-6 0,0 5 13 15,0 3 14-15,0 9 3 16,0 2-9-16,0 6 1 16,5 2-14-16,-1 3-7 15,2 2 0-15,0 2-2 16,3-5-2-16,-3-2 0 0,-1-6-2 16,1-6 0-16,-4-5 0 15,-1-4 0-15,-1-8-7 16,0-3-50-16,0-5-64 15</inkml:trace>
  <inkml:trace contextRef="#ctx0" brushRef="#br0" timeOffset="-160676.22">29828 4229 205 0,'0'0'4'16,"0"0"-1"-16,0 0 7 16,-25-44 16-16,25 33 0 15,0-1-3-15,0-2 2 16,10-3-12-16,3 0 0 15,5 5-2-15,4-3-7 16,3 5-3-16,-2 2 1 0,1 3-2 16,-2 4 1-16,-4 1-1 15,-3 0 0-15,-4 4-1 16,-4 5 0-16,-2 2 0 16,-5 1 0-16,0 2-1 15,-7 1 2-15,-2 2 0 0,-4 0-4 16,-6 0 8-16,3 0-2 15,-2 0-5-15,4 0 6 16,-1-1-2-16,6-1 0 16,4 1 0-16,2-1-3 15,3 0 5-15,3 1-3 0,6-2 3 16,4 1-2-16,4 0-1 16,0-1 0-16,1 0-1 15,1 0-1-15,-1 1-1 16,-3 0-20-16,-2-1-43 15,-4-3-50-15</inkml:trace>
  <inkml:trace contextRef="#ctx0" brushRef="#br0" timeOffset="-159531.22">30222 4526 209 0,'2'-3'6'0,"0"-6"31"0,3 0 3 16,1 0-23-16,1-2 0 16,1-1 4-16,3 0-3 15,1 3-3-15,-2-2-5 16,3 2-4-16,0 2-3 0,1 3-1 16,-3 1-1-16,0 3 0 15,0 0-1-15,-7 7 0 16,-1 7 0-16,-3 3 1 15,0 7 1-15,-3-1-1 16,-7 4-1-16,-5 0 1 16,1 0 0-16,-4-3-1 15,4-1-1-15,0-2 2 0,2-9 0 16,2 1-1-16,4-5 1 16,5-4 0-16,1-1-1 15,0-3 1-15,9 0 1 16,7 0 0-16,5-3-2 0,6-4 0 15,1-3-1-15,3-3 0 16,3-1-4-16,-4-6-53 16,-1-3-40-16</inkml:trace>
  <inkml:trace contextRef="#ctx0" brushRef="#br0" timeOffset="-159293.98">30580 4245 297 0,'0'0'24'0,"0"0"-18"0,0 0 2 16,14-38 1-16,3 30-7 15,1 4-1-15,4-2-1 16,-1 4 0-16,1 2-1 0,-6 0-5 15,-2 0-58-15,-6 2-73 16</inkml:trace>
  <inkml:trace contextRef="#ctx0" brushRef="#br0" timeOffset="-159123.43">30588 4303 236 0,'0'0'12'16,"0"0"6"-16,0 0-18 15,0 0 9-15,0 0 6 16,47-4 0-16,-20-5-8 0,2 1-7 16,4-5 0-16,1 3-2 15,2-6-2-15,2-2-59 16,-2-8-59-16</inkml:trace>
  <inkml:trace contextRef="#ctx0" brushRef="#br0" timeOffset="-158921.72">31149 3911 354 0,'0'0'6'16,"0"0"18"-16,0 0-17 15,0 0-4-15,12 51 3 0,-7-21 5 16,1 4-2-16,-1 3-5 16,3-1-4-16,-4 2 0 15,2-4-3-15,1-2 1 16,-2-4-5-16,3-6-28 15,-2-7-43-15,1-9-39 0</inkml:trace>
  <inkml:trace contextRef="#ctx0" brushRef="#br0" timeOffset="-158716.85">31347 4138 393 0,'0'0'3'15,"0"0"-2"-15,57-38 1 16,-28 28 0-16,6-3 1 16,5 3 1-16,1-1-2 0,3-2-2 15,1 4 0-15,-2-6-3 16,-2-1-67-16,-1-8-69 16</inkml:trace>
  <inkml:trace contextRef="#ctx0" brushRef="#br0" timeOffset="-158528.9">32052 3811 500 0,'0'0'16'0,"0"0"-28"16,-2 57 20-16,4-24-5 0,1 4-2 15,-1 0-1-15,-1 1 0 16,-1-2-1-16,0-1-1 15,0-1-3-15,0-4-15 16,-5-7-51-16,-2-5 0 0,0-9-38 16,3-9-21-16</inkml:trace>
  <inkml:trace contextRef="#ctx0" brushRef="#br0" timeOffset="-158158.85">32095 3888 355 0,'0'0'5'16,"7"-50"2"-16,-1 31 15 16,-1 3-11-16,3 4-4 15,-2 5 7-15,1 0 7 0,0 3-10 16,1 4-4-16,1 0-5 16,2 0-2-16,0 2 0 15,1 7 0-15,1 0 0 16,-4 2-2-16,-1 4 2 15,-6 0-3-15,-2 0 1 16,0 3-3-16,-8 0 1 0,-9 2 2 16,-2-1 0-16,-4-2 2 15,0 0 3-15,2-2-2 16,1-1-1-16,6-2 2 16,3-1 0-16,4-1-1 15,7 0-2-15,0 2 1 0,9-1 4 16,7 0-1-16,7 2-6 15,6-1 2-15,4 1 0 16,3-5-20-16,-3-5-95 16,0-3-118-16</inkml:trace>
  <inkml:trace contextRef="#ctx0" brushRef="#br0" timeOffset="-157970.83">32463 4125 471 0,'0'0'-3'16,"0"0"-3"-16,0 0 13 16,20 57-5-16,-11-27-1 15,-2 4-1-15,-1 4-37 16,-4-3 0-16,-2-4-84 16</inkml:trace>
  <inkml:trace contextRef="#ctx0" brushRef="#br0" timeOffset="-156414.78">29781 4999 155 0,'0'0'49'15,"0"0"-45"-15,0 0-1 16,51 1-1-16,-8-1 25 15,17-7 0-15,15-1 7 16,16-4-5-16,17-3-12 16,8-4-4-16,9 1-3 0,10-4 2 15,11 0-2-15,5-3 1 16,5 0 5-16,6 1-2 16,7-4-2-16,0 2-2 15,-3-1-1-15,-7 3-3 0,-7 3-1 16,-13 3 0-16,-9 2-1 15,-16 4 0-15,-10 2 3 16,-10 0 4-16,-10 4-2 16,-12-1-4-16,-13-1 0 15,-12-1 0-15,-12-3 1 0,-8-4 4 16,-9-3 5-16,-7-8-7 16,-5-7 4-16,-6-7-7 15,0-6-4-15,-1-7-2 16,-7-4 2-16,0-2 0 15,1-1 0-15,7-1-1 0,0 2 0 16,0 3 0-16,9 2-1 16,2 1 1-16,-2 3 0 15,1 0 0-15,-3 2-1 16,-4 4 0-16,-3 2-4 16,0 7 2-16,0 6-1 0,-6 3 1 15,-3 5 2-15,1 4 3 16,1 2-5-16,-1 4 6 15,-1 0-5-15,-1 5 1 16,-2 0 2-16,-6 1-3 16,-4 2 2-16,-8 1-2 15,-10 3 2-15,-12 0 0 0,-10 0-2 16,-10 0-1-16,-11 0-2 16,-8 0 7-16,-5 0-4 15,-8 0 2-15,-5 0 2 16,-6 0-1-16,-6 0 2 15,-6 0-3-15,-6 0 1 0,-2 3 0 16,-7 6 0-16,-1 2-1 16,-1 0-1-16,1 1 1 15,0 2 1-15,2 0-3 16,7 0 1-16,1 1 4 16,8-3-4-16,4-2 0 0,12 1 2 15,8-5 0-15,8-2-1 16,10 1-1-16,9-3 3 15,10 2-3-15,8-2 2 16,8 2-1-16,10 1 0 16,10 0 1-16,8 1-1 0,7 4 0 15,6 4 0-15,6 3-1 16,-2 8 1-16,3 4 0 16,0 8 1-16,0 9 0 15,0 10 0-15,3 11 0 16,-2 13-1-16,0 6 1 0,2 11 0 15,1 4 0-15,2 1-1 16,1-4 1-16,2-3-1 16,0-7 0-16,-4-11 1 15,0-13 0-15,-1-7-2 16,-2-12 1-16,-2-11 0 0,0-11 1 16,0-9-2-16,0-5 2 15,0-5-1-15,0-1 0 16,1-3 0-16,-1 0 0 15,0 0 3-15,1 0-2 16,-1 0 0-16,3 0-1 0,-1 0 1 16,2 0 0-16,-1 0 1 15,2 0-3-15,2 0 2 16,5-3-1-16,1 1 0 16,12 0-1-16,13-1 0 15,18-5 3-15,21 0-3 0,28-2 3 16,24-1-2-16,20-6-7 15,5-8-77-15,2-13-164 16</inkml:trace>
  <inkml:trace contextRef="#ctx0" brushRef="#br0" timeOffset="-132875.15">14677 4909 190 0,'0'0'53'0,"0"-41"-52"16,1 21 0-16,7 3 3 0,3 6-1 15,5 2-1-15,-1 4-2 16,4-1 0-16,5 3 0 15,5 3 0-15,1 0 1 16,5 0-1-16,5 1 1 0,2 8-1 16,5 0 0-1,2 2 1-15,3 2-1 0,6-1 0 16,3 0 1-16,5 2-1 16,3-4 0-16,6 4 0 15,8-7 1-15,3 2-1 16,6-2-1-16,9 0 1 15,2-4 0-15,5 1 1 0,5-1-1 16,7-3 0-16,3 1 0 16,3-1 2-16,3 0-2 15,4 0 3-15,2 0 3 16,5 0 1-16,0 0-2 16,5 0 3-16,0 0-3 0,5-4 1 15,1 1 0-15,1-1-3 16,1 0 2-16,1-2-2 15,4 0-2-15,-1-1 0 16,2 3 1-16,-2 1-1 0,-1-1-1 16,1 4 1-1,-5 0-1-15,0 0 0 0,-3 0 0 16,-2 0 1-16,-1 4-1 16,0-1 1-16,-2 1-1 15,1-1 0-15,-1 1 0 16,1-2 1-16,-2 2-1 0,0-3 0 15,-2 1 3-15,-2-2-3 16,1 0 1-16,0 0 0 16,0 0 0-16,0 0-1 15,-3 0 0-15,1 0 1 16,-2-4-1-16,1-1 1 0,-3 0-1 16,3-1 1-16,-1 1 0 15,2 0 0-15,-1-1 1 16,1 1-1-16,-2 0 3 15,-2-2-3-15,-1 2 1 16,-3-2-1-16,-1 0 1 0,0-2-1 16,-4 1-1-16,0-1 1 15,-4-2-1-15,-2-1 1 16,-3 1 1-16,-4-2-1 16,-8 3 11-16,-3-4 6 15,-9 3-4-15,-5-2 2 16,-15 4-4-16,-6 2-4 0,-12 0 1 15,-9 1-6-15,-9 2-2 16,-7 1 0-16,-9 2-1 16,-3-2 1-16,-7 3-1 15,-1 0 1-15,-8-1 1 0,0-1 1 16,-1 0 4-16,0 0 9 16,0-1-11-16,-4-1-4 15,-5-1 0-15,0 1 0 16,0 1 0-16,0 1 1 15,1-1-1-15,1 3 1 0,1 0-2 16,-2 0 0-16,-1 0 0 16,0 3 0-16,-3 5 0 15,0 1-17-15,0-9-91 16,1-10-121-16</inkml:trace>
  <inkml:trace contextRef="#ctx0" brushRef="#br0" timeOffset="-128594.88">4736 13371 15 0,'13'2'12'0,"3"2"-1"0,-1-3-9 16,3 1-1-16,-2 1 31 15,4-2-18-15,0-1-5 16,0 0-5-16,2 0 0 16,3 0 2-16,0 0-1 15,1 0 4-15,3 0-6 0,0-1 0 16,2-2 5-16,3 0 4 16,5 1-1-16,-2-2 0 15,3-1 1-15,3 1 2 16,0-1-7-16,4 0-2 15,-1 0-1-15,2-1 0 0,2 2 4 16,4-1 2-16,0 0-5 16,2 1 4-16,-1-1 2 15,1-1-5-15,3 2-2 16,3-1 2-16,-1 0-1 16,-1-1-1-16,3-1 2 0,1 0-1 15,-1-3-3-15,-1 0 52 16,3-2-30-16,2-2-19 15,-3 0 11-15,0 1-12 16,1 2 6-16,-3-1-7 16,1 3 0-16,-3 1-2 15,-1 3 6-15,-4 2 5 0,-3 1-7 16,-3 2-4-16,-3 0 0 16,-3 0-1-16,-5 6 0 15,-4-2 0-15,-7 2 0 16,-3-2 1-16,-4 3 0 15,-6-4 0-15,-3 0-1 0,-1-2 1 16,-2 1 0-16,-1-2-1 16,3 0 1-16,2 0 3 15,3 0 3-15,2-4-17 16,-3-10-86-16,-5-13-105 16</inkml:trace>
  <inkml:trace contextRef="#ctx0" brushRef="#br0" timeOffset="-98252.21">31168 8031 146 0,'0'0'-62'0,"0"0"170"0,0 0-86 15,-39 11 4-15,25-8-1 16,1 0 0-16,-1 1 3 15,1 2-5-15,0 0 0 0,-1 2-6 16,2 1-2-16,0 2-1 16,0 3-1-16,1 5-3 15,-1 1 3-15,4 4-3 16,1 1 0-16,4 5-4 16,3 0 0-16,0 3 4 15,6-3-6-15,9 0-1 0,4-3-1 16,6-5-2-16,4-3 1 15,2-5 0-15,2-6 1 16,-3-8 0-16,2 0 3 16,-4-10 17-16,-2-8-1 15,-4-5-6-15,-3-5-3 16,-6-3 0-16,-3-1-4 0,-4-2-2 16,-4 0-2-16,-2 3-2 15,0-2-1-15,-7 5 1 16,-9 1-1-16,-6 5 0 15,-2 8-1-15,-5 3 1 0,-2 8-1 16,1 3-2-16,1 3-5 16,2 11-30-16,2 6-16 15,8-2-37-15,-1-3-58 16,7-5-89-16</inkml:trace>
  <inkml:trace contextRef="#ctx0" brushRef="#br0" timeOffset="-97397.85">30702 9172 110 0,'0'0'22'0,"0"0"18"16,0 0-10-16,0 0 3 0,0 0 2 15,0-40-6-15,-10 34 7 16,-2 5 0-16,0-2-8 15,-3 3-7-15,0 0-6 16,-1 13-3-16,1 2-5 16,-2 6-1-16,4 8-1 0,1 2-2 15,2 6-2-15,4 3 0 16,3 0 1-16,3-1 2 16,1-2 2-16,9-3-3 15,7-4-2-15,3-5 0 0,6-6 0 16,2-6-1-16,0-4 0 15,2-8 2-15,-1-1-1 16,-1-11 3-16,-3-11-1 16,-3-6 2-16,-4-5 3 15,-5-4 2-15,-5-5-2 0,-8-1-4 16,0-1 1-16,-9 6-1 16,-8 2 0-16,-7 9-2 15,-3 7-1-15,-4 6 0 16,-1 10-2-16,1 4 0 15,1 0-4-15,2 11-21 16,8 1-34-16,2-3-58 0,7-3-9 16</inkml:trace>
  <inkml:trace contextRef="#ctx0" brushRef="#br0" timeOffset="-96742.99">30650 10133 267 0,'0'0'3'0,"0"0"12"16,0 0 2-16,0 0 15 15,-41-9-11-15,30 8 2 16,-1 1 3-16,-1 0 0 16,-1 6-9-16,1 5-6 15,-1 6-4-15,2 4 0 0,-1 1 1 16,2 4-3-16,-1 0 0 16,4 3 0-16,2 1-1 15,6-2 3-15,0 2-3 16,5-2-1-16,8-1-1 15,5-1-1-15,3-5-2 0,2-5 2 16,3-4-2-16,0-6 1 16,1-3 0-16,-2-3 4 15,0-4 0-15,-1-6-2 16,-6-4-1-16,-2-1 3 0,-5 0-2 16,-5-4 0-16,-4 1 0 15,-2-3 2-15,-7-2 3 16,-8-3-1-16,-7-1-4 15,-2 0 2-15,-2 5-2 16,-1 3-1-16,2 4 0 16,2 7-2-16,6 4 1 0,4 4-23 15,4-1-44-15,3-8-116 16</inkml:trace>
  <inkml:trace contextRef="#ctx0" brushRef="#br0" timeOffset="-95706.35">30845 10661 128 0,'0'0'19'16,"0"0"56"-16,0 0-56 15,0 0 4-15,0 0-10 0,0 0 4 16,0 0 6-16,44 3-1 16,-30 9-1-16,7 6 0 15,3 9-6-15,7 13 0 16,0 15 0-16,5 12-4 16,-1 15-4-16,0 11-4 0,-4 7-2 15,-6 6 0-15,-7-1 0 16,-7-2-1-16,-5-3 1 15,-6-8-1-15,0-12 1 16,-2-8 0-16,-7-8 0 0,-2-7 1 16,-2-9-1-16,2-5 2 15,-1-6-3-15,5-9 0 16,0-4 0-16,2-5 0 16,5-8 0-16,0 0-8 15,0-5-28-15,0-2-38 0,-3-1-56 16</inkml:trace>
  <inkml:trace contextRef="#ctx0" brushRef="#br0" timeOffset="-95391.14">30938 12103 290 0,'0'0'76'16,"0"0"-71"-16,0 0 25 15,0 0 10-15,0 0-25 0,0 0-13 16,0 0 0-16,0 0 10 16,0 0 11-16,48 37-6 15,-20-13-10-15,-1 3-4 16,-1 1-2-16,-1 0 0 16,-6-4-1-16,-1-4 0 15,-5-5 0-15,-3-7 0 0,-1-6 1 16,-2-2 3-16,0-6 1 15,-2-13 4-15,3-6-5 16,-2-6-2-16,1-13-2 16,1-13-38-16,0-12-41 15,-3-18-127-15</inkml:trace>
  <inkml:trace contextRef="#ctx0" brushRef="#br0" timeOffset="-94508.43">30940 9505 132 0,'0'0'20'0,"0"0"23"0,0 0-2 15,0 0-15-15,0 0-14 16,0 0-3-16,52-8 13 0,-28 19-1 15,9 9-3-15,7 10 1 16,8 11-6-16,4 10-4 16,2 17 0-16,4 13 0 15,4 15-3-15,-3 14-5 16,-1 7 0-16,-3 7 0 16,-4 5 0-16,-10 0 0 0,-9-3 0 15,-11-2 0-15,-10-5 0 16,-8-12 0-16,-3-4 0 15,-3-8 0-15,-8-8 0 16,-4-10 1-16,2-8-1 0,-1-5-1 16,2-10 1-16,1-4 0 15,2-8 0-15,3-3-1 16,0-6 0-16,0-4 2 16,2-5-2-16,3-3 0 15,-4-3 0-15,3-5 0 0,2-4 0 16,-1-2 0-16,1-2-5 15,0-2-8-15,0-2-9 16,0-1-16-16,0 0-3 16,-2-3-11-16,-1-8-102 15</inkml:trace>
  <inkml:trace contextRef="#ctx0" brushRef="#br0" timeOffset="-94191.13">31451 11803 210 0,'0'0'173'0,"0"0"-170"16,0 0 3-16,0 0-4 15,0 0-2-15,0 0 0 0,0 0 2 16,16 43 3-16,-3-25 0 15,-1 4 1-15,0 0-3 16,1 0-1-16,-1-2-1 16,-2-3 0-16,-2-4 0 15,-2-3-1-15,-2-6 1 0,1-4 1 16,3-2 22-16,0-16 20 16,3-8-32-16,4-11-8 15,4-10-2-15,0-12-2 16,0-11-23-16,-1-12-65 15,-6-15-144-15</inkml:trace>
  <inkml:trace contextRef="#ctx0" brushRef="#br0" timeOffset="-93265.03">31332 8464 185 0,'0'0'-3'15,"0"0"25"-15,0 0 6 0,0 0-13 16,0 0-15-16,0 0 2 15,0 0 13-15,0 0-1 16,21 53-2-16,-8-27 4 16,5 5 3-16,9 8 5 15,6 5-3-15,9 9-5 16,8 8-6-16,7 13-4 0,6 10 5 16,2 8 1-16,0 16-8 15,-1 7-1-15,-4 7-2 16,-7 4 0-16,-7 4 0 15,-7 5-1-15,-6 0 2 16,-9-3-1-16,-4 0 0 0,-6-4 1 16,-4-5 0-16,-6-8-2 15,-4-7 1-15,0-7-2 16,0-4 0-16,-3-11 0 16,-4-3 2-16,-1-5 0 15,-1-4 1-15,-2-3-1 0,-1-5 0 16,1-3 1-16,0-2-1 15,-1-7 0-15,2-6 1 16,3-5-2-16,-2-4 1 16,1-7 0-16,2-1-1 15,0-6 1-15,-1-6-1 0,1-2 0 16,1-3 1-16,1-5-1 16,0-4 0-16,1 0 1 15,0-4-2-15,0-1-2 16,1 0 0-16,1 0-9 15,0 0-12-15,1 0-16 0,0 0-32 16,0-1-10-16,0-2-124 16</inkml:trace>
  <inkml:trace contextRef="#ctx0" brushRef="#br0" timeOffset="-92800.03">31867 11776 303 0,'0'0'5'0,"0"0"23"0,0 0 29 16,0 0-19-16,0 0-13 15,0 0-1-15,0 0-3 16,0 0-13-16,0 0-8 0,0 0 0 16,0 0 1-16,29 29-2 15,-11-5 1-15,-4 0 0 16,-2-3 1-16,-2-1-1 15,-1-3 0-15,-4-5 1 16,0-2-1-16,-2-5 1 0,0-5-1 16,0 0 2-16,1-5 14 15,3-13 3-15,3-4-7 16,3-7-3-16,4-9-4 16,2-2-4-16,2 0 0 15,3 1-1-15,0 3-18 0,-2 6-43 16,-4 3-38-16,-3 4-126 15</inkml:trace>
  <inkml:trace contextRef="#ctx0" brushRef="#br0" timeOffset="-89877.56">30285 12866 153 0,'3'-5'31'16,"0"1"10"-16,-3 1-5 16,0 2 5-16,0-2-5 15,0 3 4-15,0-3-5 0,0 2-6 16,-9-2-9-16,0 2-8 15,-2 1 1-15,-6 0 0 16,1 0 5-16,-4 8-4 16,-1 4-4-16,0 8-4 15,1-1 0-15,1 7 1 0,4 1-3 16,3-1 1-16,5 3-2 16,5-3-1-16,2-1 1 15,4-1-2-15,8-1 0 16,5-5 0-16,5-2-1 15,2-3 1-15,3-5 0 0,1-2 0 16,2-6-1-16,-1 0 0 16,-2 0-10-16,-1-10-12 15,-1 0-29-15,-5-4-14 16,-5 1-65-16</inkml:trace>
  <inkml:trace contextRef="#ctx0" brushRef="#br0" timeOffset="-89464.02">30571 12694 231 0,'0'0'5'0,"0"0"75"16,0 0-32-16,0 0-16 16,0 0-22-16,-41 17 1 0,26 11 19 15,-1 8-4-15,3 1-1 16,6 5 3-16,4 1-10 15,3-2-7-15,3-3-4 16,10-2-5-16,2-5-1 0,2-1-1 16,2-2 1-16,-1-5-1 15,3-3-4-15,-1-4-28 16,0-5-23-16,-2-7-13 16,-4-4-70-16,-3 0-102 15</inkml:trace>
  <inkml:trace contextRef="#ctx0" brushRef="#br0" timeOffset="-89231.86">30721 12664 415 0,'0'0'3'0,"0"0"25"15,0 0-27-15,0 0 8 16,0 0 0-16,38 48-4 0,-26-28-2 16,0-2-3-16,-1 1 1 15,-2 1-1-15,-2-1-26 16,-1-1-59-16,-6-4-80 16</inkml:trace>
  <inkml:trace contextRef="#ctx0" brushRef="#br0" timeOffset="-89028.98">30737 12958 465 0,'0'0'4'0,"0"0"18"0,0 0-6 16,21-41 1-16,-5 25 8 15,4 2-6-15,2-2-11 16,-2 4-6-16,1 3-2 15,-1 2 0-15,-4 4-11 0,1 3-43 16,-9 0-26-16,-2 3-64 16,-3 5-76-16</inkml:trace>
  <inkml:trace contextRef="#ctx0" brushRef="#br0" timeOffset="-88637.89">30925 13070 229 0,'0'0'124'0,"0"0"-97"16,0 0-1-16,0 0-8 15,0 0-5-15,0 0-6 0,0 0-5 16,0 0-1-16,-2 13 0 16,5-9-1-16,3 3 0 15,1 0 0-15,-1-1 1 16,0 1-6-16,-1 0-6 0,-1 0-3 15,0 2 5-15,-2-1-4 16,0 2 1-16,-2 1 7 16,0 1 3-16,0-1-1 15,-3 0 2-15,1-3 1 16,-1-1 1-16,2-3-1 16,1-1 1-16,0-3 1 0,4 0-1 15,4 0 3-15,3-10 3 16,5-2-1-16,-1-6-2 15,5-3 3-15,-1 1 1 16,2-1-2-16,-2 1-2 16,-3 3-3-16,-1 2-4 0,-5 0-42 15,-6 1-99-15</inkml:trace>
  <inkml:trace contextRef="#ctx0" brushRef="#br0" timeOffset="-88375.02">30968 12583 401 0,'0'0'0'0,"0"0"19"0,0 0-2 0,0 0-9 15,59 0-1-15,-32 28 7 16,1 5 3-16,-1 8-1 15,-4 8-3-15,-3 3-7 16,-7 4-3-16,-5 2-2 16,-5 0 0-16,-3-1-14 0,0-6-32 15,-10-5-28-15,-1-8-75 16,-2-10-65-16</inkml:trace>
  <inkml:trace contextRef="#ctx0" brushRef="#br0" timeOffset="-87655.16">31460 12505 134 0,'0'0'19'0,"0"0"30"0,13-40-10 16,-11 29 18-16,-1-2-13 16,-1 6-5-16,0 0-5 15,0 1-3-15,-3 2-12 0,-4 4-7 16,-4 0-3-16,2 0-3 15,-4 10-2-15,-1 2 0 16,4 4 4-16,1 1-2 16,2 2-2-16,6 2 0 15,1 0 0-15,0 2 2 0,12 1-1 16,-2 3-2-16,3 0-1 16,3 3-1-16,-2-3-1 15,-1 3 1-15,-2-1-1 16,-3-2-2-16,-1-1-22 15,-5-2 4-15,-2-4-4 0,0 0-9 16,0-3-22-16,-6-5-33 16,-5-4-26-16</inkml:trace>
  <inkml:trace contextRef="#ctx0" brushRef="#br0" timeOffset="-87433.99">31378 12748 349 0,'0'0'6'0,"0"0"37"0,0 0-25 15,0-40-5-15,6 30-4 16,4 0 3-16,3-1 1 16,-1-1-8-16,5 1-2 15,-2-2-2-15,2 2-1 16,-2 0 0-16,2 1-12 15,-5 1-52-15,-1-4-85 0</inkml:trace>
  <inkml:trace contextRef="#ctx0" brushRef="#br0" timeOffset="-85614.13">31430 12472 89 0,'-3'-4'12'0,"1"0"26"0,1-1 0 16,-1 0-6-16,0-1-5 16,0 1 8-16,0 0 3 15,0 1-2-15,1 0-10 16,0 1-6-16,0 0-7 16,0 0 3-16,1-1-5 0,0 2-1 15,0-3-4-15,1-2-2 16,7-2-1-16,6 0 0 15,0 2 0-15,4 0 0 16,1 2 0-16,2 3 0 16,1 2-1-16,-2 0 0 15,-1 10-2-15,-2 3 1 0,-5 4-1 16,-3 6 0-16,-4-2 0 16,-5 6 1-16,0 0-1 15,-10 0 0-15,-4-3 1 16,-6 0 0-16,-3-5-1 15,1-3 1-15,3-1-1 0,0-5 2 16,6-1-4-16,4-2 2 16,3-3-10-16,6-3-41 15,0-1-64-15,6-4-83 16</inkml:trace>
  <inkml:trace contextRef="#ctx0" brushRef="#br0" timeOffset="-85237.92">31711 12680 413 0,'0'0'6'16,"0"0"31"-16,0 0-4 15,0 0-6-15,0 0-14 16,0 0-5-16,0 0-2 0,0 0-5 15,44-13 0-15,-35 23-3 16,0 3 2-16,-4 2-5 16,-3 2-19-16,-2 2-3 15,0 2 7-15,0 0-1 16,-2-1 2-16,-5 0 11 0,0-3 5 16,2-1 3-16,1-5 0 15,1 0 0-15,2-5 1 16,1-2 0-16,0-2 0 15,10-2 5-15,2 0 2 0,5-10-6 16,3-4-1 0,4-2 0-16,-2-4-5 0,1 0-17 15,-2-1-58-15,-6-2-100 16</inkml:trace>
  <inkml:trace contextRef="#ctx0" brushRef="#br0" timeOffset="-84894.82">32043 12259 365 0,'0'0'15'0,"0"0"15"16,0 0 13-16,0 0-16 15,0 0-25-15,0 0 0 0,0 0 3 16,-34 48 9-16,34-22 3 16,8 3-2-16,2 3-4 15,2 2-6-15,2 0-2 16,-2 0-2-16,2-1 0 16,-6-2 1-16,0-2-2 15,-1-2 0-15,-2-3 0 0,-2-3-8 16,-3-2-7-16,0-2-7 15,0-2-2-15,-5-1-19 16,-5-1-33-16,-1-4-69 16</inkml:trace>
  <inkml:trace contextRef="#ctx0" brushRef="#br0" timeOffset="-84709.74">31988 12643 399 0,'0'0'7'0,"0"0"23"16,13-47-4-16,3 30-13 16,-1 0-4-16,5 1-1 15,-2 3-3-15,2-1-4 16,-1 4-1-16,-3 3-21 0,0 1-52 16,-4 2-100-16</inkml:trace>
  <inkml:trace contextRef="#ctx0" brushRef="#br0" timeOffset="-84400">32316 12589 333 0,'0'0'49'16,"0"0"-40"-16,0 0 0 15,0 0 0-15,0 0-6 16,0 0-1-16,0 0-1 0,28 40 0 15,-28-25 0-15,-6 5-2 16,-3-2-14-16,0 1-17 16,2-1-36-16,-1-2 26 15,4 1 4-15,1-3 10 16,1-2 22-16,2-2 6 0,0-4-2 16,5-2 2-16,7-4 4 15,3 0 18-15,4-5-5 16,5-9-6-16,2-3-7 15,2-1 2-15,-2 2 2 16,-4-3-6-16,-2 1-69 0</inkml:trace>
  <inkml:trace contextRef="#ctx0" brushRef="#br0" timeOffset="-84071.68">32564 12293 351 0,'0'0'52'0,"0"0"11"15,0 0-13-15,0 0-3 0,41-42-29 16,-18 32 3-16,4-1 2 16,2-1-6-16,0 1-6 15,-1 2-7-15,-2 2-1 16,-5 1-3-16,-4 4 0 16,-1 1 0-16,-5 1-22 15,-4 0-31-15,-5-4-64 0,-2-7-117 16</inkml:trace>
  <inkml:trace contextRef="#ctx0" brushRef="#br0" timeOffset="-83371.7">31104 13759 291 0,'0'0'80'0,"-43"-6"-36"0,18 6 6 16,-2 0 2-16,1 6-15 15,1 8-12-15,0 10-6 16,2 3-1-16,3 7-3 16,5 3-5-16,5 0 0 15,8-1-3-15,2-6-1 0,12-5-4 16,9-5 0-16,6-7-2 15,3-8 1-15,3-5-1 16,3-1-2-16,2-13-16 16,-4-9-24-16,1-2-47 15,-6-5-32-15,-9-4-97 16</inkml:trace>
  <inkml:trace contextRef="#ctx0" brushRef="#br0" timeOffset="-83093.84">31267 13535 377 0,'0'0'5'0,"0"0"40"16,-37 8-3-16,28 12 6 15,5 7-13-15,4 8-6 0,0 5 0 16,13 2-9-16,5 1-8 15,3-1-5-15,4-4-6 16,-2-2 0-16,2-4 0 16,-3-5-1-16,0-4-15 15,-2-3-11-15,-3-9-35 0,-3-4-31 16,-4-7-54-16,-4-6-146 16</inkml:trace>
  <inkml:trace contextRef="#ctx0" brushRef="#br0" timeOffset="-82720.68">31436 13636 424 0,'0'0'10'15,"0"0"-8"-15,0 0 8 16,0 0 12-16,0 0-14 15,0 0 0-15,-11-36 3 16,19 30 3-16,1 3-10 16,2 2-3-16,0 1 0 0,0 0-1 15,0 6-1-15,-3 6-4 16,-1 3-7-16,-2 2 2 16,-2 0 0-16,-1 0 5 15,-2 0 3-15,0-1 2 16,0-2 0-16,0-3 0 0,2 0 0 15,0-4 0-15,3-2 0 16,2-3 0-16,2-2 0 16,3 0 0-16,3-2-2 15,1-8-30-15,2-6-35 16,1-1-18-16,-3-3-36 0</inkml:trace>
  <inkml:trace contextRef="#ctx0" brushRef="#br0" timeOffset="-82409.86">31670 13321 23 0,'0'0'449'0,"0"0"-444"0,0 0 7 0,0 0-10 16,35 40 2-16,-19-8 5 15,1 4 9-15,-2 4 7 16,2 0-11-16,-3 1-11 0,-1 0-2 16,-1-2 0-16,-2-1 0 15,-2-8-2-15,0-1-15 16,-3-6-20-16,-1-4-9 15,-1-6-23-15,-1-6-17 16,-1-7-55-16</inkml:trace>
  <inkml:trace contextRef="#ctx0" brushRef="#br0" timeOffset="-82160.26">31888 13425 420 0,'0'0'16'16,"0"0"30"-16,0 0-25 15,0 0-7-15,0 0 13 0,25 37-2 16,-11-16-3-16,-3-2-11 16,2 1-8-16,-1-3-2 15,0-3 0-15,-2-2-1 16,-3-3-17-16,-2-3-26 15,-1-2-35-15,-3-4-30 0,-1 0-93 16</inkml:trace>
  <inkml:trace contextRef="#ctx0" brushRef="#br0" timeOffset="-81856.77">31985 13069 453 0,'0'0'1'16,"0"0"11"-16,0 0-3 16,0 0 2-16,39 40 4 15,-20-2 6-15,4 4 7 16,-1 4-8-16,-2 5-11 15,-5-1-5-15,-4-2-3 0,-5 2-1 16,-4-5 1-16,-2-2-4 16,0-2-9-16,-8-4-4 15,-2-7-12-15,1-3-9 16,-1-7-10-16,2-2-20 16,-2-8-32-16,3-2-38 0</inkml:trace>
  <inkml:trace contextRef="#ctx0" brushRef="#br0" timeOffset="-80992.28">32379 13172 406 0,'0'0'4'0,"0"0"21"16,0 0 9-16,0 0-2 15,0 0-18-15,0 0-11 0,0 0-1 16,0 0 0-16,0 0-1 15,0 0 0-15,-7-34-1 16,7 34 2-16,0 0 1 16,0 0-1-16,0 0 7 15,0 0 13-15,0 0-3 16,0 0-2-16,0 0-9 0,0 0-5 16,0 0-2-16,0 0 0 15,0 0-1-15,0 0 0 16,0 0 0-16,0 0 1 15,0 0-1-15,0 0 1 0,0 0-1 16,0 0 0-16,0 0 0 16,0 0 0-16,0 0 1 15,0 0-2-15,0 0 1 16,0 0 0-16,0 0 0 16,0 0 0-16,0 0 0 0,0 0 1 15,0 0-1-15,0 0 0 16,-1 0 1-16,-1 0 0 15,0 0 2-15,-2 0 2 16,3 0 1-16,0 0-1 16,1 0 1-16,0 0 2 0,0 0-3 15,0 3-3-15,8 11-2 16,3 6 5-16,5 6 5 16,3 6 1-16,-1 4 0 15,1-2-5-15,-1 0-1 16,-3 0-3-16,-2-7-2 15,-1-3 1-15,-3-4 0 0,-4-3-2 16,-1-5-4-16,-2-3-21 16,-2-3-31-16,0-1-46 15,-1-5-38-15,-7 0-135 16</inkml:trace>
  <inkml:trace contextRef="#ctx0" brushRef="#br0" timeOffset="-80664.78">32432 13195 429 0,'0'0'-2'0,"-19"-44"6"16,11 26 15-16,6 1 22 16,2 4-13-16,0-3-3 15,6 5 2-15,4 1-9 0,3 2-11 16,3 3-5-16,2 4-2 15,-2 1 0-15,-1 0 1 16,-3 10-1-16,-1 1-1 16,-5 3 2-16,-3 2-2 15,-3 0 0-15,0-1-2 16,-6 2-2-16,-5 2-3 0,-2-4-3 16,0 0-7-16,-2 0 0 15,1-2-7-15,0-2-6 16,3 2-4-16,2-4-30 15,1-4-57-15,2-1-52 16</inkml:trace>
  <inkml:trace contextRef="#ctx0" brushRef="#br0" timeOffset="-80466.83">32643 13307 464 0,'0'0'10'0,"0"0"0"16,23 49 18-16,-13-28 10 16,-1 3-27-16,4 0-9 15,-4-1 3-15,1 0-4 0,1-3 0 16,-2-2-2-16,-1 2-27 16,1-7-41-16,-4-3-62 15,-2-6-185-15</inkml:trace>
  <inkml:trace contextRef="#ctx0" brushRef="#br0" timeOffset="-80102.79">33078 12862 495 0,'0'0'2'0,"0"0"9"16,-40-27 3-16,26 27 0 15,2 5-6-15,0 8 9 0,0 5 8 16,5 2-2-16,4 4-10 16,3 2-6-16,0 2-2 15,8 3-2-15,6 2-1 16,1 0 0-16,-1 4-1 15,2-2 0-15,-1 0-1 0,-4-3 0 16,-3-2 0-16,-4 0 0 16,-2-6-5-16,-2-3-14 15,-2-1-13-15,-5-4-34 16,-3-5-26-16,-1-6-86 16</inkml:trace>
  <inkml:trace contextRef="#ctx0" brushRef="#br0" timeOffset="-79870.81">32949 13218 491 0,'0'0'4'16,"0"0"27"-16,28-39 13 15,-10 25-24-15,5-3-3 16,4-1 1-16,2 0-5 0,-1 2-10 15,-1 0-1-15,-1 7-2 16,-5 3-32-16,-3 3-56 16,-5 0-53-16,-3 2-181 15</inkml:trace>
  <inkml:trace contextRef="#ctx0" brushRef="#br0" timeOffset="-79728.04">33372 13209 488 0,'0'0'2'0,"15"53"3"16,-2-22 1-16,-2-1-3 15,4 0-1-15,0-6-16 16,-2-4-37-16,2-9-133 16</inkml:trace>
  <inkml:trace contextRef="#ctx0" brushRef="#br0" timeOffset="-76357.77">29823 12739 77 0,'0'0'38'0,"0"0"5"0,0 0-10 0,0 0-19 0,0 0 5 16,0 0 0-16,0 0 2 16,0 0-6-16,0 0-3 15,0 0-11-15,0 0-2 16,-23-24 2-16,23 35-1 0,1 4 1 16,3 3 0-16,1 6-1 15,0 5 3-15,3 5 1 16,-2 4 2-16,0 6 2 15,-1 6 3-15,2 2 2 16,0 7 3-16,3 2-2 0,-3-2-2 16,2 0-1-16,-1-3 0 15,0-2 1-15,0-3 2 16,-3-6-1-16,0-3-4 16,2-2 3-16,-1-6-1 15,0-3-3-15,-1-7 0 16,0-1-3-16,0-7 4 0,0-3 1 15,0-1-4-15,-1-2-2 16,-1-1 0-16,2-1-2 16,-1 2 0-16,0-3-2 15,-2 3 2-15,5-1-1 0,-4-1-1 16,1 2 1-16,2-2 0 16,-3 1-2-16,1-2 2 15,3 0-1-15,-2-1 0 16,-1-3 0-16,2 3 0 15,-2-5 0-15,1 2 1 0,2-2-1 16,0 1 0-16,0-2 0 16,-1 1 0-16,1-1 1 15,2 0-1-15,-3 0 0 16,3 0 0-16,-2 0 0 16,3 0 0-16,2 0 0 15,2-1 1-15,0-1-2 0,2 0 2 16,1 0-1-16,5 1 0 15,-4-1 0-15,4 2 0 16,-1 0 0-16,2 0 0 16,-2 0 0-16,2 0 1 15,1 0-1-15,-1 0 0 0,-3-1-1 16,4 0 2-16,-4-1-1 16,-1 2 0-16,-1 0 0 15,-1 0 0-15,-1 0 0 16,-1 7 0-16,-2 0 0 15,1 2 0-15,0 6 0 0,-1 0 0 16,2 4 0-16,-2 6 0 16,2 3 0-16,-3 3 0 15,0 1 0-15,1 2-1 16,-1 0 1-16,0-2 0 16,0 2 1-16,-2-2-2 0,3 0 1 15,-3 2 1-15,2-1-1 16,-1-2 0-16,2 2 0 15,-3-3 0-15,2 0 0 16,0-3 0-16,0-2 0 0,-1-1 0 16,1-2 0-16,-1-4-1 15,1-1 2-15,2-1-1 16,-2-4-1-16,2-3 1 16,2-2 1-16,2 0 0 15,-2-5 0-15,5-2 2 16,3 0 4-16,4 0 2 15,3-2-3-15,5-5-1 16,4 0-2-16,3-1-1 0,2-1 0 16,2-1 0-16,6-4 0 15,1 1 3-15,5-4-2 16,3-1 0-16,6-2 3 0,4-3 0 16,3-2-1-16,4 0 3 15,-2 0-3-15,0-1-1 16,2 4-2-16,-3 0 0 15,1 2-1-15,-3 3-1 16,-1-3 1-16,-1 3-1 0,-1-3 1 16,1 0-1-16,-3 2 1 15,-4-3-1-15,-1 0 1 16,-3 1-2-16,-3 0 2 16,-4 0-1-16,-4 2 2 15,-3 2-4-15,-7 2 3 16,-3 1-1-16,-6 4 0 0,-5 2 0 15,-4 0 0-15,-5 2 0 16,0 0 0-16,-4 2 0 16,0-1 0-16,-1-2 0 15,0 2 0-15,-2-3-2 16,0 3-17-16,-2-6-38 0,-7-6-51 16,-1-9-145-16</inkml:trace>
  <inkml:trace contextRef="#ctx0" brushRef="#br0" timeOffset="-73825.02">29784 12851 85 0,'-3'0'6'0,"-1"-1"30"15,1-5-13-15,2 1-3 16,0-1-13-16,1 2 1 0,0-2-2 16,0 2 2-16,0-3-3 15,0 2-3-15,0 0 2 16,0 0 0-16,1-1 1 15,1 1 3-15,0 1 2 16,2-2-4-16,-3-1-1 16,3 0-1-16,0 0 3 0,3-2 1 15,-2 0 0-15,2-2-2 16,1 0 1-16,4 1 0 16,-1-3 0-16,2 3 0 15,5-4 1-15,2 3-1 16,0-3-1-16,4 1-1 0,2 0 0 15,2 3 2-15,0-1-2 16,0 2-2-16,-1 1-2 16,1 1 0-16,0-1-1 15,0 1 0-15,2 0 2 16,1-3-2-16,3-1 1 0,3-2-1 16,2 0 0-16,1-2 1 15,0-1-1-15,1 1 0 16,-2-1 0-16,-1-1 0 15,0 3 2-15,1-2-2 16,-1 1 1-16,2 0 0 0,3 3 0 16,-2-1 0-16,0 1-1 15,2 0 0-15,-1 0 0 16,2-1 1-16,1 0-1 16,1 0 0-16,4-3 0 15,1 3 1-15,0-4-1 16,0 3 1-16,0 0 0 0,-4-1 0 15,2 1-1-15,-3 0 2 16,6 4-1-16,-3-4 0 16,3 1 2-16,2 0 1 15,-1-1 2-15,0 1-1 0,-1-1 0 16,0 2-1-16,-3 3 2 16,4-4-3-16,-4 5 0 15,-1-1-1-15,-2 0-1 16,1 2 0-16,-1 0 0 15,-3-1-1-15,3 1 1 0,2 0-1 16,-2-2 0-16,0 1 2 16,2 0-2-16,-1-2 0 15,0-1 1-15,-4 0 0 16,2-2 0-16,-5 1 2 16,-1 0 0-16,-1 0 1 0,-1 1 2 15,-2 0-3-15,-4 1 2 16,-2 2-2-16,-2 0 2 15,-5 1-1-15,-2 4-2 16,-7 1 0-16,2 1 1 16,-4 1-2-16,0 0 1 15,-3 0-2-15,-1 3 1 0,3 4 0 16,-3 4-1-16,1 1 1 16,0 6 0-16,1 4 0 15,0 6 0-15,-3 4 1 16,3 9 0-16,1 4 1 15,-1 3 1-15,4 2 0 0,3-4-1 16,3-2-1-16,-1-6 0 16,4-5-1-16,-1-3 1 15,1-2-1-15,1-3-1 16,-2 0 2-16,-2-1-1 0,-1-2 0 16,0 1 0-16,-4 0 0 15,-1-1 0-15,1 2 1 16,-2 1-1-16,-5 1 1 15,1 2-1-15,-3 2 1 16,-2 2-1-16,1 1 0 0,-2 4 1 16,-1 0-1-16,1 3 1 15,0-1 1-15,0-3-2 16,0-2 0-16,1-3 0 16,1-5 0-16,0-4 0 15,0-3-1-15,1-1 1 16,2-2 0-16,-2-2 0 0,4-1 1 15,-2-1-1-15,3-1 0 16,-3-3 0-16,2 2 0 16,2-3-1-16,-4-1 0 15,3 1 1-15,-2-1-1 16,1 1 0-16,-1 0 1 0,-2-1-1 16,2 2 0-16,-3-1 1 15,0 0-1-15,2 0 0 16,-1 0 0-16,3 1 0 15,-3 0 0-15,3-1 1 16,2 3-1-16,-2-1 0 0,0-1 0 16,2 2 0-16,-1-1 0 15,0 1 0-15,2-2 0 16,-3 2 1-16,1 0-1 16,0 2 0-16,-1 0 0 15,-2-2 0-15,-1 3 1 0,1-2-1 16,-3 1 0-16,-1-1 0 15,-2 2 1-15,0 1-1 16,-1 0 1-16,0 1-1 16,0 3 1-16,-3 0 0 15,-1 1-1-15,-5 2 1 16,2 0 1-16,0 2 1 0,-1-1 0 16,1 0-2-16,0 2 0 15,1-1 0-15,-1-2 0 16,1-2 1-16,0-1-2 15,0-1 2-15,-1 0-1 0,0-2 1 16,1-1 0 0,-1-1-2-16,0 0 1 0,2-1 0 15,1-1 0-15,0-3 0 16,0 2-1-16,1-2 1 16,-1-2-1-16,1 2 1 15,0-1-1-15,0-1 0 0,-1 0 1 16,1-2-1-16,1 3 0 15,-2-3 0-15,1 2 1 16,-1-2-1-16,1 2 0 16,-1-2 0-16,0 2 0 15,0-2 1-15,-1 1-1 0,1 1 0 16,-1-2 0-16,0 2 0 16,0-4 1-16,1 4-1 15,-3-2 0-15,0 1 1 16,-2-2 1-16,3 0-1 15,-4 0 2-15,-1 1 0 0,5-1 0 16,-4 0 2-16,1 1 1 16,0-1-1-16,1 3-2 15,-2-3 0-15,1 2 0 16,2 0-1-16,-2 0 0 0,1 1-1 16,-2-2 0-16,3 2 1 15,-4-2 0-15,-1 0-1 16,0 2 0-16,-4-2-1 15,-4 1 0-15,-7 0 2 16,-4-1-2-16,-3 1 0 16,-7 1 0-16,1-1 0 0,0-2 0 15,2 4 1-15,0-1-2 16,4 1 1-16,4 0 0 16,2 1 0-16,4-2-1 15,4 3-6-15,2-5-35 16,4-4-37-16,2-2-121 0</inkml:trace>
  <inkml:trace contextRef="#ctx0" brushRef="#br0" timeOffset="-65706.61">30537 10271 100 0,'0'-4'20'16,"0"-1"-3"-16,0 0-10 15,0-3 15-15,2-1 49 0,0-3-39 16,1 2 0-16,5-3-12 16,-3-2-5-16,3 3-3 15,0-3-4-15,1 2-1 16,1 3-5-16,-1 3-1 16,1 0 1-16,-1 4-1 15,1 2 0-15,1 1 3 0,0 0-1 16,2 10 3-16,2 4 2 15,-1 4-1-15,1 5 2 16,1 4-7-16,-1 1 0 16,0 2 1-16,-1 0 6 15,-2 0-3-15,1-2 0 16,-4-1-4-16,-3-3 8 0,0-2-3 16,-3-4 1-16,-2-1 0 15,-1-1 3-15,0-3-1 16,0-2 0-16,0 0 3 15,-1 0-4-15,-3 0 3 0,-5-1-3 16,2 0-1-16,-2 1-1 16,-3-4 0-16,2 3-3 15,-2-3 0-15,1-3-3 16,1-1-1-16,2-3-6 16,0 0-38-16,2-7-33 0,-1-8-92 15</inkml:trace>
  <inkml:trace contextRef="#ctx0" brushRef="#br0" timeOffset="-65037.56">30649 10268 210 0,'0'0'19'16,"0"0"10"-16,0 0-13 0,0 0 7 16,0 0-8-16,0 0-5 15,0 0-1-15,-12-40 5 16,13 22-8-16,-1-5-1 0,0-1 6 15,0-3-7-15,0-6-7 16,0-1 6-16,0-4-2 16,0-6-3-16,0-3 1 15,0-3 0-15,0-1 4 16,-1 0-5-16,0 3-2 0,1 5 6 16,0 3-1-16,0 9 0 15,2 5 1-15,3 5-2 16,1 4 1-16,0 6-1 15,1 0 0-15,-2 3 0 16,0 1 0-16,0 3 0 0,-1 1 0 16,-1 0 0-16,1 1 2 15,-2 0-4-15,0 2 2 16,0-3 2-16,-1 3-2 16,0-1 1-16,1 1-2 15,-2-2-6-15,1 2-8 0,0 0-7 16,-1 0-22-16,0 0-7 15,0 0 11-15,0 0-48 16</inkml:trace>
  <inkml:trace contextRef="#ctx0" brushRef="#br0" timeOffset="-64678.88">30573 9544 236 0,'0'0'5'0,"0"0"36"0,0 0-4 15,0 0-6-15,0 0-16 16,0 0-9-16,0 0-3 16,0 0 12-16,0 0 2 15,0 0-3-15,7 8-5 0,5-15-6 16,2 2-2-16,-1 3 0 15,-3-2 0-15,-1 2-1 16,-1 1 1-16,-2 1 0 16,-1 0 0-16,1 1 2 15,-4 9-1-15,0 6 5 0,-1 4 7 16,-1 5-6-16,0 7-6 16,0 2 0-16,0 4-1 15,0-1-2-15,0 0-33 16,1-7-56-16,-1-6-112 15</inkml:trace>
  <inkml:trace contextRef="#ctx0" brushRef="#br0" timeOffset="-64234.18">30537 10022 255 0,'0'0'23'16,"0"0"37"-16,0 0-22 0,0 0-17 15,0 0-17-15,0 0 8 16,0 0 12-16,6 56-7 16,4-31-8-16,-2 2-6 0,3 0-1 15,-2 0 0-15,-2-5-1 16,-2-4-1-16,0-5 1 15,-3-4 0-15,-2-7 0 16,2-2 1-16,2-6-1 16,1-12 2-16,3-9-6 0,5-6 1 15,3-7 0-15,3-5-24 16,0-3-31-16,1-2-50 16,-1 3-134-16</inkml:trace>
  <inkml:trace contextRef="#ctx0" brushRef="#br0" timeOffset="-63543.88">30804 9119 214 0,'0'0'9'0,"0"0"-3"0,20-52 3 16,-4 20 22-16,2-9 12 15,5-3-16-15,2-6-5 0,2-2-7 16,3-1-5-16,0 3 0 15,-1 5-3-15,-3 7-2 16,-3 6-4-16,-2 10-1 16,-6 3 0-16,-3 5-7 15,-1 1-3-15,-3 2-4 0,-1-1-4 16,0 0 4-16,-1-1 1 16,0 2 0-16,-1 0 1 15,-1 0-6-15,-1 2-5 16,-1 4-13-16,-2 1-7 15,0 0-58-15</inkml:trace>
  <inkml:trace contextRef="#ctx0" brushRef="#br0" timeOffset="-63171.97">31049 8452 272 0,'0'0'13'0,"0"0"39"16,0 0-36-16,0 0 8 15,0 0 3-15,0 0-6 0,47-19-7 16,-30 18-7-16,0 1-3 16,0 0-3-16,-3 5 1 15,-1 8-1-15,-6 4-1 16,-1 4 1-16,-5 2-1 16,-1 5 1-16,0 4 3 0,-3-2-8 15,-8 2-31-15,-2 2-27 16,-1-4-33-16,-3-3-22 15</inkml:trace>
  <inkml:trace contextRef="#ctx0" brushRef="#br0" timeOffset="-62801.1">30790 9001 191 0,'0'0'58'0,"0"0"-16"16,0 0 22-16,0 0-27 15,0 0-5-15,0 0-13 16,0 0-5-16,0 0 1 16,-22 57 3-16,22-26-4 0,0-1-8 15,0-3-4-15,5-2-1 16,1-3-1-16,2-4 1 16,0-5-5-16,1-4-18 15,3-7-2-15,0-2-5 0,4-8-15 16,-1-6-21-16,1-9-51 15</inkml:trace>
  <inkml:trace contextRef="#ctx0" brushRef="#br0" timeOffset="-61038.75">31272 8243 72 0,'1'0'40'15,"0"0"-35"-15,-1 0 2 16,0 0 1-16,0 0 6 16,0 0-3-16,2 0-8 15,-1 0 8-15,0 0-5 16,2 1-5-16,-3 1-1 0,2-1 1 15,-1 2-15-15,1-2-66 16</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46:10.777"/>
    </inkml:context>
    <inkml:brush xml:id="br0">
      <inkml:brushProperty name="width" value="0.05292" units="cm"/>
      <inkml:brushProperty name="height" value="0.05292" units="cm"/>
      <inkml:brushProperty name="color" value="#FF0000"/>
    </inkml:brush>
  </inkml:definitions>
  <inkml:trace contextRef="#ctx0" brushRef="#br0">3777 1381 319 0,'0'0'3'0,"-8"-41"23"0,0 25 5 0,-1 2-14 16,-7 5-9-16,-1 3-3 16,-8 3-3-16,-6 3 1 15,-5 4 0-15,-5 13-2 16,-5 4 0-16,-2 7 0 0,0 4 2 16,0 5-2-16,4 1 1 15,6 1-1-15,5-1 1 16,10 0-2-16,7-2-2 15,12 1 1-15,4-3-2 16,18 0-4-16,16-1 1 0,8-2 6 16,12 0 2-16,6-1 1 15,5 3 3-15,0 2-1 16,-5 4-1-16,-6 6 0 16,-12 5-1-16,-11 4-1 15,-8 2-2-15,-12 1 2 0,-7 0-2 16,-4-3 2-16,-11 3 0 15,-12-6-1-15,-8 2 1 16,-7-2 2-16,-6-3-3 16,-8-4 2-16,1-4 1 15,-2-9-2-15,1-8 2 16,3-10 2-16,6-11 4 0,8-2 3 16,4-21 5-16,12-13 0 15,11-10-16-15,8-11-3 16,15-11-2-16,16-8-2 15,14-5 4-15,9-2-3 0,6 4 0 16,3 7 2-16,-3 13 3 16,-4 13 0-16,-5 13-2 15,-9 16 0-15,-8 8 0 16,-2 7-2-16,-8 7 1 16,-2 11-2-16,-3 7 5 15,-2 7 4-15,-1 4 2 0,-3 6 2 16,-4 2 0-16,3 0-4 15,-4 1-1-15,-1-3-1 16,2-2 0-16,-2-7 1 16,1-2 2-16,-3-4-6 0,-1-6-26 15,-2-7-11-15,1-8-17 16,-3-6-31-16,-11-17-8 16</inkml:trace>
  <inkml:trace contextRef="#ctx0" brushRef="#br0" timeOffset="170.17">3817 1658 421 0,'0'0'4'0,"0"0"-2"0,0 0 0 0,0 0-4 0,0 0-10 15,0 0-36-15,0 0-2 16,0 0-50-16,0 0-30 15</inkml:trace>
  <inkml:trace contextRef="#ctx0" brushRef="#br0" timeOffset="810.16">4071 2077 368 0,'0'0'7'0,"0"0"-6"16,0 0-10-16,0 0 7 16,17 40 2-16,-13-23 1 15,0 2 1-15,1-1-1 16,-1 2 4-16,0-1-2 0,0-2-1 16,0-2 0-16,-4-2 0 15,2-5 1-15,-2-1 0 16,0-2-2-16,0-4 2 15,0 1 2-15,-2-2 4 16,-6 0 16-16,0 0-8 0,-3-12-4 16,1-2-5-16,1-6 0 15,3-5-3-15,4-4 5 16,0 1-4-16,2 1-4 16,0 4 1-16,6 6-1 15,5 7-1-15,1 6-1 0,3 4-1 16,1 0-1-16,3 4-2 15,0 6 3-15,1 6 1 16,-5 1 0-16,0 0 7 16,-3 3 0-16,-1-3-4 15,-3 0-1-15,-4-6 1 0,0 0-1 16,-2-5-1-16,-2 1 0 16,0-5 2-16,0-2-1 15,0 0 5-15,0-5-1 16,-6-9-2-16,-1-7-7 15,2-6 3-15,3-6-3 0,2-2 2 16,0-1 1-16,4 4-1 16,10 6 1-16,-1 6 0 15,6 9 0-15,1 5-1 16,-1 6-1-16,4 6-2 16,2 12 8-16,-5 6 6 15,2 5-5-15,-4 3-6 0,-2 1-10 16,0 0 10-16,-5-2-16 15,2-7-13-15,-2-4-4 16,-2-6-11-16,-1-8-31 16,-2-6-68-16</inkml:trace>
  <inkml:trace contextRef="#ctx0" brushRef="#br0" timeOffset="1329.01">4621 1809 448 0,'0'0'0'0,"17"40"-14"0,-6-6 9 15,7 11 21-15,-1 12-5 16,3 8-2-16,0 5-3 16,-2 4-2-16,3-3 2 0,-4-3-3 15,1 0 1-15,-3-9-2 16,0-5 0-16,-3-6 1 15,-3-9-2-15,-2-9 0 16,-2-8 1-16,-5-8-1 16,0-6 5-16,0-8-2 0,-7-4 10 15,-6-16 39-15,-3-8-48 16,-6-17-2-16,-1-10-3 16,0-11-2-16,2-15-1 15,0-10 1-15,4-3 0 16,5-1 2-16,6 5 1 0,6 11-1 15,0 17-3-15,4 17 1 16,10 17 3-16,3 12-2 16,4 15 0-16,0 1 3 15,2 10 1-15,0 11 1 16,-5 5-3-16,-5 5-9 16,-4 4-2-16,-5 4 8 0,-4-1 2 15,0 0 4-15,-7 2-3 16,-4-3-2-16,-3-1-12 15,-1-5-13-15,-3-6-7 16,1-3-2-16,-1-9-2 0,3-5-6 16,3-8-12-16,5-1-13 15,3-18-21-15</inkml:trace>
  <inkml:trace contextRef="#ctx0" brushRef="#br0" timeOffset="1579.04">4965 1451 462 0,'0'0'2'0,"0"0"-1"0,0 0-2 15,0 0-5-15,0 0 8 16,7 68 3-16,5-30 3 15,3 6 0-15,5 6-2 0,-1 4-3 16,0 1 0-16,1 2 0 16,-2 2 5-16,-2-4-2 15,-3-4 0-15</inkml:trace>
  <inkml:trace contextRef="#ctx0" brushRef="#br0" timeOffset="1836.94">5278 1816 437 0,'0'0'33'16,"0"0"-32"-16,0 0-10 15,0 0 4-15,0 0 3 16,16 40 1-16,-13-25 3 15,1 4 2-15,-2-1-1 0,0 1-1 16,0-1-1-16,0 1-18 16,-2-5-75-16,0-4-63 15</inkml:trace>
  <inkml:trace contextRef="#ctx0" brushRef="#br0" timeOffset="2007.44">5211 1624 430 0,'0'0'1'16,"-15"-37"1"-16,11 23-1 0,2 7 0 15,2 1 0-15,0 4-6 16,2 0-44-16,2 1-26 16,1-2-39-16,-1-1-78 15</inkml:trace>
  <inkml:trace contextRef="#ctx0" brushRef="#br0" timeOffset="2520.17">5529 1262 219 0,'0'0'8'16,"0"0"4"-16,-31-48 58 16,24 42-29-16,0 6-17 15,1 9-24-15,1 15-19 16,3 9-19-16,2 13 54 0,0 10-12 16,0 5-1-16,15 4 1 15,1 8 0-15,4 3 2 16,2 4 18-16,-1 4 4 15,-4 1-2-15,-3-3-6 16,-7-1-9-16,-5-10-5 0,-2-10 0 16,2-7-4-16,-6-14 1 15,-5-7-2-15,-3-11-1 16,1-9-9-16,-3-3-45 16,-3-10-32-16,-3 0-48 15,0-19-24-15</inkml:trace>
  <inkml:trace contextRef="#ctx0" brushRef="#br0" timeOffset="2787.71">5409 1842 327 0,'0'0'5'16,"-3"-42"27"-16,3 24 1 16,0 1-9-16,3 1-8 15,5 1-2-15,5-1-2 16,3 1-5-16,5 0-4 15,0 2 0-15,6-2 1 0,0 6 0 16,5 2 0-16,-3 0-1 16,2 4 3-16,-4 3 4 15,0 0-6-15,-3 0 2 16,-2 7-1-16,-1 5 2 16,-4 2-4-16,-1 6 0 0,-5 1-3 15,-4 3-26-15,-4 4-19 16,-3 0-50-16,-5-3-75 15</inkml:trace>
  <inkml:trace contextRef="#ctx0" brushRef="#br0" timeOffset="2959.16">5707 1452 444 0,'0'0'4'0,"0"0"-2"16,0 0-6-16,0 0-51 16,0 0-60-16,0 0-14 15</inkml:trace>
  <inkml:trace contextRef="#ctx0" brushRef="#br0" timeOffset="3269.24">6159 1475 503 0,'0'0'8'0,"0"0"-6"15,0 0 1-15,0 0 0 16,0 0-3-16,-49 30 0 0,36-14 0 15,2 4 0-15,1 1 1 16,6 0-2-16,4 2 1 16,0-2 1-16,0 0-1 15,9-5 1-15,5 0 0 16,3-8-1-16,6-2 0 0,6-6 0 16,4-3-22-16,3-11-31 15,2-8-46-15,-2-3-89 16</inkml:trace>
  <inkml:trace contextRef="#ctx0" brushRef="#br0" timeOffset="3627.58">6449 1496 312 0,'0'0'20'0,"0"0"34"16,0 0-34-16,0 0-6 16,-38 5-5-16,28 3-4 15,-4 5 2-15,5-2-4 0,3 2-2 16,1 1 0-16,5-1 0 15,0-3 0-15,2-1 0 16,5-2 0-16,2-3 2 16,4-4 0-16,0 0-4 15,4-7-3-15,-4-5 0 16,3 0-1-16,-5-1 4 0,-1 0-1 16,-4 6 4-16,-2 1-1 15,0 3 8-15,-3 3 5 16,3 0-12-16,-2 0-6 15,4 5 1-15,1 6 1 0,3-1 4 16,0 3 0-16,1 0-1 16,1-1 0-16,1-2 1 15,1-1-3-15,-1-2-41 16,3-6-33-16,-5-1-49 16,0-2-14-16</inkml:trace>
  <inkml:trace contextRef="#ctx0" brushRef="#br0" timeOffset="3827.16">6734 1130 396 0,'0'0'37'16,"0"0"-34"-16,0 0 14 16,0 0-20-16,0 0-13 15,0 0 12-15,0 0 0 16,17 64 3-16,-3-32 3 15,1 4 0-15,4 4 0 0,-6 0 2 16,1 4 4-16,-6 0-2 16,-5-3-7-16,-3 0-62 15,-1-8-113-15</inkml:trace>
  <inkml:trace contextRef="#ctx0" brushRef="#br0" timeOffset="4122.21">6730 1482 399 0,'0'0'4'0,"0"0"-4"0,0-48 16 15,0 35 2-15,8 4-13 16,3-2-1-16,1 2-1 16,3 1 3-16,3 1 1 15,2 0-4-15,2 4-2 16,1 2 1-16,-1 1-2 0,0 0 1 15,-1 8 1-15,-2 4 2 16,-2 2 1-16,1 0-1 16,-5 3-2-16,-5 3-5 15,-3-2-23-15,-2 0-20 16,-3-3-50-16,-4-2-80 0</inkml:trace>
  <inkml:trace contextRef="#ctx0" brushRef="#br0" timeOffset="4297.75">6910 1162 464 0,'0'0'1'16,"-17"-52"2"-16,14 32 17 15,3 6-10-15,0 7-9 0,0 3-1 16,3 2-4-16,7 2-31 15,2 0-15-15,3 0-38 16,-2 6-62-16</inkml:trace>
  <inkml:trace contextRef="#ctx0" brushRef="#br0" timeOffset="5096.55">7116 1245 346 0,'0'0'13'16,"0"0"-21"-16,4 43 5 16,1-28 0-16,2 4 3 15,1-2-1-15,1-3 1 16,0 0-2-16,3-4 2 16,-4 0 0-16,3-5 2 15,-1-3 3-15,-4-2 3 0,1 0 2 16,-3-2-1-16,0-9-3 15,-3-4-2-15,-1-1 0 16,0-4-4-16,0-1 0 16,0 1 0-16,0 0-1 15,-3 3-1-15,1 0 1 0,-2 6 0 16,2 1 2-16,0 3 0 16,2 1 2-16,0 1 3 15,0 0 0-15,1 1 2 16,6 1-5-16,3 0-3 15,0 2 0-15,4-2 2 0,2 3-1 16,4 0 0-16,-5 0 0 16,6 4 0-16,-4 6 1 15,3-1-2-15,-5-1 5 16,2 2-2-16,-4 3 1 0,-1-5-1 16,-4-2 0-16,-1 1-1 15,-3-1 1-15,-2-5-2 16,1 2 0-16,-1-3 2 15,-1 0 4-15,3-7 51 16,0-6-37-16,1-1-21 16,3-4-2-16,2-1-2 0,-1 5 3 15,1 0-1-15,0 5 2 16,-2 2-1-16,1 4-1 16,0 1 0-16,0 2 1 15,0 0 1-15,0 0 0 16,0 0 0-16,-2 2 1 0,0 1 0 15,-1 1 0-15,1-2 0 16,0-1-1-16,-3-1 2 16,1 0 1-16,1 0 0 15,1-1 0-15,4-12-1 16,2-4 0-16,1-7 3 0,2-6 2 16,6-1-4-16,-2-1-3 15,0 4 0-15,-2 7 0 16,-2 5 7-16,1 10-2 15,-3 5-4-15,2 1 0 16,-5 11 3-16,0 9 0 0,-4 4 2 16,-5 4 8-16,-2 4-9 15,-8 6-2-15,-13-5-35 16,-12-6-86-16</inkml:trace>
  <inkml:trace contextRef="#ctx0" brushRef="#br0" timeOffset="10946.94">24086 3556 121 0,'0'0'87'0,"0"0"-68"16,0 0-15-16,0 0 10 15,-2 47 2-15,2-25 1 0,0 4-4 16,0 8 6-16,0 2 10 15,0 5-8-15,2 3-5 16,0 4-5-16,1 5-2 16,-1 1 6-16,-1 1-11 15,-1 2-2-15,3-6-1 0,-3-1 1 16,3-6-1-16,-3-6 1 16,2-5-1-16,0-6 0 15,-1-6 1-15,1-5 1 16,0-5-1-16,-2-7-1 15,2-4-25-15,-2 0-24 0,0-7-23 16,0-13-84-16</inkml:trace>
  <inkml:trace contextRef="#ctx0" brushRef="#br0" timeOffset="11402.71">24023 3729 202 0,'0'0'6'0,"0"0"18"0,54-30-12 0,-30 23-5 16,3 6 0-16,0 1 1 0,0 0-7 16,-4 5-1-16,0 8 0 15,-2 2 0-15,-3 0 2 16,-3 2-1-16,-2 0 0 15,-5 0-1-15,-5-4 4 16,-3 3-2-16,0-3-1 16,-7-1 3-16,-10 2 3 0,-2-1 1 15,-6 1 3-15,-4-1-7 16,-2 1 0-16,0-2-1 16,4-1-2-16,4-1 1 15,4 0-1-15,6-3-15 16,7 2-20-16,2-4-22 0,4 0-25 15</inkml:trace>
  <inkml:trace contextRef="#ctx0" brushRef="#br0" timeOffset="11740.18">24415 4091 171 0,'0'0'32'16,"0"0"14"-16,0 0-11 15,0 0 0-15,0 0 6 16,0 0-18-16,0 0-22 16,0 0 1-16,0 0 10 15,15 54-3-15,-14-27 0 0,1 3 0 16,-2 4-4-16,1-1-1 15,-1 0-1-15,1-4-3 16,0-3 2-16,2-4 1 16,0-6-1-16,-1-3 0 15,-1-7-18-15,1-6-58 16,-1 0-37-16</inkml:trace>
  <inkml:trace contextRef="#ctx0" brushRef="#br0" timeOffset="12079.06">24764 3929 286 0,'0'0'7'0,"0"0"17"0,0 0 12 0,52-22-28 15,-31 16-4-15,4 3-1 16,2 0-1-16,0 0 2 15,-2 2-2-15,1 1-1 0,-2 0-1 16,-4 0 1-16,-3 0-30 16,-3 4-41-16,-5-1-9 15,-5 3-82-15</inkml:trace>
  <inkml:trace contextRef="#ctx0" brushRef="#br0" timeOffset="12290.09">24782 4123 173 0,'0'0'4'16,"0"0"36"-16,0 0-8 15,0 0-2-15,0 0 16 0,51 21 1 16,-9-21-19-16,7-7-19 16,5 1-6-16,2-1-1 15,0-3-2-15,-5-1-69 16,-4-6-132-16</inkml:trace>
  <inkml:trace contextRef="#ctx0" brushRef="#br0" timeOffset="12749.8">25979 3654 272 0,'0'0'14'16,"0"0"11"-16,0 0-28 15,-1 44 4-15,1-8 21 16,0 9 4-16,4 6 2 0,-1 9-17 16,4 5-3-16,0 5-1 15,0-1-2-15,3 1 0 16,0-3-2-16,-5-5-1 15,1-7 1-15,-1-5-3 16,-3-9 3-16,-1-7-1 0,-1-7 1 16,0-9-1-16,0-6-6 15,0-8-44-15,-8-4-27 16,-2-5 4-16,-1-18-163 16</inkml:trace>
  <inkml:trace contextRef="#ctx0" brushRef="#br0" timeOffset="13139.22">25964 3887 208 0,'0'0'7'0,"0"0"25"0,12-53-7 16,1 36 2-16,3 2-11 15,5 2 7-15,4 3 2 16,4 1-13-16,1 8-6 16,2 1-5-16,0 4 0 15,-3 10-1-15,-2 3 0 16,-7 3-1-16,-4 0 1 0,-5 0 1 15,-8-3-1-15,-3 0-1 16,-3-1 1-16,-13 1 2 16,-10-2 4-16,-4 1 1 15,-6-3-2-15,-4 0-3 0,1-2 1 16,3-1-4-16,6-3-8 16,5-1-12-16,8-1-11 15,5-2-15-15,5 1-24 16,7-4-64-16</inkml:trace>
  <inkml:trace contextRef="#ctx0" brushRef="#br0" timeOffset="13639.22">26357 4157 259 0,'0'0'5'0,"0"0"12"0,0 0 18 0,0-40 1 16,0 27-4-16,0 2-5 15,7-1-1-15,2 1-9 16,3 2-9-16,3 1-5 0,1 4 0 15,3 1-3-15,-1 3 0 16,-2 3 0-16,1 8-1 16,-4 6 0-16,-2 2-1 15,-7 6 1-15,-4 3 0 16,0 4 1-16,-12-1-2 16,-5 3-1-16,-2 0 4 0,-3-3-1 15,3-1-1-15,2-4 1 16,4-6 0-16,4-5 0 15,7-3 0-15,2-8-1 16,3 0-3-16,15-4 0 16,10 0 6-16,8 0-2 0,7-4 2 15,5 0-1-15,0-1-1 16,-3 1 2-16,-5 3 3 16,-7-1-3-16,-10 2-2 15,-10 9 0-15,-13 1-31 16,-4-7-144-16</inkml:trace>
  <inkml:trace contextRef="#ctx0" brushRef="#br0" timeOffset="23116.92">23300 5739 201 0,'0'0'-3'0,"0"0"43"0,9-40 29 0,-14 29-43 16,-11 1 1-16,-8 2-11 16,-7 4-7-16,-4 4 4 15,0 0 4-15,0 6 0 0,5 4-1 16,4 5-1-16,9 1-6 15,5 3-5-15,7 6-2 16,5 2 0-16,0 4-1 16,0 6 0-16,10 3 2 15,4 6-4-15,4 1 0 0,0 2 3 16,1-2 0-16,-6 1-1 16,-2-2 0-16,-4-1-1 15,-7-2 0-15,-5-2 0 16,-8-1 0-16,-5-5 0 15,-2-2 1-15,-5-6 0 0,-1-6-1 16,0-4-7-16,-3-4-8 16,-2-1-10-16,-4-7-8 15,1-1-11-15,-2-4-24 16,3 0-33-16,0-9-48 16</inkml:trace>
  <inkml:trace contextRef="#ctx0" brushRef="#br0" timeOffset="23299.89">22780 6239 255 0,'0'0'7'0,"52"-40"25"0,-18 20 1 16,8 0-9-16,3 2-11 16,3-2-3-16,0 4-2 15,-1 2-1-15,-4 4-5 16,0 3-1-16,-5 4 0 15,-1 3-18-15,-6 0-41 0,-3 0-47 16,-6 0-48-16</inkml:trace>
  <inkml:trace contextRef="#ctx0" brushRef="#br0" timeOffset="23484.34">23372 6227 276 0,'0'0'-9'15,"-1"43"30"-15,1-18 21 16,0 7-20-16,0 0-13 0,3 1-6 16,2 1-1-16,1 0-1 15,-2-4 0-15,1-3-1 16,-3-3-34-16,0-5-34 16,-2-11-31-16</inkml:trace>
  <inkml:trace contextRef="#ctx0" brushRef="#br0" timeOffset="23768.76">23802 5781 330 0,'0'0'4'15,"0"0"25"-15,0 0-17 16,-47 39 6-16,34-7-3 0,3 7-2 16,4 2 0-16,4 6-5 15,2 0-3-15,0-2-4 16,8 0 1-16,3-6-1 16,1-2 0-16,3-9-16 15,1-5-25-15,1-12-20 0,3-8-38 16,-5-3-18-16</inkml:trace>
  <inkml:trace contextRef="#ctx0" brushRef="#br0" timeOffset="24300.26">23932 5936 357 0,'0'0'-47'16,"23"-38"71"-16,-6 21-2 15,3 4-7-15,3 9-4 16,-2 1-2-16,2 3 0 0,-2 0-2 16,-1 14-3-16,-5 2-3 15,-3 4 0-15,-5 5-1 16,-3 4 0-16,-4-1 0 16,-2 0-5-16,-8 0-5 0,-3-4 2 15,-3-3-6-15,3-4 2 16,0-4-12-16,1-5 1 15,4-5 10-15,1-3 13 16,7 0 7-16,0-7-2 16,2-6-6-16,9-4-1 15,7-3 5-15,2-1-8 0,3 0 15 16,-1-2-5-16,-1-1 8 16,-5 5 7-16,-1-1-3 15,-6 8 5-15,-3 2 9 16,-4 4-3-16,-2 6-7 0,0 0-9 15,0 0-10-15,-6 10 5 16,1 4 1-16,1 3-2 16,-2 2-3-16,6 2-1 15,0-1-1-15,6 0 0 16,5-2-1-16,4-2 1 16,3-5-3-16,-1-2-29 0,2-4 1 15,1-5-8-15,-3 0-7 16,-2-7-66-16,-3-10-72 15</inkml:trace>
  <inkml:trace contextRef="#ctx0" brushRef="#br0" timeOffset="24465.08">24413 5760 382 0,'0'0'-2'0,"0"0"45"0,56-17-17 16,-32 24-18-16,2 14-3 0,-1 8-1 15,-2 9 0-15,-8 3-1 16,-8 8-2-16,-7 2 0 16,-2 4 0-16,-18 6-2 15,-15 0-31-15,-11 0-42 16,-9-5-52-16</inkml:trace>
  <inkml:trace contextRef="#ctx0" brushRef="#br0" timeOffset="24799.03">22719 6735 348 0,'0'0'-4'15,"0"0"44"-15,0 0 7 16,36-42-20-16,12 28-15 16,25-6 8-16,25-3 0 15,25-2 0-15,20-5-6 16,10-1-6-16,8 1-2 0,0 3-3 16,-10 4-3-16,-14 5 2 15,-16 4-2-15,-18 5-2 16,-18 3-28-16,-16 3-21 15,-20-1-39-15,-20-1-57 16</inkml:trace>
  <inkml:trace contextRef="#ctx0" brushRef="#br0" timeOffset="25200.87">23158 6849 226 0,'0'0'-11'0,"0"0"35"15,-7-48 36-15,-8 37-15 16,-7 5-23-16,-4 6-1 15,-5 0 5-15,-1 7-4 0,-2 12-9 16,4 3 1-16,5 7 0 16,7 3-4-16,6 10-4 15,8 3-1-15,4 9-1 16,0 1-1-16,7 5 0 16,2-2-3-16,-3-2 0 0,-1-4 0 15,-5-6 1-15,0-5-2 16,-10-7-6-16,-4-3 2 15,-3-8-4-15,-7-2-12 16,-2-7-18-16,-4-3-38 16,-1-6-43-16,-3-5-38 15</inkml:trace>
  <inkml:trace contextRef="#ctx0" brushRef="#br0" timeOffset="25400.97">22745 7290 355 0,'0'0'0'0,"0"0"20"16,63-39 1-16,-34 26-1 15,4 0-6-15,3 0-2 16,2-2-7-16,0 4-2 0,-1 0-1 16,-1 2-1-16,-5 2-22 15,-5 4-61-15,-4-4-96 16</inkml:trace>
  <inkml:trace contextRef="#ctx0" brushRef="#br0" timeOffset="25732.8">23138 7301 361 0,'0'0'0'0,"0"0"9"16,54-20-1-16,-33 18-2 15,-1 1-1-15,-3 1-3 16,-3 0-1-16,-2 7-1 16,-6 5 0-16,-2 2 0 15,-4 3-1-15,0 3-1 16,-9 3-1-16,-4-1-4 0,2 1-8 16,-1 1 17-16,1-2-2 15,2-4-1-15,5-2 2 16,4-5-1-16,0-4 0 15,2-3-5-15,11-4 5 16,6 0 2-16,6-4-1 0,4-9 0 16,4-5 1-16,1 0-1 15,1-1 0-15,-2-1-2 16,-5 0-36-16,-1-4-86 16,-5 0-75-16</inkml:trace>
  <inkml:trace contextRef="#ctx0" brushRef="#br0" timeOffset="26002.88">23644 6851 400 0,'0'0'11'16,"0"0"1"-16,-41 28 2 15,31-5 4-15,3 4 0 0,3 6 0 16,4 2-6-16,0 3-4 16,9 2-5-16,5-2-2 15,1 1 0-15,3-5-1 16,-1-6-2-16,2-6-35 16,-1-5-11-16,1-11-31 0,-2-6-26 15,0-5-36-15</inkml:trace>
  <inkml:trace contextRef="#ctx0" brushRef="#br0" timeOffset="26546.99">23876 6942 399 0,'0'0'4'15,"21"-40"16"-15,-6 26 5 16,7 2-10-16,-3 4-3 0,0 5-2 15,1 3-3-15,0 0-4 16,-2 6-2-16,-6 6-1 16,-4 4 0-16,-1 3 0 15,-7 2 0-15,0 0 0 16,0 3 1-16,-7-1 1 0,-1-2-1 16,-3-3-1-16,1-3-1 15,4-1-2-15,-1-5 2 16,3-5 1-16,3-4 0 15,1 0 2-15,1-3-1 16,12-8-2-16,1-3 0 16,4-3 2-16,6-2-1 0,-3-1 1 15,1 0-1-15,0 3 0 16,-7 0 0-16,1 2 1 16,-8 3 0-16,-2 2 8 15,-4 5 6-15,-2 0 12 16,0 3-6-16,0 2-7 0,-3 0-5 15,-3 2-3-15,2 8-1 16,2 3 2-16,2 4-2 16,0 0-3-16,6 3-1 15,6 0 1-15,5-2-2 16,3-2 0-16,-2-2 0 0,4-4-11 16,-1-4-12-16,0-3-14 15,-2-3-23-15,-2 0-13 16,-1-11-41-16,-9-7-67 15</inkml:trace>
  <inkml:trace contextRef="#ctx0" brushRef="#br0" timeOffset="26767.29">24386 6686 390 0,'0'0'-1'0,"0"0"42"0,42-11-1 0,-22 25-20 16,3 10-2-16,-5 9 10 16,2 4-10-16,-7 5-8 15,-6 4-6-15,-7 5-4 16,-3 4-1-16,-20 6 0 0,-9-2-59 16,-9-7-50-16,-7-8-149 15</inkml:trace>
  <inkml:trace contextRef="#ctx0" brushRef="#br0" timeOffset="29654.23">26469 5827 182 0,'6'-16'26'0,"-3"2"32"0,-1 1-9 0,-2 5-14 15,0 2-10-15,-14 0-6 16,-1 6-4-16,-9 0-4 16,-5 0 7-16,-4 10 0 15,-2 5-1-15,-2 3-3 16,3 3-1-16,3 4 1 0,6 1-6 15,7 0-1-15,9 1-4 16,6 1-1-16,3-2 0 16,10-3 0-16,12-4 1 15,7-3-1-15,9-6-1 16,7-3 1-16,4-7-1 0,3 0-1 16,-3 0 2-16,-3-7-3 15,-9 0-4-15,-8 0-41 16,-7-2-22-16,-10-5-70 15,-5-3-111-15</inkml:trace>
  <inkml:trace contextRef="#ctx0" brushRef="#br0" timeOffset="30041.27">27079 5557 218 0,'0'0'4'0,"0"0"44"0,0 0 9 0,0 0-28 0,0 0-17 15,-58-11 10-15,26 32 6 16,-8 7 1-16,0 6-7 15,1 7-5-15,6 2-5 0,2 7-2 16,8 2-5-16,8 0-3 16,8 1 1-16,7-1-1 15,7-4-1-15,15-4-1 16,10-8 0-16,5-5 0 16,9-9 1-16,1-7-1 0,-1-5-2 15,-1-7-21-15,-9-3-28 16,-3-3-45-16,-8-12-65 15</inkml:trace>
  <inkml:trace contextRef="#ctx0" brushRef="#br0" timeOffset="31989.2">28016 5578 325 0,'0'0'5'0,"44"-11"31"0,-22 11 15 0,1 18-29 0,1 12-6 15,-5 4 7-15,-4 9-6 0,-3 5-6 16,-9 6-6-16,-3 5-4 16,-15 3 0-16,-11 3 0 15,-11 2-1-15,-9 0-38 16,-8-9-68-16,-4-10-54 16</inkml:trace>
  <inkml:trace contextRef="#ctx0" brushRef="#br0" timeOffset="32515.16">25976 6581 158 0,'0'0'38'0,"0"0"11"0,0 0-13 0,0 0-5 0,0 0 18 15,0 0-10-15,0 0-14 16,0 0-12-16,80 0 19 16,0 0-7-16,25-6-6 15,29-2-8-15,21-2 0 0,18-4-3 16,8-1-3-16,0-2-2 15,-8-1 0-15,-9 1 4 16,-15 0 6-16,-22 3-2 16,-18 1-6-16,-21 3-2 15,-20 4-2-15,-18 1 0 0,-20 3-2 16,-19 2-6-16,-11 0-39 16,-16 0-54-16,-20-3-53 15</inkml:trace>
  <inkml:trace contextRef="#ctx0" brushRef="#br0" timeOffset="33076.3">26253 7010 162 0,'0'0'4'0,"0"0"43"0,0 0 6 0,21-46-11 15,-21 38 14-15,0 2-11 16,-14 2-12-16,-5 4-13 15,-8 1-11-15,-4 14 5 16,-3 4 7-16,-1 7-8 16,3 3-2-16,4 3-5 15,6 6-1-15,8-3 0 0,7 1-1 16,7-3-4-16,0 0 1 16,11-5-1-16,10-8 0 15,9-3 0-15,7-7 2 16,7-7-1-16,3-3 1 0,1-3-2 15,-2-8-25-15,-2-2-19 16,-10-3-34-16,-5-2-57 16</inkml:trace>
  <inkml:trace contextRef="#ctx0" brushRef="#br0" timeOffset="33419.08">26791 6804 242 0,'0'0'37'16,"0"0"28"-16,0 0-1 0,0 0-35 15,-38-9-13-15,14 28 5 16,-1 5 2-16,0 9 0 16,5 5-4-16,0 5-9 15,8 5-4-15,4 3 0 16,6 0-5-16,2 0 0 0,8-2-1 16,10-7 0-16,7-5-1 15,6-10 2-15,2-7-2 16,3-10-31-16,0-7-9 15,-1-3-45-15,-2-7-42 16,0-13-121-16</inkml:trace>
  <inkml:trace contextRef="#ctx0" brushRef="#br0" timeOffset="35326.51">27985 6629 322 0,'0'0'-4'15,"0"0"79"-15,0 0-31 16,37-12-19-16,-24 24-7 16,4 7 0-16,0 10 4 15,4 6-1-15,-1 6-9 16,-3 7-4-16,-5 3-4 0,-6 6-1 15,-6 1-3-15,-15 3 0 16,-11-1 0-16,-11-2-7 16,-6-5-34-16,-10-9-31 15,-4-13-85-15</inkml:trace>
  <inkml:trace contextRef="#ctx0" brushRef="#br0" timeOffset="40122.25">27448 5531 172 0,'0'0'10'0,"0"0"61"0,0 0-27 0,0 0-3 15,0 0-1-15,0 0-19 16,0 0-17-16,0 0-5 16,0 0 5-16,0 0 13 15,0 0-1-15,10 40 7 16,-7-9-5-16,0 8 1 0,3 5 1 16,-3 5-7-16,0 5 2 15,0 3-6-15,1-3-4 16,-4-1-4-16,2-5 0 15,0-4 0-15,0-7 1 16,-1-7-1-16,0-8-1 0,1-6 1 16,0-4-1-16,0-7-1 15,-1-1 1-15,-1-2-1 16,2-2-10-16,-2 0-7 16,2 0-15-16,0-10-67 15,2-7-72-15</inkml:trace>
  <inkml:trace contextRef="#ctx0" brushRef="#br0" timeOffset="40471.11">27699 5671 244 0,'0'0'53'0,"0"0"31"0,0 0-44 0,0 0-26 16,0 0 11-16,0 0 11 16,33 52-6-16,-28-25-10 15,-1 5-7-15,0 0-7 0,-3 1-3 16,0-2-1-16,0-1-3 15,-1-6 1-15,1-3 0 16,-1-4-1-16,0-4 1 16,0-6-37-16,0-7-59 0,0 0-115 15</inkml:trace>
  <inkml:trace contextRef="#ctx0" brushRef="#br0" timeOffset="59343.16">27028 5728 89 0,'0'0'134'0,"0"0"-72"15,0 0 1-15,0 0 3 16,0 0-18-16,20-37-17 16,-15 37-10-16,2 0-10 15,3 1 0-15,-3 7-1 16,1 4 0-16,2 3 1 0,0 3-2 16,-1 4 4-16,1 4 0 15,-3 2-4-15,1 1-1 16,-2-1-3-16,0 1-2 15,-1-4-1-15,-1-2-1 16,-1-5 0-16,0-2-1 0,0-5 0 16,-1-2 0-16,0-2-14 15,0-6-44-15,3-1-39 16,-2-1-86-16</inkml:trace>
  <inkml:trace contextRef="#ctx0" brushRef="#br0" timeOffset="60343.23">27629 5828 122 0,'0'0'17'0,"0"0"31"0,0 0-10 15,0 0-1-15,0 0 0 16,0 0 5-16,0 0 11 0,0 0-14 15,0 0-7-15,0 0-8 16,0 0-4-16,-30-37-4 16,28 35-3-16,-1 1-6 15,2-1-5-15,-4 0-1 16,2-1 0-16,1 1-1 0,0-4 0 16,2 3 1-16,0-4 1 15,0-1 0-15,0 0 0 16,7 1 0-16,3-1 1 15,1 3-3-15,3 0 1 16,-2 0 1-16,2 4-1 0,0 0 1 16,2 1 0-16,-1 0 0 15,1 2-1-15,-1 6 0 16,-1-1 0-16,-1 7 0 16,-2-1-1-16,-2 4 1 15,-4 2-1-15,-4 4 1 16,-1 4 0-16,0-1 0 0,-6 2 1 15,-5 1 1-15,0-4 7 16,-2 1 7-16,0-5-5 16,3-1-4-16,1-4 4 15,0-5-1-15,5-2-4 16,1-5-5-16,3 0 0 0,-2-3-1 16,2 1-1-16,0-2 1 15,0 0 0-15,2 0-1 16,5 0 2-16,5 0 2 15,4-3 1-15,6-7 0 16,7 0-1-16,8-3 1 0,2-4 2 16,9-1 3-16,-1-1 1 15,0 2-1-15,-9 3 0 16,-5 3-7-16,-7 2-1 16,-10 5 0-16,-5 2-1 15,-4 0 0-15,-2 2-1 16,-5 0 0-16,0 0 0 0,0 0-1 15,-5 2 1-15,-2 4-3 16,0 0-24-16,-4 0-26 16,2-5-52-16,0-1-104 15</inkml:trace>
  <inkml:trace contextRef="#ctx0" brushRef="#br0" timeOffset="62468.2">26958 6999 191 0,'0'0'65'0,"0"0"23"15,0 0-34-15,0 0-1 16,0 0-12-16,0 0 8 0,0 0-13 16,0 0-10-16,0 0-6 15,2-40-4-15,-2 32-3 16,2-2-5-16,4-1-2 15,1-1-3-15,1-2-1 16,4-1 0-16,2 1-2 0,0 3 1 16,2 1-1-16,-1 3 0 15,1 4 0-15,-3 3 0 16,-2 0 0-16,-2 1-1 16,-2 12 1-16,-5 4 0 15,-2 3 0-15,0 1-2 0,-2 4 2 16,-8 1-1-16,-5 1 0 15,0-1 0-15,-3-1-1 16,1-2 0-16,0-3 1 16,3-1 1-16,2-4 0 15,5-4 0-15,3-2-1 0,3-2 1 16,1-4 0-16,3-2 0 16,9-1 1-16,3 0-1 15,5 0 0-15,0-7 0 16,2 0 0-16,1-3 0 15,-4 3 0-15,-1 0 0 0,-4 1-25 16,0 1-26-16,-5 0-25 16,-2 0-15-16,2-4-101 15</inkml:trace>
  <inkml:trace contextRef="#ctx0" brushRef="#br0" timeOffset="62888.78">27273 6717 227 0,'0'0'48'0,"0"0"47"0,0 0-38 0,0 0-26 16,0 0-21-16,0 0 21 15,21 42 19-15,-12-10-15 16,-4 9-10-16,-2 5-7 0,-1 5-7 16,-1 4-5-16,-1-1 1 15,0 2-4-15,0-5 0 16,0-7 0-16,0-7 0 15,1-9 0-15,2-4-1 16,-3-7 0-16,1-5-1 0,0-4-1 16,0-2 0-16,1-2 0 15,0-1-4-15,0-3-25 16,4 0-14-16,-2 0-31 16,2-7-45-16,-1-6-142 15</inkml:trace>
  <inkml:trace contextRef="#ctx0" brushRef="#br0" timeOffset="67190.14">27667 6801 17 0,'0'0'24'0,"0"0"4"0,0 0-15 0,0 0-6 0,0 0 3 15,0 0 6-15,0 0 2 16,0 0 4-16,0 0 0 0,0 0-6 15,0 0 3-15,0 0 0 16,0 0 7-16,0 0 1 16,-29 23 2-16,28-26-1 15,0 2-6-15,1-1-2 16,0-1 4-16,0 2-2 0,0 1-7 16,0 0-10-16,0 6-5 15,0 4 4-15,0 4 8 16,0 3 0-16,0 1 4 15,3 5-1-15,1 1-4 16,0 3-2-16,-1 0-1 0,0 3-4 16,-1-2 1-16,0 1-3 15,-1-1 0-15,1-5-1 16,-2 1-1-16,0-4 1 16,0-4-1-16,0-4 1 15,2-3-1-15,-2-5 1 0,0 0-1 16,0-2 1-16,0-2-1 15,0 0 1-15,0 0 3 16,0-3 1-16,0-7 0 16,0-4-2-16,0-5 0 15,-3-5-1-15,-1-3 1 0,-1-4-2 16,-1-2 0-16,0-2-1 16,3 1 0-16,-3 1 0 15,2 2-1-15,-1 5 1 16,0 4-1-16,2 6-1 15,-1 3 1-15,4 3-6 16,0 5-19-16,0 2-30 0,3-3-24 16,4-5-87-16</inkml:trace>
  <inkml:trace contextRef="#ctx0" brushRef="#br0" timeOffset="68713.97">26554 7472 44 0,'1'0'5'0,"0"0"-5"0,-1 2 1 15,0-2-2-15,0 0 0 16,0 0 0-16,0 2-1 16,0-1-2-16,0-1-10 15</inkml:trace>
  <inkml:trace contextRef="#ctx0" brushRef="#br0" timeOffset="71143">27848 7396 72 0,'0'0'45'0,"0"0"-3"0,0 0-6 0,0 0-12 16,1 0 1-16,1-1-11 15,1-1 2-15,-2 1 2 16,-1 1-4-16,3 0-1 15,-3-1-1-15,0 1-3 0,1 0-4 16,-1 0-2-16,0 0-2 16,0 0 0-16,0 0-1 15,0 0 0-15,0 0 0 16,0 0-4-16,0 0-27 0,0 0-4 16,-5 0-32-16,-5-3-76 15</inkml:trace>
  <inkml:trace contextRef="#ctx0" brushRef="#br0" timeOffset="73570.86">23295 7565 53 0,'0'0'16'0,"0"0"16"0,0 0-10 15,0 0-7-15,0 0-4 16,0 0-6-16,0 0 0 0,0 0-2 16,0 0 0-16,0 0-1 15,0 0 4-15,0 0-1 16,0 0-5-16,0 0-1 15,10-7 2-15,0 5-2 0,5-3 0 16,5-8-13-16,6-4-95 16</inkml:trace>
  <inkml:trace contextRef="#ctx0" brushRef="#br0" timeOffset="76221.88">28758 5536 90 0,'0'0'26'0,"0"0"19"0,-4-47-14 0,3 38 0 15,0 5-1-15,1 3-5 0,0 1-6 16,0 3-18-16,0 11 2 16,0 8 8-16,5 8 14 15,0 10 5-15,-1 4 2 16,0 7 8-16,-1 4-10 16,-1 4-11-16,-2 0-8 15,0-3-4-15,0-5-3 0,2-6-1 16,-2-6-1-16,1-9-1 15,-1-6 1-15,0-6-1 16,0-5 0-16,0 0 0 16,0-5-1-16,-1 1-13 15,-1-2-27-15,-4-2-19 0,2-4-45 16,1-1-22-16</inkml:trace>
  <inkml:trace contextRef="#ctx0" brushRef="#br0" timeOffset="77006.98">28708 5722 49 0,'0'0'10'0,"0"0"39"0,0 0-20 0,0 0-4 16,0 0 0-16,0 0-1 0,-9-43 4 15,12 34-2-15,8 0-11 16,3-3 6-16,7 4-1 16,1-2-4-16,4 3-3 15,5 4 0-15,2 2-5 16,-3 1 0-16,0 4-3 0,-4 7 1 16,-4 6 0-16,-7 1-4 15,-6 0 1-15,-3 0 0 16,-6 1 1-16,-5-1-1 15,-11-1-1-15,-4 0 1 16,-6-1-2-16,-4-2 1 0,-2 2-2 16,1-4 1-16,2 0-4 15,5-2-1-15,3 0-6 16,5-3-25-16,6 0-17 16,7-3-10-16,3-1-38 15</inkml:trace>
  <inkml:trace contextRef="#ctx0" brushRef="#br0" timeOffset="77411.03">28943 6017 170 0,'0'0'14'0,"0"0"37"16,0 0-12-16,0 0 10 15,42-27-1-15,-29 15-10 16,0 0-13-16,-1 2-7 0,0 3-6 16,0 4-5-16,-1 3-4 15,-1 0-2-15,-1 7-1 16,-3 7 1-16,-2 2-1 16,-2 0 1-16,-2 2-1 15,0-1 0-15,-9 2 1 0,-4-4 1 16,0 1-2-16,-1-2 0 15,1-1 0-15,1-2 0 16,3-1 0-16,4-3 0 16,3-1 0-16,2-2 0 15,0-1-2-15,11-2 4 0,4-1-1 16,6 0 0-16,4 0-1 16,4 0-4-16,4 0-19 15,-3 0-11-15,-2 0-33 16,-6-1-46-16,-7-2-95 15</inkml:trace>
  <inkml:trace contextRef="#ctx0" brushRef="#br0" timeOffset="77709.05">28304 6452 254 0,'0'0'11'0,"0"0"30"0,39-13 1 0,1 6-8 16,10-3-4-16,13-3-9 16,14-4-2-16,8 0-7 15,5-2 0-15,-2-2-3 16,-1 4-5-16,-6-1-2 0,-9 8-2 15,-9 1 1-15,-8 5-1 16,-9 4-5-16,-6 0-35 16,-11 0-44-16,-11 4-55 15</inkml:trace>
  <inkml:trace contextRef="#ctx0" brushRef="#br0" timeOffset="78029">28791 6571 274 0,'0'0'8'0,"0"0"52"0,0 0-13 15,0 0-22-15,0 0-24 16,0 0 2-16,0 0 2 16,-16 71 5-16,16-28 4 15,0 5-6-15,0-1-1 16,0 3-5-16,0-1-1 0,0-1 0 16,-6-1-2-16,2-7 1 15,-2-3-1-15,1-6-21 16,-1-9-40-16,-1-12-47 15,1-9-24-15</inkml:trace>
  <inkml:trace contextRef="#ctx0" brushRef="#br0" timeOffset="78360.89">28745 6633 227 0,'0'0'10'16,"30"-58"7"-16,-11 33 37 15,5 6-15-15,-2 3-16 16,3 7 0-16,2 2 1 0,-2 7-12 16,-1 0-6-16,-4 7-3 15,-5 7-2-15,-6 4 1 16,-8 2-1-16,-1 3-1 15,-9-2 1-15,-8 1 0 0,-5-1-1 16,-4-1 0-16,-2-2 0 16,-2 1-8-16,2-3-14 15,0 0-16-15,3-3-15 16,4-3-47-16,1-1-40 16</inkml:trace>
  <inkml:trace contextRef="#ctx0" brushRef="#br0" timeOffset="80043.98">29104 7017 102 0,'0'0'17'0,"0"0"37"0,0 0-12 0,0 0 14 16,0 0-10-16,-29-40-13 16,27 37-6-16,0 1 0 0,0 2-5 15,0 0-12-15,1 4-7 16,1 9 6-16,0 4 13 15,0 5-2-15,0 4-3 16,0 2-4-16,0 2-2 16,3 3-3-16,1-4-4 0,0-4-2 15,-2-2-1-15,-1-3 1 16,0-5-2-16,0-5 1 16,-1-2 0-16,0-2-1 15,0-4 2-15,0-1 0 16,-1-1 2-16,-4 0-1 15,0-7 0-15,0-6-1 0,0-4 0 16,2-3-1-16,-2-7 0 16,4 1-1-16,-1-3-1 15,-2 2 1-15,2 3-1 16,0 5 0-16,0 4 1 16,1 6 0-16,1 3-1 0,0 2 1 15,0 4-3-15,0 0-21 16,0 3 2-16,0 5-4 15,0 1-14-15,5-9-39 16,1 0-105-16</inkml:trace>
  <inkml:trace contextRef="#ctx0" brushRef="#br0" timeOffset="82892.53">24936 6205 114 0,'0'0'-28'0,"0"0"127"0,0 0-63 0,0 0 10 16,7-39-6-16,-9 32 8 16,-1 0-6-16,1 3-23 15,-2 2-12-15,4 2-5 16,0 0-2-16,8 3-5 15,5 7 6-15,6-1-3 0,6 6 1 16,5 0 9-16,6-1 5 16,0 1 0-16,1-2-7 15,-1-3-2-15,-6 1-4 16,-4-1 1-16,-7-4-1 16,-6 1 1-16,-5-3-1 0,-3-1 0 15,-5 1 1-15,0 1-1 16,-7 6 3-16,-12 2 6 15,-6 5 5-15,-7 5-4 16,-7 4-1-16,-2 3-3 16,-2 1-4-16,0 2-1 0,4-1-1 15,7-2-1-15,7-1 0 16,8-6-5-16,3-5-48 16,6-7-91-16,6-9-67 15</inkml:trace>
  <inkml:trace contextRef="#ctx0" brushRef="#br0" timeOffset="87996.49">29120 5402 59 0,'7'-7'3'0,"1"-1"-3"0,-3-1 75 0,0-1-44 16,0 2-9-16,-3-2 7 15,-1 1 3-15,0-1-8 16,-1 3-2-16,0-1 1 16,0 1-2-16,0 1 3 15,-1 0-5-15,-2 0-5 0,-3-1-3 16,2 3-1-16,-1-2 0 15,-3-1-5-15,-3 2-1 16,1 0 3-16,-5-2-3 16,-2 3-2-16,-2 0-2 15,-2-2 4-15,-3 4-3 0,-3-2 1 16,-2 1 0-16,-4 1 0 16,2 0-1-16,1 1 2 15,1 0 2-15,3 0 0 16,2 1 0-16,1 0-2 15,2 0 1-15,4 0-2 0,-1 3-1 16,1 3 0-16,1 1 0 16,0 0-1-16,2 3 2 15,-4-1-2-15,1 2 0 16,-1 0 0-16,0 5 0 16,-2 0 1-16,1 2-1 0,0 5 0 15,-1 2 0-15,4 2 0 16,-2 6 0-16,0 3 0 15,3 6 1-15,-1 1 0 16,2 5-1-16,-1 2 1 16,3 1 1-16,2 3 1 15,-1 3 0-15,4 1 0 0,4 0-1 16,1 3 0-16,2 0 0 16,0 1-2-16,0 1 1 15,2 1 0-15,2 3 1 16,-1-1 1-16,0 0 2 0,0-1 3 15,-3-1 2-15,0 0-1 16,0 0-2-16,0 3-2 16,0 1-1-16,0 0-1 15,0 0-4-15,0 0 2 16,4-2-1-16,0-1 1 0,2 1 0 16,0-2-1-16,3-2 0 15,1 2 0-15,1-3 0 16,3-3 0-16,-3-10 0 15,4-4 0-15,1-5-1 16,0-7 1-16,3-6-1 0,1-2 2 16,0-3-1-16,-1-3 0 15,3-2 0-15,-2-4 1 16,2-3-1-16,1-4 1 16,2-2 1-16,1-3 2 15,3 0 5-15,0-6 0 0,4-8-6 16,-2 1-1-16,4-7 1 15,-1-1 2-15,3-2 1 16,-3-6 2-16,3-1-2 16,-3-3-1-16,0 2-1 15,-2-6-3-15,-1 2 2 0,1-4-2 16,-4-4 1-16,1-4 0 16,0-2 2-16,0-8 0 15,0-3-1-15,-2-5-2 16,0-3 0-16,-5-3-1 15,-2-2 1-15,-1-2-1 16,-3 1 1-16,-1-1-1 0,-3 1 1 16,0-2-2-16,-5-3 1 15,-1 1 0-15,-4 4 0 16,-2 2 0-16,0 1 0 16,-5 6 1-16,-3 2-2 15,-6 2 1-15,2 4 0 0,-3 3-1 16,-2 0 1-16,-2 7 0 15,0 3 0-15,-3 3 0 16,-1 4 1-16,0 2-1 16,2 2 0-16,1 0 1 15,1 5 0-15,3-2-1 0,2 5 1 16,2-1-1-16,4 2 0 16,-1-2 0-16,-1 2 0 15,3 0 0-15,-2 3 0 16,2-2 1-16,-3 3-1 15,1 2 0-15,0 2-1 0,-3 3 1 16,0 3-1-16,-2 1 0 16,0 1 1-16,-2 7 0 15,3-2 2-15,-1 3-17 16,2 0-9-16,4 0-26 16,4 4-18-16,3-4-101 0,1-17-55 15</inkml:trace>
  <inkml:trace contextRef="#ctx0" brushRef="#br0" timeOffset="88401.74">29609 5992 146 0,'29'0'-11'0,"0"0"-12"0,2 0-18 0,-4 0 15 0,0-2-13 16</inkml:trace>
  <inkml:trace contextRef="#ctx0" brushRef="#br0" timeOffset="89112.95">29961 5675 248 0,'0'0'2'0,"0"0"-2"16,0 0 1-16,0 0 1 15,0 0 10-15,0 0 8 0,0 0 1 16,0 0-4-16,-21 20-5 15,17-9 0-15,-2 5 2 16,0 2-1-16,-4 5-4 16,2 4 0-16,-2 1-1 15,-2 4-2-15,2 0-2 0,0 2-1 16,-1-2-1-16,2-3-1 16,2-3 0-16,0-5 1 15,1-2 2-15,3-8-2 16,1-4-1-16,0-3 0 15,2-4 1-15,0 0 13 0,0-5 11 16,0-11-24-16,2-8-1 16,4-5-1-16,4-7 0 15,-1-4 0-15,1-3 0 16,1 2 0-16,-2 4 0 16,-1 6 0-16,-2 6 0 0,1 7 1 15,-4 4-1-15,-1 6 7 16,0 5-2-16,0 1 0 15,0 2-3-15,1 0 0 16,1 3-1-16,0 7 2 16,2 4 1-16,0 7 2 15,0 8 4-15,-1 1 2 0,2 11 0 16,1 3-4-16,0 7-3 16,-1 2 0-16,1-1-4 15,2 1 0-15,-3-5 0 16,1-2-1-16,-2-5 1 15,3-5-1-15,-2-3 0 0,1-3 0 16,-1-2 0-16,1-5-1 16,0-3 1-16,-4-1-6 15,-1-4-26-15,-2 0-17 16,-1-4-53-16,-3-4-42 16</inkml:trace>
  <inkml:trace contextRef="#ctx0" brushRef="#br0" timeOffset="89389.12">29860 6588 384 0,'0'0'5'0,"0"0"26"0,0 0-22 16,0 0-4-16,0 0 28 16,0 0 1-16,68-10-1 15,-23-1-11-15,9-6-8 16,8 1-6-16,5-5-6 0,3-2-1 16,2-1-1-16,-7 0-1 15,-9-2-33-15,-10-6-70 16,-14-7-232-16</inkml:trace>
  <inkml:trace contextRef="#ctx0" brushRef="#br0" timeOffset="93825.43">22767 7920 114 0,'0'0'15'0,"0"0"4"16,0 0-13-16,0 0-5 0,0 0 3 15,0 0 4-15,0 0 17 16,41 2-1-16,-17-5-3 15,8-7-7-15,8 3 0 16,1-3-3-16,10 0-3 16,4 3 1-16,9 1-1 0,5 2-4 15,4 3-1-15,6 1-2 16,1 0-1-16,0 0 1 16,-5-2-1-16,-4-2 0 15,-6-2 0-15,-5-4 0 16,-7 0 0-16,-5-2 0 0,-4-1 0 15,-3-1 0-15,-4 1-1 16,-7-1 0-16,-4 2-3 16,-9 2-24-16,-7-1-25 15,-10 2-81-15</inkml:trace>
  <inkml:trace contextRef="#ctx0" brushRef="#br0" timeOffset="94195.9">22808 7838 237 0,'0'0'-6'0,"0"0"7"0,9-55-8 0,8 38-10 16,11 1 4-16,6 0 5 16,12 1 5-16,10 0 4 15,11 1 1-15,7 2-2 0,8 1 5 16,6 2 12-16,4 0 11 16,2 1 4-16,-7-1-4 15,-4-1-19-15,-3 0-8 16,-9-3-1-16,-6 3 0 15,-9-1-1-15,-5 4-1 16,-9 1-4-16,-11-1-35 0,-8 0-67 16</inkml:trace>
  <inkml:trace contextRef="#ctx0" brushRef="#br0" timeOffset="96158.79">26043 7844 40 0,'3'-2'54'0,"-2"-2"0"16,1-2-41-16,0 1 14 0,0 0-4 16,0 0 4-16,2-1-3 15,3 2-6-15,5-1-4 16,1-2 0-16,8 0-3 16,10 0 0-16,11 0-3 15,11-3 0-15,13 0-2 0,14 0-3 16,10 0 1-16,7 0-3 15,5 1 0-15,9 0-1 16,1-2 2-16,1-1-2 16,-2 1 0-16,-3 1 0 15,-9-2 0-15,-11 4 1 16,-10 1-1-16,-13 1 0 0,-9 5 1 16,-12-2-1-16,-5 3 0 15,-5 0 0-15,-10 0-19 16,-9 0-43-16,-12 0-49 15</inkml:trace>
  <inkml:trace contextRef="#ctx0" brushRef="#br0" timeOffset="96593.89">25963 8166 179 0,'0'0'1'0,"0"0"2"0,0 0-2 0,0 0 1 16,0 0 8-16,50-40 17 16,-23 36 0-16,13 1 1 15,14-3 3-15,15-1 2 16,17 0-11-16,18 0-15 16,11-4-1-16,10 1-4 15,4-3 1-15,3 2-1 0,-3-2 1 16,-6-1 0-16,-5-2-1 15,-10-2 2-15,-12-1-4 16,-8 3 0-16,-11-2-5 16,-11 2-32-16,-9-2-28 15,-12 0-57-15</inkml:trace>
  <inkml:trace contextRef="#ctx0" brushRef="#br0" timeOffset="108819.03">25408 7404 20 0,'1'-5'13'0,"0"1"17"0,1-2-19 15,1 0 4-15,0-1 7 16,1 2-8-16,2-1-5 16,0 0 1-16,-3 3-1 15,1 1-2-15,0 0-1 0,-2 2-2 16,-2 0 0-16,0 2 7 16,0 6 15-16,0 2-5 15,0 4-3-15,-6 3-4 16,0 0-6-16,-1 6 1 15,0 1-2-15,0 0-1 0,1 2-2 16,0-3 0-16,1-2-3 16,2-1 0-16,-3-5-1 15,5-3 1-15,-1-4-1 16,1-2 0-16,0-4 1 16,1-2 0-16,0 0 4 0,0-5-4 15,0-6 2-15,2-2-3 16,4-4 0-16,-2 0 1 15,2-3-1-15,0 0-1 16,-5 3 1-16,3 1 0 16,-3 2-1-16,-1 2 2 0,1 3-1 15,-1 1 0-15,0-1 0 16,0 5 0-16,0-1 0 16,0-2 1-16,0 3 0 15,0 0 0-15,0 0 3 16,0 2 5-16,0 0 10 15,0 1-2-15,-3 0-4 0,0 1-2 16,2 0-2-16,-1 0-1 16,-1 0-3-16,2 4-2 15,1 2 0-15,0 2 3 16,0 4-1-16,6 2 1 0,1 5 2 16,5 2-2-16,1 3 1 15,4 2 1-15,3 3 0 16,0 3 0-16,1 0-2 15,0 1-3-15,1-2 1 16,-4 0-2-16,1-4 0 0,-9-3-1 16,2-2 2-16,-4-4-2 15,-3-4 1-15,0-1 0 16,-2-4-1-16,-2-2 0 16,1-3-1-16,-2-1 1 15,1 1-1-15,0-1 0 16,-1-1 0-16,1 1-5 0,-1 1-23 15,0 1-25-15,0 1-28 16,0-2-4-16,0-1-45 16</inkml:trace>
  <inkml:trace contextRef="#ctx0" brushRef="#br0" timeOffset="109174.17">25490 8038 165 0,'0'0'25'0,"0"0"10"0,0 0-19 15,0 0 0-15,0 0 12 16,0 0 2-16,47-43-5 16,-24 28-6-16,3-5-4 15,2-1-3-15,2-3 0 0,3-2-6 16,0 0-1-16,-2 2-3 16,-1 3-1-16,-2 1-1 15,-6 6 0-15,-2 4-1 16,-5 3 0-16,-7 3-17 15,-6-1-64-15,-2 1-195 0</inkml:trace>
  <inkml:trace contextRef="#ctx0" brushRef="#br0" timeOffset="109920.73">25384 7481 11 0,'0'0'0'0,"0"0"0"0,0 0 3 0,0 0-1 16,0 0 23-16,0 0-13 16,0 0 7-16,0 0-7 15,0 0 0-15,-21-38-4 16,21 34 0-16,0-2 3 0,0 5 11 16,0 1 9-16,0 0 8 15,-4 0-6-15,1 10-17 16,-1 7 5-16,1 5 5 15,-4 7-3-15,1 2-8 16,-1 6-1-16,2 0-8 0,1-3-3 16,0 0-1-16,2-5-1 15,-1-5-2-15,1-6 1 16,-1-2-3-16,1-6-4 16,2-4-7-16,0-4-6 15,0-2-4-15,0 0 10 0,7-2-16 16,-2-6-31-16,1-3-70 15</inkml:trace>
  <inkml:trace contextRef="#ctx0" brushRef="#br0" timeOffset="110220.09">25409 7524 110 0,'0'0'4'0,"0"0"8"0,0 0 9 15,0 0-7-15,0 0 21 16,0 0 4-16,0 0-12 15,25 45-7-15,-14-19-7 16,3 1-7-16,4 5-4 16,4 3-1-16,1 2-1 0,3-2-1 15,-1-1-8-15,-1-5-37 16,-6-6-66-16</inkml:trace>
  <inkml:trace contextRef="#ctx0" brushRef="#br0" timeOffset="110654.57">25441 8109 114 0,'0'0'7'0,"0"0"22"0,0 0-1 16,0 0-6-1,0 0-5-15,0 0 1 0,0 0-2 16,0 0-2-16,-7-51-2 16,25 36 3-16,9-4 1 15,5-2-5-15,6-5-5 16,3-1 0-16,1-1-3 0,0-1 0 15,-3 1-2-15,-1 5 0 16,-7 2-1-16,-5 4 0 16,-4 5 0-16,-5 3-1 15,-5 3 1-15,-5 0-2 16,-3 5 2-16,-2-1-2 0,-2 2-2 16,0 0-6-16,-4 0-6 15,0 0-2-15,1 0 0 16,1 0-7-16,-1 0-15 15,2 0-33-15</inkml:trace>
  <inkml:trace contextRef="#ctx0" brushRef="#br0" timeOffset="151722.38">29976 10118 35 0,'0'0'18'0,"0"0"4"0,0 0 18 15,0 0-32-15,0 0 4 16,0 0-3-16,0 0-1 0,0 0 5 16,0 0 1-16,0 0 6 15,3-25-1-15,-3 20-1 16,0-1-1-16,-1 2 8 15,-3-1-2-15,-3 1-2 16,-3 4-1-16,-4 0-13 0,-1 0 7 16,-4 12 1-16,-4 6-6 15,1 6 3-15,-2 7 0 16,3 2 2-16,4 4-6 16,3-1-2-16,7-4-3 15,2-1-1-15,5-8-1 0,0-2 0 16,10-6 0-16,7-4 1 15,6-7 1-15,6-1 0 16,7-3-2-16,0 0-2 16,4-7 1-16,-3-1 0 15,-3-2-6-15,-3 1-42 16,-8-4-43-16,-3-2-59 0</inkml:trace>
  <inkml:trace contextRef="#ctx0" brushRef="#br0" timeOffset="152803.69">30410 9845 87 0,'-2'0'13'0,"-4"0"23"0,-3 3-19 0,0 7-8 16,-2 6 8-16,-2 7 21 15,-1 4-5-15,2 9-7 16,3 5-3-16,2 4-9 0,6 5-3 16,1 3 4-16,0-5-4 15,12 1-6-15,4-7-1 16,4-4 0-16,5-6-3 16,0-4 0-16,0-3-1 15,-4-6 0-15,2-5-1 0,-5-4-3 16,-1-7-9-16,1-3-30 15,-8-6-8-15,1-14-26 16</inkml:trace>
  <inkml:trace contextRef="#ctx0" brushRef="#br0" timeOffset="153110.01">30580 9856 232 0,'0'0'19'16,"0"0"10"-16,0 0-14 16,12 37 28-16,-8-10-17 15,2 3-10-15,1 2-10 0,-1 4-3 16,1 1-2-16,-2-3 0 15,1-1-2-15,0-6 0 16,-1-7-2-16,0-8-7 16,1-6-26-16,1-6-13 15,-1 0-5-15,1-14-15 0,0-9-93 16</inkml:trace>
  <inkml:trace contextRef="#ctx0" brushRef="#br0" timeOffset="153375.1">30851 9758 186 0,'0'0'13'15,"0"0"44"-15,0 0-19 16,0 0-12-16,0 0-9 16,0 0 31-16,0 0 0 0,12 71-19 15,-20-31-11-15,-1 6-8 16,-2 4-7-16,1 3-3 15,0 1 2-15,-2 0-4 16,5-1 4-16,0-4-4 16,-1-6 0-16,3-6-21 0,0-5 7 15,1-7-25-15,-2-4-29 16,1-4 6-16,-2-7-26 16</inkml:trace>
  <inkml:trace contextRef="#ctx0" brushRef="#br0" timeOffset="153751.15">30832 10323 179 0,'0'0'19'16,"37"-41"8"-16,-17 20 13 0,1-2 3 15,-3 3-9-15,2 0 11 16,-3 6-5-16,-1 4-12 15,-2 5-14-15,0 5-9 16,-3 1-2-16,-2 13-2 0,-3 7 1 16,-5 2-2-16,-1 4 0 15,-1 2-2-15,-10 2 2 16,-4 0 2-16,1-1-2 16,-2 1 0-16,1-4-4 15,4-4 0-15,1-5-13 0,4-5 3 16,1-3 8-16,5-7 2 15,0-3 2-15,12 0 2 16,2-5 2-16,7-6-1 16,4-4 0-16,4-2 0 15,1-3-1-15,2 0 0 16,0 3 0-16,-1-1-1 0,-4 2-6 16,-5 2-39-16,-1-3-37 15,-4-2-31-15</inkml:trace>
  <inkml:trace contextRef="#ctx0" brushRef="#br0" timeOffset="154003.78">31321 9771 291 0,'0'0'6'0,"0"0"6"0,0 0-3 0,51 53 9 16,-41-8 2-16,-2 10 7 15,-8 11-9-15,0 8-13 0,-6 4-5 16,-9 4 0-16,-8 0-7 16,-6-5-59-16,-9-7-56 15</inkml:trace>
  <inkml:trace contextRef="#ctx0" brushRef="#br0" timeOffset="154358.06">29907 11146 158 0,'0'0'139'0,"46"-34"-106"0,-3 11 21 16,20-5-6-16,21-4-9 15,16-8-12-15,15-5-5 16,11-2-11-16,5 0-2 15,1 3 3-15,-3 7-6 0,-6 7-3 16,-14 6-3-16,-12 7-2 16,-12 3 2-16,-16 4-4 15,-13 0-17-15,-15 4-27 16,-14-1-74-16,-14 0-96 0</inkml:trace>
  <inkml:trace contextRef="#ctx0" brushRef="#br0" timeOffset="156218.68">30204 11505 12 0,'4'-1'28'0,"-2"-2"2"16,1 0-17-16,-2-1 41 15,1 4-29-15,-2-2 1 0,1-1-6 16,-1 1 0-16,0 0 5 16,0-2-6-16,0 1 2 15,0 0-5-15,0 1 1 16,0 0 2-16,-4-1-3 15,-3 2-3-15,-4-1-4 0,-1 2 1 16,-4 0-3-16,-2 2 1 16,-5 9-1-16,-2 2 3 15,-1 5-1-15,-1 5 2 16,2 5-1-16,4 3 3 0,6 4-4 16,2 0-1-16,10 2-1 15,3-3-2-15,0-4-2 16,12-6-2-16,7-4 1 15,2-6 1-15,4-5-2 16,2-5 0-16,1-4-1 16,1 0-1-16,-1-3-6 0,-4-5-15 15,0-4-35-15,-8-4-49 16,0-3-51-16</inkml:trace>
  <inkml:trace contextRef="#ctx0" brushRef="#br0" timeOffset="156610.97">30607 11183 198 0,'0'0'13'0,"0"0"41"0,0 0-22 0,-42-9-7 16,29 26 8-16,-2 9 13 16,1 7-10-16,4 8-6 15,1 4-10-15,6 2-7 0,3 1-4 16,0-1-6-16,5-3-2 15,4-4 0-15,3-5 0 16,1-3-1-16,1-8-2 16,3-6 2-16,-2-5-5 15,3-6-21-15,-2-6-14 16,2-1-19-16,-4-2-13 0,-1-12-18 16,-2-4-94-16</inkml:trace>
  <inkml:trace contextRef="#ctx0" brushRef="#br0" timeOffset="157032.54">30790 11397 183 0,'0'0'3'0,"0"0"13"0,0 0 16 16,0-48-8-16,0 32-5 15,0 1 6-15,4 0 8 16,3-2-4-16,-1 3-7 16,4 4-10-16,0 3-7 15,-1 4-1-15,1 3-4 0,0 2 1 16,-3 9-1-16,-2 5 1 16,-1 4-1-16,-4 1 0 15,0 0 1-15,0 1-1 16,-3-3 0-16,-3 0 0 15,-2-2-1-15,1-2 1 16,0-3 0-16,1-2 0 0,1-3-1 16,2-3 0-16,3-2 2 15,0-1-2-15,4-1 2 16,9 0 2-16,2-6-3 16,5-2 0-16,1-1 0 15,2-2 0-15,-2 0-5 0,1 2-24 16,-2-1-36-16,-6 2-23 15,-2 0-124-15</inkml:trace>
  <inkml:trace contextRef="#ctx0" brushRef="#br0" timeOffset="157402.16">31096 11115 282 0,'0'0'2'0,"0"0"31"0,0 0 13 0,0 0-18 15,0 0-25-15,0 0 22 0,0 0 19 16,-1 61-18-16,-5-22-8 15,-1 7-4-15,2 4-2 16,-1 3-6-16,0 0-3 16,1 0-2-16,-2-5 0 0,4-2-1 15,0-7 1-15,2-6-3 16,-3-5-8-16,2-5-22 16,1-6-25-16,-2-7-33 15,1-7-19-15,1-3-102 16</inkml:trace>
  <inkml:trace contextRef="#ctx0" brushRef="#br0" timeOffset="157673.94">31212 11359 243 0,'0'0'15'0,"0"0"51"0,0 0-45 16,0 0-3-16,0 0 28 15,0 0-13-15,27 51-7 16,-18-30-12-16,-2 2-7 16,2-2-3-16,0-2-2 15,0 1-1-15,-2-5-1 16,-1-2 0-16,0-6-1 0,1 0-19 15,-4-3-37-15,0-4-35 16,-1 0-23-16</inkml:trace>
  <inkml:trace contextRef="#ctx0" brushRef="#br0" timeOffset="157986.37">31413 11062 237 0,'0'0'3'16,"0"0"26"-16,0 0 17 15,0 0 2-15,43-33-9 0,-26 40-6 16,-2 15 12-16,3 9-14 15,0 10-4-15,-3 10-10 16,-4 9-9-16,-4 2-6 16,-5 2-1-16,-3 2 0 15,-6-7-1-15,-7-5-1 0,-3-4-14 16,-2-7-24-16,-5-9-50 16,-6-10-96-16</inkml:trace>
  <inkml:trace contextRef="#ctx0" brushRef="#br0" timeOffset="158954.84">31777 10416 214 0,'0'0'2'0,"0"0"17"0,0 0-7 0,0 0 20 16,0 0-5-16,0 0-3 16,45 0-7-16,-25 0-5 15,1-3-4-15,2 1-5 16,-2 1-2-16,0 1 0 15,-4 0-1-15,0 0 0 0,-6 0-24 16,-2 3-84-16,-9 0-97 16</inkml:trace>
  <inkml:trace contextRef="#ctx0" brushRef="#br0" timeOffset="159160.67">31820 10607 205 0,'0'0'22'0,"0"0"18"0,0 0-1 15,0 0 5-15,37-4-13 16,-18-3-11-16,5 0-6 16,-1 0-9-16,-1 1-2 15,2 3-2-15,-2-1-1 16,-1 4-1-16,-4-3-22 15,-1-1-95-15,-4-4-164 0</inkml:trace>
  <inkml:trace contextRef="#ctx0" brushRef="#br0" timeOffset="159544.07">32649 9733 283 0,'0'0'5'0,"0"0"-4"16,0 0 5-16,3 55 29 0,-2-18 15 15,-1 7-11-15,0 7-5 16,1 3-9-16,-1 1-6 16,1 2-7-16,0 0-10 15,1-6-1-15,-1-1-1 16,1-8-1-16,-2-6 0 16,0-9 1-16,0-6 0 0,0-5-2 15,-5-6-9-15,-1-6-38 16,-1-4-35-16,-1 0-61 15</inkml:trace>
  <inkml:trace contextRef="#ctx0" brushRef="#br0" timeOffset="159855.94">32595 9928 243 0,'0'0'1'0,"23"-39"2"16,-7 22 3-16,6 0 26 15,3 1-8-15,1 6 1 0,-1 4-6 16,0 6-8-16,-6 0-6 16,0 9-3-16,-4 8 2 15,-7 1 0-15,-4 1-1 16,-4 2-1-16,0-2 1 15,-13-1 0-15,-2 2-1 0,-6 1-2 16,-1-4 1-16,-1 2 0 16,-2-3 1-16,6 0-2 15,-2-1-2-15,6-1 2 16,5-3-19-16,4-2-65 16,2-5-88-16</inkml:trace>
  <inkml:trace contextRef="#ctx0" brushRef="#br0" timeOffset="160313.31">32913 10269 219 0,'0'0'6'0,"0"0"33"0,0 0-21 0,0 0-8 16,0 0 17-16,7 42 3 15,-5-14-9-15,-2 5-6 16,0 2-10-16,0 2-3 0,0 0-1 15,0 0-2-15,-1-4 1 16,-2-6-7-16,-2-6-98 16,-2-8-102-16</inkml:trace>
  <inkml:trace contextRef="#ctx0" brushRef="#br0" timeOffset="160700.97">32455 10784 369 0,'0'0'0'0,"0"0"1"0,53-35 1 16,-15 27 12-16,9 2-4 16,10 2-2-16,7 1 8 15,-1 3-7-15,-1 2-8 16,-4-1 0-16,-6 6-1 15,-7 4-1-15,-5-2-3 16,-8 1-5-16,-6-5-57 0,-10-3-72 16</inkml:trace>
  <inkml:trace contextRef="#ctx0" brushRef="#br0" timeOffset="161216.07">32652 11029 128 0,'0'0'8'0,"0"0"5"0,0 0-7 16,0 0-2-16,0 0 3 16,0 0 25-16,0 0 12 0,-3 44-7 15,3-17-3-15,0 10 5 16,0 6-5-16,2 5-14 16,-1 3-3-16,0 0-6 15,0-2-3-15,-1-7-5 16,2-8 0-16,-2-4-2 15,1-8 1-15,0-4-2 0,0-4 1 16,2-4-1-16,-2-3-3 16,2-2-4-16,-2-2-37 15,1-3-42-15,-2 0-4 16,0-11-70-16</inkml:trace>
  <inkml:trace contextRef="#ctx0" brushRef="#br0" timeOffset="161613.1">32645 11174 191 0,'0'0'2'0,"0"0"3"0,0-44 9 16,0 33 5-16,2 2-8 15,2-2 2-15,1 4 1 16,3-3-2-16,0 1-1 16,0 2-1-16,5 1-4 15,-1 2 1-15,1 4-3 16,3 0-1-16,-3 0-2 16,1 11-1-16,-3 1 2 0,3 2 3 15,-6 3-1-15,-3-1 2 16,-1 1-2-16,-4-2 0 15,0 1-2-15,-1-2 1 0,-7 1 3 16,-5 0-2-16,-1-2-2 16,-3 2-2-16,1 0-1 15,-2-2 0-15,1-2-5 16,2-4-28-16,2-5-98 16</inkml:trace>
  <inkml:trace contextRef="#ctx0" brushRef="#br0" timeOffset="162142.03">32799 11600 162 0,'0'0'116'0,"0"0"-103"15,0 0 46-15,0 0-20 0,-5-41-14 0,12 28-5 16,4 2 1-16,3 2-9 15,0 5-6-15,1 4-3 16,-1 0-2-16,0 3-1 16,-4 8 0-16,-4 5 1 0,-1 4-1 15,-4 1 0-15,-1 5 0 16,0-1 2-16,-8 1-2 16,-1-2-3-16,-2 3 8 15,-2-6-6-15,4-1 2 16,-3-3-1-16,6-2 0 15,1-3 1-15,3-3-1 0,2-4 0 16,0-2 0-16,12 0 1 16,5-3 1-16,6 0 0 15,11 0 1-15,6 0-2 16,8 0 0-16,3 3-1 0,4-3-2 16,-4 0-90-16,-3-7-154 15</inkml:trace>
  <inkml:trace contextRef="#ctx0" brushRef="#br0" timeOffset="181098.08">24630 5337 119 0,'0'0'-53'0,"0"0"54"0,0 0 49 0,0 0-47 16,0 0-2-16,0 0 0 15,0 0 10-15,0 0 8 16,0 0 8-16,0 0 5 15,0 0-8-15,0 0-9 16,0 0-1-16,-34 16-3 16,27-15-2-16,1 0 5 0,-3 1 5 15,0-1 0-15,-5 0-3 16,1 0 0-16,-5-1 2 16,1 0-3-16,-6 1-2 15,-4-1-3-15,-4 0-4 16,-3 0-2-16,-6 0-1 0,-5 0-1 15,-6 4 1-15,0-4-2 16,-5 2 0-16,-3-2 0 16,-1 1-1-16,-2-1 1 15,-1 0-1-15,-2 0 0 16,-1 0 0-16,-2 2 0 0,-2-1 1 16,-3 2-1-16,0 1 0 15,-4 2-1-15,-4-1 3 16,2 2-2-16,0 2 1 15,-2 1-1-15,1 0 2 16,4 0 0-16,4 0 3 0,3-2 1 16,6 2 1-16,6 0-2 15,5-1-1-15,5 6-2 16,5 0 0-16,1 4-1 16,3 3-1-16,5 5 1 15,1 4-1-15,4 3 0 0,2 6-1 16,2 1 2-16,3 4-1 15,2 5 1-15,-1 3 1 16,6 4-2-16,0 3 0 16,0 3 0-16,3 6 1 15,-1 4 1-15,1 2 1 0,-1 3-3 16,3 4 1-16,3 1 2 16,0 2-2-16,2 1 0 15,1-3 1-15,1 5-1 16,0-1 1-16,2 1-1 15,0-4-1-15,0 2 0 16,0-2 0-16,0-1 0 0,0-5 1 16,0-3-1-16,2-2-1 15,3-5 2-15,3-4 0 16,-1-4-1-16,5-2 1 16,-1-3 0-16,1-5-2 0,2-5 1 15,-1-1-1-15,3-5 0 16,-2-3 3-16,4-1-1 15,1-1-3-15,2-3 2 16,4-2-2-16,2-3 3 16,5-2 1-16,4-4 0 0,4-1 0 15,4-4 1-15,6-2-2 16,3-1 2-16,8-4 0 16,0 1 1-16,5-4 0 15,2 1 0-15,4-2-1 16,1-1 1-16,2-2-1 15,2-1 1-15,2 0-1 0,4 0 2 16,3-5-2-16,2-4 0 16,-1-1 2-16,2-1 1 15,-4-2 0-15,1 2-3 16,-1-2 0-16,-5 0 0 16,-2 2-1-16,-1 1 0 0,-5-3 0 15,-7 2-2-15,-5 2 1 16,-6-1-1-16,-10 0 0 15,-3 1 0-15,-9-3 0 16,-8 2 1-16,0 0-1 16,-7-4 0-16,-2 3 1 15,-4-2-1-15,-3-3 1 0,-1 1 3 16,-3-3 2-16,-2 0-3 16,1-2-1-16,-3-4 0 15,0-1 0-15,0-4-1 16,0-4-1-16,0-6 1 0,0-4 0 15,3-7 0-15,3-3-1 16,1-2 1-16,-1-4 2 16,3-4-3-16,-4-1 4 15,2-2 0-15,-2-2 2 16,-1-3 6-16,2-2-4 0,-3-2-1 16,3 0-5-16,1-1 1 15,-2 1-2-15,1-2 0 16,-4 2-1-16,-1 3 1 15,0 0-1-15,-1 1 0 16,0-1 0-16,0 4 0 16,0 0 0-16,0 2 1 0,0 1 0 15,-1 4 0-15,1 0-1 16,0 0 1-16,0 0-2 16,0 1 1-16,-1 1-1 15,-1 0 1-15,0 1 1 16,-2 0-1-16,2 2 1 0,1 1 0 15,0 4-1-15,-1 0 0 16,1 3 1-16,-1 5 0 16,-1 2 0-16,1 2-1 15,-2 5 0-15,1 1 0 16,-3 4-1-16,0 0 2 0,-2 2-1 16,1 4 0-16,0 2 1 15,2 3 0-15,2 1 0 16,-3 3-1-16,3 2 0 15,-1 2 1-15,3 3-2 16,1 3 1-16,-2 1-1 0,2 2-9 16,-5 1-36-16,-3 4-32 15,-14 7 13-15,-8-8-71 16</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49:36.132"/>
    </inkml:context>
    <inkml:brush xml:id="br0">
      <inkml:brushProperty name="width" value="0.05292" units="cm"/>
      <inkml:brushProperty name="height" value="0.05292" units="cm"/>
      <inkml:brushProperty name="color" value="#FF0000"/>
    </inkml:brush>
  </inkml:definitions>
  <inkml:trace contextRef="#ctx0" brushRef="#br0">11722 5795 46 0,'-5'-7'71'0,"1"0"-61"0,-2-1 0 0,1 1 4 16,-1-2-2-16,1 2-1 16,-2 2 2-16,0-2 2 15,-2 1-2-15,3 0-3 16,-5 0-1-16,0 2-3 0,-2-1-2 15,-2 3 0-15,-1-1-1 16,-3 2 0-16,-3 1 1 16,2 0 2-16,-3 0-2 15,-1 1 0-15,1 5 0 16,-2 2-2-16,1 1-1 0,-2 2 0 16,-1 4 0-16,0 2-1 15,0 1 0-15,0-1 0 16,3 4 0-16,-1-1 1 15,0 3 0-15,1-2-1 0,1 3 1 16,3-1-1-16,0 3 1 16,0-2-1-16,2 1 0 15,0-1 0-15,1-1 0 16,0 4 0-16,0-1-2 16,-1 2 2-16,2-2 1 15,-1 5 0-15,3-3-1 0,-2 2 0 16,5 1 0-16,-3 2 0 15,3 2 0-15,0 0 0 16,2 3 0-16,1 3 0 16,3 4 1-16,1 4 4 15,-1 2-2-15,7 6 0 0,-2 1-2 16,7 3 2-16,4 2-3 16,5-1 4-16,1-1-1 15,4 0 1-15,0-2-1 16,2-3-1-16,2-6-1 15,2 0 0-15,0-5-1 0,4-2 0 16,1-2 0-16,3-1 0 16,3-2 1-16,2-1 0 15,3-6 8-15,-1-3 15 16,3-6-10-16,-1-5-6 16,-1-4-3-16,-1-6 3 15,3-4 1-15,-2-3 2 0,-1 0 3 16,-1-7 0-16,-1-5 1 15,-1-3-5-15,-2-4-4 16,3-1 0-16,-4-1-3 16,-1-6 2-16,-1 4-1 15,-3-5-2-15,-2-1 0 0,-2 0 3 16,0-3 3-16,-5-2-1 16,0 0-1-16,-1-4 1 15,-2-5-1-15,-4-2-2 16,-1-4-1-16,0-4 0 15,-3-4-1-15,-4-3 0 0,2-4 0 16,-6-1-2-16,1-3 0 16,-4 0 0-16,0 4 0 15,0-3-1-15,-5 6 2 16,-3 4-1-16,-2 0 0 0,-1 3 0 16,-3 3 0-16,2 2 1 15,-4 4-1-15,3 4 0 16,-3 1 1-16,-2 2-2 15,-2 1 2-15,2 2 0 16,-4-1 0-16,1 5-1 16,-1 1 1-16,-4 3 0 0,5 3 1 15,-4 1-1-15,3 5 0 16,0-2 2-16,-1 4 0 16,-3-1-3-16,4 3-15 15,-1-1-11-15,-2 1 6 16,3-1 0-16,0 1-3 0,-1 1-1 15,-3 3-8-15,1 0-8 16,-2 3 1-16,2 2 14 16,3 3 10-16,2 2 8 15,7-3 11-15,4-15-52 16</inkml:trace>
  <inkml:trace contextRef="#ctx0" brushRef="#br0" timeOffset="5148.96">20348 6011 51 0,'4'-14'46'0,"0"-1"-40"0,-2-2 18 0,-1 1-6 16,-1-1-4-16,0 5 1 16,0-4 4-16,-3 3-1 15,-7-1-1-15,-2 2-4 16,-3 1-2-16,-4 2-2 0,-5 2-5 16,-4 0-2-16,-3 6 0 15,-2 1-2-15,1 0 0 16,-4 0 0-16,3 8 1 15,-2 2-1-15,1 3 0 16,1 1 0-16,-2 5 1 0,-2 2-1 16,3 3 0-16,-3 2 0 15,3 2 0-15,-2 2 1 16,3 4-1-16,0 2 2 16,2 2-1-16,1 3 0 15,1 5 1-15,0 4 2 0,-2 7 2 16,2 0 3-16,1 6 3 15,1 2 0-15,1 3 6 16,4 1-9-16,2 0-4 16,5 1-3-16,5 1-1 15,3-2-1-15,7 1 1 0,0-2 1 16,9-3-1-16,9 1 2 16,9-4-1-16,7-5 3 15,6-3 6-15,7-4 4 16,2-3-8-16,5-6-3 15,2-7-1-15,4-4-1 16,0-8 0-16,-4-5-1 0,1-5 2 16,-2-5 3-16,1-6 4 15,-2-1 4-15,0-3-2 16,1-12-2-16,1-5-2 16,-3-3 0-16,-2-7-3 15,-3-5-1-15,-2-5-1 0,-1-5-1 16,-2-5 1-16,-1-1-3 15,-2-7 3-15,-5-2-3 16,-1-4 1-16,-6-4-1 16,-4-3 0-16,-2-3 0 15,-4-3 1-15,-6-1-1 0,-4 0 0 16,-5-2 0-16,-3-5 0 16,0 3 0-16,-5 1 0 15,-7 4 0-15,-1-1 0 16,-3 6 1-16,-5 5-1 15,-4 3-1-15,-10 10 1 0,-5 7 0 16,-8 10 0-16,-8 8 0 16,-6 13 1-16,-6 7 0 15,-3 9-19-15,-1 0 0 16,3 16 9-16,7 2-10 16,8 7 17-16,14 3 4 0,15-1-51 15,9-7-86-15</inkml:trace>
  <inkml:trace contextRef="#ctx0" brushRef="#br0" timeOffset="6414.76">24089 6330 149 0,'2'-16'28'0,"-2"-3"-26"0,0 2 9 0,0 3 8 16,0-1-9-16,-1 2-4 15,-3 0 0-15,-7 3 0 16,-2 0 0-16,-2 2-1 16,-4-1-3-16,-6 2-1 15,-4 1 0-15,3 1 1 0,-6 3-1 16,1 1 2-16,0 1 3 15,0 0-3-15,-3 5 1 16,1 6-1-16,-3 4 0 16,2 7 1-16,-3 7 8 0,-1 8 0 15,-2 10-4-15,3 7 1 16,-1 7 5-16,2 8-2 16,4 4-3-16,5-2 1 15,6 0-2-15,10-5 2 16,8-6 3-16,3-7 2 15,18-9 2-15,9-4 5 0,11-6 1 16,7-4-9-16,9-7-6 16,3-6 1-16,4-8-2 15,5-9 0-15,4-5-1 16,4-15 6-16,0-10-6 16,4-4-3-16,-3-7-1 0,-1-2-1 15,-6-5 1-15,-7-3-1 16,-8-6-1-16,-9-3 1 15,-13-1 0-15,-10-7 0 16,-14 0 1-16,-7-3-2 16,-22 1 1-16,-19 2 1 0,-20 7-2 15,-16 7 0-15,-19 8 0 16,-12 11 0-16,-9 11-10 16,3 7-29-16,4 8 2 15,18 5 19-15,21 4 12 16,18-5-98-16,23-13-122 0</inkml:trace>
  <inkml:trace contextRef="#ctx0" brushRef="#br0" timeOffset="12352.68">17991 5642 83 0,'0'0'53'0,"0"0"-51"0,0 0 14 0,0 0-3 16,0 0-8-16,0 0-2 16,0 0 0-16,0 0 4 15,0 0 3-15,-42-24 1 16,26 35-4-16,-7 8 2 16,-4 4-4-16,-5 8-1 0,-9 7 0 15,-9 13 0-15,-11 10-1 16,-14 9 3-16,-8 11-2 15,-15 10 0-15,-8 8-2 16,-2 2 2-16,-4 2-2 0,2 0 1 16,4-1 2-16,1-4 1 15,8-8-2-15,1-2 0 16,3-6-2-16,7-6 1 16,6-5-2-16,4-7 1 15,5-6 1-15,8-6-2 16,5-8 2-16,6-7 1 0,8-7 0 15,6-6 0-15,9-7 1 16,7-10-3-16,11-7-21 16,6-7-46-16,5-17-86 15</inkml:trace>
  <inkml:trace contextRef="#ctx0" brushRef="#br0" timeOffset="12818.85">18213 5725 183 0,'0'0'2'0,"0"0"-1"0,0 0 15 0,0 0 13 16,0 0-16-16,0 0-16 16,0 0 6-16,0 0 9 15,22 38 1-15,-22-4 1 16,0 7-6-16,0 3-5 16,2 2 0-16,0 1-2 15,0-1 2-15,-1 0 2 0,-1-2 2 16,1 0 6-16,-1 0 0 15,-6-8-30-15,-5-11-203 16</inkml:trace>
  <inkml:trace contextRef="#ctx0" brushRef="#br0" timeOffset="17174.02">14523 10590 53 0,'15'0'-11'0,"10"0"13"0,7 0-11 15</inkml:trace>
  <inkml:trace contextRef="#ctx0" brushRef="#br0" timeOffset="17503.82">17992 10194 148 0,'0'0'50'16,"0"0"-50"-16,-61 34 0 15,34-16-11-15,-6 1-47 16</inkml:trace>
  <inkml:trace contextRef="#ctx0" brushRef="#br0" timeOffset="17767.29">15705 11467 203 0,'0'0'-3'15,"42"12"3"-15,-1-6 1 16,10 0-1-16,14-3-16 0,13-3-98 16</inkml:trace>
  <inkml:trace contextRef="#ctx0" brushRef="#br0" timeOffset="19472.14">23913 10268 92 0</inkml:trace>
  <inkml:trace contextRef="#ctx0" brushRef="#br0" timeOffset="20319.62">25432 10417 53 0,'0'0'-26'0,"0"0"37"0,0 0-2 16,0 0-8-16,0 0 12 16,0 0-12-16,0 0-1 15,0 0 0-15,0 0-5 16,0 0 4-16,0 0 2 15,0 0 2-15,0 30-2 0,-11-5-1 16,2 5-22-16</inkml:trace>
  <inkml:trace contextRef="#ctx0" brushRef="#br0" timeOffset="20599.02">25159 11488 142 0,'0'0'2'0,"0"0"-1"0,0 0 0 0,0 0-1 15,0 0 1-15,0 0-1 16,0 0-32-16,0 0-83 16</inkml:trace>
  <inkml:trace contextRef="#ctx0" brushRef="#br0" timeOffset="23289.74">16575 15293 127 0</inkml:trace>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50:18.056"/>
    </inkml:context>
    <inkml:brush xml:id="br0">
      <inkml:brushProperty name="width" value="0.05292" units="cm"/>
      <inkml:brushProperty name="height" value="0.05292" units="cm"/>
      <inkml:brushProperty name="color" value="#FF0000"/>
    </inkml:brush>
  </inkml:definitions>
  <inkml:trace contextRef="#ctx0" brushRef="#br0">7203 4943 112 0,'0'0'140'0,"0"0"-144"16,0 0 7-16,0 0 2 0,0 0-2 15,-9-38-5-15,22 35 2 16,6-2 0-16,4 0 1 16,4-2-1-16,9 2 3 15,3-4-2-15,1 2 1 16,6-2 1-16,-1-1 2 0,5 0 2 16,-4-1-2-16,2-3 5 15,-4 2-2-15,-2-1 0 16,1 1-2-16,-5-1-2 15,-2 3-2-15,-3-1 0 16,-4 2 0-16,-4 1-1 0,-3 0 2 16,-4 2-3-16,-4 0 0 15,-5 3 1-15,1 0 0 16,-6 2-1-16,0-2 1 16,-4 3-25-16,0 0-20 15,-4 0 3-15,-10 0-92 0</inkml:trace>
  <inkml:trace contextRef="#ctx0" brushRef="#br0" timeOffset="280.33">7295 5216 336 0,'0'0'5'0,"0"0"-4"0,0 0 13 0,0 0-3 16,0 0-33-16,0 0 19 16,69-42 11-16,-13 16 5 0,13-8-9 15,14-6-2-15,11-5 6 16,10-7-5-16,8-2 7 15,3-2-36-15,0-5-119 16</inkml:trace>
  <inkml:trace contextRef="#ctx0" brushRef="#br0" timeOffset="2258.8">17020 4797 3 0,'0'0'-3'0,"0"0"3"0,0 0 0 0,0 0 2 15,0 0-1-15,0 0 0 16,0 0-1-16,0 0 0 15,0 0-1-15,21-31-2 0</inkml:trace>
  <inkml:trace contextRef="#ctx0" brushRef="#br0" timeOffset="2820.87">17020 4797 1 0,'44'-31'8'0,"-40"31"-1"0,1 0-1 15,4 2-1-15,-2 0-1 16,2 1-1-16,2 0-2 15,0 0-1-15,2 0 1 16,3-1 0-16,1 0 0 0,4-1 6 16,3 1-5-1,4-2 2-15,5 0 5 0,3 0 55 16,5 0-5-16,7 0-11 16,4 0-12-16,5 0-17 15,4-2-13-15,4 1-3 16,4-1-1-16,3 0 3 0,8 0 1 15,4 2 8-15,4-3-3 16,5 0-3-16,3 2-1 16,-2-2-5-16,1 3-1 15,-5 0 1-15,2 0-1 16,-2-2 4-16,-2 2-1 0,0 0-3 16,0 0 1-16,-5 0 0 15,-7 0-1-15,0 0 1 16,-6 0-1-16,-2 2 1 15,-6-2-2-15,-1 0 1 16,-5 2 0-16,-9-1 0 0,-2-1 1 16,-9 0-1-16,-7 0 2 15,-4 0 0-15,-8 0 3 16,-3 0 2-16,-5 0 4 16,-1 0 0-16,-4 0-4 15,-2 0-1-15,0 0-2 0,0 0-4 16,2 0 0-16,-2 1-1 15,1 2 1-15,1 0-1 16,0 1 0-16,-4 2-10 16,0 2-35-16,0 1-40 15,-13-2 5-15,-10-7-62 0</inkml:trace>
  <inkml:trace contextRef="#ctx0" brushRef="#br0" timeOffset="3316.66">17580 5154 205 0,'0'0'-16'0,"0"0"30"0,49-10-12 0,-18 10 3 0,8 0 0 0,7 0-1 15,10 8 3-15,11 1-2 16,9 3-2-16,6 1 0 16,9 3-2-16,4 2 1 15,4-2-2-15,4 1 1 16,0 0-1-16,6-1 0 16,0-3 1-16,2-1 0 0,1-3-1 15,-2-5 0-15,-1-3 0 16,-3-1 1-16,-4 0-1 15,-6-4 0-15,-3-2 1 16,-10-2-1-16,-3 0 0 16,-11 2 2-16,-9-1-2 0,-7 3 0 15,-12 2-5-15,-9 1-23 16,-10-1-63-16</inkml:trace>
  <inkml:trace contextRef="#ctx0" brushRef="#br0" timeOffset="4382.17">22630 4682 232 0,'0'0'-3'0,"0"0"12"0,0 0 3 0,0 0 2 0,0 0-1 0,0 0-6 15,0 0-3-15,0 0 0 16,0 0-2-16,0 0-2 15,0 0 0-15,0 0 0 16,-8-5-1-16,8 5 2 16,0 0-2-16,0 0 2 15,0 0-1-15,0 0 1 0,0 0-1 16,0 0 2-16,0 0 5 16,0 0 6-16,0 0-3 15,0 0-2-15,0 0-3 16,0 0-3-16,0 0 0 15,0 0 0-15,0 0 0 0,0 0-1 16,0 0 0-16,0 0 0 16,0 0 0-16,0 0 0 15,0 0-1-15,0 0 1 16,0 0-1-16,0 0 1 16,0 0-1-16,0 0 0 0,0 0-1 15,0 0 2-15,0 0-2 16,0 0 2-16,0 0-1 15,0 0-1-15,0 2 1 16,0-2-1-16,0 2 1 16,0-1 0-16,0 1 1 0,-2-1-3 15,0 1 4-15,0 0-2 16,0 1 1-16,-1 1-3 16,0-1 3-16,0 0 0 15,-1 1-1-15,1-1-1 16,-1 1 1-16,1-1 0 0,-1 1 1 15,1-1-1-15,-1-1 0 16,0 2-1-16,1-3 1 16,-1 1 0-16,1 1 0 15,1-2 0-15,0 1 1 16,0-1-2-16,2 0 1 0,-3 2-1 16,3 3-2-16,0 0-24 15,0 1-8-15,3 1-15 16,4-5-8-16,5-3-80 15</inkml:trace>
  <inkml:trace contextRef="#ctx0" brushRef="#br0" timeOffset="5891.03">28531 4836 147 0,'-4'0'23'0,"4"0"3"16,0-4 5-16,0 2-10 15,0 0-5-15,2 1-12 16,10 1-4-16,4 0 2 0,10 0-3 16,5 0 3-16,7 0-6 15,7 0 6-15,6 0-3 16,6 0 0-16,5 0-1 16,6 4-1-16,7-4 3 15,4 3 6-15,7-2-5 0,5 0 1 16,6-1-2-16,2 1 0 15,-1-1 1-15,1 2-1 16,0 0 2-16,-2-2-1 16,1 2 0-16,-3-1 2 15,-1-1 0-15,-3 0 0 0,-6 0 1 16,-5 0 4-16,-8 0-2 16,-8 0 2-16,-6 0 2 15,-11-3 3-15,-8 2 7 16,-6-2 1-16,-6 1-7 15,-6 1-2-15,-8 1-2 0,-4-2-4 16,-3 2-2-16,-3 0-2 16,-1 0-5-16,-2 0 1 15,0 0 1-15,0 0 0 16,0 0 4-16,0 0-1 16,-3 0 2-16,-1 4-3 0,-5 0-1 15,5-1-5-15,-2 1-6 16,1 1-12-16,0-2-23 15,-2 3-5-15,3-6-12 16,3 0-58-16</inkml:trace>
  <inkml:trace contextRef="#ctx0" brushRef="#br0" timeOffset="8318.86">18731 6544 33 0,'0'0'0'0,"0"0"37"0,0 0-16 0,0 0 7 16,0 0-9-16,0 0-6 0,0 0-4 16,0 0 1-16,0 0-3 15,0 0-1-15,0 0-4 16,38-6 3-16,-29 6 4 15,5 0 4-15,8 0 1 0,7 0 1 16,9 0-1-16,10-4 0 16,13-1-3-16,9 0-1 15,5 1-3-15,10 1 0 16,7 2-3-16,4 1-1 16,1 0 1-16,7 0-2 0,0 0-2 15,3 1 2-15,-6 0-2 16,3-1 1-16,-2 0 1 15,-2 0-1-15,0-1 0 16,-2-5 7-16,-8 1-3 16,-3-4-3-16,-4 2 6 15,-7-2-1-15,-4 0-1 0,-4 0-2 16,-5-2-1-16,-7 2-1 16,-7-1 0-16,-6 2-1 15,-9 1 1-15,-6 4-2 16,-6 1 0-16,-8 0 1 15,-7 2-1-15,-3 0-5 0,-4 0-25 16,-3 5 5-16,-9 2 4 16,-7 6-9-16,-6-3-19 15,-7 3-19-15,-5-6-79 16</inkml:trace>
  <inkml:trace contextRef="#ctx0" brushRef="#br0" timeOffset="8662.58">19113 6943 210 0,'79'-18'11'0,"18"-1"10"0,22-2 12 0,18 3-15 15,10 2-7-15,13 0-7 16,8 2-3-16,6 1 0 15,-1 1-2-15,0 0-16 16,-1-8-26-16,-9-4-36 16</inkml:trace>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0T11:50:40.686"/>
    </inkml:context>
    <inkml:brush xml:id="br0">
      <inkml:brushProperty name="width" value="0.05292" units="cm"/>
      <inkml:brushProperty name="height" value="0.05292" units="cm"/>
      <inkml:brushProperty name="color" value="#FF0000"/>
    </inkml:brush>
  </inkml:definitions>
  <inkml:trace contextRef="#ctx0" brushRef="#br0">18783 6736 100 0,'0'0'22'0,"0"0"38"0,0 0-36 15,0 0 6-15,0 0-10 16,0 0-2-16,0 0-2 16,-9-40 2-16,4 39-3 15,3-1-2-15,-2 2-4 16,1 0-6-16,-4 0-2 15,-1 0-1-15,-6 6 1 0,1 4-1 16,-6-1 2-16,1 3-1 16,-1 1 0-16,3 4 4 15,3 0 2-15,-2 2 3 16,5 3 4-16,0 5 3 16,5 6 0-16,-3 7 2 0,4 9-2 15,2 8-7-15,0 5-3 16,1 1-2-16,0-3-3 15,1-3 0-15,-1-8-1 16,-1-6 0-16,-2-8 0 0,-3-3 0 16,0-6 0-16,-3-3-1 15,-1-7 2-15,1-2 0 16,-1-4-2-16,0-4 0 16,-3-5 0-16,1-1 0 15,-1 0-11-15,1-7-11 0,1-4-14 16,-2-6-34-16,4-2-43 15,2-5-45-15</inkml:trace>
  <inkml:trace contextRef="#ctx0" brushRef="#br0" timeOffset="255.12">18369 7209 188 0,'0'0'18'0,"0"0"18"0,0 0-1 0,36-48 0 0,-19 33-7 16,6 3 0-16,6-4-3 15,4 0-7-15,3 2-6 16,2 1-6-16,-1 5-4 16,-2 2 0-16,-7 3-2 0,-3 3 0 15,-7 0-26-15,-6 3-43 16,-1 3-44-16,-7-3-54 15</inkml:trace>
  <inkml:trace contextRef="#ctx0" brushRef="#br0" timeOffset="527.01">18872 7200 195 0,'0'0'17'0,"0"0"19"16,0 0-5-16,0 0 9 16,0 0 0-16,0 0-12 15,0 0-11-15,0 0 8 16,15 29 8-16,-17-2-6 16,-6 7-4-16,1 5-4 0,-2 6-11 15,4 1-4-15,-3 1-2 16,3-1-2-16,3-5 1 15,-1-6-1-15,1-3-23 16,0-10-42-16,-3-7-42 16,-3-8-142-16</inkml:trace>
  <inkml:trace contextRef="#ctx0" brushRef="#br0" timeOffset="1216.84">18579 7986 108 0,'0'0'5'0,"2"-54"27"0,-2 31-1 0,0 6 4 0,-7 2-5 16,-3 7-3-16,-4 2-5 15,-2 6 8-15,-3 0-1 16,3 9-7-16,-3 8-3 0,3 6-5 16,1 5-4-16,3 3-3 15,0 5 2-15,5 5-1 16,-1 6 2-16,3 4 0 16,3 3-1-16,2 4-3 15,0-1-3-15,0 0-1 0,0-3 0 16,0-3-2-16,0-3 0 15,0-8 1-15,-3-1-1 16,-5-6 1-16,-2-3 0 16,0-7-1-16,-4 0 0 15,1-9 1-15,-1 1-1 0,1-6-2 16,-1 0-18-16,1-5-13 16,2-1-14-16,-3-3-52 15,2 0-7-15</inkml:trace>
  <inkml:trace contextRef="#ctx0" brushRef="#br0" timeOffset="1458.92">18150 8527 266 0,'0'0'2'0,"18"-37"40"16,-3 18-13-16,2 1-8 15,5 1-5-15,1 1-2 16,3-1-4-16,1 4-3 16,-2 1-4-16,2 3-2 15,-1 1-1-15,-7 1 1 0,2 2-14 16,-6 1-56-16,-1-5-50 16</inkml:trace>
  <inkml:trace contextRef="#ctx0" brushRef="#br0" timeOffset="2176.64">18537 8626 216 0,'0'0'26'0,"0"0"45"16,0 0-21-16,0 0-14 0,0 0-6 15,0 0-6-15,0 0-6 16,0-41-1-16,0 31-5 16,4-3 4-16,-1 2-7 15,3-2-5-15,3 0-4 16,0 1 0-16,2 0 1 0,3 4-1 16,1 2 0-16,1 3 1 15,0 3-1-15,2 0-1 16,-1 3 1-16,-3 7 0 15,-3 4-1-15,-1 6-2 16,-4 1-1-16,-4 4 3 16,-2 1 0-16,0 0 0 0,-5 1-3 15,-6-1 4-15,0-1 0 16,-3-5 0-16,1 1 0 16,2-4 0-16,-2-1 0 15,6-5 0-15,0-1 0 16,3-4 0-16,2 1 0 0,-2-3 0 15,4-1 0-15,0 0 0 16,8 0 1-16,3-2-1 16,8-1 1-16,4 0-1 15,7 0 2-15,1-4 0 16,5-3 0-16,-5 0-1 0,-2 0 3 16,-5 4-2-16,-5 1-2 15,-6 1 0-15,-4 1 0 16,-4 0 1-16,-1 0-1 15,-4 1-1-15,0 4 1 16,-3 2-1-16,-5 1-21 0,-8-1-39 16,-1-1-62-16,-4-6-146 15</inkml:trace>
  <inkml:trace contextRef="#ctx0" brushRef="#br0" timeOffset="4413.7">19846 6689 36 0,'38'20'23'0,"-4"5"3"0,-7 5 28 16,-9 6-7-16,-4 3-6 16,-6 5 4-16,-8 3-1 15,0 4 16-15,-2 3-36 16,-7 2-15-16,-5 2-1 15,-1-1 0-15,-1 0-3 0,1 1-1 16,-2 0-1-16,7 2 2 16,0-2-3-16,6-1 0 15,4-3-1-15,2-6 0 16,12-2-1-16,1-8 1 0,2-4-1 16,7-7 0-16,0-9 1 15,3-9-1-15,5-9 3 16,6-8 6-16,6-14-2 15,-1-5-3-15,2-2-3 16,-3-1 0-16,-6 4 0 0,-9 5-1 16,-7 8 0-16,-7 4 0 15,-4 7 1-15,-5 2-2 16,1 5 2-16,-1 14-1 16,1 9 1-16,1 13 6 15,1 13 5-15,2 10-5 16,-2 8 5-16,0 8-3 0,4 6 1 15,-6 0-5-15,-1-3-1 16,-4 0-1-16,0-3 0 16,-7-5 2-16,-11-7-2 15,-1-7 2-15,-2-7 0 16,-6-7 1-16,-4-9-1 0,-2-8 0 16,-5-6-2-16,-3-11-2 15,-2-6 0-15,-1-7 0 16,-1 0-1-16,3-15 0 15,1-7-21-15,4-6-15 16,7-6-19-16,3-5-49 0,6-6-43 16</inkml:trace>
  <inkml:trace contextRef="#ctx0" brushRef="#br0" timeOffset="4698.92">19504 6942 270 0,'0'0'-62'0,"-10"-40"-13"0,10 21 3 0</inkml:trace>
  <inkml:trace contextRef="#ctx0" brushRef="#br0" timeOffset="4747.64">19699 6793 39 0</inkml:trace>
  <inkml:trace contextRef="#ctx0" brushRef="#br0" timeOffset="5387.36">21146 6943 191 0,'0'0'2'0,"-3"-40"10"0,-13 29 24 0,-6 7-3 0,-5 4-17 15,-4 4 5-15,-1 15 5 16,-2 9 9-16,5 7-11 15,6 11-8-15,5 9-3 16,11 8-3-16,3 9-2 0,4 12-1 16,6 4-3-16,10 4 6 15,4 3-5-15,3 1-3 16,-2-4-2-16,-3-9 1 16,-5-8-1-16,-7-10 1 15,-6-11-1-15,0-10 0 0,-8-10-2 16,-5-8-15-16,-3-10-23 15,-6-7-56-15,-1-9 7 16,-3-10-104-16</inkml:trace>
  <inkml:trace contextRef="#ctx0" brushRef="#br0" timeOffset="5936.29">20748 7784 297 0,'0'0'2'0,"0"-40"2"15,0 20 20-15,12 2 17 16,5 2-24-16,4 0 8 0,6 0-1 16,2 0-6-16,4 0-4 15,4-1-6-15,3 3-2 16,-4 0-2-16,-1 1-2 16,-3 3 0-16,-7 3 0 15,-3 1-1-15,-6 6 3 0,-3 0-1 16,-4 2 2-16,-3 11 1 15,-2 2 2-15,1 5 5 16,-3 4-1-16,0 2-4 16,1-1-4-16,0 5 1 0,1-1-3 15,1-2-2-15,1-2 1 16,2-4-1-16,2-4 0 16,-1-7 0-16,1-7 0 15,4-3 0-15,-1-4 1 16,3-16 1-16,-2-7-2 0,1-3 1 15,-1-7 0-15,0-1-1 16,-4 1 0-16,0 4 1 16,-3 2-1-16,0 6 0 15,-3 6 0-15,-1 6 1 16,0 5-1-16,0 5 1 16,1 3 0-16,2 4-2 0,4 9 2 15,1 1-1-15,0 5 0 16,3 2 0-16,-2 0 0 15,0-1 1-15,-1 2-1 16,-1-2-1-16,2-1 0 16,-1-3-37-16,-4-2-36 0,2-4-12 15,-2-6-11-15,-2-4 6 16,-2 0-90-16</inkml:trace>
  <inkml:trace contextRef="#ctx0" brushRef="#br0" timeOffset="6342.42">21567 7601 238 0,'0'0'41'0,"0"0"46"0,0 0-26 0,0 0-41 15,0 0-17-15,0 0 9 16,0 0 2-16,0 0-2 16,45 38-5-16,-36-23-2 0,-2 1-2 15,2 0-2-15,-3 0 1 16,-1-4-2-16,-3 0 1 15,0-5-1-15,-2-4 1 16,0 0-2-16,0-3 4 0,0-3 1 16,0-6-3-16,-2-8-1 15,-2-3 1-15,4-1-1 16,0-3 0-16,0 0 1 16,6 2-1-16,3 5 0 15,3 4 0-15,0 5 0 0,3 5 1 16,-1 3-1-16,5 3-1 15,-3 7 1-15,2 4 1 16,-1 0-2-16,-1 1 1 16,-3-1 0-16,1 1 0 15,-5-2 0-15,0 0 0 16,0 0-2-16,-4-2-22 0,-1 3-15 16,0-1-45-16,-2-4-2 15,0-2-16-15</inkml:trace>
  <inkml:trace contextRef="#ctx0" brushRef="#br0" timeOffset="6626.95">22048 7550 264 0,'0'0'5'0,"0"0"48"0,-40-17-1 0,19 17-18 15,2 7-12-15,3 6 5 16,0 4-4-16,5 1-7 16,3 0-8-16,7 0-2 15,1 0-1-15,1-1-3 0,9-2-1 16,4-6-1-16,5 0 0 16,3-4 1-16,2-5 0 15,0 0-4-15,2 0-18 16,-1-11-13-16,0-1-35 15,-8-6-34-15,1-6-19 0</inkml:trace>
  <inkml:trace contextRef="#ctx0" brushRef="#br0" timeOffset="6905.19">22209 7201 421 0,'0'0'0'15,"0"0"14"-15,0 0-2 16,0 0-9-16,-9 43 3 16,14-10 9-16,3 4-1 0,0 5-4 15,1 4-4-15,1 1-1 16,-3 0-4-16,2-3-1 16,-4-3 0-16,1-8-1 15,-2-8-27-15,-1-6-17 16,-2-7-11-16,0-8-32 0,-1-4 13 15,0-2 6-15,0-8-75 16</inkml:trace>
  <inkml:trace contextRef="#ctx0" brushRef="#br0" timeOffset="7142.3">22273 7609 97 0,'0'0'37'0,"0"0"27"16,0 0-9-16,-6-40-10 0,6 31 16 16,0 2-12-16,0 2-15 15,4 1-9-15,1 1-8 16,5 2-5-16,2 1 0 15,1 0-5-15,-1 0-3 16,1 5-1-16,3 3-1 0,-3 0-1 16,3 1-1-16,-3-1 1 15,1 2-1-15,-3 0 0 16,0 1 0-16,1 1 0 16,-3 2-1-16,-1 0 0 15,-6 2-25-15,0 2-8 0,-2 2-18 16,-4-2-38-16,-7-1-10 15</inkml:trace>
  <inkml:trace contextRef="#ctx0" brushRef="#br0" timeOffset="7337.92">22390 7351 441 0,'0'0'-3'16,"0"0"6"-16,0 0-2 15,0 0-2-15,0 0-2 16,42-23-23-16,-36 37-22 16,-2 2-12-16,-3 1-3 15,-1-4-103-15</inkml:trace>
  <inkml:trace contextRef="#ctx0" brushRef="#br0" timeOffset="8448.12">22555 7579 231 0,'0'0'201'0,"0"0"-198"15,0 0-2-15,0 0 1 0,-35 47 2 16,33-32 1-16,1 0 4 16,1-1-2-16,0-1-3 15,4-3 0-15,6 0-4 16,1-1 1-16,-1-4 0 16,3 0-1-16,1-3 1 0,-1-2-1 15,0 0 2-15,0-4-2 16,1-7 1-16,-2-2-1 15,0-3-5-15,-3 1 1 16,-4-1 0-16,-3-2 0 16,-2 2 4-16,0 0-2 0,-1 2 2 15,-5 3 0-15,-5 1 2 16,-1 2-2-16,0 0 0 16,-1 4 0-16,1 0-2 15,3 0 2-15,0 3 0 16,2-1 2-16,3 0 0 15,3 2 0-15,0 0 2 0,1-1 0 16,0 1-1-16,4-2-2 16,7 2 1-16,5 0 0 15,4-1-1-15,0 1 0 16,4 0-1-16,1 0 0 0,-4 0 0 16,2 0 2-16,-4 3-2 15,-2 3 0-15,1-1 1 16,-4 6-1-16,-1-2 1 15,-4 2 0-15,0 2 0 16,0-1 0-16,-5 0 1 0,1 0-1 16,1-4 0-16,-4-1-1 15,1 2 2-15,0-5-2 16,-1-3 0-16,0 1 1 16,-2-1 2-16,0-1 6 15,0 0 3-15,0 0 2 0,0 0-1 16,0 0 1-16,0 0-10 15,0-4-1-15,-2 0-2 16,-1-5 0-16,-1-1-1 16,3-2 1-16,1 0-1 15,0-4 1-15,0 0-1 16,8-2 0-16,1 2 0 0,2 1 0 16,2 0 0-16,0 5 0 15,1 0 0-15,-3 5 0 16,2 3 1-16,1 2-2 15,1 0 1-15,2 0 0 16,-2 2 0-16,3 7 0 0,-3 2 0 16,1 2 0-16,-3 1-1 15,-1 3 1-15,-2-1-1 16,-1 1 1-16,0-4 0 16,-2 4 0-16,2-4 0 15,-4-2 0-15,4-4 0 0,0 0 0 16,2-4 0-16,3-3 0 15,3 0 0-15,3-6 1 16,1-8-1-16,1-3 1 16,2-6 0-16,3-5 0 0,0-2 1 15,-3 0 3 1,0 1-3-16,-1 4-1 0,-2 7 0 16,-4 7-1-16,-1 6 2 15,-1 5 1-15,-1 3-1 16,-1 10 1-16,-1 5-1 15,-5 2 1-15,-1 3 0 0,-4 0-1 16,-2-3-1-16,-2-1 0 16,-11-4 0-16,-9-1-1 15,-7-1 1-15,-7-1-4 16,-7-3-39-16,-1-3-45 16,1-5-97-16</inkml:trace>
  <inkml:trace contextRef="#ctx0" brushRef="#br0" timeOffset="15480.15">25333 6981 6 0,'-1'0'10'0,"-1"0"1"0,1-4-4 0,-1 1 4 16,1-1-6-16,0 1-2 15,0-1 0-15,-1 3-1 16,2-1-1-16,0 2-1 16,0 0-2-16,-3 0-21 0,2 0 3 15,0 0 12-15,0 0 2 16,0 4 6-16,0-1 0 16,1 0 0-16,0 1 0 15,0-1 0-15,0 0 0 16,0 0 0-16</inkml:trace>
  <inkml:trace contextRef="#ctx0" brushRef="#br0" timeOffset="15931.38">25339 6865 31 0,'0'0'2'0,"0"0"1"0,0 0 8 0,0 0-5 0,0 0-2 15,0 0-3-15,0 0 0 16,0 0 1-16,0 0 0 15,0 0-2-15,0-31 1 0,0 31-1 16,0 0 0-16,0 0-2 16,0 0-14-16,0 0 1 15</inkml:trace>
  <inkml:trace contextRef="#ctx0" brushRef="#br0" timeOffset="20717.39">25015 7183 41 0,'1'-4'68'0,"-1"0"-12"0,0 1-21 15,0 1-8-15,0 0-3 16,0 2-5-16,0-1-6 0,0 1 1 16,0 0 1-16,0 0-1 15,0 0-1-15,0 0 0 16,0 0-2-16,0 0-4 16,0 0 3-16,0 0 0 15,0 0-2-15,0 0-2 0,0 0-2 16,0 0-2-16,0 0-1 15,0 0-1-15,0 0 2 16,0 0-2-16,0 0 0 16,0 0 0-16,0 0 0 15,0 0 0-15,0 0-1 16,0 0 1-16,0 0-1 0,0 0-20 16,0 0-30-16,0 0-4 15,0 0-46-15</inkml:trace>
  <inkml:trace contextRef="#ctx0" brushRef="#br0" timeOffset="21915.66">24986 7168 15 0,'0'0'18'0,"0"0"11"0,0 0-8 15,0 0-1-15,0 0-1 0,0 0-2 16,0 0 4-16,0 0-4 16,0 0-2-16,0 0 2 15,0 0-3-15,0-23 2 16,0 21 0-16,0 1-2 0,-1 0 1 15,1-1 3-15,0 2-3 16,0-1-2-16,0 1-1 16,0 0-1-16,0 0 7 15,0 0-6-15,0-2-1 16,0 1-1-16,0-2 3 16,0-4-9-16,0 3-4 0,6-3 2 15,0-1-1-15,2-1-1 16,-1 0 0-16,5-1 1 15,-2 0-1-15,3 1 0 16,1 1 1-16,-1 0 0 16,3 0 1-16,-1 4 0 0,2 1 0 15,0 3 1-15,3 0-1 16,-5 1 1-16,2 10-2 16,-3 6-1-16,0 4 1 15,-4 9 0-15,-2 4 0 16,-1 7 3-16,-4 5 4 0,-1 4 0 15,-2 2-5-15,0-1-2 16,0 0 0-16,0-5 0 16,-2-5-1-16,-1-5 2 15,1-10 0-15,-4-6 1 16,3-7 4-16,0-3 0 16,1-4-3-16,0-4 1 0,2 0 5 15,-3-2 7-15,1 0-3 16,0 0-7-16,-1-3-5 15,2-4 0-15,-1-6 0 16,2-3 4-16,0-6-5 0,0-8-1 16,2-7 0-16,5-3 1 15,3-5-1-15,3-2 0 16,2 0 0-16,2 2 0 16,1 4 0-16,2 5 1 15,1 6-2-15,-1 7 2 16,2 6-2-16,-3 7 2 0,2 9-1 15,-2 1-1-15,-1 4 0 16,1 13 1-16,-3 4 0 16,-2 4 1-16,0 1-1 15,-4 3 0-15,-5 2 0 16,0-1 0-16,-2 2 0 0,0-1 0 16,-3 0 0-16,3-4 0 15,-3-2-1-15,1-2-12 16,-1-4-15-16,0-4-7 15,0-5-17-15,0-1-16 16,0-6-5-16,1-3 8 0,3-6-38 16</inkml:trace>
  <inkml:trace contextRef="#ctx0" brushRef="#br0" timeOffset="22367.1">25825 7212 217 0,'0'0'12'0,"0"0"43"0,0 0-23 0,0 0-10 16,0 0 10-16,-49 13 2 15,36 4-8-15,1 2-6 16,2 1-4-16,3 3-4 0,2 2-3 15,4 2-4-15,1-2-2 16,0 0-2-16,4-4 1 16,4-1-2-16,1-3 1 15,5-7-1-15,1-1 0 16,2-9 0-16,0 0 0 16,3-6 1-16,-3-7 2 0,0-5-2 15,-4-2-1-15,-3-3 3 16,-5-2-2-16,-4-4 0 15,-1 1 0-15,-4-2-1 16,-10 3 1-16,0 1-2 16,-4 4 1-16,-1 3 0 0,-1 5-1 15,3 5 0-15,4 2 0 16,0 6-7-16,3 1-10 16,8 0-19-16,2 4-47 15,0 2 1-15,0-3-15 16</inkml:trace>
  <inkml:trace contextRef="#ctx0" brushRef="#br0" timeOffset="22745.71">25955 7212 309 0,'0'0'-15'15,"0"0"33"-15,0 0 0 16,0 0-7-16,0 0 17 15,0 0 9-15,39-2-12 16,-29 12-4-16,3 4-4 0,-2-1-5 16,2 4-7-16,-3 0-1 15,-2 2-2-15,-1-1-1 16,-1 0 1-16,-4 0-2 16,2-4 1-16,-2-3-1 15,-2-1 1-15,0-4-1 0,0-3 1 16,0-3 1-16,-2 0 6 15,-5-2 5-15,2-8-2 16,0-4-1-16,2-2-2 16,1-7-3-16,2-3-1 15,0 0-2-15,2-2-2 16,7-1 1-16,4 2-2 0,0 5 1 16,1 1-14-16,2 6-9 15,1 5-9-15,0 3-28 16,-1 6-38-16,-2-2 8 15,-1 3-62-15</inkml:trace>
  <inkml:trace contextRef="#ctx0" brushRef="#br0" timeOffset="23536.49">26306 7118 252 0,'0'0'12'0,"0"0"37"0,0 0-46 0,0 0 4 0,0 0 30 15,6 47 4-15,-3-27-5 0,3 2-11 16,-1 0-13-16,-1 3-4 16,1-1-4-16,-1 0-2 15,-2-2-1-15,-1-1 0 16,-1-4 0-16,1-1 0 15,-1-6-1-15,0-3 1 16,0-4-1-16,0-3 2 0,0 0 1 16,-2-2 2-16,-4-9-1 15,2-6-2-15,1 1 0 16,3-5-1-16,0-2-1 16,0 0 0-16,3 2 0 15,5 6 1-15,-1 2-1 0,4 4 0 16,-2 6-1-16,0 1 1 15,2 2 0-15,0 0-1 16,3 7 0-16,-3 2 1 16,-2 4 0-16,3-1 0 0,-1 2 0 15,-1 0 0-15,0 2 0 16,-1-2 0-16,-1 1 0 16,-2 0 0-16,0-4 0 15,-2-1 0-15,-3-3 1 16,-1 0-1-16,0-4 0 0,0 1 0 15,0-2 1-15,-8-2 1 16,1 0-2-16,-4 0 1 16,1-6-1-16,2-1 0 15,-2 0 1-15,3-4-1 16,2 1 0-16,1-3 1 0,4 3-1 16,0-3 1-16,0-1 2 15,8 3 0-15,2-1 2 16,2 2-1-16,2-1 0 15,1 4-1-15,1 0 0 16,0 1 0-16,2 2 0 16,-1 4-1-16,-2 0-1 0,1 0 0 15,-3 0 0-15,1 2-1 16,-1 7 0-16,-3 1 0 16,2 1 1-16,-6 2-1 15,1 2 0-15,-5 0-1 16,-1 3 0-16,-1 1-18 0,0-2-15 15,0 6-28-15,-6-2 3 16,-2 2-42-16,-2-4-7 16</inkml:trace>
  <inkml:trace contextRef="#ctx0" brushRef="#br0" timeOffset="24276.51">26987 7267 264 0,'0'0'2'0,"0"0"35"0,0 0 20 15,-8-43-7-15,-3 36-16 0,-3 3-5 16,-1 3-7-16,-3 1-6 15,4 0-8-15,-2 4-2 16,1 6-1-16,3 0-1 16,0 1-1-16,5 2-2 15,0 1 0-15,4 2 0 0,0-2-1 16,3 2 0-16,0-2 0 16,0-1 0-16,3-2 0 15,3-1-1-15,2-4 0 16,-1-2 0-16,2-4-3 15,2 0-3-15,-2-6 4 0,2-7 2 16,1-1 0-16,-2-3 1 16,-3 0 0-16,2 3 0 15,-6 3 1-15,-1 3-1 16,-1 4 2-16,0 4 5 16,0 0-4-16,2 3-5 15,-1 6 3-15,1 5 1 0,1 1-1 16,2 1-1-16,3-2 1 15,1 2-1-15,1-3 0 16,2-2 0-16,0-3 1 16,1-2-1-16,0-3-1 15,3-3 2-15,-1-2-1 0,4-10 1 16,-4-8-1-16,3-8 1 16,-1-4-1-16,-2-9 0 15,-5-2 0-15,1-9 0 16,-5-3 0-16,-3-3-1 0,-2 2 0 15,-2 3 1-15,0 5 0 16,-6 10 1-16,-3 9-1 16,-2 11 0-16,1 11 1 15,-2 7 2-15,-1 17-2 16,2 14-1-16,1 10 1 16,2 10 4-16,6 3 3 15,2 1-2-15,0-1-3 0,10-4 1 16,3-6-4-16,3-4 1 15,1-4-1-15,0-5-3 16,-3-7-45-16,-1-6-59 16,-1-9-32-16</inkml:trace>
  <inkml:trace contextRef="#ctx0" brushRef="#br0" timeOffset="25234.19">28006 7174 232 0,'0'0'9'0,"0"0"49"0,0 0-17 0,-50-16-7 0,28 23-12 0,-2 8 6 16,-1 5-6-16,4 1-5 15,0 2-7-15,6 1-5 16,2 1-2-16,4 0-2 15,6 1 0-15,3-2-1 16,0-3 0-16,1-1 0 0,7-4 0 16,3-8 0-16,4-5-1 15,1-3 1-15,3-8 2 16,3-14-2-16,0-12 1 16,1-9 0-16,1-8-1 15,-3-7 0-15,-4-6-1 0,-3-4 1 16,-5 1-4-16,-5 5-2 15,-4 5-1-15,0 7 6 16,0 9 3-16,-3 14-1 16,-2 7 9-16,0 13 5 15,2 7 0-15,1 14-14 0,2 17-1 16,0 9 1-16,0 10 1 16,0 5 1-16,5 2 1 15,5 0-1-15,2 0-3 16,6-5 1-16,0-5 0 15,0-4-1-15,0-6 0 0,-3-7 0 16,1-8 0-16,-1-7-5 16,-1-11-7-16,-3-4 1 15,2-6 8-15,1-15 3 16,-1-2-2-16,1-5 0 16,-4-3 1-16,-1 3 1 0,-3 4 0 15,-2 3 0-15,-2 9 2 16,0 3 9-16,-2 7 1 15,0 2-9-15,0 8-4 16,2 6 2-16,1 4 3 16,1 3 3-16,3 2-2 0,4-3-3 15,-1 1-1-15,2-1-1 16,2-3 0-16,0-3 1 16,2-4-16-16,-3-2-30 15,0-7-44-15,-4-1-47 16</inkml:trace>
  <inkml:trace contextRef="#ctx0" brushRef="#br0" timeOffset="25421.02">28329 6970 330 0,'0'0'6'0,"0"0"18"0,0 0-2 0,0 0-20 16,0 0-5-16,0 0 1 15,0 0-8-15,0 0-18 16,0 0-24-16,0 0-28 16</inkml:trace>
  <inkml:trace contextRef="#ctx0" brushRef="#br0" timeOffset="25886.03">28643 7136 293 0,'0'0'5'16,"0"0"47"-16,0 0 5 15,3-37-22-15,-9 33-9 16,-5 4-7-16,-6 0-7 0,-3 0-4 16,-1 11-6-16,-1 1 0 15,2 3-2-15,5 1 1 16,3-2-1-16,5-1 0 15,6 0-1-15,1-1 1 0,2 0 0 16,10-1 0-16,3 1 0 16,5-2 1-16,0 1-1 15,2-2 0-15,-1 0 0 16,0 0 1-16,-6 0-2 16,1-1-1-16,-6-1 1 0,-7 3 0 15,-3 0 1-15,0 1-2 16,-5 1 3-16,-11-1 0 15,-3 2 0-15,-4-2 0 16,-2 2-1-16,-4-3 1 16,0 3-1-16,0-3 0 0,0 1 0 15,6-1 0-15,1-3 0 16,4 0 1-16,5 0-1 16,5-4-2-16,2 0-24 15,3-2-33-15,3-1-42 16,0 0 14-16,9-14-53 15</inkml:trace>
  <inkml:trace contextRef="#ctx0" brushRef="#br0" timeOffset="26572.57">28740 6825 361 0,'0'0'-11'0,"0"0"36"0,0 0 1 0,0 0-24 0,0 0 7 16,0 66 17-16,0-27 0 15,0 6-6-15,0 4-9 0,6 2-5 16,2 2 1-16,0-2-4 16,-1-3-1-16,1-4-2 15,-3-4 1-15,-1-9-1 16,-1-5 1-16,-1-6-2 0,-2-8 1 15,0-4 0-15,0-8 0 16,0 0 3-16,0-5-2 16,-2-10-1-16,2-5 1 15,0 1-1-15,0-3 0 16,2 1 0-16,6 3-1 0,5 4 2 16,-3 4-1-16,2 5-1 15,1 5 0-15,0 0 1 16,1 0 0-16,-4 8 0 15,4 3 0-15,-2 2 0 16,-1 0 1-16,-1 4-1 0,0-2 0 16,-5 1 0-16,0-3 0 15,0 0 1-15,-3-3-1 16,0-2 0-16,0-4 0 16,-1-1 0-16,-1-2 0 15,0-1 1-15,0 0 2 0,0-5-3 16,-4-6 2-16,1-5-2 15,1-2 1-15,2-2 2 16,0-3-1-16,3 2 2 16,7-1 1-16,4 5 5 15,3 2-4-15,0 6-1 16,0 3-5-16,-1 6 0 0,-1 0 0 16,-2 8 0-16,-2 6 0 15,0 2 0-15,-2 2 2 16,-3 0-1-16,-2 2 1 15,1-1 1-15,-4-1-2 16,0-3 0-16,0 0-1 0,-1-1-8 16,0-4-30-16,0 0-33 15,-3-2-56-15,-5-6 3 16</inkml:trace>
  <inkml:trace contextRef="#ctx0" brushRef="#br0" timeOffset="26776.49">29017 7057 310 0,'0'0'-6'0,"0"0"29"0,-1-44 4 16,1 38-11-16,0 2-12 15,1 2-4-15,5 2 0 16,0 0-20-16,-2 0-36 15,2 2-16-15,-1-2-85 0</inkml:trace>
  <inkml:trace contextRef="#ctx0" brushRef="#br0" timeOffset="27289.28">29190 6865 338 0,'0'0'-7'16,"0"0"16"-16,0 0 7 15,0 0-5-15,0 0 13 16,42 67 9-16,-33-29-3 16,0 5-7-16,0 2-4 0,-2 3-3 15,2-5-7-15,-3 0-4 16,-1-6-2-16,-3-9-1 16,0-5 0-16,-2-9-1 15,0-6 0-15,0-7 0 16,0-1 3-16,0-3 17 15,0-11-15-15,0-4-4 0,0-3-2 16,0-4 0-16,3 0-1 16,5 4 0-16,5 1 0 15,0 7 0-15,1 6 1 16,-1 5 0-16,1 2-1 0,-1 5 0 16,-4 7 1-16,3 2-1 15,-4 4 1-15,-2-2 0 16,-2-2 0-16,-1 0 1 15,-3-1-1-15,0 0 0 16,0-5 2-16,-3 2-3 16,-5-3 1-16,-2 1 1 0,-5-1-1 15,-3 0-1-15,-2 0 1 16,-6-3 0-16,1 3 0 16,-6-1-2-16,4-1-8 15,6 0-6-15,4-1 0 16,4-1-4-16,6 1-7 0,7-2-27 15,0 0-23-15,9-2 23 16,6 0-11-16,6-8-117 16</inkml:trace>
  <inkml:trace contextRef="#ctx0" brushRef="#br0" timeOffset="27738.6">29525 7159 315 0,'0'0'1'0,"0"0"47"0,0 0 9 0,0 0-10 0,0 0-25 15,0 0-16-15,0 0 2 16,0 0 6-16,0 0-2 16,-19 37-4-16,19-18-2 15,0 0-3-15,2-2 0 0,5-4-2 16,3-2-1-16,-1-1 0 15,1-4 1-15,4-1-1 16,-2-4-1-16,3-1-4 16,0-1-4-16,1-9 2 15,-1-5 1-15,0-2 1 0,-3-1 0 16,-3-1 2-16,-1 5 3 16,-3 1 0-16,-3 3 1 15,-1 5 9-15,1 4 6 16,-2 1-9-16,2 0-7 15,1 8 2-15,1 2 0 0,4 4 1 16,2-2-1-16,-3 3 0 16,5-4 0-16,1-1-1 15,-1 0 1-15,3-3-2 16,-1-4-2-16,2 0-23 16,-2-3-9-16,1 0-10 0,-3-10-13 15,-1-4-59-15,-4-9-6 16</inkml:trace>
  <inkml:trace contextRef="#ctx0" brushRef="#br0" timeOffset="28173.72">29877 6773 401 0,'0'0'7'0,"0"0"22"0,0 0-24 0,0 0 2 0,-13 65 7 15,13-31 3-15,2 5 1 0,3 0-1 16,2 3-7-16,-2 1-2 16,3 0-4-16,-4 0-2 15,0-5 0-15,-2-8-1 16,-1-6-1-16,-1-8 0 16,0-7-1-16,0-7 1 0,0-2 2 15,0-4 1-15,0-6-2 16,0-7 0-16,0-3 0 15,6-3 0-15,6-1 0 16,-2 0 1-16,7 3 3 16,3 1 2-16,2 3-3 15,3 4 0-15,-4 6-1 0,2 5 1 16,-2 2 0-16,-2 8-2 16,-4 9 0-16,-2 4 1 15,0 2 0-15,-5 2-1 16,0-1 0-16,-2-1-1 0,0 0-1 15,-2-5 0-15,-2 0-7 16,-2-3-38-16,0-2-42 16,0-5-49-16,-6-7-69 15</inkml:trace>
  <inkml:trace contextRef="#ctx0" brushRef="#br0" timeOffset="28341.34">30108 6916 447 0,'0'0'-1'0,"0"0"4"15,0-45-1-15,5 42-1 0,0 3-4 16,2 0-10-16,-1 3-3 16,4 4-22-16,-2 0-49 15,1-3-31-15</inkml:trace>
  <inkml:trace contextRef="#ctx0" brushRef="#br0" timeOffset="29324.08">30322 6986 446 0,'0'0'-2'16,"0"0"-3"-16,-16 38 10 15,10-19 6-15,0 2 5 16,3 0 2-16,0 0 2 15,3-5-6-15,0 3-3 16,6-2-5-16,4-3-3 0,3-3-2 16,2-3 0-16,3-3 0 15,1-5-1-15,2 0 1 16,3-13 0-16,-6-7 0 16,1-2 0-16,-3-4 0 15,-4-3-2-15,-3 2-3 0,-7 2 2 16,-2 2 0-16,-5 2 1 15,-11 7 1-15,-4 2 0 16,-2 5-1-16,-4 1 0 16,1 2 1-16,7 3 0 15,0 0 0-15,9 1 0 0,1 0 0 16,3 0 0-16,5 0 0 16,0 0-2-16,5 0 1 15,6-2 1-15,5 2 1 16,5-3-1-16,1 1 0 15,4-1 0-15,1-3 0 0,0 3 1 16,1 0-1-16,-1 3 1 16,-1 0 0-16,-1 0 0 15,-6 7 0-15,-2 4 0 16,-1 4 0-16,-5-1 2 16,-2 2 0-16,-3 1 0 15,2 0-1-15,-4-3 1 0,2-2-2 16,-5-2 1-16,1-3-2 15,0-2 1-15,-2-2-1 16,1-2 1-16,-1 1 0 16,0-2-1-16,1 0 2 0,-1 0 6 15,2-7 9-15,2-4-12 16,2-5-4-16,-2-3-1 16,3-1 1-16,-1-1-2 15,2 1 0-15,-1 5 0 16,-1 3 1-16,-2 1 0 15,2 7 0-15,1 4 0 0,2 0 0 16,0 0-1-16,3 7 2 16,3 3 0-16,1 2 1 15,1 1 0-15,0 1 0 16,-2 1 0-16,2-3 1 16,-3 1-1-16,-1 0 0 0,0-2-1 15,-2-2 0-15,-1-2 0 16,-3-2-1-16,1-3 0 15,0-2 1-15,2 0 1 16,2-10 4-16,0-5 7 16,7-5-2-16,2-3-5 0,6-5-4 15,1 1-1-15,8 1-2 16,-1 3 1-16,-2 5-1 16,-4 5 1-16,-3 7 1 15,-6 6-1-15,-4 4 0 16,-6 8 1-16,-3 6 1 0,-4 2 0 15,-3 2-2-15,-2 0 1 16,-14 0-1-16,-9 0 1 16,-10-2-2-16,-13-3-23 15,-6-7-55-15,-9-10-154 16</inkml:trace>
  <inkml:trace contextRef="#ctx0" brushRef="#br0" timeOffset="38996.06">27488 7808 92 0,'1'-13'41'0,"-1"3"-11"0,0-1 5 0,0 1-4 15,0 0-3-15,0 3 1 16,0 3 12-16,0-3 2 16,-2 5-12-16,2 2-3 15,-2 0-11-15,1 0-12 16,1 6-4-16,0 7 4 16,0 4 8-16,0 5 4 0,0 5-1 15,0 3 0-15,0 4-2 16,5 2-3-16,-2-2-4 15,0-4-2-15,0-4 0 16,0-4-4-16,-1-6 0 0,0-3-1 16,-1-4 1-16,0-3-1 15,0-2 0-15,-1-1 1 16,2-1-1-16,-2-1-3 16,0 0-31-16,0 1-16 15,0-1-10-15,-3-1-41 0,-2 0 2 16,1 0-119-16</inkml:trace>
  <inkml:trace contextRef="#ctx0" brushRef="#br0" timeOffset="40047.71">27473 8035 120 0,'0'0'19'0,"0"0"34"16,0 0-11-16,0 0-5 15,0 0-5-15,0 0 17 16,0 0-11-16,0 0-10 0,0 0-9 16,2-24-6-16,-2 24-7 15,0 0-2-15,0 0-2 16,0 6 3-16,-10 2 3 16,-5 3 1-16,-4 2-5 15,-6 3-1-15,-4 4-1 0,-1-1 0 16,-5 3-2-16,1-2 2 15,1 1-1-15,1-2 1 16,4-1-1-16,3-1 1 16,5-4 1-16,6-2-1 15,3-2-2-15,6-5 0 16,1-1 0-16,3-1 1 0,1-1-1 16,0-1 1-16,5 0-1 15,6 0 1-15,2 0 1 16,6-3 4-16,0 1 6 15,5 1 2-15,2 1-1 0,-2 0-5 16,3 0-3-16,-2 6-3 16,1 4 1-16,-2-2-2 15,-2 2 1-15,-5-1-2 16,-1 1 1-16,-5-2-1 16,-4-2 1-16,2 1 0 15,-8 0-1-15,-1 0 0 0,0 1 1 16,-5 3-1-16,-11 0 2 15,-3 6-1-15,-4 0 0 16,-6 6-1-16,-3 1 1 16,-3 3-2-16,-5 0 2 0,3 1-2 15,-2 2 2-15,3-6-1 16,3-1 0-16,5-2 0 16,4-5 0-16,7-2 0 15,5-5 1-15,5-2-1 16,3-1 0-16,4-5 0 15,0-1 0-15,11 0 0 0,11 0 1 16,7-7 0-16,8-4 3 16,8-1 4-16,9-5 4 15,-1 2-4-15,4 2-4 16,-2 0 0-16,-5 3-1 0,-4-1-2 16,-6 1 0-16,-5 3 1 15,-4-3 1-15,-6 5 0 16,-4 0 0-16,-5 0 0 15,-3 3-2-15,-5 0 0 16,-2 1-1-16,-3 1 1 16,-2 0-1-16,-1-1 1 0,0 0 0 15,0 0 2-15,0-3-1 16,-2-1-1-16,-2-3-1 16,-5 1 1-16,4-5-2 15,-2 0 2-15,1 0 0 0,0 0-2 16,0 0 1-16,4 5 1 15,-2 2-1-15,3 1 0 16,0 3 0-16,1 1-1 16,0 0 1-16,0 10-1 15,0 4 1-15,0 6 0 16,2 4 2-16,4 6 2 16,2 0-1-16,-2 4 1 0,0-6-4 15,1 1 1-15,1-6 0 16,-2-5-1-16,-1-1 0 15,-1-3 0-15,0-4-9 16,-4-3-41-16,0-7-64 0,0-5-114 16</inkml:trace>
  <inkml:trace contextRef="#ctx0" brushRef="#br0" timeOffset="46845.17">19833 12330 162 0,'0'0'30'0,"0"0"-6"0,0 0-17 16,0 0 1-16,0 44 5 16,0-28 7-16,0 4-4 0,0 2 1 15,2 1 1-15,-1 4-3 16,1-3-3-16,1-1-4 15,0-1-5-15,-1-3-1 16,0-4-1-16,1 0 0 16,-2-3-1-16,-1 0 2 0,0 0-4 15,0-2 1-15,0-2-22 16,0 2-21-16,0-3-6 16,0-6-23-16,0-1-70 15</inkml:trace>
  <inkml:trace contextRef="#ctx0" brushRef="#br0" timeOffset="47609.39">19848 12597 195 0,'0'0'11'0,"0"0"23"0,0 0-8 16,0 0-13-16,-37-1-1 15,26 9 4-15,-5 5-1 16,-2 3 1-16,-4 2-7 15,-3 3-4-15,-4 4-1 0,-3 0-1 16,-4 4 1-16,-3 0-2 16,-4 0 2-16,-1 1 2 15,3-5-2-15,6-5 0 16,4 0 2-16,10-6-2 16,7-4 0-16,8-1-2 15,6-1-2-15,2-3 0 0,14-1 0 16,9-3-1-16,6-1 2 15,4 2-1-15,4-2 2 16,1 0 0-16,1 1 4 16,-2 2-2-16,-8 1-1 0,-3 3-1 15,-4 1-2-15,-8 3 1 16,-2-2 0-16,-6 3-2 16,-6-1 2-16,-2 5 2 15,-2 0 0-15,-14 6 2 16,-5 1-1-16,-4 4-2 15,-4 3-1-15,-3 2 0 0,-7 1-1 16,-3 3 2-16,-2-1-2 16,1-1 1-16,1-2-2 15,2-3 2-15,7-1-1 16,6-3 0-16,8-4 1 16,6-3-1-16,4-2 0 0,6-3 0 15,3-4 0-15,2-1-1 16,15-4 2-16,6-4-1 15,12 0 1-15,7 0 0 16,10-8 3-16,1-3 2 16,1 0-4-16,0 2 4 0,-5 0-1 15,-7-1-1-15,-7 6-1 16,-3 0 4-16,-5 2-2 16,-6 1-4-16,-6 1 6 15,-4 0 2-15,-4 0-5 16,-3 0-1-16,-4 4-2 0,0 3 1 15,-4 4 6-15,-7 6 12 16,-3 2-8-16,1 7-5 16,-3 0-3-16,3 3-2 15,-1-1 5-15,4 2-5 16,3-3-2-16,3 2 1 0,2-2-2 16,2 1 0-16,0-1-1 15,2-2-35-15,2-3-48 16,2-8-69-16</inkml:trace>
  <inkml:trace contextRef="#ctx0" brushRef="#br0" timeOffset="48044.27">20202 13114 219 0,'0'0'6'0,"0"0"31"0,23-41-2 16,-10 32-7-16,3 0-9 15,1 2-7-15,2 2-3 0,-2 2-5 16,1 2-3-16,0 1-1 15,-3 0 1-15,-2 0-2 16,-3 1-18-16,-3 5-31 16,-3 1-12-16,-4-2-56 15</inkml:trace>
  <inkml:trace contextRef="#ctx0" brushRef="#br0" timeOffset="48219.45">20221 13250 228 0,'0'0'4'0,"0"0"5"16,0 0 19-16,0 0 2 15,46 8 1-15,-19-8-5 16,6-10-12-16,1 0-7 16,1 0-6-16,1 0-1 0,0-3-21 15,-4-3-82-15</inkml:trace>
  <inkml:trace contextRef="#ctx0" brushRef="#br0" timeOffset="49095.33">21485 12204 111 0,'0'0'28'0,"0"0"24"15,0 0-14-15,0 0-10 16,0 0-15-16,0 0-9 16,0 0-2-16,-43-16 1 15,22 22 1-15,-2 2 2 16,-2 1-3-16,0-1-1 0,-2 1 1 15,4-1-1-15,2 0 1 16,1-1-2-16,5-3 1 16,0 3-1-16,2 3 0 15,0 0 0-15,3 2 1 16,0 6-1-16,-1 10 1 0,2 10 2 16,0 9 4-16,2 10 11 15,2 11 2-15,3 10-4 16,2 8-6-16,0 2-2 15,0 5 0-15,5 3-5 16,0-1-1-16,1-3-2 0,-2-4 6 16,-3 0-2-16,-1-2-2 15,0-7 2-15,0-5 2 16,-3-6-2-16,-5-4-1 16,3-9-3-16,-3-8 5 15,3-6-2-15,0-8 0 0,2-5-3 16,1-6 2-16,1-7-2 15,0-3 0-15,1-4 0 16,0-5-1-16,0 0 1 16,0 0-1-16,0-3 0 15,7 1 0-15,2-1 2 16,5 0-1-16,5 0 1 0,3 0 2 16,4 0-1-16,9 0-1 15,-1 0 2-15,4 0-1 16,3 0-1-16,-2 0 0 15,-3 2 1-15,-3 0-2 16,-2-1-1-16,-3 0 1 0,-2-1-1 16,-1 0 0-16,0 0 1 15,-6 0-1-15,2 0 0 16,-2-2 0-16,-4-2 0 16,0 3-13-16,-3-8-34 15,-6-4-72-15,-4-9-65 0</inkml:trace>
  <inkml:trace contextRef="#ctx0" brushRef="#br0" timeOffset="50238.12">23261 12168 184 0,'0'0'2'0,"3"0"11"0,4 0-10 0,0 0 13 16,6 0 9-16,3 2-1 16,7-1-2-16,2-1-1 0,4 0-7 15,3 0-5-15,1 0-2 16,-2 0-1-16,0 0-2 16,-2 0 0-16,-3 0-1 15,-2-3 1-15,-4 3-1 16,-3 0-1-16,-2 0 2 0,-5 0-2 15,-1 0 1-15,-3 7-1 16,0 3-1-16,-5 2 0 16,0 3 1-16,-1 7 2 15,0 5 7-15,0 5 4 16,-1 5-6-16,0 11-2 0,1 2-2 16,0 4 1-16,0 7 2 15,0 3-4-15,0 7-2 16,0 1 2-16,0 4 2 15,4 2 1-15,-1 3-2 0,1 3 3 16,-2-5-2-16,0-1-1 16,0-4-1-16,-1-3 0 15,1-5 1-15,-2-8-4 16,0-3 1-16,0-5-1 16,0-5-1-16,0-5 1 15,-2-4 0-15,-3-4 0 0,-1-2 0 16,2 1 2-16,-1 0 0 15,-1-3-1-15,3 0-1 16,0 1 0-16,-1-1-1 16,1-4 0-16,1-3 1 15,-1-2-1-15,2-4 0 0,-3 0 1 16,2-4-1-16,0-3 0 16,-1-2 0-16,1 0 2 15,1-2 0-15,-1-1-1 16,0 0-1-16,1-2 2 15,-1 0 0-15,-1-1 0 0,0 2 1 16,-3-1 1-16,-4 1-1 16,-2 1-2-16,-2 1-1 15,-7 0 0-15,-5 3 1 16,-7 2-1-16,-7 0-3 16,-12 0-28-16,-11-3-45 15,-11-5-88-15</inkml:trace>
  <inkml:trace contextRef="#ctx0" brushRef="#br0" timeOffset="53188.21">21478 12573 25 0,'0'0'109'0,"0"0"-55"16,0 0-18-16,0 0-9 0,0 0-3 15,0 0-17-15,0 0-4 16,0 0 0-16,0 0-2 15,0 0 1-15,0 0-2 16,0 0 0-16,16-37 0 0,-6 30-2 16,4-3-1-16,0 3 0 15,4-1 2-15,-1 1 1 16,0 2 0-16,-1 2 0 16,-1 3 0-16,-1 0-1 15,-3 2 1-15,-3 9 0 16,-3-1 3-16,-5 5 2 0,0 0 3 15,-1 2 6-15,-9 1 1 16,-5-2 8-16,-1 1-7 16,-1 0-4-16,2-3-5 15,-1-4-1-15,7 0-3 16,1-3 0-16,6-4-3 0,2 0 0 16,0-3 0-16,10 0 1 15,5 0 0-15,2-3 1 16,7-2 1-16,-3 1 0 15,3 3 2-15,0 1 1 16,-1 0 3-16,-6 5 1 0,-1 7 4 16,-5 0-2-16,-5 3 0 15,-5 5-4-15,-1-1-2 16,-5 2 3-16,-10 0 2 16,-7 1-2-16,-1-1-1 15,-6-3 0-15,-1-1-4 0,0-1-2 16,2-5 0-16,1-1 0 15,3-3-2-15,5-4 0 16,5-2 0-16,1-1 0 16,8 0 0-16,1-1 0 15,4-5-12-15,0-1-42 0,6-4-82 16,1 1-51-16</inkml:trace>
  <inkml:trace contextRef="#ctx0" brushRef="#br0" timeOffset="53686.05">22904 12623 219 0,'0'0'36'0,"0"0"0"0,0 0 27 15,0 0-11-15,0 0-26 16,-45-13-11-16,34 29 1 15,-2 2 2-15,5 5-6 0,5 2-4 16,3 2 7-16,0 0-7 16,6-1-3-16,10-2-1 15,2-6-3-15,6-6 1 16,3-8 0-16,0-4 0 16,2-3 1-16,0-12 1 0,-2-3 1 15,-5-3-2-15,-2-1 0 16,-5-3 0-16,-7 1-1 15,-8 0 1-15,0 0 1 16,-18 3-1-16,-8 2-3 16,-6 5 0-16,-8 4-1 0,-4 10-9 15,-4 0-28-15,1 10-39 16,0 1-78-16</inkml:trace>
  <inkml:trace contextRef="#ctx0" brushRef="#br0" timeOffset="55082.45">21626 13440 97 0,'-2'-8'20'0,"1"1"40"0,-1 0-18 0,-3-1-5 0,2 3 2 15,-2 0 5-15,-2 3 8 16,0 2-18-16,-4 0-13 16,-2 0-9-16,-1 9 2 15,-1 5 3-15,1 0-3 16,1 6-3-16,-1 1-3 0,4 3 1 15,5 2-4-15,-2 0-3 16,7-1-1-16,0-2 1 16,0-2-1-16,11-4 0 15,3-5 0-15,6-7-1 16,1-5 1-16,2 0 0 0,-2-7 1 16,1-7-1-16,-3-2-1 15,-2-2 1-15,-5-5 1 16,-5 3-2-16,-3-4 1 15,-4 0-1-15,0 0 0 16,-11 4 1-16,-4 1 0 0,-4 2 0 16,1 6-23-16,-3 4 0 15,3 6-13-15,3 1-6 16,1 4-54-16,5 3-15 16</inkml:trace>
  <inkml:trace contextRef="#ctx0" brushRef="#br0" timeOffset="56072.18">22979 13408 214 0,'0'0'7'0,"0"0"42"0,0 0-4 0,0 0 0 15,0 0-27-15,0 0-14 16,0 0 6-16,0 0 2 16,-24 40 0-16,13-17-3 0,-2 1-3 15,-5 1-2-15,1 1-1 16,1-1 0-16,-2-2-1 15,4-3 0-15,-2-4-1 16,5-3 1-16,3-5 0 0,4-1-1 16,3-1 1-16,1-5-1 15,3 2 0-15,13-3 0 16,8 0 5-16,5 0 0 16,6 0-2-16,0 0-1 15,3-7-2-15,1 0 1 0,-5 1 0 16,-3-1-2-1,-4 2 0-15,-6-1 0 0,-4 4-3 16,-5 2-6-16,-4-1-15 16,-5 1-22-16,-3-1-43 15,0 0 8-15,-10-3-30 16</inkml:trace>
  <inkml:trace contextRef="#ctx0" brushRef="#br0" timeOffset="56289.23">23047 13485 201 0,'0'0'16'16,"0"0"39"-16,0 0-8 15,0 0 17-15,-15-39-13 16,14 39-5-16,0 5-22 16,1 12-19-16,0 10 10 15,0 8 14-15,1 8-12 16,0 7-9-16,-1 6-5 0,0 3-4 15,0 5 1-15,-7 2-32 16,-9-5-62-16,-2-7-124 16</inkml:trace>
  <inkml:trace contextRef="#ctx0" brushRef="#br0" timeOffset="57932.18">24655 12282 159 0,'0'0'27'0,"0"0"2"0,0 0-10 0,0 0-15 16,0 0 3-16,0 0 37 16,0 0-14-16,-4 45 1 0,8-15 1 15,-1 6-3-15,2 6-6 16,-3 5-7-16,1 6-4 16,1-1-6-16,0 2-4 15,-2-4 0-15,-2-2 0 16,0-5-2-16,0-9 0 0,0-4 1 15,0-10-1-15,0-7 0 16,0-5 0-16,0-2-13 16,0-5-16-16,0-1-15 15,0 0 3-15,0-4-10 16,-2-12-78-16</inkml:trace>
  <inkml:trace contextRef="#ctx0" brushRef="#br0" timeOffset="58326.41">24641 12417 199 0,'0'0'6'16,"4"-40"3"-16,1 17 22 15,6 2 9-15,-1 3-4 16,5 1-6-16,2 1 0 0,2 5-5 15,2 2-10-15,1 6-3 16,2 3-6-16,0 0-1 16,-4 7-4-16,0 6 0 15,-5 4 0-15,-4 3 0 16,-3 3-1-16,-4-2 0 0,-4 2 0 16,0-2 1-16,-4 0-1 15,-9-2 1-15,-4 1-1 16,-5-2 1-16,0-2-1 15,-3 0 1-15,1-3-1 16,-1-1 0-16,6-3-9 0,2-1-19 16,4-2-12-16,2-4-18 15,8-2-33-15,3 0-13 16</inkml:trace>
  <inkml:trace contextRef="#ctx0" brushRef="#br0" timeOffset="58575.18">25082 12347 307 0,'0'0'11'0,"0"0"26"16,48-25-12-16,-33 19-4 15,0 2-3-15,-2 1-2 16,0 1-8-16,0 1-6 0,-4 1-2 16,-1 0 1-16,-1 0-1 15,-2 0-3-15,-2 1-23 16,-3 4-25-16,0-2-45 16,0-2 13-16</inkml:trace>
  <inkml:trace contextRef="#ctx0" brushRef="#br0" timeOffset="58760.16">25091 12448 244 0,'0'0'6'0,"0"0"13"0,0 0 4 16,0 0 15-16,0 0 1 16,0 0 2-16,52 7-20 15,-29-11-9-15,2-3-10 16,-1 4-1-16,-3-1-1 15,1-1-28-15,-6 0-71 0,-2-7-86 16</inkml:trace>
  <inkml:trace contextRef="#ctx0" brushRef="#br0" timeOffset="62594.2">27750 11805 39 0,'1'0'5'0,"0"0"-4"0,-1 0-2 0,0 0 1 16,0 0-2-16,0 0 1 16,0 0-3-16,0 0-4 0,0 0-2 15,0 0-3-15</inkml:trace>
  <inkml:trace contextRef="#ctx0" brushRef="#br0" timeOffset="62927.53">27750 11805 8 0,'-3'59'14'0,"1"-37"10"16,-2 6-13-16,2 9 1 0,-1 6-3 15,-2 7 3-15,3 6 0 16,0 8 47-16,1 10 6 16,1 4-5-16,0 9 15 15,0 8-13-15,0 7-38 16,5 2-16-16,1 2-3 0,-1 1-2 15,1 3 0-15,0-4-1 16,-2-6-1-16,-1 0 0 16,-1-3 1-16,0-5-1 15,-1-8 0-15,0-5 0 16,2-1-1-16,0-11 0 16,2-3 1-16,2-7 0 0,-2-6-1 15,4-7 1-15,-2-6-2 16,2-6 2-16,2-5-1 15,-2-5 0-15,2-1 2 16,0-5-4-16,-2 1-23 0,-4-7-41 16,-3-3-52-16,-2-7-131 15</inkml:trace>
  <inkml:trace contextRef="#ctx0" brushRef="#br0" timeOffset="63811.65">26147 13483 2 0,'0'0'14'0,"0"0"7"0,0 0 12 0,0 0-11 15,0 0 3-15,0 0-2 16,0 0 0-16,0 0-3 16,0 0-3-16,0 0-5 15,0 0-5-15,0 0 1 0,33-37 8 16,5 29 7-16,12-2-1 16,15-2 9-16,16-3-1 15,15 1-3-15,12-2-5 16,16 2-2-16,12 0-6 0,12 1-3 15,3 5-4-15,9 2-3 16,5 2-1-16,2 2-2 16,1 2 1-16,-1 0 0 15,4 0-2-15,2 2 0 16,0-4 1-16,2-3-1 16,0-3 0-16,2-6 1 0,-2-3-1 15,-9-6 0-15,-7-2 1 16,-6-2-1-16,-9 0 1 15,-12 1-1-15,-11 2 1 16,-10 3-1-16,-13 3 0 16,-14 3 1-16,-15 5 0 0,-14 3-1 15,-14 3-19-15,-16-3-71 16,-13-6-84-16</inkml:trace>
  <inkml:trace contextRef="#ctx0" brushRef="#br0" timeOffset="70027.45">30607 13474 340 0,'0'0'16'0,"0"0"-1"15,0 0 5-15,0 0-15 16,0 0-7-16,0 0 4 0,0 0-2 16,15 52 4-16,3-32 13 15,0 2-1-15,4 0-2 16,1 2-5-16,3 0-1 16,-1-1-5-16,-2-2-2 15,0-1 0-15,-2 0 0 16,-4-6-1-16,-1-2 0 0,-3-1 0 15,-2-4-8-15,-1-3-12 16,-1-2-22-16,-2-2-20 16,-1 0-59-16</inkml:trace>
  <inkml:trace contextRef="#ctx0" brushRef="#br0" timeOffset="70342.45">30860 13512 269 0,'0'0'26'16,"0"0"-14"-16,0 0 13 15,-41 38 6-15,31-20-12 0,-1 4-3 16,-2 2 3-16,-1 3-3 15,-2-3-6-15,2 2-4 16,0-2-4-16,0-3-1 16,1 1 0-16,1-1-5 15,0-2-27-15,1 2-23 0,-1-1-41 16,3-2-8-16,1-4-41 16</inkml:trace>
  <inkml:trace contextRef="#ctx0" brushRef="#br0" timeOffset="70624.75">31046 13763 290 0,'0'0'45'16,"0"0"-19"-16,0 0-19 15,14 51 31-15,-9-24-14 0,1 3-15 16,-1 4-3-16,1 2-1 16,1-4-2-16,1-2-2 15,0-7 0-15,2-5-17 16,-2-12-51-16,-2-6-104 0</inkml:trace>
  <inkml:trace contextRef="#ctx0" brushRef="#br0" timeOffset="71414.32">27173 11687 212 0,'0'0'20'0,"0"0"14"0,0 0-3 0,0 0-6 15,0 0-17-15,0 0-8 16,0 0 2-16,0 0 1 0,41 0 4 16,-19 20 2-16,4 1-3 15,1 0-3-15,2 2-3 16,0-3 1-16,-2-2 1 15,0-3-13-15,-5-3-28 16,-2-3 5-16,-5-5-17 16,-7-1-33-16</inkml:trace>
  <inkml:trace contextRef="#ctx0" brushRef="#br0" timeOffset="71658.92">27438 11629 234 0,'0'0'-7'0,"0"0"16"15,0 0 19-15,0 0-1 0,0 0-12 16,0 0-1-16,-39 15 7 16,27 9 6-16,-1 2-14 15,-1 5-7-15,1-1-3 16,-3 3-2-16,3-1-1 15,0-2 0-15,-1-1-15 0,1-2-36 16,1-3-10-16,3-10-32 16</inkml:trace>
  <inkml:trace contextRef="#ctx0" brushRef="#br0" timeOffset="72048.53">27471 11826 283 0,'0'0'1'16,"0"0"8"-16,0 0 6 15,0 0-6-15,0 0-4 16,0 0 8-16,0 0 7 0,0 0-8 15,18-32-8-15,-12 32-3 16,-1 5-1-16,0 10 2 16,-3-1-2-16,-1 5 1 15,-1 1-1-15,0 4-1 16,-2-1-4-16,-3 1-4 16,1-2 2-16,0-2 3 0,2-2 2 15,1-5 1-15,1-5 0 16,0-5-2-16,7-3 2 15,8-3 1-15,2-10 0 16,9-2 1-16,2-5-9 16,0-3-52-16,-1-2-139 15</inkml:trace>
  <inkml:trace contextRef="#ctx0" brushRef="#br0" timeOffset="101260.15">27793 14230 3 0,'0'0'17'0,"0"0"-6"0,0 0 17 15,0 0-8-15,0 0 1 16,0 0-7-16,0 0 5 16,0 0-10-16,0 0 60 15,0 0-43-15,0 0-10 0,0 0-7 16,0 0 3-16,6 9-4 16,-6-9 1-16,2 0-5 15,-2 0-2-15,0 1-2 16,0 2 2-16,0 4 15 15,0 2-2-15,0 2 0 16,0 5 2-16,0 4-4 0,1 1 7 16,1 8-1-16,1 2-1 15,0 3-3-15,1 3-8 16,-1 1-2-16,1 3-1 16,1-1 2-16,-3-1-4 0,1 0-1 15,-1-3-1-15,1-1 1 16,0-4-1-16,-1-2 0 15,1-4 0-15,-1-3 1 16,0-4-1-16,-1-4 0 16,0-1 0-16,-1-3 0 0,0 0 1 15,0-4-1-15,0-1 0 16,0-1 0-16,0-1-1 16,0-1-2-16,0-1-12 15,0 0-13-15,0-1-14 16,0 0-20-16,-3-2-75 15</inkml:trace>
  <inkml:trace contextRef="#ctx0" brushRef="#br0" timeOffset="120276.09">21469 13076 23 0,'0'0'3'0,"0"0"10"0,0 0 8 16,0 0-12-16,0 0 8 15,0 0 31-15,-9-41-40 0,7 36 5 16,2 2 2-16,0 1-7 15,-2-2-1-15,2 2-2 16,-2 1 6-16,2-1-1 16,-2 2 0-16,2-1 1 15,0 1 2-15,0 0-5 0,0 0-2 16,0 0-1-16,0 0-3 16,0-3-1-16,0 3-3 15,6-3 1-15,3 0 11 16,4-1-5-16,7-2-3 15,-1-1 0-15,3-2 0 16,4 1 1-16,-1 1-2 0,1-3 1 16,-1 1-2-16,-1 2 1 15,-1 0-1-15,-7 0 1 16,-2 4-1-16,-1 1 0 16,-7 0 1-16,-1 1-1 15,-3 1 0-15,0 0 0 0,-2 0 0 16,0 0 1-16,0 0-1 15,0 0-1-15,-2 6-10 16,-4 3-16-16,-1-2-19 16,-6-1-49-16</inkml:trace>
  <inkml:trace contextRef="#ctx0" brushRef="#br0" timeOffset="120682.34">21456 13178 165 0,'0'0'3'0,"0"0"27"0,0 0-14 16,0 0 2-16,40-28 0 15,-25 19 0-15,4-2-3 16,3 2-1-16,3-1-4 16,1 0-2-16,1-1-1 15,0 1 1-15,0 3-6 0,-2 3 0 16,-3-1-2-16,-5 1 0 16,-2 3 0-16,-3 1 1 15,-1 0-1-15,-5 1-1 16,-2-1-3-16,0 0-11 0,-2 0-3 15,-2 0-4-15,0 0 2 16,0 2 1-16,-2 2-18 16,-4-1-22-16,0-2-32 15</inkml:trace>
  <inkml:trace contextRef="#ctx0" brushRef="#br0" timeOffset="121811.12">22944 14074 123 0,'0'0'28'0,"0"0"8"0,0 0-21 0,0 0-2 16,0 0-9-16,0 0-2 15,0 0-4-15,0 0 5 16,0 0 7-16,0 0 3 16,28-24 0-16,-13 13 1 0,3-2-2 15,2 2-1-15,-3-1-4 16,2 4-5-16,-2-1-1 15,-1 2-1-15,-5 3 0 16,1 1 1-16,-3 0-1 16,-1 2-1-16,-2 1-9 15,-1 0-7-15,-2 0-14 0,-3 0-18 16,0 4-62-16</inkml:trace>
  <inkml:trace contextRef="#ctx0" brushRef="#br0" timeOffset="122162.5">22908 14229 69 0,'0'0'102'0,"0"0"-97"0,0 0 14 16,0 0 3-16,0 0-4 15,0 0-2-15,0 0 8 16,0 0-1-16,39 14-3 16,-17-27-5-16,0-1-4 15,1-1-2-15,3 0-5 16,-4 0-2-16,1 2-1 0,-5 3-1 15,2 3-12-15,-7 4-37 16,-6-1-10-16,1 3-53 16</inkml:trace>
  <inkml:trace contextRef="#ctx0" brushRef="#br0" timeOffset="129217.17">27679 12241 6 0,'0'0'33'0,"0"0"1"0,0 0 1 0,0 0-11 16,0 0 2-16,0 0-6 15,0 0-5-15,0 0-4 0,0 0-3 16,0 0 3-16,0 0 1 15,0 0 1-15,0 0 1 16,0 0 1-16,14-29-2 16,-14 28 3-16,0 0 1 0,0 1-1 15,0-1 4-15,0 1-8 16,0-1 0-16,0 1-3 16,0-1-5-16,0 1-1 15,0 0 1-15,0 0 2 16,0 0-3-16,-1 0-1 15,1 0 0-15,-1 0 1 0,-1 0 1 16,0 0-2-16,-1 0-1 16,1 0-1-16,-1 0 1 15,1 0-1-15,-2 0 2 16,1 0-2-16,0 0 0 16,-1 0 0-16,1 0 2 0,-1 0 0 15,1 0 3-15,0 0 1 16,0-2-1-16,-1 2 0 15,-1-1-1-15,2 1 0 16,-1-2-1-16,-1 1 0 16,2 1 0-16,0 0-1 0,-3 0-1 15,1 0 0-15,-1 0 0 16,0 0-1-16,-1 0 2 16,0 3 0-16,-1 0-1 15,2 0 0-15,-3 1 2 16,3-1 0-16,-2 2-1 0,1 1 0 15,-2 0-1-15,3-1 1 16,-3 3-2-16,2-1 1 16,-1 0 0-16,1 1 0 15,-1-1-1-15,1 2 1 16,0-1-1-16,0 0 1 16,0 0-1-16,-2-1 1 0,2 2 1 15,-2-1 1-15,0 1-1 16,2-1 0-16,0 4 0 15,0-1-1-15,0 0-1 16,-1 1 1-16,1 2-1 0,1-3 0 16,-2 3 0-16,0-1 0 15,1 0 0-15,1 1 0 16,-3 0 0-16,0 1 1 16,1-1-1-16,1 0 0 15,-2 0 0-15,0 0 0 0,2-2 1 16,-1 2-1-16,-2 0 0 15,3 0 0-15,-1 2 0 16,3-2 0-16,-6 1 0 16,5 0 0-16,-1-1 1 15,1 3 0-15,0 0-1 16,-1 0 1-16,-1-1 0 0,3 4 0 16,-4-2 0-16,0 3 0 15,2-2 0-15,-3 2-1 16,2-1 1-16,-2 0-1 15,2-2 1-15,2 2-1 16,-5-2 2-16,3 0-1 0,1-1 0 16,0 3 0-16,-1 0 0 15,-1-2 1-15,3 3 0 16,-2-1-2-16,0 3 2 16,0-2 1-16,1 2-1 15,1 0 0-15,-1 0 2 0,-1 1-1 16,2-2 1-16,1 1-1 15,1 0 0-15,-2 0 2 16,1-2-1-16,2 0-3 16,-1 2 3-16,0 1 0 0,1 0 2 15,0 3 3-15,2 0-4 16,1 0 0-16,0 2-2 16,0 1-1-16,0-1 0 15,0 1-1-15,0 0 1 16,0-2-1-16,3 1 0 15,1-1 0-15,-1-1 0 0,2 1 0 16,-2 1 0-16,3-2 0 16,0 0 0-16,-1 1 3 15,3-1-1-15,1-1 2 16,-1 2-1-16,2-5-1 16,-1 1 1-16,2 0-3 0,-1-2 1 15,-1-1 0-15,2-1 1 16,-1 1 0-16,1 0-2 15,0 1 2-15,2 0 0 16,-3 1 2-16,0-1-1 16,2-2 0-16,-1-1-2 0,0 2-1 15,2-5 1-15,-3 1 1 16,0-2-2-16,2-3 6 16,1 4 0-16,-2-6-3 15,3 1-1-15,-4-1-1 16,2-3 4-16,2 2-2 15,-2-1-2-15,1-2 0 0,-1 1-1 16,1-3 2-16,0 2 3 16,-1-3-1-16,2-2 1 15,0 1-3-15,3 0 1 16,-3 0-2-16,2-2 2 0,0 1-1 16,1-1-1-16,-2 0 1 15,1 2-2-15,-1-1 0 16,1-1 0-16,-2 1 0 15,3 1 0-15,-2-2-1 16,2 0 1-16,-2 0 1 0,2 0 0 16,-2 0-1-16,2 0-1 15,-2 0 1-15,2 1-1 16,-1-1 0-16,0 0 2 16,1 0-1-16,-1 0 1 15,2 0 0-15,-2-1 0 16,0-2 1-16,1-1 0 0,0 0-1 15,-1-1-1-15,0 2 0 16,-2-2-1-16,0 1 1 16,0-2 0-16,-1 2-1 15,1-1 0-15,0 0 1 16,-3-1 0-16,1 0 0 0,1-1 0 16,-1 2-1-16,2-2 1 15,-1 1 0-15,1-3-1 16,0 2 1-16,0-3-1 15,-1 3 1-15,-1-3 0 16,1 0-1-16,-2 2 1 0,-1-1 0 16,1 0-1-16,-2 1 1 15,1-2-1-15,1 0 2 16,-2-1-1-16,0-2-1 16,1-1 1-16,0 0 0 15,-2-2-2-15,1 0 2 0,-1 1-1 16,0-1 0-16,0-2 1 15,0 2-1-15,3-2 0 16,-3 1 0-16,0-2 1 16,3 1-1-16,-6 1 1 15,3-2-1-15,-3-1-1 0,0 2 2 16,2-2-1-16,-1 0 0 16,0 1 0-16,-1-3 0 15,3-1 1-15,-2 0-1 16,2 1 0-16,-3 0 0 15,1 0 0-15,0 0 0 16,2 1 1-16,-3 1-1 0,0 0 0 16,0-1 0-16,-3 0 0 15,1-1 0-15,-2-3 1 16,0 2-1-16,0-2 0 16,-1 0 1-16,0 0-1 15,0-1 1-15,0 2-1 0,0 0 0 16,0 1 2-16,-1 2-1 15,0-2 4-15,0 1-3 16,-1 3-1-16,1-4 0 16,-1 1 0-16,-2 0-1 0,1 1 0 15,0 0 1-15,-2 1-1 16,0-3 0-16,0 4 0 16,-1-2 1-16,1 3-1 15,1-1 0-15,-2-2 0 16,-1 1 0-16,2 0 0 15,-1 0 0-15,0-1 1 0,-1 0-2 16,1 1 2-16,-2-3-2 16,0 3 2-16,1-1-2 15,-3-2 2-15,1-1-1 16,-1 3 0-16,-1-2 0 16,2 3 0-16,1-1 0 0,-2 0 0 15,-2 1 0-15,5 1 0 16,-4 1 0-16,-1-2 0 15,2 1 0-15,-2 2 0 16,3-1 0-16,-1 0 0 16,-2 0 0-16,3 0 0 0,0-2 0 15,0 0-1-15,-2 0 1 16,3 0 1-16,0-1-1 16,-2 3 0-16,1-1 0 15,0 3 0-15,-2 1 0 16,1 1 0-16,-1 1 0 15,-1 0-1-15,0 1 1 0,0 0-1 16,-2 1 2-16,2-1-1 16,-3 2-1-16,4 2 1 15,1-1 0-15,-3 2 0 16,2 3 0-16,1-3 0 0,1 1 0 16,-1 2 0-16,0-2 0 15,-1 2 0-15,2 0 0 16,-4-1 0-16,0 1 0 15,2 1-1-15,-3 0 2 16,1 1-2-16,-1 0 2 0,-1-1-2 16,1 1 1-16,0 0 1 15,1-1-1-15,-1-1-1 16,2 1 2-16,-1-1-1 16,1-2-1-16,-1 2 2 15,1-3-1-15,1 1-1 16,-3 0 2-16,1-3-2 0,-3 0 1 15,1 3 0-15,1-2 1 16,-1 2-1-16,0-1 0 16,1 3 0-16,-1-1 0 15,1 4-1-15,-1-2-6 16,-1 3-15-16,2 0-6 0,0 0-6 16,-1 2-35-16,-3-2-66 15,-2-5-148-15</inkml:trace>
  <inkml:trace contextRef="#ctx0" brushRef="#br0" timeOffset="130671.4">27826 14036 173 0,'0'0'14'0,"0"0"0"0,0 0-6 0,0 0 17 16,0 0-4-16,0 0 0 16,-5 40-2-16,1-30 1 15,2 0-1-15,-1 2 3 0,-1 1-8 16,2 2 1-16,1 2 0 16,1 5 2-16,0 4 2 15,0 5 2-15,1 9-6 16,5 6-2-16,-2 6 5 15,0 5-3-15,4 6-2 0,-2 3-5 16,2 2-1-16,0-1-3 16,0-1-3-16,-2-3 0 15,0-5 0-15,-3-4-1 16,-1-6 0-16,-2-3 1 16,0-4-2-16,0-6 2 0,0-3-1 15,0-6 0-15,-2-3 0 16,-1-9 1-16,1-1-1 15,0-4 1-15,0-2-1 16,2-3-1-16,0-3 1 16,-1 1-16-16,0-2-23 0,-4 0-26 15,-2-6-77-15</inkml:trace>
  <inkml:trace contextRef="#ctx0" brushRef="#br0" timeOffset="139917.31">27044 13477 33 0,'-1'-5'9'0,"-2"2"-3"0,1-1 4 15,0 0-6-15,-1 1-3 0,1 0 2 16,-1 1-3-16,-2 1 4 16,2 0-3-16,0 0 1 15,2-1 0-15,-3 2 1 16,1 0 3-16,2 0-4 15,-1 0-1-15,1 0-1 0,0 0 1 16,0 0-1-16,1 0 1 16,0 0 11-16,0 0 20 15,0 0 2-15,-2 0-22 16,2 0-4-16,0 0 4 16,-3 0-1-16,3 0-5 0,-1 0 1 15,1 0-4-15,0 0 0 16,0 0 0-16,0 0 7 15,0 0 2-15,0 0-2 16,0 0-3-16,0 0-2 0,0-1 1 16,-1 0 1-16,1 1-7 15,-1-1 2-15,1 0-2 16,-3-1 0-16,2 1 0 16,0-1 0-16,1 1 1 15,-1 0-1-15,1-1 0 16,0 2 0-16,0 0 0 0,0 0 0 15,0 0 0-15,0 0-1 16,0 0 1-16,0 2-1 16,3 3-12-16,6 1-26 15,-2-2-34-15</inkml:trace>
  <inkml:trace contextRef="#ctx0" brushRef="#br0" timeOffset="140872.41">27663 12282 3 0,'0'0'30'0,"0"0"8"0,0 0-6 0,0 0-13 15,0 0-16-15,0 0 0 16,0 0-3-16,0 0-3 15,0 0-3-15,0 0-5 0,0 0 10 16,0 0 1-16,0 0-1 16,-7 37 9-16,6-6 16 15,0 10 6-15,1 6-16 16,-1 7-11-16,1 9-3 16,0 8 1-16,0 7-1 0,5 3 0 15,3 5 0-15,2 8 1 16,-2 3-1-16,3-4 0 15,0 2 0-15,1-1 1 16,-1-1-1-16,-1-4 0 16,1-2 0-16,-2 0 1 0,1-2-1 15,-3-2 0-15,0-7 0 16,-3-5 1-16,0-6-1 16,-2-4 0-16,0-5 0 15,-1-10 0-15,-1-2 0 0,0-5 1 16,0-7 4-16,0-6 9 15,1-5 4-15,1-5-1 16,1-3-5-16,1-3-5 16,2-3-4-16,-4 0-2 15,1-3 0-15,-1-2 0 16,0 0-1-16,-1-2 1 16,0 0 0-16,-1 2 1 0,3-2-1 15,-3 0 0-15,0 0-1 16,0 0 0-16,0 0-20 15,-4-2-51-15</inkml:trace>
  <inkml:trace contextRef="#ctx0" brushRef="#br0" timeOffset="141877.73">26937 13387 50 0,'0'0'23'0,"0"0"17"0,0 0-14 0,0 0-5 0,0 0-3 0,0 0 2 16,0 0-4-16,0 0 2 16,0 0-3-16,0 0-5 0,0 0-2 15,40-23-4-15,-27 23 1 16,3 0-1-16,6 0-1 15,2 0 6-15,7 0-1 16,4 4 1-16,6-4 2 16,6 0 5-16,7 1 2 0,5-1-2 15,5 0-5-15,1 0-1 16,3-3-2-16,1 1 1 16,-3 2-3-16,-1 0-1 15,-1 0-1-15,-2 0 1 16,0 0 1-16,-2 0-1 0,-4 0 1 15,0 0-1-15,-7 0-2 16,1 0 1-16,-7-2 1 16,-1 0 1-16,-4-1-4 15,-1 0 0-15,-4 2-1 16,0-1 0-16,-1 1-1 16,-2-3 1-16,-2-1 0 0,-2 3-1 15,-3-2 0-15,-4 2 2 16,-3-1-1-16,-6 2 0 15,-3 1 1-15,-2 0-1 16,-3 0-2-16,-2 0 2 0,0 0-1 16,0 0 1-1,0 0 0-15,0 0 1 0,-7 0-2 16,3 0 0-16,1 0 0 16,-1 0 0-16,0 0-7 15,1 0-16-15,-1 0-16 16,-3 0-35-16,1 0 2 0,-2 0-18 15</inkml:trace>
  <inkml:trace contextRef="#ctx0" brushRef="#br0" timeOffset="142590.18">27051 13330 144 0,'0'0'3'0,"0"0"21"0,38-7-6 0,-14 5-3 16,6 2 8-16,9-1-1 15,5 0-4-15,9 1-4 16,7-1-1-16,7-2 3 16,6 0 5-16,9-3 0 15,6-2-2-15,1 0-6 0,2 0-4 16,-3 2-5-16,-5 2-2 16,-7 4 0-16,-12 0-2 15,-10 0 0-15,-7 7 1 16,-9 0-1-16,-6 2 1 15,-6-4-1-15,-5 0-1 0,-7-1 2 16,-2-1-1-16,-5-1 0 16,-3-2 1-16,-3 2-1 15,-1 1-6-15,0-1-44 16,0-2-8-16,0 0-34 0</inkml:trace>
  <inkml:trace contextRef="#ctx0" brushRef="#br0" timeOffset="156667.12">22392 12628 50 0,'0'0'34'0,"0"0"2"0,2-48-8 0,-1 34-1 0,1 1-10 16,0-1-7-16,0 0 4 16,0 1 2-16,1 1 0 15,-3 1 2-15,0 1-1 0,0 3 4 16,0 6 10-16,0 1-1 15,0 0-13-15,-6 11-15 16,3 9 0-16,0 4 3 16,-1 7 1-16,0 2 0 15,2 7-2-15,1 1 0 16,0 3-1-16,1 2-3 0,0-1 0 16,0-4 0-16,0-4 0 15,-1-4-1-15,1-5 1 16,-2-8 0-16,0-3 0 15,2-3-1-15,0-5-7 0,0-2-43 16,0-7-19-16,0 0-28 16</inkml:trace>
  <inkml:trace contextRef="#ctx0" brushRef="#br0" timeOffset="156869.04">22531 12864 266 0,'0'0'50'0,"0"0"3"16,0 0-37-16,0 0-12 16,0 0-4-16,0 0-2 15,0 0-37-15,0 0-47 16</inkml:trace>
  <inkml:trace contextRef="#ctx0" brushRef="#br0" timeOffset="157691.76">21146 13440 40 0,'0'0'17'0,"0"0"5"0,0 0-2 0,11-43-2 15,-10 33 10-15,-1 3-1 16,0 0-3-16,0 2 3 0,0 1 0 16,0 4 0-16,-1 0 1 15,1 2-17-15,-1 9-9 16,1 9 4-16,0 3 11 16,0 5-3-16,0 4-5 15,0 4-5-15,4 1-2 16,1-1 0-16,-1-4-3 0,-1-2 2 15,2-6-2-15,-3-4 1 16,0-6 0-16,0-1-1 16,-2-3-1-16,1-1-14 15,-1-2-30-15,1-4-10 0,-1-3-42 16</inkml:trace>
  <inkml:trace contextRef="#ctx0" brushRef="#br0" timeOffset="157923.38">21261 13648 170 0,'0'0'69'15,"0"0"-18"-15,0 0 6 16,0 0-22-16,0 0-14 15,0 0-11-15,0 0-8 16,0 0-2-16,0 0-1 16,25-37-16-16,-19 40-50 0,-4-3-18 15,-2 0-138-15</inkml:trace>
  <inkml:trace contextRef="#ctx0" brushRef="#br0" timeOffset="158597.91">21279 13387 99 0,'0'0'42'0,"0"0"-8"0,0 0-23 16,0 0 2-16,-16 54 14 15,14-24-5-15,-1 7-4 0,2 7-8 16,1 6-8-16,-2 3-2 16,0 1-2-16,-1-7-70 15</inkml:trace>
  <inkml:trace contextRef="#ctx0" brushRef="#br0" timeOffset="159891.2">26980 15881 160 0,'0'0'3'0,"0"0"16"0,1-40 7 16,-1 36-2-16,0 4-3 15,0 4-16-15,0 16-2 16,-1 10 2-16,-2 12 17 16,0 14-5-16,-2 19 9 0,1 15 8 15,0 17-9-15,-1 16-13 16,2 16-1-16,-1 13 1 15,0 4-4-15,0 8 1 16,0 3-3-16,-2-1-1 16,0-7-1-16,2-11 1 15,-2-9-3-15,1-11 0 0,0-13 0 16,-2-13 1-16,2-8 0 16,-2-9-2-16,2-10 0 15,0-11-1-15,1-10 0 16,4-10-1-16,0-7-18 15,0-10-27-15,-2-10-42 0,-1-10-3 16,-2-7-106-16</inkml:trace>
  <inkml:trace contextRef="#ctx0" brushRef="#br0" timeOffset="163250.16">27729 16395 81 0,'0'0'19'0,"0"0"16"0,0 0-9 0,0 0-10 16,-4 0 3-16,1 0-2 16,0 0-3-16,0 0-2 15,0-1 0-15,0 0-1 0,0-1-2 16,1 1 1-16,-3-2 3 16,2 0-1-16,0 1-3 15,0 1 1-15,-1-1 0 16,0 1-3-16,0 0-1 15,-3 1-2-15,0 0-1 0,0 0 1 16,1 0 0-16,-3 0-3 16,-1 0 1-16,0 2 1 15,-1 1-1-15,-3 2 2 16,1 0 0-16,-3 1 2 16,1 1 7-16,-2 2-8 0,-1 0-2 15,-3 2-1-15,-4 1-2 16,-2 1 1-16,-1 0 0 15,-3 1 1-15,-1 0 1 16,-1 2 0-16,2-1 0 16,-2 2-1-16,1 0 0 0,1-1 2 15,2 3-1-15,-3-2 0 16,1 1-2-16,0-1 0 16,-3 3 0-16,0-2 0 15,0 1 1-15,1-1-2 16,3 2 1-16,-3-1 2 0,2 0-1 15,2 1 1-15,0 2-1 16,-1-1 1-16,-4 3-2 16,2-1 3-16,0 1-2 15,-2 0 0-15,1 3 0 16,1-1 0-16,0 2 0 16,0-1 0-16,2 2 0 0,-1-1 0 15,1-3-1-15,0 0 2 16,1-1-1-16,0 0 0 15,2 0-1-15,-2 0 0 16,0 3 0-16,2 0 0 16,0 0 1-16,0 0-2 0,1 3 1 15,1 0 0-15,3-2-1 16,0-1 1-16,-1 2 1 16,5-1-1-16,-4-1-1 15,3-2 1-15,2 1 0 16,-1 2-1-16,1-2 1 0,1-2-1 15,3 2 1-15,-2-2 0 16,2-1-1-16,0 1 0 16,1 0 0-16,0 1 2 15,2 0-2-15,0-3 0 16,2-2 1-16,1 0-1 0,1-1 2 16,1-1-2-16,1-1 1 15,1 0-1-15,0 2 0 16,0-1 1-16,2 2-1 15,0-2 1-15,-1 1 0 16,2 2-1-16,0-1 0 0,0 0 1 16,0 3 0-16,0-3 0 15,0 1 0-15,0-1-1 16,0-3 1-16,3 0-1 16,3 0 0-16,0-3 0 15,1-1 1-15,0 0 0 0,6-2-1 16,-4-1 1-16,3 0 0 15,2-2 0-15,1-2 2 16,4-1 2-16,-3-1 0 16,2-1-3-16,2-2 3 15,0-1-1-15,2 0-2 0,-1 0 3 16,4-2 3-16,1-2-2 16,0 0-2-16,4-2 0 15,1-1-3-15,3 1 3 16,-1-2-1-16,3 1 0 15,-3 1 0-15,1 0 0 16,-1 1-2-16,-1-1 0 0,-1 0 1 16,-1-2 0-16,-1-2 1 15,0-1 1-15,-1-2 4 16,0 0-3-16,1-1-1 16,-1 0-2-16,-1-2 1 15,2 3-1-15,-2-1 0 0,1-1 1 16,0 0-2-16,0 0 2 15,0 0-2-15,-1-2 2 16,0-1-1-16,0 2 0 16,-1-1 1-16,2 0-1 0,0-1 1 15,0 2-1-15,-1-1 1 16,1-1 0-16,1-2 0 16,-2 0 0-16,1-1 0 15,-3-1-1-15,1 0 0 16,-1-1-1-16,0 2 1 15,-2-1-1-15,0 1 0 0,1 0 1 16,0 1 1-16,-1-3-1 16,-1 2 1-16,4-2-2 15,-4 2 3-15,2-3-3 16,0 1 1-16,-3-1 0 16,1-2 0-16,0 2 0 0,-2-3 0 15,-1-1 1-15,1 1-2 16,-3-2 1-16,2-1 0 15,-1 2-2-15,-1-3 1 16,0 2-1-16,0 0 1 16,2 0 0-16,-3 1-1 0,2-1 0 15,-3 1 0-15,4-2 1 16,-4 2-1-16,1-2 1 16,-2-1-1-16,0 1 1 15,-2-1 0-15,-1 1-2 16,2 1 1-16,-4-2 2 15,2 3-2-15,-2-1 0 0,-1 2-1 16,0 1 2-16,-2 0-1 16,-1 2 0-16,-1 1 0 15,-2 1 0-15,1 1 0 16,-2 0 0-16,-1 1 0 0,0 2 0 16,0-2 1-16,0 3-1 15,0 0 0-15,-5 1 0 16,0 2 0-16,-4-1 0 15,2 2 0-15,-3 0 0 16,1 1 0-16,-3 0 0 0,-2-1 0 16,-1 0 0-16,-4 0 0 15,-2 0-1-15,-6 0 0 16,-4-1 0-16,-3 3 0 16,-5 2 1-16,-5 5-1 15,-2 4-2-15,-2 0-17 0,-1 4-19 16,2 9-38-16,6-4-25 15,6-4-111-15</inkml:trace>
  <inkml:trace contextRef="#ctx0" brushRef="#br0" timeOffset="164949.97">25480 17567 49 0,'-2'0'29'0,"0"0"8"16,0 0-10-16,2 0 1 0,-2 0 0 15,0 0-7-15,2 0-5 16,0 0-2-16,0 0 4 15,0-2-14-15,2-1 1 16,4-1 1-16,4 0 3 16,-1-2-2-16,5 1-1 0,5-1-2 15,2-1-1-15,3 0 3 16,5 1 2-16,7-1 5 16,4 0 9-16,5 1-6 15,10 2-3-15,5 4-1 16,8 0 1-16,9 0-4 15,5 6-5-15,9 1-2 0,5 0 1 16,10-3 3-16,1-1 4 16,6 1-5-16,4-4-1 15,3 0 4-15,3-1-2 16,7-9-1-16,0-3 4 16,6-7-3-16,1 0-1 0,-1-3-1 15,-2 1 0-15,-6-1-1 16,-4 5-1-16,-5-1 0 15,-5 5 1-15,-9 1 3 16,-4 0-2-16,-4 3-4 16,-5 2 2-16,-5-2 0 0,-5 0-2 15,-7 0 1-15,-5 1-13 16,-6-2-38-16,-5-6-57 16,-8-7-77-16</inkml:trace>
  <inkml:trace contextRef="#ctx0" brushRef="#br0" timeOffset="165762.25">26970 17594 155 0,'-4'-6'56'0,"2"0"17"0,-2 3 3 16,4 1-22-16,-4-1-17 15,3 3-17-15,1-2-8 16,0 2-9-16,0 0-3 15,0-5-13-15,6-15-59 16,0-23-169-16</inkml:trace>
  <inkml:trace contextRef="#ctx0" brushRef="#br0" timeOffset="170814.66">26002 16232 201 0,'0'-10'2'0,"0"3"13"0,0 5 11 0,0 2-12 16,0 4-13-16,2 9 4 15,8 4-3-15,3 4-1 0,4 2-1 16,3 1 11-16,3-1 8 15,2 0-3-15,3-3-10 16,0-3-6-16,-1-3 0 16,-4-1 0-16,-2-4-8 15,-1-3-15-15,-7-4-17 16,-7-2-24-16,-3-2-107 0</inkml:trace>
  <inkml:trace contextRef="#ctx0" brushRef="#br0" timeOffset="171027.16">26149 16250 174 0,'0'0'21'15,"0"0"-16"-15,0 0 30 16,-46-10 0-16,34 14-1 16,1 9-11-16,-3 6-15 15,1 3-4-15,2 4-4 0,-2 1-1 16,3 1 10-16,2 1 5 15,-2 1-14-15,3-1-1 16,2-1-7-16,1-3-42 16,1-7-37-16</inkml:trace>
  <inkml:trace contextRef="#ctx0" brushRef="#br0" timeOffset="171937.92">26214 16365 214 0,'0'0'4'0,"0"0"14"0,9-38-3 15,1 28-5-15,0 2 0 16,-1 3 0-16,1 5-6 0,0 0-1 16,-3 6-2-16,0 6-1 15,-4 0 0-15,-1 2 0 16,-2 0 1-16,0-1-2 16,0 0 2-16,-5 0-1 15,-4-2 0-15,0 1 0 0,0 0 0 16,0-3 1-16,4-2-1 15,5-3 0-15,0 0 0 16,5-4 0-16,13 0 0 16,6 0 1-16,6-2 0 15,8-4-1-15,5-3 0 0,1-1-3 16,0-1-71-16</inkml:trace>
  <inkml:trace contextRef="#ctx0" brushRef="#br0" timeOffset="172607.93">29312 17419 268 0,'0'0'14'0,"0"0"23"0,0 0-34 15,15 54 2-15,8-23 8 16,5 6 3-16,5 1-8 16,2 0-6-16,1-2-2 0,-3-1 0 15,-1-6-29-15,-3-6-34 16,-6-9-24-16</inkml:trace>
  <inkml:trace contextRef="#ctx0" brushRef="#br0" timeOffset="172845.09">29563 17377 382 0,'0'0'-30'16,"-48"8"44"-16,26 10 16 15,-1 12-7-15,-1 10-1 16,2 4-8-16,0 7-4 16,1 0-8-16,0 3-2 15,5-1 0-15,2-2-23 16,3-6-57-16,6-11-26 0,0-14-112 16</inkml:trace>
  <inkml:trace contextRef="#ctx0" brushRef="#br0" timeOffset="173000.33">29726 17748 493 0,'0'0'4'0,"0"60"5"0,0-15-6 15,0 8-2-15,-3 8-1 16,-4 2-11-16,-3-11-75 15,2-12-113-15</inkml:trace>
  <inkml:trace contextRef="#ctx0" brushRef="#br0" timeOffset="175968.56">19992 12110 148 0,'0'0'1'0,"0"0"2"0,0-48 4 16,-2 34 10-16,-3 2 2 16,-3 1-2-16,-2 1 2 15,1-1-1-15,-4 3-3 16,-3 1-7-16,-1 0 3 0,-3 3-3 16,-4 2-2-16,-3 2-2 15,-1 0-3-15,-3 2 0 16,-1 5 0-16,-3 6 0 15,1 1 0-15,-4 6 1 16,-1 0-2-16,-2 3-2 0,0 1-3 16,-3 3 1-16,1 0-1 15,1 2 3-15,1 1 1 16,1 2 0-16,3 3 1 16,3-2 0-16,-1 5 1 15,3-1-1-15,1 4 0 0,0-1 1 16,2 1-1-16,3 2 0 15,2 1 1-15,4 4-1 16,4 5 1-16,2 2 8 16,4 2 2-16,5 4 10 15,3 1 9-15,2 2-16 0,0 4-8 16,3-2-3-16,5 5-2 16,2-4 1-16,0-1-1 15,3-3-1-15,-1-2 0 16,3-3 0-16,-1-2 1 0,2-2 0 15,2-3 1-15,3-3 3 16,2-3 2-16,0-2-3 16,2-3-2-16,2-3 1 15,3-5 2-15,2-3 1 16,2-7-1-16,3-5 7 16,7-6 1-16,-1-7 0 0,2-4-1 15,4-7-2-15,-2-9 3 16,2-8 1-16,-3-7-6 15,4-6 0-15,-3-2-2 16,2-5-1-16,-4 0 0 16,-2-4-1-16,-4-2 3 15,-3-1-2-15,-5-1-1 0,-4-4 0 16,-2-2-2-16,-6-3 0 16,-2-7-1-16,-3-5 0 15,-6-8 0-15,-7-7-1 16,-1-13 1-16,-3-2-1 0,-11-5 0 15,-5-6 1-15,-2 1-1 16,-3 3 0-16,-1 9-7 16,-3 8-47-16,-2 12-25 15,-1 15-34-15,-4 15 30 16,0 18 4-16,-2 15-22 0,3 18 34 16</inkml:trace>
  <inkml:trace contextRef="#ctx0" brushRef="#br0" timeOffset="175996.62">19713 12012 20 0,'-27'24'20'0</inkml:trace>
  <inkml:trace contextRef="#ctx0" brushRef="#br0" timeOffset="179243.51">21504 14137 150 0,'-3'-11'23'15,"-2"-1"25"-15,-1 1-3 16,3 3-8-16,1 2-8 15,2 3 0-15,0 3-21 0,0 0-9 16,3 7 1-16,2 4 0 16,2 6 0-16,-5 3 1 15,1 3-1-15,-2 2 1 16,0 2-1-16,-1 2 0 16,0-1-1-16,-2 2 1 0,-3-2 0 15,-3-2 0-15,1-3 0 16,0-2 0-16,2-4 0 15,1-4 1-15,2-2-1 16,2-2 0-16,0-2 0 16,6-2 1-16,6-2-1 15,3-1 0-15,5-2 0 16,5 0 0-16,1 0-1 0,4 0-2 16,3 0-34-16,-4-5-11 15,-2 0-9-15,-3-5-53 16</inkml:trace>
  <inkml:trace contextRef="#ctx0" brushRef="#br0" timeOffset="179437.34">21817 14212 229 0,'0'0'8'0,"0"0"14"0,0 0-17 16,0 0-5-16,0 0 3 15,55-3 2-15,-31 12 0 16,-1 2-4-16,2 2 0 16,1 1-1-16,-1 3-1 15,1 0-2-15,-5-1-32 0,-4-4-20 16,-3-4-38-16</inkml:trace>
  <inkml:trace contextRef="#ctx0" brushRef="#br0" timeOffset="179678.52">22011 14195 232 0,'0'0'8'0,"0"0"29"16,0 0 9-16,-44-15-13 0,34 19-13 15,3 10-11-15,-2 6-2 16,4 5-5-16,-3 2 0 15,5 5-2-15,-2 0-4 16,2 2 1-16,2-4-34 16,0-3-25-16,0-9-35 0</inkml:trace>
  <inkml:trace contextRef="#ctx0" brushRef="#br0" timeOffset="180059.24">22219 14157 294 0,'0'0'5'0,"0"0"33"0,26-46-5 15,-13 38-13-15,0 6-14 16,1 2-5-16,0 0 1 15,-1 5-2-15,0 4 2 16,-2 3-2-16,-3 2 0 0,-2 2-1 16,-4 2 2-16,-2 2-2 15,0-2 0-15,0 1 0 16,-6 0 0-16,-1-1 1 16,0-1-1-16,1-6 2 15,3 3-1-15,-1-5 1 16,4 0-1-16,0-1 0 0,6-5 0 15,7-2 0-15,5-1 0 16,7 0 1-16,5-4-1 16,7-6 0-16,-1 1 0 15,0-2-23-15,-1-1-67 16,-9-4-96-16</inkml:trace>
  <inkml:trace contextRef="#ctx0" brushRef="#br0" timeOffset="183810.37">15692 12432 191 0,'0'6'12'0,"-6"17"16"0,3 12-23 0,2 15 15 16,1 11 4-16,1 10-9 16,-1 7 5-16,0 8-1 0,4 4 10 15,3 1-7-15,-2-2-10 16,1-3-8-16,-1-2-2 16,-3-5-1-16,-1-8 1 15,-1-7-1-15,0-5-1 16,0-7 0-16,-1-8 0 0,-1-7 0 15,1-9-1-15,1-8-25 16,0-6-38-16,-2-11 10 16,0-3-4-16,-2-12-2 15</inkml:trace>
  <inkml:trace contextRef="#ctx0" brushRef="#br0" timeOffset="184106.45">15598 13041 204 0,'0'-41'-3'16,"0"-1"7"-16,0 2 13 0,5 4 17 15,6 7-9-15,9 6 3 16,-1 8-4-16,6 9-5 16,4 6-7-16,0 7-6 15,-1 10 0-15,0 7-2 0,-3 3 0 16,-7 3-1-16,-4 1 0 15,-4-1-2-15,-5 1 0 16,-5 1-1-16,0-1 1 16,-12 0-1-16,-4-1 1 15,-3 2-1-15,-8-3-1 0,1-1 0 16,-1-5-1-16,2-3-5 16,2-5-26-16,4-6-1 15,5-4-6-15,9-5-10 16,3 0-19-16</inkml:trace>
  <inkml:trace contextRef="#ctx0" brushRef="#br0" timeOffset="184368.95">16080 12888 269 0,'0'0'1'0,"0"0"21"15,0 0 11-15,47-45 5 16,-31 37-20-16,0 2-2 16,1 0-5-16,-1 3-6 15,0 3-3-15,0 0-2 0,-1 0 1 16,-1 3-1-16,-5 6-7 16,1 2-39-16,-7 0-6 15,-3 2-5-15,0 3-34 16</inkml:trace>
  <inkml:trace contextRef="#ctx0" brushRef="#br0" timeOffset="184497.92">16147 13075 185 0,'0'0'13'16,"0"0"31"-16,0 0-27 16,0 0-4-16,0 0 6 0,0 0-5 15,47-22-8-15,-21 12-4 16,3-1-2-16,1-2-5 15,2-3-72-15</inkml:trace>
  <inkml:trace contextRef="#ctx0" brushRef="#br0" timeOffset="184890.1">16684 12775 353 0,'0'0'6'16,"16"-61"15"-16,-2 34 11 16,1 5-13-16,3 7 0 15,-3 6-4-15,1 5-5 16,1 4-7-16,-3 3 0 0,-3 11-2 16,-3 10-1-16,-2 6 1 15,-6 6 0-15,0 5-1 16,-7 1 0-16,-2 2 0 15,-2-4 0-15,-3 0 0 16,3-4 0-16,-1-4 0 0,4-1 0 16,0-2 1-16,5-4-1 15,3-2 0-15,0-5 0 16,6-2 0-16,13-5 1 16,10-5 1-16,5-2-1 15,8-4 0-15,11-2 0 16,2-10-1-16,5-5 0 0,0 2 0 15,-5-3-2-15,-8 0-68 16,-9-6-96-16</inkml:trace>
  <inkml:trace contextRef="#ctx0" brushRef="#br0" timeOffset="191940.01">18360 10055 9 0,'0'0'6'0,"0"0"-1"15,0 0 1-15,43 11 3 0,-34-6-5 16,1 0-1-16,1 1 6 16,-1-2-6-16,1 3 6 15,3 0-2-15,1-1-4 16,4 0 0-16,0 1 2 15,5-2-1-15,3 1 2 0,3 0 9 16,3-2-1-16,3 3-1 16,4-1 0-16,1 1 0 15,5-4-2-15,1 3-4 16,5-2 2-16,1-3 0 16,5-1-1-16,1 2-1 0,3-2-1 15,1 0 1-15,3 0 1 16,4 2 0-16,0-2 0 15,2 3-2-15,5-1 3 16,1-1-3-16,0 1 0 16,1-1 0-16,2 2 3 0,5-3 1 15,2 0 0-15,2 4-6 16,3-1 4-16,3 1-2 16,0-2 0-16,2 0-2 15,-2-1 1-15,1 0 2 16,5-1 1-16,-1 0-2 0,-1 0-2 15,3 0-3-15,1-3 1 16,0-1 2-16,-4 1-1 16,4-1 0-16,1 0-2 15,2 1 1-15,-2-2 4 0,3 0-2 16,-3 0-1-16,-2 1-1 16,1 0 2-16,-2 2 0 15,1-1-1-15,0 2-3 16,3 0 1-16,1-2 2 15,0-1 3-15,5-2-5 0,-1-4 4 16,4 1 3-16,5-3-3 16,-1-1-1-16,2-1-3 15,0-2 0-15,0 3 1 16,-1 1-1-16,-4 0 1 16,2 2-2-16,-5 3 1 15,-3 0-1-15,0 1 1 0,0 3-2 16,-5 1 3-16,0-1 0 15,2-1 0-15,-5 4 4 16,-3-5-1-16,0 1 0 16,-6 1 4-16,-2-1 0 15,-5-2-4-15,1-1-3 0,-6 1 7 16,-4-2-5-16,-6-2-2 16,-5 1 0-16,-5 0 0 15,-8 0 1-15,-3 3 0 16,-10 2 3-16,-4 1-3 15,-8 0-2-15,-7 3 0 0,-7 0-1 16,-4 0 0-16,-5 0-1 16,-5 5 0-16,-5 3-10 15,-16-3-38-15,-11-5-77 16</inkml:trace>
  <inkml:trace contextRef="#ctx0" brushRef="#br0" timeOffset="201607.93">7091 10826 27 0,'0'0'31'0,"0"0"10"0,0 0-13 0,-38-35-4 16,25 22-3-16,-3 0 2 16,1 0-3-16,-1 2 0 15,-4-2 2-15,2 3-9 16,0 3 7-16,-2 3 0 15,2 1-6-15,0 3-1 0,0 4-5 16,0 10-4-16,1 8-2 16,-2 7-1-16,-1 6-3 15,3 6 4-15,-2 3-1 16,4 4 1-16,1 0 0 16,3 5 2-16,3 1-2 0,4 1 1 15,2 2-1-15,2 4 1 16,0-1-3-16,4 0 1 15,6-1-1-15,1-2 2 16,3 4-4-16,1-4 4 16,4 0-1-16,-2-2 0 0,6-4 0 15,-1-4 0-15,3-4 0 16,6 2 1-16,0-5-1 16,5-2 0-16,4-1 1 15,3-7 2-15,1 0-4 16,1-7 3-16,0-5-1 0,-1-4 0 15,1-5 2 1,-4-5-1-16,4-4 4 0,-3 0 2 16,0-4-2-16,1-7-4 15,-3-4 4-15,-4-2 6 16,1-6 2-16,0-3-8 0,-4-6-6 16,-2-3 4-16,-3-4 1 15,-2-2-2-15,0-2 1 16,-3-2 0-16,-5-3 2 15,-3-2 1-15,-4-3-4 16,-1-6 0-16,-6 1 2 16,-4-6-1-16,0 0-2 0,-2-3-1 15,-7 0-1-15,-7 1-1 16,-2 2 0-16,-2 1 1 16,-6-1 0-16,1 1 0 15,-6 1-3-15,1 3 4 0,-5-2-3 16,1 6 0-16,-5 3 2 15,-5 5-1-15,0 5 2 16,-5 8 1-16,0 9-3 16,-5 9 0-16,-2 15 0 15,-6 7-2-15,-5 27-2 0,-5 17 1 16,-4 19-1-16,-5 13-12 16,5 7-23-16,5 2-19 15,13-5-19-15,6-11-2 16,10-18-69-16</inkml:trace>
  <inkml:trace contextRef="#ctx0" brushRef="#br0" timeOffset="203234.08">16663 11982 21 0,'0'0'36'0,"0"0"-4"0,0 0-11 15,0 0-9-15,0 0-6 16,0 0 4-16,1 0 5 15,-1 0-1-15,2 0 1 16,-2 0-1-16,0 0 0 0,0 0-11 16,0 0-2-16,2 0-1 15,-2-2 1-15,2 2-1 16,0 0-1-16,1 0 0 16,2 0-1-16,-3-8-48 15</inkml:trace>
  <inkml:trace contextRef="#ctx0" brushRef="#br0" timeOffset="-199068.3">30889 9757 61 0,'0'0'41'0,"0"0"-3"0,0 0-13 0,0 0-1 0,0 0 1 0,0 0 0 16,0 0-3-16,0 0 1 15,0 0-1-15,0 0-3 16,0 0-7-16,0 0-7 0,9-17-1 16,-9 17-6-16,0 3 2 15,-2 9 3-15,-4 3-1 16,-2 5 2-16,-4 5-3 16,-1 8 1-16,0 2 1 15,-4 3-2-15,0 2 0 0,3-3-1 16,3-1 0-16,-1-5 0 15,5-8 0-15,4-8-1 16,1-3 0-16,2-8-6 16,0-4-19-16,1 0-64 15,5-13-32-15</inkml:trace>
  <inkml:trace contextRef="#ctx0" brushRef="#br0" timeOffset="-198571.83">30870 9873 110 0,'0'0'35'0,"0"0"9"0,0 0-22 0,0 0 4 0,0 0 3 16,0 0-1-16,0 0 9 15,0 0-9-15,0 0-10 0,-16-34-1 16,16 33-5-16,0 1-1 16,0-2-3-16,-2 2-7 15,2 0-2-15,-2 0 3 16,0 0 1-16,0 0-3 15,1 4 1-15,1 1 1 0,0 2 1 16,0 3 7-16,5 4 9 16,4 7-1-16,5 5-2 15,2 4 9-15,5 7-19 16,-1 5 0-16,1-1-1 16,1 1-3-16,-3-4-1 0,-1-5 1 15,-3-8-1-15,-2-5 1 16,-3-5-1-16,-4-7-1 15,0-4 1-15,-5-1-3 16,1-3 3-16,-2 0-9 16,0 0-30-16,-3-4-92 15</inkml:trace>
  <inkml:trace contextRef="#ctx0" brushRef="#br0" timeOffset="-193176.36">23279 11694 46 0,'0'0'27'0,"0"0"2"0,0 0-10 0,0 0-1 15,11-34 1-15,-8 27-1 16,-1 1-2-16,0 3 3 15,1 0-1-15,-3 1-5 16,2 0 1-16,-2 2 6 16,0 0-4-16,0 0-11 15,-2 7-3-15,-7 9 2 0,0 2-1 16,-2 8 0-16,-5 2-2 16,-1 5 5-16,-1 1 1 15,-3 0 0-15,2 0-3 16,0-3-2-16,-2-1 0 15,4-4 0-15,1-1 0 0,1-6 1 16,1-5-2-16,5-4-1 16,2-4 1-16,4-6 1 15,3 0 2-15,0-6 0 16,0-7-1-16,6-4 0 16,3-2-2-16,3-3-2 0,0 1 2 15,2-2-2-15,0 0-3 16,-2 3 0-16,1 2 2 15,-3 1 1-15,-3 3 1 16,2 0 0-16,-4 2 0 16,-1 2 0-16,0-1 1 0,-1 2-1 15,-1 1 0-15,1 1 1 16,-1 1 1-16,3 0 1 16,-3 3-1-16,1-1 0 15,0 1-1-15,-1 1 3 16,0-1 0-16,-2 1 4 0,0 1 5 15,2-2 1-15,-2 1-2 16,0 0-2-16,0-1-2 16,0 2-2-16,0-1-4 15,1 2-1-15,0-1 0 16,1-1-1-16,1 2 1 0,3-1-1 16,0-2 0-16,0 1 0 15,0-2 0-15,3 0 1 16,0-2-1-16,-1-2 0 15,2-1 0-15,-2 1 0 16,1 1 0-16,-4-2 1 0,0 2-2 16,-3 3 2-16,-1 1-1 15,0 0 1-15,-1 0 1 16,0 1 5-16,0 1-1 16,0 1 0-16,0-4-1 15,0 4 2-15,0 0-3 0,0 0-4 16,0 4-1-16,0 5 2 15,1 4 1-15,3 4-1 16,2 3 1-16,-1 5 0 16,4 5 3-16,-2 1 5 15,5 4-1-15,0 0 1 16,1 1-2-16,2-2-4 0,-3-1 0 16,2-4-2-16,-5-4 0 15,-1-5 0-15,-3-1-1 16,1-8 1-16,-5-1-2 15,-1-3 1-15,0-1 3 16,0-1-2-16,-5 0-2 0,-1 3 0 16,1-2-25-16,1 0-33 15,-1-6-35-15,1 0-47 16</inkml:trace>
  <inkml:trace contextRef="#ctx0" brushRef="#br0" timeOffset="-163577.05">30432 8540 85 0,'0'0'-33'0,"0"0"75"0,0 0 25 15,0 0-42-15,0 0 0 16,0 0 4-16,26-43-1 0,-25 35-4 16,-1 2 3-16,0-1-6 15,0 0 0-15,0 1 0 16,0 0-3-16,-2 2 0 15,-6 1-4-15,-3 0-4 16,0 3-6-16,-6 0 1 0,1 6-5 16,-2 5 2-16,2 2 0 15,-4 6 3-15,5 3-3 16,0 5 1-16,5 3-1 16,1 5 1-16,4 1 1 15,5 1-1-15,0-2 1 16,7-2-2-16,7-1 1 0,5-3 0 15,3-5 0-15,4 0 1 16,4-6-1-16,0-3 1 16,-1-5 5-16,-2-3-5 15,-1-7-3-15,-2 0 2 16,-5-7 2-16,2-9 0 0,0-6-4 16,-1-7 1-16,3-5-1 15,-1-8-2-15,0-7 2 16,-1-2-1-16,1-6-1 15,-6-1-9-15,-1 3-5 16,-4 1 2-16,-6 3 4 0,-5 4-1 16,0 4 5-16,-4 7 4 15,-6 8 0-15,-2 4 0 16,0 9 1-16,3 5 1 16,1 3 0-16,2 4 3 15,0 3-1-15,2 0-2 0,0 4 1 16,0 9-2-16,1 4 1 15,1 6 3-15,2 4 1 16,0 5 1-16,0 2 2 16,0 5 3-16,2 3-3 15,5-1 1-15,1 7-2 0,2-2-5 16,3 0 0-16,0-2 2 16,3-2-3-16,1-6 1 15,1-9-1-15,-1-3 1 16,-1-7 0-16,1-4-1 15,-1-3-1-15,1-3-7 16,-2 1-12-16,-1-1-19 0,0-1-4 16,0-2-26-16,-1-2-26 15,-1-2-50-15</inkml:trace>
  <inkml:trace contextRef="#ctx0" brushRef="#br0" timeOffset="-162215.5">31274 8626 50 0,'0'0'46'0,"0"0"-21"0,25-41 5 0,-18 28-3 0,-1 1-3 16,0-1 0-16,-2 1 3 0,-2 2 8 15,-1 0-8-15,-1 2 2 16,0 1-9-16,0 1 1 15,-4 2 2-15,-5 2-8 16,-3 2-7-16,0 0 2 16,-4 0-3-16,1 7 0 0,-3 2 0 15,2 4-2-15,1 1 1 16,2 3-1-16,4 0 0 16,-1 2-3-16,6 0 1 15,-1 0-2-15,3 2 2 16,2-2 0-16,0-1-3 0,0-1 0 15,0 0 2-15,6-5-2 16,1-1 1-16,1-3-1 16,-1-5 1-16,1-3-3 15,2 0 4-15,2-5 0 16,1-9-2-16,1-4-1 0,-1-4-2 16,-2 0 1-16,0-2 0 15,-2 2 1-15,-4 3 1 16,-1 2 0-16,-1 3 0 15,-1 1 0-15,-1 6 1 16,-1 3-1-16,0 0 2 0,0 3 1 16,0 1 3-16,0 0-3 15,0 0-3-15,0 6 0 16,2 3 2-16,0 3 0 16,3 4 1-16,0-2-1 15,0 6-1-15,4-2 0 16,-2 1 0-16,2-3 0 0,-1 1-1 15,2-6 2-15,-2-1-2 16,0-6 1-16,2-1 1 16,2-3 2-16,-1-3-2 15,3-8-1-15,0-5 0 0,3-5-2 16,-1-3 1-16,3-5-1 16,-1 1 0-16,1-3 1 15,1 7 0-15,-4 1 0 16,-1 3 0-16,-2 5 0 15,0 3 0-15,-2 5 0 0,-2 3 0 16,0 4 0-16,1 0-1 16,0 1 1-16,-2 9 1 15,1 6-1-15,-1 0 1 16,-2 0-1-16,-4 3 1 16,-1-1-1-16,-1 2 1 15,0-1-1-15,0-1 0 0,-6 0 1 16,-3-3 0-16,-2 0-4 15,1-2 0-15,1-4 0 16,-3-1 2-16,3-4 1 16,3-1-1-16,1-1 2 15,2-2 0-15,1 0-1 0,2 0 0 16,0 0-1-16,0-3 1 16,0-3-1-16,7-2 0 15,6 0-1-15,5-3 1 16,8-3 0-16,0-3 1 15,7-1 0-15,1-4 1 0,3-2 0 16,0 1 0-16,-1-4 0 16,0 3-1-16,-4 0 1 15,-2 3 0-15,-5 2-1 16,-4 3 4-16,-6 5 3 16,-4 1 9-16,-4 3 6 0,-4 7-7 15,1 0-5-15,-1 0-10 16,1 11 0-16,2 3 1 15,-1 7 0-15,1 3 2 16,-1 2-1-16,-1 3-1 16,-1 1 0-16,-2-3 0 0,-1 0 0 15,0-2 0-15,0-6 0 16,-8 1 3-16,-3-4 0 16,-4-1 0-16,-5-2-1 15,-6-2-5-15,-7 1-13 16,-2-4-15-16,-5 1-12 0,1-5-23 15,4-6-72-15,3-6-176 16</inkml:trace>
  <inkml:trace contextRef="#ctx0" brushRef="#br0" timeOffset="-160518.15">22964 10508 4 0,'0'0'49'0,"0"0"11"0,10-40-39 0,-10 28 2 15,0 0 9-15,0 4 8 16,-8 2-7-16,-7 4-9 16,-5 2-3-16,-6 2 5 15,-2 12-2-15,-1 6-1 0,-2 6-3 16,2 5-4-16,6 2-3 16,1 2 1-16,7 1-3 15,4 0 1-15,5-3-5 16,6 1 1-16,0-4-3 15,12-2 0-15,3-2-1 0,6-3-3 16,2-8 1-16,4-5 0 16,2-6 1-16,2-4 0 15,-3 0 0-15,-1-14-12 16,-2 0-8-16,-1-3-21 16,-4-3-22-16,-2 0-17 0,-2-7-41 15</inkml:trace>
  <inkml:trace contextRef="#ctx0" brushRef="#br0" timeOffset="-160200.58">23181 10431 158 0,'0'0'18'0,"0"0"29"0,0 0-13 16,0 0 2-16,0 0 4 16,0 0-5-16,0 0-25 15,0 0 12-15,0 0 1 16,-4 33-8-16,-3-1 3 16,3 2-7-16,-1 4-6 0,-2 1-2 15,1 0-1-15,-3-4 1 16,6 1-1-16,-2-6 1 15,3-2 1-15,1-4-3 16,1-5-5-16,0-2-18 16,0-3-25-16,0-3-7 0,0-5-40 15,2-6-24-15</inkml:trace>
  <inkml:trace contextRef="#ctx0" brushRef="#br0" timeOffset="-159032.56">23552 10639 99 0,'0'0'59'16,"0"0"-32"-16,0 0 13 15,0 0-9-15,15-43-2 16,-15 36 1-16,0-2 1 16,-3 2-7-16,-4 2-2 0,-2 1-6 15,-5 2-8-15,-1 1 5 16,-3 1-6-16,-2 1 3 16,0 8 0-16,-1 2 0 15,0 3 1-15,4 3 1 0,-1 0-6 16,5 3-1-16,0 1-1 15,4 1-1-15,4 2-1 16,1-3 0-16,4-1 1 16,0 1-1-16,0-4 1 15,6-7-2-15,5-1 1 0,3-6-2 16,0-3-1-16,4-2 3 16,2-10-1-16,-1-5-2 15,4-5 0-15,-3-1-2 16,0-4-2-16,-2 3 0 15,-3 0 4-15,-2 3 1 0,-3 5 0 16,-4 3 0-16,-2 6 0 16,-1 4 1-16,-3 3 1 15,0 0-3-15,0 10 2 16,0 3 3-16,0 4 0 16,0 3-1-16,0 0 0 0,0 3 0 15,6-2-2-15,2 3 0 16,-1-1 0-16,5-5 0 15,0-2 0-15,2-5 0 16,4-8-1-16,4-3 2 16,-3-3-1-16,6-12 2 0,3-7-2 15,1-6 0-15,1-2-1 16,4-1 0-16,-2 0 0 16,3 1 0-16,-1 4-1 15,-1 8 2-15,-2 2-2 16,-4 9 1-16,-6 7 0 15,-1 0-1-15,-4 9 1 0,-3 9 0 16,-2 2 0-16,-5 5 0 16,-1 2 0-16,-1 2 1 15,-4 0-1-15,0 0 0 16,0 1 1-16,-8-7-1 0,1 0 0 16,-4-5 0-16,-3-3 0 15,1-3 1-15,-5-5-1 16,-1-3 2-16,3-1-2 15,0-3 0-15,4 0 1 16,4-6-1-16,3-3 0 16,4-2-1-16,1-3-1 0,4 3 0 15,9-3 0-15,7 1 1 16,4 0-1-16,3-1 2 16,4 0 0-16,4-2-1 15,2-2 1-15,4-1 0 16,1-2 0-16,1-2 0 0,1-1 0 15,-1-3 0-15,-4 0 1 16,-3 0-1-16,-6 1 0 16,-3 2 0-16,-5 4 0 15,-5 4 2-15,-2 5 3 16,-3 6 2-16,-5 5 2 0,2 0-3 16,-5 11-2-16,1 9 2 15,-1 6-1-15,-3 4 0 16,0 2-3-16,-1 1 0 15,0-2-1-15,-4-5 0 16,-5-1 2-16,-3-5-2 16,-2-2 0-16,-4-2 0 0,-4-2 2 15,-8-1-2-15,-7 1 1 16,0-5-1-16,-5-2-22 16,-1-3-17-16,3-4-52 15,4-11-165-15</inkml:trace>
  <inkml:trace contextRef="#ctx0" brushRef="#br0" timeOffset="-152380.42">8474 11715 255 0,'0'-7'15'0,"-4"-3"17"0,0 9-19 0,-3 1-7 16,-2 0-5-16,0 0 0 0,-4 4 0 16,-3 6 1-16,-1 0 7 15,-2-1-3-15,-1 3-2 16,0-3-2-16,0-1 0 15,2-3 0-15,0 0 3 16,4-2 7-16,2 0-3 0,3 0-5 16,1-2-3-16,4 3-1 15,0 1-1-15,3 3 0 16,1 5-2-16,0 4 1 16,0 7-14-16,7 9 8 15,-2 9 17-15,0 5-8 16,-1 6 6-16,-2 2 0 0,-2 2-3 15,0 0-2-15,0-3 1 16,-6 0 4-16,-4-3-1 16,3-4 1-16,1-6-1 15,2-2 0-15,2-7-1 0,2-4-2 16,0-6-1-16,0 2 1 16,4-4-2-16,2-2 1 15,3 1 0-15,1-4 0 16,-1-1 1-16,-1-2 0 15,2-2-1-15,-4-3 0 16,1-1-1-16,-1-2 2 0,-3-1-2 16,4-2 1-16,-1-1 0 15,-1 0 0-15,3 0-1 16,4 0 3-16,3 0-2 16,2 2-9-16,2 0-29 15,-1 0-44-15,-3-2-106 0</inkml:trace>
  <inkml:trace contextRef="#ctx0" brushRef="#br0" timeOffset="-151324.6">9089 11647 130 0,'0'0'5'0,"0"0"1"0,0 0 20 0,0 0 5 16,0 0-6-16,0 0 2 16,0 0-8-16,0 0-5 0,0 0-8 15,0 0-2-15,0 0-3 16,31-40-2-16,-17 37 14 16,4 1 12-16,-2-1-21 15,1 3-3-15,-1 0-1 16,-1 0 1-16,-1 0 0 0,-5 1-1 15,2 4 1-15,-4 0-1 16,0 0-1-16,-3 3 1 16,-1 2 1-16,1 3 5 15,-2 2 4-15,2 7-2 0,-1 3-3 16,4 4-1-16,-3 6 2 16,2 4 0-16,3 7 6 15,3 8-2-15,1 7-2 16,1 0-1-16,1 4-1 15,1-2-1-15,-3-2-2 0,0-4-1 16,-1-6 0-16,-3-4 1 16,-1-7 0-16,-6-5 2 15,-1-7 0-15,-1-6 3 16,0-7 2-16,0-3 0 16,0-6-3-16,0-1-1 15,-3-1-2-15,1 0 0 0,2 0-2 16,-2-1-2-16,0-1 1 15,0 1-1-15,2-1 1 16,-3 1-1-16,1-2 0 16,0 1 1-16,-2-1 0 15,-2 2 0-15,-2-2-1 0,-1 2 1 16,-4 1-1-16,-3 2 0 16,-4 5 0-16,-4 1 0 15,-3 6 1-15,-4-1-1 16,4 3 0-16,-2-2 2 15,6-6 0-15,6-4-2 0,-1-6-27 16,4-4-50-16,-4-20-152 16</inkml:trace>
  <inkml:trace contextRef="#ctx0" brushRef="#br0" timeOffset="-150075.58">8514 11803 120 0,'0'-5'13'0,"0"1"12"0,-2 2-8 0,2-2 6 15,0-1-7-15,0 0-1 16,0-1 4-16,8 0-5 15,1-1-1-15,3-1-6 0,2 1-1 16,1 1-2-16,4 0-2 16,-2 6 1-16,-1 0-1 15,-3 0 1-15,1 0-1 16,-7 10 1-16,-1 2 1 16,-4 0 0-16,-2 4 0 15,0 0-2-15,-8 2-1 0,-3 1-1 16,-3 0 3-16,3-2 2 15,-3-1-5-15,3-2 0 16,3-1 0-16,5-4 0 16,1-4 0-16,2-1 0 15,0-3 0-15,4-1-4 0,7 0 8 16,4-5-3-16,0-3 2 16,3 2 0-16,-1 0-2 15,-1 4 0-15,-1 2-1 16,-1 0 1-16,-3 0 0 15,0 5-1-15,-1 7 3 0,-4-1-3 16,-4 3 3-16,-1 0 4 16,-1 3-1-16,0-2 2 15,-3 3 1-15,-8-1-1 16,-1 0-1-16,0-1-3 16,-2-1-2-16,-1-3 0 15,0-3-2-15,2 0 2 0,3-4-1 16,-2-1 2-16,1-4-2 15,4 0 3-15,0 0-9 16,1-2-54-16,-1-8-111 16</inkml:trace>
  <inkml:trace contextRef="#ctx0" brushRef="#br0" timeOffset="-148791.78">8689 12290 79 0,'0'-1'32'0,"0"-2"3"0,0 0-6 0,0 2 9 15,0 1 8-15,0-3-15 16,0 3-6-16,0-1-9 0,-6 1-3 16,-1 0-2-16,-2 0-2 15,0-1-4-15,-4 3-2 16,-1 2 1-16,1 1-3 16,-3 0 1-16,1 0-2 0,1 0 1 15,3-1-1-15,0 1 0 16,2 2 1-16,4-1-2 15,-1-1 0-15,3 4 1 16,1-2-1-16,0 0-1 16,2 2 0-16,0 1-1 15,0 1 0-15,0 0 3 0,0 2 0 16,0-3 1-16,0 1 1 16,2-1 1-16,0-1-1 15,-1-1 0-15,1 1-1 16,0-2 1-16,-2-2-1 15,2 1 0-15,-2-3 0 0,2 1 0 16,-2-1 0-16,0-1 0 16,2-2 1-16,0 0-1 15,4 0 1-15,-2-1 2 16,5-7-3-16,-1 1 0 16,2-3 0-16,3 1 0 0,-2 0-1 15,5 3 0-15,-3 2 1 16,3 4-1-16,1 0 0 15,-1 1 0-15,-2 13 0 16,0 2 0-16,-2 1-1 16,-3 1 1-16,1 1 1 15,-6-1 1-15,-2-1 1 0,-2-2 3 16,0 0 5-16,-4 2 1 16,-8-1-2-16,1 1-5 15,-2 0-2-15,-5-3-1 16,3-1-1-16,-1-3 0 0,1-4-1 15,-1-5 3-15,7-1-3 16,-3 0 2-16,5-4 0 16,3-5-1-16,2 1 0 15,0 2 0-15,2 2 0 16,0 1-2-16,0 3-25 16,2 0-38-16,0 0-96 0</inkml:trace>
  <inkml:trace contextRef="#ctx0" brushRef="#br0" timeOffset="-146715.56">9766 12132 78 0,'0'0'13'0,"0"0"29"16,0 0 0-16,5-39 2 0,-5 29 6 15,0 0-6-15,-7 6-9 16,-4 4-1-16,-3 3-15 15,-3 15-12-15,-3 9-2 16,1 10 1-16,4 7 4 16,4 6-2-16,6 2 1 0,5 1-4 15,5-2-1-15,9-8-1 16,10-5 1-16,1-12-1 16,6-9 1-16,3-13 2 15,-1-4 1-15,3-13-2 16,-5-8-16-16,-2-8-19 15,-4-5-19-15,-6-1-27 0,-4-4-39 16,-3-3-58-16</inkml:trace>
  <inkml:trace contextRef="#ctx0" brushRef="#br0" timeOffset="-146516.79">9997 12004 266 0,'0'0'10'0,"0"0"15"15,0 44 4-15,4-19 0 16,3 5-11-16,1 1 1 16,4 0-8-16,-1 1-5 0,2 3-2 15,3-1-2-15,-2 3 3 16,2 0 0-16,-2-3-3 16,1-2-6-16,-4-6-37 15,2-4-20-15,-4-8-39 16,-3-6-21-16</inkml:trace>
  <inkml:trace contextRef="#ctx0" brushRef="#br0" timeOffset="-145655">10359 12188 215 0,'0'0'2'0,"0"0"38"15,-1-41 10-15,-5 34-11 16,-2 0-5-16,-3 4 9 0,-1 3-19 16,-4 0-9-16,0 9-8 15,1 5-1-15,-1 0 0 16,3 6-3-16,1 2-1 16,6-2-1-16,2 2 0 15,3-1 1-15,1-1-1 0,0 0 0 16,3-3 2-16,5-3-2 15,4-2 1-15,-1-5-1 16,0-5 1-16,3-2 0 16,1-4-1-16,-3-13 2 15,1-6-3-15,-4-3 0 16,0 0 1-16,-5 0-2 0,-2 3 0 16,-2 5-2-16,0 5 1 15,0 3 1-15,-2 3-1 16,-2 3 0-16,0 1 1 15,0 3 1-15,2 0 3 16,2 0 0-16,0 7-3 0,0 4 2 16,0-2 1-16,8 4-2 15,-1-2 1-15,5-1-1 16,0 0-1-16,1-1 1 16,1-5 1-16,1-3 0 15,-2-1 0-15,1 0 0 0,-1-10 0 16,-1-7-1-16,-1-1 1 15,-1-2-3-15,2 0-1 16,-1 0-2-16,-2 3-4 16,-1 4-1-16,0 3 4 15,-2 5 3-15,3 4 2 0,1 1 0 16,-2 1-1-16,1 10 4 16,-1 3-1-16,0 5 2 15,-3 2 3-15,1 0-1 16,-2 1-2-16,1-4-1 15,0-1-2-15,-1-4 0 0,-1-6 0 16,1-4-2-16,0-3 0 16,-2-3 3-16,2-8-2 15,2-8 1-15,1-3-1 16,1-4 0-16,1-2 0 16,2 0-1-16,0 0-1 0,0 1 0 15,1 7 1-15,1 3-1 16,1 6 2-16,-1 7-2 15,-2 4 2-15,1 4 1 16,-1 9-1-16,-3 6 0 16,-3 4 0-16,-5 0 1 15,0 1 0-15,0-1 0 0,-9 2 1 16,-6-2-7-16,-2 4-21 16,-10 3-27-16,-2 0-36 15,-4-3-82-15</inkml:trace>
  <inkml:trace contextRef="#ctx0" brushRef="#br0" timeOffset="-145239.42">10423 12704 258 0,'3'13'6'0,"-2"4"1"0,5 4 19 0,0 6-1 16,1 0-16-16,1 0-6 0,2-2 0 16,-4-2 0-16,1-2 1 15,-1-1 0-15,0 0-6 16,-6-3-47-16,0-4-73 15</inkml:trace>
  <inkml:trace contextRef="#ctx0" brushRef="#br0" timeOffset="-144936.35">10404 12651 269 0,'0'0'2'16,"0"0"8"-16,0 0 33 15,0 0-23-15,-46-17-9 16,36 27 5-16,1 0-3 15,-3 3-5-15,1 0-6 0,3 4 0 16,-4 0-2-16,3 3 2 16,0 0 1-16,0-1 0 15,0-1-42-15,1-6-57 16,-1-5-102-16</inkml:trace>
  <inkml:trace contextRef="#ctx0" brushRef="#br0" timeOffset="-144632.53">10283 13109 338 0,'0'0'4'16,"0"0"13"-16,0 0 20 16,15-39-15-16,5 26-9 15,6 2-3-15,4-2-2 16,4 5-4-16,-2-1-3 0,1 5 1 16,-2 4-1-16,-6 0 4 15,-8 0-53-15,-7 0-220 16</inkml:trace>
  <inkml:trace contextRef="#ctx0" brushRef="#br0" timeOffset="-141662.28">30294 12105 152 0,'0'0'2'0,"0"0"14"0,0 0-1 0,0 0-4 16,-15-39-3-16,5 32 4 15,0-1 1-15,-3 1-4 0,-3 3 19 16,-1 0-26-16,-7 3-4 15,-3 1 1-15,-3 0 1 16,-4 0 1-16,-2 1 0 16,-1 3 0-16,6 2 0 0,3-1-1 15,6 0 0-15,5 1 1 16,5 1 0-16,2 4-1 16,1 2 0-16,4 4 0 15,-4 7-3-15,1 9-3 16,1 8 21-16,1 10 2 15,0 10 2-15,1 6-2 0,-1 5-5 16,1 1-1-16,1-2-3 16,-3-6-2-16,0-5-2 15,3-9 0-15,-1-8 0 16,1-8 0-16,0-8 4 16,0-6 0-16,1-5-1 0,-2-7-3 15,3-2 0-15,0-3 0 16,0-3-2-16,1 1 1 15,1-1-1-15,0-1 0 16,0 0 2-16,0 0 2 16,0 0 4-16,0 0-7 0,3 0-1 15,4 0-2-15,6 0 0 16,-2 0 0-16,8 0 1 16,3 0-1-16,5 0 0 15,7 3 0-15,2 1 1 16,3 1-1-16,1-1 2 15,1 0 5-15,-5-1-3 0,-5 0-1 16,-4 0-1-16,-8-2 0 16,-4 0 1-16,-6-1 1 15,-6 0-2-15,-3 0-38 16,-2-9-65-16,-8-10-226 16</inkml:trace>
  <inkml:trace contextRef="#ctx0" brushRef="#br0" timeOffset="-140919.8">30117 12312 126 0,'-1'0'11'0,"1"0"35"0,0 0-13 16,3-2-11-16,8 2-12 15,4 0 4-15,5 0 5 16,1 0-5-16,3 0-5 16,2 0-5-16,0 0-2 0,-4 0 1 15,0 0 0-15,-3 0 1 16,0 0 0-16,-3 0-10 16,-3 0-104-16</inkml:trace>
  <inkml:trace contextRef="#ctx0" brushRef="#br0" timeOffset="-140504.58">30622 12204 170 0,'0'0'6'0,"0"0"16"16,44-31 9-16,-30 19 9 15,2 4-20-15,-1 2 1 16,0 2-1-16,-2 4-11 0,0 0-7 16,-3 1-1-16,-3 9-1 15,-4 3 2-15,-2 2-2 16,-1 1 2-16,-2 1 1 16,-8 3 2-16,-4-1 0 15,-1-1-1-15,-2-1-3 0,0 1 2 16,0-3-1-16,3-2-1 15,0-2 1-15,7-2 0 16,4-2-1-16,3-3-1 16,5-1 1-16,11-1 2 15,5-2-1-15,9 0 0 16,1 0-1-16,4 0 1 0,0 0 1 16,-3 0 0-16,-8 2-1 15,-3-1-17-15,-8 2-99 16</inkml:trace>
  <inkml:trace contextRef="#ctx0" brushRef="#br0" timeOffset="-139758.59">30748 12609 126 0,'0'0'8'0,"0"0"48"0,0 0-9 15,0 0-1-15,0 0-12 0,0 0-26 16,0 0-6-16,0 0 9 16,0 0 2-16,0 0-3 15,-35 39-5-15,24-21-1 16,-3 0-2-16,4-2 1 16,0-2-2-16,2-3 0 0,1-2 0 15,3-4 0-15,4-2-1 16,0-2 1-16,4-1 6 15,10 0 0-15,3 0-4 16,6-1 1-16,3-4-2 16,3 0 1-16,3 2-1 0,1-1-1 15,-4 0 1-15,-3 2 0 16,-5 1-2-16,-4 1 1 16,-8 0-4-16,-1 0-49 15,-8 0-19-15,0 0-55 16</inkml:trace>
  <inkml:trace contextRef="#ctx0" brushRef="#br0" timeOffset="-139532.04">30814 12641 145 0,'0'0'10'0,"0"0"66"16,0 0-22-16,0 0-3 15,0 0-41-15,0 0 0 16,0 0 14-16,0 0-8 16,3 50-5-16,-2-24-6 0,-1 0-2 15,0 3 1-15,-3 2 2 16,-3-5 0-16,0-2 0 16,2-6-8-16,3-5-56 15,-1-9-74-15</inkml:trace>
  <inkml:trace contextRef="#ctx0" brushRef="#br0" timeOffset="-138537.6">30943 11985 128 0,'0'0'2'0,"0"0"21"0,0 0 11 0,0 0-2 0,0 0 3 15,0 0-7-15,0 0-12 16,0 0-8-16,0 0-4 16,63-25 4-16,-33 24 4 0,7-1-5 15,2 0 3-15,3 1-3 16,-2-2-2-16,-3 2-3 15,-4-1 0-15,-5 1-2 16,-5-2 1-16,-8 3-1 16,-2 0 1-16,-5 0 0 0,-3 0-1 15,-2 7-2-15,-3 3 3 16,0 4 1-16,0 5 2 16,0 6 1-16,-2 7 0 15,-2 7 3-15,-2 7-1 16,0 6 3-16,-2 8 0 15,1 4 3-15,2 6-3 0,-1-4 2 16,2 2-1-16,1-4-7 16,3-7-1-16,0-4 1 15,0-8 0-15,0-4 1 16,0-5-1-16,0-5 0 16,0-7-2-16,0-3 1 0,0-4-1 15,0-4-1-15,0-1 1 16,0-4-1-16,0-1-1 15,0-1 2-15,0-2-1 16,0 0 1-16,0-1-2 16,0 3 1-16,0-2-1 0,0-2 1 15,0 0 0-15,0 0-1 16,0-1 1-16,0-1-1 16,0 0 1-16,0 0 0 15,0 0 1-15,-5 0-1 16,1 3 0-16,-1-3 0 15,-5 2-1-15,-4-1 1 0,-2 3 0 16,-12 3 0-16,-8 0 0 16,-10 2 0-16,-12 6 0 15,-9 0 2-15,-8 2 2 16,1-3 0-16,8-10-64 0,12-4-143 16</inkml:trace>
  <inkml:trace contextRef="#ctx0" brushRef="#br0" timeOffset="-130078.83">8533 12123 3 0,'0'0'1'0,"0"0"1"0,0 0 1 0,0 0-2 0,0 0-1 15,0 0 2-15,0 0 0 16,0 0 1-16,0 0 2 16,0 0-1-16,0 0 1 15,0 0 1-15,0 0 4 16,0 14 1-16,0-14 2 0,0 0-7 16,0 0-5-16,0 0 0 15,0 0-1-15,0 0 2 16,0 0-2-16,0 0 1 15,0 0 1-15,0 0 0 0,0 0 0 16,0 0 0-16,0 0 3 16,0 0-1-16,0 0-1 15,0 0-1-15,2 0 0 16,-2 0-1-16,0 0 0 16,0 0 1-16,0 0-1 15,0 0-1-15,0 0-1 0,0 0 1 16,0 0-1-16,0 0 0 15,0 0 1-15,0 0 0 16,0 0-1-16,0 0 1 16,0 0-1-16,0-1-1 15,0-1 1-15,0 2 0 0,0-2 1 16,0 0-1-16,0 2 1 16,0 0 0-16,0 0 1 15,0 0-1-15,0 0 0 16,0 0 0-16,0 0-3 0,0 0 3 15,2 0-2-15,2 0 4 16,2 3-1-16,-2 0 2 16,0 0 1-16,1-1 0 15,-3 0-53-15</inkml:trace>
  <inkml:trace contextRef="#ctx0" brushRef="#br0" timeOffset="-129674.71">8604 12762 95 0,'0'0'18'0,"0"0"-17"0,0 0-2 15,0 0-1-15,0 0-75 16</inkml:trace>
</inkml:ink>
</file>

<file path=ppt/ink/ink1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42:05.723"/>
    </inkml:context>
    <inkml:brush xml:id="br0">
      <inkml:brushProperty name="width" value="0.05292" units="cm"/>
      <inkml:brushProperty name="height" value="0.05292" units="cm"/>
      <inkml:brushProperty name="color" value="#FF0000"/>
    </inkml:brush>
  </inkml:definitions>
  <inkml:trace contextRef="#ctx0" brushRef="#br0">22944 6520 177 0,'0'0'45'0,"0"0"-20"0,0 0-20 16,0 0-2-16,0 0-5 16,0 0 8-16,0 48 7 0,0-28-2 15,0-2 3-15,0 5-1 16,0 4-1-16,1 6 2 16,1 3-4-16,2 6-3 15,-2 2-1-15,0 3-2 16,0 1-3-16,-2-1 0 15,1-1 0-15,2-5-1 0,-1-6 0 16,0-6 0-16,2-9 1 16,-4-9-1-16,2-8 1 15,-2-3 8-15,1-13 41 16,-1-10-45-16,0-8-3 0,2-6-2 16,-1-11 1-16,0-5-2 15,1-9-2-15,4-5-10 16,-3-3 1-16,-1 1-4 15,2 3 6-15,-4 6 6 16,-1 9 4-16,1 9 0 16,-1 9 1-16,-4 8-1 0,1 5 2 15,0 8 1-15,2 3 0 16,1 3-1-16,1 3 1 16,0 3-1-16,0 0-2 15,0 0 0-15,1 5 0 16,5 8 0-16,1 3 0 0,4 6 1 15,0 2-1-15,3 6 1 16,1 2-1-16,0 3 0 16,2 0-2-16,0 3 1 15,1-4 2-15,0 0-1 16,0-1 1-16,2-8-3 16,-2-4 2-16,0-6 0 0,0-5 0 15,-3-7 0-15,1-3-1 16,-3-4 2-16,1-12 0 15,-3-9 0-15,3-7-1 16,-1-5-1-16,0-6-5 16,3-6-2-16,-5-2 2 0,1 1 5 15,-1 0 1-15,-2 9 0 16,0 4 0-16,-4 12 3 16,-2 8 4-16,0 8-1 15,-1 9 0-15,0 0-9 0,-2 7 2 16,2 12 1-16,0 3 3 15,2 9 4-15,2 5 0 16,-2 7 0-16,-3 2-1 16,3 8-4-16,0 2 1 15,0-1-2-15,-1 0-1 16,3 0 0-16,1-7 2 0,2-3-2 16,-1-4 2-16,1-8-4 15,3-4-17-15,-3-6-23 16,0-9-93-16,0-12-88 15</inkml:trace>
  <inkml:trace contextRef="#ctx0" brushRef="#br0" timeOffset="824.23">23659 6661 295 0,'0'0'21'0,"0"0"22"0,0 0-21 0,0 0-23 0,0 0 1 16,0 0 2-16,0 0-1 15,0 39 0-15,1-17 1 0,1 2-1 16,1 1 2-16,-1-1-1 16,4-1-1-16,-3 0-1 15,2 0 1-15,1-2-1 16,0-3 2-16,3-3-2 16,-3 0 0-16,2-6 0 0,-1-5-2 15,3-4-6-15,0 0 5 16,2-7 0-16,3-10 0 15,-1-3-5-15,2-3 0 16,-2-2 4-16,-2-1 3 16,-2 5 2-16,-2-2-1 0,-1 6 2 15,-5 3 0-15,0 1 4 16,-1 7 6-16,0 2 5 16,-1 4 1-16,0 0-16 15,0 9 1-15,0 5-2 16,0 1 0-16,2 5 1 15,2 2-1-15,-1 2 0 0,3-2-1 16,2-2 0-16,2-1 0 16,-1-4-1-16,1-3 2 15,3-5-1-15,0-3 0 16,1-4-1-16,0 0-3 0,1-11 3 16,0-7 0-16,3-7 0 15,-1-7-2-15,2-7-7 16,-1-6-3-16,1-4-3 15,-3-1-3-15,-2 0 2 16,-2 1 13-16,-4 5 4 0,-2 4 1 16,-6 5 3-16,-2 5 15 15,-1 3 1-15,-6 6 3 16,0 10 1-16,-2 10-5 16,0 1-12-16,2 16-6 15,-2 11-1-15,-2 10 2 16,3 8 5-16,2 8 0 0,-3 4 0 15,6 2-5-15,1 1 0 16,4-6-1-16,0-3-1 16,6-7 0-16,2-8-1 15,1-9-15-15,1-4-16 16,-1-9-25-16,0-9-40 0,0-5-32 16</inkml:trace>
  <inkml:trace contextRef="#ctx0" brushRef="#br0" timeOffset="1119.14">24243 6402 303 0,'0'0'9'0,"0"0"21"0,0 0 0 0,0 0-22 16,0 0-8-16,0 0 1 16,9 46 5-16,-6-13 7 15,-2 8 0-15,0 4-7 0,1 2-2 16,2 2-3-16,-2-2 0 16,2-3-1-16,1-5-1 15,-1-8-19-15,-1-8-16 16,2-9-52-16,-4-8-35 15</inkml:trace>
  <inkml:trace contextRef="#ctx0" brushRef="#br0" timeOffset="1408.26">24255 6773 318 0,'0'0'-9'0,"0"0"44"15,28-48-1-15,-14 35-14 16,0 1-5-16,1 2 2 16,0 3-2-16,-1 0-4 0,0 4-3 15,0 2-4-15,-2 1-1 16,2 0-2-16,-4 4-1 16,1 6 0-16,-1 4 0 15,-3 2 0-15,-1 2 1 16,0 4-1-16,-1-1 0 0,2 2 0 15,-6-2 1-15,1-1-2 16,0-2-20-16,-2-2-16 16,0-2-17-16,0-4-52 15,-4-3-36-15</inkml:trace>
  <inkml:trace contextRef="#ctx0" brushRef="#br0" timeOffset="1607">24445 6463 385 0,'0'0'-37'16,"0"0"39"-16,0 0-1 16,0 0-12-16,0 0-80 15,0 0 17-15,0 0-49 16</inkml:trace>
  <inkml:trace contextRef="#ctx0" brushRef="#br0" timeOffset="1962.42">24650 6625 443 0,'0'0'-9'16,"0"0"4"-16,0 0 5 15,33 58-3-15,-21-35 3 16,-2 0-1-16,-2-2 2 16,1-4-1-16,1-4 1 15,-3-3-1-15,2-5 2 0,-3-3-2 16,1-2 0-16,-2-1 2 15,1-14 1-15,-1-3-2 16,-1-9 0-16,1-3-1 16,-3-4 0-16,1 1 1 15,1 0-1-15,2 4 0 16,-1 2-18-16,4 10-14 0,-2 2-22 16,4 4-34-16,2 4-4 15</inkml:trace>
  <inkml:trace contextRef="#ctx0" brushRef="#br0" timeOffset="2835.67">25101 6507 228 0,'0'0'69'0,"0"0"-61"16,0 0 18-16,0 0 2 15,0 0-17-15,0 0 1 16,-46-21 7-16,30 25 0 16,-2 6-7-16,4 5-1 15,-2 0-5-15,5 2-2 16,1 1-1-16,5 1-2 0,2-1-1 16,3-2 1-16,0-1-1 15,5-2 0-15,3-3 2 16,4-3 0-16,4-5-2 15,-1-2 2-15,3-1 0 16,-2-11-1-16,3-7-1 0,0-3 0 16,-5-1-1-16,1-1-2 15,-7 1 2-15,-3 5 1 16,-4 4 0-16,-1 5 0 16,0 5 2-16,0 2 1 15,0 2-1-15,0 3-3 0,-1 9 1 16,1 2 3-16,0 3 3 15,0-1 0-15,4-1-3 16,3 2-1-16,5-1 0 16,-2-2-1-16,3-1 0 15,0-2-1-15,1-3 1 0,1-2 1 16,-2-6-2-16,1 0 0 16,1-6 2-16,-1-9-1 15,2-6 0-15,1-2-3 16,-1-1 0-16,0 1-1 15,-3 3 2-15,-2 6 0 0,-4 4 2 16,-1 6-1-16,0 4-1 16,1 0-2-16,-1 6 3 15,2 6-1-15,-1 1 1 16,3 4 0-16,2 0 0 16,1 0 0-16,-1 0 1 0,1-3-1 15,3-1 0-15,-3-1 0 16,0-4 0-16,1-1 0 15,-1-4 0-15,1-3 0 16,-2 0 1-16,5-10 0 16,-4-4 0-16,1-4-1 0,-1-3 1 15,-3 2-1-15,1 1 0 16,-3 4 0-16,-5 3 0 16,-1 4 1-16,0 4-1 15,0 3 0-15,0 0-4 16,2 6 3-16,2 5 2 0,0 2 1 15,2 4 0-15,0-1-1 16,5-1 1-16,-2 1-2 16,-1-2-2-16,3-1 2 15,-2-2-3-15,1-4-23 16,-2-2-38-16,-4-5-39 16,-1-1-52-16</inkml:trace>
  <inkml:trace contextRef="#ctx0" brushRef="#br0" timeOffset="3008.84">25682 6311 355 0,'0'0'12'0,"0"0"-7"0,0 0-3 0,0 0-6 16,0 0-24-16,0 0-13 15,0 0-18-15,0 0-20 16</inkml:trace>
  <inkml:trace contextRef="#ctx0" brushRef="#br0" timeOffset="3442.91">26112 6443 413 0,'0'0'3'0,"0"0"26"16,-45-12-5-16,27 12-13 15,-1 2-8-15,2 8 1 16,2 3 0-16,2-1 0 16,6 0-4-16,2 1 1 15,4-2-1-15,1 1 1 0,0-1-2 16,0-2 2-16,2-1-3 15,4-2 3-15,-1-2-2 16,1-4-4-16,0 0 0 16,1 0 2-16,2 0 2 15,-2-4-5-15,1-2 2 0,1 2 2 16,-5 2 2-16,0-1 0 16,2 3 0-16,-2 0-2 15,1 0 1-15,1 5 0 16,0 2 0-16,2 2 1 15,1 0-1-15,1 1 1 16,1-1-1-16,3 1 2 0,1-2-2 16,1 0 1-16,1-3-2 15,0-2-48-15,0-3-11 16,0-3-39-16,1-13-27 16</inkml:trace>
  <inkml:trace contextRef="#ctx0" brushRef="#br0" timeOffset="3645.46">26403 6172 397 0,'0'0'7'0,"0"0"1"0,-5 64 22 0,5-29-14 15,4 5-9-15,6 5-4 16,0-3-1-16,-2-1-1 15,5 0-1-15,-3-3 0 0,-5-3-5 16,-1-8-53-16,-2-10-89 16,0-8-114-16</inkml:trace>
  <inkml:trace contextRef="#ctx0" brushRef="#br0" timeOffset="4037.09">26371 6515 385 0,'0'0'15'16,"0"0"3"-16,0 0-7 0,46-38-3 15,-21 31 6-15,5-3 2 16,3 3 0-16,1 0-3 16,3-1-1-16,-1-1-6 15,0 2-3-15,-4 1-1 16,-3-2-2-16,-3-1 1 15,-5 1 0-15,-8 1-1 0,-5-2 1 16,-2 2 0-16,-6 4 0 16,0-2-3-16,-12 2 1 15,-2 3 1-15,-4 0 0 16,-3 4 1-16,2 7-1 0,-2 6 0 16,7 6-1-16,3 1 0 15,6 2 1-15,5 0 3 16,2-3 4-16,16 0-4 15,5-3-1-15,5-3 3 16,6-4-1-16,1-2-2 0,1-2-1 16,-1-6-4-16,-1-3-50 15,-4-3-70-15</inkml:trace>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59:15.387"/>
    </inkml:context>
    <inkml:brush xml:id="br0">
      <inkml:brushProperty name="width" value="0.05292" units="cm"/>
      <inkml:brushProperty name="height" value="0.05292" units="cm"/>
      <inkml:brushProperty name="color" value="#FF0000"/>
    </inkml:brush>
  </inkml:definitions>
  <inkml:trace contextRef="#ctx0" brushRef="#br0">16759 11952 141 0,'5'-9'8'0,"-3"-1"-3"0,2 1 15 16,2 1-1-16,-4 2-6 0,2 0-4 16,-3 1 0-16,3 2-2 15,0 0 1-15,-2 1-5 16,2 2-3-16,2 0 1 16,0 0-1-16,-2 0 0 15,1 0 0-15,-1 0 0 0,-1 0 0 16,0 0 0-16,1 2 0 15,-2-1 0-15,-2-1 0 16,2 3 0-16,-2-3-1 16,3 4 1-16,1-2-2 0,0-2-6 15,-2-2-65-15</inkml:trace>
  <inkml:trace contextRef="#ctx0" brushRef="#br0" timeOffset="4696.92">16637 12028 58 0,'4'-5'5'0,"-2"3"-4"0,-2 0 1 0,0 2 6 0,0-1 31 16,0 0 5-16,0 0-22 15,0 1-3-15,-2 0-4 0,2 0-5 16,0 0-7-16,-2 0-3 16,2 0 2-16,0 3-1 15,0 3 1-15,0-2-4 16,0 3 0-16,0-5-25 15,0-2-91-15</inkml:trace>
  <inkml:trace contextRef="#ctx0" brushRef="#br0" timeOffset="5230.87">16726 11988 234 0,'0'0'7'0,"0"0"-5"0,0 0-1 0,0 0-2 0,0 0-1 16,0 0 1-16,0 0 1 16,0 0 0-16,0 0 1 15,0 0 0-15,3 0-1 0,-3 0 1 16,0 0-2-16,0 0-1 15,0 0-4-15,1 1 1 16,1-1-1-16,1 0-37 16,-1 0-58-16</inkml:trace>
  <inkml:trace contextRef="#ctx0" brushRef="#br0" timeOffset="5919.97">16664 12066 214 0,'0'0'-2'0,"0"0"6"0,0 0-2 16,0 0 3-16,0 0 0 16,0 0 17-16,0 0 17 0,0 0-2 15,0 0 1-15,0 0-6 16,2-1 3-16,-2 1-8 15,0 0-5-15,-3 0-4 16,-2 0-8-16,-2 0-8 16,-1 0-1-16,0 0 2 15,1 0 2-15,0 0 4 0,3 0-1 16,-1 0 3-16,1 0-2 16,2 0-3-16,2 1-4 15,-1-1-1-15,0 3 0 16,1-2 1-16,0 2-1 0,0 1-1 15,0-2 1-15,0-1 0 16,0 1-1-16,0-2 1 16,0 1-1-16,0-1 0 15,0 0-1-15,0 0 1 16,2 2-2-16,2-1-1 0,3-1-30 16,0 0-24-16,-3-1-65 15,-1-15-94-15</inkml:trace>
  <inkml:trace contextRef="#ctx0" brushRef="#br0" timeOffset="25714.1">13736 15878 129 0,'0'0'9'0,"0"0"27"0,0 0-12 0,0 0-24 15,0 0 3-15,0 0 10 16,-6 44-5-16,4-22 36 15,2 7-27-15,0 4-5 16,-1 2 10-16,1 5-4 0,0 3-6 16,0-1-5-16,0 1-1 15,-2 0-3-15,2-4-1 16,-2-2 1-16,2-4-1 16,0-3 0-16,0-5 1 15,0-5-1-15,0-4 0 0,0-5 0 16,0-1-2-16,0-4-22 15,4-5-21-15,-3-1-39 16,0 0-26-16</inkml:trace>
  <inkml:trace contextRef="#ctx0" brushRef="#br0" timeOffset="27358">13690 16290 127 0,'0'0'10'0,"0"0"14"0,0 0-6 15,0 0-5-15,0 0 1 16,0 0-5-16,0 0-2 0,0 0-5 15,0 0-1-15,0 0 0 16,0-26-1-16,0 26 0 16,0 0 5-16,-2 0 11 15,1 0 5-15,0 0-10 16,-1 0-5-16,0 0 0 0,-2 0-6 16,0 0 1-16,-1 0 0 15,-2 3 0-15,-2 2 0 16,-2 3-1-16,-5-1 2 15,-2 4 3-15,-4 2 0 16,-7 3 1-16,-6 2-1 0,-6 6-4 16,-6 4 0-16,-9 5 0 15,-5 4-1-15,-1 3 1 16,-3 2-1-16,-2 0 0 16,7-2 0-16,2-3-3 15,7-3 3-15,6-4 1 16,9-5-1-16,7-3 0 0,5-7 0 15,10-3 0-15,3-4 0 16,8-5 0-16,3-3 0 16,0 0-2-16,3 0 15 15,9-6-5-15,2-1-1 16,1 0-5-16,2 0 0 0,1 4-1 16,3 1 0-16,0 2-1 15,4 0 0-15,2 2 0 16,2 9 0-16,2 6 1 15,2 2-2-15,3 4 1 16,2 5 0-16,1-1 1 0,3 3-1 16,0-2 0-16,3 1 0 15,-2-4 0-15,2 1 0 16,-1-4 0-16,-1-2 1 16,-5-1-1-16,-1-3 0 15,-3-1 0-15,-5-5 1 0,-6 3-1 16,-2-5 0-16,-4 0 0 15,-4-2 0-15,-2-1 0 16,-5-2 0-16,-1 2 0 16,-3-1-1-16,-2 1 0 15,0-1 0-15,0 3 1 0,-8 3 1 16,1 1 0-16,-5 2-1 16,-1 0 0-16,-1 3 0 15,-3 2 0-15,-3 1 0 16,0 6 1-16,-5 2 0 15,-6 0-1-15,-4 4 0 16,-6 2 1-16,-4 1-1 0,-8 3 0 16,-1-1 0-16,-1 5 0 15,-2-3 0-15,1 3 2 16,3-1-1-16,6-3-1 16,4-2 0-16,5-3 5 0,9-5 15 15,2-5-13-15,6-3-3 16,4-5-4-16,4-1 0 15,3-5 0-15,6-3 0 16,2-2 0-16,2-2 1 16,0-1 0-16,0 0 3 0,9-3 6 15,0-2-3-15,4-1-2 16,2 0-2-16,4-1 3 16,2 1 0-16,5 2 0 15,6 0-2-15,7 2 0 16,6 2 3-16,9 0-3 15,8 0-2-15,5 0 2 0,7 6 0 16,-2 3 2-16,2 0 2 16,-3 1 0-16,-4 0-5 15,-7-1 1-15,-5-2-1 16,-3-1-2-16,-4-2 0 0,-1-3 1 16,-5-1-1-16,-4 0 2 15,-7-4-3-15,-4 0 2 16,-6-2-2-16,-7 4 1 15,-5-2-1-15,-3 3 0 16,-4 0 1-16,-2 1 1 0,0-2 1 16,0 1-2-16,-8 1 0 15,2-3-1-15,-3 0 0 16,1 2 1-16,0-3-1 16,-1-1 0-16,3-1 0 15,-1-1-1-15,1-3-1 16,-1-1 0-16,2 2 0 0,-2 0 1 15,3 0-1-15,2 3 0 16,-2 2 1-16,4 3-1 16,0 1 1-16,0 1-2 15,0 13 0-15,6 6 5 16,3 10-1-16,-2 8 2 0,4 4-1 16,-2 4-1-16,-1 3 0 15,-1-3 0-15,1-5 1 16,0-2 2-16,-3-7-3 15,1-4 1-15,-2-7-1 16,1-3-22-16,0-9-34 0,-3-6-39 16,-2-6-88-16</inkml:trace>
  <inkml:trace contextRef="#ctx0" brushRef="#br0" timeOffset="28262.14">14505 17931 46 0,'0'-5'16'0,"-4"-2"14"16,3 1 5-16,1-2-5 0,-2-1-7 15,2-1-1-15,-2 0 4 16,2-2-2-16,0 2 9 16,-2 0-2-16,2 2-2 15,0 3-3-15,0 1-12 0,0 4-6 16,0 0-7-16,0 0-2 15,-2 0 2-15,2 7 6 16,0 4 3-16,0 5 2 16,0 5 0-16,0 7 3 15,0 7 1-15,6 7-5 16,-4 6-3-16,5 1 6 16,-3 0-1-16,-1-3-6 0,3-5-3 15,-1-5 2-15,-2-7-1 16,-1-4-1-16,0-6-1 15,0-4-1-15,0-3 0 16,0-5 0-16,-2-2-1 0,2-4-9 16,1-1-15-16,-1 0-9 15,0 0-32-15,0-15-31 16,-2-8-96-16</inkml:trace>
  <inkml:trace contextRef="#ctx0" brushRef="#br0" timeOffset="28887.99">15072 17087 257 0,'0'0'2'0,"0"0"31"0,0-36 9 0,0 32-19 16,0 4-16-16,5 0-7 15,6 1 1-15,5 3-1 16,8 2 2-16,3 1 5 16,5-4 6-16,5 1-4 0,0-2-5 15,0-1-1-15,1-1-2 16,-4 0 2-16,-1 0-1 15,-2-5-1-15,-3-1 1 16,-4-2 0-16,-5 0 1 16,-2 1-2-16,-6 2-9 0,-2 0-20 15,-6 1-33-15,-3 1-50 16,-1-1-83-16</inkml:trace>
  <inkml:trace contextRef="#ctx0" brushRef="#br0" timeOffset="29302.75">15144 17284 139 0,'0'0'3'16,"0"0"5"-16,0 0 7 15,0 0-2-15,0 0 1 16,0 0 17-16,0 0 8 0,0 0-8 16,0 0-3-16,-4 7-9 15,12-7 1-15,8-4-1 16,6-5-1-16,8 1 8 16,5-1-10-16,3 0-1 15,5 0-7-15,-6 3-5 0,1 3-1 16,-4 1-1-16,-3 0 0 15,-2 2 1-15,-2 0 0 16,-4-1 0-16,-3-3-2 16,-4 2 1-16,-1-1 1 15,-4 0 0-15,-4-1 1 16,-3 1-1-16,-4 1-3 0,0-2-27 16,0-3-72-16,-9-5-77 15</inkml:trace>
  <inkml:trace contextRef="#ctx0" brushRef="#br0" timeOffset="30239.98">17355 15754 126 0,'0'0'21'0,"4"-48"-22"0,-2 26 3 0,1 4 5 16,1 4 6-16,-4 6-1 16,0 2 0-16,0 6 5 15,-2 0-7-15,-5 11-7 16,-2 8-6-16,2 8 8 0,-4 10 11 15,3 8 12-15,0 8-4 16,2 4-11-16,1 6 3 16,3 3-3-16,-2-2-5 15,0-3-2-15,1-6-3 16,3-5 1-16,0-9 0 0,0-10-2 16,0-5 3-16,0-5 0 15,0-5 1-15,0-3 1 16,0-2 0-16,0-4-32 15,2 0-21-15,-2-4-25 16,0-3-7-16,0-4-93 0</inkml:trace>
  <inkml:trace contextRef="#ctx0" brushRef="#br0" timeOffset="31463.76">17216 16219 192 0,'0'0'-9'15,"0"0"10"-15,0 0 1 0,0 0 2 16,0-40 2-16,0 40 3 16,0 0 17-16,0 0-9 15,0 2-15-15,0 7 2 16,-4 3 3-16,-1 8 0 15,-8 1 1-15,0 0-4 16,-6 2-1-16,-3 4-2 0,-7 0 0 16,-7 1 2-16,0 1-3 15,-8 3 2-15,-4 1-2 16,-8 3 1-16,1 1 0 16,-5 1-2-16,-3 0 1 0,0-1 0 15,1 0-1-15,2-4 0 16,1 0 1-16,8-2 0 15,3-6-3-15,7 1 3 16,9-6-2-16,8-2-4 16,6-5 11-16,6-3-2 0,8-4-1 15,4-2-2-15,0-1-5 16,16-3 29-16,7 0-6 16,12 0-7-16,7 0 4 15,10 0-6-15,6 1-3 16,5 7-2-16,1 1-2 15,3 7 0-15,0 4-1 0,2 0 0 16,-4 2 0-16,3 0 0 16,-6-1-1-16,-3-1 1 15,-7-4-1-15,-2-4 1 16,-7 1 0-16,-5-3 1 16,-7-4 0-16,-7-1-1 0,-5-3 2 15,-6 0-2-15,-4 0 0 16,-5-2 0-16,-4 0 1 15,0 1 3-15,0 1 12 16,-12 2-8-16,-3 3-7 16,-3 6-2-16,-6 4 2 0,-3 4-2 15,-4 6 0-15,-8 7 1 16,-1 6 0-16,-4 4 0 16,-7 7 2-16,-2 5-2 15,-5 2 1-15,-2 2 2 16,-2-3-4-16,4-1 0 0,0-3 0 15,2-3 1-15,2-6 0 16,3-5-2-16,9-5 2 16,5-7 0-16,7-7-1 15,9-6 0-15,6-5 0 16,7-3 0-16,8-5 1 0,0-1 26 16,6 0-17-16,9-4-11 15,7-3 1-15,5-2 1 16,4 3-1-16,7-3 0 15,3 4 1-15,8 5-1 16,3 0 0-16,8 0 1 0,1 0-1 16,7 0 0-16,2 0 1 15,5 0-1-15,-1 0 0 16,-2 0 1-16,-2 0-1 16,-3 0 1-16,-5-2 0 15,-7-4-1-15,-7-3 1 0,-5 1-1 16,-3-2 1-16,-7 0 0 15,-2 1 0-15,-9 2-1 16,-2 1 0-16,-8 2 2 16,-6 1-2-16,-3-2 0 15,-3 0 2-15,0-2-2 16,-5-1 0-16,-4-3-1 0,0 1-2 16,0 1-1-16,-1 2-4 15,4 1 10-15,0 3 0 16,2 3 1-16,1 0-1 15,3 3-2-15,-2 9 0 16,2 5 0-16,0 5 0 0,0 5 1 16,2 0 3-16,5 2-1 15,-1-1 2-15,1 0 4 16,1 0-2-16,-2-1-2 16,0 0 2-16,0-2-1 15,2-1-2-15,-4-2-1 0,3-3-10 16,-1-3-21-16,3-4-10 15,-1 0-33-15,0-8-41 16,1-4-81-16</inkml:trace>
  <inkml:trace contextRef="#ctx0" brushRef="#br0" timeOffset="32385.09">18159 17899 331 0,'-2'0'0'0,"-3"-4"2"0,-1-3 0 16,4 2 13-16,1 1-6 15,1 1-5-15,-2-4 1 16,2 2 11-16,0-6 4 15,0 2-12-15,0-4-5 16,0-1 1-16,2 1 4 0,3 0 1 16,5 0-6-16,0 2-5 15,3 3 4-15,3 3-2 16,1 5 0-16,4 0 2 16,-2 0-1-16,2 13 1 15,-1 5 2-15,-4 7 0 0,-1 2 2 16,-5 8 0-16,-1 3-2 15,-5 4-1-15,-4-1 0 16,0 1-1-16,-4 0-1 16,-10 0 0-16,-2-5 1 15,-3-1-1-15,-2-4 0 16,-1-2 0-16,-5-6 0 0,2-2-1 16,1-5 1-16,4-3-1 15,0-4 0-15,4-3 0 16,7-3 0-16,0-3 0 15,5-1 0-15,-1 0 0 16,3-4 1-16,2-3-2 0,0-3-3 16,5-1 0-16,2-2-1 15,5-1-2-15,2 1 5 16,0 2 2-16,4 2-1 16,1 4 1-16,3 4-5 15,3 1 6-15,3 5 3 0,2 9-3 16,-1 3 1-16,3 3 0 15,-3 0 1-15,0-2 0 16,-3-3 1-16,1-3 2 16,2-8-5-16,-1-3-52 0,-2-10-90 15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237"/>
    </inkml:context>
    <inkml:brush xml:id="br0">
      <inkml:brushProperty name="width" value="0.025" units="cm"/>
      <inkml:brushProperty name="height" value="0.025" units="cm"/>
    </inkml:brush>
  </inkml:definitions>
  <inkml:trace contextRef="#ctx0" brushRef="#br0">0 68 4965,'0'0'2274,"4"-10"-582,13-33 54,-17 42-1631,1 0 0,-1 0 0,0 1 0,0-1 0,0 0 0,1 0 1,-1 1-1,0-1 0,1 0 0,-1 1 0,1-1 0,-1 0 0,1 1 0,-1-1 0,1 1 0,-1-1 1,1 1-1,0-1 0,-1 1 0,1-1 0,0 1 0,0-1 0,7 12 620,0 28-668,-8-37 109,11 122 1232,-5 136 1,-6-108-943,0-152-466,15 488 284,35-1-184,-48-470-155,5 28 26,-7-43-60,1 0 1,-1-1 0,1 1-1,-1 0 1,1 0 0,0 0 0,0 0-1,0-1 1,0 1 0,0 0-1,0-1 1,0 1 0,1-1-1,-1 0 1,0 1 0,4 1 0,-5-3 22,1 1 1,-1-1-1,1 0 1,-1 0 0,1 0-1,-1 0 1,0 0 0,1 0-1,-1 0 1,1-1 0,-1 1-1,1 0 1,-1 0-1,0 0 1,1 0 0,-1 0-1,1-1 1,-1 1 0,0 0-1,1 0 1,-1-1 0,0 1-1,1 0 1,-1-1-1,0 1 1,1 0 0,-1-1-1,0 1 1,0 0 0,1-1-1,-1 1 1,0-1 0,0 1-1,0 0 1,0-1 0,1 1-1,-1-1 1,0 1-1,0-1 1,5-25-1041,-4 22 700,7-62-3283,0-24-2573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449"/>
    </inkml:context>
    <inkml:brush xml:id="br0">
      <inkml:brushProperty name="width" value="0.025" units="cm"/>
      <inkml:brushProperty name="height" value="0.025" units="cm"/>
    </inkml:brush>
  </inkml:definitions>
  <inkml:trace contextRef="#ctx0" brushRef="#br0">0 1 6182,'0'0'8744,"52"105"-7879,-36-31 192,4 21-384,-1 15-129,0 16 33,-1 5-353,1-6-160,3-6 64,1-7-64,1-15-640,-4-11-962,-2-18-800,-7-19-1314,-5-22-2914</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806"/>
    </inkml:context>
    <inkml:brush xml:id="br0">
      <inkml:brushProperty name="width" value="0.025" units="cm"/>
      <inkml:brushProperty name="height" value="0.025" units="cm"/>
    </inkml:brush>
  </inkml:definitions>
  <inkml:trace contextRef="#ctx0" brushRef="#br0">0 273 11435,'0'0'3427,"63"-38"-2882,-6 15 95,17-7-31,13-4-353,5-2-96,-1 2-64,-6 5-64,-14 9-1249,-17 6-2050,-16 0-2434</inkml:trace>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43:38.503"/>
    </inkml:context>
    <inkml:brush xml:id="br0">
      <inkml:brushProperty name="width" value="0.05292" units="cm"/>
      <inkml:brushProperty name="height" value="0.05292" units="cm"/>
      <inkml:brushProperty name="color" value="#FF0000"/>
    </inkml:brush>
  </inkml:definitions>
  <inkml:trace contextRef="#ctx0" brushRef="#br0">4511 2299 174 0,'0'0'28'0,"0"0"4"0,0 0-23 15,0 0 81-15,0 0-69 16,-17-37-5-16,-1 37-2 16,-6 0-2-16,-3 3-1 15,-4 10 5-15,-2 5 0 16,-2 6-3-16,4 5-2 0,3 3-1 16,1 7-5-16,6 3 0 15,8 4-4-15,4 1 2 16,9 0-2-16,0-1 0 15,9-6 0-15,11-6-1 16,7-7-3-16,8-12 2 0,6-10 4 16,1-5 1-16,2-13 1 15,-3-11 0-15,-5-6-2 16,-7-4-1-16,-6-3 0 16,-10-3-1-16,-9 0 0 15,-4 1 0-15,0 2-1 0,-13 6 1 16,-7 5-1-16,-7 6-1 15,-3 6-1-15,-3 7 1 16,0 4 1-16,-3 4 1 16,5-1-1-16,6 6-1 15,3 2 1-15,11 1 0 0,2 0-1 16,9-2 0-16,0-1-1 16,15-2-4-16,10-4 1 15,8 0 6-15,11-7 0 16,10-9-1-16,7-2 3 15,1-2-2-15,-1 3 1 0,-5 4 1 16,-9 7-3-16,-7 6-3 16,-11 3 0-16,-9 15 0 15,-6 5 2-15,-8 7 0 16,-6 4 1-16,0 7 0 16,-11 3 1-16,-3 2 3 15,1-2 2-15,-1-3-3 0,8-4 0 16,2-3-2-16,4-5 1 15,0-7-2-15,8-2 0 16,6-4-3-16,1-6 2 16,4-9-1-16,3-1 4 15,2-10 3-15,3-12-1 0,-2-8-3 16,2-9 1-16,-5-2-1 16,-2 2 1-16,-4 2 0 15,-5 7-1-15,-3 7 3 16,-2 7 13-16,-4 10 5 0,0 6-9 15,0 0-20-15,3 10 4 16,-1 9 2-16,2 2 0 16,4 5 3-16,-3 1-4 15,3-1 7-15,0-1-5 16,-1-5 1-16,4 0-1 16,-2-6-1-16,2-3 1 0,1-4 0 15,1-4-7-15,4-3 4 16,-4 0-2-16,3-7 3 15,2-8-3-15,-2-7 8 16,0-2-4-16,2-4 4 16,-2 1-3-16,-5 1 0 0,1 1 0 15,-7 3 0-15,-1 1 1 16,-4 4-1-16,-2 0 5 16,-4-3 3-16,-9 3 1 15,-7-3-5-15,-3 3-1 16,-6 0 2-16,2 1-4 0,0 5 0 15,7 0-9-15,4 1-57 16,7-3-18-16,7-3-84 16</inkml:trace>
  <inkml:trace contextRef="#ctx0" brushRef="#br0" timeOffset="821.06">5915 2543 360 0,'-10'-20'-22'0,"0"-5"50"0,8 5 6 0,2 4-11 16,18 9-14-16,5 7-8 15,4 0-1-15,4 16-1 16,2 7 1-16,-4 8-1 15,-4 4 0-15,-3 4 0 16,-4 0-1-16,-5 1 1 0,-6-4 4 16,-3-4-2-16,-4-6 1 15,0-5-2-15,0-8 3 16,0-6 0-16,-9-4 3 16,1-3 20-16,-1-7-1 0,-1-9-14 15,2-8-3-15,1-9-5 16,7-4 1-16,0-5 1 15,11-2-1-15,10 1-4 16,4 5 1-16,8 7-2 16,0 8-1-16,5 14-2 15,-2 9 0-15,-3 7-1 0,-1 15 3 16,-1 6-1-16,-7 9-1 16,-1 2 2-16,-8 0 1 15,-1-2-1-15,-7-3 2 16,-3-7 0-16,-2-4 0 0,-2-5 2 15,0-5-2-15,-2-6 1 16,-5-2 2-16,-1-5 2 16,-4 0-1-16,-1-3 0 15,-3-10-2-15,3-4 2 16,-1-4 1-16,7-5 4 16,3-4 0-16,4-1-2 0,7-3-4 15,13 0-1-15,7 4-2 16,6 0 0-16,3 6-2 15,0 11 2-15,3 6-3 16,0 7 0-16,-5 3 0 16,-1 14 0-16,-4 7-1 0,-2 6 2 15,-7 2-1-15,0 1 0 16,-4 0-17-16,-5 1 12 16,-2-4-15-16,0-2-6 15,-2-2-39-15,-3-5 3 16,0-1-36-16,1-10-3 0</inkml:trace>
  <inkml:trace contextRef="#ctx0" brushRef="#br0" timeOffset="1313.01">7234 2431 396 0,'0'0'6'0,"0"0"23"0,0 0 10 0,-56-26-18 16,27 28-9-16,-4 16-5 0,-3 2 1 15,1 7 0-15,5 3-3 16,6 1-4-16,11 2-1 16,3-3 0-16,10-1 0 15,0-3 0-15,2-6-1 0,10-3-2 16,3-6-6-16,3-5 0 15,0-6 2-15,4 0 2 16,1-7-3-16,-3-10-1 16,2-7-1-16,-4-5 11 15,-5-1-1-15,-1-1 1 16,-5 3 0-16,-5 5 0 0,0 6 16 16,-2 6 7-16,0 4-4 15,0 4-6-15,0 3-6 16,0 0-12-16,0 4-3 15,4 12 3-15,5 2 3 16,5 4 3-16,-1 3-2 0,7 5 0 16,1-4 1-16,0-1-1 15,0-1-1-15,0-4-30 16,0-3-13-16,-3-5-44 16,-1-4-17-16,-3-8-4 15</inkml:trace>
  <inkml:trace contextRef="#ctx0" brushRef="#br0" timeOffset="1661.11">7478 2478 242 0,'0'0'207'0,"0"0"-192"0,0 0 6 0,0 0-26 0,0 0 0 16,0 0 3-16,15 52 0 15,-7-26 4-15,-2 3-1 16,-2-1 1-16,1-4-1 15,-1-4-1-15,-2 0 1 0,0-8-3 16,-2-3 4-16,0-5-2 16,0-1 3-16,0-3 1 15,0 0 2-15,-6 0-1 16,-3-10-2-16,1-7 1 16,0-1-3-16,4-1 4 0,2-2-3 15,2-1 0-15,2 4 0 16,10 4-1-16,1 4 1 15,5 5-5-15,2 5 2 16,2 0-2-16,1 9 1 16,0 8-1-16,-2 4-7 0,1 1-6 15,-2 2-6-15,-2-1-27 16,-5-2-39-16,-3-2 7 16,-1-5-25-16</inkml:trace>
  <inkml:trace contextRef="#ctx0" brushRef="#br0" timeOffset="2156.23">7916 2502 493 0,'0'0'-7'0,"0"0"-4"15,6 38 5-15,-1-19 5 16,4 2 1-16,-2-2-1 15,1-4-1-15,-1-2 4 16,0-6-1-16,0-3 0 16,-3-4 1-16,3 0 2 0,-1-11-1 15,0-6-3-15,2-4-1 16,-1-5 2-16,-1 2-3 16,-3 3 2-16,4 5 2 15,-3 9 4-15,5 7 3 0,4 11-18 16,7 19 5-16,7 11 1 15,3 15 6-15,5 9 1 16,-2 7 0-16,-4 6-1 16,-6-6-2-16,-10-6 0 15,-3-6 1-15,-10-7 2 16,0-9 1-16,-10-7 5 0,-10-5 12 16,-6-5 0-16,-8-7-6 15,-5-6-9-15,0-11-4 16,3-3 1-16,0-21 10 15,9-13-5-15,5-15-9 16,9-13-1-16,8-13-8 0,5-8-26 16,15 1-17-16,17-3-18 15,6 4-54-15,7 8-33 16</inkml:trace>
  <inkml:trace contextRef="#ctx0" brushRef="#br0" timeOffset="3013.83">9098 2395 320 0,'0'0'13'0,"-22"-54"51"0,6 36-13 0,-6 10-8 15,0 8-18-15,-11 8-19 16,-1 15-2-16,-3 9 1 16,4 7-5-16,2 2 3 15,9 3-3-15,6 0 1 0,7-3-1 16,5-4 0-16,4-5 0 16,0-7 1-16,7-8 0 15,5-6-2-15,3-10-4 16,4-1 4-16,1-18 3 15,5-10-1-15,0-9 0 0,1-3-2 16,-4-1 1-16,-1 7-1 16,-10 7 1-16,-1 11 1 15,-4 11 0-15,0 5-3 16,1 7-6-16,4 11 4 16,1 9 1-16,3 6-1 0,3 3 3 15,-5-1 2-15,5 0 0 16,-2-5 0-16,0-5 1 15,-1-7-1-15,-1-3 0 16,-1-9 1-16,0-4 1 0,-2-2 1 16,3-15 3-16,-3-11-3 15,2-9-2-15,3-7 0 16,-3-2-1-16,1 1-1 16,-3 9 1-16,-5 7-1 15,2 14 0-15,-1 10 0 16,1 3-11-16,3 16 7 0,1 8 0 15,5 6 0-15,-1 4 2 16,1 0 1-16,-2-1 2 16,3-3-1-16,-3-5 1 15,1-6-1-15,-1-8 2 16,-2-4 0-16,1-7 2 0,-3-4 2 16,3-12 2-16,-5-11 5 15,3-5-1-15,-2-11 3 16,-1-1-8-16,-3-4-8 15,1-1-2-15,0 5-28 16,-2 5-6-16,3 9-26 0,-1 7-21 16,0 10-22-16,-3 9-49 15</inkml:trace>
  <inkml:trace contextRef="#ctx0" brushRef="#br0" timeOffset="3504.13">9762 2789 259 0,'0'0'17'0,"0"0"55"0,0 0-12 0,40-23-24 15,-26 0-5-15,3-6-11 0,-1-7-7 16,-3-1 0-16,-1-5-2 16,-3 0-2-16,-3 4-3 15,-4 4-1-15,-2 8-2 16,0 5 4-16,0 10 2 15,-2 4 2-15,-4 7-4 0,-1 0-6 16,-4 8-3-16,2 9 3 16,2 7 0-16,-1 2-2 15,3 5 2-15,4-1-1 16,1-1-1-16,0-4 1 16,10-1-1-16,1-5 0 15,0-4-2-15,5-5 4 0,-3-4-8 16,1-2-1-16,1-4 2 15,1 0 4-15,-1-13 2 16,1-7 2-16,-1-5-1 16,1-4 0-16,0 0-1 15,-2 2 1-15,-1 5-1 0,-1 8 1 16,-1 6-1-16,1 6-2 16,2 2-1-16,1 7-1 15,0 6 0-15,2 4 3 16,-1 0 0-16,1 2 0 15,1-2 1-15,-3-3 1 0,4-1-2 16,1-5-31-16,2-4-24 16,-1-4-30-16,3-2-48 15,1-14-110-15</inkml:trace>
  <inkml:trace contextRef="#ctx0" brushRef="#br0" timeOffset="4586.25">10577 2491 253 0,'0'0'78'0,"0"0"-23"0,0 0-2 16,0 0-26-16,0 0-2 0,0 0-2 15,-50-13-12-15,31 13 0 16,2 7-5-16,-4 6-4 16,3-2-1-16,3 3-2 15,4-1 2-15,0 0-1 16,6 1-1-16,3-1-1 0,2-2-6 15,0-4-11-15,5 1 4 16,5-3-1-16,2-2 2 16,-1-3 2-16,1 0 3 15,1 0 2-15,-1-4 2 16,0-4 4-16,-1-3 2 0,-2 1 0 16,-2 2 7-16,-3-1 6 15,1 4 0-15,-5 1-4 16,0 2-4-16,0 2-4 15,2 0-3-15,-2 0-2 16,2 0 1-16,1 4 1 0,3 3 0 16,1-1 1-16,4 1 0 15,0-3 0-15,5-1 1 16,2-3 1-16,6 0 2 16,1-3 1-16,2-8 2 15,4-4-3-15,-2-4-2 0,-1-4 0 16,0-1 0-16,-1-3 1 15,-7 0-1-15,0 4 0 16,-9 6 0-16,-2 3-1 16,-4 4 11-16,-3 9 8 15,0 1-12-15,3 8-17 0,1 11 5 16,5 8 4-16,3 11 0 16,4 9 1-16,2 7 2 15,0 1-1-15,0 2 1 16,0-1-1-16,-6-5-2 15,-5-6-2-15,-5-4 2 16,-4-7 2-16,-6-4-1 0,-12-3 4 16,-5-7 0-16,-5-2-2 15,-4-6-2-15,-4-8 0 16,2-4-1-16,-1 0 0 16,4-16 1-16,4-8 1 0,9-8-2 15,6-4 0-15,8-5-2 16,4 1 2-16,11 1 0 15,12-3-2-15,8 1 0 16,2 0-1-16,8-3 2 16,1 0 0-16,0 1 0 0,-3 2 1 15,-5 8 0-15,-8 6-1 16,-8 7 1-16,-9 8 0 16,-2 5 3-16,-7 5 8 15,0 2-7-15,-8 3-6 16,-7 11 3-16,1 6 0 0,1 4-2 15,0 2 2-15,4 2-2 16,5-1 1-16,4-4-2 16,1-2 1-16,11-2-1 15,1-6-4-15,6-5-3 16,2-2 3-16,6-6 2 16,-2 0 3-16,6-12-1 0,-2-6 0 15,3-11 1-15,1-5 2 16,-1-4 0-16,1-3 0 15,-2 4-1-15,-4 6 1 16,-6 8 0-16,3 10-2 16,-8 12 0-16,4 1-2 0,-7 13 0 15,1 5-1-15,-6 6 2 16,-7 0 0-16,-1 2 0 16,-5-1 4-16,-11-2 1 15,-7-1-1-15,-3 0 0 16,-12-1-2-16,-6-1-28 0,-2-4-117 15,4-8-163-15</inkml:trace>
  <inkml:trace contextRef="#ctx0" brushRef="#br0" timeOffset="6181.37">12449 1631 387 0,'0'-21'-31'0,"0"3"58"16,0 13 4-16,0 7-11 16,4 22-19-16,6 18 5 0,2 15 15 15,2 17-10-15,-1 17-3 16,2 13-4-16,0 5-4 16,0 5 0-16,3-2 0 15,0-1-1-15,-3-13 0 16,-4-13 0-16,-2-13 0 0,-4-11 1 15,-5-15-1-15,0-15 1 16,-2-12-2-16,-7-10-3 16,-3-9 0-16,-1-11 6 15,-3-17-1-15,-1-15 0 16,1-18 0-16,3-17 1 0,1-14-1 16,8-13 1-16,4-5-1 15,0 5 1-15,9 13 0 16,4 15 0-16,0 19 3 15,1 22 9-15,1 17-3 16,4 16-10-16,1 3 0 16,2 18-1-16,0 9 1 0,1 7 0 15,-6 6 0-15,-3 7 0 16,-7 1 0-16,-3-1 0 16,-4-3 0-16,0-1 0 15,-10-6-1-15,-5-4-2 16,-4-4-10-16,-6-3-3 0,-2-4-2 15,0-6-5-15,3-3 8 16,6-7 0-16,4 0 13 16,8-6 4-16,6 0 0 15,2-4-2-15,18-6-2 16,9-4-1-16,12-4 4 0,10-4-1 16,7-5 3-16,5 0 1 15,-1-4 3-15,-1 0-3 16,-8-2-1-16,-4 2 8 15,-7 1-8-15,-11-1-1 16,-6 7 0-16,-10 4 1 0,-7 2 9 16,-4 5 7-16,-4 1 3 15,-2 5-3-15,-8 6-5 16,-4 1-6-16,-1 4-7 16,-4 13-2-16,1 9 2 15,2 9 0-15,4 2-2 0,2 4 1 16,5 1-1-16,6-1 1 15,1-5 0-15,10-3-1 16,7-6 1-16,3-7-1 16,4-6-1-16,3-7-1 15,2-7 0-15,2-5-1 0,-1-16 4 16,3-8 1-16,0-10-1 16,2-6 1-16,0-2-1 15,-8 1 0-15,-2 7 1 16,-9 9-1-16,-5 9 1 15,-3 14 11-15,-3 7-6 0,1 4-8 16,1 16 1-16,2 3 1 16,2 8 0-16,0 0 1 15,0 2-1-15,0-3 0 16,1-3 0-16,3-2-1 16,1-5-35-16,3-6-32 0,2-7-60 15,4-7 23-15</inkml:trace>
  <inkml:trace contextRef="#ctx0" brushRef="#br0" timeOffset="6675.89">14230 1913 417 0,'0'0'1'0,"0"0"41"0,0 0-7 0,-40-5-32 15,24 25-5-15,-3 10 3 16,2 7 5-16,4 10 2 16,2 7-1-16,11 1-4 15,0-1-2-15,7-2-1 16,8-6 0-16,6-9-1 0,8-10 0 16,4-10 0-16,1-10 0 15,6-7-2-15,0-7-2 16,5-17-8-16,1-13-6 15,-1-15 10-15,-2-12 5 16,0-10 4-16,-4-10 0 16,-7-3 0-16,-4 2 0 0,-10 11 1 15,-6 9 0-15,-8 15 12 16,-4 13 23-16,0 16 2 16,0 11-2-16,-4 10-14 15,-3 14-24-15,0 18 1 16,-2 10 1-16,1 12 0 0,3 10 0 15,3 2 0-15,2 6 0 16,0 0 0-16,15-2 0 16,1-5-2-16,6-5 1 15,5-9-15-15,0-10-38 16,6-16-6-16,0-16-74 0,5-9-23 16</inkml:trace>
  <inkml:trace contextRef="#ctx0" brushRef="#br0" timeOffset="7446.15">15226 1971 512 0,'0'0'-17'0,"0"0"38"0,-44-26-4 0,22 26-12 16,2 3-6-16,-7 11 2 15,0 4 0-15,0 4 2 16,3 4 1-16,6 1-1 0,2 1-3 15,7 2 0-15,2-2-1 16,6 1 1-16,1-5-1 16,4-6-1-16,5-2 0 15,4-9-4-15,7-4-9 0,-1-3-7 16,2-13-7-16,0-7 15 16,3-4-4-16,-8-3 14 15,-2 4 3-15,-6 2 3 16,-4 7 11-16,-2 5 25 15,-2 2-8-15,0 7-15 0,0 0-9 16,0 0-5-16,0 0-3 16,0 7 0-16,0 7 8 15,1 2 7-15,5 4-5 16,1 0-5-16,0-2-1 16,4 2-1-16,1-3 0 15,0-5 0-15,3-4-1 0,0-1 1 16,3-7-1-16,-1 0 3 15,2-11-1-15,2-8 3 16,2-9 0-16,2-8-1 16,2-2-2-16,0 1 0 15,-1 2-2-15,-6 8 1 0,0 7-1 16,-3 12 0-16,0 8 0 16,-1 0-5-16,-1 15 2 15,1 8 0-15,-3 5 2 16,-2 6-1-16,-2 1 3 0,-2 1-2 15,-5-4 2-15,0-3-1 16,-1-7 0-16,1-5 0 16,-1-6-1-16,4-5 1 15,-1-6-1-15,6 0 1 16,1-15 3-16,7-7-1 16,0-8 0-16,8-7-1 0,1-4 1 15,3 0-1-15,-1 1-1 16,0 7 0-16,-1 6 0 15,-2 12 0-15,-2 6 1 16,0 9-2-16,-4 1-2 16,-2 15 0-16,-2 4 0 0,-8 5 4 15,-3 4 0-15,-5 2 0 16,0-2 0-16,-13 0 0 16,-10 1 1-16,-8-3-2 15,-11-3-5-15,-10-8-37 16,-4-6-80-16,4-10-187 0</inkml:trace>
  <inkml:trace contextRef="#ctx0" brushRef="#br0" timeOffset="9506.37">7255 4257 244 0,'0'0'25'0,"-39"-1"21"0,15 8-31 16,-10 15-9-16,0 10 5 15,-5 11 6-15,3 6 4 16,0 8-6-16,9 2-3 0,7 3-5 16,11-1 0-16,7 0-4 15,2-7-2-15,13-4 0 16,10-10-1-16,8-11-1 15,3-9 0-15,7-14 3 16,1-6 0-16,4-9-1 0,-1-10-3 16,-3-9-30-16,-2-6-45 15,-3-4-38-15</inkml:trace>
  <inkml:trace contextRef="#ctx0" brushRef="#br0" timeOffset="9742.31">7549 4218 359 0,'0'0'32'15,"0"0"-8"-15,0 0-19 16,-10 50-2-16,10-16 6 0,1 9 2 16,2 7-5-16,-1 7-2 15,2 0-2-15,1 1-1 16,-1 2 0-16,1-2-1 15,-3 0-1-15,0-4-2 16,-1-7-25-16,-1-7-49 0,0-15-18 16,0-14-44-16</inkml:trace>
  <inkml:trace contextRef="#ctx0" brushRef="#br0" timeOffset="10603.01">7950 4578 308 0,'0'0'2'16,"0"0"10"-16,0 0 15 15,0 0 8-15,0 0 22 0,0 0-3 16,0 0-31-16,0 0-5 16,-38-14-9-16,17 20-2 15,-6 5-4-15,3 6 1 16,-1-1-5-16,3 4 2 15,4 1 1-15,2-1-2 0,6 1 0 16,2-3 0-16,6 0-2 16,2-3 1-16,0-3 1 15,4-3-2-15,6-2 1 16,3-5 0-16,1-2-2 16,1 0-7-16,3-7 0 0,-3-7-2 15,4-6-1-15,-4-2 0 16,1 0 4-16,-3 1 7 15,-3 2 3-15,-2 4-1 16,-3 5 2-16,-3 4 3 16,0 3 0-16,0 2-3 15,-2 1 0-15,2 0 3 0,0 0 4 16,3 0-1-16,0 1-1 16,2 6-3-16,1-1-2 15,1 1 1-15,3 0-2 16,-3 2 0-16,3-3 0 0,0-2-1 15,-1 1 2-15,3 0-2 16,-3-4 2-16,0-1-1 16,3 0 1-16,-1-9 1 15,3-7 1-15,-1-7 0 16,3-6-1-16,3-2-3 16,0-1 1-16,0 4-1 0,1 7 0 15,0 11 0-15,-1 9-1 16,1 2-1-16,-5 16-3 15,2 9-1-15,-6 2 2 16,-2 2 2-16,-6 1 1 16,-3-4-1-16,-2-3 1 0,0-8 1 15,0-2-2-15,0-7 0 16,0-1-1-16,-2-6 2 16,2 0 3-16,0-13 0 15,2-4-2-15,5-7 0 16,7-3 1-16,5-7-2 0,3 1 2 15,3 2-1-15,4 1 0 16,1 6-1-16,1 7 1 16,-2 7 3-16,-3 6-3 15,-3 4-1-15,-3 4 0 16,-5 10-1-16,-5 3-1 0,-4 3 1 16,-6 4 2-16,0 0-2 15,-12 2 0-15,-5-2-19 16,-5-1 0-16,-1-2-32 15,1-4-36-15,0-3 8 16,1-5 6-16,4-2-60 0</inkml:trace>
  <inkml:trace contextRef="#ctx0" brushRef="#br0" timeOffset="10930.73">9241 4064 301 0,'0'0'144'0,"2"47"-141"16,-2-13-3-16,0 10 14 0,0 10-2 15,0 6-2-15,5 0-7 16,4-4-2-16,2-2-1 16,4-8 1-16,1-5-6 15,-1-14-92-15,4-12-101 0</inkml:trace>
  <inkml:trace contextRef="#ctx0" brushRef="#br0" timeOffset="11879.39">17274 3834 307 0,'0'0'71'0,"-49"-7"-59"0,21 9 7 0,1 13-17 15,-1 15 0-15,3 8-1 16,3 7 2-16,7 7 1 15,5 2 0-15,10 0-2 16,0-3 0-16,14-5-1 0,11-4 1 16,6-11-1-16,9-8 0 15,5-13 0-15,6-10 2 16,5-3 1-16,1-21-2 16,-1-8-5-16,-1-13-31 15,-3-7-10-15,-8-8-15 0,-4-7 9 16,-6-4-13-16,-10 1-21 15,-6 3 24-15,-8 4 67 16,-4 9 65-16,-6 9 13 16,0 9-8-16,-2 10 15 15,-3 11-6-15,0 12-41 0,3 3-25 16,2 20-23-16,-2 14 3 16,4 9 1-16,-2 8 0 15,2 7 0-15,5 4 0 16,5 4 0-16,1 2-1 15,1-1 0-15,3-3 0 0,1-6 0 16,-3-11-5-16,4-12-42 16,-1-15-55-16,1-16-18 15,0-4-76-15</inkml:trace>
  <inkml:trace contextRef="#ctx0" brushRef="#br0" timeOffset="12735.8">18342 3966 385 0,'0'0'7'0,"0"0"12"0,0 0 13 0,-9-37 3 16,-10 33-20-16,-4 1-2 16,-6 3-2-16,-4 0-2 15,1 0 0-15,-2 10-2 16,4 4-5-16,2 3-1 0,8 2-1 15,1 4 0-15,9-1-2 16,3 0 1-16,7-2 0 16,0 1 1-16,7-4-2 15,7-1 1-15,1-2-4 16,1-6-3-16,1-5-5 0,4-3-4 16,-2-3 8-16,2-11 8 15,-3-3 1-15,-2-1 0 16,-1 0 1-16,-4 1-1 15,-6 5 1-15,2 2 1 16,-7 3 4-16,2 2 0 0,-2 1 3 16,0 1-7-16,0 3 1 15,0 0-2-15,3 0-1 16,3 9-2-16,2 1 1 16,5 4 1-16,1 2 0 15,3 2 0-15,2 0 0 0,0-2 0 16,1 0 0-16,-1-7 1 15,1-2-1-15,0-7 1 16,3 0 0-16,-1-10 0 16,4-9 1-16,1-7 0 15,1-5-1-15,-2 1 0 16,-1 3 0-16,-5 2-1 0,1 6 0 16,-6 8 1-16,-2 8-1 15,3 3 0-15,-3 6-2 16,-1 12 0-16,-2 5 0 15,-2 5 1-15,1 2 0 16,-7 0 0-16,0-3 1 0,-2-3-1 16,0-4 2-16,0-4-1 15,1-8 0-15,4-2 0 16,3-6 0-16,5-3 3 16,1-11 0-16,5-8-2 15,7-6 0-15,3-6 0 0,6-3 0 16,1 0-1-16,3 4 0 15,2 5 0-15,0 5 2 16,-3 10-2-16,-6 9 0 16,-4 4 0-16,-6 6 1 15,-9 13-2-15,-8 3-1 0,-5 4 2 16,0 1-1-16,-13-2 0 16,-6 2 1-16,-4-4-1 15,0-3 0-15,-2-3-11 16,0-6-24-16,5-3-25 15,2-5-33-15,5-3 24 0,6-3-14 16</inkml:trace>
  <inkml:trace contextRef="#ctx0" brushRef="#br0" timeOffset="13233.88">19918 3648 244 0,'0'0'139'0,"30"-48"-118"0,-13 18 25 0,8 6-34 15,1 1-4-15,4 5 3 16,-1 6-2-16,2 5-4 0,-8 7-2 15,-2 0-3-15,-4 15 0 16,-5 7 0-16,-10 7 0 16,-2 6 1-16,-4 5-1 15,-11 4-1-15,-10 1 0 16,-6-2 0-16,-3 1 1 0,-1-3 0 16,-1-4-1-16,4-6 1 15,6-8 0-15,6-6 0 16,6-7 0-16,7-4 0 15,7-5 0-15,0-1 3 16,18-3 8-16,11-6-7 16,10-3-3-16,12-4 0 0,8-1 0 15,7 3-1-15,1-3 3 16,-3 4 3-16,-3 1 2 16,-7 4 0-16,-14 0-4 15,-9 5-2-15,-11 2-2 16,-10 1 0-16,-10 0-5 0,-3 7-36 15,-18 0-53-15,-6-4-75 16</inkml:trace>
  <inkml:trace contextRef="#ctx0" brushRef="#br0" timeOffset="38526.26">3913 5872 185 0,'0'0'29'0,"0"0"-18"0,0 0 14 0,0 0-7 16,0 0-17-16,0 0-1 16,0 0 3-16,2 50 11 15,-2-10 6-15,4 5 5 16,-1 11 0-16,-1 6-4 16,3 5-11-16,0 2-5 0,-1 0-3 15,0-3 0-15,0-6-2 16,-2-7 0-16,1-8 0 15,-3-5 0-15,2-9 0 16,-2-6 0-16,0-5-18 16,0-5-29-16,0-9-14 15,-5-6-35-15</inkml:trace>
  <inkml:trace contextRef="#ctx0" brushRef="#br0" timeOffset="38918.87">3892 5949 315 0,'0'0'-23'0,"0"0"41"16,-6-37-3-16,6 30-6 15,9 4-8-15,7 1-2 16,4 2 2-16,7 0 3 16,-1 2 2-16,5 8-5 0,1 4 0 15,-1 2-1-15,-2 2 1 16,-4 1-1-16,-3-1 0 16,-4 2 1-16,-8-3-1 15,-4 2 0-15,-6-2 0 16,0 1 1-16,-11 1 1 0,-9 2 0 15,-7 3-1-15,-5 0 0 16,-3 2-1-16,1-2 0 16,-1-1 0-16,6-2 0 15,4-5-2-15,9-4-20 16,5-4-18-16,4-7-15 0,7-1-53 16</inkml:trace>
  <inkml:trace contextRef="#ctx0" brushRef="#br0" timeOffset="39435.22">4228 5780 349 0,'0'0'16'0,"0"0"6"0,0 0-23 16,2 37 4-16,2-7 12 15,4 7-1-15,0 7-6 16,1 3-3-16,3 1-2 16,-1 4-2-16,-2 1-1 15,2-3 1-15,-2-5-1 0,-5-4 1 16,0-7-1-16,-4-7 1 16,0-8 0-16,0-7 1 15,0-7 0-15,-2-2 0 16,-4-3 2-16,-3 0-2 15,-2-8-1-15,2-6 1 0,0-5-2 16,3-4 1-16,3-3-1 16,3 1 0-16,0-1 0 15,5 5 1-15,6 2-1 16,0 4 0-16,3 2 0 16,3 7-1-16,1 2 0 15,-1 4 0-15,0 0 1 0,3 0-2 16,-5 4 2-16,1 6 0 15,-3 3-1-15,1 1 2 16,-3 3-2-16,0 0 2 16,-1 2-2-16,-2-1 1 15,-2 2-2-15,1-1-28 0,-3-1-17 16,-2-4-5-16,0-2-5 16,0-7-4-16,0-5-44 15</inkml:trace>
  <inkml:trace contextRef="#ctx0" brushRef="#br0" timeOffset="39950.44">4632 6128 331 0,'0'0'-9'0,"0"0"50"0,0 0 0 0,0 0-21 16,0 0-15-16,0 0 0 15,0 0 9-15,0 0-7 16,0 0-2-16,8 43-3 16,0-28-1-16,3 2 0 0,1-2-1 15,-1 1 0-15,2-3 0 16,1-4 0-16,-1-4-12 16,-3-5-6-16,0 0 3 15,-1-11 13-15,-3-7 3 16,0-1 0-16,-4-1-1 0,0 5 0 15,-2 3 1-15,0 8 3 16,2 4 15-16,2 1-14 16,1 15-7-16,4 8 2 15,4 9 0-15,0 5 0 16,3 9 0-16,0 3 0 0,-2 0 2 16,-1-1-1-16,-5 1 1 15,0-3-1-15,-4-4 0 16,-4-4 0-16,0-2 1 15,-9-6 0-15,-7-5 2 16,-4-5-3-16,-2-5 2 16,-5-8 0-16,0-6 0 0,1-2 1 15,5-12 2-15,2-9-3 16,9-7 0-16,8-4-2 16,2-3-1-16,18-5-3 15,11-1-39-15,4-5-55 0,3-4-54 16</inkml:trace>
  <inkml:trace contextRef="#ctx0" brushRef="#br0" timeOffset="40494.4">6276 5747 302 0,'0'0'-27'0,"0"0"79"16,0 0 17-16,0 0-29 0,-56-11-27 15,31 35-4-15,-4 10 6 16,0 7 1-16,7 6-5 16,4 3-3-16,9 2-3 15,9-3-2-15,0-4-2 16,13-5 0-16,12-6-1 0,6-8 0 16,5-9 0-16,9-12 1 15,1-5-1-15,-2-7 0 16,2-15-16-16,-8-7-10 15,-3-9-5-15,-4-9-22 16,-8-5-34-16,-4-7-1 16</inkml:trace>
  <inkml:trace contextRef="#ctx0" brushRef="#br0" timeOffset="41132.99">6534 5560 340 0,'0'0'15'16,"0"0"27"-16,0 0-38 0,-12 64 10 15,12-25 9-15,4 7 10 16,2 2-12-16,5 2-12 16,1 1-4-16,1 0-3 15,3-1-1-15,-1-6-1 16,-3-3 1-16,-1-8 0 0,-5-11-1 16,-1-6 1-16,-3-13-1 15,-2-3 1-15,0-3 5 16,0-14-4-16,0-7-1 15,0-6 0-15,5-7 0 16,2 2-1-16,3-1 0 0,2 4 0 16,3 6 0-16,0 9 0 15,2 10-1-15,-1 6 1 16,-1 1 0-16,1 12-2 16,-1 8 2-16,1 4 0 15,-3 5 0-15,-2 3 0 0,1-3 1 16,-1-1-1-16,-2-1 1 15,2-6-1-15,0-2 1 16,-2-5-1-16,5-5 0 16,-4-4 0-16,4-5 0 15,0 0 0-15,6-6 1 0,-1-8-1 16,2-4 1-16,1-5-1 16,1 0 2-16,-3-2-2 15,0 1 0-15,-5 1 1 16,-3 3-1-16,-6 3 0 15,-1 4 1-15,-5 2-1 16,0 5 1-16,-7 6 0 0,-7 0 3 16,-3 1-3-16,1 10 1 15,-2 4 0-15,5 5 0 16,4 0 1-16,5 0-2 16,6 1 0-16,-2-1 1 15,6-3-1-15,8-4 0 0,1 0 0 16,6-6 0-16,-2-3-1 15,6-4 1-15,0 0-3 16,0 0-15-16,-1-7-24 16,0-3-12-16,-1-4-26 15,-5-2-34-15,-1-2-91 0</inkml:trace>
  <inkml:trace contextRef="#ctx0" brushRef="#br0" timeOffset="41725.47">7318 5932 166 0,'0'0'137'0,"0"0"-34"0,0 0-86 16,0 0-8-16,0 0 5 16,-6 41 10-16,6-25-10 15,0-2-6-15,0 0-5 16,3 0-2-16,-1-2 1 16,1-2-2-16,-1-2 1 0,0 1-1 15,0-5 0-15,-2 0 1 16,0-2-1-16,0-2 1 15,0 0 5-15,0-3-4 16,0-6-2-16,2-2 0 16,1 1 0-16,3-3-1 0,0 2 2 15,4 4-1-15,3 1 0 16,-1 2 0-16,1 3-1 16,5 1 0-16,-3 0 1 15,1 6-3-15,-3 3 2 16,0 0 1-16,1 0-2 0,-3-1 4 15,-1 0-2-15,-4-1 0 16,-1-1 0-16,-1-2 0 16,-2 0 1-16,0-1-1 15,-2 0 0-15,0-3 0 16,0 0 3-16,0 0 0 0,-4 0-1 16,-3 0 2-16,1 0 4 15,-1-7 1-15,4-2-1 16,1-6-3-16,2-1-2 15,0-4-1-15,10 2 1 16,3-2 2-16,5 3-1 16,-1 3 2-16,4 5-2 0,-2 5-2 15,4 4-2-15,-3 3 1 16,0 11 0-16,-2 2 2 16,-2 2-1-16,-3-1-1 15,0 3 1-15,-3-2-3 0,-2-3-49 16,-6-7-65-16,1-2-172 15</inkml:trace>
  <inkml:trace contextRef="#ctx0" brushRef="#br0" timeOffset="42627.17">8912 5428 279 0,'0'0'2'0,"0"0"29"0,0 0-28 16,34 38 22-16,-22-1 20 15,-2 10-9-15,0 3-18 16,-1 5-11-16,-3 3-1 16,1-1-3-16,2-4 6 0,-6-5 0 15,1-7-2-15,-2-8-4 16,0-10-1-16,-2-12 0 15,0-11 1-15,0-2 44 16,0-20-35-16,-2-11-10 16,0-8-1-16,0-12-1 0,2-5 0 15,-1-7 1-15,1 2-1 16,3 2 1-16,-1 9 0 16,2 9-1-16,-2 12 1 15,-2 11-2-15,2 10 2 16,1 8-1-16,1 2-1 15,0 6 0-15,4 10 2 0,1 2-2 16,1 1 2-16,2 2-1 16,1-1 0-16,3-4 0 15,0-1 0-15,2-3 0 16,1-4 0-16,0-7 0 0,1-1 0 16,-1-5 0-16,0-15 1 15,-2-4-1-15,-1-5 3 16,-1-2-3-16,-3 2 2 15,-3 5-2-15,-3 6 0 16,-3 8 0-16,4 10 2 0,-1 0 0 16,1 19-3-16,1 8 1 15,5 9 1-15,0 9 2 16,2 4 0-16,-2 1-2 16,0 0 1-16,3-2-1 15,1-7-1-15,-6-2 0 0,2-8-1 16,0-6-2-16,-6-2-34 15,-3-7-26-15,-2-6-48 16,-2-8-9-16,0-2-86 16</inkml:trace>
  <inkml:trace contextRef="#ctx0" brushRef="#br0" timeOffset="43069.31">9867 5678 333 0,'0'0'4'0,"0"0"66"0,0 0-23 0,0 0-25 15,0 0-12-15,-53-10-1 0,30 23 9 16,-1 4-6-16,3 1-3 15,1 2-6-15,4-2 0 16,8 1-2-16,3 1-1 16,5-2-1-16,0-1 1 15,5-2 0-15,5-1-2 0,3-6-10 16,2-3-5-16,1-5 0 16,-1 0 7-16,1-8 4 15,-1-6 5-15,-1-2 1 16,-3-1 0-16,-3 2 1 15,-2 4 5-15,-2 2 18 0,-2 5-2 16,0 4-7-16,-1 0-12 16,3 0-5-16,2 8 2 15,1 2 1-15,2 3-1 16,2 0 0-16,0 1 0 16,5-1 0-16,-3-1-14 0,1-3-33 15,-1-2-24-15,-1-7-57 16,-3 0-119-16</inkml:trace>
  <inkml:trace contextRef="#ctx0" brushRef="#br0" timeOffset="43297.95">10095 5357 372 0,'0'0'15'15,"0"0"47"-15,0 0-12 16,0 0-36-16,0 0-14 0,0 0 2 15,18 58 4-15,-6-15 4 16,0 6-2-16,2 4-5 16,-3-1-1-16,2 1-2 15,-3-5-6-15,-4-4-54 16,-4-10-39-16,-2-10-64 0</inkml:trace>
  <inkml:trace contextRef="#ctx0" brushRef="#br0" timeOffset="43783.03">10037 5753 391 0,'0'0'9'0,"0"0"3"16,0 0-12-16,0 0 0 16,0 0 2-16,42-24 5 15,-19 15 6-15,2-6-5 16,0-4-3-16,0-1-2 0,-2-4-1 15,-3-3 0-15,-2 0-1 16,-4-4 0-16,-3 5 3 16,-2 1-2-16,-5 4-2 15,1 6 1-15,-5 6 31 16,2 7 6-16,-2 2-22 0,4 8-17 16,-2 13 3-16,3 7 1 15,-1 4 0-15,2 4 0 16,0 1-1-16,0-3-2 15,1-3 0-15,-1-5 0 16,2-6 1-16,-4-3-1 0,1-7 0 16,-1-2 0-16,-2-8 1 15,0 0 2-15,0-5 3 16,0-10-1-16,4-5-4 16,0-2-2-16,1-1 0 15,2 7 1-15,5 2 0 0,5 10-1 16,-1 4-1-16,2 2 0 15,2 14 1-15,-1 4 1 16,-1 6 0-16,-3 1 1 16,0 0 0-16,-6-5-23 15,-1-10-84-15,0-2-136 0</inkml:trace>
  <inkml:trace contextRef="#ctx0" brushRef="#br0" timeOffset="44546.27">17203 5046 357 0,'0'0'20'0,"0"0"2"0,0 0-22 16,-14 38 3-16,14-9 10 15,0 10 7-15,0 5-1 16,0 6-3-16,0 4-5 0,2 4-5 15,3 1-3-15,4-4-2 16,-2-4 0-16,1-7 0 16,4-11-1-16,-5-8 0 15,-1-8-23-15,-2-11-35 16,-3-6-55-16,-1-16 36 0</inkml:trace>
  <inkml:trace contextRef="#ctx0" brushRef="#br0" timeOffset="44856.92">17102 5134 297 0,'0'0'2'16,"7"-53"3"-16,6 32 6 16,5 5 15-16,4 6 3 15,5 6-3-15,6 4-14 0,-1 0-3 16,3 11-2-16,-3 7-2 15,-1 2-3-15,-6 3 0 16,-5 0-1-16,-5 2-1 16,-6-1 0-16,-6 0 1 15,-3-1-1-15,-5-1 0 16,-13 1 1-16,-6-2-2 0,-5-1 1 16,-3-3-2-16,-2-4-7 15,2-2-6-15,4-5-9 16,5-3-7-16,9-3 0 15,7 0-10-15,7-5-19 16,0-10-85-16</inkml:trace>
  <inkml:trace contextRef="#ctx0" brushRef="#br0" timeOffset="45322.26">17485 5002 389 0,'0'0'1'16,"0"0"0"-16,0 0-7 16,-10 48 10-16,10-21 7 15,0 4 0-15,0 6-3 0,5 0 2 16,0 4-5-16,3-1 2 16,-1 0-3-16,2-2-2 15,-4-5-1-15,1-5 0 16,-2-5 0-16,-2-9 0 15,-1-4-1-15,-1-6 1 0,0-4 1 16,0 0 7-16,0-7 8 16,-3-7-14-16,-4 0-2 15,2-4 0-15,2 0-1 16,0 1 0-16,3 2 0 16,0-1 0-16,0 6 1 15,9 0 1-15,4 5 1 0,3 3-1 16,2 2-2-16,2 0 0 15,3 3 0-15,-3 7 0 16,2 1 0-16,-5 5 0 16,-2-2 0-16,-4 3 0 15,0-1 0-15,-5-1 0 0,1 1-6 16,-5-3-26-16,0-2-19 16,0-4-28-16,4-2 18 15,-2-5-21-15,3-1-76 16</inkml:trace>
  <inkml:trace contextRef="#ctx0" brushRef="#br0" timeOffset="45727.47">17856 5335 267 0,'0'0'43'0,"0"0"22"0,0 0-57 0,0 0 9 0,0 0 7 16,0 0-7-16,0 0-7 15,0 46-3-15,2-32 0 16,4-4-4-16,1 3-1 15,4-3-1-15,0-2-1 16,0-5 1-16,3-3-2 16,-1 0-2-16,-1-7 3 0,0-5-2 15,-1-3 0-15,1 2 1 16,-6 2 1-16,1 5 0 16,-1 6 1-16,2 0 1 15,-2 16-4-15,3 9 1 16,2 9 2-16,-3 9 1 0,0 5 0 15,-2 4-2-15,-1 0 2 16,-5-4 0-16,0-5 0 16,0-2 1-16,-7-11 1 15,-3-2 3-15,-4-9 1 16,-1-7 0-16,-2-6-3 0,0-5 0 16,-3-1-2-16,0-3-1 15,4-9-1-15,0-5 0 16,5-4-7-16,9-5-28 15,2-6-35-15,8-7-76 16</inkml:trace>
  <inkml:trace contextRef="#ctx0" brushRef="#br0" timeOffset="45884.57">18220 5460 456 0,'0'0'21'0,"0"0"-13"0,0 0 7 0,0 0-14 0,0 0-2 16,0 0-4-16,0 0-24 16,0 0-48-16,0 0-57 15</inkml:trace>
  <inkml:trace contextRef="#ctx0" brushRef="#br0" timeOffset="46931.39">19454 4932 190 0,'0'0'197'0,"0"0"-188"16,-40-8 24-16,12 18-27 15,-4 15 6-15,-3 6 8 16,1 8-1-16,3 3-6 16,6 1-4-16,12 4-6 0,4-3 0 15,9-2-2-15,0-5 0 16,15-6 0-16,10-9-2 15,7-9 1-15,7-10-13 16,7-4-21-16,-1-13-27 16,2-13-37-16,-1-10 35 15,-5-10 2-15,-7-6 16 0,-7-3 16 16,-6-2 13-16,-7 4 21 16,-7 4 35-16,-5 12 28 15,-2 7 9-15,0 8 23 16,-3 14-21-16,-3 9-41 0,-1 3-28 15,2 19-9-15,-3 7 1 16,5 8 5-16,3 6 0 16,0 2-3-16,3 5-3 15,7-3 0-15,4 0 0 16,0-3-1-16,-1-7 0 16,-2-9 0-16,-3-9 1 0,2-10-1 15,-1-9 1-15,-1-5 2 16,4-16 0-16,0-8-2 15,3-6 1-15,1-4-2 16,-1 1 1-16,3 4-1 0,-5 11 0 16,-3 8 0-16,-1 9 0 15,-1 6-2-15,0 10 0 16,-2 10 1-16,1 4 1 16,1 4 0-16,0-1 0 15,2 3 0-15,-1-3 0 16,5-6 1-16,1-3-1 0,2-6 0 15,2-5 1-15,4-7-1 16,3 0 1-16,-3-8-1 16,1-11 1-16,1-5 0 15,-3-2-1-15,-2-2 0 0,-4-3 0 16,-4 1 1-16,-2 4-1 16,-8 3 0-16,-2 4 0 15,0 6 0-15,-4 7 1 16,-8 5 0-16,0 1-2 15,0 8 1-15,0 11 2 16,4 1 1-16,0 6-1 0,7-1 1 16,1 1-2-16,7-2 1 15,11-6-1-15,6-1 0 16,7-6-1-16,1-5-22 16,3-4-38-16,-3-2-24 15,-1-6-39-15,-2-10-6 0</inkml:trace>
  <inkml:trace contextRef="#ctx0" brushRef="#br0" timeOffset="47444.01">20439 5102 337 0,'0'0'48'0,"0"0"2"0,0 0-37 16,0 0 3-16,-12 43-6 16,12-21-2-16,0 0-3 15,0 2-1-15,0-1 0 16,5 0-2-16,2-5-1 15,-3-3 0-15,3-3-1 16,-3-9 1-16,1-3-1 0,2 0 4 16,0-16-1-16,4-5-2 15,2-6-1-15,0-1-1 16,4-2 1-16,2 2 0 16,-3 6 0-16,-1 4 1 0,1 9 0 15,-5 9 1-15,0 0-1 16,-5 14-1-16,0 6 1 15,0 6 0-15,-3-2 1 16,0 0 1-16,0-2-1 16,-1-3 0-16,0-3 0 0,0-5 1 15,0-1-2-15,0-2-1 16,0-7 1-16,0-1-1 16,2 0 5-16,1-12-3 15,3-4 0-15,1-7-1 16,2-1 1-16,3-2-1 15,4-1-1-15,1 6 0 0,-2 2 0 16,3 8 1-16,-3 5-1 16,-2 6 1-16,-2 0-1 15,0 14 1-15,0 3 1 16,-2 4 0-16,1 1 0 16,-1 2 0-16,-2-1-1 0,2-2-3 15,-3-1-58-15,-1-7-43 16,0-4-115-16</inkml:trace>
  <inkml:trace contextRef="#ctx0" brushRef="#br0" timeOffset="47584.39">21062 5255 478 0,'0'0'3'0,"0"0"-2"0,0 0-10 16,0 0-67-16,26-38-87 15</inkml:trace>
  <inkml:trace contextRef="#ctx0" brushRef="#br0" timeOffset="48335.14">21842 4835 391 0,'0'0'52'16,"0"0"-25"-16,0 0-10 16,0 0-19-16,-40 63 4 15,30-19-1-15,0 4 1 16,1 2-2-16,2-3 1 0,1-6 0 16,0-8 0-16,3-8-1 15,1-9 0-15,1-12 2 16,-1-4 10-16,0-13 49 15,2-10-52-15,0-12-6 16,0-3-2-16,4-10 0 0,2-5-1 16,3-4 0-16,-1 2 0 15,1 3 1-15,-3 9 0 16,-1 9 1-16,-1 11 4 16,-1 16 0-16,-1 7-5 15,0 7-5-15,0 11 4 0,3 5-1 16,2 3 1-16,1-1-2 15,2-4 2-15,5-5 2 16,3-6-2-16,3-9 0 16,5-1 0-16,-2-8 0 15,1-11 2-15,-2-5-2 0,-1-3 1 16,-4-3-1-16,-2 2 1 16,-5 1-1-16,-1 4 0 15,-4 8-1-15,0 5 2 16,-4 10-1-16,-2 3-1 15,1 15-2-15,1 14 1 16,0 9 2-16,0 6 0 0,4 3 2 16,-1 2 0-16,4-3-2 15,2-3 0-15,3-4 1 16,-1-4-2-16,5-6-16 16,-4-4-24-16,4-6-28 15,-3-8-10-15,5-10-40 0,-3-4-23 16</inkml:trace>
  <inkml:trace contextRef="#ctx0" brushRef="#br0" timeOffset="48722.35">22542 4979 424 0,'0'0'5'0,"0"0"19"0,0 0 19 15,0 0-14-15,-50-20-14 16,24 20 6-16,-2 3-1 15,-1 5-6-15,4 1-7 0,6 2-5 16,6 1-1-16,5 2-1 16,5-1 0-16,3 0 0 15,0-1 0-15,13 1-1 16,1-4-2-16,4-4-7 16,4-2-4-16,-2-3-1 0,3-3 2 15,3-7 4-15,-5-4 5 16,-2 1 2-16,-5 3 2 15,-3 0 1-15,-6 6 2 16,-3 1 9-16,-2 3-7 16,0 3-5-16,0 4 3 0,2 5 0 15,2 2-2-15,2 0 1 16,2 0-2-16,3-4 1 16,5 1-1-16,1-6-3 15,2-4-26-15,3-1-22 16,-3-3-21-16,0-11-49 0,-1-10-35 15</inkml:trace>
  <inkml:trace contextRef="#ctx0" brushRef="#br0" timeOffset="48923.93">22819 4666 452 0,'0'0'4'0,"0"0"6"16,0 0-13-16,0 0 7 15,0 57 9-15,6-25 2 16,3 6-3-16,5 3-6 0,-1 4-2 16,1-2-2-16,-1 1-1 15,1-1 1-15,-3-8-6 16,-6-5-39-16,-1-9-17 16,-2-8-37-16,-2-12 4 15,0-1 5-15</inkml:trace>
  <inkml:trace contextRef="#ctx0" brushRef="#br0" timeOffset="49578.87">22771 4959 288 0,'0'0'9'16,"0"0"21"-16,0 0-13 0,48-30-8 16,-21 22 2-16,3-2 5 15,3-3 0-15,0-4-9 16,-6 0-3-16,0-3-2 15,-6-4-1-15,-3-3 0 16,-2 2 0-16,-5 0-1 0,-4 2 1 16,-4 2 0-16,-1 6 12 15,-2 6 16-15,0 6 2 16,0 3-8-16,0 10-25 16,-2 10 2-16,-1 10 2 15,-1 6 0-15,2 6-1 0,2 2 1 16,0 0-1-16,0-3-1 15,4-4 1-15,1-8 0 16,1-5-1-16,-1-10 1 16,0-5-1-16,3-9 1 15,-1 0 4-15,5-11 8 0,1-10-3 16,7-4-5-16,-2-7 1 16,4 1-4-16,-1 1-2 15,-2 3 1-15,-3 6-2 16,-3 10 2-16,-4 9-1 15,0 2-1-15,-4 14-4 0,1 6 4 16,-1 4 2-16,-1 1 1 16,1-1-1-16,-3-4 1 15,1-2-2-15,2-4 1 16,1-4-1-16,1-3 0 16,3-1 1-16,1-6 0 0,2 0 0 15,4-1 1-15,5-11-1 16,0 1 0-16,4-3-1 15,2-1 0-15,-1 4-1 16,-2 1 1-16,-3 7-1 16,-5 3 1-16,-6 0 0 0,-3 6-1 15,-5 6 1-15,-3 1 0 16,-2-1 1-16,-13 2 0 16,-8-1 0-16,-12 0-2 15,-7-6-46-15,-8-7-99 16</inkml:trace>
  <inkml:trace contextRef="#ctx0" brushRef="#br0" timeOffset="67711.33">21905 1394 106 0,'0'0'165'0,"0"0"-141"0,0 0-22 16,0 0 5-16,9 44 6 15,-4-13 5-15,1 12-4 16,0 8 7-16,1 13-2 16,-4 10-5-16,2 8-3 15,1 9-2-15,-3 6-3 0,2 1-2 16,2-7 0-16,-2-6 0 16,2-4-1-16,-2-12-1 15,-1-9 0-15,0-10-6 16,-2-10-21-16,0-11-13 15,-1-12-54-15,-1-15-19 0</inkml:trace>
  <inkml:trace contextRef="#ctx0" brushRef="#br0" timeOffset="68204.06">21909 1701 268 0,'0'0'27'0,"0"0"-12"15,0 0 9-15,0 0 1 16,5-44-15-16,11 31-4 16,6 3 1-16,7 0 7 15,0 3 5-15,3 3-7 16,3 4-5-16,-5 0-5 0,-1 7-1 16,-5 7-2-16,-5 3 2 15,-4 3 0-15,-4 1-1 16,-5 1 1-16,-6-1 1 15,0 2-2-15,-5-3 1 16,-9 0 0-16,-5-2 0 0,-6-1-1 16,-2 2 1-16,-2-4-1 15,0-2-2-15,3-2-8 16,2-1-3-16,6-3-6 16,8-3-25-16,7-4-21 15,3 0-12-15,13-7-50 0</inkml:trace>
  <inkml:trace contextRef="#ctx0" brushRef="#br0" timeOffset="68430.28">22725 1607 455 0,'0'0'5'0,"0"0"-3"0,0 0-6 16,58-10 3-16,-30 7 2 15,4-1-1-15,0 1 2 16,0 0-2-16,-2 2-2 16,-3 0-26-16,-4 1-38 15,-3 0-37-15,-9-2-45 0</inkml:trace>
  <inkml:trace contextRef="#ctx0" brushRef="#br0" timeOffset="68608.52">22838 1655 178 0,'0'0'43'0,"0"0"-32"16,0 0-5-16,0 0 1 16,0 0 5-16,0 0 11 15,70 26-11-15,-28-27-9 16,10 1-1-16,5-3-7 0,2-10-56 15,2 0-170 1</inkml:trace>
  <inkml:trace contextRef="#ctx0" brushRef="#br0" timeOffset="69320.63">23746 1391 497 0,'0'0'-14'0,"0"0"27"15,25-46-3-15,-11 34-9 16,2 3-1-16,-1 2 0 16,2 2 0-16,-1 2 0 15,-2 3 0-15,1 0 0 16,-1 0-1-16,-1 11-1 0,-1 2-1 16,-3 3 2-16,-1 1 0 15,-6 1 1-15,-2 2 0 16,0-3 0-16,-4 2 0 15,-9-2-1-15,-1-2 1 16,-1 1 0-16,-3-5 0 0,4-1 0 16,2-4 2-16,4-2-3 15,2-1 1-15,4 0 1 16,2-3 3-16,0 0-2 16,3 0-2-16,11 1 0 15,7 3 0-15,7-1 0 16,6 6 0-16,2 7 0 0,-3 4-3 15,-4 5 1-15,-8 8-1 16,-6 2 0-16,-8 2 1 16,-7 4 2-16,-4-4 2 15,-6 0-2-15,-9-7 1 0,-1-3 1 16,-5-4 0-16,-2-8 2 16,-2-2 6-16,-1-4 5 15,-1-4-5-15,-3-5-3 16,3 0-2-16,2-1-1 15,3-12-1-15,8 0 0 16,6-4-2-16,6-1 15 0,6 2 0 16,2 2-13-16,14 1-3 15,4 6 0-15,7 4-1 16,4 3 1-16,4 0-1 16,0 10 0-16,-2 6-1 15,-6 2-11-15,-10 4-46 0,-6-1-37 16,-5-5-78-16</inkml:trace>
  <inkml:trace contextRef="#ctx0" brushRef="#br0" timeOffset="70397.5">24761 784 229 0,'0'0'12'0,"0"0"14"0,0 0-1 0,-29-43-9 0,16 33-3 16,-3 3 0-16,-4 0-1 0,-2-2 18 15,-3 2 2-15,-4 0-11 16,-7 3-6-16,-7-2-9 16,-10 0-3-16,-13 2-2 15,-17-1-1-15,-15 0 1 16,-14 0-1-16,-13-1 1 16,-11 3-2-16,-8-1 2 0,-8 2-1 15,-4 2 0-15,-1 0 0 16,-6 0 1-16,-3 7-2 15,-1 6 1-15,3 4 0 16,5 3 1-16,8 2-2 0,10 0 2 16,12 2-2-16,11-1 1 15,14 0 1-15,13-3-1 16,12 1 0-16,12-1 0 16,10-2 0-16,11 3 0 15,9 2 0-15,6 1 0 0,6 5-1 16,7 4 1-16,4 6-1 15,3 8 1-15,2 7 0 16,4 10 1-16,1 10-1 16,4 14 2-16,0 13 0 15,0 11 0-15,0 13-2 16,0 13 0-16,0 2 0 0,0 0 1 16,-4-4 0-16,0-8-1 15,1-12 1-15,-4-15-1 16,1-9 0-16,-3-11 0 15,4-10 1-15,-2-11-1 16,1-10 0-16,-1-11 1 0,2-9 0 16,3-10-1-16,0-8 1 15,0-5 2-15,2-3 5 16,0-3 15-16,0-1 10 16,0 0-11-16,0 0-10 15,0 0-2-15,2 0 1 0,14 0-4 16,12 0-4-16,17-5-2 15,24-4 4-15,26-1 6 16,25-1-2-16,24-2-6 16,14 3 2-16,11 0-4 0,7 0 0 15,6-1-1-15,-4 1 0 16,-1-3 1-16,-2 0 0 16,-3-4-2-16,-7 0 3 15,-10-4-2-15,-9 0 1 16,-9-5-1-16,-13 0-1 15,-12-2 1-15,-12-2-8 0,-10-1-10 16,-12 2-21-16,-13-5-19 16,-13-4-41-16,-12-10-98 15</inkml:trace>
  <inkml:trace contextRef="#ctx0" brushRef="#br0" timeOffset="71020.12">24757 876 256 0,'0'0'2'0,"0"0"1"0,0 0 4 15,0 0 3-15,0 0-6 16,0 0-6-16,0 0-1 15,0 0 4-15,0 0 7 16,-20 79 12-16,16-19 9 0,-3 17 5 16,1 12-9-16,-4 15-7 15,-1 7-9-15,-1 8-1 16,1 2-3-16,-2-2-1 16,0-3 0-16,1-2-1 15,1-12-1-15,-1-12 3 16,1-10-3-16,1-13 0 0,0-10-1 15,2-10 0-15,2-9 1 16,3-6-2-16,-1-7 2 16,1-6-2-16,2-8 0 15,1-1 1-15,0-4 0 16,0-5 0-16,0 1 0 0,0-1 0 16,0-1 0-16,0 0 1 15,-1 0-1-15,0 1 0 16,-3 2 0-16,-5 0 1 15,-8 0 0-15,-13 3 5 16,-21-1 0-16,-21 4-3 0,-30 5-4 16,-25-4-7-16,-23-6-115 15</inkml:trace>
  <inkml:trace contextRef="#ctx0" brushRef="#br0" timeOffset="72666.23">4208 6796 219 0,'0'0'45'0,"0"0"4"0,0 0-21 15,0 0-3-15,0 0-10 16,0 0 0-16,0 0 2 0,0 0-6 15,0 0-5-15,0 0-2 16,0 0-3-16,0-3-1 16,0 3 0-16,0 0-5 15,0 0-57-15,0 1 12 16,3 2-17-16,-1-3-67 16</inkml:trace>
  <inkml:trace contextRef="#ctx0" brushRef="#br0" timeOffset="73287.5">6461 6538 112 0,'0'0'93'0,"0"0"-90"0,0 0-1 16,0 0-4-16,0 0-5 15,0 0-33-15,0 0-22 16</inkml:trace>
  <inkml:trace contextRef="#ctx0" brushRef="#br0" timeOffset="73736.92">9713 6253 491 0,'0'0'-106'0,"0"0"104"0,0 0-17 0,0 0-56 15,0 0 0-15,-30 40-85 16</inkml:trace>
  <inkml:trace contextRef="#ctx0" brushRef="#br0" timeOffset="74295.41">4443 7111 307 0,'0'0'18'0,"0"0"32"0,0 0-45 0,0 0-4 16,-11 48-1-16,11-12 1 15,4 3-2-15,0 4 2 16,-1 0-1-16,1-1-2 16,-2 0 2-16,1-3 0 15,-1-6-2-15,0-8-32 0,1-6-21 16,-1-11-2-16,-2-8-40 16</inkml:trace>
  <inkml:trace contextRef="#ctx0" brushRef="#br0" timeOffset="74498.88">4302 7226 320 0,'0'0'-5'0,"0"0"38"16,0 0 9-16,0 0-1 16,-7-47-33-16,25 36-6 15,9-3-1-15,4 1 0 0,7-2-1 16,0 4 1-16,-1 3-3 15,-4 3-10-15,-2 5-57 16,-12 0-24-16,-7 0-28 16</inkml:trace>
  <inkml:trace contextRef="#ctx0" brushRef="#br0" timeOffset="74684.06">4421 7344 309 0,'0'0'3'0,"0"0"18"15,0 0-20-15,0 0 0 16,0 0 1-16,53 12 6 0,-22-23 4 16,5-6-5-16,4-3-5 15,0 0 0-15,-2-4-2 16,1-1-26-16,-5-1-39 16,-3-1-2-16,-10 3-74 0</inkml:trace>
  <inkml:trace contextRef="#ctx0" brushRef="#br0" timeOffset="74800.14">4823 7091 186 0,'0'0'52'0,"0"0"14"16,0 0-51-16,0 0-12 16,15 37 10-16,-1-13 4 0,3 4-6 15,4 5-9-15,2 1 0 16,2 4-1-16,2 2 0 16,1 3-32-16,3-2-30 15,-2-3-46-15</inkml:trace>
  <inkml:trace contextRef="#ctx0" brushRef="#br0" timeOffset="75118.44">6586 6743 339 0,'0'0'15'0,"0"0"49"15,0 0-58-15,7 64 23 16,-7-23-1-16,0 9-11 16,0 5-9-16,0 3-7 15,0-2-1-15,0-2 1 0,0-10-9 16,4-7-37-16,0-12-20 15,4-13-15-15,-2-12 11 16,-1-5 16-16,-3-20-33 16</inkml:trace>
  <inkml:trace contextRef="#ctx0" brushRef="#br0" timeOffset="75299.89">6553 6781 365 0,'0'0'21'0,"0"0"20"16,0 0-31-16,0 0-9 0,62-35 0 16,-33 35-1-16,3 0 2 15,-3 1-2-15,0 8 0 16,-5-1-22-16,-2 5-27 16,-8-2-38-16,-5-2 9 15,-7 2-76-15</inkml:trace>
  <inkml:trace contextRef="#ctx0" brushRef="#br0" timeOffset="75441.33">6724 6886 31 0,'0'0'122'0,"-39"22"-47"16,26-15-22-16,3-2-7 15,6-3-3-15,4-1-17 0,6-1-14 16,14 0 14-16,7-3-2 16,11-5-17-16,7-5-5 15,4-1-1-15,3-6-42 16,-4-1-95-16</inkml:trace>
  <inkml:trace contextRef="#ctx0" brushRef="#br0" timeOffset="75754.3">7178 6764 485 0,'0'0'-21'0,"0"0"50"0,0 0-10 15,0 0-16-15,0 0-4 16,38 2 2-16,-24 13-1 15,-5 6 1-15,-1 4-2 16,-6 4 2-16,1 3-1 16,-3 2-3-16,0-4-4 15,0-3-11-15,-2-5 2 0,1-5 9 16,-1-5 7-16,0-6 1 16,0-1 0-16,2-1 3 15,0-3 3-15,0 0-2 16,14-1 0-16,5 0 2 0,8 0-4 15,9-12-1-15,11-2-2 16,7-4 0-16,9-1 1 16,6-2-7-16,2 1-63 15,8-3-82-15</inkml:trace>
  <inkml:trace contextRef="#ctx0" brushRef="#br0" timeOffset="76134.53">9916 6254 410 0,'0'0'50'0,"0"0"-14"16,0 0-33-16,-24 57-2 0,23-23 2 16,0 4 0-16,1 2 0 15,0 3-2-15,0-2 0 16,0-1 0-16,1-2-1 15,-1 1 0-15,0-4-17 16,0-1-12-16,0-5-22 16,-2-8-27-16,-4-10-3 0,-3-11-61 15</inkml:trace>
  <inkml:trace contextRef="#ctx0" brushRef="#br0" timeOffset="76303.02">9862 6386 277 0,'0'0'22'0,"28"-69"32"16,-6 40-10-16,5 8-20 16,2 4-16-16,0 8-7 15,0 4 1-15,-1 3-2 0,0 2 0 16,0 0 0-16,-3 2-23 16,-4 5-35-16,-6-1-2 15,-5-2-27-15</inkml:trace>
  <inkml:trace contextRef="#ctx0" brushRef="#br0" timeOffset="76473.31">9906 6467 281 0,'0'0'3'16,"0"0"11"-16,0 0-8 15,0 0-2-15,62-22 1 0,-22 4-1 16,6-3-2-16,4 0-2 15,0-3-26-15,-2 1-36 16,-3-2-131-16</inkml:trace>
  <inkml:trace contextRef="#ctx0" brushRef="#br0" timeOffset="76864.21">10454 6263 344 0,'0'0'-9'16,"0"0"33"-16,0 0-12 0,0 0-4 15,48-3-3-15,-37 3 2 16,1 11-2-16,-4 4-1 16,-4 3-1-16,-4 6 1 15,0 5-4-15,0-1 1 16,-8 2 0-16,-3-6-1 16,1-3 0-16,2-2 0 0,3-6-2 15,-1-5 3-15,6-2-1 16,0-2 0-16,6-4 0 15,8 1 0-15,8-1 1 16,3 0 1-16,2 3-1 16,2 0 1-16,0 7 1 0,-8 1 0 15,0 3 2-15,-8 4 2 16,-6 0-1-16,-7 3-1 16,-2 1-1-16,-16 3 0 15,-11-2 2-15,-9 4-1 16,-13 5-3-16,-10 1-3 0,-16 3-2 15,-13-2-59-15,-16 0-94 16</inkml:trace>
  <inkml:trace contextRef="#ctx0" brushRef="#br0" timeOffset="77476.14">2773 7965 245 0,'0'0'22'0,"0"0"1"0,0 0 0 15,0 0-10-15,0 0-12 16,0 0-3-16,0 0 2 15,0 0 0-15,0 0-13 0,0 0-38 16,0 0-31-16</inkml:trace>
  <inkml:trace contextRef="#ctx0" brushRef="#br0" timeOffset="77719.2">2840 8784 313 0,'0'0'5'0,"0"0"15"16,0 0 1-16,0 0-4 16,0 0-14-16,0 0-3 15,0 0-11-15,0 0-33 16,0 33-5-16,0-18-51 0</inkml:trace>
  <inkml:trace contextRef="#ctx0" brushRef="#br0" timeOffset="77907.02">2867 9943 522 0,'0'0'-7'16,"0"0"4"-16,0 0-85 15,2 52-19-15,2-25-31 16</inkml:trace>
  <inkml:trace contextRef="#ctx0" brushRef="#br0" timeOffset="78124.25">3048 11228 414 0,'0'0'-8'15,"0"48"5"-15,0-18-14 16,0 4-52-16,7 2-26 0,-3-1-77 16</inkml:trace>
  <inkml:trace contextRef="#ctx0" brushRef="#br0" timeOffset="78274.19">3106 12053 359 0,'0'0'-27'0,"0"0"-64"16,0 0-93-16</inkml:trace>
  <inkml:trace contextRef="#ctx0" brushRef="#br0" timeOffset="78448.17">3169 12648 429 0,'0'0'0'15,"0"57"-28"-15,0-33-82 0,4-5-97 16</inkml:trace>
  <inkml:trace contextRef="#ctx0" brushRef="#br0" timeOffset="78658.05">3186 14621 596 0,'0'0'22'0,"-22"47"-20"16,23-39-25-16,-1-6-92 0,10-2-48 16</inkml:trace>
  <inkml:trace contextRef="#ctx0" brushRef="#br0" timeOffset="79822.13">2577 15320 11 0,'0'0'159'0,"0"0"-110"0,0 0-2 0,0 0-14 16,0 0-6-16,0 0-20 0,0 0-4 15,0 0 2-15,-16 42-1 16,9-14 1-16,1 4-1 16,-4 1-1-16,-1-2 0 15,0-1 0-15,-2-2 0 16,2-4 1-16,-3-6 5 0,5-4 2 16,2-6-2-16,3-1-4 15,2-4 0-15,2-3-2 16,0 0 1-16,4 0-4 15,9-5 0-15,8-3 1 16,10-2 1-16,7-1-1 0,7 2 3 16,-1 4-1-16,4 4-1 15,-4 2 0-15,-2 2 0 16,-3 5-2-16,-6 5-21 16,-4-3-11-16,-9 1-14 15,-8-4-33-15,-8-2-23 0</inkml:trace>
  <inkml:trace contextRef="#ctx0" brushRef="#br0" timeOffset="80098.11">2598 15438 221 0,'0'0'36'0,"0"0"48"0,0 0-38 16,0 0-48-16,0 0 8 15,12 46 2-15,-1-14 11 16,0 6 0-16,3 5-8 16,-1 4-6-16,-1 3-3 15,-2-1-1-15,1-5 0 0,-3-5 0 16,-2-7-15-16,-4-9-36 15,1-9-32-15,-3-7-5 16,0-7-79-16</inkml:trace>
  <inkml:trace contextRef="#ctx0" brushRef="#br0" timeOffset="80524.98">3035 15337 258 0,'0'0'35'16,"0"0"25"-16,0 0-17 16,0 0-14-16,0 0-3 0,0 0-5 15,-45 35-4-15,36-16-8 16,5 4 0-16,2 2-4 15,2 1-2-15,2-2-1 16,11 0 0-16,3-3 0 16,3-1 0-16,2-6 0 0,1-5 1 15,0-5-1-15,5-4 0 16,-4-3 1-16,1-12 0 16,-2-7 0-16,-4-3 0 15,-3-2 0-15,-5 0-1 16,-7-1 2-16,-4 2-1 0,-1 0 9 15,-14 2 0-15,-6 5-11 16,-7 3-4-16,-2 6-2 16,-6 8-6-16,-2 2-18 15,1 16-18-15,-2 8-36 16,-3 2-52-16,1-1-99 0</inkml:trace>
  <inkml:trace contextRef="#ctx0" brushRef="#br0" timeOffset="81518.85">941 15620 213 0,'0'0'18'0,"0"0"9"16,0 0 9-16,0 0 1 0,0 0 0 15,0 0-2-15,-31-40-3 16,27 33-10-16,2-3-5 16,2-1-7-16,0-4-6 15,2 1-2-15,8-2-1 16,1 2 0-16,5 1 0 15,-1 2-1-15,3 5 0 0,0 2 0 16,0 4-1-16,3 0 2 16,-2 9-1-16,-1 6 0 15,-2 4 0-15,0 3-1 16,-3 5 2-16,-5 0-1 16,-2 2 2-16,-4 1-2 0,0-2 1 15,-2-2 1-15,0-2-1 16,-4-3 0-16,-2-3 0 15,2-6 2-15,0-4-1 16,1-3-1-16,-3-4 1 16,2-1 5-16,1-4 8 0,-4-11-10 15,3-6-1-15,-1-4-3 16,3-8 0-16,2-4-1 16,0-4 2-16,0 0-2 15,7 4 0-15,7 0 0 16,-4 10 0-16,7 3 0 0,-2 8 0 15,3 3-1-15,2 5 1 16,0 5-1-16,2 3 1 16,-4 1 0-16,2 1 0 15,-1 8 1-15,-6 5 0 16,3 1 0-16,-6 4-1 0,1 4 1 16,-4 3 0-16,-2 4-1 15,-3 2 0-15,-2 3 1 16,0 0-1-16,2-1-1 15,-2-1 1-15,0-5-5 16,3-2-17-16,3-5-26 0,1-5-30 16,2-5-31-16,-2-9-1 15</inkml:trace>
  <inkml:trace contextRef="#ctx0" brushRef="#br0" timeOffset="81785.44">1566 15797 133 0,'0'0'24'0,"0"0"21"0,0 0-18 16,0 0-3-16,0 0 1 15,0 0 27-15,0 0-5 16,9 43-14-16,-7-18-10 15,0 5-7-15,1 4-7 16,2-1-5-16,-1 0-2 0,1-2-1 16,-1-6 0-16,2-1-1 15,-3-8 0-15,1-2-21 16,-2-7-41-16,-2-7-56 16,0 0-26-16</inkml:trace>
  <inkml:trace contextRef="#ctx0" brushRef="#br0" timeOffset="82084.28">1819 15468 425 0,'0'0'21'0,"0"0"-2"16,0 0-20-16,0 0 1 15,0 0 0-15,42 0 1 16,-19-3 0-16,3-3 0 16,1-1 1-16,2-1-3 0,-2 0 2 15,-2 0-4-15,-5 2-24 16,-2 2-30-16,-7 1-43 15,-7 0-19-15</inkml:trace>
  <inkml:trace contextRef="#ctx0" brushRef="#br0" timeOffset="82328.89">1864 15732 297 0,'0'0'43'16,"0"0"-34"-16,0 0-7 16,0 0 13-16,40 1 12 15,-18-1 3-15,5 0-15 16,4 0-6-16,0 0-4 16,0-3-4-16,1 2 0 0,-3 1 0 15,-7-4-31-15,-10-5-118 16</inkml:trace>
  <inkml:trace contextRef="#ctx0" brushRef="#br0" timeOffset="91629.06">1464 6359 224 0,'0'0'44'0,"0"0"-19"0,0 0 2 15,0 0 18-15,-41-7-32 16,26 11-5-16,-3 6 0 0,2 5 1 15,-6 4 2-15,6 6-2 16,0 3-2-16,3 7-4 16,4 4-1-16,5 5-1 15,4 3 0-15,0 3-1 16,13-1 0-16,7-2-2 0,3-7 1 16,8-6 0-16,0-11 1 15,5-12-3-15,-3-8 2 16,1-3 1-16,-1-16 1 15,-2-12 3-15,-2-10-1 0,-4-6 2 16,-4-5-2-16,-4-2-1 16,-5-1-2-16,-10 0 2 15,-2 3-2-15,-8 3-1 16,-11 4 0-16,-8 6 1 16,-6 9-3-16,-5 10 2 15,-7 12-1-15,0 5-1 0,-2 12 3 16,5 10-3-16,2 4 4 15,9 4-8-15,6 0-18 16,11-3-31-16,10-4-26 16,4-9-8-16,4-8-62 15</inkml:trace>
  <inkml:trace contextRef="#ctx0" brushRef="#br0" timeOffset="92132.18">1600 6125 348 0,'0'0'-3'0,"0"0"10"0,0 0-15 16,0 0-2-16,40 58 10 0,-22-28 3 16,-1 7 0-16,4 4 3 15,1 3-2-15,1 4-4 16,-4 1 5-16,2-4-1 15,-4-5 0-15,-3-7-3 16,-3-8 1-16,-5-10 0 16,-2-5-1-16,-4-4 1 0,0-6 2 15,0 0 39-15,0-2-4 16,-8-9-31-16,2-2-6 16,-1-4-3-16,3-1 5 15,2 0-5-15,2 4 2 16,0 1-3-16,11 5 1 0,7 2-1 15,-1 5 0-15,6 1 1 16,2 1-1-16,-2 9 0 16,2 4 1-16,-4 3 0 15,-1 2-1-15,-5 2-6 16,-4 1 4-16,-6 1 1 0,-5 1 2 16,0 2-1-16,-11 0 3 15,-5-1-1-15,-4 1 2 16,-5-2 0-16,-2-2 0 15,-4-3-4-15,0-2 0 16,-1-3-6-16,3-5-5 16,3-5 2-16,6-4-17 0,6 0-26 15,7-13-61-15</inkml:trace>
  <inkml:trace contextRef="#ctx0" brushRef="#br0" timeOffset="92581.42">2085 6727 336 0,'0'0'8'0,"0"0"12"0,0 0-10 0,0 0 6 0,0 0 3 15,33-55-2-15,-24 32 0 16,-2-1-3-16,2-3-4 15,-2-1-5-15,1-1-3 16,-3 2-1-16,1 2 0 0,0 3-1 16,-4 5 0-16,2 3 5 15,2 7 6-15,3 6-6 16,7 1-7-16,2 3 0 16,6 9 1-16,1 4 1 15,2 2-1-15,-4 2 1 0,-4 3-2 16,-3-3 2-16,-3 0-2 15,-4-2 3-15,-4 1 0 16,-3-4-1-16,-2 2 0 16,-2-1 1-16,-12-2-1 15,-1 0 2-15,-5-1 1 0,-3 0-3 16,-1-3 0-16,0-3-6 16,3-1-3-16,3-5-5 15,7 2-3-15,4-3-25 16,7 0-24-16,0-3-32 15,7-7-71-15</inkml:trace>
  <inkml:trace contextRef="#ctx0" brushRef="#br0" timeOffset="92737.24">2612 6558 424 0,'0'0'40'0,"0"0"-29"0,0 0 0 0,0 0-12 16,0 0-17-16,0 0-65 16,0 0-135-16</inkml:trace>
  <inkml:trace contextRef="#ctx0" brushRef="#br0" timeOffset="94800.93">14379 4645 6 0,'0'0'142'0,"0"0"-136"0,0 0 1 0,0 0-5 16,0 0-2-16,0 0 2 16,0 0-2-16,0 0 0 15,11 44 0-15,-11-24 1 16,0 3 0-16,-1 5 4 15,0 1-1-15,1 5 2 16,0 1-2-16,0 5-3 0,0 0 1 16,0 4 0-16,0 5-1 15,0 4 3-15,0 5-1 16,0 5 0-16,0 6 3 16,0 5-1-16,1 3 3 15,-1 7 2-15,0 0-5 0,0 5 0 16,1 6-2-16,4 3 1 15,-3 0 1-15,1 10 17 16,-1 4-12-16,0 3-7 16,1 3 2-16,1 3 22 15,0 7-8-15,3 0-12 0,0 2-3 16,2 2 3-16,0 2 5 16,1-1 4-16,2 5 0 15,-1 3-6-15,1-1 2 16,-3 5 1-16,-1 1-4 15,1 2-5-15,-1 4-2 0,2-4 2 16,-2 5 4-16,2 1-1 16,-1 0-1-16,2 1-1 15,0-3 0-15,-1 2-1 16,2-1 1-16,0 6 0 16,-3-1 2-16,-1 0-5 0,-1 7 0 15,-4-2-1-15,-3 3 0 16,2-2-1-16,-7 2 1 15,-4 1 0-15,-4 2 6 16,-3 3 4-16,1-1 3 16,-1 3-2-16,3 0-4 0,1-1-1 15,3-2 3-15,-1-2-2 16,5 0-3-16,-2 0-3 16,1 3-1-16,1-3 7 15,-3 1-3-15,-2-1-3 16,1 2-1-16,-4-5 0 0,-3 4 3 15,-3-1 0-15,-2 3 2 16,-4 1-3-16,-2-1 12 16,0 0-4-16,2-3-4 15,0 2-2-15,2-8 2 16,2-3-3-16,6-5 0 16,-1-4 2-16,5-5-1 0,5-5-1 15,0-5-1-15,0-4-1 16,4-3 0-16,-2-8-2 15,2-8 1-15,-1 0-1 16,1-7 0-16,0-6 0 0,-2-5 1 16,0-4-1-16,1-6 0 15,-2-6 0-15,-1-6 0 16,3-6-5-16,-4-7-8 16,1-11-15-16,-6-15-45 15,-7-22-95-15</inkml:trace>
  <inkml:trace contextRef="#ctx0" brushRef="#br0" timeOffset="108210.06">4421 7834 157 0,'-8'15'56'0,"-3"5"-13"0,1 4-41 0,-2 5 1 0,1 2-2 15,-1-1-1-15,-1-2 2 16,2-3-2-16,0-7 1 0,0-1 0 16,4-6 1-16,1-4 1 15,-1-4 3-15,4-3 1 16,3 0 28-16,0-4-30 15,0-9-6-15,4-1 1 16,8-5 1-16,3 1-1 16,4-3 0-16,4-1 1 0,3 2 4 15,5 5-1-15,3-1 0 16,-3 6-1-16,1 1-3 16,-1 4 0-16,-5 5 1 15,-3 0-1-15,-3 0-1 16,-5 0-10-16,-1 6-34 0,-9 2-22 15,-4-3-15-15</inkml:trace>
  <inkml:trace contextRef="#ctx0" brushRef="#br0" timeOffset="108445.35">4463 7847 187 0,'0'0'26'0,"0"0"17"16,0 0-7-16,0 0-11 0,0 0-20 16,0 0-8-16,0 0 3 15,0 0 0-15,0 0 1 16,-16 12-1-16,21-1 0 16,-1-2-3-16,-1 4-32 15,-1-3-16-15,0-3 9 0,-2 1-12 16,0-3-35-16</inkml:trace>
  <inkml:trace contextRef="#ctx0" brushRef="#br0" timeOffset="108803.26">4463 7920 103 0,'0'0'46'0,"0"0"9"16,0 0-10-16,0 0-5 16,0 0-4-16,0 0-17 15,0 0-12-15,0 0-8 16,-9-1 1-16,9 21 1 15,0 8 2-15,5 16 9 16,1 17 7-16,5 16 2 0,-1 17-10 16,2 16 3-16,1 14-2 15,-3 9-8-15,-1 5 0 16,-3 1-1-16,2-4 5 16,-6-4 0-16,0-9 13 0,2-11-15 15,-1-12-2-15,1-6 1 16,0-11-2-16,-1-8-1 15,1-7-1-15,-2-5 2 16,1-6-2-16,-1-7 0 16,0-6 0-16,-2-5-2 0,0 1-24 15,0-1-16-15,-4-1-32 16,-6 1-47-16,-7 1-24 16</inkml:trace>
  <inkml:trace contextRef="#ctx0" brushRef="#br0" timeOffset="109085.02">4224 10806 385 0,'0'0'2'0,"-11"37"2"0,7-7-2 15,5 4-3-15,-1 6 3 16,0 1 8-16,0-3 5 15,3 0-10-15,1-6 0 16,2-5-3-16,1-3 2 0,0-4-3 16,2-4 0-16,2-5-1 15,3-5-1-15,1-5 4 16,4-1 2-16,5 0-3 16,-2-10 2-16,5-3-3 15,0 2 0-15,0 0 0 16,-5 1-21-16,-2 1-54 0,-4 2-45 15,-10 0-64-15</inkml:trace>
  <inkml:trace contextRef="#ctx0" brushRef="#br0" timeOffset="109299.86">4378 11014 445 0,'0'0'4'16,"0"0"15"-16,0 0-9 15,0 0-8-15,0 0-2 16,-21 52 0-16,31-33-2 0,3 2 2 16,1 2 0-16,1 1 0 15,1 3 0-15,-1 3-5 16,1 1-36-16,-3-1-15 16,-2-3-32-16,-3-3-12 15,-2-4-47-15</inkml:trace>
  <inkml:trace contextRef="#ctx0" brushRef="#br0" timeOffset="109661.34">4680 10944 423 0,'0'0'6'15,"0"0"1"-15,0 0-5 0,0 53 5 16,2-33 2-16,7-1 1 16,4-2 0-16,-2-1 1 15,5-6-8-15,2-1-1 16,0-5-2-16,1-4-1 16,2 0 0-16,-1-9 2 15,-2-5 3-15,-2-6-4 0,-5-5 5 16,-7-3-3-16,-4-7 1 15,0-3 5-15,-11-1-1 16,-9 5-1-16,-4 2 1 16,-3 8-2-16,0 10 0 15,-2 8-4-15,6 6 1 0,1 1-2 16,2 13-27-16,4 1-51 16,3 0-89-16</inkml:trace>
  <inkml:trace contextRef="#ctx0" brushRef="#br0" timeOffset="110231">4346 11849 344 0,'0'0'11'0,"-51"11"44"0,31 11-27 0,2 7-10 15,7 8-11-15,5 6-2 16,3-1 1-16,3-2 0 0,0-2 0 16,9-5-3-16,4-7-1 15,3-6-1-15,2-6 0 16,4-6 1-16,1-8-2 15,-1 0 4-15,-2-14 0 16,0-9 0-16,-7-8-4 16,-5-6-7-16,-6 0 7 0,-2-1-1 15,-10 0 0-15,-9 4 0 16,-4 6-1-16,-2 10-3 16,-2 5 1-16,3 9 1 15,2 4-6-15,2 2-8 0,7 10-3 16,3 1-21-16,6-2-23 15,4-6-43-15,0-5-60 16</inkml:trace>
  <inkml:trace contextRef="#ctx0" brushRef="#br0" timeOffset="110658.03">4503 11586 400 0,'0'0'1'15,"8"44"1"-15,0-10-2 0,1 5 11 16,-1 2 2-16,0 1-4 16,0 0 1-16,-1-5-4 15,0-1-4-15,-1-2-1 16,1-4 1-16,-2-3 1 16,-1-4-1-16,0-6-2 15,-1-7 0-15,-1-6 1 0,-2-4 3 16,0-3 4-16,0-12-5 15,0-7 0-15,0-2 1 16,0 0-3-16,6 1-3 16,4 3 3-16,3 9-2 0,5 7-2 15,0 4-1-15,4 4 2 16,1 11-2-16,-6 7 0 16,-3 2 1-16,-5 5 1 15,-5-1-4-15,-2 1 4 16,-2-3 2-16,-9-4 2 15,-4-2 2-15,-1-3-6 0,-1-6 7 16,1-1-3-16,-1-3-1 16,-1-5 0-16,3-2 0 15,1 0-7-15,4-2-22 16,5-11-12-16,3-4-65 0,0-7-34 16</inkml:trace>
  <inkml:trace contextRef="#ctx0" brushRef="#br0" timeOffset="110991.49">4938 11859 208 0,'0'0'10'0,"0"0"39"0,0 0-13 0,0 0 15 16,0 0 4-16,0 0-6 16,0 0-22-16,0 0-16 15,0 0 1-15,-23-7-3 16,7 20-1-16,5-2-4 0,1 4-2 15,8-3-3-15,2-1-3 16,7-2 2-16,9 1 0 16,8 0 0-16,3-1 1 15,5 3 3-15,-3-1-4 16,2 3-7-16,-6 2-17 0,-4 4 4 16,-9-1 3-16,-7 3 7 15,-5 1 5-15,-2-1 3 16,-13 0 7-16,-2-1 0 15,-6 2 0-15,-1-2-2 16,-1 3-1-16,-2-4-22 0,-1 0-68 16,-5 0-70-16</inkml:trace>
  <inkml:trace contextRef="#ctx0" brushRef="#br0" timeOffset="111475.89">4691 12569 379 0,'0'0'8'0,"0"0"21"0,0 0 1 0,0 0-13 0,-32 45-14 16,32-15-3-16,0 14 0 0,10 14 3 16,-1 18 3-16,4 16-1 15,5 16 3-15,-3 13-1 16,1 11 2-16,-3 4 3 16,-1 8 0-16,-4-1-3 15,-5 0-1-15,-3-1 1 0,0-2 0 16,-11-4-2-16,-1-9 0 15,1-15-1-15,0-13 5 16,2-18 6-16,4-20-6 16,3-13-9-16,2-14 1 15,0-9-3-15,0-6 0 0,0-7 0 16,5-1-12-16,1-1-16 16,0-3-8-16,0 3-4 15,-2 1 7-15,0 2 5 16,-1 0 4-16,-1 3-6 15,-2-2-6-15,0 1-26 0,0-3-27 16,-6-2-10-16</inkml:trace>
  <inkml:trace contextRef="#ctx0" brushRef="#br0" timeOffset="111867.11">4579 14877 265 0,'0'0'27'0,"0"0"31"0,0 0-7 15,-38 7-8-15,33-5-20 16,3 0-8-16,2 5-5 16,0 3-10-16,7 4 0 15,5 5 1-15,2 4 2 16,5 2 7-16,1-1 2 0,0-2-1 16,0-3-4-16,1-7-1 15,-6-4 2-15,1-5-4 16,1-3 1-16,-1-18 17 15,4-18-7-15,5-18-8 16,6-25-6-16,2-22-10 0,1-16-36 16,-9-12-98-16</inkml:trace>
  <inkml:trace contextRef="#ctx0" brushRef="#br0" timeOffset="112608.38">5011 10808 59 0,'0'0'8'0,"0"0"60"0,0 0-45 16,0 0 1-16,0 0-6 0,0 0 0 15,0 0 4-15,0 0-5 16,-12-40-7-16,12 34-6 16,0 2-3-16,2 3-1 15,8-2-1-15,-2 0-3 16,3-1-15-16,5-1-13 0,-1-2-12 15,4 0-27-15,-1-3-26 16</inkml:trace>
  <inkml:trace contextRef="#ctx0" brushRef="#br0" timeOffset="112864.32">5184 10667 75 0,'0'0'52'0,"0"0"7"0,0 0-29 16,0 0-2-16,0 0-13 15,0 0-4-15,0 0 9 16,-27 37-2-16,6-13-6 15,-2-1 6-15,-2 1 4 16,1 0-5-16,4-4-2 0,0-4 0 16,7-5-1-16,3-4-1 15,6-2 1-15,0-3-2 16,4 0-9-16,4 0-9 16,7 1 6-16,9 0 1 15,11 2-1-15,10-1 0 16,4 0 0-16,8 2 2 0,1-2-2 15,-3-1 0-15,-4-2-31 16,-7-1-32-16,-10 0-12 16,-8-3-7-16</inkml:trace>
  <inkml:trace contextRef="#ctx0" brushRef="#br0" timeOffset="113701.23">5030 10803 123 0,'0'0'11'0,"0"0"10"0,0 0 11 15,0 0-13-15,0 0-14 16,0 0-4-16,0 0-1 15,0 0 2-15,0 0 6 0,72-7 5 16,-25 2-4-16,11-1-1 16,9-1-3-16,10 4-1 15,10 4-1-15,4-1-1 16,5 10 0-16,7 3-1 16,7 2 0-16,5-3 4 0,8-2 2 15,8-3 5-15,5-7 0 16,9 0-2-16,9-4-2 15,3-9 1-15,-1-3 8 16,3-2 8-16,1-2-20 16,-3-2-2-16,-1-2-1 15,-2 1 4-15,6-1-4 0,-4 0 2 16,1-1 0-16,-3 5-1 16,-4-2 2-16,-4 2 2 15,-4 1 4-15,-7 1 0 16,-10 5-1-16,-6 3-2 0,-7 3-2 15,-9 3-1-15,-5 3-4 16,-7-1 13-16,-5 2-4 16,-1-1 1-16,-9-2 1 15,0 1 6-15,-5-1 0 16,-4-2-1-16,-2-1-6 16,-3-4-1-16,-3 0 0 0,-1-4-4 15,-6 2-1-15,1-4 1 16,-6 1-1-16,0 1 1 15,-3 0-5-15,-6 2 0 16,-5 1 0-16,0 1 0 0,-7 2-2 16,-4 1 2-16,-3 2-1 15,-4 1 0-15,-3 0-4 16,-4 2-17-16,-3 1-19 16,-3-3-18-16,-2-3 5 15,-2-2-63-15,-9-8-119 16</inkml:trace>
  <inkml:trace contextRef="#ctx0" brushRef="#br0" timeOffset="114119.01">10458 9958 361 0,'0'0'6'0,"0"0"8"0,0 0 12 0,0 0-24 15,0 0-1-15,0 0 1 16,0 0 12-16,29 43 4 16,-10-23 0-16,6 5-2 15,2 1 3-15,2 3-1 0,2 2-8 16,-2-1-3-16,-1-2-4 15,-2-4-2-15,-2-3-1 16,-6-6 0-16,-7-5 1 16,-2-5-1-16,-4 1 0 15,-3 1 0-15,-2-1 1 0,-2 4-1 16,-14 8 1-16,-6 8-1 16,-10 11 7-16,-8 11 20 15,-9 7-16-15,0 6-10 16,4-1 0-16,9-4-2 15,11-7-12-15,10-16-48 0,11-21-123 16</inkml:trace>
  <inkml:trace contextRef="#ctx0" brushRef="#br0" timeOffset="115084.47">10035 7259 53 0,'0'0'16'16,"0"0"-11"-16,0 0 18 0,15 39 9 0,-11-23-24 15,-4 1-1-15,2 3 6 16,-2-3-4-16,0 4 5 15,0-1 1-15,0-1-7 16,0-1 1-16,0 0-2 0,0-1-2 16,0-2-1-16,0 0 6 15,0-1 0-15,0 4-4 16,0 3 7-16,-2 5-1 16,0 9 8-16,2 6-6 15,0 10 9-15,0 9-3 0,0 7 3 16,0 8-8-16,8 9-7 15,-2 9 1-15,3 7-3 16,0 5-3-16,2 11 1 16,4-2-2-16,-1 2 1 15,1-2-1-15,2-3 0 0,-2-2 1 16,1-8-1-16,-5-2-1 16,-2-5 2-16,0-6-1 15,0-5 1-15,-3-5 0 16,1-4 4-16,0-5 4 15,0-5-4-15,1-5 0 0,1-3-4 16,3 0-1-16,-1-4 0 16,1-1-2-16,0 0 2 15,-1 3-3-15,-1-4 2 16,-4-2-1-16,1-2 1 16,-3-4-1-16,-2-7 0 15,-2-4 0-15,0-4 0 0,2-6-12 16,-2-5-24-16,0-7-56 15,0-9-70-15</inkml:trace>
  <inkml:trace contextRef="#ctx0" brushRef="#br0" timeOffset="115740.47">10379 11065 204 0,'0'0'8'0,"0"0"-9"0,0 0 2 0,0 0 0 15,-23 58 1-15,25-17 9 16,-2 9 17-16,0 14 23 16,0 10-16-16,0 15-11 15,0 12-10-15,0 11-11 16,0 16 13-16,-2 11 16 0,-6 13-10 16,-1 5 12-16,-1 6-15 15,-2-1 1-15,3-2-3 16,-3-4-11-16,5-8-12 15,1-9 27-15,2-7-11 16,6-4 4-16,-2-9-1 0,0-8-7 16,8-11 0-16,1-7 4 15,3-10-7-15,-4-11-2 16,1-7 1-16,1-10-2 16,-4-6 0-16,-4-6-2 15,-1-9-8-15,0-8-16 0,-1-7-16 16,0-6-16-16,-4-6-14 15,-10-7-51-15,-5 0-117 16</inkml:trace>
  <inkml:trace contextRef="#ctx0" brushRef="#br0" timeOffset="117256.88">6674 9839 185 0,'0'0'79'0,"0"0"-34"0,-41-3 25 0,28 15-35 16,2 8-22-16,1 9-6 15,0 6 0-15,5 6 1 16,-2 1-4-16,4 5-2 0,3-3-2 16,0-1 1-16,0-8-1 15,8-5 1-15,3-9 0 16,7-8 1-16,9-11 0 16,4-2-2-16,7-15 1 15,2-9 0-15,2-1 0 0,1-4 0 16,-7 1-1-16,-3 4 0 15,-8 4-15-15,-8 3-22 16,-5 5-31-16,-7 0 3 16,-5 2 3-16,-1-3-23 15</inkml:trace>
  <inkml:trace contextRef="#ctx0" brushRef="#br0" timeOffset="117412.93">6834 9961 192 0,'0'0'59'15,"-45"-1"50"-15,28 5-38 16,3 13-37-16,10 10-19 15,4 7-8-15,0 5-5 0,11 5-1 16,2 1 2-16,4-1-1 16,2-3-2-16,1 0-2 15,1-6-37-15,-2-6-22 16,-1-9-54-16,-2-11-55 16</inkml:trace>
  <inkml:trace contextRef="#ctx0" brushRef="#br0" timeOffset="117725.26">7080 10021 377 0,'0'0'19'15,"0"0"29"-15,0 0-48 0,0 54 5 16,0-17 11-16,0 1 7 16,0-1-5-16,7-6-8 15,1-3-3-15,6-9-2 16,1-6-3-16,4-7 0 0,1-6 0 15,2 0 1-15,0-15 0 16,-1-6 2-16,-2-10-2 16,-3-6 0-16,-5-6-2 15,-6-1 0-15,-5 0 0 16,-7 3-3-16,-13 8 1 0,-9 9-1 16,-7 10 0-16,0 14-2 15,1 2-2-15,3 17-22 16,4 3-51-16,12-8-122 15</inkml:trace>
  <inkml:trace contextRef="#ctx0" brushRef="#br0" timeOffset="118270.04">10917 9978 288 0,'0'0'46'0,"0"0"43"0,0 0-34 15,0 0-35-15,0 0-19 16,-37 37 4-16,32 6 4 0,3 5-2 16,-1-2-2-16,3-4-4 15,0-5 1-15,9-8 0 16,5-7-1-16,2-6 0 15,8-8 0-15,5-8 1 16,1 0 0-16,7-12-1 0,1-8-7 16,3-6-23-16,-6-1-16 15,-5 0-12-15,-9 2-49 16,-9 2-53-16</inkml:trace>
  <inkml:trace contextRef="#ctx0" brushRef="#br0" timeOffset="118441.12">11027 10137 297 0,'0'0'69'0,"0"0"-12"16,0 0-36-16,-33 53-10 15,35-26-4-15,0 3-5 16,7 1 0-16,2-1-2 0,2 1 0 16,-1 0 0-16,-1 2-18 15,-3-2-49-15,-1-4-71 16,-2-3-48-16</inkml:trace>
  <inkml:trace contextRef="#ctx0" brushRef="#br0" timeOffset="118783.31">11179 10167 371 0,'0'0'18'0,"0"0"37"16,0 0-39-16,0 0-10 15,0 0 9-15,6 51 5 16,3-26 1-16,3 0-9 16,1-4-7-16,3-2-4 15,-1-1 0-15,2-5-1 0,2-6 1 16,1-7 0-16,1 0-1 16,-2-11 2-16,0-12 0 15,1-8 0-15,-9-7 0 16,-4-8 0-16,-6-1-2 0,-1 0 1 15,-17 6-1-15,-14 7 1 16,-8 11-1-16,-5 16-1 16,-2 7 0-16,2 20-1 15,6 8-11-15,9-2-72 16,9-13-145-16</inkml:trace>
  <inkml:trace contextRef="#ctx0" brushRef="#br0" timeOffset="137161.9">15149 5818 165 0,'0'0'54'0,"0"0"-20"0,-21-38 14 0,4 31 0 16,-4 7-5-16,-5 0-16 16,1 16-9-16,1 6-5 15,1 5-6-15,0 8-2 16,8 4-2-16,4 2-2 0,7-1-1 15,4 1 1-15,2-2-1 16,13-5 1-16,5-6-1 16,7-8 0-16,4-7 0 15,1-13 0-15,3 0 1 16,2-18 1-16,-2-10-1 0,-4-9 0 16,-3-7-1-16,-7-2 1 15,-7-3-1-15,-12 0 1 16,-2 2 0-16,-14 5 1 15,-9 7 0-15,-5 9-2 16,-5 8 1-16,0 9-2 16,-2 9-1-16,2 0 0 0,6 15-1 15,5 3-28-15,8 1-17 16,4 2-28-16,9-4 16 16,1-4-30-16</inkml:trace>
  <inkml:trace contextRef="#ctx0" brushRef="#br0" timeOffset="138047.31">15313 5666 336 0,'0'0'5'0,"0"0"51"0,0 0-49 16,0 0-3-16,0 0 2 15,32 60 11-15,-24-29 0 16,0 5-8-16,-1 2-2 15,1 3-4-15,-3 0-2 16,2 1 0-16,-3-4-1 16,-2-4 1-16,-1-7 0 0,-1-6-1 15,0-6 1-15,0-6 0 16,-1-4 0-16,-3-4 1 16,2-1 0-16,-5 0 1 15,4 0-2-15,-1-6-1 0,2-2 0 16,2-2 1-16,0-1-1 15,0-1 0-15,6 1 0 16,2 0 1-16,-2-2-1 16,3 3-1-16,-1 0 2 15,3 0 1-15,1 3 2 0,-1 3 1 16,3 2-1-16,1 2-2 16,-1 0-2-16,-1 5 2 15,1 3-2-15,-5 3 1 16,-1 2-1-16,-5 1 0 15,-1-1 0-15,-2 3 2 16,0-3-2-16,-4 2 0 0,-6-4 1 16,-2 1-1-16,-4-1-1 15,0-2 1-15,1-2-3 16,1-3-1-16,2 0 0 16,6-2 4-16,0-1-2 15,4-1 2-15,2 0 0 0,0 0 0 16,8 0-1-16,8-5 1 15,4-7 0-15,7-2 1 16,6-5-1-16,5-3 2 16,-2-8-2-16,2 3 0 15,-6-7 1-15,-2 3 0 0,-6 1 0 16,-5 2-1-16,-7 4 0 16,-4 4 1-16,-4 5 1 15,-3 5 4-15,-2 3 0 16,1 7 0-16,0 0-5 0,-3 2-2 15,0 9 2-15,-3 2-1 16,2 1 0-16,3 4 0 16,1 2-1-16,0-1 2 15,13-1-1-15,-2 2 1 16,1 1 0-16,1-5-2 16,-3 1 2-16,1-4 1 0,-3 0-1 15,-4-5-1-15,-3-2 1 16,-1 1 1-16,-5-3-1 15,-8 0 1-15,-5 1-1 16,-3-1-1-16,-5 0 1 16,1 2-2-16,3-2 1 0,0-1-12 15,8-1-21-15,3 0-13 16,8-2-35-16,3 0-53 16</inkml:trace>
  <inkml:trace contextRef="#ctx0" brushRef="#br0" timeOffset="138188.26">16020 5972 425 0,'0'0'23'0,"0"0"32"0,0 0-26 16,0 0-24-16,0 0-4 16,0 0-2-16,0 0-29 0,0 0-114 15</inkml:trace>
  <inkml:trace contextRef="#ctx0" brushRef="#br0" timeOffset="140022">15419 6439 165 0,'1'0'39'0,"-1"0"10"0,0 0-21 0,0 0-14 15,0 0-3-15,0 0-2 16,0 0-6-16,0 0-3 16,0 4-1-16,0 1 1 15,0 3 0-15,0 3-2 0,0-1-48 16,-10 2-93-16</inkml:trace>
  <inkml:trace contextRef="#ctx0" brushRef="#br0" timeOffset="140273.32">15209 7835 387 0,'0'0'14'0,"0"0"8"15,0 0-15-15,0 0-6 16,0 0-2-16,0 0-25 0,0 0-51 16,0 0-15-16,15-7-86 15</inkml:trace>
  <inkml:trace contextRef="#ctx0" brushRef="#br0" timeOffset="140445.38">15267 8879 366 0,'0'0'60'0,"0"0"-61"16,0 51-6-16,2-24-9 15,-2 6-84-15,0 2-2 16</inkml:trace>
  <inkml:trace contextRef="#ctx0" brushRef="#br0" timeOffset="140613.96">15408 10053 425 0,'0'43'4'16,"0"-9"0"-16,-3 3 7 15,1 2 5-15,0 2-13 16,0 1-2-16,0-3-49 16,0-7-112-16</inkml:trace>
  <inkml:trace contextRef="#ctx0" brushRef="#br0" timeOffset="140798.57">15353 11459 513 0,'-6'50'-6'16,"8"-4"-21"-16,-2-1-79 0,7-1-33 15</inkml:trace>
  <inkml:trace contextRef="#ctx0" brushRef="#br0" timeOffset="141020.26">15437 13068 506 0,'0'55'-28'0,"0"-5"15"16,4 1-52-16,10 0-53 15</inkml:trace>
  <inkml:trace contextRef="#ctx0" brushRef="#br0" timeOffset="141191.6">15436 14431 420 0,'0'47'105'16,"3"-4"-112"-16,7 2 6 15,9 7-4-15,-1 2-49 16,-2-5-146-16</inkml:trace>
  <inkml:trace contextRef="#ctx0" brushRef="#br0" timeOffset="141987.04">15526 15304 406 0,'0'0'29'0,"0"0"5"16,0 0-16-16,0 0-9 0,0 0-8 15,0 0 0-15,0 0-2 16,50 0 1-16,-33 6-29 15,-3-5-82-15,-1-1-75 16</inkml:trace>
  <inkml:trace contextRef="#ctx0" brushRef="#br0" timeOffset="143105.25">15195 16622 128 0,'0'0'-5'0,"0"0"6"16,0 0 0-16,0-39 2 15,0 32 3-15,0 1 5 0,-4 3 11 16,1 1 7-16,-1 2-3 16,-4 0-3-16,3 9-4 15,-6 11-1-15,1 5 7 16,0 8 2-16,-2 5 4 16,1 2-16-16,2 4-6 0,2-3-4 15,-1-2-3-15,3-7-1 16,1-7 0-16,1-7 0 15,2-9-1-15,1-7 1 16,0-2 13-16,4-7 16 16,5-8-26-16,5-4-3 0,3-1 0 15,3-2-1-15,2 3 0 16,5 5 1-16,0 4-1 16,2 7 0-16,0 3 0 15,0 6 0-15,-2 12 0 16,-6 9 0-16,-4 5-1 0,-3 4 1 15,-8 1 0-15,-6 0 0 16,0-1 1-16,-8-6 0 16,-9-3 0-16,-3-4 0 15,-4-2 2-15,-3-1 2 16,-2-2-3-16,-2-2-1 0,2-1 0 16,2-2 0-16,4-4-1 15,4-4 1-15,2-5-3 16,7 0-29-16,3-1-29 15,6-15-23-15,1-7-14 16</inkml:trace>
  <inkml:trace contextRef="#ctx0" brushRef="#br0" timeOffset="143352.01">15113 16666 261 0,'0'0'4'0,"0"0"30"0,0 0 23 0,0 0-9 0,0 0-18 15,0 0-14-15,0 0-9 16,11-38 0-16,15 32-1 0,6 2 1 16,4-2-3-16,2 1-3 15,4 2 0-15,-1-3-1 16,-1 3 0-16,0 0-13 15,-2 1-38-15,-6-1-38 16,-1-3 7-16,-2-1-41 0</inkml:trace>
  <inkml:trace contextRef="#ctx0" brushRef="#br0" timeOffset="143745.79">15709 16624 255 0,'0'0'2'15,"0"0"34"-15,-41 22 1 16,24-7 23-16,-3 5-25 16,0 5-15-16,-2 6 8 15,5 2-6-15,2 7-10 0,5-2-7 16,7 4-1-16,3-3-2 16,0-6 0-16,13-2-2 15,4-7 1-15,6-8-1 16,6-8 2-16,6-8-2 15,0 0 1-15,1-14-1 16,-2-5 1-16,-1-10 2 0,-6-4-2 16,-10-4-1-16,-3 0 2 15,-11-4-1-15,-3 1 2 16,-13-2 1-16,-13 3-3 16,-7 4 1-16,-10 5-3 0,-3 9 2 15,0 10-1-15,2 9-2 16,6 2 0-16,7 13-13 15,8 8-30-15,8 2-40 16,8-3-28-16,7-3-22 16</inkml:trace>
  <inkml:trace contextRef="#ctx0" brushRef="#br0" timeOffset="145176.98">16154 16770 201 0,'-7'-7'42'0,"3"1"21"0,-2 3-2 0,5 0-15 16,1-1-14-16,0 4-19 15,3 0-9-15,10 0-4 16,5 0 0-16,6 0 0 16,2 0 0-16,1 0 0 0,-2 4-4 15,0-1-31-15,-4 2-37 16,-7-2-9-16,-4-1-22 16</inkml:trace>
  <inkml:trace contextRef="#ctx0" brushRef="#br0" timeOffset="145364.32">16116 16896 22 0,'0'0'236'15,"0"0"-216"-15,0 0 1 0,0 0-14 16,0 0 8-16,0 0 5 16,63 17-6-16,-24-26-6 15,5-2-7-15,5-3 0 16,-1 0 0-16,2 1-7 15,-3-1-44-15,-2 3-17 16,-5-5-39-16</inkml:trace>
  <inkml:trace contextRef="#ctx0" brushRef="#br0" timeOffset="145922.99">16668 16659 265 0,'0'0'4'15,"0"0"34"-15,0 0 1 0,0 0-5 16,0 0-31-16,0 0 10 16,0 0 10-16,5 53 3 15,6-25-8-15,-2 1-6 16,-2 3-5-16,2 2-3 15,-4-1-2-15,-1-2 0 0,0-2-1 16,-4-8-1-16,0-7 1 16,0-4-1-16,0-6 3 15,0-4-2-15,0 0 28 16,-6-4-13-16,-1-9-13 16,-2-5 0-16,2-5 0 0,0-3-2 15,5-5 1-15,2-1-1 16,0-2-2-16,3 2 2 15,12 2-2-15,5 2 1 16,2 7 1-16,4 2-1 16,-1 5 0-16,2 7 0 0,0 3 0 15,-4 3-1-15,0 1 1 16,-2 3 0-16,-2 6 0 16,-2 7-1-16,1 2 1 15,-5 1 1-15,-1 3-1 16,-3 2 0-16,-1 2 0 15,-3-1 0-15,-2 3 0 0,-3-1-1 16,0-2 1-16,0 1-5 16,0-4-22-16,0-2-10 15,0-1-23-15,0-5-42 16,0-7 15-16,1-7-114 16</inkml:trace>
  <inkml:trace contextRef="#ctx0" brushRef="#br0" timeOffset="146454.79">17236 17038 397 0,'0'0'3'0,"0"0"34"0,0 0-14 0,0 0 0 15,0 0-11-15,0 0-7 0,0 0 3 16,0 0 2-16,0 0 1 15,-4-44-5-15,8 33-3 16,7-2 1-16,5 2-3 16,2 0-1-16,7 3 0 15,-1 1 0-15,1 7 1 16,-3 0-2-16,0 5 1 0,-6 7-2 16,-3 7-3-16,-4 4 1 15,-5 3-3-15,-4 2-2 16,0 1-12-16,-4 0 19 15,-7 0 1-15,-3-1-2 16,-1-3 1-16,-1-2 0 0,3-2 1 16,4-4 1-16,0-3 0 15,4-5 0-15,5-1 0 16,0-2 0-16,2-5 0 16,11-1 1-16,8 0 0 15,4-2 0-15,10-8 0 0,8-2 1 16,6 0 5-16,-1 0 8 15,3 2-11-15,-6 0-2 16,-6 5 5-16,-8 1 0 16,-8 2-2-16,-5 1 0 15,-7 1 3-15,-2 0-5 0,-5 0-2 16,-4 0 0-16,0 3-2 16,-2 2-5-16,-6 1-31 15,-2-5-45-15,-1-1-90 16</inkml:trace>
  <inkml:trace contextRef="#ctx0" brushRef="#br0" timeOffset="148435.1">17842 6178 253 0,'0'0'5'0,"0"-2"44"0,0-4-11 16,0 2 2-16,0 1-23 15,0 1-7-15,0 0-4 16,0 2-1-16,-1 0-4 16,1 0 0-16,0 0-1 0,0 0 0 15,0 0-1-15,0 0-2 16,0 3-14-16,-2 6-35 16,-2 1-22-16,-1 1-33 15</inkml:trace>
  <inkml:trace contextRef="#ctx0" brushRef="#br0" timeOffset="148742.15">17672 7290 413 0,'0'0'-3'15,"0"0"7"-15,0 0-4 16,0 0-3-16,0 0-83 0,0 0 23 15,0 0-9-15,0 0-64 16</inkml:trace>
  <inkml:trace contextRef="#ctx0" brushRef="#br0" timeOffset="149351.1">17800 6514 217 0,'0'0'-4'0,"-28"42"5"0,13-10 0 15,-1 11 9-15,-4 5-4 16,3 4-2-16,0 1-3 16,0-5-1-16,3-8 1 0,1-6-1 15,4-14 0-15,4-7 0 16,3-12 1-16,2-1 64 15,2-12-51-15,8-7-12 16,2-2-1-16,3-3 1 16,0-2-1-16,5 2-1 0,-1 3 1 15,6 1 1-15,0 4 14 16,5 6 13-16,2 6-1 16,4 4-11-16,-2 4-10 15,2 13-4-15,0 3-3 16,-7 4 0-16,-3 2-2 0,-3-1-39 15,-5 0-35-15,-5-6 8 16,-9-4-50-16</inkml:trace>
  <inkml:trace contextRef="#ctx0" brushRef="#br0" timeOffset="149932.79">17856 6835 109 0,'0'0'17'0,"0"0"5"0,0 0-19 15,0 0 17-15,-15 60 4 16,13-20-3-16,0 11 4 0,-3 16 1 15,4 13-11-15,-1 14-2 16,1 11-5-16,-1 9-2 16,2 9 1-16,0 4-4 15,0 2 0-15,-2 0 1 16,0 2 1-16,-2-2 2 0,-2 2 0 16,2-2 1-16,0-2 0 15,1 1 2-15,1-3 1 16,2-2 3-16,0 1-7 15,0 0-1-15,-2 3-2 16,-2 5 0-16,-2 6 2 0,-4 15 3 16,1 8 4-16,0 6-8 15,2 9-1-15,0 10-3 16,1 6-5-16,-3 7-6 16,-3 11-8-16,0 6-6 15,-2 6 1-15,2-4-9 0,4-5-15 16,-1-12 45-16,2-21-21 15,0-21 10-15,-4-20 7 16,-2-21 4-16,0-18 2 16,0-17-2-16,3-13 4 15,4-9 0-15,4-11 4 0,2-9 0 16,2-10-2-16,6-8-4 16,-5-9-14-16,-1-11-157 15</inkml:trace>
  <inkml:trace contextRef="#ctx0" brushRef="#br0" timeOffset="150807.24">17102 13489 236 0,'0'0'49'0,"0"0"-11"0,0 0-34 16,-9 48 10-16,0-19-1 0,-3 1-6 16,4 0-4-16,1-3-1 15,5-6 0-15,2-5-1 16,0-6 0-16,11-5 1 16,8-5 3-16,5 0 8 15,4 0-3-15,3 0-4 0,-2 0-4 16,-3 6 0-16,-6 9-2 15,-9 7 0-15,-7 3 0 16,-4 5 0-16,-5 1 1 16,-9-1-1-16,-5-3 1 15,-2-4 0-15,0-5-1 0,-3-3-2 16,-2-4-23-16,1-5-15 16,-2-5-50-16,-1-1-6 15</inkml:trace>
  <inkml:trace contextRef="#ctx0" brushRef="#br0" timeOffset="150963.29">16988 13690 275 0,'36'-32'28'16,"8"-5"-15"-16,8-1 15 16,6 1-4-16,1 3-17 15,-1 5-6-15,-3 5 0 0,-4 6-19 16,-10 4-57-16,-5 2-27 15</inkml:trace>
  <inkml:trace contextRef="#ctx0" brushRef="#br0" timeOffset="151245.04">17498 13526 271 0,'0'0'28'0,"-28"67"25"16,19-35-18-16,7 1-20 15,2-3-10-15,5-4 4 16,9-5 1-16,5-8-5 15,4-4 2-15,6-9 2 0,2-1 6 16,1-15-5-16,1-5-5 16,-2-7 2-16,-6-5-3 15,-9 0 0-15,-5-2-1 16,-8-2-3-16,-3 3 2 16,-10 3-2-16,-10 5-1 15,-5 8 0-15,-8 8-7 0,-2 10-4 16,-2 1-10-16,1 16-11 15,7 8-12-15,5 3-33 16,4 2-21-16,9 0-20 16</inkml:trace>
  <inkml:trace contextRef="#ctx0" brushRef="#br0" timeOffset="151631.32">17989 13440 354 0,'0'0'2'0,"0"0"9"16,-42 31-6-16,28-2 8 0,1 3-5 16,4 2-2-16,6 0 7 15,3-7-1-15,4-3-7 16,11-7-3-16,7-7 0 15,5-8 1-15,2-2-1 16,1-9-1-16,-4-11 3 0,0-4-3 16,-9-6 1-16,-7-1-1 15,-8-2 0-15,-2 2 0 16,-15 1 0-16,-11 5-2 16,-6 3 1-16,-8 9 0 15,-1 4 0-15,3 7-1 0,2 2 0 16,8 0 0-16,10 0-20 15,9 2-21-15,9-2-31 16,0 0-32-16,18-5 30 16</inkml:trace>
  <inkml:trace contextRef="#ctx0" brushRef="#br0" timeOffset="152023.01">18131 13232 248 0,'0'0'20'16,"0"0"25"-16,18 51 2 15,-13-16-11-15,0 4-21 16,-1 4-6-16,1 2-4 0,-3-1-3 16,2-4 0-16,1-6-1 15,-1-6 0-15,-2-11-1 16,4-7 1-16,-2-9-1 16,0-1 4-16,-2-15 1 15,2-5-3-15,1-7-2 0,0-5 2 16,6-2-1-16,-2 2-1 15,5 5 6-15,1 6-4 16,1 8-1-16,-1 6-1 16,-2 7-1-16,-3 6 1 15,-4 9-1-15,-3 5 1 0,-3 5 0 16,0-2 0-16,-2 2-1 16,-5-1 2-16,-5-3-1 15,-1-5-1-15,0-2-4 16,-1-4-4-16,1-3 0 15,-1-4-3-15,1-3 4 0,1 0-2 16,4 0-2-16,3-7 4 16,4-3-5-16,1 0-44 15,8-4-35-15,8 1 17 16</inkml:trace>
  <inkml:trace contextRef="#ctx0" brushRef="#br0" timeOffset="152289.09">18526 13387 152 0,'0'0'37'0,"0"0"21"0,0 0 1 16,0 0-16-16,0 0-22 0,0 0 2 15,-41-34-2-15,26 45-9 16,1 2-6-16,6 5-4 16,5 2-1-16,3 0 0 15,4 0-1-15,12 1 0 16,6-1 2-16,1-1-2 0,0-2 0 15,1-2 1-15,-8-2 1 16,-6 0-2-16,-6-3 0 16,-4 2 0-16,-8 1 1 15,-13 0 0-15,-6 3 0 16,-5 2-3-16,-11 4-25 0,-4 1-33 16,-4-1-77-16</inkml:trace>
  <inkml:trace contextRef="#ctx0" brushRef="#br0" timeOffset="152661.24">17730 14195 259 0,'0'0'151'0,"0"0"-143"16,0 0 12-16,0 0-21 15,-2 58 2-15,2 7 8 16,0 15 19-16,2 18 4 0,5 10-6 16,1 7 2-16,-1 5-17 15,2-3-4-15,0-7-5 16,-1-11 0-16,1-10-2 15,1-12 0-15,-5-13 0 16,3-5-1-16,-4-11-10 0,-3-9-16 16,-1-5-24-16,0-9-11 15,-1-10-39-15,-8-8-55 16</inkml:trace>
  <inkml:trace contextRef="#ctx0" brushRef="#br0" timeOffset="152880.21">17649 15547 384 0,'0'0'7'16,"0"0"21"-16,0 0-12 15,0 0-12-15,0 0 6 0,0 0 9 16,3 44 5-16,11-30-1 16,5-1-3-16,-1-3-9 15,5-4-5-15,-1-2-2 16,5-4-1-16,2-4-1 15,6-14 0-15,3-10-1 0,5-13 0 16,2-11 0-16,4-10-13 16,-3-11-30-16,-3-14-49 15,-5-11-135-15</inkml:trace>
  <inkml:trace contextRef="#ctx0" brushRef="#br0" timeOffset="153722.26">20260 5895 210 0,'0'0'65'0,"-12"60"-64"0,-5-22 13 0,-5 10 21 16,-1 2-22-16,1 1-5 15,-2-3-4-15,5-5-1 16,0-10-2-16,5-8 4 16,7-12 6-16,5-13 8 15,2-1 30-15,4-19-40 0,10-9-7 16,4-5-1-16,4-3-1 15,5-4 0-15,2 2 0 16,-1 0 0-16,5 3-1 16,0 8 2-16,0 8-2 15,1 13 2-15,-2 7 1 0,1 10-1 16,-2 14 0-16,0 7-1 16,-2 2 0-16,-4 4 0 15,-5-3-1-15,0-1-5 16,-6-3-28-16,-7-3-20 15,-5-6-26-15,-2-4-20 0</inkml:trace>
  <inkml:trace contextRef="#ctx0" brushRef="#br0" timeOffset="154175.92">20399 6050 225 0,'0'0'31'0,"0"0"-3"15,0 0 18-15,0 0-17 16,0 0-21-16,0 0 4 16,-34 84 11-16,28-22 4 15,1 15-4-15,-3 18-5 0,2 21-6 16,1 14 1-16,2 19 9 16,2 9-6-16,1 12-7 15,0 9-3-15,0 4 0 16,0 2 3-16,3 1 0 0,-1-1 0 15,-1-1 0-15,0-1-2 16,-1-3 3-16,0 1 6 16,-7-5-1-16,-3 3 4 15,-4-6-7-15,-2 0-2 16,-2-1-5-16,-1-4-3 16,0-7-1-16,-1-10-1 0,1-4 1 15,2-12 0-15,0-11-2 16,-1-13 1-16,5-8 1 15,1-10-1-15,3-13 0 16,5-10 0-16,2-11 0 16,2-13-3-16,0-8-10 0,2-13-19 15,2-7-23-15,-3-13-49 16,-1-5-28-16,-3-21-127 16</inkml:trace>
  <inkml:trace contextRef="#ctx0" brushRef="#br0" timeOffset="154608.89">19424 12225 363 0,'0'0'36'0,"0"0"14"0,0 0-16 0,0 0-28 0,0 0-4 16,0 0-1-16,0 0 2 15,0 0-3-15,0 0 0 16,0 0 0-16,63 33 2 16,-30-20-2-16,3 5 1 15,-4 3-1-15,-4 6 0 16,-7 5 1-16,-10 3-1 0,-7 4 0 16,-4-3 1-16,-6-1 0 15,-9-6-1-15,-2-4 0 16,-3-7 0-16,0-7-20 15,-1-5-42-15,-1-6-49 16,0-10-32-16</inkml:trace>
  <inkml:trace contextRef="#ctx0" brushRef="#br0" timeOffset="154958.03">19504 12083 411 0,'0'0'2'0,"54"-58"17"16,-16 31-12-16,7 1 3 15,5 2-7-15,4 4-1 16,0 0-2-16,-3 5 1 16,-9 6-1-16,-7 7 0 15,-9 2 1-15,-10 12-2 0,-11 15 1 16,-5 6 1-16,0 7 11 16,-5 2 12-16,-4 2-3 15,1-3-3-15,2-2-9 16,5-6-5-16,1-7-2 15,0-6-1-15,7-6-1 0,10-6 2 16,1-8-1-16,5-2 0 16,-3-13 0-16,2-4 1 15,-6-5-2-15,-5-4-2 16,-7-2-2-16,-4-4-9 16,-2-2-6-16,-11 3-1 0,-3 4-1 15,-4 3 2-15,3 8-29 16,2 5-20-16,3 3-47 15,7 7-53-15</inkml:trace>
  <inkml:trace contextRef="#ctx0" brushRef="#br0" timeOffset="155663.24">20506 11915 378 0,'0'0'9'0,"0"0"20"15,-20 46 0-15,2-18 13 16,-3 2-23-16,1 3 16 16,3-2-15-16,5 0-13 15,6-8-5-15,5 0-1 16,1-6 0-16,8-6 0 16,10-6 0-16,2-5-2 0,2-2 1 15,0-12-3-15,-1-9-2 16,-2-3-2-16,-7-5 3 15,-7-4 2-15,-5-2 0 16,-1 2-6-16,-15 2-6 0,-6 4 2 16,-4 4 4-16,-2 6-3 15,2 6-6-15,5 3-11 16,4 4-15-16,5 0-13 16,12 3-32-16,0-3 19 15,16-1-36-15,9-1 42 16,4 1 58-16,4 3 18 0,3 4 60 15,-6 0-4-15,1 11-16 16,-4 11 14-16,-3 7-20 16,-6 6-22-16,-3 5-9 15,-5 1-2-15,-4 2-4 16,-4-2-4-16,-2-3-4 0,0-8 0 16,-7-4-1-16,1-8 1 15,-2-8-1-15,2-7 0 16,1-3 3-16,4-7-3 15,1-10 0-15,0-6 0 16,4 2-1-16,2 2 1 0,4 2-1 16,-3 5 1-16,3 6-1 15,0 6 0-15,-4 0 0 16,1 7 0-16,-2 7 0 16,0 0 0-16,-1 2 0 15,0-3 0-15,-4-2-1 0,1-1-3 16,0-7-6-16,0 1 0 15,1-4 1-15,-1 0 2 16,2 0 6-16,-1-3-1 16,0-1-6-16,2-3 0 15,1-1-3-15,2 2-18 0,2 0-34 16,-2 2-5-16,3 1-13 16,0 1-27-16</inkml:trace>
  <inkml:trace contextRef="#ctx0" brushRef="#br0" timeOffset="155950.13">20817 12130 11 0,'0'0'40'0,"0"0"9"0,0 0 1 0,0 0-4 0,0 0 5 16,0 0 11-16,39 10-14 15,-29-20-11-15,1-1-6 16,0-3-7-16,5-4-1 16,-1-3-2-16,1 1-10 0,-1 0-2 15,2 2-2-15,-2 1 1 16,1 5-4-16,-3 7 3 15,1 5-3-15,-3 0-3 16,-1 12 0-16,-4 7 0 16,0 5-1-16,-4 3 0 15,-2 0 0-15,0 1 1 0,-13-2-1 16,-1-2 0-16,-8 0-6 16,-3-1-32-16,-6-2-16 15,-3-2-38-15,-5-2-75 16</inkml:trace>
  <inkml:trace contextRef="#ctx0" brushRef="#br0" timeOffset="156547.09">20000 13408 218 0,'0'0'8'0,"0"0"19"0,0 0-24 0,1 67 15 16,0-9 20-16,-5 19 4 0,-1 18-9 16,2 15 5-16,3 14-13 15,0 11 1-15,0 9-2 16,6 8-7-16,3-6-6 16,0-1-2-16,-2-10-2 15,-1-12-3-15,-4-13 0 0,1-18-3 16,0-12 1-16,-1-15-1 15,0-10 1-15,1-14-1 16,1-8-2-16,-1-12 1 16,2-6-3-16,-2-7-32 15,0-5-14-15,-2-3-2 16,-1-6-28-16,0-11-118 0</inkml:trace>
  <inkml:trace contextRef="#ctx0" brushRef="#br0" timeOffset="156802.85">19806 15395 370 0,'0'0'4'0,"-2"46"-1"16,4-17 17-16,14 1 19 15,6 3-7-15,5-6-15 0,6-5-2 16,1-6 0-16,3-6-8 15,2-3 7-15,-3-7-6 16,0 0-2-16,2-14-3 16,0-11 3-16,-1-10-2 0,-1-9 0 15,-5-7 0-15,-5-5-1 16,-4-3-2-16,-11-2 0 16,-5-1-19-16,-6-8-65 15,0-5-56-15</inkml:trace>
  <inkml:trace contextRef="#ctx0" brushRef="#br0" timeOffset="157734.26">22586 5750 216 0,'0'0'28'0,"0"0"-8"0,0 0-7 0,0 0-11 15,0 0 1-15,-29 47 1 16,9-23 0-16,0 2-3 16,-3 0 1-16,6-1-1 15,1-3 0-15,5-6 1 0,2-3-2 16,6-7 0-16,3-6 0 15,2-2 8-15,11-12-2 16,5-4-4-16,4-5-2 16,3-3 2-16,3-1-1 0,-1 2 0 15,-2 2 4-15,-4 5 18 16,0 6-2-16,-2 5-4 16,-2 7-4-16,-1 0-10 15,-1 13 0-15,1 7-1 16,-3 4 1-16,1 1-25 15,-5 3-33-15,-1-6-27 0,-3-2-28 16</inkml:trace>
  <inkml:trace contextRef="#ctx0" brushRef="#br0" timeOffset="158274.16">22627 5849 168 0,'0'0'15'16,"0"0"17"-16,0 0 1 0,0 0-12 15,0 0-6-15,0 0-10 16,0 0-1-16,0 0 9 16,0 0 13-16,-14 43-4 15,15-11 0-15,1 9-9 16,-2 8-2-16,1 10 0 0,-1 15-3 15,0 15 2-15,-2 13-1 16,-2 20 0-16,-3 17-3 16,1 18 5-16,1 7 6 15,1 6 3-15,2 3-8 16,2-3-5-16,0-1-1 0,0-11 1 16,0-2 4-16,2-5-3 15,5-4-1-15,-2 1 0 16,1-6 2-16,0 4-2 15,0-4-1-15,2 3 3 16,-3-3-1-16,3 0-4 0,-1-3-2 16,2-5-1-16,0-2-1 15,0-1 1-15,0-6 0 16,-2-6-1-16,-1-1 0 16,-3-6 0-16,-1-4 1 15,-2-3 1-15,0-7 1 0,0-4 0 16,-5-4-1-16,-5-8 0 15,-2-7 0-15,3-7-2 16,0-11 1-16,-4-5 0 16,4-13-1-16,2-6 0 15,-2-11-18-15,-1-9-39 16,0-13-56-16,-8-10-106 0</inkml:trace>
  <inkml:trace contextRef="#ctx0" brushRef="#br0" timeOffset="158879.14">22001 11688 390 0,'0'0'68'0,"0"0"-60"0,0 0 9 0,0 0-17 0,0 0 2 16,-29 54-2-16,27-24 1 15,2 1-1-15,9-5 0 16,7-2 0-16,10-1 1 16,1 2-1-16,3 0 1 0,-2 3-1 15,-3 0 0-15,-8 2-2 16,-5-3 1-16,-11 2 1 16,-1-4 0-16,-14-1 0 15,-9-4 0-15,-2-4 1 16,-4-3-1-16,-3-4 0 15,0-2 1-15,-1-5-2 0,4-2 0 16,1 0-10-16,4-13-12 16,6-5-20-16,6-14-53 15,8-9-84-15</inkml:trace>
  <inkml:trace contextRef="#ctx0" brushRef="#br0" timeOffset="159270.07">22023 11732 307 0,'0'0'5'0,"67"-47"42"15,-33 30-26-15,2 5-10 16,-1 5-8-16,0 4-3 16,-1 3 2-16,0 0-6 0,-4 0-23 15,-2 4-31-15,-3 7-1 16,-11 3 35-16,-3 5 19 16,-7 5 5-16,-4 6 17 15,0 4 32-15,-4 2-2 16,-3 1-16-16,5-1-17 0,2-3-2 15,2-6-7-15,12-3-2 16,2-10 1-16,8-9 5 16,3-5 5-16,2-6-2 15,1-13-5-15,0-6-4 16,-5 0 0-16,-6-4-2 0,-5-4 1 16,-9 2-1-16,-5-3-1 15,-3 1 1-15,-15 2-1 16,-5 4-3-16,-4 4-4 15,-5 9 2-15,-2 10-1 16,3 4-1-16,5 1-7 0,4 13-4 16,7 3-4-16,9 1-9 15,6 1-29-15,3-4-6 16,14-2-23-16</inkml:trace>
  <inkml:trace contextRef="#ctx0" brushRef="#br0" timeOffset="159676.16">22961 11765 316 0,'0'0'25'0,"0"0"32"0,0 0-49 16,0 0 7-16,-19 38-1 15,13-18-2-15,3 0-5 16,4 1 1-16,-1-2-1 16,6-1-4-16,5-4-1 15,3-4-1-15,3-5 0 0,1-5 1 16,-2 0 0-16,0-9 0 15,-2-8-1-15,-3-3 1 16,-7 0-1-16,-4-7 0 16,0 0 0-16,-7-1 0 0,-12-2-1 15,-1 4 0-15,-6 5-4 16,0 4-8-16,-1 9-13 16,4 6-26-16,1 0-42 15,9-1-22-15</inkml:trace>
  <inkml:trace contextRef="#ctx0" brushRef="#br0" timeOffset="160238.2">23154 11551 391 0,'0'0'10'0,"0"0"2"16,20 59 4-16,-15-26 0 15,-2 2-8-15,-1 2 1 0,-2-4-3 16,0 1 1-16,0-7-1 15,-1-4-3-15,-3-6-2 16,2-5 0-16,-1-6 0 16,3-6 0-16,0 0 7 0,5-13-7 15,6-4 1-15,7-4-2 16,4 1 1-16,3 6-2 16,-2 3 2-16,1 8-2 15,-8 4 1-15,-2 9-1 16,-9 9 1-16,-4 3 0 0,-1 1-3 15,-8 1-6-15,-7 0-2 16,-3-4 4-16,0-1-5 16,1-5-9-16,3-1-16 15,0-6-17-15,6-6-26 16,4-1 22-16,4-1 14 16,0-11-12-16,8-2-14 0,8-1 60 15,2-1 35-15,7 0 51 16,1-1-5-16,3 0-4 15,5-1 3-15,4-2-22 16,5-3-13-16,3 1-6 16,-1 0-11-16,-4 4-3 0,-4 5-3 15,-6 7 3-15,-6 6-3 16,-9 7-7-16,-9 12-3 16,-6 5 1-16,-1 3-2 15,-11 0 0-15,-9 1-1 0,-7-1 0 16,-4 2-3-16,-10-2-41 15,-3-3-40-15,-9-6-143 16</inkml:trace>
  <inkml:trace contextRef="#ctx0" brushRef="#br0" timeOffset="160772.18">22560 12583 266 0,'0'0'2'0,"0"0"49"0,-31 67-15 16,20-3 11-16,4 24-4 15,5 24-5-15,0 17 1 0,2 17-11 16,0 6 2-16,0 7-14 16,3 2-8-16,2-9-2 15,-2-6 2-15,-1-9-1 16,-2-12-1-16,0-9-3 16,0-12-2-16,-5-8 0 0,-5-9 0 15,-1-13 0-15,1-10-1 16,1-13 0-16,-2-13 0 15,6-11 0-15,-3-7-1 16,5-7-7-16,-3-3-11 16,-1-3-20-16,0 1-34 0,-2 2-4 15,-2 2-11-15,-7-1-40 16,-2 2-33-16</inkml:trace>
  <inkml:trace contextRef="#ctx0" brushRef="#br0" timeOffset="161035.19">22149 15000 371 0,'0'0'11'0,"0"0"25"16,0 0-16-16,0 0-19 0,0 0 4 16,0 0 5-16,51 31 7 15,-24-17-1-15,0 2-8 16,2-2-4-16,0-2-3 15,4-3-1-15,-1-4 1 16,-3-5-7-16,-1 0-13 0,1-4-7 16,-1-7-23-16,3-7-13 15,-2-4-42-15,0-8-27 16</inkml:trace>
  <inkml:trace contextRef="#ctx0" brushRef="#br0" timeOffset="161191.74">22808 14754 487 0,'0'0'19'16,"0"0"27"-16,-43 50-19 15,17-20-5-15,-3 7-8 16,-1 3-9-16,-3-1-3 0,1 0-1 16,-2-5-1-16,-1 0-5 15,0-7-40-15,1-10-71 16,-1-13-145-16</inkml:trace>
  <inkml:trace contextRef="#ctx0" brushRef="#br0" timeOffset="164461.17">6108 13837 211 0,'0'0'27'0,"-1"41"-23"0,-1-5 16 15,2 13 4-15,2 13-11 16,1 17-4-16,4 14 0 0,4 10 4 15,0 5 37-15,1 5-39 16,3-7-9-16,-1-10-1 16,1-10 1-16,1-14-2 15,-3-15 3-15,1-9 0 16,-6-8-2-16,1-9-1 0,-2-7 1 16,-3-7-1-16,1-5-21 15,0-11-28-15,-3-1-1 16,-2-20 10-16,0-14-64 15</inkml:trace>
  <inkml:trace contextRef="#ctx0" brushRef="#br0" timeOffset="164805.07">6084 13989 293 0,'-12'-37'4'0,"1"0"8"15,5 2 2-15,6 7 1 16,0 6-9-16,8 2-4 16,8 4-2-16,8 5 0 15,3 4 0-15,5 6 0 0,5 1 0 16,4 7 0-16,-3 11 0 16,-2 5 0-16,-1 6 0 15,-6 3 0-15,-6 5 0 16,-8-3 1-16,-5 1-1 15,-8-2 1-15,-2 0 1 0,-12-2 2 16,-10 0 5-16,-5 1-3 16,-6 0-3-16,-4 1-1 15,2-2-1-15,1-2-2 16,7-4-1-16,8-7 0 16,5-5-12-16,12-7-39 15,2-6-27-15,0-4-82 0</inkml:trace>
  <inkml:trace contextRef="#ctx0" brushRef="#br0" timeOffset="165053.82">6828 13897 401 0,'0'0'2'0,"51"-32"5"15,-20 20-3-15,6 0-2 16,4 3 0-16,-1 0-1 16,1 2 0-16,-5 0 0 15,0 1 1-15,-3 3-2 16,-4 3-2-16,-2 0-35 0,-10 0-61 16,-9 5-20-16</inkml:trace>
  <inkml:trace contextRef="#ctx0" brushRef="#br0" timeOffset="165225.13">6984 14130 402 0,'0'0'10'0,"0"0"4"16,0 0-13-16,0 0-2 16,0 0 2-16,0 0 1 15,65 34 7-15,-27-46 3 16,9-3-4-16,0-2-4 0,6-2-3 15,-1 4-2-15,-1-2-41 16,-4 1-98-16</inkml:trace>
  <inkml:trace contextRef="#ctx0" brushRef="#br0" timeOffset="166222.66">8168 13564 251 0,'0'0'5'0,"0"0"41"0,0 0 3 0,0 0-7 16,-40-38-15-16,36 27-4 15,0-2-6-15,4-1-5 16,0-3-2-16,4-3-6 16,9 1-2-16,7-2-2 15,5 1 1-15,4 6-1 0,1 1 0 16,1 6-1-16,2 6 1 16,-4 1-1-16,-3 8 0 15,-1 11 1-15,-5 9 0 16,-6 8 0-16,-5 9 0 15,-5 5-1-15,-4 5 1 0,-6 2-2 16,-10 0 1-16,-4-3 1 16,-2-3 0-16,-3-4 0 15,0-9 0-15,0-3 1 16,6-12-1-16,3-7 1 16,7-7-1-16,7-7 1 0,2-2 0 15,11-6-1-15,14-6-1 16,10-1 0-16,10 3 0 15,6 6 0-15,7 4 0 16,0 22 0-16,-1 13-4 16,-1 15 2-16,-10 11 3 15,-6 9 1-15,-9 3 1 0,-10 2-2 16,-11 0 1-16,-9-1 0 16,-1-5 0-16,-18-5 1 15,-9-5 0-15,-8-9 1 16,-10-9 1-16,-2-11 10 15,-9-12 1-15,0-11-4 0,-2-7-3 16,5-10-1-16,1-17 2 16,8-8 4-16,9-5-7 15,10-1-5-15,11 1 0 16,14 10-1-16,10 9-1 0,19 14-1 16,12 7 1-16,10 13 2 15,7 18 1-15,5 10 3 16,1 13-3-16,2 9-4 15,-10-1-69-15,-9-7-44 16,-12-17-269-16</inkml:trace>
  <inkml:trace contextRef="#ctx0" brushRef="#br0" timeOffset="167929.89">23816 6670 163 0,'0'0'120'0,"-15"48"-110"0,8-6 21 16,-1 15 27-16,6 12-29 16,0 15-9-16,2 7 1 15,0 7-1-15,2 7-6 16,4 3-4-16,3-1-5 15,-3-4 2-15,1 0-3 0,-3-5 1 16,-2-9-2-16,-2-9-2 16,0-7-1-16,0-12 1 15,-4-12-1-15,-1-14-3 16,-1-12-27-16,1-13-44 16,-4-10-34-16,2-20 38 15</inkml:trace>
  <inkml:trace contextRef="#ctx0" brushRef="#br0" timeOffset="168304.11">23726 7033 261 0,'0'0'1'0,"-3"-63"17"15,3 36-6-15,5 6 0 0,9 5 9 16,8-1 2-16,8 10 7 16,5 4-11-16,5 3-7 15,6 6-7-15,2 15-3 16,-4 6-2-16,-5 7 1 16,-8 3-1-16,-8 4 0 0,-12 0 0 15,-9 1 0-15,-2-5 0 16,-19-3 1-16,-9-4-2 15,-5-2 1-15,-9-4 0 16,-3-2-1-16,-4-1 0 16,3-5-3-16,6-2-10 0,3-5-13 15,12-4 3-15,10-5-9 16,9 0-19-16,6-11-29 16</inkml:trace>
  <inkml:trace contextRef="#ctx0" brushRef="#br0" timeOffset="168552.37">24541 6989 398 0,'0'0'-6'0,"0"0"17"15,53-39 7-15,-27 32-9 16,5 2-6-16,6 0-2 0,0 5 0 16,-1 0-1-16,-4 0 0 15,-3 0-14-15,-6 9-52 16,-10-1-27-16,-9 2-49 16</inkml:trace>
  <inkml:trace contextRef="#ctx0" brushRef="#br0" timeOffset="168677.16">24540 7186 258 0,'0'0'6'16,"0"0"34"-16,0 0-23 15,0 0 2-15,38 11 11 0,8-18-17 16,9-4-10-16,13-2-2 16,3 0-16-16,2-5-49 15,-4-2-44-15</inkml:trace>
  <inkml:trace contextRef="#ctx0" brushRef="#br0" timeOffset="169318.87">25349 6797 377 0,'0'0'3'15,"36"-63"4"-15,-9 32 27 16,3 7-3-16,4 4-14 16,-2 6-2-16,-2 5-6 15,-2 9-4-15,-5 0-3 0,-1 11-1 16,-9 8-1-16,-7 5 0 16,-4 4 0-16,-2 5 0 15,-8 0 0-15,-11 0 0 16,-6 1 0-16,-6-2 0 15,-4-2-1-15,-2-1 1 0,1-4-1 16,3-2 1-16,5-3 0 16,4-6 0-16,9-2 0 15,6-3 0-15,5-3 0 16,4 0-1-16,10 0 1 16,10 1 1-16,11 5-1 0,7 7 0 15,5 6 0-15,4 8 0 16,-7 8 0-16,-5 6 0 15,-9 6 0-15,-11-1 0 16,-8 4 0-16,-7-4 0 16,-12-2 0-16,-11-6 1 0,-8-6-1 15,-6-5 0-15,-7-8 1 16,-4-5-1-16,-3-8 2 16,1-8-2-16,3-4 0 15,5-3 1-15,7-14-1 16,9-6 2-16,13-9-4 0,12-5 5 15,5-4-2-15,20 1 0 16,13 4 3-16,13 8 5 16,10 14-1-16,9 14-1 15,1 7-3-15,0 24 0 16,-5 12-2-16,-9 12-2 0,-12 3-1 16,-10-2-61-16,-13-12-133 15</inkml:trace>
  <inkml:trace contextRef="#ctx0" brushRef="#br0" timeOffset="172988.23">9652 15226 293 0,'0'0'55'0,"-2"43"-35"0,-4-5 21 0,3 12 1 16,1 12-4-16,2 12-2 15,0 11-11-15,0 12-3 16,6 5-9-16,6 3-9 16,-1 6-2-16,0-5 1 15,1-9-2-15,-1-10 0 0,-3-13-1 16,0-12 1-16,-4-11-1 16,-1-12 0-16,-2-11 1 15,-1-10 0-15,0-6-1 16,0-11 2-16,-1-1 4 0,-4-20 1 15,-5-10-5-15,-2-13-1 16,3-13 0-16,-5-16-1 16,-2-13 0-16,-2-8-2 15,0-3-7-15,1-2-4 16,-4 4 2-16,4 9 9 0,1 11 0 16,5 10 2-16,-1 11-1 15,6 9 1-15,1 12 0 16,3 5 0-16,0 8 0 15,0 5 1-15,2 4 1 16,0 6-1-16,0 3-1 0,0 1-1 16,2 0-1-16,2 7 1 15,3 8 2-15,-3 8-1 16,4 5 2-16,0 8 1 16,1 5 1-16,3 2 0 15,-3 2-1-15,4-3-2 0,3 0-2 16,-1-7 1-16,3-5 1 15,-1-6-2-15,0-9 1 16,3-7-1-16,-3-8-7 16,0-2 0-16,2-16 4 15,-1-7 1-15,1-7-6 0,0-6 0 16,-3-5-1-16,-3-1 4 16,-1 3 1-16,-4 1-1 15,-3 8 3-15,-1 6 2 16,-4 6 2-16,0 8 0 15,0 4 15-15,0 5 7 16,0 3-1-16,-2 0-2 0,-2 0-3 16,2 12-7-16,1 9-6 15,1 10 1-15,0 8 11 16,1 6-9-16,11 5-3 16,4-2-2-16,4-2-2 15,5-8 1-15,4-5-2 0,0-10 2 16,2-9-1-16,3-6 0 15,1-8-2-15,-1 0-15 16,-3-10-22-16,-2-5-44 16,-6-4-95-16</inkml:trace>
  <inkml:trace contextRef="#ctx0" brushRef="#br0" timeOffset="173418.33">10443 15809 391 0,'0'0'50'0,"0"0"10"0,0 0-2 0,0 0-13 15,0 0-17-15,0 0-20 16,11 38 14-16,-3 3 0 0,-1 14 0 15,1 7-2-15,2 6-16 16,-1-1-1-16,1-2-2 16,-3-6 0-16,2-6-1 15,-2-7-1-15,-3-10-18 16,0-11-41-16,-4-13-108 16</inkml:trace>
  <inkml:trace contextRef="#ctx0" brushRef="#br0" timeOffset="201478.12">11944 14236 153 0,'0'0'109'0,"0"0"-104"15,0 0-5-15,0 0 1 16,0 0 0-16,-48 36-1 16,35-28 2-16,-3 5 5 0,-5-3 19 15,2 3-6-15,-6 2-11 16,-1-2-2-16,-2 4 0 16,0-1-4-16,-3 0-1 15,-3-1-2-15,2-3 1 16,1-1 0-16,5-3 0 0,1-4 0 15,7 1 7-15,5-1 3 16,2 2-7-16,4 2-4 16,1 5 0-16,3 8 0 15,1 8 0-15,4 12 0 16,-2 16 1-16,0 12 2 0,2 19 0 16,7 18 3-16,-2 16-2 15,4 16-2-15,0 12 2 16,-2 15-2-16,1 8 0 15,0 12-2-15,-3-1 0 16,2 1 1-16,-2-2-1 0,-1-3 0 16,1-9-1-16,2-16 1 15,0-12 3-15,0-13-6 16,3-17 3-16,-2-19 0 16,1-17 0-16,1-11 1 15,-4-12-2-15,1-17 2 0,0-8-1 16,-1-11 1-16,2-4-1 15,-1-8 0-15,3-3 1 16,0-3-1-16,7 0 0 16,1-2 1-16,6-8 0 15,8-2 0-15,7-3 4 16,5-6 4-16,4 2 2 0,6-2-9 16,-3 3 1-16,3 1-3 15,-6 4 0-15,-2 2 0 16,-3 2-12-16,-7-2-21 15,-4-5-47-15,-7-4-38 16</inkml:trace>
  <inkml:trace contextRef="#ctx0" brushRef="#br0" timeOffset="202352.29">11886 14451 235 0,'0'0'5'0,"8"69"11"0,-4-13 26 15,8 12 6-15,-1 9-14 16,0 8-16-16,5 4-7 16,-1-1-5-16,1-7-1 15,-3-4-2-15,1-12-2 16,-3-12 0-16,-6-15 0 0,-2-14 0 15,-3-12 1-15,0-12 5 16,-10-13 69-16,-3-17-73 16,-3-11-3-16,-4-15 0 15,0-12 1-15,0-6-2 16,2-4 0-16,0-3 0 16,3 3 1-16,3 9-1 0,3 12 1 15,3 14 0-15,3 13 1 16,2 20-1-16,1 10 1 15,2 15-4-15,8 13 3 16,5 8 0-16,2 2 1 0,5 0 0 16,-4-1-1-16,6-7 1 15,-1-3 0-15,-4-10-1 16,2-5 0-16,-1-8 0 16,0-4 0-16,-2-14 0 15,-2-13 1-15,-1-12-1 0,-4-8 2 16,-1-5-2-16,-4-4-1 15,-3 4 2-15,-3 7-2 16,0 13 1-16,0 10-1 16,0 14 2-16,0 8-1 15,-2 15-1-15,1 13 1 16,1 6-1-16,0 9 3 0,4 2 0 16,7-1 0-16,6-5-1 15,3-3 1-15,2-6-1 16,2-6-1-16,3-5 0 15,1-5-5-15,-2-7-40 16,-1-7-56-16,-5 0-20 0</inkml:trace>
  <inkml:trace contextRef="#ctx0" brushRef="#br0" timeOffset="202563.36">12465 14769 449 0,'0'0'13'0,"-5"45"-1"0,5-18 3 0,0 6-5 15,5 1-6-15,5 1-3 0,1 4 1 16,1-2-1-16,-1 0-17 16,-2-6-63-16,0-7-77 15</inkml:trace>
  <inkml:trace contextRef="#ctx0" brushRef="#br0" timeOffset="202737.04">12636 14806 430 0,'0'0'21'0,"0"0"-12"15,12 45-4-15,-6-15 11 16,3 4-7-16,-2 2-4 15,2 2-3-15,0 3-1 16,-1-2-1-16,-5-1-71 16,1-8-80-16</inkml:trace>
  <inkml:trace contextRef="#ctx0" brushRef="#br0" timeOffset="203464.19">12123 15746 443 0,'0'0'4'0,"0"0"12"16,-37 70-11-16,32-14 4 16,4 8 11-16,1 5 7 15,0-1-17-15,0-7-6 16,4-3-2-16,1-10-2 0,-2-9 1 15,1-11 1-15,-2-5-2 16,-2-10 1-16,2-9-2 16,-2-4 1-16,0-16 4 15,0-14-4-15,-6-14 0 16,-2-13 0-16,0-12-1 0,-1-6 1 16,0 1-1-16,-1 7 0 15,2 8-4-15,2 16 3 16,1 13 2-16,3 13 0 15,0 14 0-15,2 3-2 16,0 14 1-16,2 6 1 0,6 3 1 16,3 1 0-16,1-3 0 15,-1-2-1-15,2-4 1 16,1-9-1-16,1-5 0 16,-1-1-1-16,1-12 1 15,1-10-1-15,-3-11 1 0,1-6 0 16,-1-7-2-16,-2-2-6 15,1 3 1-15,-4 6 2 16,-3 11 4-16,1 12 1 16,-1 15 1-16,0 5-4 15,-1 20 2-15,3 8 1 0,2 7 1 16,5 5 0-16,-2 1 1 16,4-4-2-16,-1-2 0 15,1-6-1-15,2-6-44 16,-2-7-71-16,-1-9-22 15</inkml:trace>
  <inkml:trace contextRef="#ctx0" brushRef="#br0" timeOffset="203695.93">12521 15800 336 0,'0'0'1'0,"0"0"1"0,0 0-2 0,0 0 1 0,0 0 8 16,0 0 26-16,23 41 10 16,-20-12-11-16,2 2-15 15,-1 1-10-15,1-2-5 0,1 0-4 16,-2-4 0-16,5-4 0 16,-2-2-20-16,0-3-40 15,-1-7-61-15,-1-3-92 16</inkml:trace>
  <inkml:trace contextRef="#ctx0" brushRef="#br0" timeOffset="204042.08">12759 15886 399 0,'0'0'7'16,"0"-52"29"-16,0 33-12 15,4 5-15-15,6 7-8 16,-1 6 0-16,2 1 0 16,2 7-1-16,-4 9 2 15,-2 5-2-15,2 2-2 0,-4 1-12 16,1 1-14-16,-4-2-9 16,0-1 3-16,0-3 16 15,-2-3 13-15,0-1 7 16,0-2 1-16,0-4 0 15,0-4-1-15,0 0 3 0,0-4 2 16,3-1 10-16,6 0-9 16,0-4-1-16,4-5-6 15,5-2 0-15,-1-2-2 16,2-1-56-16,-3 1-94 0</inkml:trace>
  <inkml:trace contextRef="#ctx0" brushRef="#br0" timeOffset="206174.96">12246 16604 279 0,'-6'1'12'0,"0"18"9"0,3 11-15 16,3 15-2-16,1 15 13 0,7 11 36 16,4 8-24-16,3-1-16 15,1 2 2-15,0-6-8 16,2-6-5-16,-3-10 0 16,-4-10 0-16,-2-11-2 15,-6-10 0-15,-3-15 1 0,0-12 3 16,-1-8 43-16,-7-20-41 15,-6-9-4-15,1-11 0 16,-7-5-1-16,2-12-1 16,0 0 3-16,1-3-3 15,3 4 0-15,5 8 0 0,1 12 0 16,2 16 1-16,6 12-1 16,0 13 0-16,0 3-4 15,0 14 4-15,5 6 0 16,4 3 0-16,2 4 0 15,1-2-1-15,1-2 1 0,0-7 0 16,1-5 0-16,-1-8 0 16,1-3 0-16,0-18 0 15,-1-11 1-15,0-8-1 16,0-8 1-16,-4-5-1 16,-2 3 2-16,-1 3-2 0,-2 7 0 15,-3 10 0-15,1 10 0 16,3 10 0-16,-1 7 0 15,-2 10 0-15,5 13-2 16,-1 4 4-16,4 3-1 16,-1 8 0-16,4-4 0 0,1-2-1 15,0-1 0-15,3-6 0 16,-2-2-7-16,1-6-40 16,-1-6-51-16,-3-6-22 15,-1-5-115-15</inkml:trace>
  <inkml:trace contextRef="#ctx0" brushRef="#br0" timeOffset="207680.94">12694 16930 261 0,'0'5'85'0,"0"-2"-44"0,0 2 18 0,0 8-55 16,0 6-2-16,3 6 1 15,3 2 7-15,2 4 0 16,2-2-4-16,1-4-6 16,-1 1 1-16,0-6 0 15,1-3-1-15,-1-2-16 0,-3-6-48 16,-1-4-53-16,-2-5-72 16</inkml:trace>
  <inkml:trace contextRef="#ctx0" brushRef="#br0" timeOffset="208132.78">12903 16899 414 0,'0'0'13'0,"-3"-40"50"16,3 26-30-16,0 4-17 15,0 8-13-15,6 2-3 16,5 0 1-16,1 2-1 16,1 8 0-16,-1 4 0 15,-1 2 0-15,-4 3-1 0,1 0-11 16,-2 1-1-16,-3-1-5 16,0-1 1-16,-1-2 1 15,-2-2 5-15,0-1-5 16,0-3 15-16,0-3 1 0,2-1 0 15,0-2 0-15,5-1 0 16,3-2 0-16,2 1 0 16,5-1 0-16,0 1 0 15,1 0-4-15,-2 5-7 16,0-2-20-16,-2 2 23 16,-2 3 8-16,-5 0 0 0,-3 1 1 15,-2 0 13-15,-2 2 17 16,-2 0-6-16,-9 1-8 15,-3 0 2-15,-3 0-10 16,-1-1-3-16,-3-2-5 16,0-2-1-16,0-5-8 0,-6-5-49 15,0-9-101-15</inkml:trace>
  <inkml:trace contextRef="#ctx0" brushRef="#br0" timeOffset="209099.29">12386 14074 306 0,'0'0'-3'0,"0"0"4"0,47-24 8 0,-16 10 3 16,7-6 2-16,5 0 1 0,8-1 7 16,-1-2-2-16,1 5-7 15,-2 2-5-15,-3 0 0 16,-5 7-2-16,-8 2-2 16,-5 4 0-16,-7 3-2 0,-4 1-1 15,-5 12 0-15,-2 5 0 16,-6 12 0-16,-2 4 1 15,1 13 1-15,1 16 2 16,0 16 4-16,3 16 1 16,7 24-3-16,1 21-5 15,5 20 1-15,5 16 1 0,6 13 1 16,5 6-5-16,4-3 2 16,7-1-1-16,-3-9 0 15,4-9 4-15,-4-16-2 16,-1-11 0-16,-5-14 0 15,-6-14 2-15,-3-13 5 0,-3-11 2 16,-4-8 0-16,-2-9-3 16,-1-6-2-16,-4-11-1 15,-3-7-4-15,-3-7 2 16,-1-8-2-16,-5-6 0 16,-1-7 1-16,-1-2-1 0,-1-5-1 15,0-3 0-15,0-4 0 16,0-1 1-16,-4-3-1 15,0 1 1-15,-3-2-1 16,1 3 1-16,-4-1 1 16,-2 2 1-16,-2 3 0 15,-1 3 1-15,-4 4-3 0,-5 2 0 16,-5 7 0-16,-9 3-2 16,-3 5 1-16,-5 0-1 15,-3 0 0-15,1-1-12 16,6-9-30-16,0-10-27 0,3-17-120 15</inkml:trace>
  <inkml:trace contextRef="#ctx0" brushRef="#br0" timeOffset="-208976.48">7319 15482 265 0,'0'0'-9'0,"0"0"36"0,-31-48-7 15,13 43 16-15,-5 5-16 16,-6 2-14-16,-8 10-4 0,-5 6 1 16,-8 3 7-16,-4 1-1 15,-1-2-2-15,1-1-4 16,4-3 0-16,6-1-1 15,6-3 1-15,9 0-1 16,9 2 1-16,9 5 0 0,4 7-2 16,7 13-1-16,5 19 0 15,8 13 0-15,5 26 1 16,2 20 1-16,2 22 3 16,1 23 18-16,-6 27-10 15,-1 16-9-15,-5 9-4 0,-5 5 1 16,-3-5-2-16,0-16 0 15,-3-27 1-15,-10-22 2 16,-3-25 2-16,-1-24 0 16,1-24 4-16,2-15 0 15,0-16-4-15,4-15-2 16,3-7-2-16,4-9 0 0,0-6 0 16,4-3 0-16,7-2-2 15,5-3 2-15,3 0 0 16,8 0 0-16,7 0 2 15,11-9-2-15,7-3 0 16,5 0 1-16,9-2 0 0,7-1-1 16,3-3 1-16,2-2-2 15,-4-7 1-15,-11-10-34 16,-12-14-132-16</inkml:trace>
  <inkml:trace contextRef="#ctx0" brushRef="#br0" timeOffset="-207734.33">7221 15740 248 0,'0'0'11'0,"0"10"7"0,-1 9-18 15,1 5 2-15,-2 5-2 16,2 1 6-16,0 2 4 15,-2 0 0-15,0-3-5 16,0-2 1-16,-2-4 0 0,1-4 2 16,-1-6-4-16,2-3 11 15,-2-4 7-15,3-5 5 16,1-1-4-16,0 0-7 16,9-5-12-16,6-4-4 0,8-4 0 15,4 1 1-15,6 0-1 16,3-1 0-16,0 5 0 15,4 1-1-15,-6 0-1 16,-3 3-45-16,-6-1-34 16,-10-1-6-16,-11-3-124 15</inkml:trace>
  <inkml:trace contextRef="#ctx0" brushRef="#br0" timeOffset="-207516.83">7326 15816 363 0,'0'0'8'0,"0"0"44"16,0 0-28-16,0 0-25 16,0 0 1-16,0 0 2 15,5 57-1-15,10-35 2 16,-2 2-1-16,1 3-2 16,0 0 0-16,-2 4 0 0,-5 2-1 15,0-2 0-15,-2 1-22 16,-3-1-34-16,-2-3-3 15,0-8 0-15,0-6-21 16</inkml:trace>
  <inkml:trace contextRef="#ctx0" brushRef="#br0" timeOffset="-207148.71">7551 15738 346 0,'0'0'-13'16,"0"0"57"-16,0 0 0 16,0 0-27-16,0 0-16 15,0 0 2-15,0 0 0 16,-24 42 0-16,37-29-2 0,3-2 0 16,4-4 1-16,5-2-1 15,0-2 0-15,4 0-1 16,2-3 0-16,-3 3 1 15,1 0-1-15,-2 3 0 16,-2 1 0-16,-7 3 0 0,-4 1 0 16,-4 0 0-16,-7 2 1 15,-3 0-1-15,0 0 1 16,-12 4 0-16,-1-3-5 16,-3-1-9-16,-1 0-12 15,-3-2-19-15,1-4 2 0,0-4-17 16,-2-3-8-16,-1-4-50 15</inkml:trace>
  <inkml:trace contextRef="#ctx0" brushRef="#br0" timeOffset="-206961.01">7585 15752 341 0,'0'0'-8'0,"0"0"65"15,0-39-21-15,7 22-10 16,6-3-3-16,3-4 3 15,6-3-6-15,1 1-9 0,4 1-7 16,2 3-3-16,-4 6 0 16,0 7-2-16,-4 6-36 15,-8 3-86-15,-10 0-74 16</inkml:trace>
  <inkml:trace contextRef="#ctx0" brushRef="#br0" timeOffset="-206585.79">7411 16493 378 0,'0'0'-10'15,"0"0"25"-15,-38 59-12 16,35-31 0-16,3 0-1 16,0-1 3-16,2-4 9 15,12-2-10-15,4-5-2 16,6-3 0-16,3-2 1 0,5-3 0 16,-3 1-1-16,2 0-1 15,-4 3-1-15,-2 1 2 16,-6 5-2-16,-3-1 0 15,-5 2 1-15,-7-1 0 16,-3 1 0-16,-1-3 0 16,-2 2-3-16,-7-4-4 0,-6 2-5 15,-2-1-11-15,-1-3-6 16,-3-4-17-16,-2-5-5 16,-2-3-20-16</inkml:trace>
  <inkml:trace contextRef="#ctx0" brushRef="#br0" timeOffset="-206194.7">7413 16652 258 0,'0'0'4'15,"22"-62"42"-15,-4 29-14 16,5 3-4-16,2 4-15 0,3 2-4 16,1 3-6-16,2 8 0 15,0 3-3-15,1 6 0 16,-1 3-47-16,-2 1-13 15,-2 3 2-15,-6 9 18 16,-3 7 22-16,-9 2 13 16,-1 3 5-16,-4 3 14 0,-3 2 14 15,0-4 13-15,2 1-11 16,-1-5-6-16,5-5-8 16,2-4-6-16,2-6-6 15,3-6-1-15,3 0 11 0,2-11 14 16,3-9-4-16,-5-5-8 15,-2-4-6-15,-5 1-3 16,-5-1 9-16,-5 2 0 16,-1 3-3-16,-12 4-2 15,-7 5-5-15,-7 5-5 0,-2 9 0 16,-2 1-4-16,-3 19-24 16,1 11-27-16,0 3-57 15,3 4-36-15</inkml:trace>
  <inkml:trace contextRef="#ctx0" brushRef="#br0" timeOffset="-205407.74">7485 17403 266 0,'0'0'2'0,"0"0"36"0,-48-4 11 0,42 1-11 16,4 1-20-16,2-2-6 16,13-7-10-16,9-2 0 15,7-5 0-15,10-5 1 16,-1-1 0-16,2 1-1 0,-3 3 0 16,-3 2 0-16,-7 7-1 15,-5 2 0-15,-8 6 0 16,-1 3 2-16,-8 0 3 15,-1 10 7-15,-4 10 6 16,0 9 9-16,0 8-1 0,0 8-6 16,-4 3-8-16,1 2-5 15,3 2-5-15,0-6-2 16,3-6-1-16,5-3 1 16,2-5-3-16,-1-5-29 15,3-6-13-15,0-6-22 0,-3-12-89 16</inkml:trace>
  <inkml:trace contextRef="#ctx0" brushRef="#br0" timeOffset="-205032.72">7927 17247 360 0,'0'0'11'15,"0"0"14"-15,0 0-23 16,0 0 1-16,0 0 23 0,-5 38-1 16,5-22-12-16,0 0-7 15,0 1 0-15,2 0-1 16,8-3-3-16,1 0-1 16,2-3 0-16,3-3 0 15,4-1-1-15,2 0 1 0,3-3-1 16,0 3 1-16,2 2-1 15,-4-1 0-15,-2 2 0 16,-3 2 0-16,-3-1 1 16,-5 0-1-16,-3 2 0 15,-5 0 1-15,0 1-1 0,-2 2 1 16,-9 0 0-16,-3 1 1 16,-1 1-1-16,-1-1-2 15,-1-3-11-15,1-3-16 16,-1-4-40-16,-1-7-79 0</inkml:trace>
  <inkml:trace contextRef="#ctx0" brushRef="#br0" timeOffset="-204846.78">7947 17340 439 0,'0'0'39'0,"0"0"-20"16,0 0-5-16,-10-52-9 15,18 28 1-15,5-6 16 16,7-4-4-16,3 1-14 16,4-1-2-16,2-1-38 0,-7-5-93 15</inkml:trace>
  <inkml:trace contextRef="#ctx0" brushRef="#br0" timeOffset="-203722.23">7851 15165 222 0,'0'0'22'0,"0"0"-17"0,0 0-5 0,40-4 1 15,-20-5 5-15,5-1 16 16,-3 0-3-16,3-1-9 15,0-2-4-15,-1-1-1 0,-1 3 0 16,-4-1-1-16,0 3 2 16,-4 1-3-16,-1 2 0 15,-1 5-1-15,-4 1 1 16,4 3-2-16,-2 11 0 16,3 10 1-16,1 9-1 0,4 15 3 15,2 15 6-15,6 16 2 16,2 15 13-16,7 23-2 15,7 15-16-15,3 15 10 16,6 7-1-16,4 2-12 16,3 1-1-16,1-2-2 0,-2-2 2 15,-3-4 0-15,-5-6 1 16,-6-3-1-16,-1-6-1 16,-9-6 0-16,-3-8 0 15,-6-17 0-15,-4-11-1 16,-5-12 1-16,-1-15 7 15,-5-10 2-15,-1-13-1 0,-3-7-4 16,-3-7-1-16,1-6 0 16,-1-3-1-16,-3-5-2 15,0-1 0-15,0-4 0 16,0 1 1-16,0 3 2 0,-8-2-3 16,-4 4 0-16,-5 3 2 15,-6 2 1-15,-7 2-3 16,-11 1 0-16,-5 4-1 15,-12 0 0-15,-3-1-1 16,-5-2 0-16,1-3-2 0,0-8-40 16,1-13-49-16,0-7-104 15</inkml:trace>
  <inkml:trace contextRef="#ctx0" brushRef="#br0" timeOffset="-181115.51">27828 5645 99 0,'-2'0'75'0,"-1"0"-61"0,2 3-11 15,0 4-3-15,0 8 1 16,1 3-1-16,0 7 3 16,0 5 1-16,0 7 12 15,3 6 19-15,2 6 8 0,-5 4 29 16,0 1-12-16,0 0-42 16,0-6-15-16,0-4-1 15,0-6 0-15,-2-5-1 16,-3-6 0-16,-2-3-1 15,-1-4 0-15,-2-7-23 0,-1-5-66 16,0-8-11-16,-1-2-104 16</inkml:trace>
  <inkml:trace contextRef="#ctx0" brushRef="#br0" timeOffset="-180804.74">27779 5755 214 0,'0'0'1'16,"23"-59"16"-16,-11 31 10 15,2 5-15-15,1 3-12 16,2 5-13-16,4 7 0 16,0 4-1-16,5 4 6 15,2 9 7-15,0 9 0 16,-1 7 1-16,-4 4 20 0,-3 1 10 15,-9-1 2-15,-6-3-5 16,-5-2-23-16,0-2-2 16,-10-4 0-16,-8-1 0 15,-3-3-1-15,-4-1 0 16,-2-3-2-16,-2 0-2 0,-1-5 0 16,1-2-17-16,2-3-5 15,6 0 3-15,7-1-12 16,9-10-21-16</inkml:trace>
  <inkml:trace contextRef="#ctx0" brushRef="#br0" timeOffset="-180291.9">28200 5617 276 0,'0'0'4'0,"0"0"28"15,0 0-31-15,0 0 4 16,2 45 1-16,2-22 8 16,3 3 8-16,1 3 8 15,1 1-3-15,0 4-14 0,-4 3-6 16,-1 0-5-16,0 1 1 16,-4-2-2-16,0-5 0 15,0-4 0-15,0-6 0 16,0-7-1-16,0-3 1 15,0-6-1-15,0-1 2 0,-4-4-1 16,2 0 1-16,-2 0 1 16,1 0 0-16,-2 0 3 15,2-5-2-15,0-5 2 16,3-4-2-16,0-2 0 16,0-5-2-16,0-1-1 15,8-2-1-15,2-1 1 0,1 1-1 16,1 4 1-16,0 2 0 15,0 5 2-15,-1 5 1 16,2 4-1-16,1 4-1 16,-1 0-1-16,2 12 1 15,-2 3-1-15,2 6-1 0,-4 2 0 16,0 1 0-16,0 3 2 16,-4-1-4-16,-1-4-13 15,-1 0-27-15,0-5-25 16,-1-6-16-16,0-1 8 15,1-7-68-15</inkml:trace>
  <inkml:trace contextRef="#ctx0" brushRef="#br0" timeOffset="-179789.47">28537 5963 235 0,'0'0'9'0,"0"0"57"0,0 0 0 0,0 0-41 16,0 0-19-16,0 0 2 15,0 0 3-15,0 0-1 16,0 0-1-16,0 0-5 0,43 40-2 16,-30-29-1-16,-1-3 0 15,-1-1-1-15,2-3 1 16,-2-4-2-16,1 0-1 16,-2-5 0-16,0-7 2 15,0-4-1-15,1 2-1 16,-5 0 0-16,-1 1 1 0,-1 6 1 15,-3 4 2-15,2 3 5 16,-1 10-7-16,0 8 2 16,2 8 1-16,-1 7 3 15,-1 5 4-15,-1 3 2 16,-1 5-4-16,1 2-3 0,-1 2 1 16,0-1-1-16,0 0-1 15,-3-7-3-15,-5-8 0 16,0-7 1-16,-4-10-1 15,-1-8 1-15,-2-7 0 16,-4-2 2-16,1-8-1 0,-3-5-1 16,-3-8-1-16,5-2-1 15,3-3 0-15,8-3 0 16,8 3-1-16,0-1 0 16,18 3-5-16,10 3-30 15,12 0-18-15,5-1-43 0,8 0-23 16</inkml:trace>
  <inkml:trace contextRef="#ctx0" brushRef="#br0" timeOffset="-179416.92">29906 5747 283 0,'0'0'5'0,"0"0"46"0,-49-4 1 0,30 13-22 16,-4 9-7-16,2 3-5 16,1 6-6-16,5 3-3 15,5 4-2-15,5 0-2 0,5 2-2 16,1-4-1-16,13-2-1 16,8-6 1-16,6-8-1 15,6-9-5-15,3-7-22 16,4 0-27-16,0-12-46 15,-3-14-22-15</inkml:trace>
  <inkml:trace contextRef="#ctx0" brushRef="#br0" timeOffset="-178755.67">30056 5598 340 0,'0'0'7'15,"0"0"13"-15,4 43-12 16,6-14-1-16,3 3 5 16,-4 5 0-16,0 3-2 0,-1 2-1 15,-2-1-5-15,-3 0-2 16,0-3 0-16,-1-7-1 16,0-7 0-16,-1-7 0 15,-1-9-1-15,1-6 1 16,1-2 0-16,-1 0 7 0,1-9 1 15,2-6-6-15,0-6 1 16,-1-2-3-16,2-3 0 16,2 0 0-16,1 2-1 15,0 4 1-15,2 3-1 16,-2 6 1-16,2 4 4 0,0 7-1 16,0 0-3-16,2 7 0 15,-2 5-1-15,1 5 2 16,0 1-1-16,-2 3 1 15,1 2-1-15,-1 0 0 16,-2-1 0-16,2 0 0 0,-1-4 0 16,1-2 0-16,-1-1 0 15,0-6-1-15,0-3 0 16,2-3 0-16,0-3 1 16,0 0 0-16,2-6 2 15,0-3-3-15,0-5 1 0,-1-2 0 16,-2-2 0-16,-2-2 0 15,-2 2-1-15,-2-1 0 16,-3 4 0-16,0 3 1 16,0 1-1-16,-9 5 4 15,0 6 4-15,-1 0 1 16,-2 3-2-16,4 9-1 0,2 6-1 16,3 2-2-16,3 1 0 15,0-2-1-15,3-1 0 16,8-1-1-16,4-3 0 15,1-3 0-15,3-2-2 16,-3-2-24-16,1-1-37 0,-4-6-52 16,0 0-35-16</inkml:trace>
  <inkml:trace contextRef="#ctx0" brushRef="#br0" timeOffset="-178192.65">30570 5938 372 0,'0'0'37'0,"0"0"-16"0,0 0-19 16,0 0 0-16,9 54 0 15,-5-36 0-15,0-1 1 0,1-1 0 16,-2-2-2-16,0-1-1 16,-2-2 1-16,-1-2-1 15,0-4 1-15,0-2-1 16,0-3 1-16,0 0 3 15,-1-6-3-15,1-8-1 0,-2-3 0 16,2-1 0-16,0-3 0 16,2 2 0-16,4 2 2 15,1 4 5-15,1 8-1 16,2 5-4-16,-1 0-1 16,1 11-2-16,-1 3 2 0,3 0-1 15,-1 2 1-15,-1 1 0 16,-1-3 0-16,-1-3-1 15,2-1 1-15,-4-1-1 16,-1-5 0-16,-1 2 1 16,-2-5-1-16,-2-1 0 0,0 0 2 15,0 0 0-15,0-10-1 16,0-1 0-16,-2-2-1 16,-2-4 2-16,1-1 0 15,3-1 0-15,0 3 5 16,0 2 6-16,9 3-1 15,2 8-4-15,2 3-3 0,0 0-3 16,-1 10 0-16,3 5-1 16,-4 0 0-16,3 2-1 15,-2-1 1-15,0-2-1 16,-2 1 0-16,-3 0-2 16,-3-1-41-16,-2-3-27 0,-2-1-70 15,0-4-73-15</inkml:trace>
  <inkml:trace contextRef="#ctx0" brushRef="#br0" timeOffset="-178036.51">30950 6088 334 0,'0'0'27'0,"0"0"33"0,0 0-38 0,0 0-14 16,0 0-7-16,0 0-5 0,0 0-47 15,0 0-89-15</inkml:trace>
  <inkml:trace contextRef="#ctx0" brushRef="#br0" timeOffset="-177171.29">31945 5612 279 0,'0'0'30'0,"0"0"15"15,0 0-25-15,6 49-7 0,-6-7 17 16,-5 8-8-16,-3 5-6 16,-2 5 2-16,-1-2-5 15,1-1-3-15,3-6-5 16,-1-10 0-16,4-11-4 16,2-12 0-16,0-12 1 0,0-6 23 15,1-4 36-15,0-14-55 16,-1-8-4-16,2-8-1 15,-2-6-1-15,2-7 0 16,0-4 0-16,-1 0-2 16,1 0 1-16,0 7-1 15,0 6 0-15,0 9 0 0,0 8 2 16,0 9 0-16,2 8 0 16,1 4-1-16,3 4-4 15,0 9 4-15,3 3 1 16,3 0 0-16,3-1-1 15,0 0 2-15,2-4-1 0,1-3 0 16,3-5 0-16,-1-3 1 16,-2 0-1-16,1-3 0 15,-1-11 1-15,-3-2-1 16,1-5 1-16,-4 0-2 16,-1-2 1-16,-3 3-1 0,-1 5 0 15,-1 5 2-15,-4 8-1 16,0 2-1-16,0 12-2 15,0 10 2-15,-1 8 3 16,2 4 0-16,0 6-1 16,-1 0 0-16,3 1 0 0,0-1 1 15,1-2-4-15,0-1 2 16,0-6-17-16,0-4-34 16,-1-4-6-16,-2-6-28 15,1-7-54-15,0-3-51 16</inkml:trace>
  <inkml:trace contextRef="#ctx0" brushRef="#br0" timeOffset="-176765.27">32482 5986 258 0,'0'0'21'0,"0"0"48"0,2-44-7 0,-11 33-25 16,-7 2-11-16,-4 7-4 15,-2 2 3-15,-2 0-6 16,2 4-9-16,5 8-5 0,0 5-1 16,7 3-4-16,3 0 1 15,5-3-1-15,2 0 0 16,0-3 2-16,10-5-2 16,3-1 0-16,2-5-2 15,1-1-2-15,2-2 0 0,1 0 0 16,-2-9 2-16,-3-1 1 15,-1 0 1-15,-6-1-2 16,-2 4 4-16,-4 1-2 16,-1 3 1-16,0 3-1 15,0 0 0-15,0 10 0 0,0 0 0 16,0 4 1-16,0 1-1 16,0 0 0-16,4-1 0 15,6-1 0-15,-2-1-20 16,4-1-38-16,0-5-20 15,-2-5-68-15,0-1-35 0</inkml:trace>
  <inkml:trace contextRef="#ctx0" brushRef="#br0" timeOffset="-176561.46">32647 5674 295 0,'0'0'6'0,"0"0"100"15,0 0-49-15,0 0-50 16,0 0 0-16,37 46 2 16,-29-6 0-16,-2 4-5 15,-1 0-3-15,-1 3 1 0,-4-3-2 16,0-4-27-16,0-8-29 16,-1-5-48-16,-7-15-42 15</inkml:trace>
  <inkml:trace contextRef="#ctx0" brushRef="#br0" timeOffset="-175934.8">32520 5973 202 0,'0'0'82'16,"0"0"-45"-16,37-38-3 0,-6 25-14 16,2 2-4-16,4-2 7 15,3-3-6-15,-5 2-7 16,-1-2-5-16,-5-4-3 15,-1-1 0-15,-8-2-1 16,0-2 0-16,-6 1-1 16,-5 0 1-16,-3 4-1 0,-5 4 0 15,1 5 1-15,-2 8 1 16,0 3 9-16,0 5-8 16,0 14-2-16,0 7 1 15,0 6 0-15,0 5 0 16,0 2-1-16,0-1 1 0,4 0-1 15,1-5 0-15,1-3 0 16,-3-6 0-16,2-6-1 16,-2-5 0-16,0-10 1 15,1-3 0-15,2 0 8 16,1-17 17-16,0-1-15 0,3-4-6 16,-4 0-2-16,2 2-2 15,-5 4-1-15,0 6 0 16,0 7 0-16,-3 3 0 15,1 6-4-15,-1 8 4 16,1 6 0-16,2 4 0 16,-1 2-1-16,2-4 2 0,0 0-1 15,3-5 0-15,1-3 0 16,0-4 1-16,3-6-1 16,0-1 1-16,3-3 0 15,2 0 0-15,0-10 1 0,4-4-1 16,2-2 0-16,-1-1 0 15,0 3 1-15,0 4-1 16,-4 5-1-16,-2 5 1 16,-5 1-1-16,-6 13 0 15,-4 5 0-15,-1 0 0 0,-15 1 1 16,-8 0-2-16,-8-3 0 16,-9-5-48-16,-6-7-61 15</inkml:trace>
  <inkml:trace contextRef="#ctx0" brushRef="#br0" timeOffset="-173039.91">28050 6827 139 0,'-1'0'66'0,"1"0"-24"0,-4 0-20 0,2 0-7 16,-1 0 6-16,1 0 7 15,-1 0 0-15,2 0-10 16,0 0-6-16,-1 0 1 16,0 0 2-16,1 0 1 0,0 0 0 15,1 0-5-15,0-3-3 16,0-3 0-16,0-1-2 16,7 0-3-16,3 0 0 15,3-2 0-15,4 2 0 16,1 3 2-16,2 1 1 0,0 3-2 15,0 0-2-15,0 7-2 16,-6 5 1-16,1 5-1 16,-4 1 0-16,-6 2 1 15,-3 0-2-15,-2 1 1 16,0 1 0-16,-10-3 0 0,-3 0 1 16,-4-3-1-16,-3-2 1 15,0-3 0-15,0-2-2 16,1-2 2-16,4-2-1 15,4-2 1-15,3-1-1 16,8-2 1-16,0 0-1 16,13 0 1-16,4 0-1 0,8-2 1 15,2 1-1-15,1 1 1 16,-2 0 0-16,-3 0 0 16,-4 8-1-16,-3 2-1 15,-5 4 1-15,-4-1 0 16,-4 3 1-16,-3 1-1 0,0 0 4 15,-10-1 1-15,-7 1 4 16,-4 1 8-16,-5-2-7 16,-4-1-1-16,-2-2-4 15,-4 1-1-15,1-4-3 16,-2-1 0-16,6-2-1 0,5-4 0 16,5-2 0-16,6-1-1 15,10 0-23-15,5 0-21 16,3-9-28-16,11-7-69 15,5-4-36-15</inkml:trace>
  <inkml:trace contextRef="#ctx0" brushRef="#br0" timeOffset="-155547.66">27997 7707 114 0,'-3'0'21'0,"2"0"39"0,-3 0-27 16,0 0 5-16,1 0-1 0,1 0 13 15,-1 0-11-15,0 0-4 16,2 0-6-16,0-1-3 16,1-2 2-16,0 1-5 15,0-2-7-15,1-3-4 16,8 2-6-16,4-1-1 0,3-1-3 16,2 1 0-16,3 3-1 15,-3 3-1-15,1 0 0 16,-3 0 1-16,-3 12-1 15,-4 2 0-15,-2 4 0 16,-5 4 0-16,-2 2 0 0,-4 1 0 16,-7 1-1-16,-5 1 1 15,-4-4 0-15,0-2 0 16,2-3-1-16,0-5 1 16,3-6 0-16,3-3 0 15,5-2-1-15,1-2 2 0,6 0-1 16,0 0 1-16,7-4-1 15,7-2 0-15,7 3 0 16,4 0 0-16,1 2 0 16,0 1 0-16,-3 1 0 15,-2 8 0-15,-3 4 1 16,-5 2-2-16,-4 1 2 0,-5 2-2 16,-4-2 1-16,0 1 1 15,-6 0 0-15,-7-3-1 16,-6 2 1-16,-6-1 0 15,1-3 2-15,-4-1 1 16,-1-2-1-16,0-2 0 0,1-1-3 16,-1-4 1-16,3 0-1 15,3-2 0-15,5 0-1 16,2 0-1-16,7-3-18 16,7-4-26-16,2-2-35 15,2-4-80-15,12-1-123 0</inkml:trace>
  <inkml:trace contextRef="#ctx0" brushRef="#br0" timeOffset="-155161.03">28475 7689 348 0,'0'0'26'0,"0"0"65"0,0 0-71 16,0 0 3-16,-40 38 9 15,28-11 2-15,1 3-7 16,3 3-8-16,3-1-6 16,4 2-4-16,1 2-2 0,0-2-3 15,8-3-2-15,4-1-1 16,1-6-1-16,3-4 0 15,0-9 1-15,3-5-1 16,-1-6 1-16,-1-1 1 16,-5-12-2-16,-6 0 0 15,-4-3 0-15,-2 2 0 0,-8 3 0 16,-10 1 0-16,-3 6 0 16,-2 4 0-16,-1 0-3 15,1 4-15-15,-2 8-34 16,3 0-55-16,1-2-87 0</inkml:trace>
  <inkml:trace contextRef="#ctx0" brushRef="#br0" timeOffset="-154711.5">27893 8653 393 0,'0'0'11'0,"0"-41"47"0,0 33-2 16,0 8-23-16,0 7-31 0,0 12 0 15,0 7 7-15,0 5 9 16,0 2-3-16,0 1-9 16,0-1 2-16,-7-1 8 15,2 0-12-15,-2-4-2 16,3-4-1-16,-2-3 1 0,2-6-2 16,2-5 1-16,2-5-1 15,0 1 1-15,4-6-1 16,7 0 0-16,7 0 1 15,1 0-1-15,4 0 0 16,5-6 0-16,2-2 1 0,0-1-1 16,-2 1 0-16,-7 1-6 15,-2 2-19-15,-5 4-38 16,-9-1-21-16,-4 1-36 16,-1 0-24-16</inkml:trace>
  <inkml:trace contextRef="#ctx0" brushRef="#br0" timeOffset="-154476.89">27980 8852 297 0,'0'0'63'15,"0"0"19"-15,0 0-31 0,0 0-14 16,0 0-30-16,0 0 17 16,0 0 12-16,-10 55-9 15,17-23-7-15,-1 3-6 16,-2 4-8-16,2-1-4 15,-3 0-1-15,-2-2-1 16,0-5 1-16,-1-4-4 0,0-4-16 16,0-5-24-16,0-7-25 15,2-8-20-15,4-3-40 16,2-14 13-16</inkml:trace>
  <inkml:trace contextRef="#ctx0" brushRef="#br0" timeOffset="-154242.67">28383 8642 420 0,'0'0'6'0,"0"0"66"16,0 0-26-16,0 0-22 15,0 0 13-15,13 58 0 16,-12-25-11-16,0 4-11 0,-1-1-8 15,2 0-4-15,-1-2-2 16,2 0 0-16,-1-4-9 16,-1-6-46-16,0-9-81 15,3-11-149-15</inkml:trace>
  <inkml:trace contextRef="#ctx0" brushRef="#br0" timeOffset="-152355.83">28583 6881 95 0,'0'0'63'0,"0"0"-33"0,-2 0 7 16,-1 0-7-16,0-3-3 15,1 1 1-15,0 1 14 16,-1 1-12-16,-2 0-14 16,-1 0-10-16,-1 0 2 15,-2 0 4-15,-3 0-1 16,1 0 1-16,-1 3-3 0,-1-2 0 15,2 2-2-15,-2 0 3 16,4 0-2-16,-1 1 0 16,-1 3 1-16,3 3-2 15,-2 3 1-15,1 4 2 0,-3 4 1 16,3 3 1-16,2 3 1 16,1 3-3-16,5 3-2 15,1-1 3-15,1-2-8 16,13-3 2-16,3-4-2 15,8-3 1-15,4-8 0 0,5-4 1 16,2-7 1-16,1-1-2 16,-2-7-2-16,-3-7 0 15,-3-7-1-15,-8-2 0 16,-2-4 0-16,-5-2-1 16,-7-6 1-16,-7 2-1 0,-1-2 0 15,-17 2-2-15,-9 6 0 16,-8 4 0-16,-1 7-1 15,-3 8 1-15,0 5-1 16,7 3-22-16,7 5-26 16,10 3-31-16,6-3-79 0,9-5-62 15</inkml:trace>
  <inkml:trace contextRef="#ctx0" brushRef="#br0" timeOffset="-151146.48">30156 6683 182 0,'2'-10'3'0,"-2"3"25"0,0 2-2 0,0 3-3 16,0-1-5-16,0 3 7 0,-2 0-6 15,-2 0 1-15,-4 9-3 16,0 4 5-16,-3 5 1 16,-1 4 3-16,-2 3-8 15,0 5-5-15,-1-2-7 16,1 2-1-16,-3-5-3 16,3 0 0-16,3-5 0 0,0-5 0 15,3-3-1-15,1-4 1 16,4-2 0-16,1-5 2 15,-1 2 1-15,3-3 3 16,0 0 3-16,0 0-5 16,11 0-3-16,5 0-2 0,8 0 0 15,7-1 2-15,5-2-2 16,5 1-1-16,-5 0 1 16,-1 2-1-16,-5 0 0 15,-6 0 0-15,-8 0 0 16,-2 0-14-16,-8 1-22 15,-1 0-16-15,-5 0-35 0,0-1 6 16,0 0-9-16</inkml:trace>
  <inkml:trace contextRef="#ctx0" brushRef="#br0" timeOffset="-150909.83">30229 6838 219 0,'0'0'4'0,"0"0"49"15,0 0 5-15,0 0 9 16,0 0-18-16,0 0-39 0,0 0-2 16,0 0 21-16,-12 40-4 15,12-12-10-15,0 5-7 16,0 3-5-16,0 2-2 16,0-1 0-16,4-3-1 15,-2-7-7-15,4-5-29 0,1-9-22 16,1-10-22-16,3-3-18 15,1-8-18-15</inkml:trace>
  <inkml:trace contextRef="#ctx0" brushRef="#br0" timeOffset="-150541.53">30420 6739 347 0,'0'0'16'0,"0"0"27"16,0 0-41-16,0 0 5 15,0 0 16-15,-24 44-8 16,20-31-6-16,2-2-4 16,2-3-2-16,0-2-2 15,2 1 1-15,11-1-1 0,2-2 1 16,5 0 0-16,1 5 1 15,1-1-3-15,-2 1 1 16,0 4 0-16,-3-2-1 16,-5 3 0-16,-5-2 0 15,-1-1 1-15,-6 0-1 0,0 0 0 16,-6-2 0-16,-6-2 0 16,-5 2-1-16,-1-2-11 15,-3-4-15-15,0 0-15 16,-1-2-28-16,-1-2 5 15,3 1-17-15</inkml:trace>
  <inkml:trace contextRef="#ctx0" brushRef="#br0" timeOffset="-150329.83">30374 6810 290 0,'0'0'2'15,"0"0"54"-15,0 0-8 16,45-46-21-16,-24 33-2 15,3 0-3-15,4-2-1 16,3 2-3-16,1 2-12 16,-1 2-3-16,-2 5-2 0,-2 3-1 15,-4 1-16-15,-7 0-48 16,-6 4-72-16,-9-1-92 16</inkml:trace>
  <inkml:trace contextRef="#ctx0" brushRef="#br0" timeOffset="-149758.87">29984 7571 272 0,'0'0'55'0,"0"0"-37"0,0 0 26 16,0 0-27-16,-42 8-6 16,33 8 5-16,-2 2-4 15,3 1-5-15,3-2-3 16,5-1-3-16,0-2 0 0,0-3 1 16,11-2-2-16,2-5 2 15,6-1-2-15,4-3 1 16,2 1 0-16,0 1-1 15,-2 3 1-15,-2 5-1 16,-7 2 0-16,-4 5 0 0,-4 4 1 16,-6 0 0-16,0 1 0 15,-3 0 1-15,-8-2-1 16,-2-3 0-16,-2-1 1 16,-4-2-1-16,0-4-1 15,0-2 2-15,-5-2-2 0,2 0 1 16,-2-3-1-16,2-3-11 15,2 0-6-15,3 0-15 16,3 0-33-16,4-6-13 16,5-7-32-16</inkml:trace>
  <inkml:trace contextRef="#ctx0" brushRef="#br0" timeOffset="-149521.36">29961 7624 295 0,'0'0'2'16,"0"0"25"-16,30-42 6 16,-11 29-9-16,7-4-6 15,9-1 6-15,7-2-2 16,2 2-10-16,3 2-6 16,-3 6-4-16,-6 4-1 15,-6 6-2-15,-10 0-43 0,-6 6-55 16,-9 5 3-16,-5-1-129 15</inkml:trace>
  <inkml:trace contextRef="#ctx0" brushRef="#br0" timeOffset="-149239.58">30540 7551 342 0,'0'0'21'0,"0"0"81"16,0 0-69-16,0 0-25 15,0 0 3-15,-11 50 14 16,7-19 3-16,-2 6-9 15,4-2-9-15,0 4-7 16,0 1-1-16,0 1-2 16,2-3-1-16,0-1-40 0,-1-6-57 15,-3-8-122-15</inkml:trace>
  <inkml:trace contextRef="#ctx0" brushRef="#br0" timeOffset="-144705.92">29886 8528 133 0,'-3'0'43'0,"0"0"3"0,2 0 10 0,0 0-12 15,0 0 3-15,1 0-6 16,0 0-10-16,-2 0-8 15,2 0-6-15,0 0-3 16,0 0 2-16,0 0-2 0,0 0-2 16,0-2-5-16,0 0 1 15,0-1 1-15,0 0-4 16,0 0-1-16,0 1-1 16,0-1 2-16,2 0-1 15,2-1 0-15,1-1-1 0,3 1 0 16,3-2 2-16,4-1-1 15,1 2 2-15,4-1-3 16,0 0-2-16,1 5 1 16,1-1-1-16,-5 2-1 15,-1 0 0-15,-4 6-1 16,-4 7 1-16,-2 0-2 0,-5 4 0 16,-1 1 1-16,-1 4 0 15,-8-1 1-15,-7 0 1 16,0 0-1-16,0-2 1 15,-2-5-2-15,3 0 2 16,0-4-1-16,2-4 1 0,4-2 0 16,1-1-1-16,4 0 1 15,3-3-1-15,1 0 2 16,0 0 0-16,4 0 0 16,10 0 0-16,3 0-2 15,4 0 0-15,2 4 0 0,2 3 0 16,-2 7 1-16,0-1-2 15,-4 5 0-15,-3 0 0 16,-5 0 1-16,-3 1-2 16,-5-4 1-16,-3 0-1 15,0 0 2-15,-6-1 0 0,-7-4 1 16,-3 2 4-16,-5-3 4 16,-3-1 1-16,-3-3 1 15,-2-1 0-15,-1-2-3 16,-1-2-3-16,3 0-1 15,2 0-3-15,3-7 1 0,5-3-1 16,8 0-1-16,6 0 0 16,4-1-18-16,0-1-18 15,9 4-24-15,7-2-30 16,0 1-30-16,4-2-107 16</inkml:trace>
  <inkml:trace contextRef="#ctx0" brushRef="#br0" timeOffset="-144236.92">30461 8459 341 0,'0'0'6'0,"0"0"70"0,0 0-34 0,0 0 0 16,0 0-11-16,0 0-5 15,0 0-6-15,0 0-2 16,-42 5 0-16,31 19-1 0,3 5-2 16,2 3-3-16,2 3 1 15,2 3-6-15,2 0-3 16,0-3-2-16,6-1-1 15,5-3 1-15,3-6-4 16,1-6 2-16,1-4 0 16,-1-5-1-16,3-7 2 0,-3-3 1 15,0 0 0-15,-4-6 0 16,2-5-1-16,-9 0 1 16,-2-3-1-16,-2 0 0 15,-1 2-1-15,-13-1 3 16,-3 4-2-16,-6 0 0 0,-4 5-1 15,0 2 0-15,2 2-2 16,5 0 1-16,5 4-36 16,9-4-59-16,6-2-114 15</inkml:trace>
  <inkml:trace contextRef="#ctx0" brushRef="#br0" timeOffset="-136277.91">32101 6645 88 0,'4'0'38'0,"0"0"34"16,-2 0-30-16,1-2-7 16,0-2 9-16,0 3 1 15,0-4-9-15,-1 1-12 0,0 2 1 16,0-3-6-16,-1 4-2 15,-1-2-3-15,0-1-4 16,0 0-4-16,-4 0-4 16,-5 0-1-16,-6 1-1 15,-5 1 1-15,-7 2-2 0,-5 0 2 16,-4 0-1-16,-2 5 0 16,5 5 1-16,4 5-1 15,7 1 1-15,6 4-1 16,11 0-1-16,5 3 1 15,0-4-1-15,18 0 1 0,6 1 0 16,5-1 1-16,2-1-1 16,-1 2 1-16,-3 0-1 15,-4 3 0-15,-6-1 1 16,-5 1-2-16,-4-3 1 16,-5 0 1-16,-3-4-1 0,0-2 0 15,-10-3 1-15,-5-4 0 16,-2 0 0-16,-4-4 2 15,-4 0 1-15,-3-3 5 16,0 0 2-16,-1-3 1 16,1-5-1-16,5-2 1 0,7-5 1 15,9-3 1-15,7-3-6 16,7-4-5-16,19-1-4 16,11-4 2-16,8 1-5 15,7 4-29-15,1 2-16 16,0 6-37-16,-4 3-66 0,-6 4-63 15</inkml:trace>
  <inkml:trace contextRef="#ctx0" brushRef="#br0" timeOffset="-135964.45">32333 6764 322 0,'0'0'19'0,"-46"13"26"0,25 0-11 0,2 1 0 0,6 5-6 15,2-1-11-15,7 2-1 16,4 0-7-16,0 1-3 0,9-1-2 16,5-1-3-16,2-1 0 15,4-3 0-15,3-6 0 16,3-6 0-16,-2-3 1 16,1 0 1-16,-2-6 0 15,-4-10 1-15,-5-2 0 0,-7-3 0 16,-6-5-2-16,-1-2-2 15,-12-2 0-15,-10 0-5 16,-6 7-7-16,-2 2-11 16,-2 10-2-16,1 6-32 15,1 5-67-15,6 0-28 16</inkml:trace>
  <inkml:trace contextRef="#ctx0" brushRef="#br0" timeOffset="-135538.28">31684 7602 413 0,'0'0'26'0,"0"0"38"0,0 0-22 0,0 0-9 16,0 0-21-16,0 0-7 16,44-23 1-16,-1 18 10 15,3-2-3-15,-5 1-7 16,-3 3-4-16,-7 3 0 15,-11 0-2-15,-7 3 1 0,-8 8-1 16,-4 5 0-16,-1 4 1 16,-4 8 3-16,-9 6 3 15,0 6 0-15,-3 4-5 16,1 4-2-16,1-1 0 16,1-1 1-16,4-8-2 0,5-4-1 15,2-11-31-15,2-9-38 16,4-11-19-16,9-3-13 15,4-17-38-15</inkml:trace>
  <inkml:trace contextRef="#ctx0" brushRef="#br0" timeOffset="-135225.7">32138 7638 363 0,'0'0'52'0,"0"0"-12"16,0 0-14-16,0 0-22 15,0 0 4-15,0 0 13 0,0 0 1 16,-12 45-12-16,12-28-4 16,0 3-2-16,8 0 1 15,2 1-4-15,2 2 1 16,2-3-1-16,-2 1 0 0,0-2 1 16,0-4-2-16,-2 0 1 15,-4-4-1-15,0-4 1 16,-2 0-1-16,-3-3 0 15,-1 1 0-15,-5-1-9 16,-5-1-4-16,-6 1-15 0,-5-3-11 16,-1-1-4-16,-1 0-10 15,2 0-17-15,-1-11 5 16,6-2-27-16</inkml:trace>
  <inkml:trace contextRef="#ctx0" brushRef="#br0" timeOffset="-135040.95">32180 7597 269 0,'0'0'76'16,"56"-33"-10"-16,-20 20-27 15,1 0-9-15,2 3-7 16,1 3-12-16,-4 6-9 0,-6 1-1 16,-6 0-2-16,-7 1-29 15,-13 3-70-15,-4-1-114 16</inkml:trace>
  <inkml:trace contextRef="#ctx0" brushRef="#br0" timeOffset="-134370.58">31838 8510 444 0,'0'0'10'0,"0"0"29"15,0 0-18-15,0 0-14 0,0 0-5 16,0 0-1-16,0 0 1 16,-11-39 5-16,4 35-1 15,-2 1-1-15,-5-1-2 16,-1 1-2-16,-3 3 0 16,-1-1-1-16,-1 1 1 15,-1 0 0-15,5 0-2 0,0 5 1 16,5 4 1-16,4 1-3 15,5 2 2-15,2 0-1 16,4 5 1-16,10 0 0 16,5 3 0-16,1 3 1 0,-1 2-1 15,1 2 0-15,-7 3-1 16,-1-3-3-16,-3 3-3 16,-6-5 2-16,-2-3 4 15,-1-4-1-15,0-2 2 16,-4-5-1-16,-6-1 3 15,0-3 2-15,-3-1 9 0,-2-2 7 16,-2-1 8-16,1-3-5 16,-2 0-6-16,0 0 0 15,-1-7-5-15,1-4-3 16,5-5-1-16,3-3-1 16,7-3-2-16,3-7-1 0,7-2-2 15,13-2-2-15,9-2 1 16,7-1-2-16,5 2-28 15,8 3-19-15,1 3-28 16,-3 2-57-16,0 6-113 0</inkml:trace>
  <inkml:trace contextRef="#ctx0" brushRef="#br0" timeOffset="-134038.42">32142 8579 63 0,'0'0'449'0,"0"0"-442"0,0 0 26 0,0 0-10 15,0 0-9-15,33-41 6 16,-26 41 3-16,1 0-14 0,4 0-7 16,-5 9-2-16,-1 6-1 15,-2 2 1-15,-3 3-1 16,-1 3-2-16,0-2-3 15,-10 5-2-15,0-2 0 16,-2-3 1-16,0 2 0 0,-2-3 2 16,4-3 5-16,1-6 0 15,4-1 0-15,2-4 0 16,3-3 2-16,3-3-2 16,13 0 5-16,10 0 7 15,10-7-6-15,13-5-4 0,7-1-2 16,4-1 1-16,-4-4-29 15,-5-8-157-15</inkml:trace>
  <inkml:trace contextRef="#ctx0" brushRef="#br0" timeOffset="-127647.8">25250 10278 90 0,'1'0'29'0,"-1"0"10"16,0 0-32-16,0 0 23 15,0 0 41-15,0-3 1 0,-1 3-40 16,-3-3-27-16,-2 2-1 15,-6-1 3-15,-1 1 3 16,-5 1-5-16,-7 0 3 16,-2 0 3-16,-6 0 5 15,-2 10 0-15,-3 1 2 0,0 5-1 16,2 4-5-16,0 4-2 16,5 1-3-16,5 4-4 15,5 1 0-15,4-2-2 16,6 1 0-16,4-2 0 15,4-3-2-15,3-4 3 0,0-5-2 16,8-1 0-16,5-8 3 16,8-2-2-16,-1-3 3 15,6-1-2-15,0 0 0 16,1 0 0-16,0 1 0 16,0-1-2-16,-1 0 0 0,-1 0 1 15,-2 5-1-15,1 5-1 16,0 3 2-16,-4 4-1 15,0 5 1-15,-4 3 2 16,-1 2-1-16,-3 4-2 16,-5 2 2-16,-4 1-2 15,-3 0 1-15,0 2 0 0,-4-4 2 16,-11 1 5-16,0-6 0 16,-6 0 1-16,-2-4-1 15,-3-2 0-15,-3-4-2 16,-5 0 0-16,-2 0 1 0,-2-3-1 15,-1-1-1-15,-3 0-3 16,-1-3 1-16,0-2 0 16,0-2-2-16,1-2 1 15,0-4-2-15,3 0 1 16,0 0-1-16,4-7 2 16,2-7-2-16,4-4 1 0,0-6 0 15,0-3-1-15,4-3 1 16,3-3-1-16,2-2 0 15,1 2 2-15,4 3-2 16,1 4 0-16,2 6 0 16,1 4 0-16,-1 7 0 0,2 2-2 15,1 4 0-15,1 3-3 16,-1 0-8-16,3 3-2 16,0 5-5-16,0 4-3 15,4 1-4-15,-3 1-15 0,3 1-12 16,1 1-28-16,-1-8-67 15</inkml:trace>
  <inkml:trace contextRef="#ctx0" brushRef="#br0" timeOffset="-126835.67">25633 10784 94 0,'-1'-3'47'0,"0"0"8"0,1-1-26 16,0-1 13-16,0 1 1 0,0 0-3 15,0 0-10-15,2-1-8 16,6 1-8-16,4-2 0 15,3 2-5-15,6 0 0 16,2-2 1-16,1 4-3 16,-1 1-4-16,1 0-2 0,-2 1-1 15,-2 0 0-15,-3 1-12 16,-4 4-45-16,-5-2-64 16,-5 1-88-16</inkml:trace>
  <inkml:trace contextRef="#ctx0" brushRef="#br0" timeOffset="-126614.72">25611 10948 189 0,'0'0'90'16,"0"0"-33"-16,0 0-21 15,51 6 2-15,-15-7-7 16,5-8-16-16,3 2-9 15,2 0-4-15,0 1-1 16,-4 0-2-16,-10-2-66 0,-5-3-159 16</inkml:trace>
  <inkml:trace contextRef="#ctx0" brushRef="#br0" timeOffset="-125462.42">27352 9839 115 0,'0'0'20'0,"0"0"10"0,0 0-9 0,0 0-6 15,0 0-3-15,-36 4 1 16,25-2 0-16,-1-1-1 16,-2 2-4-16,-1-2 2 0,-4 1-1 15,-1-1-3-15,-2 2 3 16,1-1-3-16,-5 0 0 15,0 0-3-15,1 1 0 16,0 1 1-16,2-3-1 16,1 2 1-16,3 0 4 0,4 3-4 15,-1-1-2-15,2 5 0 16,3 0-2-16,-2 7 0 16,0 6 0-16,-1 8 1 15,-1 8 1-15,1 10 5 16,-1 9 4-16,1 8 0 0,3 12 8 15,-3 11 0-15,2 8 2 16,0 11 0-16,-1 11-9 16,0 6-1-16,0 3-2 15,1 0-3-15,3 2-2 16,-5-3-1-16,3-2 1 0,-3-3 3 16,-1-4 2-16,-4-6-2 15,2-4 6-15,0-6-1 16,1-6-4-16,2-5-1 15,1-2-3-15,2-7 1 16,2-3 0-16,3-7 3 0,3-5-6 16,-3-5 1-16,4-8-2 15,0-1 1-15,0-4 0 16,0-6 0-16,-2-2-1 16,2-2 0-16,-1-4 2 15,1-6-1-15,-2-4 0 16,2-2 0-16,0-6 1 0,0-4 0 15,0-3 0-15,1-2 0 16,1-4 0-16,-2-1-1 16,2-3 1-16,0 2 0 15,0-2 1-15,0 1 1 16,0-1-2-16,0 0 1 0,0 0-1 16,2 1 0-16,4 1 5 15,6-2 8-15,10 0-7 16,5 0 0-16,6 0 1 15,9 0 0-15,9-3-3 16,5-3-2-16,8-1-5 0,-1 3 1 16,4-2-1-16,0 0 1 15,0-3-2-15,2 0-20 16,-2-4-13-16,-4-8-57 16,-3-7-150-16</inkml:trace>
  <inkml:trace contextRef="#ctx0" brushRef="#br0" timeOffset="-123775.27">32290 9687 14 0,'-3'-1'7'0,"1"-1"14"0,1 2 6 15,-3-1 19-15,4 1-4 16,-2-1-19-16,0 0 0 0,1 1 0 16,1 0 0-16,-1 0-5 15,1-1 0-15,0 1 2 16,0 0-8-16,0 0-9 16,0 0-2-16,10 0-1 15,1 0 15-15,8 0 4 0,7 0-5 16,4 0-3-16,3 1-4 15,2-1 2-15,1 0-4 16,-1 0 0-16,-4 0-4 16,0 0 1-16,-5 0-1 15,-3 0-1-15,-4 0 1 0,-4 0-1 16,-4 0 0-16,-4 0 1 16,-3 1-1-16,-2 3 0 15,-2 0 0-15,0 6 0 16,-2 1 3-16,-7 8 3 15,0 4 2-15,-2 5-2 0,2 3 1 16,3 7-2-16,-2 5-1 16,4 4-1-16,2 7 1 15,1 7 0-15,1 7-1 16,0 9 0-16,0 9-2 16,0 8 0-16,0 1-1 0,0 3 1 15,-2-1 0-15,-4 1-1 16,-5-6 1-16,2-2-1 15,-4-1 0-15,-1 2-1 16,0-4 3-16,-1-3 1 16,2-1 12-16,-2 0-3 15,2-4-3-15,-5 1-2 0,3 1-1 16,-3-2 0-16,0 1-2 16,0-3 1-16,1-5 0 15,1-5-1-15,2-5-1 16,1-5 0-16,4-5 2 15,3-3-3-15,-1-1 1 0,2-1 1 16,3-3-1-16,-1 0 0 16,-1-3-2-16,1-5 1 15,0-2-1-15,-2-6 1 16,1-4-1-16,0-5 0 0,0-4 0 16,2-3 0-16,-2-4 0 15,2-2 0-15,0 0 0 16,-2-2 0-16,3-1 0 15,-2 1 3-15,0-1-1 16,1 1-2-16,0 2 0 16,-2-1 0-16,2 2 1 0,-1-1-2 15,1 0 1-15,-1 1-1 16,1 0 1-16,-1-1 0 16,0 1 0-16,0 1 0 15,1 0 2-15,-1 2-1 16,-4-2 2-16,3 3-1 0,-1 1 0 15,0-2-1-15,1 0 0 16,0-2 1-16,-1 0 0 16,2-3 1-16,0-1 0 15,0 0 2-15,-3-2-2 16,0-1 1-16,-4-1-1 0,-1 0 0 16,-2 0-1-16,-6 0-2 15,-6 0 0-15,-8-7-1 16,-9-1 0-16,-16-4-17 15,-13-5-56-15,-14-8-87 16,-9-8-185-16</inkml:trace>
  <inkml:trace contextRef="#ctx0" brushRef="#br0" timeOffset="-121942.7">27113 10237 108 0,'-7'-13'49'0,"-2"0"-4"0,1 3 2 0,-1 2-8 0,3 2-4 0,-1 0 11 15,2 4-16-15,2 1-6 16,1 1-12-16,2 0-9 16,0 9-2-16,0 7 1 15,0 2 3-15,1 5 3 16,5 5 5-16,2 6-3 0,0 2-5 16,2 2-1-16,0 5-2 15,2-1-2-15,-3-2 1 16,2-3-1-16,-3-6 0 15,-2-8 0-15,1-9 0 16,-4-4 1-16,-1-6-1 0,-2-4 2 16,3 0 34-16,-2-7-18 15,3-7-15-15,0-7 0 16,1-6-1-16,3-4 0 16,-2-5 1-16,1-5-3 15,1-1 0-15,-2-1 2 0,0 0-2 16,0 2 0-16,-1 0 0 15,-3 7 0-15,0 5 0 16,-1 8-2-16,-1 4-2 16,0 7-10-16,1 3-7 15,1 7-19-15,-2 0-53 16,1 0-9-16,1 7 19 0,-1-1-111 16</inkml:trace>
  <inkml:trace contextRef="#ctx0" brushRef="#br0" timeOffset="-120926.2">27502 10319 152 0,'0'0'11'0,"0"0"36"0,0 0-13 15,0 0-4-15,0 0 1 16,0 0 6-16,0 0 10 16,0 0-12-16,0 0-11 15,0 0-6-15,-40-22-6 16,24 22-1-16,0 8-2 15,0 3 1-15,3 4 0 0,-1 0-2 16,4 5-3-16,7 0-3 16,3 0-1-16,0 0 0 15,0 0-1-15,11-3 0 16,1-2 1-16,2-6-1 16,5-6 0-16,-3-3 0 0,0 0 0 15,-3-5 1-15,1-9 1 16,-6 0-2-16,-5-3 1 15,-1 1-1-15,-2-1 0 16,0 3-1-16,0 0 2 16,0 3-1-16,-4 3 0 15,-2 3 0-15,1 1 1 0,-1 3 0 16,0 1-1-16,3 0 1 16,1 0 0-16,2 6-2 15,0 3 2-15,0 1-2 16,0 1 3-16,3 0 0 0,5 3 1 15,1-1-2-15,1 2-1 16,2-3 1-16,0 2-1 16,1-3 0-16,3-3 0 15,-3-3 0-15,2-4 0 16,-3-1 1-16,1 0-2 0,-3-2 2 16,-1-8-1-16,-1-1 0 15,-4-2 0-15,-2-1-2 16,-2 2 1-16,0-2 0 15,0 3 1-15,-3 1-1 16,-6 0-1-16,2 1 0 0,-4 1-2 16,2 2 1-16,2 1 1 15,-1 0 2-15,3 1-1 16,1 1 2-16,3 2-1 16,1-2-1-16,0 0 1 15,10-1-1-15,1 1 1 0,7-3 0 16,3 1 0-16,0-1 0 15,6 0 0-15,-1 2 1 16,0-2-1-16,-5 2 0 16,-2 1 2-16,-4 0-2 15,-3 2 0-15,-7 1 1 16,0-1 1-16,-3 1-1 0,-2 0 1 16,0 0 1-16,0 0 2 15,0 0 1-15,0 0 1 16,-6 1-2-16,2 6 1 15,1 4 2-15,1 2-2 0,2 6 0 16,0 1 0-16,2 1-1 16,4 3-3-16,2 2-1 15,3-1-1-15,-2-2 0 16,0-4 0-16,1-2 0 16,-1-5-14-16,0-4-11 15,0-4-8-15,-1-4-17 0,-2 0-87 16,-1-9-112-16</inkml:trace>
  <inkml:trace contextRef="#ctx0" brushRef="#br0" timeOffset="-111965.53">28143 10031 111 0,'0'0'33'0,"0"0"18"0,0 0-43 15,0 0 3-15,0 0-7 16,0 0-1-16,0 0 1 16,0 0 2-16,0 0-3 0,0 0 0 15,0 0 1-15,0 0-2 16,0 0 6-16,2-7 9 16,-2 7 10-16,0 0-13 15,-2 0-5-15,0 0 3 16,0-2-1-16,0 1-2 0,-1-1-4 15,-2 1 1-15,1 1-2 16,1-1 2-16,0-1 6 16,0 2 1-16,-2 0 2 15,2-1 1-15,1 0 0 16,0 0 1-16,1 1-2 0,-3-1-4 16,4 1-4-16,-1 0-4 15,1 0-1-15,0 0-1 16,0 0-1-16,0 0 0 15,0 6 1-15,1 5 6 16,5 7 3-16,-2 5 3 0,0 8 4 16,-1 6 4-16,0 7-7 15,-3 0-2-15,0 3-6 16,0-3-3-16,0-2-2 16,-1-4 0-16,-1-4-1 15,0-4 0-15,0-6 1 0,1-6-1 16,1-5 0-16,0-4 0 15,0-4 0-15,0-4 0 16,0-1 0-16,0 0-17 16,0 0-23-16,1-11-37 15,1-6-89-15,0-7-89 0</inkml:trace>
  <inkml:trace contextRef="#ctx0" brushRef="#br0" timeOffset="-111602.53">28068 10061 270 0,'0'0'1'0,"0"0"27"0,0 0 9 0,0 0-9 0,0 0-15 16,0 0 6-16,0 0 3 15,55-23 2-15,-33 36-10 16,1 2-5-16,-3 4-7 16,-1 1-1-16,-4 0 0 0,-2-1-1 15,-4-1 0-15,-4-4 1 16,-2 0-2-16,-3-3 2 16,0-1-1-16,-11-3 1 15,-2 3 0-15,-7-3 0 16,-2 1 0-16,-2-1-2 15,1 0 1-15,0-2 1 0,3 1-1 16,4 1-3-16,3-3-13 16,8-1-18-16,3 2-19 15,2-3-24-15,2-1 4 16,7-1-79-16</inkml:trace>
  <inkml:trace contextRef="#ctx0" brushRef="#br0" timeOffset="-111014.59">28299 10056 301 0,'0'0'5'0,"0"0"69"16,0 0-62-16,0 0-10 0,0 0 17 15,0 0 13-15,13 60-9 16,-10-30-2-16,-1 5-6 16,1 2-6-16,-1 0-5 15,-2 0-1-15,0 0-3 16,0-6 0-16,0-5 1 0,0-7-1 16,0-4 1-16,0-7-2 15,0-3 2-15,0-4-1 16,0-1 3-16,0 0 2 15,0 0 12-15,0-1-12 16,0-6-3-16,-5 0-2 0,3-1 1 16,0 0 0-16,0-2-1 15,0 0 0-15,1 0 2 16,-2-1-4-16,3-1 2 16,0-2 0-16,0 3 0 15,0-2 0-15,0 2 2 0,5 2 1 16,2 1-3-16,3 2 3 15,0 2-3-15,1 2 1 16,3 2-1-16,-1 0 0 16,3 0 0-16,-3 6 0 15,1 4 0-15,1 1 0 16,-3 1 0-16,-2 2 0 0,0-3 0 16,0 3-1-16,-4-1-11 15,-3 0-9-15,0-2-11 16,-2-1-13-16,-1 1-20 15,0-2-27-15,-1 0 16 16,-3-5-55-16</inkml:trace>
  <inkml:trace contextRef="#ctx0" brushRef="#br0" timeOffset="-107206.39">29216 9982 224 0,'0'0'55'0,"0"0"-4"0,0 0 12 15,0 0-21-15,-47-18-12 16,28 32 4-16,-3 8 2 16,1 6-5-16,1 2-11 0,5 5-3 15,4 4-7-15,3 0-4 16,5 1-3-16,3-3-2 15,0 0 0-15,2-7-1 16,10-5 0-16,1-3 1 16,4-6-2-16,2-5-2 0,3-6-37 15,-1-5-18-15,1 0-36 16,-2-7-46-16,1-10-14 16</inkml:trace>
  <inkml:trace contextRef="#ctx0" brushRef="#br0" timeOffset="-106882.47">29277 10265 261 0,'0'0'21'16,"0"0"47"-16,0 0-27 15,0 0-8-15,-38 14-3 16,33-4-2-16,3 2-7 0,2-1-5 16,0 2-4-16,0-2-2 15,7 2-2-15,5-4-4 16,2 0-2-16,3-3 1 15,1-3-2-15,0-3 1 16,1 0-2-16,-2 0 1 0,-2-6 0 16,-3-4 0-16,-3-1-1 15,-2-3 1-15,-7-2 0 16,0-4-1-16,-3 2-1 16,-10-2-9-16,-4 2 4 15,-1 3 2-15,-1 4 1 16,-1 2-3-16,1 6-6 0,6 3-3 15,0 0-14-15,5 0-10 16,4 6-39-16,4 0-20 16,0-2-28-16</inkml:trace>
  <inkml:trace contextRef="#ctx0" brushRef="#br0" timeOffset="-106555.68">29429 10255 308 0,'0'0'19'0,"0"0"32"16,0 0 13-16,0 0-16 15,43 41-15-15,-30-31-6 16,2 3-6-16,-1 3-8 16,1-1-7-16,-2 0-4 15,-3-1 0-15,0 0-2 0,-3-4 1 16,-1-3 0-16,-3-3-1 15,2-4 0-15,1 0 10 16,-2-8 18-16,2-6-14 16,-1-5-4-16,0-4-3 15,2-4-2-15,-3 0-4 0,0-4-1 16,2 1 0-16,-1 3-22 16,3 3-24-16,-4 7-19 15,0 3-24-15,1 4-77 16,-2 4-34-16</inkml:trace>
  <inkml:trace contextRef="#ctx0" brushRef="#br0" timeOffset="-106228.73">29887 10004 411 0,'0'0'3'0,"0"0"69"0,0 0-63 16,0 0-1-16,11 40 5 16,-9-9 11-16,2 4 5 15,-4 4-4-15,0 2-6 16,0 0-11-16,0 2-5 15,0-3-2-15,0-4-1 0,0-6 0 16,-4-4 0-16,3-8-11 16,0-6-26-16,1-8-9 15,-1-1-17-15,0-3-20 16,0-9-44-16</inkml:trace>
  <inkml:trace contextRef="#ctx0" brushRef="#br0" timeOffset="-105849.81">29869 10092 333 0,'0'0'1'16,"0"0"58"-16,-1-50-16 15,1 37-7-15,7-1-13 16,2 4 3-16,6 0-4 0,0 5-4 15,4 2-10-15,-1 3-2 16,0 0-3-16,0 3-3 16,-3 8 2-16,-3 3-2 15,-4 2-1-15,-1 0 2 16,-6 1-1-16,-1-2 0 0,0 2 0 16,0-3 1-16,-9 1-2 15,-3-1 2-15,-1-3-2 16,-5 1 0-16,2 0-7 15,-4 0-9-15,1-1-3 16,2-1-10-16,3 0-21 0,2-2-35 16,5-2-11-16,3-3-59 15</inkml:trace>
  <inkml:trace contextRef="#ctx0" brushRef="#br0" timeOffset="-105302.23">30327 10153 191 0,'0'0'24'0,"0"0"40"16,0 0-20-16,0 0 18 15,5-38-3-15,-5 33-18 0,-5 1-11 16,-4 0-9-16,-2 2-3 16,-1 2-1-16,-3 0 2 15,-1 1 4-15,-2 8-3 16,1 6-2-16,0 4-5 15,3 6 0-15,0 3-5 0,5 3-3 16,4 1-2-16,5 0-1 16,0-3-1-16,7-2 0 15,7-5 0-15,6-3 0 16,4-5-1-16,0-6 1 0,0-3-6 16,1-5-16-16,-1 0-13 15,-3-8-43-15,-5-6-37 16,-3-4-137-16</inkml:trace>
  <inkml:trace contextRef="#ctx0" brushRef="#br0" timeOffset="-104099.77">31353 10025 191 0,'3'-14'14'0,"-2"-2"46"0,-1 3-20 0,0 2 12 15,0 0-7-15,-6 2-2 16,-5 5-8-16,-5 1-2 16,-5 3-8-16,-1 3 2 15,-4 11-2-15,0 6-4 16,2 6-7-16,4 4-2 0,6 2-2 16,6 5-6-16,6 1-2 15,2-1-1-15,6-1-1 16,10-5 2-16,2-4-2 15,6-4 0-15,-2-7-3 16,1-4-13-16,1-5-13 0,-3-4-31 16,1-3-22-16,-6 0-21 15,2-7-47-15</inkml:trace>
  <inkml:trace contextRef="#ctx0" brushRef="#br0" timeOffset="-103740.59">31489 10196 256 0,'0'0'18'16,"0"0"47"-16,0 0-35 15,0 0 5-15,0 0 3 16,-38 15-11-16,34-2-4 0,0-2-2 16,4 1-10-16,0-1-2 15,0-1-4-15,3 0-2 16,4-3-3-16,4-3 2 15,-1-1-2-15,3-1 2 16,1-2-2-16,-2 0 2 0,0 0-1 16,-2-7 0-16,0-1 0 15,-4-6 1-15,2 0-1 16,-5-2 0-16,-2-4-2 16,-1-1-1-16,0 1-2 15,-9 2-2-15,-3 1 2 0,-3 4 0 16,-1 6-3-16,2 3 1 15,3 2-8-15,-1 2-12 16,5 0-17-16,4 3-37 16,3-1-49-16,0-2-63 15</inkml:trace>
  <inkml:trace contextRef="#ctx0" brushRef="#br0" timeOffset="-102179.64">31652 10184 160 0,'0'-5'28'0,"0"0"28"0,0 2-19 15,0 1-11-15,1 0-3 16,2-1-2-16,-1 2-5 15,1 1-7-15,1 0-5 16,-1 0 0-16,1 0 1 16,3 0 0-16,-1 0 3 0,0 7 0 15,2 1-2-15,4 1 3 16,-1 4-5-16,2 1 1 16,0 3-2-16,0 0-2 15,-3 0 0-15,1-3-1 16,-3-1 2-16,-1-4-2 0,0-2 0 15,-3-3 1-15,-2-4 0 16,0 0 10-16,1 0 19 16,0 0 4-16,-1-10-16 15,2-3-8-15,5-5 5 16,0-6-3-16,2-2-6 0,5-6-3 16,2 0-3-16,3 1-1 15,1 3-36-15,-1 2-55 16,-3 3-85-16</inkml:trace>
  <inkml:trace contextRef="#ctx0" brushRef="#br0" timeOffset="-95525.58">29019 11467 226 0,'0'0'92'0,"0"0"-10"0,0 0-10 0,0 0-30 15,0 0-38-15,0 0-1 16,0 0 14-16,-6 58 6 16,12-18 1-16,4 1-4 15,0 2-9-15,-3 0-8 16,0-3 0-16,0-10-2 0,-1-6 1 15,-3-7-2-15,2-11 2 16,1-6-1-16,4-10 36 16,0-13-26-16,2-9-8 15,3-7-2-15,-2-6 0 16,1-5-1-16,-2 4 0 16,0 0 1-16,0 6-13 0,-2 9-17 15,0 8-11-15,-1 10 4 16,-1 10-6-16,-2 3-55 15,-1 9-27-15,2 5 34 16,-4 3-73-16</inkml:trace>
  <inkml:trace contextRef="#ctx0" brushRef="#br0" timeOffset="-94727.52">29415 11612 13 0,'0'0'265'15,"0"0"-257"-15,0 0 25 16,37-21 9-16,-30 13 1 16,-6-2 15-16,-1 2-6 15,0 1-15-15,-5 0-6 16,-5 2-5-16,-4 5-12 0,-3 0-3 16,0 0-4-16,-4 3-3 15,3 7 1-15,3 0-1 16,1 4 0-16,4 0-1 15,5-1-3-15,3 1 0 16,2 2 0-16,0-2 0 0,0-1 0 16,2-2 0-16,3-2 0 15,3-2 0-15,2-3-3 16,-1-4 0-16,0 0 0 16,0-4 3-16,0-4 0 15,-1-2 1-15,-4 1-1 0,-1 0 0 16,-1 2 0-16,-2 2 1 15,1 0-1-15,-1 3 1 16,0 0 1-16,0 1-1 16,0-1 2-16,0 2 0 15,0 0 5-15,0 0-5 16,0 0-3-16,3 2-1 0,4 5 1 16,2 3 0-16,0-2 0 15,5 2 1-15,1-1-1 16,4-1-1-16,0-2 2 15,2-6-1-15,0 0 0 16,0 0 0-16,-3 0 0 0,-2-7 0 16,-5-4 0-16,-3-1 1 15,-6 1-1-15,-2-3-1 16,0 1-2-16,-5-1 0 16,-5 1 1-16,-6 0 1 15,-2 2 0-15,-2 1 0 0,2 0 1 16,2 3 0-16,4 2-1 15,2 0 2-15,4 2-1 16,6 0 0-16,0 3 0 16,7-3-1-16,9 0 0 15,3 2 1-15,5-2 0 0,1 2 0 16,0-1 1-16,-2 2-1 16,-4 0 1-16,-2 0 0 15,-4 6 1-15,-3 4 0 16,-2-2-1-16,-2 4-1 15,-3 2 1-15,1 0-1 0,-3 2 0 16,0-1 0-16,0 1 0 16,-1 0-16-16,0-1-43 15,0-1-29-15,0-3-70 16,-3-4-46-16</inkml:trace>
  <inkml:trace contextRef="#ctx0" brushRef="#br0" timeOffset="-94296.74">30106 11478 278 0,'0'0'49'0,"0"0"32"0,0 0-32 0,0 0-8 16,-43-13 3-16,22 13-7 15,-4 9-8-15,-1 6-10 16,2 4-5-16,3 5-3 15,0 2-3-15,5 2-3 16,5 3-2-16,6-1-1 16,4-2-2-16,1-2 0 0,2-4 1 15,10-6-1-15,6-6-3 16,4-4-11-16,2-6-10 16,3 0-19-16,1-1-14 15,-1-11-39-15,-3-1-64 16</inkml:trace>
  <inkml:trace contextRef="#ctx0" brushRef="#br0" timeOffset="-93161.67">30731 12272 119 0,'1'-3'19'0,"1"0"-11"0,0-1 8 16,2 3 8-16,0-2 15 15,-3 0 8-15,1 1-2 16,3 2 9-16,-3 0-6 16,2 5-23-16,1 9 5 15,3 10 4-15,-1 6-2 16,3 5-8-16,1 5-7 16,-1 3-2-16,3 0-7 0,-1-4-3 15,2-6-4-15,-1-7 0 16,-2-8-1-16,1-9 1 15,-3-7 0-15,1-2 7 16,2-5 14-16,0-10-13 0,1-6-5 16,-3-2-3-16,0-5 0 15,-1-5 1-15,-4-1-2 16,-2-4 0-16,0 3 0 16,-1 0-11-16,0 2-14 15,0 7-15-15,-1 4-4 0,0 9-6 16,0 4-27-16,0 6-47 15,1 1-44-15</inkml:trace>
  <inkml:trace contextRef="#ctx0" brushRef="#br0" timeOffset="-92268.53">31265 12523 235 0,'0'0'32'0,"0"0"21"0,0 0 5 0,17-41-7 16,-17 31-7-16,0 3-6 15,-11 3-8-15,-1 0-9 0,-4 4-4 16,0 0-2-16,-3 1-4 15,4 6-2-15,1 3-1 16,6 0-5-16,1 2-1 16,4 0-2-16,3-2 0 15,0 3 0-15,0-2 0 0,7-1 1 16,0-1-1-16,4-2-1 16,1-1 1-16,-3-2-12 15,4-3-6-15,1-1 2 16,0 0 12-16,-1-8 4 15,-3-4 1-15,0 0-1 0,-5 0 0 16,-3 2 1-16,-1 0 2 16,-1 3 9-16,0 0 1 15,0 1-2-15,0 2-2 16,0 1 0-16,0 2-2 16,0 1 1-16,0 0-3 15,0 0-4-15,0 6-1 0,0 4 0 16,0 1 0-16,1 1 1 15,7 0-1-15,3-1 0 16,3-4 0-16,2 2 0 16,0-5 0-16,2-1 2 0,-1-3-4 15,-1 0 2-15,-4 0 2 16,-2-3-2-16,1-7 0 16,-6-3 1-16,-3-2 0 15,-2-1 0-15,0-2-1 16,0 2-1-16,-10-1-1 15,-2 6 2-15,-1 0-2 0,-2 5 1 16,1 1 1-16,3 1 0 16,1 1-1-16,4 3 1 15,2-1 0-15,4 0 0 16,0 0-1-16,6 0 1 0,8-2-1 16,3 2 2-16,3-2-1 15,0 1 1-15,-1 1-1 16,-2 1 1-16,-2 0 0 15,-2 0 2-15,-2 0 1 16,1 0 2-16,-2 3 1 0,-1 3 0 16,-1 2 1-16,-1 1-4 15,1 2 0-15,-1 2 1 16,-1 1-1-16,2 2-3 16,0-1 0-16,-4 2-1 15,1-1 0-15,-1-2 0 16,-1-1-9-16,-2 1-30 0,-1-4-49 15,0-3-56-15,0-4-177 16</inkml:trace>
  <inkml:trace contextRef="#ctx0" brushRef="#br0" timeOffset="-91221.77">31822 12354 301 0,'1'0'7'0,"-1"0"81"0,0 3-85 0,0 13 10 15,1 2 16-15,0 6 1 16,0 2-5-16,0 0-8 16,-1 1-9-16,0 0-5 0,0-5-1 15,0-3 0-15,-1-2-2 16,-3-6 1-16,1-4 0 16,1-4-1-16,-3-3 2 15,1 0 18-15,1 0-4 16,0-8-8-16,1-4 1 0,-1-3-3 15,2-4 1-15,1-6-3 16,0-3-3-16,4-1 1 16,2-1-1-16,2 3 1 15,-1 4-2-15,-1 5 1 16,0 7 1-16,-1 3 3 0,1 8 2 16,0 0-7-16,2 3 1 15,3 7-1-15,0 3 0 16,3 1 0-16,-1 3 0 15,-1-1 0-15,2-1 0 16,-3 0 0-16,2-3-12 0,-5-2-34 16,-1 0-5-16,-1-5-30 15,0-3-51-15,-2-2 12 16</inkml:trace>
  <inkml:trace contextRef="#ctx0" brushRef="#br0" timeOffset="-90753.5">32119 12340 310 0,'0'0'64'0,"0"0"-25"0,0 0-18 0,0 0 17 16,-45 27 6-16,28-14-14 15,1 1-10-15,3 2-10 16,0-3-4-16,1 1-3 15,5-3-3-15,-1 0 1 0,0-5-1 16,4 1 1-16,2-3-2 16,0-1-2-16,0-3-10 15,2 0 8-15,0 0 7 16,2-7-4-16,4-3 0 16,4-2 0-16,2-3 2 15,3 1 0-15,-1 1 0 0,3-1 0 16,-3 3 0-16,0 1 0 15,-4 3 0-15,-2 3 0 16,-3 2 1-16,-3 2 4 16,0 0 2-16,-1 0-3 15,-1 7 9-15,0 6 6 0,0 3-4 16,0 3 2-16,0 5-1 16,0 4-5-16,-3 1-6 15,-1 0-3-15,2-1-1 16,1 1-1-16,-3-4 0 0,4 0-15 15,0-7-18-15,0-3-65 16,-2-5-14-16,0-7-171 16</inkml:trace>
  <inkml:trace contextRef="#ctx0" brushRef="#br0" timeOffset="-89058.63">28054 10779 42 0,'0'0'17'0,"0"0"5"0,0 0 3 16,0 0 3-16,0 0-2 15,0 0-4-15,0 0-3 16,0 0-4-16,0 0 0 16,0 0-7-16,0 0-4 15,0 0 0-15,0 0 3 16,33-6 0-16,-16 11-3 0,1 3 0 16,5 2 1-16,2 2-1 15,-2 3 0-15,3 4-1 16,0 1 0-16,1 2-1 15,2 4-1-15,0-1 0 16,2 1 0-16,2 0 0 0,0-1-1 16,1-1 3-16,-1-2-1 15,2-2 6-15,-3-1 4 16,-1 1-4-16,-2 0-1 16,-3 0-3-16,-2 1 3 15,-2 0 1-15,-4 2 3 0,2-1 1 16,1-1-2-16,-2 1 3 15,3 0-1-15,1-5-6 16,-1 3-4-16,3-6 0 16,0-1 1-16,1 0-1 0,-4-5-1 15,-2 1 1-15,-1-5-2 16,-6 3 1-16,-2-4-1 16,-5 1 1-16,-1-2-2 15,-4 1 2-15,-1 2-1 16,0-1 0-16,0-1 1 15,-1 1 0-15,-4 1 0 0,0-1 0 16,2-1-1-16,-2 1 1 16,3-1-1-16,1 1 0 15,1 2 0-15,0-2 0 16,3 3 0-16,10 3 0 16,1-1-3-16,6-5-94 0,7-4-74 15</inkml:trace>
  <inkml:trace contextRef="#ctx0" brushRef="#br0" timeOffset="-88212.68">30025 11893 72 0,'0'0'13'0,"0"0"17"0,0 0 2 0,0 0 3 15,0 0-16-15,0 0-2 16,0 0 2-16,0 0-2 16,0 0-3-16,0 0 1 0,-4-39 7 15,2 35-6-15,1 3 1 16,-1 1-6-16,2 0-8 16,-2 0-2-16,2 0 0 15,0 4-1-15,7 4 2 0,11 4 3 16,8 2 5-16,8 7 6 15,7 4-1-15,5 6 0 16,5 2-2-16,3 2-5 16,2-1-1-16,2 2-1 15,-2-6 0-15,0-2-1 0,-5-6-1 16,-5-3-3-16,-7-3 1 16,-4-4 0-16,-10-2-1 15,-4-1 0-15,-5-2 1 16,-3 0 1-16,-5-3-1 15,-4 1 0-15,0-3-2 16,-3 1 0-16,-1 0 1 0,0 0-1 16,0-3 1-16,0 1-1 15,0 1-8-15,0-1-23 16,0-1-39-16,0 0-40 16,0 0-31-16</inkml:trace>
  <inkml:trace contextRef="#ctx0" brushRef="#br0" timeOffset="-87867.67">30788 12077 154 0,'0'0'16'0,"0"0"52"0,0 0-24 16,0 0-9-16,0 0-16 15,0 0-10-15,0 0 9 16,0 0 10-16,0 0-5 16,15 49-6-16,-4-31-9 0,-5 2-4 15,2 0-2-15,0-2-1 16,0 1-3-16,-2-2-25 15,1-4-23-15,0-3-41 16,-1-5 30-16,1-3-58 16</inkml:trace>
  <inkml:trace contextRef="#ctx0" brushRef="#br0" timeOffset="-87696.64">30897 12246 275 0,'0'0'60'0,"0"0"8"16,-57 18-20-16,28-4-10 16,-2 6-5-16,-3 4-14 15,3 4-13-15,-2 0-4 16,4 0-5-16,7-9-72 16,4-12-118-16</inkml:trace>
  <inkml:trace contextRef="#ctx0" brushRef="#br0" timeOffset="-76410.62">26332 10360 109 0,'-4'-7'-18'0,"2"0"112"16,-4 3-67-16,1-2 14 0,2 5-13 15,-2 1-8-15,0 0-17 16,0 8-1-16,1 5 5 15,-1 5 13-15,-2 4-1 16,1 3-5-16,0 5-3 16,-1 4-6-16,-1-1-4 0,1-2-1 15,0-1 1-15,0-2-1 16,-1-5 0-16,1-3 0 16,-1-4 0-16,1-1-2 15,0-2-17-15,0-4-53 0,3-4-17 16</inkml:trace>
  <inkml:trace contextRef="#ctx0" brushRef="#br0" timeOffset="-76083.37">26216 10363 267 0,'0'0'-11'0,"0"0"19"0,36-44 3 16,-16 37 3-16,1 1-1 15,1 6 3-15,-1 0 1 16,-2 2 1-16,-4 11-7 16,-1 2-5-16,-6 2-1 15,-2 4-2-15,-4-2-2 0,-2 0 0 16,0-1-1-16,-3-4 1 15,-8 0-1-15,-4-2 1 16,-1-2-1-16,-6-1 0 16,-4 1-1-16,-2-4 0 15,-2 4-3-15,1-1-2 0,3-2-29 16,2 1-16-16,4-1-17 16,4-5-124-16</inkml:trace>
  <inkml:trace contextRef="#ctx0" brushRef="#br0" timeOffset="-75194.48">26308 11505 84 0,'0'0'10'0,"0"0"24"0,0 0-2 16,0 0 0-16,0 0 1 15,0 0-6-15,7-37-2 16,-7 31-3-16,0 3 1 15,0-2-4-15,-3 2-1 16,-7 2-7-16,-3 1-3 0,-6 0-3 16,-5 0-1-16,-2 9 2 15,-2 3 4-15,0 5 10 16,1 4-4-16,2 2-5 16,4 5-6-16,4-1 2 15,5 3-7-15,4-3 1 16,5 2 0-16,3-1-1 0,0-4 0 15,8-5 0-15,8-4 0 16,5-6 0-16,5-8 0 16,3-1 0-16,3 0 0 15,1-8 0-15,-3-2-2 16,-2 1-36-16,-9-1-49 0,-7-4-42 16</inkml:trace>
  <inkml:trace contextRef="#ctx0" brushRef="#br0" timeOffset="-74009.61">25897 12711 54 0,'0'0'6'0,"2"-37"18"0,0 18-6 15,-2 2 5-15,0 2 10 16,0 3-4-16,0 1-1 0,0 4-1 16,0 1-1-16,0 2-3 15,0 4 2-15,0 0-5 16,0 7-18-16,0 8 6 15,0 6 5-15,0 4 8 16,0 4-4-16,0 3-7 16,0 4-4-16,0-1-3 0,0-2 0 15,-5-2-2-15,1-7 0 16,0-8 2-16,-2-6-2 16,2-7 0-16,1-3 5 15,2-5 8-15,-1-12-6 16,2-7-4-16,0-3 0 0,0-7-1 15,2-5-2-15,5 0-1 16,1-1-1-16,0 1 0 16,0 6 0-16,-1 3 0 15,1 8 1-15,-4 6 0 16,0 6 0-16,-1 4 0 0,1 6 0 16,0 0-4-16,1 2 6 15,4 7 0-15,-2 4-1 16,1 1 0-16,2-2 1 15,-1 1-1-15,1-2-1 16,0-1 1-16,3-2-1 0,-2-2 0 16,1 0 1-16,-1-3-4 15,-1-2-10-15,-1-1-2 16,0 0-2-16,0-4-1 16,0-7-3-16,3-1-5 15,-2-5 7-15,-2 0 4 0,0 2 13 16,-1 0 2-16,-3 2 2 15,-3 5 28-15,1 1 11 16,-1 4-5-16,0 3-10 16,1 0-16-16,-1 7-5 15,2 6 11-15,0 5-1 16,-2 1 2-16,1 6-4 0,-1 4-5 16,0 1-5-16,0 4-1 15,-1-2-2-15,1 2 0 16,1-1-5-16,2-6-30 15,-1-6-18-15,-1-8-27 16,2-10-54-16</inkml:trace>
  <inkml:trace contextRef="#ctx0" brushRef="#br0" timeOffset="-73127.74">27927 9302 219 0,'0'0'26'15,"0"0"7"-15,0 0-31 0,-1 47 21 16,-1-16 6-16,-2 5 6 0,1 2-4 16,1 2-4-16,0 3-10 15,0-2-4-15,2 0-4 16,-1 0-5-16,1-7-2 16,0 0-1-16,-2-9 0 15,2-4 0-15,0-8-1 16,-2-3 0-16,0-2 0 0,0-5-3 15,0-1-5-15,-1-2-45 16,-1 0-37-16,0-11-19 16</inkml:trace>
  <inkml:trace contextRef="#ctx0" brushRef="#br0" timeOffset="-72819.9">27854 9503 205 0,'0'0'3'15,"29"-42"4"-15,-8 21 19 16,6 0 4-16,6 2 2 16,0 2 3-16,3 6 5 15,-4 6-19-15,-1 5-7 0,-5 0-6 16,-3 8-2-16,-10 6-3 15,-3 1 0-15,-6 3-2 16,-4 0 0-16,-6 2 0 16,-10-4 0-16,-5 1-1 15,-9-2 1-15,-2-1-1 0,-4-1-2 16,-1 1-1-16,3-3-10 16,3-3-39-16,6-1-18 15,6-7-9-15</inkml:trace>
  <inkml:trace contextRef="#ctx0" brushRef="#br0" timeOffset="-72243.09">30090 9498 173 0,'0'0'15'0,"0"0"28"0,0 0-6 0,0 0-12 15,0 0-9-15,0 0-3 16,-41-41 9-16,13 41 12 16,-3 0-5-16,-4 0-3 0,-3 9-5 15,2 5-6-15,0 4-2 16,4 5-4-16,3 3-2 16,7 1 1-16,9 2-4 15,8 1-2-15,4 0 0 16,8 1-1-16,16-1 0 0,13-6 0 15,9-4 0-15,11-6-2 16,7-4-5-16,2-7-29 16,3-3-26-16,-5-6-65 15,-4-15-75-15</inkml:trace>
  <inkml:trace contextRef="#ctx0" brushRef="#br0" timeOffset="-71303.93">31820 9434 232 0,'0'0'2'0,"0"0"14"0,0 0 17 0,0 0-23 15,0 0-4-15,0 0 21 16,4 47 13-16,-4-24-14 16,0 1-12-16,-2 2-7 15,-2-2-3-15,-1-3-2 0,-1-2-1 16,3-4-1-16,-2-3 3 16,1-7-1-16,0-3 2 15,1-2 6-15,0-2 21 16,0-8-25-16,2-4-4 15,0-6 1-15,1-1 3 0,0-8-5 16,2-2-2-16,6-1 0 16,1 2 0-16,1-1 0 15,-1 5 0-15,-1 7 1 16,0 4-1-16,-2 9 2 16,2 5-1-16,-1 1 0 0,4 4 1 15,1 10-1-15,2 2 2 16,1 2-1-16,3-1 0 15,-1 2 0-15,1-4-1 16,-3 0 0-16,0-5 1 16,-2-2-1-16,1-4 0 0,-2-4 1 15,-2 0-1-15,3-4 0 16,-3-9 0-16,0-1 0 16,0-6 0-16,0 0 0 15,-1-1 0-15,-1 4 0 16,-1 1 0-16,-1 6 1 0,-2 5 6 15,0 3 8-15,0 2-8 16,0 7-6-16,-2 9 1 16,0 4 3-16,1 6 6 15,0 2-1-15,-2 0-2 16,0 5-5-16,1 2-1 0,1 1-1 16,0 2-1-16,3 4-2 15,-1 3-38-15,1-11-63 16,1-11-110-16</inkml:trace>
  <inkml:trace contextRef="#ctx0" brushRef="#br0" timeOffset="-66898.82">27104 11509 4 0,'0'-11'27'0,"0"1"-4"0,0-3 2 0,0 3 3 0,0-1-1 0,2 1-4 16,2-1 6-16,-2 1-14 0,0 1 1 16,0-1 9-1,1 2 3-15,-2-2-7 0,-1 3 8 16,0-2 2-16,0 5-2 16,-1 2-3-16,-6 2-7 15,-4 0-10-15,-3 3-4 16,-3 9 1-16,-5 5 5 0,0 3 3 15,-1 5 0-15,-1 5-3 16,3 1 0-16,4 3-5 16,3 3-3-16,7 0 0 15,3-1-2-15,4-2 1 16,0-2-1-16,9-2 1 0,5-7-1 16,1-2-1-16,5-8-4 15,2-3-18-15,0-8-1 16,3-2-5-16,2-1-12 15,0-11-24-15,-4-4-16 16,1-7-11-16</inkml:trace>
  <inkml:trace contextRef="#ctx0" brushRef="#br0" timeOffset="-66537.39">27242 11617 92 0,'0'0'97'15,"0"0"-30"-15,0 0-29 16,0 0 0-16,0 0 1 0,0 0 0 15,0 0-15-15,0 0-8 16,0 0-4-16,-36 44-5 16,36-30-4-16,0-2-1 15,2 1 0-15,6-1-1 16,1-1 0-16,1-2 1 0,2-3 0 16,-1-3-2-16,1-3 0 15,1 0 2-15,-3-5-2 16,0-6 1-16,-5-2 0 15,0-2 0-15,-4-2 0 16,-1 1 0-16,0-4-1 0,-4 2 0 16,-6 2-2-16,-1 0 1 15,-2 5 0-15,-1 3-1 16,-4 3 0-16,2 5 1 16,0 0-2-16,2 5-6 15,3 3-11-15,4 5-14 0,0 1-24 16,6-4-20-16,1-4-2 15,2 0-76-15</inkml:trace>
  <inkml:trace contextRef="#ctx0" brushRef="#br0" timeOffset="-66209.88">27408 11596 275 0,'0'0'26'0,"0"0"34"0,0 0-38 16,0 0 18-16,0 0-8 16,12 47-5-16,-4-30-8 15,0 1-6-15,2 1-6 16,-2-1-3-16,1-1-1 16,-2-5 0-16,-2-1-2 0,-1-4 0 15,0-4 0-15,0-3 1 16,-1-1 2-16,0-11 17 15,1-5-14-15,-2-3-2 16,1-3-4-16,-1-3-1 16,-2-1 0-16,1 0-3 0,0 4-4 15,3 2-20-15,-4 6-23 16,2 6-12-16,-1 4-51 16,0 5-14-16</inkml:trace>
  <inkml:trace contextRef="#ctx0" brushRef="#br0" timeOffset="-65800.72">27740 11414 185 0,'0'0'46'0,"0"0"3"0,0 0-3 16,0 0-13-16,0 0-22 15,0 0 13-15,-46 30 8 16,31-3-8-16,1 6-2 0,3 1-6 15,4 4-7-15,2 2-3 16,4 0-3-16,1-2-1 16,0-3-2-16,6-3 1 15,1-7-2-15,4-5-20 16,3-6-1-16,1-4-18 0,0-7-19 16,-2-3-31-16,2 0-34 15</inkml:trace>
  <inkml:trace contextRef="#ctx0" brushRef="#br0" timeOffset="-65330.81">27823 11793 266 0,'0'0'20'0,"0"0"59"16,8-52-45-16,-5 28-4 15,-2 0-7-15,2-5-3 16,0 1 3-16,-2-4-8 15,1 0-7-15,2-1-5 16,2 2-2-16,0 1 0 0,4 7 0 16,-4 4-1-16,4 7 0 15,1 6 0-15,2 6-1 16,-3 0 0-16,-1 10 1 16,0 6-1-16,-4 1 0 15,1 0-3-15,-6-1-2 0,0 1-6 16,0-3 5-16,-10-3 1 15,-2-1 2-15,-4-3-3 16,0 2-3-16,-5-4-11 16,2 1-15-16,5-3-10 15,1 1-21-15,4-2-15 0,7-2-19 16</inkml:trace>
  <inkml:trace contextRef="#ctx0" brushRef="#br0" timeOffset="-65049.55">28104 11519 202 0,'0'0'14'16,"0"0"37"-16,0 0-2 16,0 0-14-16,0 0-4 15,0 0 7-15,-48 17-1 0,30-4-10 16,1 7-5-16,-2 1-6 15,6 1-5-15,1 2-5 16,4 0-3-16,6-1-2 16,2-2-1-16,0-3 0 0,13-4 1 15,3-6-1-15,4-4-2 16,4-4-19-16,-1 0-14 16,1-6-5-16,-4-4-27 15,-5-8-71-15,0-4-103 16</inkml:trace>
  <inkml:trace contextRef="#ctx0" brushRef="#br0" timeOffset="-64832.71">28199 11391 347 0,'0'0'14'15,"0"0"46"-15,0 0-37 16,47 57 8-16,-33-24-11 15,-5 5-4-15,-5 7-8 16,-4 1-4-16,-2 4-2 16,-15-1-3-16,-5-3-3 0,-8-2-51 15,-2-10-64-15,-6-13-180 16</inkml:trace>
  <inkml:trace contextRef="#ctx0" brushRef="#br0" timeOffset="-54980.53">32077 10157 134 0,'0'0'7'0,"15"-40"19"0,-10 26 2 16,-1 7-15-16,0 3-7 15,-2 4-4-15,0 0-1 16,-1 0 3-16,-1 1 2 15,0 6 5-15,0 1 6 16,0 6 3-16,0 3 0 16,0 1 6-16,-2 6 9 0,-1 3-4 15,3 2-5-15,0-1-6 16,0 3-10-16,0-4-5 16,0-1-2-16,0-3-1 15,0-5-2-15,2-1 1 0,2-5-1 16,-2-3 0-16,0-3 1 15,-1-3-6-15,0 0-31 16,-1 0-28-16,0-3-5 16,0 0-4-16,-7-3-131 15</inkml:trace>
  <inkml:trace contextRef="#ctx0" brushRef="#br0" timeOffset="-54638.73">32089 10224 221 0,'0'0'16'0,"8"-41"-6"0,-3 21 13 0,4 3 5 16,0 3-5-16,-1 2 5 16,3 4 3-16,0 2-10 15,-2 3-8-15,1 3-7 0,-1 0-2 16,-1 7-1-16,-2 6-1 15,-2 1-2-15,0 5 0 16,-2-2 1-16,-2 0-1 16,-2-1 0-16,2-1 0 0,-5-3 0 15,-1-1 0-15,-3-3 1 16,-2 1-2-16,-3-3 1 16,-1-1-1-16,-1 1 1 15,1-2-3-15,0 1-6 16,3 0-10-16,2 2-22 15,6-1-14-15,2-3-9 0,2-3-36 16</inkml:trace>
  <inkml:trace contextRef="#ctx0" brushRef="#br0" timeOffset="-54014.46">32244 10397 271 0,'0'0'4'16,"0"0"2"-16,0 0-4 0,0 0 24 15,0 0 35-15,0 0-11 16,0 0-19-16,0 0-14 16,0 0-3-16,20-23-3 15,-18 11-5-15,0-1 2 16,1-3-3-16,-2-1-2 0,1-3-1 15,0-3 0-15,1-2 0 16,2 2 0-16,0 1 0 16,2 2-1-16,-1 7 1 15,0 3-4-15,1 8 2 16,-2 2 0-16,3 2 0 0,-1 9 0 16,1 1 0-16,-2 2 0 15,2 2 0-15,-2-1 0 16,-1-3 0-16,-1-1 0 15,-1-2 0-15,-1-4 0 16,1 1 0-16,-1-4 0 0,1-1 0 16,0-1 2-16,0 0-2 15,0 0 1-15,0-9 0 16,4-1-1-16,-1-3 0 16,0-1 1-16,1-3-1 15,-2 0 0-15,-1 4 0 0,0 5 1 16,-2-1-1-16,0 5-1 15,0 4 1-15,2 0 0 16,0 3 0-16,-2 8 0 16,3 2 0-16,1 5 2 15,-3 0 4-15,1 1 0 0,0-1-2 16,0 0-2-16,0-2-1 16,0-2 0-16,2 1-1 15,-3 0 0-15,-1-1-1 16,0-1-19-16,-1 0-40 15,-1-5-75-15,0-4-11 16</inkml:trace>
  <inkml:trace contextRef="#ctx0" brushRef="#br0" timeOffset="-52068.55">31080 11323 51 0,'0'0'15'0,"4"-38"13"15,4 17-18-15,0 1 8 16,-1 1-11-16,1 5 0 0,0 2-4 15,-2 4 6-15,-3 3 4 16,0 2 0-16,-2-2 0 16,0 1 8-16,-1 1 13 15,0 0 1-15,0 2 8 16,-8 0 0-16,-8 1-9 0,-5 0-1 16,-5 10-1-16,-4 6 3 15,-4 6-1-15,1 5-3 16,4 1-12-16,6 6-8 15,6-2-2-15,8 0-6 16,7 2-1-16,2-4-2 0,7-2 2 16,7-2-3-16,4-3 2 15,4-3-3-15,-1-5-23 16,0-3-38-16,1-5-10 16,0-4-42-16,-4-3-16 15</inkml:trace>
  <inkml:trace contextRef="#ctx0" brushRef="#br0" timeOffset="-51723.78">31163 11438 154 0,'0'0'60'15,"0"0"3"-15,0 0-3 0,0 0-8 16,0 0-18-16,0 0-5 16,0 0 1-16,0 0-17 15,0 0 2-15,-14 6-2 16,14 7-6-16,0-2-4 15,0 2-1-15,0-2-1 16,6 1-1-16,0-4 2 0,2-1-2 16,1-2 0-16,5-3 1 15,-1-2-1-15,4 0 0 16,0-7 1-16,-1-7 0 16,-2 1 0-16,-2-5 0 15,-6-2 0-15,-3 1 0 0,-3-2-2 16,0 3-2-16,-3 2 0 15,-7 3-1-15,-5 3 1 16,-1 6-2-16,-2 4-3 16,2 0-10-16,3 3-9 0,2 8-15 15,2 1-40-15,6-1-23 16,3-2-42-16</inkml:trace>
  <inkml:trace contextRef="#ctx0" brushRef="#br0" timeOffset="-51381.67">31404 11407 280 0,'0'0'12'0,"0"0"61"0,0 0-36 15,0 0-24-15,0 0-7 16,0 0 18-16,0 0 3 15,0 0-7-15,29 48-3 16,-20-30-5-16,2 0-2 16,1-4-3-16,-1 0-3 0,-1-1-2 15,-1-6-1-15,1-4 1 16,0-3 2-16,-1-1 24 16,2-11-8-16,-2-5-9 15,3-1-4-15,-5-4-4 16,-1-2-1-16,-1 0-1 0,-2-1-3 15,3 2-1-15,-1 1-29 16,-1 5-31-16,-2 5-25 16,-1 2-81-16</inkml:trace>
  <inkml:trace contextRef="#ctx0" brushRef="#br0" timeOffset="-48370.48">31967 11305 50 0,'4'-6'31'0,"-1"0"9"0,1-1-8 0,2 0 3 0,-1-1 4 16,2-1-2-16,-4 2 5 16,1 0 15-16,0 1-11 15,-2 3-9-15,-2-1-3 16,0 4-5-16,0-1-5 0,-4 1-12 15,-8-1-5-15,-6 3-3 16,-3 9 7-16,-5 1 0 16,1 6 0-16,0 4-4 15,5 0-2-15,6 5-2 0,4-2-1 16,8 0 0-16,2-1-1 16,5-2 1-16,10-3-2 15,7-2 0-15,4-4 0 16,3-3 1-16,1-3-3 15,1-5-25-15,-2-2-34 16,-3 0-36-16,-5-7-44 0,-4-5-139 16</inkml:trace>
  <inkml:trace contextRef="#ctx0" brushRef="#br0" timeOffset="-47761.06">32175 11494 26 0,'0'0'166'0,"0"0"-144"0,0 0 23 16,0 0 8-16,0 0-17 15,0 0 7-15,0 0 2 16,0 0 7-16,0 0-23 15,9 17-9-15,-3-30 7 16,1-4-4-16,1-3-6 0,-2 0-4 16,1-4-6-16,1-2-3 15,-1-3-2-15,0 0 1 16,-1 5-1-16,-1 0-2 16,1 8 0-16,-4 4 1 15,2 6 0-15,-3 5-1 0,1 1-2 16,-1 0 1-16,3 8 1 15,-3 5 0-15,3-2 0 16,0 3 0-16,1 0 0 16,2-1 0-16,0-1 0 15,-1-4 0-15,0-1 0 0,-1 0 0 16,0-4 0-16,1-1 0 16,-3-2 0-16,1 0 1 15,2-3-1-15,1-7 1 16,1-4-1-16,0-3 1 15,0-2-1-15,-1 5 0 16,1 0 0-16,-4 4 0 0,0 4 0 16,-1 5 0-16,0 1 0 15,-1 4-2-15,-1 13 2 16,1 4 0-16,0 1 0 16,0 3 1-16,-2 1-1 0,3-4 0 15,3 1 0-15,0-6-1 16,1 0 0-16,-1-1-47 15,-2-5-57-15,-2-5-78 16</inkml:trace>
  <inkml:trace contextRef="#ctx0" brushRef="#br0" timeOffset="-45740.53">27060 12346 57 0,'2'-2'24'0,"-2"-2"10"0,1 3 9 16,0-3-15-16,-1-1 4 16,0 1 2-16,0 0 0 15,0-2 5-15,-4 2 2 16,-6 1-17-16,1 0 7 0,-2 3-6 15,-5 0-7-15,-1 3-7 16,-1 8 0-16,-1 5-2 16,0 4-1-16,3 4-1 15,2 3-2-15,5 1-4 16,2 1 1-16,6-1-1 0,1-1-1 16,0 0 1-16,3-4-1 15,7-2 0-15,-2-4 0 16,3 0-5-16,2-3-18 15,-2-1-14-15,3-3-10 16,-1-5-54-16,0-5-2 0,1 0-100 16</inkml:trace>
  <inkml:trace contextRef="#ctx0" brushRef="#br0" timeOffset="-45386.85">27133 12501 309 0,'0'0'26'16,"0"0"15"-16,0 0-34 16,0 0 12-16,0 0 4 15,0 0-2-15,-21 51-2 0,21-37-7 16,-2 2-5-16,2-2-4 16,0-1 0-16,0-1-2 15,0-1 0-15,0-3 0 16,5-4 1-16,2-1-2 15,0-3 0-15,3 0 1 0,1-7 2 16,-1-5-1-16,0-2-2 16,0-3 3-16,-5-3-1 15,-3 0-2-15,-2-1 0 16,0 3-2-16,-2 2 1 16,-9 1-2-16,-1 6 0 0,1 2-6 15,-1 5-12-15,0 2-12 16,3 0-11-16,1 7-31 15,2 2 13-15,4-2-39 16</inkml:trace>
  <inkml:trace contextRef="#ctx0" brushRef="#br0" timeOffset="-45113.9">27281 12496 305 0,'0'0'45'0,"0"0"-36"15,0 0 25-15,0 0-2 0,0 0-9 16,29 44 0-16,-23-34-4 16,0 0-10-16,1-1-4 15,1-1-1-15,0-2-2 16,-2 0-2-16,1-3 1 16,0-3-1-16,0 0 2 0,-1-2 3 15,1-9 7-15,-2-6 0 16,1-5-7-16,-1-2-3 15,-2-1-2-15,0-1 0 16,0 2-3-16,1 7-8 16,-3 3-29-16,2 5-20 0,-2 5-60 15,-1 1-16-15</inkml:trace>
  <inkml:trace contextRef="#ctx0" brushRef="#br0" timeOffset="-44808.72">27662 12307 309 0,'0'0'4'16,"0"0"81"-16,0 0-44 15,0 0-38-15,0 0 3 16,0 0 17-16,1 59 5 15,-1-29-4-15,0-1-12 16,0 1-5-16,0-3-4 0,2-1-1 16,1-2-1-16,1-4 0 15,0-2-1-15,-2-5-7 16,0-2-32-16,-1-2-19 16,0-6-41-16,-1-3-32 15</inkml:trace>
  <inkml:trace contextRef="#ctx0" brushRef="#br0" timeOffset="-44496.2">27681 12360 264 0,'0'0'8'0,"-5"-48"31"16,5 27 17-16,0 2-12 15,0 6-3-15,2-2-15 16,9 6-6-16,3 3-6 15,2 5-11-15,4 1-2 0,2 0 0 16,2 9 0-16,-5 3-2 16,-2 4 2-16,-3-2-1 15,-5 3 0-15,-2-3 0 16,-4-1 0-16,-3 0 1 16,0 1 0-16,-11-3-2 15,-4 1 1-15,-5-1-8 0,-1-1-8 16,-3 0-7-16,2 1-5 15,1-3-13-15,6-1-28 16,-1-2 4-16,6-3-19 16</inkml:trace>
  <inkml:trace contextRef="#ctx0" brushRef="#br0" timeOffset="-43691.52">27980 12323 180 0,'0'0'58'0,"0"0"10"0,0 0-54 16,0 0-2-16,0 0 39 15,5 55-10-15,-5-29-20 16,1 0-4-16,-1 1-10 16,0 0 0-16,0-5-5 0,0-2 1 15,0-7-2-15,0-2 1 16,0-8-2-16,0-3 2 15,0-3 30-15,0-11-11 16,0-6-18-16,0-5 0 0,1-5 2 16,-1-3 0-16,1-4 1 15,2 3-3-15,-3 2-2 16,2 7 0-16,0 4-1 16,1 9 0-16,1 6 0 15,1 6-2-15,0 1-1 0,3 9 3 16,-2 4 0-16,2 3 0 15,2 2 0-15,-1-2 0 16,0-3 0-16,3-3 1 16,-3-3-1-16,3-6 0 15,1-2 1-15,1-2 0 0,2-11 0 16,-1-6 1-16,2-2-2 16,-2-2 0-16,0-4 0 15,-1 4 1-15,1 2-1 16,-3 5 0-16,-5 4 0 15,2 8 0-15,-4 4 3 16,-1 4-3-16,-2 13 2 0,-1 6 2 16,-1 5 3-16,0 5 0 15,0 2-3-15,0 2-2 16,2 0-1-16,2-3-1 16,3-3 1-16,2-3-50 15,0-9-27-15,2-6-94 0</inkml:trace>
  <inkml:trace contextRef="#ctx0" brushRef="#br0" timeOffset="-42012.48">29002 12327 99 0,'8'-18'26'0,"-2"-1"14"0,-1 1-7 0,-1 1-2 16,-1 4 12-16,-2 1 9 16,-1 3-1-16,0 0-1 15,0 6-28-15,-4 2 1 0,-7 1-5 16,-3 1-10-16,-3 12-1 15,-3 6 6-15,1 5 5 16,-2 4-5-16,6 2-6 16,3 6-2-16,6-1-3 15,3-1-1-15,3 2-1 16,0-4 1-16,0-3 0 0,4-4-1 16,3-6-2-16,4-3-12 15,-1-4-17-15,2-3-8 16,3-5-10-16,0-4-23 15,0 0-38-15,-2-10-11 16</inkml:trace>
  <inkml:trace contextRef="#ctx0" brushRef="#br0" timeOffset="-41670.05">29094 12441 293 0,'0'0'26'0,"0"0"22"16,0 0-34-16,0 0 8 15,0 0 6-15,0 0-8 16,-19 47-5-16,19-33-6 16,0-1-3-16,0-1-2 15,0 0-2-15,4-4 0 0,1-2-1 16,5-2 0-16,-2-1 0 16,1-3 2-16,4 0-2 15,-2-5 0-15,0-6 1 16,1-1-1-16,-3-5 0 15,-3-2-1-15,-3-2 2 0,-3 0-4 16,0-1 2-16,-1 2-2 16,-9 4 2-16,-1 3-1 15,-3 4 0-15,0 6-3 16,0 3-12-16,2 0-6 16,2 2-4-16,2 7-11 15,5 0-29-15,0 0-28 0,3-3-38 16</inkml:trace>
  <inkml:trace contextRef="#ctx0" brushRef="#br0" timeOffset="-41357.7">29286 12408 211 0,'0'0'187'16,"0"0"-185"-16,0 0 4 0,9 43 4 15,-4-27 3-15,3-1 0 16,-2 1-2-16,0-3-2 16,1-2-1-16,1-1-3 15,-2-3 0-15,-1-2-4 16,-2 1 0-16,0-6 0 0,-1 0 0 16,-2 0 3-16,0-7 43 15,1-7-35-15,-1-6-6 16,0-4-1-16,0-2-2 15,2-1-3-15,0-1-2 16,3 6-15-16,4 2-30 16,-1 5-12-16,-1 5-44 0,2 3-88 15</inkml:trace>
  <inkml:trace contextRef="#ctx0" brushRef="#br0" timeOffset="-39582.46">29610 12293 188 0,'2'-8'10'15,"-1"-2"34"-15,-1 1 20 0,3 5-6 16,-3 4-13-16,0 0-13 0,1 7-31 16,-1 14 1-16,0 5 4 15,0 5 2-15,0 4 0 16,0 0 1-16,0 0 0 15,0-3-7-15,-1-5 0 16,-1-5-2-16,-2-5 2 0,3-7-2 16,-1-4 1-16,2-3-1 15,-1-3 4-15,1 0 38 16,0-9-16-16,0-8-22 16,0-4-1-16,0-5-1 15,6-6 2-15,0 0-1 0,-1-4-2 16,2 4-1-16,-2 1 1 15,3 8-1-15,-5 4 0 16,-1 7 0-16,0 8 0 16,0 4 0-16,-2 0-2 15,1 8 0-15,2 3 2 0,-1 5-1 16,0 1 1-16,1-4 1 16,0 1-1-16,2-4 0 15,0-1 0-15,0-4 0 16,2-3 1-16,-1-2-1 15,3 0 1-15,0-6-1 0,-1-4 1 16,0-7 1-16,3 0-2 16,-4-1 0-16,-1 2 1 15,-2 2-1-15,0 4 0 16,-1 6 2-16,0 4 14 16,-1 0-12-16,-1 14-5 15,0 4 2-15,1 7-1 0,0 3 3 16,1 2-2-16,-1-1 1 15,1-1-2-15,-1-3 0 16,1-1 0-16,0-4-4 16,1-2-25-16,-1-4-34 15,-1-2-14-15,0-6-45 0,1-5-37 16</inkml:trace>
  <inkml:trace contextRef="#ctx0" brushRef="#br0" timeOffset="-39317.7">30000 12354 212 0,'0'0'141'0,"0"0"-91"16,0 0 3-16,14-42-5 0,-14 39 4 16,0-1-7-16,-3 4-11 15,-6 0-9-15,-4 4-16 16,-2 9-4-16,1 4-2 15,0 6-1-15,2 2 1 16,3 5 0-16,5 0-3 16,4-2 1-16,0-2-1 0,1-5 0 15,11-4 0-15,7-6 0 16,4-6-14-16,7-5-24 16,2-2-46-16,1-13-65 15</inkml:trace>
  <inkml:trace contextRef="#ctx0" brushRef="#br0" timeOffset="-35395.86">29176 13183 304 0,'0'0'3'0,"0"47"13"0,0-11 29 0,0 8-2 15,0 3-7-15,0 4-15 16,1 3-4-16,-1 0-9 16,0-1-3-16,0-4-5 15,0-6 0-15,-1-9 1 16,-4-7-4-16,-1-7-17 15,-1-9-22-15,-1-5-24 0,0-6-45 16,1 0 28-16</inkml:trace>
  <inkml:trace contextRef="#ctx0" brushRef="#br0" timeOffset="-35116.86">29178 13323 270 0,'0'0'1'16,"28"-47"63"-16,-9 27-32 16,6 9 0-16,3 5-7 0,1 6-7 15,-1 6-2-15,-4 11-7 16,-2 4-6-16,-9 3-2 16,-5 1 0-16,-6-3-1 15,-2 1 1-15,-4-5-1 0,-8 1 1 16,-5-5 0-16,-4-1-1 15,-2-2 0-15,0-4-12 16,-2-1-12-16,4 0-13 16,1-6-28-16,8 0-30 15,6-6-69-15</inkml:trace>
  <inkml:trace contextRef="#ctx0" brushRef="#br0" timeOffset="-34897.92">29595 13334 443 0,'0'0'2'16,"0"0"1"-16,49 30 3 16,-26-16 7-16,4 3-10 15,0 2-1-15,-1-3-2 0,-3 2 0 16,-5-1 0-16,0 1-21 15,-5-5-37-15,-3-7-67 16,-1-6-42-16</inkml:trace>
  <inkml:trace contextRef="#ctx0" brushRef="#br0" timeOffset="-34674.49">29838 13321 339 0,'0'0'40'15,"0"0"8"-15,-40 15-36 0,24 2 15 16,0 3-3-16,-3 2-1 16,-1 1-14-16,1 4-7 15,-1-1-1-15,-2 3-1 16,1 1-4-16,0-1-36 16,0-2-31-16,3-5-96 0,0-7-45 15</inkml:trace>
  <inkml:trace contextRef="#ctx0" brushRef="#br0" timeOffset="-34472.54">30086 13340 489 0,'0'0'-5'0,"2"38"5"0,-1-8 6 15,0 8 2-15,1 4-7 16,2 0 0-16,-2 1 0 16,-2 2-2-16,0-5-18 15,0-7-44-15,0-9-89 16</inkml:trace>
  <inkml:trace contextRef="#ctx0" brushRef="#br0" timeOffset="-34176.52">30119 13337 375 0,'0'0'-4'16,"8"-40"14"-16,5 23 19 15,2 3 2-15,6 7-12 16,2 6-4-16,-1 1-2 0,1 1-8 15,-2 15-3-15,-6 1 0 16,-3 3-2-16,-7 1 1 16,-5-1-2-16,0 0 1 15,-10-3 1-15,-7-3-3 16,-5-2-12-16,-4-1-11 0,-4-3-12 16,-1-3-38-16,4-5-39 15</inkml:trace>
  <inkml:trace contextRef="#ctx0" brushRef="#br0" timeOffset="-33631.53">30694 13335 267 0,'0'0'31'0,"0"0"48"0,0 0-54 16,39-12-8-16,-14 9-7 15,0 2-4-15,1 1-4 16,1 0-1-16,-4 0-1 0,-4 0-29 15,-6 4-69-15,-7-3-7 16</inkml:trace>
  <inkml:trace contextRef="#ctx0" brushRef="#br0" timeOffset="-33491.59">30669 13452 306 0,'0'0'3'16,"0"0"-1"-16,38 5 2 15,-4-5 3-15,8 0-4 16,2-2-2-16,0-5-7 0,-1-4-61 16,-6-1-172-16</inkml:trace>
  <inkml:trace contextRef="#ctx0" brushRef="#br0" timeOffset="-33019.35">31260 13243 272 0,'0'0'10'15,"0"0"42"-15,55-28-1 16,-36 25-7-16,1 3-24 0,-3 4-3 16,-2 9-9-16,-4 4-5 15,-3 2-3-15,-4-1 1 16,-4 2-1-16,0-4 2 15,-2-2-2-15,-8-1 0 16,0-2-3-16,0-2-4 0,-3-4-1 16,3 1 2-16,2-3 3 15,3-3 3-15,3 3 0 16,2-2-2-16,2 3 1 16,11 2 2-16,4 1 0 15,3 3 3-15,-1 1 0 0,-1 4-2 16,-3 0-2-16,-5 1 0 15,-6-1 0-15,-4 2 0 16,0-5 0-16,-6 2 0 16,-9-3 1-16,-3-1 1 15,-3-4 6-15,-3 3 1 0,-2-5 1 16,0-1 1-16,2-1-2 16,1 0-4-16,6-2-2 15,5 0-3-15,1 1 1 16,8 1-2-16,3-2-3 15,2 0-36-15,11 0 2 0,3-8-60 16,5-10-54-16</inkml:trace>
  <inkml:trace contextRef="#ctx0" brushRef="#br0" timeOffset="-32790.68">31620 13269 378 0,'0'0'2'0,"0"0"14"0,60 34 7 0,-31-15 7 16,2 2-15-16,1 0-8 15,0-2-1-15,0-1-2 0,-5-1-2 16,-4-1-1-16,-3-2-2 16,-4-4-33-16,-5-2-47 15,-4-5-31-15,-5-3-15 16</inkml:trace>
  <inkml:trace contextRef="#ctx0" brushRef="#br0" timeOffset="-32574.84">31874 13279 262 0,'0'0'30'0,"0"0"12"0,0 0 4 16,0 0 6-16,-50 29-8 15,35-13-5-15,0 3-13 16,0 0-15-16,1 2-7 16,1 1-2-16,-1 0-1 0,0 2-2 15,1-3-14-15,-1 0-41 16,3-5-31-16,2-9-66 16</inkml:trace>
  <inkml:trace contextRef="#ctx0" brushRef="#br0" timeOffset="-32113.54">32128 13253 429 0,'0'0'2'0,"0"0"22"16,44-52 9-16,-25 39 0 15,2 5-18-15,3 3-2 16,-1 5 3-16,-2 0-6 16,-2 7-6-16,-5 9-3 0,-4 4-1 15,-6 1 1-15,-4 1-1 16,0-1 0-16,-9-1-1 16,-4-3 1-16,-5-3-2 15,2-1-2-15,-4-6-5 16,5 1-1-16,1-3 1 0,4-2 2 15,5-1 3-15,5-2 4 16,0 2-1-16,11-2 1 16,9 2-1-16,7 0 1 15,2 4 0-15,4 2 1 0,-6 2-2 16,-4 1 1-16,-6 5 0 16,-7 1-1-16,-9 0 0 15,-1-2 1-15,-16 1 4 16,-9-3 8-16,-7-3-1 15,-8-1-1-15,-5-4-6 0,-5-2-3 16,2-3 0-16,-2 0-2 16,6 0-7-16,6-7-50 15,10-11-96-15</inkml:trace>
  <inkml:trace contextRef="#ctx0" brushRef="#br0" timeOffset="-26899.62">24847 13718 36 0,'6'0'3'0,"-4"0"-3"0,0 0 0 15,-1 0-1-15,1 0 0 16,-1 1-5-16,-1 1-25 15</inkml:trace>
  <inkml:trace contextRef="#ctx0" brushRef="#br0" timeOffset="-25916.14">25076 13705 99 0,'0'0'37'0,"0"0"-10"0,0 0-2 0,0 0 0 16,0 0 2-16,6-40-1 0,-6 32-7 15,0-1 0-15,-5-1-3 16,-4 2-2-16,-5-1-4 15,-4 4-1-15,-9 3 4 16,-2 2-3-16,-6 0 6 16,-3 11 5-16,-1 5-3 0,0 5-5 15,2 2-6-15,6 3-3 16,3-1-2-16,12 4-1 16,5-4 1-16,10-1-2 15,1-4 0-15,21-3 0 16,8-7 0-16,9-3 2 15,6-7-2-15,6 0 0 0,3 0 1 16,-2-4-1-16,-3 3 1 16,-7 1-1-16,-2 6 0 15,-11 11 0-15,-5 5 1 16,-9 6-1-16,-7 2 0 16,-5 2 0-16,-2-1 0 0,-9-3 1 15,-11-1-1-15,-3-4 1 16,-4-6 1-16,-4-3 11 15,-2-1 0-15,-4-6-4 16,-2 0 0-16,-3-2-4 16,-1-4-3-16,-2-2 0 15,3 0-1-15,5-8 0 0,5-6-1 16,7-2 2-16,9-3-2 16,7-2-13-16,8 0-34 15,1-2-56-15,8 3-22 16</inkml:trace>
  <inkml:trace contextRef="#ctx0" brushRef="#br0" timeOffset="-25590.78">25289 13692 312 0,'0'0'30'0,"0"0"35"0,0 0-56 16,0 43 24-16,6-12-8 15,0 3-12-15,4 5-5 16,-3-1-7-16,4-1 1 0,0-3-2 15,-2-3 1-15,0-7-3 16,1-4-30-16,-5-7-13 16,0-6-22-16,-3-6-5 15,-1-1-3-15,-1-2-47 16</inkml:trace>
  <inkml:trace contextRef="#ctx0" brushRef="#br0" timeOffset="-24622.08">25599 13865 235 0,'0'0'56'0,"0"0"19"0,0 0-21 0,8-38-19 16,4 32-16-16,6-1-8 0,4 2-5 16,4 1-2-16,3 2-3 15,0 1 0-15,-2 1-1 16,-5 1 0-16,-3 2-17 15,-6 5-34-15,-9 2-36 16,-4 0 9-16,-6 3-7 0,-11 0-77 16</inkml:trace>
  <inkml:trace contextRef="#ctx0" brushRef="#br0" timeOffset="-24493.99">25626 13961 136 0,'0'0'39'0,"0"0"31"15,-40 25-23-15,40-22-9 0,11-3-8 16,11 0 6-16,7 1-17 15,7-5-9-15,4-4-8 16,6-2 0-16,3-3-4 16,2 0-44-16,1-4-56 15,-1-5-47-15</inkml:trace>
  <inkml:trace contextRef="#ctx0" brushRef="#br0" timeOffset="-23899.82">26380 13597 380 0,'0'0'3'15,"0"0"30"-15,-51-13 3 16,29 14-13-16,1 15-6 16,0 2 4-16,1 3-1 15,7 3-2-15,1-3-10 0,8 3-3 16,4 2-4-16,0 0 0 15,14 0 0-15,1 0-1 16,5-2 1-16,4-4-2 16,1-2-29-16,3-9-17 15,1-3-12-15,0-6-8 0,-1-6 9 16,-3-8 27-16,-6-3 10 16,-7-2 15-16,-5 4 7 15,-7 1 2-15,0 6 27 16,-7 5 12-16,-5 3 3 15,-2 0-4-15,0 8-9 0,1 5-7 16,6 1-5-16,1 2 0 16,6-1-9-16,0 0-4 15,7-2-2-15,6 0-1 16,5-4-2-16,2-1-1 0,2-4 0 16,3-3 0-16,-1-1 0 15,0 0-1-15,-1-8 1 16,-4-3 1-16,-2-5-2 15,-10-1 1-15,-4-4 0 16,-3-2-1-16,-4 2-1 16,-13-2-2-16,-3 6 1 0,-5 2 0 15,-5 6 1-15,1 3-1 16,0 6-7-16,5 0-1 16,5 4-6-16,4 7-3 15,6 1-18-15,7 1-29 16,2-2-10-16,1-1 11 0,10-4-62 15</inkml:trace>
  <inkml:trace contextRef="#ctx0" brushRef="#br0" timeOffset="-23588.48">26749 13776 297 0,'0'0'54'0,"0"0"18"0,0 0-58 16,0 0 11-16,0 0 1 16,0 0-3-16,37 43-5 0,-26-28-6 15,3-2 0-15,0 1-2 16,2-4-5-16,0-1-2 16,0-2 0-16,-1-6-1 15,-1-1-1-15,0 0 2 16,-3-8 3-16,-2-7 3 0,-3 0-3 15,-1-5-4-15,-3-1-1 16,-2-1-2-16,0 0-2 16,0 0-32-16,0 1-20 15,0 4-39-15,0-3-42 0,0 3-47 16</inkml:trace>
  <inkml:trace contextRef="#ctx0" brushRef="#br0" timeOffset="-23321.12">27283 13483 282 0,'0'0'6'0,"0"0"30"16,0 0 21-16,0 0-27 15,0 0-18-15,0 0 22 0,-53 26 2 16,31 2-10-16,0 3-3 15,5 3-9-15,6 1-3 16,7 0-6-16,4-2-1 16,2 0-1-16,13-5-1 15,7-2-2-15,7-7 1 0,4-6-20 16,5-4-3-16,4-5-29 16,-2-4-7-16,-1 0-58 15,-5-10-52-15</inkml:trace>
  <inkml:trace contextRef="#ctx0" brushRef="#br0" timeOffset="-22487.65">27566 13500 9 0,'0'0'100'0,"0"0"-92"0,0 0 11 0,0 0-10 0,0 0-4 15,0 0 10-15,0 0-2 16,0 0 9-16,0 0 1 16,0 0 5-16,0 0-9 15,-6-14-1-15,6 12 7 0,0-2 16 16,0 3-5-16,-2-1-9 15,2 1-2-15,0 1-10 16,0 0-6-16,-2 0-3 16,2 0-1-16,0 0-1 15,0 0-1-15,0 0 1 0,0 0-2 16,0 0 0-16,0 0 1 16,0 0-3-16,0 0 1 15,0 0 0-15,0 0 0 16,0 0 0-16,0 0 1 15,0 0 1-15,0 0 0 16,0 0 1-16,0 0 0 0,0 0 0 16,0 0 1-16,0 0 1 15,0-1-2-15,0 1-2 16,0-1 0-16,0-1-1 16,-1 2 1-16,1 0-2 15,0-1 2-15,0 1-1 0,0 0 0 16,0 0-2-16,0 0 2 15,0 0-1-15,0 0 0 16,0 0 0-16,0 0-1 16,0 0 0-16,2 4-24 15,5-3-48-15,-2-1-101 0</inkml:trace>
  <inkml:trace contextRef="#ctx0" brushRef="#br0" timeOffset="-20970.64">27620 13548 25 0,'-2'-8'11'0,"-1"0"1"0,2 1 6 0,-1 1 1 0,2-1-1 16,-1 4-1-1,1-1-1-15,0-1-2 0,0 0 1 16,0-1 7-16,0 0 0 16,0 1 0-16,0 1 13 15,0 1 2-15,0 3-6 16,-5 0-1-16,-7 1-14 15,-1 11 5-15,-2 4 12 0,0 3-10 16,1 5-5-16,3 2-5 16,3 1-6-16,3-2-3 15,5 1-3-15,0-2 2 16,2-4-2-16,10-2 1 0,0-2-2 16,4-5 0-16,1-1 1 15,2-6 0-15,-2-3 0 16,-5-1 0-16,-2 0 0 15,-3-5 0-15,-5-6 0 16,-2 0 0-16,0-4-2 0,-2 1 1 16,-2-1-1-16,-4 0 1 15,5 1 0-15,-1 4 0 16,2 3 0-16,2 1 0 16,1 5 1-16,10 1 0 15,4 0-1-15,5 3 0 16,6 4 0-16,-2 1 1 0,3 1-1 15,0-2 0-15,-3 0 0 16,-1-2-6-16,-3-1-19 16,-4-1-16-16,-2-1-38 15,-5-2-26-15,-1 2-35 16</inkml:trace>
  <inkml:trace contextRef="#ctx0" brushRef="#br0" timeOffset="-20338.43">27898 13608 316 0,'0'0'4'0,"0"0"36"0,0 0-20 0,0 0 9 16,36 37-9-16,-26-25-7 16,0 1-6-16,-3-3-1 15,0-1 1-15,0-1-5 0,-2-1-1 16,-2-3 0-16,-1 0-1 15,-2-3 1-15,0-1 0 16,0 0 1-16,0-4 4 16,0-5-5-16,0-6 0 15,0-2-1-15,0 0 2 0,0-2-2 16,0 5 0-16,2 0 0 16,5 7 0-16,0 3 0 15,4 4-2-15,-1 0 1 16,2 7 0-16,3 0-26 15,-1 2-7-15,0-2 0 0,-2 0-13 16,-2-3 25-16,-1 0 19 16,-5-1 4-16,-2 0-1 15,-2 0-1-15,0-2 5 16,0 2 17-16,-4 1 11 16,0-1-9-16,2 1-9 15,2 2-6-15,0-3-5 0,2 1-1 16,8 0 2-16,1-1 0 15,3-1-2-15,-2-2 1 16,1 0-3-16,-2 0 2 16,-3 0 1-16,-3-6 0 0,-2-1 3 15,-3 0-1-15,0-2-2 16,-5 2-1-16,-6 0-1 16,-7 0-2-16,2 1 1 15,-4 1 0-15,3 0 0 16,1 1 0-16,5 1 0 0,3 0 0 15,5 3 0-15,3 0 0 16,1 0-11-16,9 0-4 16,4 0 4-16,3 0-14 15,2 0-22-15,-1 0 0 16,0 0 0-16,-2 0-19 16,-1-1-85-16</inkml:trace>
  <inkml:trace contextRef="#ctx0" brushRef="#br0" timeOffset="-19866.48">28233 13591 223 0,'0'0'35'0,"0"0"9"0,0 0-30 0,0 0 33 0,0 0-14 0,0 0-9 16,0 0-6-16,0 0-5 15,43 39-8-15,-37-32-4 0,2-3 4 16,-2 2-5-16,-2-5 0 15,0 2 0-15,1-3 1 16,-1 0 0-16,0 0 1 16,3-8 0-16,-3-3-1 15,3 0 0-15,-4-2 0 16,1 1-1-16,0 0 0 16,1 4 1-16,-4 1-1 0,0 6 4 15,0 1 9-15,-1 0-2 16,1 5-10-16,0 9 11 15,2 2 9-15,0 2-7 16,0 1-4-16,3-1-4 0,0-1-1 16,0 0-1-16,-2 0-3 15,1 0 0-15,-1-1-1 16,-3-2 0-16,-1 2 0 16,0-5-2-16,0 3-7 15,-6-2-7-15,-7-2-8 0,1-2-8 16,0 2 2-16,-3-2-12 15,3-2-8-15,-1 0-11 16,3-4 10-16,1-2-52 16</inkml:trace>
  <inkml:trace contextRef="#ctx0" brushRef="#br0" timeOffset="-19588.36">28338 13651 249 0,'0'0'13'0,"0"0"27"0,27-43 8 15,-17 35-2-15,2 3-23 16,-3 4-1-16,1 1-1 16,2 0-8-16,-8 6-6 0,1 2-4 15,-4 3-2-15,-1-2 1 16,0 3-2-16,0-4 1 15,-5 1-1-15,-3-2 1 16,-1-3-10-16,-1-1-14 16,1-3-11-16,0 0-21 15,2-1-9-15,1-9 7 0,2-5-28 16</inkml:trace>
  <inkml:trace contextRef="#ctx0" brushRef="#br0" timeOffset="-19363.99">28492 13346 248 0,'0'0'13'0,"0"0"19"15,0 0 0-15,0 0-5 16,40 7 8-16,-34 11 12 16,-1 2-15-16,-1 7-12 0,0 0-11 15,1 2-5-15,-2-1-2 16,1-1-2-16,3-3 2 15,-3-4-2-15,1-2-10 16,1-6-14-16,-3-4-16 16,0-3-28-16,-1-3-7 0,2-2 16 15,-1-2-13-15</inkml:trace>
  <inkml:trace contextRef="#ctx0" brushRef="#br0" timeOffset="-19100.57">28668 13251 265 0,'0'0'-8'0,"0"0"68"16,0 0 7-16,46 22-8 15,-32 8-21-15,-5 11-9 16,-5 6-10-16,-4 13-6 0,-10 1-7 16,-17 4-3-16,-9 3-3 15,-17-2-8-15,-6-5-85 16,-7-9-140-16</inkml:trace>
  <inkml:trace contextRef="#ctx0" brushRef="#br0" timeOffset="-16164.32">24915 14844 232 0,'0'0'15'0,"-49"-15"16"15,14 13-4-15,-5 2-6 16,-4 6-5-16,0 8 2 16,4 2-2-16,6 1-8 0,12 0-5 15,9-2 0-15,13-1-3 16,5-1 0-16,21-2 0 16,12 2 2-16,6 0 0 15,3 2 0-15,0 3-2 16,-8 4 0-16,-15 1 0 0,-6 2 0 15,-14 0 1-15,-4-4-1 16,-10 2 0-16,-11-6 3 16,-8-1 5-16,-4-4-2 15,-3-3-2-15,-1-2-3 16,-2-1 0-16,5-5 0 0,2-1-1 16,9 0-1-16,3-4 0 15,8-4-2-15,10-2-22 16,2-2-35-16,13-5-19 15,12-3-59-15</inkml:trace>
  <inkml:trace contextRef="#ctx0" brushRef="#br0" timeOffset="-15837.86">24985 14983 255 0,'0'0'67'0,"51"-22"-62"0,-23 9 17 16,5 4 0-16,2 6-13 15,-5 3-4-15,-3 0 1 16,-3 5 2-16,-8 8-5 16,-3 5 1-16,-10 5-3 15,-3 2-1-15,-1 5 1 16,-14-3 0-16,-4 1-1 0,-5-2 0 16,-3-5 0-16,0-2-1 15,1-4 1-15,8-5-1 16,2-4 1-16,8-4 1 15,8-2 0-15,2 0 0 16,17-2-1-16,8-5 0 0,9-2 1 16,7-5-1-16,8 3 0 15,2-1-1-15,3-1-18 16,-4-3-30-16,-2 0-43 16,-2-7-89-16</inkml:trace>
  <inkml:trace contextRef="#ctx0" brushRef="#br0" timeOffset="-15638.7">25701 14939 316 0,'0'0'54'0,"0"0"-52"16,39-3-2-16,-19 1-1 15,1 2 0-15,1 0-31 16,-6 0 1-16,-1 0 1 15,-8 0-12-15,-3 0-44 0</inkml:trace>
  <inkml:trace contextRef="#ctx0" brushRef="#br0" timeOffset="-15483.46">25660 15048 120 0,'0'0'138'0,"0"0"-117"15,0 0-6-15,0 0 9 16,0 0-6-16,55 26-13 15,-18-26-1-15,6-4-3 16,1-5 0-16,5-1-9 16,-5-4-41-16,2-3-43 15</inkml:trace>
  <inkml:trace contextRef="#ctx0" brushRef="#br0" timeOffset="-15182.94">26438 14679 266 0,'0'0'1'16,"0"0"23"-16,-51-4 22 15,26 15 0-15,-1 8-6 16,2 6-10-16,3 2-5 15,5 2-11-15,9-1-9 16,7-1-2-16,0 0-2 16,12-1 1-16,10-4-1 0,5-2-2 15,6-4 1-15,3-6-7 16,4-7-43-16,2-3-40 16,-2-7 1-16,-3-12-25 15</inkml:trace>
  <inkml:trace contextRef="#ctx0" brushRef="#br0" timeOffset="-14890.47">26632 14811 274 0,'0'0'14'0,"0"0"33"15,0 0-12-15,-42 33-4 16,42-17-15-16,0-1-7 0,2 0 1 16,9-3-2-16,3 0-2 15,1-5-2-15,2 0-2 16,0-6 0-16,2-1 0 15,-3 0 0-15,-1-5-2 16,-3-7 1-16,-5-3-1 0,-3-1 0 16,-4-4-1-16,0 0-3 15,-10-1-6-15,-5 1-6 16,-4 2-7-16,-1 2-17 16,-2 6 5-16,4 2 2 15,2 5 2-15,5 3 10 0,6 0 11 16,5 0-1-16,0 0-21 15,14 2 16-15,7-1-47 16</inkml:trace>
  <inkml:trace contextRef="#ctx0" brushRef="#br0" timeOffset="-14663.68">26889 14787 147 0,'0'0'38'16,"45"17"12"-16,-27-8 1 15,4-1-4-15,-1 2-14 16,0-3-6-16,-2-1-5 15,-2 0-7-15,-4-2-6 0,-3-3 0 16,-2-1-2-16,-4 0 4 16,-2-1 8-16,-1-9-6 15,-1-3-8-15,0-4-4 16,0-2-1-16,-5-3 2 16,1-1-2-16,0 1-2 15,4 0 2-15,0 2-18 0,6-1-35 16,8 1-42-16,3 0-14 15,8-1-120-15</inkml:trace>
  <inkml:trace contextRef="#ctx0" brushRef="#br0" timeOffset="-14408.84">27483 14421 264 0,'0'0'-12'16,"0"0"32"-16,0 0 21 0,0 0-22 15,-61 15 2-15,36 8 17 16,0 7-6-16,1 3-6 16,10 4-12-16,4 1-9 15,8-1-3-15,2 1-2 16,6-1 0-16,11-3 1 16,0-2-2-16,6-7 2 0,2-7-28 15,2-9-31-15,0-3-21 16,-1-6 21-16,-3-7-31 15</inkml:trace>
  <inkml:trace contextRef="#ctx0" brushRef="#br0" timeOffset="-13994.66">27681 14420 320 0,'0'0'3'16,"-58"32"5"-16,33-11 21 16,2 2-7-16,8 4-10 15,6-3-3-15,4 3-2 16,5-1-2-16,5 0-2 0,5-2-2 16,4-4 0-16,5-4-1 15,1-7 1-15,-1-8-2 16,0-1 1-16,-4-7-5 15,1-10 2-15,-4-4 2 16,-1-3 1-16,-3 1-1 0,-1 0 1 16,-3 5-1-16,0 3 2 15,-1 7-1-15,1 8 1 16,-1 0 0-16,3 8-2 16,1 10 1-16,4 3 2 15,2 3 0-15,3 1-1 16,1-3 0-16,3-2-1 0,-2-3 0 15,0-3-1-15,0-4-35 16,-4-8-33-16,0-2-20 16</inkml:trace>
  <inkml:trace contextRef="#ctx0" brushRef="#br0" timeOffset="-13651.69">27993 14547 351 0,'0'0'2'0,"0"0"2"16,0 0-2-16,0 0-1 0,0 0-1 16,0 0 1-16,40 43 1 15,-35-33-1-15,0 0 0 16,1 0 0-16,-3-2-1 16,-1 3 0-16,1-3 1 15,0-3-1-15,-3-2 0 0,0-3 0 16,0 0 0-16,0 0 5 15,0-7-1-15,0-5-2 16,-4-3 2-16,3-1 0 16,0-1 1-16,1 3-2 15,0-1-1-15,0 3-2 0,2 4 0 16,7 3 0-16,5 4 1 16,1 1-2-16,7 0-1 15,3 4-25-15,2 2-35 16,-1-2-6-16,0-4-47 15</inkml:trace>
  <inkml:trace contextRef="#ctx0" brushRef="#br0" timeOffset="-12712.88">28297 14544 198 0,'0'0'44'16,"0"0"18"-16,-39 22-22 16,25-8-8-16,5 0-12 15,3 2-8-15,5-2-3 0,1-1-2 16,0-3-4-16,0 0-1 15,6-3-1-15,2-2 0 16,2-3 0-16,-1-2 0 16,-1 0 0-16,-3 0-1 15,-1-5 1-15,-1-3-1 0,-3-2-5 16,0-1-8-16,-3 1-1 16,-2-2 1-16,1 1 1 15,1 1 4-15,-1 0 6 16,4 2 2-16,0 0 0 15,0 1 1-15,6-1-1 16,1 5 6-16,2 0 9 0,2 2 2 16,-6 1-4-16,0 0-3 15,-1 1-5-15,-2 5-2 16,1 5 3-16,0-2 0 16,4 2 2-16,-3 1-2 0,3-1 0 15,1-2-3-15,4 0-1 16,0-2-1-16,4-2 0 15,0-3-1-15,3-2 1 16,-1 0 1-16,2-5-2 16,-2-8 1-16,-2 3-1 0,-2-3 1 15,-4 2-1-15,-3 0 0 16,-4 3 1-16,-2 4-1 16,-1 1 2-16,0 3-1 15,0 0-1-15,-1 7 0 16,0 2 1-16,1 2 0 15,0 2-2-15,7 0 1 0,6-2 1 16,0 0-1-16,4-2 0 16,-1 0 0-16,2-5-19 15,0-4-21-15,-3 0-3 16,-3 0 13-16,-4-7 20 0,-2-3 3 16,-3 1 6-16,-2 2 1 15,-1-2 0-15,0 6 3 16,0 1 17-16,0 2 19 15,0 3-19-15,0 10-7 16,0 5 3-16,3 5-5 0,5 2-6 16,0 3 0-16,1 1-3 15,-3-2-1-15,-1-2 0 16,-3-4-1-16,-2-6 1 16,0-5-1-16,0-7 0 15,-1-3 0-15,-6 0 3 0,0-11-1 16,-3-6-1-16,0-6-1 15,2-7 0-15,-5-1 0 16,5-4 1-16,3-1-1 16,4 0 0-16,1 4 0 15,0 6 0-15,11 5 1 16,3 12 0-16,-1 7 0 0,3 2 1 16,-2 5 0-16,-1 9-2 15,-5 2 1-15,-3 1 0 16,-5 0-1-16,-4-1 0 15,-12-2 0-15,-4-1 0 16,-4-2-1-16,-2-5-5 0,0-1-18 16,4-5-15-16,2 0-29 15,6-6-14-15,7-12-39 16</inkml:trace>
  <inkml:trace contextRef="#ctx0" brushRef="#br0" timeOffset="-12367.66">28863 14473 276 0,'0'0'1'0,"0"0"5"0,0 0 10 0,33-37 15 16,-18 23 0-16,4 4 1 15,5 2 1-15,-2 5-12 16,1 3-11-16,-3 1-4 15,-4 12-3-15,-6 4-2 0,-5 5 0 16,-5 0-1-16,0 0 1 16,-11 1-1-16,-3-2 0 15,-5-2 0-15,-1-4 0 16,4-1-1-16,-3-6 1 16,5-2 0-16,4-2 0 0,6-3 0 15,4-1-1-15,10 0 2 16,13 0-13-16,5-4-11 15,7-1-25-15,6-7-24 16,0-2-15-16,-2-7-125 16</inkml:trace>
  <inkml:trace contextRef="#ctx0" brushRef="#br0" timeOffset="-12178.4">29202 14188 292 0,'0'0'97'16,"0"0"-73"-16,54 24 23 15,-31 3-20-15,-2 7-7 16,-4 9-5-16,-7 6-5 0,-10 4-8 16,-7 4-1-16,-21 1 0 15,-14 2-2-15,-12-6-28 16,-12-15-120-16</inkml:trace>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01:25.650"/>
    </inkml:context>
    <inkml:brush xml:id="br0">
      <inkml:brushProperty name="width" value="0.05292" units="cm"/>
      <inkml:brushProperty name="height" value="0.05292" units="cm"/>
      <inkml:brushProperty name="color" value="#FF0000"/>
    </inkml:brush>
  </inkml:definitions>
  <inkml:trace contextRef="#ctx0" brushRef="#br0">16149 1533 106 0,'0'0'32'0,"0"0"-19"0,23-46-5 15,-15 30 1-15,4 0-2 0,2-1 3 16,2 0 4-16,3 4-2 16,2-3 1-16,4 4 5 15,4 1 7-15,0 2-9 16,1 6-5-16,0 3-7 15,-6 0 0-15,0 10-3 0,-5 7 0 16,-4 6 0-16,-6 3 0 16,-4 5 0-16,-5 3 2 15,-7 3 2-15,-11 3 0 16,-7-1-1-16,-2 1 6 16,-2 1-3-16,0-1 3 0,3 1-2 15,1-4-3-15,7-2 2 16,5-3-1-16,4-5-4 15,7-3-2-15,2 0 0 16,1-1-1-16,11-2 1 16,1 0-1-16,3 1-13 0,0-1-7 15,2 2-37-15,-5-2-34 16,-1 2-90-16</inkml:trace>
  <inkml:trace contextRef="#ctx0" brushRef="#br0" timeOffset="312.82">16412 2427 320 0,'0'0'7'0,"0"0"10"0,22-46 10 0,-15 38-14 15,4 2-3-15,0 6-8 16,-4 0-2-16,-1 0-2 0,-1 4 0 16,-3 5-1-16,-2 2-7 15,0 1 11-15,-9-1 8 16,-5 2 13-16,-1-2-20 16,-3-1 4-16,5-6 0 15,0-2-4-15,5-2 1 0,2 0-1 16,6-13-4-16,0-7-47 15,8-12-108-15</inkml:trace>
  <inkml:trace contextRef="#ctx0" brushRef="#br0" timeOffset="1402">17003 1515 141 0,'0'0'4'0,"0"0"25"0,0 0-2 0,-14-37 8 16,11 27 6-16,0-1-6 16,3-2-6-16,-2 0-5 15,2-1-5-15,5-2-6 16,6-1-7-16,4 0-2 0,4 0-3 15,5 1 4-15,5 1-3 16,1 5 1-16,1 0-2 16,0 7 0-16,0 3-3 15,-4 2 0-15,-6 9 0 16,0 6 1-16,-6 4 1 0,-3 3 0 16,-8 2-2-16,-4 5 1 15,0-1 3-15,-6 0 1 16,-8 1-2-16,-7-1-1 15,-2-3 2-15,-4-3-1 16,0-1 3-16,-3-5-4 0,6-4 1 16,3-3 1-16,5-6-1 15,5-3 1-15,8-2 0 16,3 0 2-16,0-9-7 16,13-2-3-16,6-2-5 15,9 0 17-15,8 1-3 16,0 4-3-16,2 1 1 0,2 7-1 15,-2 0-4-15,-2 7 2 16,-5 6-2-16,-6 8 2 16,-3 4-1-16,-4 4 1 15,-9 4 2-15,-4 2-4 16,-5 1 2-16,-8-2 3 0,-7 3 0 16,-10-4 1-16,-4-2 0 15,-8 0 2-15,-8 2 2 16,-6-3 1-16,-6 1-2 15,-3-3-1-15,-4-1-2 16,5-5 1-16,5-8 0 0,4-7 1 16,5-6 1-16,9-1-3 15,4-10 2-15,8-11 1 16,7-7-5-16,11-2-4 16,6-6-39-16,0 1-69 15,14-4-116-15</inkml:trace>
  <inkml:trace contextRef="#ctx0" brushRef="#br0" timeOffset="2939.76">17620 1481 279 0,'1'0'2'0,"7"-4"9"0,4-3-12 16,5-1 7-16,2-2 1 16,7 2-3-16,1-2-1 15,2 3-3-15,-2 1 0 16,-3 5-1-16,-3-1-44 0,-3 2-33 15,-12 0-38-15</inkml:trace>
  <inkml:trace contextRef="#ctx0" brushRef="#br0" timeOffset="3109.11">17562 1712 192 0,'0'0'8'0,"45"-7"-10"16,-13-6 9-16,8-4 5 0,7-1-11 16,1-5 3-16,2-1-21 15,-6-2-56-15</inkml:trace>
  <inkml:trace contextRef="#ctx0" brushRef="#br0" timeOffset="3416.32">18157 1083 450 0,'0'0'-18'16,"0"43"9"-16,2-10 9 15,2 12-2-15,1 9 4 16,0 7-1-16,1 4-2 0,-2 2 2 16,0-3 0-16,2-3-1 15,-2-6-8-15,-2-5-26 16,0-6-24-16,-2-7-11 16,0-11 9-16,-2-12-19 15</inkml:trace>
  <inkml:trace contextRef="#ctx0" brushRef="#br0" timeOffset="3636.05">18275 1134 353 0,'0'0'8'15,"0"0"2"-15,0 0-14 16,0 0 6-16,20 54 0 15,-9-24 2-15,5 4 0 0,-3 3-1 16,5 2-1-16,1 3 0 16,-2 1 1-16,-1-2-2 15,-5-3 0-15,-4 0-14 16,-5-6-35-16,-2-9-35 16,-7-8-12-16</inkml:trace>
  <inkml:trace contextRef="#ctx0" brushRef="#br0" timeOffset="3886.06">17978 1401 433 0,'0'0'1'0,"0"0"1"16,0 0 3-16,0 0-2 0,40-48-2 15,-7 28 8-15,15-4-1 16,7-5-3-16,7-3-1 16,2 1-1-16,1 5-1 15,-7 5-2-15,-7 5-12 16,-10 9-60-16,-13 2-38 0,-12 5-44 16</inkml:trace>
  <inkml:trace contextRef="#ctx0" brushRef="#br0" timeOffset="4086.06">18000 1587 349 0,'0'0'0'16,"0"0"-2"-16,60-12 5 15,-16-6 12-15,12-6-11 0,8-7-3 16,7-4 4-16,8-7-6 15,-2-6-38-15,1-6-98 16</inkml:trace>
  <inkml:trace contextRef="#ctx0" brushRef="#br0" timeOffset="4433.1">18903 1124 434 0,'0'0'-4'16,"0"0"3"-16,-35 53 1 0,28-33 0 16,6-2 0-16,1 1-2 15,0-4 1-15,10-2-1 16,3-2 1-16,5-3-1 16,0-5 2-16,4-3 3 15,3 0-1-15,-4-12 7 0,0-5-3 16,-5-3-1-16,-5-1-3 15,-6 1 1-15,-5 2-2 16,0 2 0-16,-13 3-2 16,-6 3 1-16,-5 3-1 0,0 0 0 15,1 1 2-15,1 2 1 16,8 4-1-16,2-1-9 16,9-1-31-16,3 1-24 15,9-5-60-15,10-7-40 16</inkml:trace>
  <inkml:trace contextRef="#ctx0" brushRef="#br0" timeOffset="4694.93">19383 845 413 0,'0'0'-6'0,"0"0"9"0,-37 4-2 15,18 10 0-15,0 6 3 16,-3 4 1-16,8 3 1 15,1 6-1-15,8 2-3 16,3 4-1-16,2 2 0 16,0 0 0-16,9 3 0 0,3-3 0 15,0-1-2-15,0-3 5 16,-1-2-2-16,-6-4-1 16,-3-5-4-16,-2-6-18 15,-1 0-7-15,-10-7-14 16,-6-5-66-16,-1-8 0 0</inkml:trace>
  <inkml:trace contextRef="#ctx0" brushRef="#br0" timeOffset="4868.99">19156 1302 390 0,'0'0'19'0,"0"0"-9"15,0 0 15-15,29-43-17 16,-8 28 2-16,5-3 3 15,10 0 1-15,0 0-8 16,4 2-6-16,2 2 0 0,-4 1-26 16,-11 0-84-16,-10-1-158 15</inkml:trace>
  <inkml:trace contextRef="#ctx0" brushRef="#br0" timeOffset="5969.99">16895 2570 278 0,'-16'-7'24'0,"-5"4"-8"0,-1 3 13 16,-4 9-1-16,2 9-10 16,2 5-11-16,7 5-3 15,1 4-2-15,8 6 0 16,6 5-2-16,4 6 1 0,12 8 0 16,5 7-1-16,2 3 1 15,-2 0-1-15,1-2 0 16,-6-7 0-16,-3-6 1 15,-6-7-2-15,-5-7-14 16,-2-7-27-16,-4-8-4 0,-12-6-28 16,-4-10-125-16</inkml:trace>
  <inkml:trace contextRef="#ctx0" brushRef="#br0" timeOffset="6390.42">16528 3182 447 0,'0'0'0'16,"0"0"-2"-16,0 0 1 15,51-31 1-15,-20 21 0 0,0-1 0 16,3-5 2-16,4-2 1 16,0-3-1-16,2-1 0 15,-6-4-2-15,1 0 1 16,-4 0-1-16,-4 2 1 15,-7 0-1-15,-1 2 2 0,-6 4 3 16,-6 1 4-16,2 4-2 16,-7 2 4-16,-2 2 3 15,0 0 3-15,0 4-6 16,-10 2-3-16,0 3 0 16,-8 0-4-16,3 6-2 15,-2 8-1-15,2 6 0 0,1 4-1 16,4 4-1-16,7 4 0 15,3-4 1-15,0 1-1 16,9-2 1-16,7-2-1 16,4-8 0-16,4-3 1 0,-1-4-1 15,3-4-18-15,2-6-22 16,-2 0-39-16,-1-10-37 16,1-7-3-16</inkml:trace>
  <inkml:trace contextRef="#ctx0" brushRef="#br0" timeOffset="6880.9">17279 2857 297 0,'0'0'15'0,"0"0"50"0,-53 0-18 0,36 0-8 16,1 7-12-16,-1 0-8 15,3 3-4-15,5 0-2 16,-1 4-7-16,4-1-4 16,2 3-2-16,4 1 0 0,0 1 0 15,0-1 0-15,2-1 0 16,6-2-1-16,0-3-8 16,3-3-12-16,-2-4-4 15,1-4 7-15,0 0 9 16,2-2 2-16,-5-8 5 0,3 1 1 15,-3-3 1-15,0 2 0 16,-2-1 1-16,1-1-1 16,-2 1 0-16,-1 0 3 15,-1-1 5-15,2 3 3 16,-2 0 1-16,1 2 1 0,-1 3 2 16,0 1-5-16,1 1-3 15,1 2-5-15,1 0-2 16,3 3-2-16,4 6 1 15,-1 2 1-15,1 3 0 16,2 2-1-16,0-2 1 0,0 2 0 16,-1-2-33-16,-1-3-39 15,-2-4-52-15,-4-5-9 16</inkml:trace>
  <inkml:trace contextRef="#ctx0" brushRef="#br0" timeOffset="7111.84">17415 2566 445 0,'0'0'-3'0,"0"0"-8"0,0 0 6 0,28 54 6 16,-13-30 1-16,2 7-2 15,1 0 0-15,0 2 0 16,-4 3 1-16,-2 2-1 0,0-1-15 16,-10-4-117-16,-2-9-12 15</inkml:trace>
  <inkml:trace contextRef="#ctx0" brushRef="#br0" timeOffset="8236.21">17424 2833 421 0,'0'0'4'0,"0"0"16"15,-2-37-8-15,9 28 1 0,5-2-2 16,2 1 3-16,2 0 4 16,4-1-7-16,3 1-2 15,0 0-5-15,0 2-2 16,0 0-1-16,-1 4 0 15,-6-2-1-15,0 5 1 0,-4-3-1 16,-3 4 0-16,0 0 0 16,-2 0 0-16,-4 0 1 15,1 4-1-15,2 3 1 16,-4 2-1-16,1 2 1 16,4-1-2-16,-3 4 2 0,0-1-2 15,3 0 1-15,-2 0 0 16,2-2 0-16,0 0 1 15,1-4-2-15,-2-1 1 16,1-4-1-16,-1-2-1 0,-1 0-1 16,2-6 1-16,-3-10 1 15,3-1-8-15,-3-3-1 16,-1 0 1-16,0 1 6 16,-1 1 3-16,0 3 0 15,0 2 2-15,-2 1-4 16,0 3 4-16,0 4-1 0,0 1 6 15,1 3 2-15,-1 1-2 16,0 0-4-16,2 0-3 16,0 1 0-16,2 4-1 15,1 3 1-15,4-1 0 16,-2 0 1-16,1 0-1 0,1 2 0 16,3-5 0-16,-2 3 0 15,-1-3 0-15,0-1 0 16,0-3 1-16,-3 0-1 15,1 0 0-15,-3-4 0 16,0-6-1-16,0-3-2 0,-2-1-1 16,0-2 2-16,-1 2 1 15,3 1 0-15,0 2 1 16,1 3 0-16,1 2-1 16,2 3 0-16,0 2-1 15,1 1 0-15,5 0 0 0,-3 4 0 16,2 3 0-16,-2 3 0 15,0 0 1-15,-2-1 1 16,0 0 0-16,0-2-1 16,0-2 1-16,0-1 0 15,0-4 0-15,0 0 1 16,2 0-1-16,0-7 1 0,3-6-2 16,-1-5-2-16,-2-2 0 15,1-3 0-15,-3 2-8 16,-1 2 8-16,-4 2 2 15,-4 3 1-15,0 7 0 16,0 1 0-16,0 6 5 0,0 0 5 16,0 0-10-16,-2 7-2 15,0 3 1-15,0 4-1 16,2 0 4-16,0 1-2 16,0-2 0-16,4-2 0 15,4-1 0-15,0-4 0 0,1-2 0 16,-1-3 1-16,3-1 1 15,-1 0 0-15,-1-8-1 16,2-5 4-16,0-1-4 16,1-2 1-16,-1 1-1 15,-1 3-1-15,4 4 1 0,2 3-1 16,0 5-1-16,-1 0-1 16,1 1 1-16,-3 8 0 15,-4 3-2-15,-3-1-14 16,-4 3-7-16,-2-1-7 15,0 1-17-15,-8-2-13 0,-3-1 0 16,-2-2-5-16,-1-5-108 16</inkml:trace>
  <inkml:trace contextRef="#ctx0" brushRef="#br0" timeOffset="9167.1">18436 2110 491 0,'5'14'0'0,"1"3"-10"0,3 9 6 0,5 5 4 16,3 3 1-16,0 3-1 15,2-3 2-15,1-4-2 16,-1-3 0-16,-2 0 1 15,-1-6-1-15,-3-2 0 0,-6-5 0 16,2-4 1-16,-7-6 0 16,-1-4 1-16,-1-3 5 15,0-11 2-15,0-7-1 16,0-6-6-16,0-3-1 0,0 5 0 16,0 2 0-16,2 6-1 15,4 7 0-15,1 7 0 16,5 3-3-16,1 10-1 15,2 4 3-15,1 6-1 16,4 2 1-16,-3-1 1 16,-1-2 0-16,-2-3 0 0,2-4 0 15,-1-5 0-15,1-5 0 16,-1-2 1-16,1 0 1 16,-1-11-1-16,0-5 0 15,-3-1-5-15,-2-4-5 16,-4 4 4-16,-4-4 1 0,-2 2-2 15,0 3-2-15,0 4 6 16,-1 2 2-16,-2 7-1 16,-1 0 3-16,-3 3 1 15,4 0-4-15,3 3-3 16,0 4 3-16,0 5 1 0,0-1 1 16,0 0 2-16,3-1-2 15,4-3 0-15,0 0 0 16,1-2 1-16,-1-4-1 15,4-1 2-15,-2 0-1 16,2 0 0-16,1-3 1 0,-2-7 0 16,1 0-1-16,-3 2 0 15,1-1-1-15,-3 2 0 16,0 4-1-16,-1 2 0 16,4 1-2-16,0 0 2 15,0 6-2-15,3 1 1 0,-2 1 1 16,1-1 0-16,-3-1-1 15,0-2 1-15,-1-1 0 16,1-3-3-16,2 0-3 16,-4 0-2-16,3-7 3 15,-2-3 1-15,2-4 1 0,-2-2-2 16,-1-1 4-16,-3 3 0 16,-1 0 1-16,-2 2 0 15,0 3 1-15,0 4 1 16,0 3 11-16,-3 2 0 15,-1 0-7-15,2 0-6 0,2 9-2 16,0 1 2-16,0 3 0 16,0 0 0-16,7-2 1 15,4-1-1-15,0-4 0 16,2-3 2-16,3-3-1 16,2 0-23-16,-2-2-80 15,1-11-39-15</inkml:trace>
  <inkml:trace contextRef="#ctx0" brushRef="#br0" timeOffset="9869.04">19465 1759 371 0,'0'0'112'0,"0"0"-110"0,-38 21-4 0,31-9-1 15,2 8 1-15,4 1 1 16,1 0-1-16,6 2 1 16,9 0 0-16,4 1 1 15,5 0 1-15,4 6-1 16,0 1-4-16,-2 2 5 16,-3-2-1-16,-3-1-1 0,-9-2-3 15,-5-6 1-15,-1-4 2 16,-5-2 1-16,0-2 0 15,0-5 0-15,-8-1 1 16,-3-2 0-16,-3-2 1 16,-1-4 1-16,-4 0 1 0,-3 0 1 15,2-6 0-15,-1-4-2 16,4-4-1-16,3-3 1 16,6-4 6-16,7-2-3 15,1-1-4-15,9-2-2 16,10 1 1-16,3 0-2 0,4 4 1 15,-1 6 0-15,-3 3 0 16,0 5 0-16,-6 6 0 16,-1 1 2-16,-2 1-1 15,-1 9 3-15,0 0-1 16,-5 2 0-16,1 2 0 0,-3-3-1 16,1-1 1-16,0-3-3 15,-2 0 1-15,0-1-1 16,-2-5 0-16,1-1 1 15,1 0 0-15,0-3 2 16,2-8 0-16,0 0-2 16,0-3 1-16,-2 2-2 0,1 1 1 15,-3 2-1-15,0 5 0 16,-1 1 0-16,3 2 0 16,-1 1-1-16,3 0-1 15,-1 0 1-15,5 0 0 0,0 4 0 16,-1 2 2-16,0-1-1 15,4-1-1-15,-4 0-2 16,-2-3-40-16,1-1-44 16,-2-3-30-16,0-13-31 15</inkml:trace>
  <inkml:trace contextRef="#ctx0" brushRef="#br0" timeOffset="10288.29">19852 1597 497 0,'0'0'-2'0,"-1"37"-3"0,1-7 4 0,5 6 2 0,4 2-1 16,3 2 1-16,0-2 0 16,-1-4-1-16,-2-4 1 15,0-5-1-15,-3-5 0 0,-1-7 2 16,-3-6-2-16,-2-4 1 15,0-3 7-15,0-7 39 16,0-7-36-16,0-8-8 16,0-3 0-16,0-1-3 0,1 2 2 15,7 4-1-15,2 5-1 16,0 6 0-16,4 6-3 16,-3 3 1-16,2 3-2 15,-1 10 1-15,-2 1 0 16,-2 5 2-16,-3-2-1 15,-1-1 0-15,-4-1 1 0,0-3-1 16,-9 0-4-16,0-4-1 16,0-2 0-16,-1 1-1 15,-2-5-5-15,3-1-5 16,1-1-9-16,3 0-23 16,3 0 1-16,2-3-22 0,1-8-26 15</inkml:trace>
  <inkml:trace contextRef="#ctx0" brushRef="#br0" timeOffset="10522">20094 1805 245 0,'0'0'44'0,"0"0"5"0,0 0-47 15,0 0 36-15,50 48-8 16,-34-18 0-16,1 7-6 16,-1 5-9-16,-3 4-5 15,-2-1 22-15,-3 2-9 0,-4-6-21 16,-2-4-2-1,-2-8 0-15,0-5 1 0,-7-7-1 16,-3-3-1-16,0-6-4 16,-3 0-6-16,-3-6-4 15,-3-2-13-15,0 0-20 16,-5-10-40-16,0-12-11 0,1-14-147 16</inkml:trace>
  <inkml:trace contextRef="#ctx0" brushRef="#br0" timeOffset="10675.01">19971 1627 509 0,'0'0'-8'15,"0"0"13"-15,-4-44-2 16,8 37-3-16,8 2-2 16,-1 4-24-16,3 1-12 15,1 0-41-15,-1 10-6 16,-2 4 4-16,-4 4-88 0</inkml:trace>
  <inkml:trace contextRef="#ctx0" brushRef="#br0" timeOffset="11003.65">20099 1871 307 0,'0'0'10'16,"0"0"0"-16,45-11-3 15,-27 0-1-15,-1-2 1 16,-2-3 14-16,-3 1 21 15,-5-1-8-15,0-1-3 16,-6 1-5-16,-1 4-5 0,0 2-4 16,0 2 0-16,-4 3 5 15,-1 5-5-15,0 0-11 16,2 0-6-16,-3 7-2 16,4 6 1-16,0 0 0 15,2 2 0-15,0-1 1 0,0 1 0 16,5-3-1-16,4-2 2 15,3 0-2-15,3-3-6 16,1-4-20-16,4-3-11 16,2 0-13-16,1-10-50 15,1-7-26-15,-4-4-117 0</inkml:trace>
  <inkml:trace contextRef="#ctx0" brushRef="#br0" timeOffset="11175.7">20408 1734 315 0,'0'0'53'16,"0"0"-17"-16,0 0-26 15,0 0 11-15,-29 42 12 0,21-26-10 16,4 1-7-16,1-3-11 16,3-4-3-16,0 1-1 15,0-6-1-15,11-2 1 16,5-3-1-16,3 0 1 16,2-10-8-16,3-9-20 0,0-5-22 15,-4-7-40-15,-4-9-28 16</inkml:trace>
  <inkml:trace contextRef="#ctx0" brushRef="#br0" timeOffset="11533.19">20550 1463 429 0,'0'0'-3'0,"0"0"2"16,-17 42 5-16,15-21 3 15,2-1 3-15,0 3-1 16,6-2 0-16,5 1-3 0,1 0-2 15,-1-2-2-15,2 1 0 16,-1-4-2-16,-1-4 0 16,-1-3 0-16,-3-4 0 15,0-6 2-15,0 0 2 16,2-7 4-16,0-9 8 0,0-1-6 16,1-4-4-16,2 2 0 15,-3 2-3-15,0 3-2 16,2 1 0-16,-2 8 0 15,-1 0 1-15,2 5-1 16,-1 0-1-16,1 3-2 0,0 6 3 16,3 2-2-16,-4 2 2 15,1 1-1-15,-4-2 0 16,-2-1-2-16,-4 2-45 16,0-5-75-16,-9-8-10 15</inkml:trace>
  <inkml:trace contextRef="#ctx0" brushRef="#br0" timeOffset="11688.22">20562 1542 574 0,'0'0'28'0,"0"0"-23"0,0 0 8 16,17-43-11-16,12 25-1 15,10-1-1-15,12-8-1 16,1-4-42-16,0-11-126 15</inkml:trace>
  <inkml:trace contextRef="#ctx0" brushRef="#br0" timeOffset="22189.16">15392 6503 225 0,'0'0'28'15,"0"0"9"-15,0 0-1 0,0 0-3 16,0 0-2-16,0 0-3 16,0 0-11-16,0 0-11 15,-41-35-5-15,28 46-1 0,-2 3 1 16,-5 6 1-16,-1 2 0 16,-2 3-1-16,2 3 0 15,0-4 0-15,4 3-1 16,1-5 0-16,5-1 0 0,2-6 0 15,4-3 1-15,5-4-1 16,0-5 0-16,0-3-1 16,1 0 2-16,12-11 1 15,0-7-2-15,4-3 1 16,4-4-1-16,-1-5 0 16,1 3 0-16,-3-1 0 0,-1 4-1 15,-5 4 1-15,-4 4 0 16,-2 6 1-16,-4 4 2 15,-1 5 26-15,-1 1-8 16,0 2-19-16,0 10-1 16,0 8 3-16,0 6 5 0,0 8 2 15,1 7-5-15,-1 4 0 16,0 4-3-16,0-1-2 16,2-1-1-16,0-2 0 15,2-5 0-15,-1-2 0 16,1 0-8-16,-4-2-31 0,0-4-47 15,0-5-53-15</inkml:trace>
  <inkml:trace contextRef="#ctx0" brushRef="#br0" timeOffset="22432.84">15124 7135 365 0,'0'0'26'0,"0"0"47"0,0 0-41 0,0 0-11 16,0 0-5-16,0 0 12 15,53-23 1-15,-17 17-8 16,7-3-9-16,6 0-5 16,5-1-4-16,-4 3-2 15,2 4 0-15,-9 3-2 16,-5 0-25-16,-11 2-72 0,-11 3-130 15</inkml:trace>
  <inkml:trace contextRef="#ctx0" brushRef="#br0" timeOffset="23120.65">15077 7886 172 0,'0'0'51'0,"0"0"1"15,0 0 3-15,0 0 15 0,0 0-18 16,0 0-7-16,0 0-8 16,-40-15-10-16,40 9-2 15,0 0-10-15,0 0-10 16,11 2-3-16,2 0-1 15,3 1-1-15,0 3 0 0,4 2 0 16,-3 1 0-16,0 9 0 16,-3 4 0-16,-1 5 0 15,-3 2-1-15,-7 4 2 16,-3 1-2-16,0 2 1 16,-1 1 0-16,-11-1 0 0,-2 1 0 15,-2-1-1-15,-4 0 2 16,-3 0-1-16,0-3 0 15,-2-1 0-15,0-5 0 16,0-3-1-16,3-3 1 16,4-7-1-16,0-5 2 0,9-3-1 15,3 0 2-15,6-3-2 16,0-6 0-16,9-2 1 16,9 1 1-16,6 3 0 15,5 2 0-15,7 5 0 16,0 0 0-16,1 5-1 15,-1 6-1-15,-2 2 1 0,-3-4-2 16,-4-4 1-16,-2-3 0 16,-1-2 0-16,-4-3 0 15,-2-8-35-15,-3-5-34 16,-5-8-138-16</inkml:trace>
  <inkml:trace contextRef="#ctx0" brushRef="#br0" timeOffset="24805.78">15231 15307 247 0,'0'0'2'0,"0"0"7"0,0 0 31 15,0 0-8-15,0 0-31 16,0 0 4-16,0 0 22 15,0 0-6-15,0 44-5 16,0-18-2-16,-1-2-8 0,-2 1 0 16,2 0-2-16,-3-1-1 15,-1-2-1-15,1-3 0 16,0-1-1-16,-2-2 2 16,0-5-2-16,2-2 0 15,1-2-1-15,0-3 1 16,4-1-1-16,-1-3 0 0,0 0 2 15,7-2 6-15,5-8 5 16,5-5-5-16,4-1 2 16,5-1 0-16,2 0-4 15,2 3 4-15,2 4-4 16,-1 7 2-16,-1 3-2 0,-2 0-3 16,-3 9-1-16,-3 6-1 15,-2 1 0-15,-7 1 0 16,-3 3 0-16,-6 0 0 15,-4 0 0-15,0 1 0 16,-12 1 0-16,-3 0 1 0,-5 0-1 16,-5 2-1-16,-1-2 1 15,-3-2-1-15,0-1 0 16,2-4 0-16,4-2-2 16,3-4-2-16,7-4-25 15,2-3-40-15,6-2-57 0,0-7-26 16</inkml:trace>
  <inkml:trace contextRef="#ctx0" brushRef="#br0" timeOffset="25139.93">15180 15370 261 0,'0'0'8'0,"0"0"44"0,0 0-3 0,0 0-6 15,0 0-6-15,0 0-9 0,0 0 0 16,0 0 3-16,56-25-12 15,-16 7-5-15,4-1-5 16,1-2-3-16,0 3-5 16,-2 1 0-16,-6 4-1 0,-7 0 0 15,-3 6-2-15,-5 3-32 16,-7 2-26-16,-10 0-77 16,-5 0-41-16</inkml:trace>
  <inkml:trace contextRef="#ctx0" brushRef="#br0" timeOffset="25687.92">15901 15252 282 0,'0'0'9'0,"-39"-2"72"16,14 2-37-16,-2 7-16 0,-3 9-1 15,0 7 1-15,3 2-4 16,3 5-6-16,5 3-4 16,7 5-3-16,9-1-4 15,3 3 1-15,4-3 2 16,12-1-3-16,6-4-5 16,7-7-1-16,4-6 0 0,6-10-1 15,4-7 1-15,3-2 0 16,2-11 0-16,-2-10 0 15,-1-7 0-15,-5-3 0 16,-9-4 0-16,-8-5 0 0,-10-1 1 16,-13-2 7-16,-6-1 5 15,-21 3-5-15,-11 3-5 16,-12 7-2-16,-8 9-1 16,-5 11-2-16,-1 8 2 15,5 3-2-15,6 13-2 0,8 5-30 16,8 2-30-16,8 0-28 15,6-6-105-15</inkml:trace>
  <inkml:trace contextRef="#ctx0" brushRef="#br0" timeOffset="27079.97">2586 7451 259 0,'0'0'3'0,"-21"39"-1"0,10-13 2 0,0 1-2 16,-3 1 0-16,1-1 1 15,-1-3 0-15,2-3 0 16,3-2 0-16,-1-4 2 15,1-6-4-15,5 0 0 0,0-5 0 16,2-4 1-16,0 0 21 16,2-10-2-16,0-7-19 15,6-6 0-15,5-7-2 16,3-5 0-16,1-2 0 16,3-2 0-16,-5 5 2 15,0 3-2-15,-3 8 1 0,-4 6 28 16,-1 7 13-16,-3 8-1 15,-2 2-25-15,2 8-17 16,-2 11 2-16,2 9 1 16,0 7 3-16,0 5 2 15,2 7 2-15,-2 1-4 0,2 5 1 16,0-2-3-16,1 0 0 16,1-1-2-16,-1-5 2 15,2-5-1-15,0-6-1 16,-1-8-1-16,0-6-3 15,2-5-24-15,-4-5-26 0,-2-6-47 16,-2-4-35-16</inkml:trace>
  <inkml:trace contextRef="#ctx0" brushRef="#br0" timeOffset="27317.04">2456 8146 304 0,'0'0'48'0,"0"0"-15"0,0 0-26 15,0 0-1-15,0 0 29 0,0 0-3 16,63-3-7-16,-28-8-5 16,7-5-8-16,4-1-6 15,2 3-4-15,0 0-1 16,-6 1-31-16,-11 0-92 0</inkml:trace>
  <inkml:trace contextRef="#ctx0" brushRef="#br0" timeOffset="28090.03">2460 8792 250 0,'0'0'27'0,"0"0"48"16,-18-50-15-16,18 30-24 15,2 4-18-15,14-1-7 0,5 3-3 16,7 4-3-16,3 7-2 15,6 3 0-15,-2 7-1 16,1 11 3-16,-3 8-1 16,-6 6-1-16,-6 5 0 15,-6 3-1-15,-8 3 0 0,-5 4-1 16,-2-2 1-16,-3-1-1 16,-10-3 1-16,-7-2 1 15,-3-4-1-15,-5-1 0 16,-3-5-1-16,-3-4 1 15,2-5-2-15,3-6 3 0,5-4-2 16,8-7 2-16,8-3 5 16,5 0 6-16,3-8-9 15,5-2-3-15,15-2-2 16,9 2 0-16,9 2 0 16,6 4 2-16,4 4-1 0,3 0-1 15,2 12 1-15,1 4-1 16,-2 1 1-16,-5 1-1 15,-2 1 1-15,-5 1-6 16,-7-2-32-16,-8-1-49 16,-12-8-111-16</inkml:trace>
  <inkml:trace contextRef="#ctx0" brushRef="#br0" timeOffset="30166.16">2780 13739 309 0,'0'0'54'0,"0"0"-10"0,0 0-37 0,0 0-7 0,-42 72 1 16,21-23-1-16,-6 5 1 15,-6 4 1-15,-5 3-1 16,-2 0 0-16,-3-2 2 16,1-4-2-16,6-6-1 15,7-9 0-15,6-10 1 0,6-7 0 16,7-12 0-16,10-6 1 16,0-5 0-16,23 0-3 15,11-12 4-15,15-2 16 16,11-6-3-16,8 0-8 15,7 0-3-15,1 3-3 0,-4 2 0 16,-8 3 0-16,-8 6 0 16,-11 2-1-16,-9 4 0 15,-14 0 0-15,-8 0-4 16,-8 0-29-16,-6 7-43 16,-2-4-2-16,-14-3 19 0,-6 0-149 15</inkml:trace>
  <inkml:trace contextRef="#ctx0" brushRef="#br0" timeOffset="30370.82">2817 13936 304 0,'0'0'65'16,"0"0"-36"-16,0 0 21 16,0 0-51-16,-15 43 4 15,19-4 9-15,5 7 12 16,3 8-9-16,1 6-5 0,3 3-5 15,2 5-3-15,2 1 0 16,2 4-1-16,-2-5-1 16,0-4 0-16,-3-7-29 15,-5-8-45-15,-3-9-32 16,-5-14 6-16</inkml:trace>
  <inkml:trace contextRef="#ctx0" brushRef="#br0" timeOffset="30838.37">3394 13705 371 0,'0'0'-18'0,"0"0"54"16,-58 3-6-16,34 15-18 16,-1 11 1-16,1 10 8 15,3 8 2-15,2 6-2 16,7 1-10-16,8 1-3 0,4 2-2 16,6-4-2-16,15-6 1 15,5-5-1-15,6-8 1 16,8-14 1-16,3-16-2 15,3-4 0-15,2-24 1 16,0-14-1-16,0-6-1 0,-8-7-1 16,-7-4 1-16,-8-1 1 15,-16 0 9-15,-10 0 2 16,-12 3-3-16,-20 9-4 16,-10 9-4-16,-10 12-4 0,-5 13-3 15,-2 10-1-15,5 13-1 16,11 11-7-16,6 3-55 15,16-10-66-15,12-17-148 16</inkml:trace>
  <inkml:trace contextRef="#ctx0" brushRef="#br0" timeOffset="37290.99">7192 9869 114 0,'0'0'23'0,"0"0"-22"16,0 0-1-16,0 0 2 16,0 0-3-16,0 0-10 0,0 0-39 15</inkml:trace>
  <inkml:trace contextRef="#ctx0" brushRef="#br0" timeOffset="40873.85">6809 9947 243 0,'0'0'7'0,"0"0"7"0,0 0 10 0,0 0 0 16,0 0-12-16,0 0-10 16,0 0 8-16,-44 36 9 15,30-15 0-15,1-1-4 16,1 0-5-16,4-2 0 16,1-2-4-16,3-6-3 15,4-2-1-15,0-4-3 0,6-4 3 16,5 0 3-16,5-4-2 15,2-10-1-15,2-3-2 16,5-4-18-16,-2-2-19 16,0-4-22-16,-2-2-45 15,-3-5-89-15</inkml:trace>
  <inkml:trace contextRef="#ctx0" brushRef="#br0" timeOffset="42195.21">6463 10184 87 0,'0'0'27'0,"0"0"11"0,-26 40 16 0,25-33-21 0,1-4-1 16,0-2-2-16,3-1 1 15,15-7 17-15,4-11-1 16,14-11-12-16,10-9-10 15,13-9 0-15,6-5-4 16,8-4-4-16,1 2-4 0,-1 3-5 16,-6 7-3-16,-10 11-2 15,-6 9-3-15,-15 7 2 16,-9 13-2-16,-12 4 0 16,-12 7-1-16,-6 15-1 15,-21 11 1-15,-15 7 2 16,-13 10-2-16,-11 7-1 0,-12 5 2 15,0 0 1-15,3-6 0 16,7-6-1-16,14-10 0 16,12-12 1-16,20-9-1 15,11-10-1-15,8-6 0 16,15-3 0-16,14-7 1 0,9-14 1 16,11-12 1-16,5-8-2 15,3-9 1-15,1-1-1 16,-8 1 1-16,-10 6 0 15,-9 11 0-15,-12 8 0 16,-9 10 3-16,-10 6 10 0,0 6 7 16,-13 3-13-16,-9 7-6 15,-9 9-2-15,-1 8 0 16,-1 4 1-16,2 2-2 16,8 0 1-16,5-3 0 15,11-3 0-15,7-2-1 0,4-4 0 16,12-4 0-16,9-2 1 15,4-3 0-15,5-8 0 16,-1-1 0-16,5-1 1 16,-4-7-1-16,-1-1 0 15,-8 2 0-15,-5 2 1 0,-7 2-1 16,-9 3 0-16,-4 1 0 16,-6 12-1-16,-12 5 3 15,-8 1-3-15,-8 7 1 16,-7 1-1-16,1-2 2 15,1-1-1-15,7-7 0 16,8-4 0-16,7-3 0 0,11-7 1 16,6-3-1-16,0-4 0 15,16-12 0-15,4-5-1 16,9-8 1-16,4-6 0 16,0-2-2-16,-3 0-5 15,-4 4-1-15,-9 9 1 0,-9 6 3 16,-8 12 2-16,-6 6-3 15,-17 10 0-15,-10 13 3 16,-7 6 0-16,-3 5 1 16,3-1 1-16,6-2-1 0,9-6 1 15,10-7-1-15,13-5 0 16,4-6-2-16,20-4 1 16,11-3 3-16,8 0-1 15,8-9 0-15,5-5 0 16,-2-6 1-16,-4-1-1 15,-7 1 1-15,-8 3 0 0,-13 4 0 16,-8 6-1-16,-8 7-1 16,-4 7-1-16,-20 13 3 15,-7 6 5-15,-7 2-2 16,-8 6-1-16,0 0-5 16,3-5 2-16,10-4-2 0,7-8-2 15,11-5-8-15,11-8-49 16,0-4-66-16,16-23-22 15</inkml:trace>
  <inkml:trace contextRef="#ctx0" brushRef="#br0" timeOffset="43535.04">6705 8981 39 0,'-10'7'31'0,"0"-5"16"0,1 0-3 0,-3-1-9 16,3-1 0-16,-2 0 0 0,5-5-4 15,1-4 10-15,3-3-10 16,2-5-15-16,4 0-5 16,12-2-4-16,5 1-3 15,6 1-1-15,1 4-1 16,6 5-2-16,-1 3 1 15,-4 5-1-15,-3 5 0 0,-1 9-1 16,-7 9 1-16,-4 6 0 16,-5 4 0-16,-5 4 0 15,-4 1 0-15,-4-1 1 16,-8 0 0-16,-3-4-1 16,-5-5 2-16,1-2-2 0,4-5 1 15,1-8 0-15,3-2-1 16,7-5 1-16,4-6-1 15,0 0 2-15,13-4-2 16,10-5 2-16,4-4-1 0,6 2-1 16,3 1 0-16,-1 5 0 15,-4 5 0-15,-1 0-1 16,-8 8-1-16,-3 10 2 16,-9 4 0-16,-7 6-1 15,-3 5 1-15,-9 4 1 16,-13 0 3-16,-4 1-2 0,-7-4 3 15,-5 2-2-15,-2-5-1 16,-2-3-1-16,2-4 0 16,4-4 1-16,5-6-2 15,6-6-2-15,10-6-16 16,5-2-25-16,10-17-37 0,0-14-40 16</inkml:trace>
  <inkml:trace contextRef="#ctx0" brushRef="#br0" timeOffset="44157.58">7239 8926 271 0,'0'0'3'0,"0"0"12"0,0 0 27 0,-30 55 9 15,24-29-22-15,-2 2 2 16,5 2-9-16,3 3-9 16,2-2-5-16,-2 3-3 15,11-3-2-15,2 1-1 0,6-3-2 16,1-6 0-16,2-7 0 16,2-6 0-16,1-9 1 15,0-1-1-15,0-10 2 16,-4-7 0-16,0-7 1 15,-4-1 0-15,-3 0-2 0,-5 3 1 16,-5 3-1-16,-2 5 1 16,-2 2-1-16,-2 5 0 15,-5 5 11-15,-1 2 1 16,1 0-8-16,-2 0-3 16,2 7 0-16,3 1 0 15,4 4 0-15,0-1-1 0,0-1 0 16,7 1-1-16,6-2 1 15,5-2-1-15,0 0 0 16,2-6 0-16,4 1 1 16,-1-2-1-16,-2 0 0 15,-2-6 0-15,-1-4 2 0,-5 0-1 16,-1-6 1-16,-6 1-1 16,-6-2 1-16,-2-1 1 15,-4 2-2-15,-12 0-1 16,-5 6-1-16,-6 3 1 0,-3 6-1 15,-1 1 0-15,-2 0 0 16,5 7 0-16,3 3-1 16,6-2-7-16,7 2-5 15,5-3-3-15,7 2-3 16,2-3-11-16,0-1-9 16,13-3-12-16,5-2-15 0,-2 0-16 15,6-9-109-15</inkml:trace>
  <inkml:trace contextRef="#ctx0" brushRef="#br0" timeOffset="44840.42">7520 8765 22 0,'0'0'356'0,"0"0"-305"0,-38-20-5 15,32 20-4-15,4 0-29 16,2 9-13-16,2 8 2 16,9 0 1-16,5 3 1 15,5 3-1-15,4 0-1 16,4 5-1-16,0 0 0 0,3 2-1 16,-3 1 0-16,-2-4 0 15,-2-4 1-15,-4-2-1 16,0-9 0-16,-5-6 0 15,-6-6-1-15,1 0 0 16,-6-9 2-16,0-7-2 0,-3-1 0 16,-2-3-2-16,0 1 1 15,0 1 2-15,-5 4 0 16,1 3 0-16,1 2 0 16,-1 4 0-16,0 2 0 15,4 3-1-15,0 0 3 0,0 3-2 16,0 5-1-16,0 4 2 15,6 0-1-15,3 2 0 16,3 1 0-16,1-4 0 16,1-1 0-16,1-1 1 15,1-4-1-15,-1-2 0 0,1-2 0 16,-1-1 0-16,-1-1 0 16,-3-9 1-16,-2-5 0 15,0-4 1-15,-2-1-1 16,-5 0-1-16,0-2 0 15,-2 2 0-15,0 4-1 0,-2 2 1 16,-4 3-1-16,1 2 2 16,-4 6-1-16,5 0 0 15,1 3 0-15,3 0 1 16,0 6-3-16,0 5 2 16,3-1-1-16,10 0 1 15,0 3 0-15,5-5 0 0,4 1 0 16,1-3 1-16,2-1-1 15,-1-2-1-15,0-1-24 16,-3-2-84-16,-5 0 11 16,-7-7-53-16</inkml:trace>
  <inkml:trace contextRef="#ctx0" brushRef="#br0" timeOffset="45422.88">8095 8792 375 0,'0'0'4'0,"0"0"46"0,0 0-22 16,0 0-20-16,0 0-8 16,0 0 1-16,0 0 3 15,0 0 0-15,0 0 0 16,48 23-2-16,-33-9-1 0,-2-1 0 16,0 1-1-16,-4-1 0 15,-3-3 1-15,-1-3-1 16,-3-3 1-16,-2-4 0 15,0 0 2-15,0-3 2 16,-2-9-3-16,-4-3-1 16,1-6 0-16,-3 3 0 0,3-2 0 15,3 3-1-15,-1 3 0 16,3 4 1-16,0 4 2 16,5 3 0-16,4 3-5 15,6 0 1-15,3 0 1 16,0 7-2-16,2 2 2 0,0 0 0 15,-2 0 0-15,-2-2 0 16,-3 2 0-16,-3-2 0 16,0 0 0-16,-3-3 0 15,-5-1 2-15,0-3-2 16,-2 0 0-16,0 0 4 0,-4-1-2 16,-5-8-1-16,-2-2-1 15,-1-2 0-15,2-1 1 16,1-2 0-16,2 0-1 15,6 1 0-15,1 2 1 16,0 3 0-16,12 3 1 0,1 3-1 16,5 4-2-16,2 0 2 15,5 0-2-15,-1 2 1 16,2 6 0-16,0-1 0 16,-4 3 0-16,-2-3 0 15,-1 3-9-15,-6-2-63 0,-5-2-13 16,-8-3-36-16</inkml:trace>
  <inkml:trace contextRef="#ctx0" brushRef="#br0" timeOffset="46120.75">8468 8647 353 0,'0'0'48'0,"0"0"-19"16,0 0-18-16,0 0-9 15,0 0 1-15,52-18 3 16,-35 26-1-16,2 1 0 0,0 2-3 16,-1 2-1-16,-5 0 0 15,-1 1-1-15,-6-1 1 16,1-2-1-16,-5-2 0 16,-2-4 1-16,0-2-1 15,0-3 3-15,-2 0 3 0,-5-5-2 16,-4-7-1-16,0-3-1 15,2-4 1-15,0-3-1 16,0-1 0-16,2 1 0 16,3 0-1-16,2 3 0 0,2 2 1 15,0 6 2-15,0 5 0 16,4 3-3-16,5 3-1 16,5 0-1-16,1 0 1 15,3 1 0-15,-2 7-1 16,4-1 1-16,-2 6 0 15,-1-2 1-15,0 2-2 0,-2 0 1 16,-3-1 0-16,-1-2 0 16,-3-1 0-16,-1-2 0 15,-2-3 0-15,-1-1 0 16,-2-3 1-16,0 0-1 16,0-4 3-16,1-8-1 0,1-3 4 15,1-4-1-15,4-3 0 16,0-2-4-16,1-1 0 15,3 1-1-15,-1 0 1 16,2 4-1-16,-3 2 0 16,0 3 0-16,3 4 3 0,-1 4 7 15,1 3-2-15,3 4-4 16,2 0 1-16,3 3-1 16,-4 5-1-16,0 3-1 15,-3 1-1-15,-6 2 0 16,-4 1 0-16,-5 3 0 15,-5 0 0-15,-13 5 0 0,-7 2-3 16,-6 1-24-16,-7 0-44 16,-1-8-90-16,2-5-152 15</inkml:trace>
  <inkml:trace contextRef="#ctx0" brushRef="#br0" timeOffset="46747.04">7447 10132 311 0,'0'0'25'0,"0"-9"21"0,8-7-8 0,11-2-16 15,3-5-7-15,8-1 1 0,2 0-8 16,2 4-7-16,-6 6 0 16,-1 4-2-16,-6 6-31 15,-8 4-55-15,-6 1-23 16,-7 10-64-16</inkml:trace>
  <inkml:trace contextRef="#ctx0" brushRef="#br0" timeOffset="46929.47">7539 10252 192 0,'0'0'11'16,"0"0"20"-16,0 0-3 16,0 0-10-16,0 0 11 0,0 0 14 15,37-1-13-15,-12-22-16 16,4-4-8-16,0-3-4 16,0-1 0-16,0 3-2 15,-3-2-66-15,-1-5-40 16</inkml:trace>
  <inkml:trace contextRef="#ctx0" brushRef="#br0" timeOffset="47165.23">7868 9565 379 0,'0'0'23'15,"0"0"9"-15,0 0-31 16,39 46 26-16,-14-20-1 15,1 4-2-15,5 4-8 16,1 1-6-16,2 1-6 16,0 2-3-16,-1-3 0 0,0 0 0 15,-6-4-1-15,-3-5-1 16,-6-2-33-16,-7-7-39 16,-9-7-59-16,-2-8 6 15</inkml:trace>
  <inkml:trace contextRef="#ctx0" brushRef="#br0" timeOffset="47446.05">7885 9681 274 0,'0'0'4'0,"-9"-61"10"16,9 30 29-16,4 3 18 15,17 1-21-15,1 1-6 16,9 6-13-16,0 3-5 0,2 10-9 16,-1 7-4-16,-3 0-1 15,-6 14-3-15,-7 6 2 16,-10 6-1-16,-6 1 1 16,-4 1 0-16,-15 5-1 15,-5 0 1-15,2 0-4 16,-5-6-58-16,2-10-73 0,1-14-190 15</inkml:trace>
  <inkml:trace contextRef="#ctx0" brushRef="#br0" timeOffset="52150.96">17900 8998 114 0,'0'0'19'0,"0"0"24"0,0 0-18 16,15-45 0-16,-6 36-14 0,-2 4-6 15,2 2-2-15,-2 3 0 16,-2 0-2-16,-4 1 1 15,-1 12-1-15,0 4 0 16,-12 4 1-16,-7 6 10 16,-6 3 2-16,-3 2 0 0,0 1 1 15,0-4 0-15,6-5-1 16,6-4-1-16,6-2-6 16,7-2-3-16,3-2-4 15,8-1 1-15,10-2 5 16,7-1 10-16,6 0 6 0,8-3-1 15,2 0-13-15,-1-2-3 16,1 0-3-16,-7 1-1 16,-6-1-1-16,-5 0 0 15,-7-1 0-15,-6 2-13 16,-6-2-38-16,-4 2-35 0,-3-6 6 16</inkml:trace>
  <inkml:trace contextRef="#ctx0" brushRef="#br0" timeOffset="52383.13">17837 9255 271 0,'0'0'4'0,"0"0"29"16,0 0-7-16,0 0-22 15,77-42-2-15,-22 26 3 0,16-5-1 16,15-5 4-16,6-2 3 15,4-2 2-15,-2 3 0 16,-3 4-1-16,-9 3-9 16,-8 6-3-16,-9 2-41 15,-9 0-41-15,-8-1-15 16</inkml:trace>
  <inkml:trace contextRef="#ctx0" brushRef="#br0" timeOffset="52867.98">19024 8790 277 0,'0'0'0'0,"30"-59"15"16,-9 31 12-16,6 4 14 15,0 3-31-15,0 6-4 0,-3 9-7 16,-1 6 1-16,-5 2-1 15,-2 12-3-15,-5 5 8 16,-5 2 1-16,-4 3-5 16,-2 1 1-16,0-2-1 0,-9 1 0 15,-1 1 0-15,-2-1 0 16,-1-2-1-16,4 0 1 16,-2-4 0-16,6-3 0 15,3-3-1-15,2-5 2 16,0-1-2-16,8-2 2 15,9-1-1-15,3 0 1 0,4 1 1 16,3 3-1-16,-4-1-1 16,0 3 1-16,-5 3 0 15,-3 1-1-15,-7 3 4 16,-5-1 0-16,-3 2-1 16,-7 1 5-16,-11 0 3 0,-2 2 0 15,-7-3-6-15,0 1-3 16,-4 0 0-16,0 0-2 15,0-1-1-15,5-3 1 16,6-1-1-16,7-6-14 16,4-3-50-16,9-4-32 0,1-7-11 15</inkml:trace>
  <inkml:trace contextRef="#ctx0" brushRef="#br0" timeOffset="53451.1">19604 8672 284 0,'0'0'7'0,"0"0"26"0,-46 7-13 0,26 14 0 0,2 5 15 16,0 2-3-16,5 6-15 15,5-3-8-15,7 2-4 16,1 0-4-16,11-1 0 15,4-2 0-15,6 0-1 16,2-2-1-16,2-8 1 0,0-3-2 16,2-10-31-16,0-7-11 15,0-5 9-15,-4-15 8 16,0-6-3-16,-6-3 19 16,-3 0 11-16,-6 5 1 15,-6 4 5-15,-2 6 24 16,0 4 10-16,-2 7-3 0,-7 3-9 15,0 0-17-15,0 3-7 16,-1 8 0-16,0 3 0 16,4 4 2-16,3 0-2 15,1-1 1-15,2 0-4 16,0-3 0-16,8 1 0 0,5-4 0 16,0-3 0-16,3-2-1 15,3-3 0-15,0-3 1 16,2 0 0-16,-2-13-1 15,1 0 1-15,-1-4-1 16,-3-4 0-16,-7-2 0 0,-5-1 1 16,-4 3-1-16,-10 0 0 15,-11 4 0-15,-8 5-1 16,-6 5 1-16,-4 4 0 16,-1 3-1-16,-1 4 0 15,4 9 0-15,3 1-1 0,6 2-10 16,7-2-21-16,4 3-13 15,10-5-18-15,7-4-6 16,0-6-54-16</inkml:trace>
  <inkml:trace contextRef="#ctx0" brushRef="#br0" timeOffset="54092.88">19793 8547 320 0,'0'0'4'0,"0"0"31"0,-40-29 37 0,37 29-37 15,1 3-28-15,2 13-6 16,2 5 1-16,12 5 4 16,3 4-1-16,8 2-2 0,2 2-2 15,2 0 1-15,-2 0-2 16,-2-2 0-16,-7-4 0 15,-1-2 0-15,-5-7 0 16,-2-3-1-16,-3-6 1 16,0-6-1-16,-2-4 1 15,3-4 1-15,1-12-1 0,1-5-1 16,1-6 1-16,0 4-1 16,-4-1 1-16,-3 4 0 15,0 6 0-15,-4 6 1 16,0 4 0-16,0 4 2 0,0 0-3 15,0 9 0-15,0 5 0 16,0 1 4-16,5 0 1 16,2 0 0-16,0-1-3 15,4-1 0-15,3-4-2 16,0 0 1-16,3-6 0 16,-2-3-2-16,3 0 2 0,-5-6 0 15,1-7-1-15,-5-2 1 16,-1-4-1-16,-6-2 1 15,-1 0-1-15,-1 0 0 16,0 5 0-16,-5 0 1 0,-1 5-2 16,1 4 3-16,-2 5-2 15,2 2-1-15,4 0 2 16,1 13-1-16,0 1-1 16,2 2 1-16,10 2 1 15,5-1-2-15,3-1 1 16,1-2 0-16,2 2 0 0,-3-2-3 15,1-3-41-15,-8-1-57 16,1-4 15-16,-7-5-6 16,1-1-101-16</inkml:trace>
  <inkml:trace contextRef="#ctx0" brushRef="#br0" timeOffset="54704">20349 8722 228 0,'0'0'6'0,"0"0"61"0,-15-39-11 15,13 32 5-15,2 5-25 16,0 2-17-16,4 0-17 0,7 2-1 16,2 8 1-16,2 1 1 15,0 2-2-15,1 1 0 16,-3-1-1-16,-2-2 1 16,-2 1-1-16,-4-3 0 15,-2-1 0-15,0-2 0 0,-3-1 0 16,0-5 0-16,0 0-1 15,0 0 5-15,0-5-4 16,0-7 1-16,-4-1-1 16,3-2 0-16,1-2 0 15,0 1 0-15,0 2 0 0,0 1 0 16,7 6 0-16,0 3 0 16,4 2 0-16,0 2 0 15,2 0 1-15,1 2-1 16,-1 6-1-16,1 2 1 15,1 3 1-15,-1 0-1 0,-1-2 0 16,1-1 0-16,-7-2 0 16,1-2 0-16,-2 0 0 15,-3-3 0-15,-1-2 0 16,-2 1 0-16,0-2 0 16,0 0 0-16,0 0 1 0,-6-3-1 15,-1-7 0-15,-1-2 0 16,1-5 0-16,-1 0 0 15,4-3 0-15,-2 2 0 16,4 1 1-16,2 1-1 16,0 5 0-16,2 2 0 0,9 4 0 15,1 5 0-15,3 0 0 16,2 0 0-16,1 6 0 16,0 5 0-16,-1-1 0 15,2 1 0-15,-5 3 0 16,-1-2-1-16,-5 2-20 0,-1-3-34 15,-4 3-18-15,-2-4 6 16,-1-4-14-16</inkml:trace>
  <inkml:trace contextRef="#ctx0" brushRef="#br0" timeOffset="55293.86">20721 8679 198 0,'0'0'5'0,"0"0"58"0,0 0-23 0,-1-42 1 0,1 35 6 16,0 6-7-16,1 1-14 16,7 0-16-16,-2 0-3 0,4 3 0 15,1 5-3-15,0 2 0 16,-2 0-3-16,0-1 1 16,-4-2-2-16,1 1 0 15,-4-2 0-15,-1-1 0 16,-1-3 0-16,0 0 0 0,0-2 0 15,0 0 2-15,0-9-1 16,0-4 0-16,-3-1-1 16,3-3 0-16,-2 3 0 15,2 1 0-15,0 0 0 16,0 6 1-16,2 4-1 0,1 2 0 16,6 1-1-16,-2 0 1 15,1 6 0-15,1 3 0 16,1 1 0-16,0 0 0 15,-2 2 0-15,2-3 1 16,1 0-1-16,-2 0 0 0,1-4 0 16,0 0 0-16,1-3 0 15,-3-2 0-15,1 0 0 16,1-4 0-16,-3-6 1 16,3-6 1-16,2-3-1 15,3-3-1-15,2-3 2 16,3 4-2-16,0 0 0 0,2 5 0 15,-3 4 1-15,-2 8-1 16,-2 4-1-16,-2 0 1 16,-2 7 1-16,-3 8-1 15,-3 1 0-15,-5 3 0 0,0-2-1 16,-2 4 1-16,-9-1-2 16,-5 0-7-16,-2 1-35 15,-5-2-51-15,0-4-12 16,3-3-92-16</inkml:trace>
  <inkml:trace contextRef="#ctx0" brushRef="#br0" timeOffset="55863.96">21283 8487 318 0,'0'0'1'0,"0"0"2"0,0 0 5 0,0 0 21 16,7-40-4-16,14 33-7 15,12-1 9-15,6-4-1 16,13-2-3-16,9-3-13 16,8-1-6-16,9-2 0 0,1-2-2 15,1 1 1-15,-5 3 0 16,-4-1 0-16,-9 6-2 16,-11 1 2-16,-6 2 3 15,-7 5-2-15,-9-2-3 16,-7 4 0-16,-6 1-1 0,-6 2-1 15,-6 0 0-15,-4 0-11 16,0 0-35-16,-12 0-19 16,-9 0-40-16,-4-2-11 15</inkml:trace>
  <inkml:trace contextRef="#ctx0" brushRef="#br0" timeOffset="56142.77">21933 8119 258 0,'0'0'4'16,"0"0"15"-16,0 0 23 0,0 0-19 15,0 0-17-15,0 0 1 16,0 0 2-16,53-4-1 16,-10 9-3-16,8 1 7 15,4 4 11-15,2 0-1 16,-5 4 5-16,0 2 0 15,-10 2 0-15,-1 1-6 0,-10-1-13 16,-7 4-5-16,-8-1-2 16,-13 2 2-16,-6 5-2 15,-26 6 1-15,-11 9-1 16,-16 5-4-16,-12 6-1 0,-7-7-35 16,1-16-177-16</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237"/>
    </inkml:context>
    <inkml:brush xml:id="br0">
      <inkml:brushProperty name="width" value="0.025" units="cm"/>
      <inkml:brushProperty name="height" value="0.025" units="cm"/>
    </inkml:brush>
  </inkml:definitions>
  <inkml:trace contextRef="#ctx0" brushRef="#br0">0 68 4965,'0'0'2274,"4"-10"-582,13-33 54,-17 42-1631,1 0 0,-1 0 0,0 1 0,0-1 0,0 0 0,1 0 1,-1 1-1,0-1 0,1 0 0,-1 1 0,1-1 0,-1 0 0,1 1 0,-1-1 0,1 1 0,-1-1 1,1 1-1,0-1 0,-1 1 0,1-1 0,0 1 0,0-1 0,7 12 620,0 28-668,-8-37 109,11 122 1232,-5 136 1,-6-108-943,0-152-466,15 488 284,35-1-184,-48-470-155,5 28 26,-7-43-60,1 0 1,-1-1 0,1 1-1,-1 0 1,1 0 0,0 0 0,0 0-1,0-1 1,0 1 0,0 0-1,0-1 1,0 1 0,1-1-1,-1 0 1,0 1 0,4 1 0,-5-3 22,1 1 1,-1-1-1,1 0 1,-1 0 0,1 0-1,-1 0 1,0 0 0,1 0-1,-1 0 1,1-1 0,-1 1-1,1 0 1,-1 0-1,0 0 1,1 0 0,-1 0-1,1-1 1,-1 1 0,0 0-1,1 0 1,-1-1 0,0 1-1,1 0 1,-1-1-1,0 1 1,1 0 0,-1-1-1,0 1 1,0 0 0,1-1-1,-1 1 1,0-1 0,0 1-1,0 0 1,0-1 0,1 1-1,-1-1 1,0 1-1,0-1 1,5-25-1041,-4 22 700,7-62-3283,0-24-2573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449"/>
    </inkml:context>
    <inkml:brush xml:id="br0">
      <inkml:brushProperty name="width" value="0.025" units="cm"/>
      <inkml:brushProperty name="height" value="0.025" units="cm"/>
    </inkml:brush>
  </inkml:definitions>
  <inkml:trace contextRef="#ctx0" brushRef="#br0">0 1 6182,'0'0'8744,"52"105"-7879,-36-31 192,4 21-384,-1 15-129,0 16 33,-1 5-353,1-6-160,3-6 64,1-7-64,1-15-640,-4-11-962,-2-18-800,-7-19-1314,-5-22-2914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0:43:29.806"/>
    </inkml:context>
    <inkml:brush xml:id="br0">
      <inkml:brushProperty name="width" value="0.025" units="cm"/>
      <inkml:brushProperty name="height" value="0.025" units="cm"/>
    </inkml:brush>
  </inkml:definitions>
  <inkml:trace contextRef="#ctx0" brushRef="#br0">0 273 11435,'0'0'3427,"63"-38"-2882,-6 15 95,17-7-31,13-4-353,5-2-96,-1 2-64,-6 5-64,-14 9-1249,-17 6-2050,-16 0-2434</inkml:trace>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43:38.503"/>
    </inkml:context>
    <inkml:brush xml:id="br0">
      <inkml:brushProperty name="width" value="0.05292" units="cm"/>
      <inkml:brushProperty name="height" value="0.05292" units="cm"/>
      <inkml:brushProperty name="color" value="#FF0000"/>
    </inkml:brush>
  </inkml:definitions>
  <inkml:trace contextRef="#ctx0" brushRef="#br0">4511 2299 174 0,'0'0'28'0,"0"0"4"0,0 0-23 15,0 0 81-15,0 0-69 16,-17-37-5-16,-1 37-2 16,-6 0-2-16,-3 3-1 15,-4 10 5-15,-2 5 0 16,-2 6-3-16,4 5-2 0,3 3-1 16,1 7-5-16,6 3 0 15,8 4-4-15,4 1 2 16,9 0-2-16,0-1 0 15,9-6 0-15,11-6-1 16,7-7-3-16,8-12 2 0,6-10 4 16,1-5 1-16,2-13 1 15,-3-11 0-15,-5-6-2 16,-7-4-1-16,-6-3 0 16,-10-3-1-16,-9 0 0 15,-4 1 0-15,0 2-1 0,-13 6 1 16,-7 5-1-16,-7 6-1 15,-3 6-1-15,-3 7 1 16,0 4 1-16,-3 4 1 16,5-1-1-16,6 6-1 15,3 2 1-15,11 1 0 0,2 0-1 16,9-2 0-16,0-1-1 16,15-2-4-16,10-4 1 15,8 0 6-15,11-7 0 16,10-9-1-16,7-2 3 15,1-2-2-15,-1 3 1 0,-5 4 1 16,-9 7-3-16,-7 6-3 16,-11 3 0-16,-9 15 0 15,-6 5 2-15,-8 7 0 16,-6 4 1-16,0 7 0 16,-11 3 1-16,-3 2 3 15,1-2 2-15,-1-3-3 0,8-4 0 16,2-3-2-16,4-5 1 15,0-7-2-15,8-2 0 16,6-4-3-16,1-6 2 16,4-9-1-16,3-1 4 15,2-10 3-15,3-12-1 0,-2-8-3 16,2-9 1-16,-5-2-1 16,-2 2 1-16,-4 2 0 15,-5 7-1-15,-3 7 3 16,-2 7 13-16,-4 10 5 0,0 6-9 15,0 0-20-15,3 10 4 16,-1 9 2-16,2 2 0 16,4 5 3-16,-3 1-4 15,3-1 7-15,0-1-5 16,-1-5 1-16,4 0-1 16,-2-6-1-16,2-3 1 0,1-4 0 15,1-4-7-15,4-3 4 16,-4 0-2-16,3-7 3 15,2-8-3-15,-2-7 8 16,0-2-4-16,2-4 4 16,-2 1-3-16,-5 1 0 0,1 1 0 15,-7 3 0-15,-1 1 1 16,-4 4-1-16,-2 0 5 16,-4-3 3-16,-9 3 1 15,-7-3-5-15,-3 3-1 16,-6 0 2-16,2 1-4 0,0 5 0 15,7 0-9-15,4 1-57 16,7-3-18-16,7-3-84 16</inkml:trace>
  <inkml:trace contextRef="#ctx0" brushRef="#br0" timeOffset="821.06">5915 2543 360 0,'-10'-20'-22'0,"0"-5"50"0,8 5 6 0,2 4-11 16,18 9-14-16,5 7-8 15,4 0-1-15,4 16-1 16,2 7 1-16,-4 8-1 15,-4 4 0-15,-3 4 0 16,-4 0-1-16,-5 1 1 0,-6-4 4 16,-3-4-2-16,-4-6 1 15,0-5-2-15,0-8 3 16,0-6 0-16,-9-4 3 16,1-3 20-16,-1-7-1 0,-1-9-14 15,2-8-3-15,1-9-5 16,7-4 1-16,0-5 1 15,11-2-1-15,10 1-4 16,4 5 1-16,8 7-2 16,0 8-1-16,5 14-2 15,-2 9 0-15,-3 7-1 0,-1 15 3 16,-1 6-1-16,-7 9-1 16,-1 2 2-16,-8 0 1 15,-1-2-1-15,-7-3 2 16,-3-7 0-16,-2-4 0 0,-2-5 2 15,0-5-2-15,-2-6 1 16,-5-2 2-16,-1-5 2 16,-4 0-1-16,-1-3 0 15,-3-10-2-15,3-4 2 16,-1-4 1-16,7-5 4 16,3-4 0-16,4-1-2 0,7-3-4 15,13 0-1-15,7 4-2 16,6 0 0-16,3 6-2 15,0 11 2-15,3 6-3 16,0 7 0-16,-5 3 0 16,-1 14 0-16,-4 7-1 0,-2 6 2 15,-7 2-1-15,0 1 0 16,-4 0-17-16,-5 1 12 16,-2-4-15-16,0-2-6 15,-2-2-39-15,-3-5 3 16,0-1-36-16,1-10-3 0</inkml:trace>
  <inkml:trace contextRef="#ctx0" brushRef="#br0" timeOffset="1313.01">7234 2431 396 0,'0'0'6'0,"0"0"23"0,0 0 10 0,-56-26-18 16,27 28-9-16,-4 16-5 0,-3 2 1 15,1 7 0-15,5 3-3 16,6 1-4-16,11 2-1 16,3-3 0-16,10-1 0 15,0-3 0-15,2-6-1 0,10-3-2 16,3-6-6-16,3-5 0 15,0-6 2-15,4 0 2 16,1-7-3-16,-3-10-1 16,2-7-1-16,-4-5 11 15,-5-1-1-15,-1-1 1 16,-5 3 0-16,-5 5 0 0,0 6 16 16,-2 6 7-16,0 4-4 15,0 4-6-15,0 3-6 16,0 0-12-16,0 4-3 15,4 12 3-15,5 2 3 16,5 4 3-16,-1 3-2 0,7 5 0 16,1-4 1-16,0-1-1 15,0-1-1-15,0-4-30 16,0-3-13-16,-3-5-44 16,-1-4-17-16,-3-8-4 15</inkml:trace>
  <inkml:trace contextRef="#ctx0" brushRef="#br0" timeOffset="1661.11">7478 2478 242 0,'0'0'207'0,"0"0"-192"0,0 0 6 0,0 0-26 0,0 0 0 16,0 0 3-16,15 52 0 15,-7-26 4-15,-2 3-1 16,-2-1 1-16,1-4-1 15,-1-4-1-15,-2 0 1 0,0-8-3 16,-2-3 4-16,0-5-2 16,0-1 3-16,0-3 1 15,0 0 2-15,-6 0-1 16,-3-10-2-16,1-7 1 16,0-1-3-16,4-1 4 0,2-2-3 15,2-1 0-15,2 4 0 16,10 4-1-16,1 4 1 15,5 5-5-15,2 5 2 16,2 0-2-16,1 9 1 16,0 8-1-16,-2 4-7 0,1 1-6 15,-2 2-6-15,-2-1-27 16,-5-2-39-16,-3-2 7 16,-1-5-25-16</inkml:trace>
  <inkml:trace contextRef="#ctx0" brushRef="#br0" timeOffset="2156.23">7916 2502 493 0,'0'0'-7'0,"0"0"-4"15,6 38 5-15,-1-19 5 16,4 2 1-16,-2-2-1 15,1-4-1-15,-1-2 4 16,0-6-1-16,0-3 0 16,-3-4 1-16,3 0 2 0,-1-11-1 15,0-6-3-15,2-4-1 16,-1-5 2-16,-1 2-3 16,-3 3 2-16,4 5 2 15,-3 9 4-15,5 7 3 0,4 11-18 16,7 19 5-16,7 11 1 15,3 15 6-15,5 9 1 16,-2 7 0-16,-4 6-1 16,-6-6-2-16,-10-6 0 15,-3-6 1-15,-10-7 2 16,0-9 1-16,-10-7 5 0,-10-5 12 16,-6-5 0-16,-8-7-6 15,-5-6-9-15,0-11-4 16,3-3 1-16,0-21 10 15,9-13-5-15,5-15-9 16,9-13-1-16,8-13-8 0,5-8-26 16,15 1-17-16,17-3-18 15,6 4-54-15,7 8-33 16</inkml:trace>
  <inkml:trace contextRef="#ctx0" brushRef="#br0" timeOffset="3013.83">9098 2395 320 0,'0'0'13'0,"-22"-54"51"0,6 36-13 0,-6 10-8 15,0 8-18-15,-11 8-19 16,-1 15-2-16,-3 9 1 16,4 7-5-16,2 2 3 15,9 3-3-15,6 0 1 0,7-3-1 16,5-4 0-16,4-5 0 16,0-7 1-16,7-8 0 15,5-6-2-15,3-10-4 16,4-1 4-16,1-18 3 15,5-10-1-15,0-9 0 0,1-3-2 16,-4-1 1-16,-1 7-1 16,-10 7 1-16,-1 11 1 15,-4 11 0-15,0 5-3 16,1 7-6-16,4 11 4 16,1 9 1-16,3 6-1 0,3 3 3 15,-5-1 2-15,5 0 0 16,-2-5 0-16,0-5 1 15,-1-7-1-15,-1-3 0 16,-1-9 1-16,0-4 1 0,-2-2 1 16,3-15 3-16,-3-11-3 15,2-9-2-15,3-7 0 16,-3-2-1-16,1 1-1 16,-3 9 1-16,-5 7-1 15,2 14 0-15,-1 10 0 16,1 3-11-16,3 16 7 0,1 8 0 15,5 6 0-15,-1 4 2 16,1 0 1-16,-2-1 2 16,3-3-1-16,-3-5 1 15,1-6-1-15,-1-8 2 16,-2-4 0-16,1-7 2 0,-3-4 2 16,3-12 2-16,-5-11 5 15,3-5-1-15,-2-11 3 16,-1-1-8-16,-3-4-8 15,1-1-2-15,0 5-28 16,-2 5-6-16,3 9-26 0,-1 7-21 16,0 10-22-16,-3 9-49 15</inkml:trace>
  <inkml:trace contextRef="#ctx0" brushRef="#br0" timeOffset="3504.13">9762 2789 259 0,'0'0'17'0,"0"0"55"0,0 0-12 0,40-23-24 15,-26 0-5-15,3-6-11 0,-1-7-7 16,-3-1 0-16,-1-5-2 16,-3 0-2-16,-3 4-3 15,-4 4-1-15,-2 8-2 16,0 5 4-16,0 10 2 15,-2 4 2-15,-4 7-4 0,-1 0-6 16,-4 8-3-16,2 9 3 16,2 7 0-16,-1 2-2 15,3 5 2-15,4-1-1 16,1-1-1-16,0-4 1 16,10-1-1-16,1-5 0 15,0-4-2-15,5-5 4 0,-3-4-8 16,1-2-1-16,1-4 2 15,1 0 4-15,-1-13 2 16,1-7 2-16,-1-5-1 16,1-4 0-16,0 0-1 15,-2 2 1-15,-1 5-1 0,-1 8 1 16,-1 6-1-16,1 6-2 16,2 2-1-16,1 7-1 15,0 6 0-15,2 4 3 16,-1 0 0-16,1 2 0 15,1-2 1-15,-3-3 1 0,4-1-2 16,1-5-31-16,2-4-24 16,-1-4-30-16,3-2-48 15,1-14-110-15</inkml:trace>
  <inkml:trace contextRef="#ctx0" brushRef="#br0" timeOffset="4586.25">10577 2491 253 0,'0'0'78'0,"0"0"-23"0,0 0-2 16,0 0-26-16,0 0-2 0,0 0-2 15,-50-13-12-15,31 13 0 16,2 7-5-16,-4 6-4 16,3-2-1-16,3 3-2 15,4-1 2-15,0 0-1 16,6 1-1-16,3-1-1 0,2-2-6 15,0-4-11-15,5 1 4 16,5-3-1-16,2-2 2 16,-1-3 2-16,1 0 3 15,1 0 2-15,-1-4 2 16,0-4 4-16,-1-3 2 0,-2 1 0 16,-2 2 7-16,-3-1 6 15,1 4 0-15,-5 1-4 16,0 2-4-16,0 2-4 15,2 0-3-15,-2 0-2 16,2 0 1-16,1 4 1 0,3 3 0 16,1-1 1-16,4 1 0 15,0-3 0-15,5-1 1 16,2-3 1-16,6 0 2 16,1-3 1-16,2-8 2 15,4-4-3-15,-2-4-2 0,-1-4 0 16,0-1 0-16,-1-3 1 15,-7 0-1-15,0 4 0 16,-9 6 0-16,-2 3-1 16,-4 4 11-16,-3 9 8 15,0 1-12-15,3 8-17 0,1 11 5 16,5 8 4-16,3 11 0 16,4 9 1-16,2 7 2 15,0 1-1-15,0 2 1 16,0-1-1-16,-6-5-2 15,-5-6-2-15,-5-4 2 16,-4-7 2-16,-6-4-1 0,-12-3 4 16,-5-7 0-16,-5-2-2 15,-4-6-2-15,-4-8 0 16,2-4-1-16,-1 0 0 16,4-16 1-16,4-8 1 0,9-8-2 15,6-4 0-15,8-5-2 16,4 1 2-16,11 1 0 15,12-3-2-15,8 1 0 16,2 0-1-16,8-3 2 16,1 0 0-16,0 1 0 0,-3 2 1 15,-5 8 0-15,-8 6-1 16,-8 7 1-16,-9 8 0 16,-2 5 3-16,-7 5 8 15,0 2-7-15,-8 3-6 16,-7 11 3-16,1 6 0 0,1 4-2 15,0 2 2-15,4 2-2 16,5-1 1-16,4-4-2 16,1-2 1-16,11-2-1 15,1-6-4-15,6-5-3 16,2-2 3-16,6-6 2 16,-2 0 3-16,6-12-1 0,-2-6 0 15,3-11 1-15,1-5 2 16,-1-4 0-16,1-3 0 15,-2 4-1-15,-4 6 1 16,-6 8 0-16,3 10-2 16,-8 12 0-16,4 1-2 0,-7 13 0 15,1 5-1-15,-6 6 2 16,-7 0 0-16,-1 2 0 16,-5-1 4-16,-11-2 1 15,-7-1-1-15,-3 0 0 16,-12-1-2-16,-6-1-28 0,-2-4-117 15,4-8-163-15</inkml:trace>
  <inkml:trace contextRef="#ctx0" brushRef="#br0" timeOffset="6181.37">12449 1631 387 0,'0'-21'-31'0,"0"3"58"16,0 13 4-16,0 7-11 16,4 22-19-16,6 18 5 0,2 15 15 15,2 17-10-15,-1 17-3 16,2 13-4-16,0 5-4 16,0 5 0-16,3-2 0 15,0-1-1-15,-3-13 0 16,-4-13 0-16,-2-13 0 0,-4-11 1 15,-5-15-1-15,0-15 1 16,-2-12-2-16,-7-10-3 16,-3-9 0-16,-1-11 6 15,-3-17-1-15,-1-15 0 16,1-18 0-16,3-17 1 0,1-14-1 16,8-13 1-16,4-5-1 15,0 5 1-15,9 13 0 16,4 15 0-16,0 19 3 15,1 22 9-15,1 17-3 16,4 16-10-16,1 3 0 16,2 18-1-16,0 9 1 0,1 7 0 15,-6 6 0-15,-3 7 0 16,-7 1 0-16,-3-1 0 16,-4-3 0-16,0-1 0 15,-10-6-1-15,-5-4-2 16,-4-4-10-16,-6-3-3 0,-2-4-2 15,0-6-5-15,3-3 8 16,6-7 0-16,4 0 13 16,8-6 4-16,6 0 0 15,2-4-2-15,18-6-2 16,9-4-1-16,12-4 4 0,10-4-1 16,7-5 3-16,5 0 1 15,-1-4 3-15,-1 0-3 16,-8-2-1-16,-4 2 8 15,-7 1-8-15,-11-1-1 16,-6 7 0-16,-10 4 1 0,-7 2 9 16,-4 5 7-16,-4 1 3 15,-2 5-3-15,-8 6-5 16,-4 1-6-16,-1 4-7 16,-4 13-2-16,1 9 2 15,2 9 0-15,4 2-2 0,2 4 1 16,5 1-1-16,6-1 1 15,1-5 0-15,10-3-1 16,7-6 1-16,3-7-1 16,4-6-1-16,3-7-1 15,2-7 0-15,2-5-1 0,-1-16 4 16,3-8 1-16,0-10-1 16,2-6 1-16,0-2-1 15,-8 1 0-15,-2 7 1 16,-9 9-1-16,-5 9 1 15,-3 14 11-15,-3 7-6 0,1 4-8 16,1 16 1-16,2 3 1 16,2 8 0-16,0 0 1 15,0 2-1-15,0-3 0 16,1-3 0-16,3-2-1 16,1-5-35-16,3-6-32 0,2-7-60 15,4-7 23-15</inkml:trace>
  <inkml:trace contextRef="#ctx0" brushRef="#br0" timeOffset="6675.89">14230 1913 417 0,'0'0'1'0,"0"0"41"0,0 0-7 0,-40-5-32 15,24 25-5-15,-3 10 3 16,2 7 5-16,4 10 2 16,2 7-1-16,11 1-4 15,0-1-2-15,7-2-1 16,8-6 0-16,6-9-1 0,8-10 0 16,4-10 0-16,1-10 0 15,6-7-2-15,0-7-2 16,5-17-8-16,1-13-6 15,-1-15 10-15,-2-12 5 16,0-10 4-16,-4-10 0 16,-7-3 0-16,-4 2 0 0,-10 11 1 15,-6 9 0-15,-8 15 12 16,-4 13 23-16,0 16 2 16,0 11-2-16,-4 10-14 15,-3 14-24-15,0 18 1 16,-2 10 1-16,1 12 0 0,3 10 0 15,3 2 0-15,2 6 0 16,0 0 0-16,15-2 0 16,1-5-2-16,6-5 1 15,5-9-15-15,0-10-38 16,6-16-6-16,0-16-74 0,5-9-23 16</inkml:trace>
  <inkml:trace contextRef="#ctx0" brushRef="#br0" timeOffset="7446.15">15226 1971 512 0,'0'0'-17'0,"0"0"38"0,-44-26-4 0,22 26-12 16,2 3-6-16,-7 11 2 15,0 4 0-15,0 4 2 16,3 4 1-16,6 1-1 0,2 1-3 15,7 2 0-15,2-2-1 16,6 1 1-16,1-5-1 16,4-6-1-16,5-2 0 15,4-9-4-15,7-4-9 0,-1-3-7 16,2-13-7-16,0-7 15 16,3-4-4-16,-8-3 14 15,-2 4 3-15,-6 2 3 16,-4 7 11-16,-2 5 25 15,-2 2-8-15,0 7-15 0,0 0-9 16,0 0-5-16,0 0-3 16,0 7 0-16,0 7 8 15,1 2 7-15,5 4-5 16,1 0-5-16,0-2-1 16,4 2-1-16,1-3 0 15,0-5 0-15,3-4-1 0,0-1 1 16,3-7-1-16,-1 0 3 15,2-11-1-15,2-8 3 16,2-9 0-16,2-8-1 16,2-2-2-16,0 1 0 15,-1 2-2-15,-6 8 1 0,0 7-1 16,-3 12 0-16,0 8 0 16,-1 0-5-16,-1 15 2 15,1 8 0-15,-3 5 2 16,-2 6-1-16,-2 1 3 0,-2 1-2 15,-5-4 2-15,0-3-1 16,-1-7 0-16,1-5 0 16,-1-6-1-16,4-5 1 15,-1-6-1-15,6 0 1 16,1-15 3-16,7-7-1 16,0-8 0-16,8-7-1 0,1-4 1 15,3 0-1-15,-1 1-1 16,0 7 0-16,-1 6 0 15,-2 12 0-15,-2 6 1 16,0 9-2-16,-4 1-2 16,-2 15 0-16,-2 4 0 0,-8 5 4 15,-3 4 0-15,-5 2 0 16,0-2 0-16,-13 0 0 16,-10 1 1-16,-8-3-2 15,-11-3-5-15,-10-8-37 16,-4-6-80-16,4-10-187 0</inkml:trace>
  <inkml:trace contextRef="#ctx0" brushRef="#br0" timeOffset="9506.37">7255 4257 244 0,'0'0'25'0,"-39"-1"21"0,15 8-31 16,-10 15-9-16,0 10 5 15,-5 11 6-15,3 6 4 16,0 8-6-16,9 2-3 0,7 3-5 16,11-1 0-16,7 0-4 15,2-7-2-15,13-4 0 16,10-10-1-16,8-11-1 15,3-9 0-15,7-14 3 16,1-6 0-16,4-9-1 0,-1-10-3 16,-3-9-30-16,-2-6-45 15,-3-4-38-15</inkml:trace>
  <inkml:trace contextRef="#ctx0" brushRef="#br0" timeOffset="9742.31">7549 4218 359 0,'0'0'32'15,"0"0"-8"-15,0 0-19 16,-10 50-2-16,10-16 6 0,1 9 2 16,2 7-5-16,-1 7-2 15,2 0-2-15,1 1-1 16,-1 2 0-16,1-2-1 15,-3 0-1-15,0-4-2 16,-1-7-25-16,-1-7-49 0,0-15-18 16,0-14-44-16</inkml:trace>
  <inkml:trace contextRef="#ctx0" brushRef="#br0" timeOffset="10603.01">7950 4578 308 0,'0'0'2'16,"0"0"10"-16,0 0 15 15,0 0 8-15,0 0 22 0,0 0-3 16,0 0-31-16,0 0-5 16,-38-14-9-16,17 20-2 15,-6 5-4-15,3 6 1 16,-1-1-5-16,3 4 2 15,4 1 1-15,2-1-2 0,6 1 0 16,2-3 0-16,6 0-2 16,2-3 1-16,0-3 1 15,4-3-2-15,6-2 1 16,3-5 0-16,1-2-2 16,1 0-7-16,3-7 0 0,-3-7-2 15,4-6-1-15,-4-2 0 16,1 0 4-16,-3 1 7 15,-3 2 3-15,-2 4-1 16,-3 5 2-16,-3 4 3 16,0 3 0-16,0 2-3 15,-2 1 0-15,2 0 3 0,0 0 4 16,3 0-1-16,0 1-1 16,2 6-3-16,1-1-2 15,1 1 1-15,3 0-2 16,-3 2 0-16,3-3 0 0,0-2-1 15,-1 1 2-15,3 0-2 16,-3-4 2-16,0-1-1 16,3 0 1-16,-1-9 1 15,3-7 1-15,-1-7 0 16,3-6-1-16,3-2-3 16,0-1 1-16,0 4-1 0,1 7 0 15,0 11 0-15,-1 9-1 16,1 2-1-16,-5 16-3 15,2 9-1-15,-6 2 2 16,-2 2 2-16,-6 1 1 16,-3-4-1-16,-2-3 1 0,0-8 1 15,0-2-2-15,0-7 0 16,0-1-1-16,-2-6 2 16,2 0 3-16,0-13 0 15,2-4-2-15,5-7 0 16,7-3 1-16,5-7-2 0,3 1 2 15,3 2-1-15,4 1 0 16,1 6-1-16,1 7 1 16,-2 7 3-16,-3 6-3 15,-3 4-1-15,-3 4 0 16,-5 10-1-16,-5 3-1 0,-4 3 1 16,-6 4 2-16,0 0-2 15,-12 2 0-15,-5-2-19 16,-5-1 0-16,-1-2-32 15,1-4-36-15,0-3 8 16,1-5 6-16,4-2-60 0</inkml:trace>
  <inkml:trace contextRef="#ctx0" brushRef="#br0" timeOffset="10930.73">9241 4064 301 0,'0'0'144'0,"2"47"-141"16,-2-13-3-16,0 10 14 0,0 10-2 15,0 6-2-15,5 0-7 16,4-4-2-16,2-2-1 16,4-8 1-16,1-5-6 15,-1-14-92-15,4-12-101 0</inkml:trace>
  <inkml:trace contextRef="#ctx0" brushRef="#br0" timeOffset="11879.39">17274 3834 307 0,'0'0'71'0,"-49"-7"-59"0,21 9 7 0,1 13-17 15,-1 15 0-15,3 8-1 16,3 7 2-16,7 7 1 15,5 2 0-15,10 0-2 16,0-3 0-16,14-5-1 0,11-4 1 16,6-11-1-16,9-8 0 15,5-13 0-15,6-10 2 16,5-3 1-16,1-21-2 16,-1-8-5-16,-1-13-31 15,-3-7-10-15,-8-8-15 0,-4-7 9 16,-6-4-13-16,-10 1-21 15,-6 3 24-15,-8 4 67 16,-4 9 65-16,-6 9 13 16,0 9-8-16,-2 10 15 15,-3 11-6-15,0 12-41 0,3 3-25 16,2 20-23-16,-2 14 3 16,4 9 1-16,-2 8 0 15,2 7 0-15,5 4 0 16,5 4 0-16,1 2-1 15,1-1 0-15,3-3 0 0,1-6 0 16,-3-11-5-16,4-12-42 16,-1-15-55-16,1-16-18 15,0-4-76-15</inkml:trace>
  <inkml:trace contextRef="#ctx0" brushRef="#br0" timeOffset="12735.8">18342 3966 385 0,'0'0'7'0,"0"0"12"0,0 0 13 0,-9-37 3 16,-10 33-20-16,-4 1-2 16,-6 3-2-16,-4 0-2 15,1 0 0-15,-2 10-2 16,4 4-5-16,2 3-1 0,8 2-1 15,1 4 0-15,9-1-2 16,3 0 1-16,7-2 0 16,0 1 1-16,7-4-2 15,7-1 1-15,1-2-4 16,1-6-3-16,1-5-5 0,4-3-4 16,-2-3 8-16,2-11 8 15,-3-3 1-15,-2-1 0 16,-1 0 1-16,-4 1-1 15,-6 5 1-15,2 2 1 16,-7 3 4-16,2 2 0 0,-2 1 3 16,0 1-7-16,0 3 1 15,0 0-2-15,3 0-1 16,3 9-2-16,2 1 1 16,5 4 1-16,1 2 0 15,3 2 0-15,2 0 0 0,0-2 0 16,1 0 0-16,-1-7 1 15,1-2-1-15,0-7 1 16,3 0 0-16,-1-10 0 16,4-9 1-16,1-7 0 15,1-5-1-15,-2 1 0 16,-1 3 0-16,-5 2-1 0,1 6 0 16,-6 8 1-16,-2 8-1 15,3 3 0-15,-3 6-2 16,-1 12 0-16,-2 5 0 15,-2 5 1-15,1 2 0 16,-7 0 0-16,0-3 1 0,-2-3-1 16,0-4 2-16,0-4-1 15,1-8 0-15,4-2 0 16,3-6 0-16,5-3 3 16,1-11 0-16,5-8-2 15,7-6 0-15,3-6 0 0,6-3 0 16,1 0-1-16,3 4 0 15,2 5 0-15,0 5 2 16,-3 10-2-16,-6 9 0 16,-4 4 0-16,-6 6 1 15,-9 13-2-15,-8 3-1 0,-5 4 2 16,0 1-1-16,-13-2 0 16,-6 2 1-16,-4-4-1 15,0-3 0-15,-2-3-11 16,0-6-24-16,5-3-25 15,2-5-33-15,5-3 24 0,6-3-14 16</inkml:trace>
  <inkml:trace contextRef="#ctx0" brushRef="#br0" timeOffset="13233.88">19918 3648 244 0,'0'0'139'0,"30"-48"-118"0,-13 18 25 0,8 6-34 15,1 1-4-15,4 5 3 16,-1 6-2-16,2 5-4 0,-8 7-2 15,-2 0-3-15,-4 15 0 16,-5 7 0-16,-10 7 0 16,-2 6 1-16,-4 5-1 15,-11 4-1-15,-10 1 0 16,-6-2 0-16,-3 1 1 0,-1-3 0 16,-1-4-1-16,4-6 1 15,6-8 0-15,6-6 0 16,6-7 0-16,7-4 0 15,7-5 0-15,0-1 3 16,18-3 8-16,11-6-7 16,10-3-3-16,12-4 0 0,8-1 0 15,7 3-1-15,1-3 3 16,-3 4 3-16,-3 1 2 16,-7 4 0-16,-14 0-4 15,-9 5-2-15,-11 2-2 16,-10 1 0-16,-10 0-5 0,-3 7-36 15,-18 0-53-15,-6-4-75 16</inkml:trace>
  <inkml:trace contextRef="#ctx0" brushRef="#br0" timeOffset="38526.26">3913 5872 185 0,'0'0'29'0,"0"0"-18"0,0 0 14 0,0 0-7 16,0 0-17-16,0 0-1 16,0 0 3-16,2 50 11 15,-2-10 6-15,4 5 5 16,-1 11 0-16,-1 6-4 16,3 5-11-16,0 2-5 0,-1 0-3 15,0-3 0-15,0-6-2 16,-2-7 0-16,1-8 0 15,-3-5 0-15,2-9 0 16,-2-6 0-16,0-5-18 16,0-5-29-16,0-9-14 15,-5-6-35-15</inkml:trace>
  <inkml:trace contextRef="#ctx0" brushRef="#br0" timeOffset="38918.87">3892 5949 315 0,'0'0'-23'0,"0"0"41"16,-6-37-3-16,6 30-6 15,9 4-8-15,7 1-2 16,4 2 2-16,7 0 3 16,-1 2 2-16,5 8-5 0,1 4 0 15,-1 2-1-15,-2 2 1 16,-4 1-1-16,-3-1 0 16,-4 2 1-16,-8-3-1 15,-4 2 0-15,-6-2 0 16,0 1 1-16,-11 1 1 0,-9 2 0 15,-7 3-1-15,-5 0 0 16,-3 2-1-16,1-2 0 16,-1-1 0-16,6-2 0 15,4-5-2-15,9-4-20 16,5-4-18-16,4-7-15 0,7-1-53 16</inkml:trace>
  <inkml:trace contextRef="#ctx0" brushRef="#br0" timeOffset="39435.22">4228 5780 349 0,'0'0'16'0,"0"0"6"0,0 0-23 16,2 37 4-16,2-7 12 15,4 7-1-15,0 7-6 16,1 3-3-16,3 1-2 16,-1 4-2-16,-2 1-1 15,2-3 1-15,-2-5-1 0,-5-4 1 16,0-7-1-16,-4-7 1 16,0-8 0-16,0-7 1 15,0-7 0-15,-2-2 0 16,-4-3 2-16,-3 0-2 15,-2-8-1-15,2-6 1 0,0-5-2 16,3-4 1-16,3-3-1 16,3 1 0-16,0-1 0 15,5 5 1-15,6 2-1 16,0 4 0-16,3 2 0 16,3 7-1-16,1 2 0 15,-1 4 0-15,0 0 1 0,3 0-2 16,-5 4 2-16,1 6 0 15,-3 3-1-15,1 1 2 16,-3 3-2-16,0 0 2 16,-1 2-2-16,-2-1 1 15,-2 2-2-15,1-1-28 0,-3-1-17 16,-2-4-5-16,0-2-5 16,0-7-4-16,0-5-44 15</inkml:trace>
  <inkml:trace contextRef="#ctx0" brushRef="#br0" timeOffset="39950.44">4632 6128 331 0,'0'0'-9'0,"0"0"50"0,0 0 0 0,0 0-21 16,0 0-15-16,0 0 0 15,0 0 9-15,0 0-7 16,0 0-2-16,8 43-3 16,0-28-1-16,3 2 0 0,1-2-1 15,-1 1 0-15,2-3 0 16,1-4 0-16,-1-4-12 16,-3-5-6-16,0 0 3 15,-1-11 13-15,-3-7 3 16,0-1 0-16,-4-1-1 0,0 5 0 15,-2 3 1-15,0 8 3 16,2 4 15-16,2 1-14 16,1 15-7-16,4 8 2 15,4 9 0-15,0 5 0 16,3 9 0-16,0 3 0 0,-2 0 2 16,-1-1-1-16,-5 1 1 15,0-3-1-15,-4-4 0 16,-4-4 0-16,0-2 1 15,-9-6 0-15,-7-5 2 16,-4-5-3-16,-2-5 2 16,-5-8 0-16,0-6 0 0,1-2 1 15,5-12 2-15,2-9-3 16,9-7 0-16,8-4-2 16,2-3-1-16,18-5-3 15,11-1-39-15,4-5-55 0,3-4-54 16</inkml:trace>
  <inkml:trace contextRef="#ctx0" brushRef="#br0" timeOffset="40494.4">6276 5747 302 0,'0'0'-27'0,"0"0"79"16,0 0 17-16,0 0-29 0,-56-11-27 15,31 35-4-15,-4 10 6 16,0 7 1-16,7 6-5 16,4 3-3-16,9 2-3 15,9-3-2-15,0-4-2 16,13-5 0-16,12-6-1 0,6-8 0 16,5-9 0-16,9-12 1 15,1-5-1-15,-2-7 0 16,2-15-16-16,-8-7-10 15,-3-9-5-15,-4-9-22 16,-8-5-34-16,-4-7-1 16</inkml:trace>
  <inkml:trace contextRef="#ctx0" brushRef="#br0" timeOffset="41132.99">6534 5560 340 0,'0'0'15'16,"0"0"27"-16,0 0-38 0,-12 64 10 15,12-25 9-15,4 7 10 16,2 2-12-16,5 2-12 16,1 1-4-16,1 0-3 15,3-1-1-15,-1-6-1 16,-3-3 1-16,-1-8 0 0,-5-11-1 16,-1-6 1-16,-3-13-1 15,-2-3 1-15,0-3 5 16,0-14-4-16,0-7-1 15,0-6 0-15,5-7 0 16,2 2-1-16,3-1 0 0,2 4 0 16,3 6 0-16,0 9 0 15,2 10-1-15,-1 6 1 16,-1 1 0-16,1 12-2 16,-1 8 2-16,1 4 0 15,-3 5 0-15,-2 3 0 0,1-3 1 16,-1-1-1-16,-2-1 1 15,2-6-1-15,0-2 1 16,-2-5-1-16,5-5 0 16,-4-4 0-16,4-5 0 15,0 0 0-15,6-6 1 0,-1-8-1 16,2-4 1-16,1-5-1 16,1 0 2-16,-3-2-2 15,0 1 0-15,-5 1 1 16,-3 3-1-16,-6 3 0 15,-1 4 1-15,-5 2-1 16,0 5 1-16,-7 6 0 0,-7 0 3 16,-3 1-3-16,1 10 1 15,-2 4 0-15,5 5 0 16,4 0 1-16,5 0-2 16,6 1 0-16,-2-1 1 15,6-3-1-15,8-4 0 0,1 0 0 16,6-6 0-16,-2-3-1 15,6-4 1-15,0 0-3 16,0 0-15-16,-1-7-24 16,0-3-12-16,-1-4-26 15,-5-2-34-15,-1-2-91 0</inkml:trace>
  <inkml:trace contextRef="#ctx0" brushRef="#br0" timeOffset="41725.47">7318 5932 166 0,'0'0'137'0,"0"0"-34"0,0 0-86 16,0 0-8-16,0 0 5 16,-6 41 10-16,6-25-10 15,0-2-6-15,0 0-5 16,3 0-2-16,-1-2 1 16,1-2-2-16,-1-2 1 0,0 1-1 15,0-5 0-15,-2 0 1 16,0-2-1-16,0-2 1 15,0 0 5-15,0-3-4 16,0-6-2-16,2-2 0 16,1 1 0-16,3-3-1 0,0 2 2 15,4 4-1-15,3 1 0 16,-1 2 0-16,1 3-1 16,5 1 0-16,-3 0 1 15,1 6-3-15,-3 3 2 16,0 0 1-16,1 0-2 0,-3-1 4 15,-1 0-2-15,-4-1 0 16,-1-1 0-16,-1-2 0 16,-2 0 1-16,0-1-1 15,-2 0 0-15,0-3 0 16,0 0 3-16,0 0 0 0,-4 0-1 16,-3 0 2-16,1 0 4 15,-1-7 1-15,4-2-1 16,1-6-3-16,2-1-2 15,0-4-1-15,10 2 1 16,3-2 2-16,5 3-1 16,-1 3 2-16,4 5-2 0,-2 5-2 15,4 4-2-15,-3 3 1 16,0 11 0-16,-2 2 2 16,-2 2-1-16,-3-1-1 15,0 3 1-15,-3-2-3 0,-2-3-49 16,-6-7-65-16,1-2-172 15</inkml:trace>
  <inkml:trace contextRef="#ctx0" brushRef="#br0" timeOffset="42627.17">8912 5428 279 0,'0'0'2'0,"0"0"29"0,0 0-28 16,34 38 22-16,-22-1 20 15,-2 10-9-15,0 3-18 16,-1 5-11-16,-3 3-1 16,1-1-3-16,2-4 6 0,-6-5 0 15,1-7-2-15,-2-8-4 16,0-10-1-16,-2-12 0 15,0-11 1-15,0-2 44 16,0-20-35-16,-2-11-10 16,0-8-1-16,0-12-1 0,2-5 0 15,-1-7 1-15,1 2-1 16,3 2 1-16,-1 9 0 16,2 9-1-16,-2 12 1 15,-2 11-2-15,2 10 2 16,1 8-1-16,1 2-1 15,0 6 0-15,4 10 2 0,1 2-2 16,1 1 2-16,2 2-1 16,1-1 0-16,3-4 0 15,0-1 0-15,2-3 0 16,1-4 0-16,0-7 0 0,1-1 0 16,-1-5 0-16,0-15 1 15,-2-4-1-15,-1-5 3 16,-1-2-3-16,-3 2 2 15,-3 5-2-15,-3 6 0 16,-3 8 0-16,4 10 2 0,-1 0 0 16,1 19-3-16,1 8 1 15,5 9 1-15,0 9 2 16,2 4 0-16,-2 1-2 16,0 0 1-16,3-2-1 15,1-7-1-15,-6-2 0 0,2-8-1 16,0-6-2-16,-6-2-34 15,-3-7-26-15,-2-6-48 16,-2-8-9-16,0-2-86 16</inkml:trace>
  <inkml:trace contextRef="#ctx0" brushRef="#br0" timeOffset="43069.31">9867 5678 333 0,'0'0'4'0,"0"0"66"0,0 0-23 0,0 0-25 15,0 0-12-15,-53-10-1 0,30 23 9 16,-1 4-6-16,3 1-3 15,1 2-6-15,4-2 0 16,8 1-2-16,3 1-1 16,5-2-1-16,0-1 1 15,5-2 0-15,5-1-2 0,3-6-10 16,2-3-5-16,1-5 0 16,-1 0 7-16,1-8 4 15,-1-6 5-15,-1-2 1 16,-3-1 0-16,-3 2 1 15,-2 4 5-15,-2 2 18 0,-2 5-2 16,0 4-7-16,-1 0-12 16,3 0-5-16,2 8 2 15,1 2 1-15,2 3-1 16,2 0 0-16,0 1 0 16,5-1 0-16,-3-1-14 0,1-3-33 15,-1-2-24-15,-1-7-57 16,-3 0-119-16</inkml:trace>
  <inkml:trace contextRef="#ctx0" brushRef="#br0" timeOffset="43297.95">10095 5357 372 0,'0'0'15'15,"0"0"47"-15,0 0-12 16,0 0-36-16,0 0-14 0,0 0 2 15,18 58 4-15,-6-15 4 16,0 6-2-16,2 4-5 16,-3-1-1-16,2 1-2 15,-3-5-6-15,-4-4-54 16,-4-10-39-16,-2-10-64 0</inkml:trace>
  <inkml:trace contextRef="#ctx0" brushRef="#br0" timeOffset="43783.03">10037 5753 391 0,'0'0'9'0,"0"0"3"16,0 0-12-16,0 0 0 16,0 0 2-16,42-24 5 15,-19 15 6-15,2-6-5 16,0-4-3-16,0-1-2 0,-2-4-1 15,-3-3 0-15,-2 0-1 16,-4-4 0-16,-3 5 3 16,-2 1-2-16,-5 4-2 15,1 6 1-15,-5 6 31 16,2 7 6-16,-2 2-22 0,4 8-17 16,-2 13 3-16,3 7 1 15,-1 4 0-15,2 4 0 16,0 1-1-16,0-3-2 15,1-3 0-15,-1-5 0 16,2-6 1-16,-4-3-1 0,1-7 0 16,-1-2 0-16,-2-8 1 15,0 0 2-15,0-5 3 16,0-10-1-16,4-5-4 16,0-2-2-16,1-1 0 15,2 7 1-15,5 2 0 0,5 10-1 16,-1 4-1-16,2 2 0 15,2 14 1-15,-1 4 1 16,-1 6 0-16,-3 1 1 16,0 0 0-16,-6-5-23 15,-1-10-84-15,0-2-136 0</inkml:trace>
  <inkml:trace contextRef="#ctx0" brushRef="#br0" timeOffset="44546.27">17203 5046 357 0,'0'0'20'0,"0"0"2"0,0 0-22 16,-14 38 3-16,14-9 10 15,0 10 7-15,0 5-1 16,0 6-3-16,0 4-5 0,2 4-5 15,3 1-3-15,4-4-2 16,-2-4 0-16,1-7 0 16,4-11-1-16,-5-8 0 15,-1-8-23-15,-2-11-35 16,-3-6-55-16,-1-16 36 0</inkml:trace>
  <inkml:trace contextRef="#ctx0" brushRef="#br0" timeOffset="44856.92">17102 5134 297 0,'0'0'2'16,"7"-53"3"-16,6 32 6 16,5 5 15-16,4 6 3 15,5 6-3-15,6 4-14 0,-1 0-3 16,3 11-2-16,-3 7-2 15,-1 2-3-15,-6 3 0 16,-5 0-1-16,-5 2-1 16,-6-1 0-16,-6 0 1 15,-3-1-1-15,-5-1 0 16,-13 1 1-16,-6-2-2 0,-5-1 1 16,-3-3-2-16,-2-4-7 15,2-2-6-15,4-5-9 16,5-3-7-16,9-3 0 15,7 0-10-15,7-5-19 16,0-10-85-16</inkml:trace>
  <inkml:trace contextRef="#ctx0" brushRef="#br0" timeOffset="45322.26">17485 5002 389 0,'0'0'1'16,"0"0"0"-16,0 0-7 16,-10 48 10-16,10-21 7 15,0 4 0-15,0 6-3 0,5 0 2 16,0 4-5-16,3-1 2 16,-1 0-3-16,2-2-2 15,-4-5-1-15,1-5 0 16,-2-5 0-16,-2-9 0 15,-1-4-1-15,-1-6 1 0,0-4 1 16,0 0 7-16,0-7 8 16,-3-7-14-16,-4 0-2 15,2-4 0-15,2 0-1 16,0 1 0-16,3 2 0 16,0-1 0-16,0 6 1 15,9 0 1-15,4 5 1 0,3 3-1 16,2 2-2-16,2 0 0 15,3 3 0-15,-3 7 0 16,2 1 0-16,-5 5 0 16,-2-2 0-16,-4 3 0 15,0-1 0-15,-5-1 0 0,1 1-6 16,-5-3-26-16,0-2-19 16,0-4-28-16,4-2 18 15,-2-5-21-15,3-1-76 16</inkml:trace>
  <inkml:trace contextRef="#ctx0" brushRef="#br0" timeOffset="45727.47">17856 5335 267 0,'0'0'43'0,"0"0"22"0,0 0-57 0,0 0 9 0,0 0 7 16,0 0-7-16,0 0-7 15,0 46-3-15,2-32 0 16,4-4-4-16,1 3-1 15,4-3-1-15,0-2-1 16,0-5 1-16,3-3-2 16,-1 0-2-16,-1-7 3 0,0-5-2 15,-1-3 0-15,1 2 1 16,-6 2 1-16,1 5 0 16,-1 6 1-16,2 0 1 15,-2 16-4-15,3 9 1 16,2 9 2-16,-3 9 1 0,0 5 0 15,-2 4-2-15,-1 0 2 16,-5-4 0-16,0-5 0 16,0-2 1-16,-7-11 1 15,-3-2 3-15,-4-9 1 16,-1-7 0-16,-2-6-3 0,0-5 0 16,-3-1-2-16,0-3-1 15,4-9-1-15,0-5 0 16,5-4-7-16,9-5-28 15,2-6-35-15,8-7-76 16</inkml:trace>
  <inkml:trace contextRef="#ctx0" brushRef="#br0" timeOffset="45884.57">18220 5460 456 0,'0'0'21'0,"0"0"-13"0,0 0 7 0,0 0-14 0,0 0-2 16,0 0-4-16,0 0-24 16,0 0-48-16,0 0-57 15</inkml:trace>
  <inkml:trace contextRef="#ctx0" brushRef="#br0" timeOffset="46931.39">19454 4932 190 0,'0'0'197'0,"0"0"-188"16,-40-8 24-16,12 18-27 15,-4 15 6-15,-3 6 8 16,1 8-1-16,3 3-6 16,6 1-4-16,12 4-6 0,4-3 0 15,9-2-2-15,0-5 0 16,15-6 0-16,10-9-2 15,7-9 1-15,7-10-13 16,7-4-21-16,-1-13-27 16,2-13-37-16,-1-10 35 15,-5-10 2-15,-7-6 16 0,-7-3 16 16,-6-2 13-16,-7 4 21 16,-7 4 35-16,-5 12 28 15,-2 7 9-15,0 8 23 16,-3 14-21-16,-3 9-41 0,-1 3-28 15,2 19-9-15,-3 7 1 16,5 8 5-16,3 6 0 16,0 2-3-16,3 5-3 15,7-3 0-15,4 0 0 16,0-3-1-16,-1-7 0 16,-2-9 0-16,-3-9 1 0,2-10-1 15,-1-9 1-15,-1-5 2 16,4-16 0-16,0-8-2 15,3-6 1-15,1-4-2 16,-1 1 1-16,3 4-1 0,-5 11 0 16,-3 8 0-16,-1 9 0 15,-1 6-2-15,0 10 0 16,-2 10 1-16,1 4 1 16,1 4 0-16,0-1 0 15,2 3 0-15,-1-3 0 16,5-6 1-16,1-3-1 0,2-6 0 15,2-5 1-15,4-7-1 16,3 0 1-16,-3-8-1 16,1-11 1-16,1-5 0 15,-3-2-1-15,-2-2 0 0,-4-3 0 16,-4 1 1-16,-2 4-1 16,-8 3 0-16,-2 4 0 15,0 6 0-15,-4 7 1 16,-8 5 0-16,0 1-2 15,0 8 1-15,0 11 2 16,4 1 1-16,0 6-1 0,7-1 1 16,1 1-2-16,7-2 1 15,11-6-1-15,6-1 0 16,7-6-1-16,1-5-22 16,3-4-38-16,-3-2-24 15,-1-6-39-15,-2-10-6 0</inkml:trace>
  <inkml:trace contextRef="#ctx0" brushRef="#br0" timeOffset="47444.01">20439 5102 337 0,'0'0'48'0,"0"0"2"0,0 0-37 16,0 0 3-16,-12 43-6 16,12-21-2-16,0 0-3 15,0 2-1-15,0-1 0 16,5 0-2-16,2-5-1 15,-3-3 0-15,3-3-1 16,-3-9 1-16,1-3-1 0,2 0 4 16,0-16-1-16,4-5-2 15,2-6-1-15,0-1-1 16,4-2 1-16,2 2 0 16,-3 6 0-16,-1 4 1 0,1 9 0 15,-5 9 1-15,0 0-1 16,-5 14-1-16,0 6 1 15,0 6 0-15,-3-2 1 16,0 0 1-16,0-2-1 16,-1-3 0-16,0-3 0 0,0-5 1 15,0-1-2-15,0-2-1 16,0-7 1-16,0-1-1 16,2 0 5-16,1-12-3 15,3-4 0-15,1-7-1 16,2-1 1-16,3-2-1 15,4-1-1-15,1 6 0 0,-2 2 0 16,3 8 1-16,-3 5-1 16,-2 6 1-16,-2 0-1 15,0 14 1-15,0 3 1 16,-2 4 0-16,1 1 0 16,-1 2 0-16,-2-1-1 0,2-2-3 15,-3-1-58-15,-1-7-43 16,0-4-115-16</inkml:trace>
  <inkml:trace contextRef="#ctx0" brushRef="#br0" timeOffset="47584.39">21062 5255 478 0,'0'0'3'0,"0"0"-2"0,0 0-10 16,0 0-67-16,26-38-87 15</inkml:trace>
  <inkml:trace contextRef="#ctx0" brushRef="#br0" timeOffset="48335.14">21842 4835 391 0,'0'0'52'16,"0"0"-25"-16,0 0-10 16,0 0-19-16,-40 63 4 15,30-19-1-15,0 4 1 16,1 2-2-16,2-3 1 0,1-6 0 16,0-8 0-16,3-8-1 15,1-9 0-15,1-12 2 16,-1-4 10-16,0-13 49 15,2-10-52-15,0-12-6 16,0-3-2-16,4-10 0 0,2-5-1 16,3-4 0-16,-1 2 0 15,1 3 1-15,-3 9 0 16,-1 9 1-16,-1 11 4 16,-1 16 0-16,-1 7-5 15,0 7-5-15,0 11 4 0,3 5-1 16,2 3 1-16,1-1-2 15,2-4 2-15,5-5 2 16,3-6-2-16,3-9 0 16,5-1 0-16,-2-8 0 15,1-11 2-15,-2-5-2 0,-1-3 1 16,-4-3-1-16,-2 2 1 16,-5 1-1-16,-1 4 0 15,-4 8-1-15,0 5 2 16,-4 10-1-16,-2 3-1 15,1 15-2-15,1 14 1 16,0 9 2-16,0 6 0 0,4 3 2 16,-1 2 0-16,4-3-2 15,2-3 0-15,3-4 1 16,-1-4-2-16,5-6-16 16,-4-4-24-16,4-6-28 15,-3-8-10-15,5-10-40 0,-3-4-23 16</inkml:trace>
  <inkml:trace contextRef="#ctx0" brushRef="#br0" timeOffset="48722.35">22542 4979 424 0,'0'0'5'0,"0"0"19"0,0 0 19 15,0 0-14-15,-50-20-14 16,24 20 6-16,-2 3-1 15,-1 5-6-15,4 1-7 0,6 2-5 16,6 1-1-16,5 2-1 16,5-1 0-16,3 0 0 15,0-1 0-15,13 1-1 16,1-4-2-16,4-4-7 16,4-2-4-16,-2-3-1 0,3-3 2 15,3-7 4-15,-5-4 5 16,-2 1 2-16,-5 3 2 15,-3 0 1-15,-6 6 2 16,-3 1 9-16,-2 3-7 16,0 3-5-16,0 4 3 0,2 5 0 15,2 2-2-15,2 0 1 16,2 0-2-16,3-4 1 16,5 1-1-16,1-6-3 15,2-4-26-15,3-1-22 16,-3-3-21-16,0-11-49 0,-1-10-35 15</inkml:trace>
  <inkml:trace contextRef="#ctx0" brushRef="#br0" timeOffset="48923.93">22819 4666 452 0,'0'0'4'0,"0"0"6"16,0 0-13-16,0 0 7 15,0 57 9-15,6-25 2 16,3 6-3-16,5 3-6 0,-1 4-2 16,1-2-2-16,-1 1-1 15,1-1 1-15,-3-8-6 16,-6-5-39-16,-1-9-17 16,-2-8-37-16,-2-12 4 15,0-1 5-15</inkml:trace>
  <inkml:trace contextRef="#ctx0" brushRef="#br0" timeOffset="49578.87">22771 4959 288 0,'0'0'9'16,"0"0"21"-16,0 0-13 0,48-30-8 16,-21 22 2-16,3-2 5 15,3-3 0-15,0-4-9 16,-6 0-3-16,0-3-2 15,-6-4-1-15,-3-3 0 16,-2 2 0-16,-5 0-1 0,-4 2 1 16,-4 2 0-16,-1 6 12 15,-2 6 16-15,0 6 2 16,0 3-8-16,0 10-25 16,-2 10 2-16,-1 10 2 15,-1 6 0-15,2 6-1 0,2 2 1 16,0 0-1-16,0-3-1 15,4-4 1-15,1-8 0 16,1-5-1-16,-1-10 1 16,0-5-1-16,3-9 1 15,-1 0 4-15,5-11 8 0,1-10-3 16,7-4-5-16,-2-7 1 16,4 1-4-16,-1 1-2 15,-2 3 1-15,-3 6-2 16,-3 10 2-16,-4 9-1 15,0 2-1-15,-4 14-4 0,1 6 4 16,-1 4 2-16,-1 1 1 16,1-1-1-16,-3-4 1 15,1-2-2-15,2-4 1 16,1-4-1-16,1-3 0 16,3-1 1-16,1-6 0 0,2 0 0 15,4-1 1-15,5-11-1 16,0 1 0-16,4-3-1 15,2-1 0-15,-1 4-1 16,-2 1 1-16,-3 7-1 16,-5 3 1-16,-6 0 0 0,-3 6-1 15,-5 6 1-15,-3 1 0 16,-2-1 1-16,-13 2 0 16,-8-1 0-16,-12 0-2 15,-7-6-46-15,-8-7-99 16</inkml:trace>
  <inkml:trace contextRef="#ctx0" brushRef="#br0" timeOffset="67711.33">21905 1394 106 0,'0'0'165'0,"0"0"-141"0,0 0-22 16,0 0 5-16,9 44 6 15,-4-13 5-15,1 12-4 16,0 8 7-16,1 13-2 16,-4 10-5-16,2 8-3 15,1 9-2-15,-3 6-3 0,2 1-2 16,2-7 0-16,-2-6 0 16,2-4-1-16,-2-12-1 15,-1-9 0-15,0-10-6 16,-2-10-21-16,0-11-13 15,-1-12-54-15,-1-15-19 0</inkml:trace>
  <inkml:trace contextRef="#ctx0" brushRef="#br0" timeOffset="68204.06">21909 1701 268 0,'0'0'27'0,"0"0"-12"15,0 0 9-15,0 0 1 16,5-44-15-16,11 31-4 16,6 3 1-16,7 0 7 15,0 3 5-15,3 3-7 16,3 4-5-16,-5 0-5 0,-1 7-1 16,-5 7-2-16,-5 3 2 15,-4 3 0-15,-4 1-1 16,-5 1 1-16,-6-1 1 15,0 2-2-15,-5-3 1 16,-9 0 0-16,-5-2 0 0,-6-1-1 16,-2 2 1-16,-2-4-1 15,0-2-2-15,3-2-8 16,2-1-3-16,6-3-6 16,8-3-25-16,7-4-21 15,3 0-12-15,13-7-50 0</inkml:trace>
  <inkml:trace contextRef="#ctx0" brushRef="#br0" timeOffset="68430.28">22725 1607 455 0,'0'0'5'0,"0"0"-3"0,0 0-6 16,58-10 3-16,-30 7 2 15,4-1-1-15,0 1 2 16,0 0-2-16,-2 2-2 16,-3 0-26-16,-4 1-38 15,-3 0-37-15,-9-2-45 0</inkml:trace>
  <inkml:trace contextRef="#ctx0" brushRef="#br0" timeOffset="68608.52">22838 1655 178 0,'0'0'43'0,"0"0"-32"16,0 0-5-16,0 0 1 16,0 0 5-16,0 0 11 15,70 26-11-15,-28-27-9 16,10 1-1-16,5-3-7 0,2-10-56 15,2 0-170 1</inkml:trace>
  <inkml:trace contextRef="#ctx0" brushRef="#br0" timeOffset="69320.63">23746 1391 497 0,'0'0'-14'0,"0"0"27"15,25-46-3-15,-11 34-9 16,2 3-1-16,-1 2 0 16,2 2 0-16,-1 2 0 15,-2 3 0-15,1 0 0 16,-1 0-1-16,-1 11-1 0,-1 2-1 16,-3 3 2-16,-1 1 0 15,-6 1 1-15,-2 2 0 16,0-3 0-16,-4 2 0 15,-9-2-1-15,-1-2 1 16,-1 1 0-16,-3-5 0 0,4-1 0 16,2-4 2-16,4-2-3 15,2-1 1-15,4 0 1 16,2-3 3-16,0 0-2 16,3 0-2-16,11 1 0 15,7 3 0-15,7-1 0 16,6 6 0-16,2 7 0 0,-3 4-3 15,-4 5 1-15,-8 8-1 16,-6 2 0-16,-8 2 1 16,-7 4 2-16,-4-4 2 15,-6 0-2-15,-9-7 1 0,-1-3 1 16,-5-4 0-16,-2-8 2 16,-2-2 6-16,-1-4 5 15,-1-4-5-15,-3-5-3 16,3 0-2-16,2-1-1 15,3-12-1-15,8 0 0 16,6-4-2-16,6-1 15 0,6 2 0 16,2 2-13-16,14 1-3 15,4 6 0-15,7 4-1 16,4 3 1-16,4 0-1 16,0 10 0-16,-2 6-1 15,-6 2-11-15,-10 4-46 0,-6-1-37 16,-5-5-78-16</inkml:trace>
  <inkml:trace contextRef="#ctx0" brushRef="#br0" timeOffset="70397.5">24761 784 229 0,'0'0'12'0,"0"0"14"0,0 0-1 0,-29-43-9 0,16 33-3 16,-3 3 0-16,-4 0-1 0,-2-2 18 15,-3 2 2-15,-4 0-11 16,-7 3-6-16,-7-2-9 16,-10 0-3-16,-13 2-2 15,-17-1-1-15,-15 0 1 16,-14 0-1-16,-13-1 1 16,-11 3-2-16,-8-1 2 0,-8 2-1 15,-4 2 0-15,-1 0 0 16,-6 0 1-16,-3 7-2 15,-1 6 1-15,3 4 0 16,5 3 1-16,8 2-2 0,10 0 2 16,12 2-2-16,11-1 1 15,14 0 1-15,13-3-1 16,12 1 0-16,12-1 0 16,10-2 0-16,11 3 0 15,9 2 0-15,6 1 0 0,6 5-1 16,7 4 1-16,4 6-1 15,3 8 1-15,2 7 0 16,4 10 1-16,1 10-1 16,4 14 2-16,0 13 0 15,0 11 0-15,0 13-2 16,0 13 0-16,0 2 0 0,0 0 1 16,-4-4 0-16,0-8-1 15,1-12 1-15,-4-15-1 16,1-9 0-16,-3-11 0 15,4-10 1-15,-2-11-1 16,1-10 0-16,-1-11 1 0,2-9 0 16,3-10-1-16,0-8 1 15,0-5 2-15,2-3 5 16,0-3 15-16,0-1 10 16,0 0-11-16,0 0-10 15,0 0-2-15,2 0 1 0,14 0-4 16,12 0-4-16,17-5-2 15,24-4 4-15,26-1 6 16,25-1-2-16,24-2-6 16,14 3 2-16,11 0-4 0,7 0 0 15,6-1-1-15,-4 1 0 16,-1-3 1-16,-2 0 0 16,-3-4-2-16,-7 0 3 15,-10-4-2-15,-9 0 1 16,-9-5-1-16,-13 0-1 15,-12-2 1-15,-12-2-8 0,-10-1-10 16,-12 2-21-16,-13-5-19 16,-13-4-41-16,-12-10-98 15</inkml:trace>
  <inkml:trace contextRef="#ctx0" brushRef="#br0" timeOffset="71020.12">24757 876 256 0,'0'0'2'0,"0"0"1"0,0 0 4 15,0 0 3-15,0 0-6 16,0 0-6-16,0 0-1 15,0 0 4-15,0 0 7 16,-20 79 12-16,16-19 9 0,-3 17 5 16,1 12-9-16,-4 15-7 15,-1 7-9-15,-1 8-1 16,1 2-3-16,-2-2-1 16,0-3 0-16,1-2-1 15,1-12-1-15,-1-12 3 16,1-10-3-16,1-13 0 0,0-10-1 15,2-10 0-15,2-9 1 16,3-6-2-16,-1-7 2 16,1-6-2-16,2-8 0 15,1-1 1-15,0-4 0 16,0-5 0-16,0 1 0 0,0-1 0 16,0-1 0-16,0 0 1 15,-1 0-1-15,0 1 0 16,-3 2 0-16,-5 0 1 15,-8 0 0-15,-13 3 5 16,-21-1 0-16,-21 4-3 0,-30 5-4 16,-25-4-7-16,-23-6-115 15</inkml:trace>
  <inkml:trace contextRef="#ctx0" brushRef="#br0" timeOffset="72666.23">4208 6796 219 0,'0'0'45'0,"0"0"4"0,0 0-21 15,0 0-3-15,0 0-10 16,0 0 0-16,0 0 2 0,0 0-6 15,0 0-5-15,0 0-2 16,0 0-3-16,0-3-1 16,0 3 0-16,0 0-5 15,0 0-57-15,0 1 12 16,3 2-17-16,-1-3-67 16</inkml:trace>
  <inkml:trace contextRef="#ctx0" brushRef="#br0" timeOffset="73287.5">6461 6538 112 0,'0'0'93'0,"0"0"-90"0,0 0-1 16,0 0-4-16,0 0-5 15,0 0-33-15,0 0-22 16</inkml:trace>
  <inkml:trace contextRef="#ctx0" brushRef="#br0" timeOffset="73736.92">9713 6253 491 0,'0'0'-106'0,"0"0"104"0,0 0-17 0,0 0-56 15,0 0 0-15,-30 40-85 16</inkml:trace>
  <inkml:trace contextRef="#ctx0" brushRef="#br0" timeOffset="74295.41">4443 7111 307 0,'0'0'18'0,"0"0"32"0,0 0-45 0,0 0-4 16,-11 48-1-16,11-12 1 15,4 3-2-15,0 4 2 16,-1 0-1-16,1-1-2 16,-2 0 2-16,1-3 0 15,-1-6-2-15,0-8-32 0,1-6-21 16,-1-11-2-16,-2-8-40 16</inkml:trace>
  <inkml:trace contextRef="#ctx0" brushRef="#br0" timeOffset="74498.88">4302 7226 320 0,'0'0'-5'0,"0"0"38"16,0 0 9-16,0 0-1 16,-7-47-33-16,25 36-6 15,9-3-1-15,4 1 0 0,7-2-1 16,0 4 1-16,-1 3-3 15,-4 3-10-15,-2 5-57 16,-12 0-24-16,-7 0-28 16</inkml:trace>
  <inkml:trace contextRef="#ctx0" brushRef="#br0" timeOffset="74684.06">4421 7344 309 0,'0'0'3'0,"0"0"18"15,0 0-20-15,0 0 0 16,0 0 1-16,53 12 6 0,-22-23 4 16,5-6-5-16,4-3-5 15,0 0 0-15,-2-4-2 16,1-1-26-16,-5-1-39 16,-3-1-2-16,-10 3-74 0</inkml:trace>
  <inkml:trace contextRef="#ctx0" brushRef="#br0" timeOffset="74800.14">4823 7091 186 0,'0'0'52'0,"0"0"14"16,0 0-51-16,0 0-12 16,15 37 10-16,-1-13 4 0,3 4-6 15,4 5-9-15,2 1 0 16,2 4-1-16,2 2 0 16,1 3-32-16,3-2-30 15,-2-3-46-15</inkml:trace>
  <inkml:trace contextRef="#ctx0" brushRef="#br0" timeOffset="75118.44">6586 6743 339 0,'0'0'15'0,"0"0"49"15,0 0-58-15,7 64 23 16,-7-23-1-16,0 9-11 16,0 5-9-16,0 3-7 15,0-2-1-15,0-2 1 0,0-10-9 16,4-7-37-16,0-12-20 15,4-13-15-15,-2-12 11 16,-1-5 16-16,-3-20-33 16</inkml:trace>
  <inkml:trace contextRef="#ctx0" brushRef="#br0" timeOffset="75299.89">6553 6781 365 0,'0'0'21'0,"0"0"20"16,0 0-31-16,0 0-9 0,62-35 0 16,-33 35-1-16,3 0 2 15,-3 1-2-15,0 8 0 16,-5-1-22-16,-2 5-27 16,-8-2-38-16,-5-2 9 15,-7 2-76-15</inkml:trace>
  <inkml:trace contextRef="#ctx0" brushRef="#br0" timeOffset="75441.33">6724 6886 31 0,'0'0'122'0,"-39"22"-47"16,26-15-22-16,3-2-7 15,6-3-3-15,4-1-17 0,6-1-14 16,14 0 14-16,7-3-2 16,11-5-17-16,7-5-5 15,4-1-1-15,3-6-42 16,-4-1-95-16</inkml:trace>
  <inkml:trace contextRef="#ctx0" brushRef="#br0" timeOffset="75754.3">7178 6764 485 0,'0'0'-21'0,"0"0"50"0,0 0-10 15,0 0-16-15,0 0-4 16,38 2 2-16,-24 13-1 15,-5 6 1-15,-1 4-2 16,-6 4 2-16,1 3-1 16,-3 2-3-16,0-4-4 15,0-3-11-15,-2-5 2 0,1-5 9 16,-1-5 7-16,0-6 1 16,0-1 0-16,2-1 3 15,0-3 3-15,0 0-2 16,14-1 0-16,5 0 2 0,8 0-4 15,9-12-1-15,11-2-2 16,7-4 0-16,9-1 1 16,6-2-7-16,2 1-63 15,8-3-82-15</inkml:trace>
  <inkml:trace contextRef="#ctx0" brushRef="#br0" timeOffset="76134.53">9916 6254 410 0,'0'0'50'0,"0"0"-14"16,0 0-33-16,-24 57-2 0,23-23 2 16,0 4 0-16,1 2 0 15,0 3-2-15,0-2 0 16,0-1 0-16,1-2-1 15,-1 1 0-15,0-4-17 16,0-1-12-16,0-5-22 16,-2-8-27-16,-4-10-3 0,-3-11-61 15</inkml:trace>
  <inkml:trace contextRef="#ctx0" brushRef="#br0" timeOffset="76303.02">9862 6386 277 0,'0'0'22'0,"28"-69"32"16,-6 40-10-16,5 8-20 16,2 4-16-16,0 8-7 15,0 4 1-15,-1 3-2 0,0 2 0 16,0 0 0-16,-3 2-23 16,-4 5-35-16,-6-1-2 15,-5-2-27-15</inkml:trace>
  <inkml:trace contextRef="#ctx0" brushRef="#br0" timeOffset="76473.31">9906 6467 281 0,'0'0'3'16,"0"0"11"-16,0 0-8 15,0 0-2-15,62-22 1 0,-22 4-1 16,6-3-2-16,4 0-2 15,0-3-26-15,-2 1-36 16,-3-2-131-16</inkml:trace>
  <inkml:trace contextRef="#ctx0" brushRef="#br0" timeOffset="76864.21">10454 6263 344 0,'0'0'-9'16,"0"0"33"-16,0 0-12 0,0 0-4 15,48-3-3-15,-37 3 2 16,1 11-2-16,-4 4-1 16,-4 3-1-16,-4 6 1 15,0 5-4-15,0-1 1 16,-8 2 0-16,-3-6-1 16,1-3 0-16,2-2 0 0,3-6-2 15,-1-5 3-15,6-2-1 16,0-2 0-16,6-4 0 15,8 1 0-15,8-1 1 16,3 0 1-16,2 3-1 16,2 0 1-16,0 7 1 0,-8 1 0 15,0 3 2-15,-8 4 2 16,-6 0-1-16,-7 3-1 16,-2 1-1-16,-16 3 0 15,-11-2 2-15,-9 4-1 16,-13 5-3-16,-10 1-3 0,-16 3-2 15,-13-2-59-15,-16 0-94 16</inkml:trace>
  <inkml:trace contextRef="#ctx0" brushRef="#br0" timeOffset="77476.14">2773 7965 245 0,'0'0'22'0,"0"0"1"0,0 0 0 15,0 0-10-15,0 0-12 16,0 0-3-16,0 0 2 15,0 0 0-15,0 0-13 0,0 0-38 16,0 0-31-16</inkml:trace>
  <inkml:trace contextRef="#ctx0" brushRef="#br0" timeOffset="77719.2">2840 8784 313 0,'0'0'5'0,"0"0"15"16,0 0 1-16,0 0-4 16,0 0-14-16,0 0-3 15,0 0-11-15,0 0-33 16,0 33-5-16,0-18-51 0</inkml:trace>
  <inkml:trace contextRef="#ctx0" brushRef="#br0" timeOffset="77907.02">2867 9943 522 0,'0'0'-7'16,"0"0"4"-16,0 0-85 15,2 52-19-15,2-25-31 16</inkml:trace>
  <inkml:trace contextRef="#ctx0" brushRef="#br0" timeOffset="78124.25">3048 11228 414 0,'0'0'-8'15,"0"48"5"-15,0-18-14 16,0 4-52-16,7 2-26 0,-3-1-77 16</inkml:trace>
  <inkml:trace contextRef="#ctx0" brushRef="#br0" timeOffset="78274.19">3106 12053 359 0,'0'0'-27'0,"0"0"-64"16,0 0-93-16</inkml:trace>
  <inkml:trace contextRef="#ctx0" brushRef="#br0" timeOffset="78448.17">3169 12648 429 0,'0'0'0'15,"0"57"-28"-15,0-33-82 0,4-5-97 16</inkml:trace>
  <inkml:trace contextRef="#ctx0" brushRef="#br0" timeOffset="78658.05">3186 14621 596 0,'0'0'22'0,"-22"47"-20"16,23-39-25-16,-1-6-92 0,10-2-48 16</inkml:trace>
  <inkml:trace contextRef="#ctx0" brushRef="#br0" timeOffset="79822.13">2577 15320 11 0,'0'0'159'0,"0"0"-110"0,0 0-2 0,0 0-14 16,0 0-6-16,0 0-20 0,0 0-4 15,0 0 2-15,-16 42-1 16,9-14 1-16,1 4-1 16,-4 1-1-16,-1-2 0 15,0-1 0-15,-2-2 0 16,2-4 1-16,-3-6 5 0,5-4 2 16,2-6-2-16,3-1-4 15,2-4 0-15,2-3-2 16,0 0 1-16,4 0-4 15,9-5 0-15,8-3 1 16,10-2 1-16,7-1-1 0,7 2 3 16,-1 4-1-16,4 4-1 15,-4 2 0-15,-2 2 0 16,-3 5-2-16,-6 5-21 16,-4-3-11-16,-9 1-14 15,-8-4-33-15,-8-2-23 0</inkml:trace>
  <inkml:trace contextRef="#ctx0" brushRef="#br0" timeOffset="80098.11">2598 15438 221 0,'0'0'36'0,"0"0"48"0,0 0-38 16,0 0-48-16,0 0 8 15,12 46 2-15,-1-14 11 16,0 6 0-16,3 5-8 16,-1 4-6-16,-1 3-3 15,-2-1-1-15,1-5 0 0,-3-5 0 16,-2-7-15-16,-4-9-36 15,1-9-32-15,-3-7-5 16,0-7-79-16</inkml:trace>
  <inkml:trace contextRef="#ctx0" brushRef="#br0" timeOffset="80524.98">3035 15337 258 0,'0'0'35'16,"0"0"25"-16,0 0-17 16,0 0-14-16,0 0-3 0,0 0-5 15,-45 35-4-15,36-16-8 16,5 4 0-16,2 2-4 15,2 1-2-15,2-2-1 16,11 0 0-16,3-3 0 16,3-1 0-16,2-6 0 0,1-5 1 15,0-5-1-15,5-4 0 16,-4-3 1-16,1-12 0 16,-2-7 0-16,-4-3 0 15,-3-2 0-15,-5 0-1 16,-7-1 2-16,-4 2-1 0,-1 0 9 15,-14 2 0-15,-6 5-11 16,-7 3-4-16,-2 6-2 16,-6 8-6-16,-2 2-18 15,1 16-18-15,-2 8-36 16,-3 2-52-16,1-1-99 0</inkml:trace>
  <inkml:trace contextRef="#ctx0" brushRef="#br0" timeOffset="81518.85">941 15620 213 0,'0'0'18'0,"0"0"9"16,0 0 9-16,0 0 1 0,0 0 0 15,0 0-2-15,-31-40-3 16,27 33-10-16,2-3-5 16,2-1-7-16,0-4-6 15,2 1-2-15,8-2-1 16,1 2 0-16,5 1 0 15,-1 2-1-15,3 5 0 0,0 2 0 16,0 4-1-16,3 0 2 16,-2 9-1-16,-1 6 0 15,-2 4 0-15,0 3-1 16,-3 5 2-16,-5 0-1 16,-2 2 2-16,-4 1-2 0,0-2 1 15,-2-2 1-15,0-2-1 16,-4-3 0-16,-2-3 0 15,2-6 2-15,0-4-1 16,1-3-1-16,-3-4 1 16,2-1 5-16,1-4 8 0,-4-11-10 15,3-6-1-15,-1-4-3 16,3-8 0-16,2-4-1 16,0-4 2-16,0 0-2 15,7 4 0-15,7 0 0 16,-4 10 0-16,7 3 0 0,-2 8 0 15,3 3-1-15,2 5 1 16,0 5-1-16,2 3 1 16,-4 1 0-16,2 1 0 15,-1 8 1-15,-6 5 0 16,3 1 0-16,-6 4-1 0,1 4 1 16,-4 3 0-16,-2 4-1 15,-3 2 0-15,-2 3 1 16,0 0-1-16,2-1-1 15,-2-1 1-15,0-5-5 16,3-2-17-16,3-5-26 0,1-5-30 16,2-5-31-16,-2-9-1 15</inkml:trace>
  <inkml:trace contextRef="#ctx0" brushRef="#br0" timeOffset="81785.44">1566 15797 133 0,'0'0'24'0,"0"0"21"0,0 0-18 16,0 0-3-16,0 0 1 15,0 0 27-15,0 0-5 16,9 43-14-16,-7-18-10 15,0 5-7-15,1 4-7 16,2-1-5-16,-1 0-2 0,1-2-1 16,-1-6 0-16,2-1-1 15,-3-8 0-15,1-2-21 16,-2-7-41-16,-2-7-56 16,0 0-26-16</inkml:trace>
  <inkml:trace contextRef="#ctx0" brushRef="#br0" timeOffset="82084.28">1819 15468 425 0,'0'0'21'0,"0"0"-2"16,0 0-20-16,0 0 1 15,0 0 0-15,42 0 1 16,-19-3 0-16,3-3 0 16,1-1 1-16,2-1-3 0,-2 0 2 15,-2 0-4-15,-5 2-24 16,-2 2-30-16,-7 1-43 15,-7 0-19-15</inkml:trace>
  <inkml:trace contextRef="#ctx0" brushRef="#br0" timeOffset="82328.89">1864 15732 297 0,'0'0'43'16,"0"0"-34"-16,0 0-7 16,0 0 13-16,40 1 12 15,-18-1 3-15,5 0-15 16,4 0-6-16,0 0-4 16,0-3-4-16,1 2 0 0,-3 1 0 15,-7-4-31-15,-10-5-118 16</inkml:trace>
  <inkml:trace contextRef="#ctx0" brushRef="#br0" timeOffset="91629.06">1464 6359 224 0,'0'0'44'0,"0"0"-19"0,0 0 2 15,0 0 18-15,-41-7-32 16,26 11-5-16,-3 6 0 0,2 5 1 15,-6 4 2-15,6 6-2 16,0 3-2-16,3 7-4 16,4 4-1-16,5 5-1 15,4 3 0-15,0 3-1 16,13-1 0-16,7-2-2 0,3-7 1 16,8-6 0-16,0-11 1 15,5-12-3-15,-3-8 2 16,1-3 1-16,-1-16 1 15,-2-12 3-15,-2-10-1 0,-4-6 2 16,-4-5-2-16,-4-2-1 16,-5-1-2-16,-10 0 2 15,-2 3-2-15,-8 3-1 16,-11 4 0-16,-8 6 1 16,-6 9-3-16,-5 10 2 15,-7 12-1-15,0 5-1 0,-2 12 3 16,5 10-3-16,2 4 4 15,9 4-8-15,6 0-18 16,11-3-31-16,10-4-26 16,4-9-8-16,4-8-62 15</inkml:trace>
  <inkml:trace contextRef="#ctx0" brushRef="#br0" timeOffset="92132.18">1600 6125 348 0,'0'0'-3'0,"0"0"10"0,0 0-15 16,0 0-2-16,40 58 10 0,-22-28 3 16,-1 7 0-16,4 4 3 15,1 3-2-15,1 4-4 16,-4 1 5-16,2-4-1 15,-4-5 0-15,-3-7-3 16,-3-8 1-16,-5-10 0 16,-2-5-1-16,-4-4 1 0,0-6 2 15,0 0 39-15,0-2-4 16,-8-9-31-16,2-2-6 16,-1-4-3-16,3-1 5 15,2 0-5-15,2 4 2 16,0 1-3-16,11 5 1 0,7 2-1 15,-1 5 0-15,6 1 1 16,2 1-1-16,-2 9 0 16,2 4 1-16,-4 3 0 15,-1 2-1-15,-5 2-6 16,-4 1 4-16,-6 1 1 0,-5 1 2 16,0 2-1-16,-11 0 3 15,-5-1-1-15,-4 1 2 16,-5-2 0-16,-2-2 0 15,-4-3-4-15,0-2 0 16,-1-3-6-16,3-5-5 16,3-5 2-16,6-4-17 0,6 0-26 15,7-13-61-15</inkml:trace>
  <inkml:trace contextRef="#ctx0" brushRef="#br0" timeOffset="92581.42">2085 6727 336 0,'0'0'8'0,"0"0"12"0,0 0-10 0,0 0 6 0,0 0 3 15,33-55-2-15,-24 32 0 16,-2-1-3-16,2-3-4 15,-2-1-5-15,1-1-3 16,-3 2-1-16,1 2 0 0,0 3-1 16,-4 5 0-16,2 3 5 15,2 7 6-15,3 6-6 16,7 1-7-16,2 3 0 16,6 9 1-16,1 4 1 15,2 2-1-15,-4 2 1 0,-4 3-2 16,-3-3 2-16,-3 0-2 15,-4-2 3-15,-4 1 0 16,-3-4-1-16,-2 2 0 16,-2-1 1-16,-12-2-1 15,-1 0 2-15,-5-1 1 0,-3 0-3 16,-1-3 0-16,0-3-6 16,3-1-3-16,3-5-5 15,7 2-3-15,4-3-25 16,7 0-24-16,0-3-32 15,7-7-71-15</inkml:trace>
  <inkml:trace contextRef="#ctx0" brushRef="#br0" timeOffset="92737.24">2612 6558 424 0,'0'0'40'0,"0"0"-29"0,0 0 0 0,0 0-12 16,0 0-17-16,0 0-65 16,0 0-135-16</inkml:trace>
  <inkml:trace contextRef="#ctx0" brushRef="#br0" timeOffset="94800.93">14379 4645 6 0,'0'0'142'0,"0"0"-136"0,0 0 1 0,0 0-5 16,0 0-2-16,0 0 2 16,0 0-2-16,0 0 0 15,11 44 0-15,-11-24 1 16,0 3 0-16,-1 5 4 15,0 1-1-15,1 5 2 16,0 1-2-16,0 5-3 0,0 0 1 16,0 4 0-16,0 5-1 15,0 4 3-15,0 5-1 16,0 5 0-16,0 6 3 16,0 5-1-16,1 3 3 15,-1 7 2-15,0 0-5 0,0 5 0 16,1 6-2-16,4 3 1 15,-3 0 1-15,1 10 17 16,-1 4-12-16,0 3-7 16,1 3 2-16,1 3 22 15,0 7-8-15,3 0-12 0,0 2-3 16,2 2 3-16,0 2 5 16,1-1 4-16,2 5 0 15,-1 3-6-15,1-1 2 16,-3 5 1-16,-1 1-4 15,1 2-5-15,-1 4-2 0,2-4 2 16,-2 5 4-16,2 1-1 16,-1 0-1-16,2 1-1 15,0-3 0-15,-1 2-1 16,2-1 1-16,0 6 0 16,-3-1 2-16,-1 0-5 0,-1 7 0 15,-4-2-1-15,-3 3 0 16,2-2-1-16,-7 2 1 15,-4 1 0-15,-4 2 6 16,-3 3 4-16,1-1 3 16,-1 3-2-16,3 0-4 0,1-1-1 15,3-2 3-15,-1-2-2 16,5 0-3-16,-2 0-3 16,1 3-1-16,1-3 7 15,-3 1-3-15,-2-1-3 16,1 2-1-16,-4-5 0 0,-3 4 3 15,-3-1 0-15,-2 3 2 16,-4 1-3-16,-2-1 12 16,0 0-4-16,2-3-4 15,0 2-2-15,2-8 2 16,2-3-3-16,6-5 0 16,-1-4 2-16,5-5-1 0,5-5-1 15,0-5-1-15,0-4-1 16,4-3 0-16,-2-8-2 15,2-8 1-15,-1 0-1 16,1-7 0-16,0-6 0 0,-2-5 1 16,0-4-1-16,1-6 0 15,-2-6 0-15,-1-6 0 16,3-6-5-16,-4-7-8 16,1-11-15-16,-6-15-45 15,-7-22-95-15</inkml:trace>
  <inkml:trace contextRef="#ctx0" brushRef="#br0" timeOffset="108210.06">4421 7834 157 0,'-8'15'56'0,"-3"5"-13"0,1 4-41 0,-2 5 1 0,1 2-2 15,-1-1-1-15,-1-2 2 16,2-3-2-16,0-7 1 0,0-1 0 16,4-6 1-16,1-4 1 15,-1-4 3-15,4-3 1 16,3 0 28-16,0-4-30 15,0-9-6-15,4-1 1 16,8-5 1-16,3 1-1 16,4-3 0-16,4-1 1 0,3 2 4 15,5 5-1-15,3-1 0 16,-3 6-1-16,1 1-3 16,-1 4 0-16,-5 5 1 15,-3 0-1-15,-3 0-1 16,-5 0-10-16,-1 6-34 0,-9 2-22 15,-4-3-15-15</inkml:trace>
  <inkml:trace contextRef="#ctx0" brushRef="#br0" timeOffset="108445.35">4463 7847 187 0,'0'0'26'0,"0"0"17"16,0 0-7-16,0 0-11 0,0 0-20 16,0 0-8-16,0 0 3 15,0 0 0-15,0 0 1 16,-16 12-1-16,21-1 0 16,-1-2-3-16,-1 4-32 15,-1-3-16-15,0-3 9 0,-2 1-12 16,0-3-35-16</inkml:trace>
  <inkml:trace contextRef="#ctx0" brushRef="#br0" timeOffset="108803.26">4463 7920 103 0,'0'0'46'0,"0"0"9"16,0 0-10-16,0 0-5 16,0 0-4-16,0 0-17 15,0 0-12-15,0 0-8 16,-9-1 1-16,9 21 1 15,0 8 2-15,5 16 9 16,1 17 7-16,5 16 2 0,-1 17-10 16,2 16 3-16,1 14-2 15,-3 9-8-15,-1 5 0 16,-3 1-1-16,2-4 5 16,-6-4 0-16,0-9 13 0,2-11-15 15,-1-12-2-15,1-6 1 16,0-11-2-16,-1-8-1 15,1-7-1-15,-2-5 2 16,1-6-2-16,-1-7 0 16,0-6 0-16,-2-5-2 0,0 1-24 15,0-1-16-15,-4-1-32 16,-6 1-47-16,-7 1-24 16</inkml:trace>
  <inkml:trace contextRef="#ctx0" brushRef="#br0" timeOffset="109085.02">4224 10806 385 0,'0'0'2'0,"-11"37"2"0,7-7-2 15,5 4-3-15,-1 6 3 16,0 1 8-16,0-3 5 15,3 0-10-15,1-6 0 16,2-5-3-16,1-3 2 0,0-4-3 16,2-4 0-16,2-5-1 15,3-5-1-15,1-5 4 16,4-1 2-16,5 0-3 16,-2-10 2-16,5-3-3 15,0 2 0-15,0 0 0 16,-5 1-21-16,-2 1-54 0,-4 2-45 15,-10 0-64-15</inkml:trace>
  <inkml:trace contextRef="#ctx0" brushRef="#br0" timeOffset="109299.86">4378 11014 445 0,'0'0'4'16,"0"0"15"-16,0 0-9 15,0 0-8-15,0 0-2 16,-21 52 0-16,31-33-2 0,3 2 2 16,1 2 0-16,1 1 0 15,1 3 0-15,-1 3-5 16,1 1-36-16,-3-1-15 16,-2-3-32-16,-3-3-12 15,-2-4-47-15</inkml:trace>
  <inkml:trace contextRef="#ctx0" brushRef="#br0" timeOffset="109661.34">4680 10944 423 0,'0'0'6'15,"0"0"1"-15,0 0-5 0,0 53 5 16,2-33 2-16,7-1 1 16,4-2 0-16,-2-1 1 15,5-6-8-15,2-1-1 16,0-5-2-16,1-4-1 16,2 0 0-16,-1-9 2 15,-2-5 3-15,-2-6-4 0,-5-5 5 16,-7-3-3-16,-4-7 1 15,0-3 5-15,-11-1-1 16,-9 5-1-16,-4 2 1 16,-3 8-2-16,0 10 0 15,-2 8-4-15,6 6 1 0,1 1-2 16,2 13-27-16,4 1-51 16,3 0-89-16</inkml:trace>
  <inkml:trace contextRef="#ctx0" brushRef="#br0" timeOffset="110231">4346 11849 344 0,'0'0'11'0,"-51"11"44"0,31 11-27 0,2 7-10 15,7 8-11-15,5 6-2 16,3-1 1-16,3-2 0 0,0-2 0 16,9-5-3-16,4-7-1 15,3-6-1-15,2-6 0 16,4-6 1-16,1-8-2 15,-1 0 4-15,-2-14 0 16,0-9 0-16,-7-8-4 16,-5-6-7-16,-6 0 7 0,-2-1-1 15,-10 0 0-15,-9 4 0 16,-4 6-1-16,-2 10-3 16,-2 5 1-16,3 9 1 15,2 4-6-15,2 2-8 0,7 10-3 16,3 1-21-16,6-2-23 15,4-6-43-15,0-5-60 16</inkml:trace>
  <inkml:trace contextRef="#ctx0" brushRef="#br0" timeOffset="110658.03">4503 11586 400 0,'0'0'1'15,"8"44"1"-15,0-10-2 0,1 5 11 16,-1 2 2-16,0 1-4 16,0 0 1-16,-1-5-4 15,0-1-4-15,-1-2-1 16,1-4 1-16,-2-3 1 16,-1-4-1-16,0-6-2 15,-1-7 0-15,-1-6 1 0,-2-4 3 16,0-3 4-16,0-12-5 15,0-7 0-15,0-2 1 16,0 0-3-16,6 1-3 16,4 3 3-16,3 9-2 0,5 7-2 15,0 4-1-15,4 4 2 16,1 11-2-16,-6 7 0 16,-3 2 1-16,-5 5 1 15,-5-1-4-15,-2 1 4 16,-2-3 2-16,-9-4 2 15,-4-2 2-15,-1-3-6 0,-1-6 7 16,1-1-3-16,-1-3-1 16,-1-5 0-16,3-2 0 15,1 0-7-15,4-2-22 16,5-11-12-16,3-4-65 0,0-7-34 16</inkml:trace>
  <inkml:trace contextRef="#ctx0" brushRef="#br0" timeOffset="110991.49">4938 11859 208 0,'0'0'10'0,"0"0"39"0,0 0-13 0,0 0 15 16,0 0 4-16,0 0-6 16,0 0-22-16,0 0-16 15,0 0 1-15,-23-7-3 16,7 20-1-16,5-2-4 0,1 4-2 15,8-3-3-15,2-1-3 16,7-2 2-16,9 1 0 16,8 0 0-16,3-1 1 15,5 3 3-15,-3-1-4 16,2 3-7-16,-6 2-17 0,-4 4 4 16,-9-1 3-16,-7 3 7 15,-5 1 5-15,-2-1 3 16,-13 0 7-16,-2-1 0 15,-6 2 0-15,-1-2-2 16,-1 3-1-16,-2-4-22 0,-1 0-68 16,-5 0-70-16</inkml:trace>
  <inkml:trace contextRef="#ctx0" brushRef="#br0" timeOffset="111475.89">4691 12569 379 0,'0'0'8'0,"0"0"21"0,0 0 1 0,0 0-13 0,-32 45-14 16,32-15-3-16,0 14 0 0,10 14 3 16,-1 18 3-16,4 16-1 15,5 16 3-15,-3 13-1 16,1 11 2-16,-3 4 3 16,-1 8 0-16,-4-1-3 15,-5 0-1-15,-3-1 1 0,0-2 0 16,-11-4-2-16,-1-9 0 15,1-15-1-15,0-13 5 16,2-18 6-16,4-20-6 16,3-13-9-16,2-14 1 15,0-9-3-15,0-6 0 0,0-7 0 16,5-1-12-16,1-1-16 16,0-3-8-16,0 3-4 15,-2 1 7-15,0 2 5 16,-1 0 4-16,-1 3-6 15,-2-2-6-15,0 1-26 0,0-3-27 16,-6-2-10-16</inkml:trace>
  <inkml:trace contextRef="#ctx0" brushRef="#br0" timeOffset="111867.11">4579 14877 265 0,'0'0'27'0,"0"0"31"0,0 0-7 15,-38 7-8-15,33-5-20 16,3 0-8-16,2 5-5 16,0 3-10-16,7 4 0 15,5 5 1-15,2 4 2 16,5 2 7-16,1-1 2 0,0-2-1 16,0-3-4-16,1-7-1 15,-6-4 2-15,1-5-4 16,1-3 1-16,-1-18 17 15,4-18-7-15,5-18-8 16,6-25-6-16,2-22-10 0,1-16-36 16,-9-12-98-16</inkml:trace>
  <inkml:trace contextRef="#ctx0" brushRef="#br0" timeOffset="112608.38">5011 10808 59 0,'0'0'8'0,"0"0"60"0,0 0-45 16,0 0 1-16,0 0-6 0,0 0 0 15,0 0 4-15,0 0-5 16,-12-40-7-16,12 34-6 16,0 2-3-16,2 3-1 15,8-2-1-15,-2 0-3 16,3-1-15-16,5-1-13 0,-1-2-12 15,4 0-27-15,-1-3-26 16</inkml:trace>
  <inkml:trace contextRef="#ctx0" brushRef="#br0" timeOffset="112864.32">5184 10667 75 0,'0'0'52'0,"0"0"7"0,0 0-29 16,0 0-2-16,0 0-13 15,0 0-4-15,0 0 9 16,-27 37-2-16,6-13-6 15,-2-1 6-15,-2 1 4 16,1 0-5-16,4-4-2 0,0-4 0 16,7-5-1-16,3-4-1 15,6-2 1-15,0-3-2 16,4 0-9-16,4 0-9 16,7 1 6-16,9 0 1 15,11 2-1-15,10-1 0 16,4 0 0-16,8 2 2 0,1-2-2 15,-3-1 0-15,-4-2-31 16,-7-1-32-16,-10 0-12 16,-8-3-7-16</inkml:trace>
  <inkml:trace contextRef="#ctx0" brushRef="#br0" timeOffset="113701.23">5030 10803 123 0,'0'0'11'0,"0"0"10"0,0 0 11 15,0 0-13-15,0 0-14 16,0 0-4-16,0 0-1 15,0 0 2-15,0 0 6 0,72-7 5 16,-25 2-4-16,11-1-1 16,9-1-3-16,10 4-1 15,10 4-1-15,4-1-1 16,5 10 0-16,7 3-1 16,7 2 0-16,5-3 4 0,8-2 2 15,8-3 5-15,5-7 0 16,9 0-2-16,9-4-2 15,3-9 1-15,-1-3 8 16,3-2 8-16,1-2-20 16,-3-2-2-16,-1-2-1 15,-2 1 4-15,6-1-4 0,-4 0 2 16,1-1 0-16,-3 5-1 16,-4-2 2-16,-4 2 2 15,-4 1 4-15,-7 1 0 16,-10 5-1-16,-6 3-2 0,-7 3-2 15,-9 3-1-15,-5 3-4 16,-7-1 13-16,-5 2-4 16,-1-1 1-16,-9-2 1 15,0 1 6-15,-5-1 0 16,-4-2-1-16,-2-1-6 16,-3-4-1-16,-3 0 0 0,-1-4-4 15,-6 2-1-15,1-4 1 16,-6 1-1-16,0 1 1 15,-3 0-5-15,-6 2 0 16,-5 1 0-16,0 1 0 0,-7 2-2 16,-4 1 2-16,-3 2-1 15,-4 1 0-15,-3 0-4 16,-4 2-17-16,-3 1-19 16,-3-3-18-16,-2-3 5 15,-2-2-63-15,-9-8-119 16</inkml:trace>
  <inkml:trace contextRef="#ctx0" brushRef="#br0" timeOffset="114119.01">10458 9958 361 0,'0'0'6'0,"0"0"8"0,0 0 12 0,0 0-24 15,0 0-1-15,0 0 1 16,0 0 12-16,29 43 4 16,-10-23 0-16,6 5-2 15,2 1 3-15,2 3-1 0,2 2-8 16,-2-1-3-16,-1-2-4 15,-2-4-2-15,-2-3-1 16,-6-6 0-16,-7-5 1 16,-2-5-1-16,-4 1 0 15,-3 1 0-15,-2-1 1 0,-2 4-1 16,-14 8 1-16,-6 8-1 16,-10 11 7-16,-8 11 20 15,-9 7-16-15,0 6-10 16,4-1 0-16,9-4-2 15,11-7-12-15,10-16-48 0,11-21-123 16</inkml:trace>
  <inkml:trace contextRef="#ctx0" brushRef="#br0" timeOffset="115084.47">10035 7259 53 0,'0'0'16'16,"0"0"-11"-16,0 0 18 0,15 39 9 0,-11-23-24 15,-4 1-1-15,2 3 6 16,-2-3-4-16,0 4 5 15,0-1 1-15,0-1-7 16,0-1 1-16,0 0-2 0,0-1-2 16,0-2-1-16,0 0 6 15,0-1 0-15,0 4-4 16,0 3 7-16,-2 5-1 16,0 9 8-16,2 6-6 15,0 10 9-15,0 9-3 0,0 7 3 16,0 8-8-16,8 9-7 15,-2 9 1-15,3 7-3 16,0 5-3-16,2 11 1 16,4-2-2-16,-1 2 1 15,1-2-1-15,2-3 0 0,-2-2 1 16,1-8-1-16,-5-2-1 16,-2-5 2-16,0-6-1 15,0-5 1-15,-3-5 0 16,1-4 4-16,0-5 4 15,0-5-4-15,1-5 0 0,1-3-4 16,3 0-1-16,-1-4 0 16,1-1-2-16,0 0 2 15,-1 3-3-15,-1-4 2 16,-4-2-1-16,1-2 1 16,-3-4-1-16,-2-7 0 15,-2-4 0-15,0-4 0 0,2-6-12 16,-2-5-24-16,0-7-56 15,0-9-70-15</inkml:trace>
  <inkml:trace contextRef="#ctx0" brushRef="#br0" timeOffset="115740.47">10379 11065 204 0,'0'0'8'0,"0"0"-9"0,0 0 2 0,0 0 0 15,-23 58 1-15,25-17 9 16,-2 9 17-16,0 14 23 16,0 10-16-16,0 15-11 15,0 12-10-15,0 11-11 16,0 16 13-16,-2 11 16 0,-6 13-10 16,-1 5 12-16,-1 6-15 15,-2-1 1-15,3-2-3 16,-3-4-11-16,5-8-12 15,1-9 27-15,2-7-11 16,6-4 4-16,-2-9-1 0,0-8-7 16,8-11 0-16,1-7 4 15,3-10-7-15,-4-11-2 16,1-7 1-16,1-10-2 16,-4-6 0-16,-4-6-2 15,-1-9-8-15,0-8-16 0,-1-7-16 16,0-6-16-16,-4-6-14 15,-10-7-51-15,-5 0-117 16</inkml:trace>
  <inkml:trace contextRef="#ctx0" brushRef="#br0" timeOffset="117256.88">6674 9839 185 0,'0'0'79'0,"0"0"-34"0,-41-3 25 0,28 15-35 16,2 8-22-16,1 9-6 15,0 6 0-15,5 6 1 16,-2 1-4-16,4 5-2 0,3-3-2 16,0-1 1-16,0-8-1 15,8-5 1-15,3-9 0 16,7-8 1-16,9-11 0 16,4-2-2-16,7-15 1 15,2-9 0-15,2-1 0 0,1-4 0 16,-7 1-1-16,-3 4 0 15,-8 4-15-15,-8 3-22 16,-5 5-31-16,-7 0 3 16,-5 2 3-16,-1-3-23 15</inkml:trace>
  <inkml:trace contextRef="#ctx0" brushRef="#br0" timeOffset="117412.93">6834 9961 192 0,'0'0'59'15,"-45"-1"50"-15,28 5-38 16,3 13-37-16,10 10-19 15,4 7-8-15,0 5-5 0,11 5-1 16,2 1 2-16,4-1-1 16,2-3-2-16,1 0-2 15,1-6-37-15,-2-6-22 16,-1-9-54-16,-2-11-55 16</inkml:trace>
  <inkml:trace contextRef="#ctx0" brushRef="#br0" timeOffset="117725.26">7080 10021 377 0,'0'0'19'15,"0"0"29"-15,0 0-48 0,0 54 5 16,0-17 11-16,0 1 7 16,0-1-5-16,7-6-8 15,1-3-3-15,6-9-2 16,1-6-3-16,4-7 0 0,1-6 0 15,2 0 1-15,0-15 0 16,-1-6 2-16,-2-10-2 16,-3-6 0-16,-5-6-2 15,-6-1 0-15,-5 0 0 16,-7 3-3-16,-13 8 1 0,-9 9-1 16,-7 10 0-16,0 14-2 15,1 2-2-15,3 17-22 16,4 3-51-16,12-8-122 15</inkml:trace>
  <inkml:trace contextRef="#ctx0" brushRef="#br0" timeOffset="118270.04">10917 9978 288 0,'0'0'46'0,"0"0"43"0,0 0-34 15,0 0-35-15,0 0-19 16,-37 37 4-16,32 6 4 0,3 5-2 16,-1-2-2-16,3-4-4 15,0-5 1-15,9-8 0 16,5-7-1-16,2-6 0 15,8-8 0-15,5-8 1 16,1 0 0-16,7-12-1 0,1-8-7 16,3-6-23-16,-6-1-16 15,-5 0-12-15,-9 2-49 16,-9 2-53-16</inkml:trace>
  <inkml:trace contextRef="#ctx0" brushRef="#br0" timeOffset="118441.12">11027 10137 297 0,'0'0'69'0,"0"0"-12"16,0 0-36-16,-33 53-10 15,35-26-4-15,0 3-5 16,7 1 0-16,2-1-2 0,2 1 0 16,-1 0 0-16,-1 2-18 15,-3-2-49-15,-1-4-71 16,-2-3-48-16</inkml:trace>
  <inkml:trace contextRef="#ctx0" brushRef="#br0" timeOffset="118783.31">11179 10167 371 0,'0'0'18'0,"0"0"37"16,0 0-39-16,0 0-10 15,0 0 9-15,6 51 5 16,3-26 1-16,3 0-9 16,1-4-7-16,3-2-4 15,-1-1 0-15,2-5-1 0,2-6 1 16,1-7 0-16,1 0-1 16,-2-11 2-16,0-12 0 15,1-8 0-15,-9-7 0 16,-4-8 0-16,-6-1-2 0,-1 0 1 15,-17 6-1-15,-14 7 1 16,-8 11-1-16,-5 16-1 16,-2 7 0-16,2 20-1 15,6 8-11-15,9-2-72 16,9-13-145-16</inkml:trace>
  <inkml:trace contextRef="#ctx0" brushRef="#br0" timeOffset="137161.9">15149 5818 165 0,'0'0'54'0,"0"0"-20"0,-21-38 14 0,4 31 0 16,-4 7-5-16,-5 0-16 16,1 16-9-16,1 6-5 15,1 5-6-15,0 8-2 16,8 4-2-16,4 2-2 0,7-1-1 15,4 1 1-15,2-2-1 16,13-5 1-16,5-6-1 16,7-8 0-16,4-7 0 15,1-13 0-15,3 0 1 16,2-18 1-16,-2-10-1 0,-4-9 0 16,-3-7-1-16,-7-2 1 15,-7-3-1-15,-12 0 1 16,-2 2 0-16,-14 5 1 15,-9 7 0-15,-5 9-2 16,-5 8 1-16,0 9-2 16,-2 9-1-16,2 0 0 0,6 15-1 15,5 3-28-15,8 1-17 16,4 2-28-16,9-4 16 16,1-4-30-16</inkml:trace>
  <inkml:trace contextRef="#ctx0" brushRef="#br0" timeOffset="138047.31">15313 5666 336 0,'0'0'5'0,"0"0"51"0,0 0-49 16,0 0-3-16,0 0 2 15,32 60 11-15,-24-29 0 16,0 5-8-16,-1 2-2 15,1 3-4-15,-3 0-2 16,2 1 0-16,-3-4-1 16,-2-4 1-16,-1-7 0 0,-1-6-1 15,0-6 1-15,0-6 0 16,-1-4 0-16,-3-4 1 16,2-1 0-16,-5 0 1 15,4 0-2-15,-1-6-1 0,2-2 0 16,2-2 1-16,0-1-1 15,0-1 0-15,6 1 0 16,2 0 1-16,-2-2-1 16,3 3-1-16,-1 0 2 15,3 0 1-15,1 3 2 0,-1 3 1 16,3 2-1-16,1 2-2 16,-1 0-2-16,-1 5 2 15,1 3-2-15,-5 3 1 16,-1 2-1-16,-5 1 0 15,-1-1 0-15,-2 3 2 16,0-3-2-16,-4 2 0 0,-6-4 1 16,-2 1-1-16,-4-1-1 15,0-2 1-15,1-2-3 16,1-3-1-16,2 0 0 16,6-2 4-16,0-1-2 15,4-1 2-15,2 0 0 0,0 0 0 16,8 0-1-16,8-5 1 15,4-7 0-15,7-2 1 16,6-5-1-16,5-3 2 16,-2-8-2-16,2 3 0 15,-6-7 1-15,-2 3 0 0,-6 1 0 16,-5 2-1-16,-7 4 0 16,-4 4 1-16,-4 5 1 15,-3 5 4-15,-2 3 0 16,1 7 0-16,0 0-5 0,-3 2-2 15,0 9 2-15,-3 2-1 16,2 1 0-16,3 4 0 16,1 2-1-16,0-1 2 15,13-1-1-15,-2 2 1 16,1 1 0-16,1-5-2 16,-3 1 2-16,1-4 1 0,-3 0-1 15,-4-5-1-15,-3-2 1 16,-1 1 1-16,-5-3-1 15,-8 0 1-15,-5 1-1 16,-3-1-1-16,-5 0 1 16,1 2-2-16,3-2 1 0,0-1-12 15,8-1-21-15,3 0-13 16,8-2-35-16,3 0-53 16</inkml:trace>
  <inkml:trace contextRef="#ctx0" brushRef="#br0" timeOffset="138188.26">16020 5972 425 0,'0'0'23'0,"0"0"32"0,0 0-26 16,0 0-24-16,0 0-4 16,0 0-2-16,0 0-29 0,0 0-114 15</inkml:trace>
  <inkml:trace contextRef="#ctx0" brushRef="#br0" timeOffset="140022">15419 6439 165 0,'1'0'39'0,"-1"0"10"0,0 0-21 0,0 0-14 15,0 0-3-15,0 0-2 16,0 0-6-16,0 0-3 16,0 4-1-16,0 1 1 15,0 3 0-15,0 3-2 0,0-1-48 16,-10 2-93-16</inkml:trace>
  <inkml:trace contextRef="#ctx0" brushRef="#br0" timeOffset="140273.32">15209 7835 387 0,'0'0'14'0,"0"0"8"15,0 0-15-15,0 0-6 16,0 0-2-16,0 0-25 0,0 0-51 16,0 0-15-16,15-7-86 15</inkml:trace>
  <inkml:trace contextRef="#ctx0" brushRef="#br0" timeOffset="140445.38">15267 8879 366 0,'0'0'60'0,"0"0"-61"16,0 51-6-16,2-24-9 15,-2 6-84-15,0 2-2 16</inkml:trace>
  <inkml:trace contextRef="#ctx0" brushRef="#br0" timeOffset="140613.96">15408 10053 425 0,'0'43'4'16,"0"-9"0"-16,-3 3 7 15,1 2 5-15,0 2-13 16,0 1-2-16,0-3-49 16,0-7-112-16</inkml:trace>
  <inkml:trace contextRef="#ctx0" brushRef="#br0" timeOffset="140798.57">15353 11459 513 0,'-6'50'-6'16,"8"-4"-21"-16,-2-1-79 0,7-1-33 15</inkml:trace>
  <inkml:trace contextRef="#ctx0" brushRef="#br0" timeOffset="141020.26">15437 13068 506 0,'0'55'-28'0,"0"-5"15"16,4 1-52-16,10 0-53 15</inkml:trace>
  <inkml:trace contextRef="#ctx0" brushRef="#br0" timeOffset="141191.6">15436 14431 420 0,'0'47'105'16,"3"-4"-112"-16,7 2 6 15,9 7-4-15,-1 2-49 16,-2-5-146-16</inkml:trace>
  <inkml:trace contextRef="#ctx0" brushRef="#br0" timeOffset="141987.04">15526 15304 406 0,'0'0'29'0,"0"0"5"16,0 0-16-16,0 0-9 0,0 0-8 15,0 0 0-15,0 0-2 16,50 0 1-16,-33 6-29 15,-3-5-82-15,-1-1-75 16</inkml:trace>
  <inkml:trace contextRef="#ctx0" brushRef="#br0" timeOffset="143105.25">15195 16622 128 0,'0'0'-5'0,"0"0"6"16,0 0 0-16,0-39 2 15,0 32 3-15,0 1 5 0,-4 3 11 16,1 1 7-16,-1 2-3 16,-4 0-3-16,3 9-4 15,-6 11-1-15,1 5 7 16,0 8 2-16,-2 5 4 16,1 2-16-16,2 4-6 0,2-3-4 15,-1-2-3-15,3-7-1 16,1-7 0-16,1-7 0 15,2-9-1-15,1-7 1 16,0-2 13-16,4-7 16 16,5-8-26-16,5-4-3 0,3-1 0 15,3-2-1-15,2 3 0 16,5 5 1-16,0 4-1 16,2 7 0-16,0 3 0 15,0 6 0-15,-2 12 0 16,-6 9 0-16,-4 5-1 0,-3 4 1 15,-8 1 0-15,-6 0 0 16,0-1 1-16,-8-6 0 16,-9-3 0-16,-3-4 0 15,-4-2 2-15,-3-1 2 16,-2-2-3-16,-2-2-1 0,2-1 0 16,2-2 0-16,4-4-1 15,4-4 1-15,2-5-3 16,7 0-29-16,3-1-29 15,6-15-23-15,1-7-14 16</inkml:trace>
  <inkml:trace contextRef="#ctx0" brushRef="#br0" timeOffset="143352.01">15113 16666 261 0,'0'0'4'0,"0"0"30"0,0 0 23 0,0 0-9 0,0 0-18 15,0 0-14-15,0 0-9 16,11-38 0-16,15 32-1 0,6 2 1 16,4-2-3-16,2 1-3 15,4 2 0-15,-1-3-1 16,-1 3 0-16,0 0-13 15,-2 1-38-15,-6-1-38 16,-1-3 7-16,-2-1-41 0</inkml:trace>
  <inkml:trace contextRef="#ctx0" brushRef="#br0" timeOffset="143745.79">15709 16624 255 0,'0'0'2'15,"0"0"34"-15,-41 22 1 16,24-7 23-16,-3 5-25 16,0 5-15-16,-2 6 8 15,5 2-6-15,2 7-10 0,5-2-7 16,7 4-1-16,3-3-2 16,0-6 0-16,13-2-2 15,4-7 1-15,6-8-1 16,6-8 2-16,6-8-2 15,0 0 1-15,1-14-1 16,-2-5 1-16,-1-10 2 0,-6-4-2 16,-10-4-1-16,-3 0 2 15,-11-4-1-15,-3 1 2 16,-13-2 1-16,-13 3-3 16,-7 4 1-16,-10 5-3 0,-3 9 2 15,0 10-1-15,2 9-2 16,6 2 0-16,7 13-13 15,8 8-30-15,8 2-40 16,8-3-28-16,7-3-22 16</inkml:trace>
  <inkml:trace contextRef="#ctx0" brushRef="#br0" timeOffset="145176.98">16154 16770 201 0,'-7'-7'42'0,"3"1"21"0,-2 3-2 0,5 0-15 16,1-1-14-16,0 4-19 15,3 0-9-15,10 0-4 16,5 0 0-16,6 0 0 16,2 0 0-16,1 0 0 0,-2 4-4 15,0-1-31-15,-4 2-37 16,-7-2-9-16,-4-1-22 16</inkml:trace>
  <inkml:trace contextRef="#ctx0" brushRef="#br0" timeOffset="145364.32">16116 16896 22 0,'0'0'236'15,"0"0"-216"-15,0 0 1 0,0 0-14 16,0 0 8-16,0 0 5 16,63 17-6-16,-24-26-6 15,5-2-7-15,5-3 0 16,-1 0 0-16,2 1-7 15,-3-1-44-15,-2 3-17 16,-5-5-39-16</inkml:trace>
  <inkml:trace contextRef="#ctx0" brushRef="#br0" timeOffset="145922.99">16668 16659 265 0,'0'0'4'15,"0"0"34"-15,0 0 1 0,0 0-5 16,0 0-31-16,0 0 10 16,0 0 10-16,5 53 3 15,6-25-8-15,-2 1-6 16,-2 3-5-16,2 2-3 15,-4-1-2-15,-1-2 0 0,0-2-1 16,-4-8-1-16,0-7 1 16,0-4-1-16,0-6 3 15,0-4-2-15,0 0 28 16,-6-4-13-16,-1-9-13 16,-2-5 0-16,2-5 0 0,0-3-2 15,5-5 1-15,2-1-1 16,0-2-2-16,3 2 2 15,12 2-2-15,5 2 1 16,2 7 1-16,4 2-1 16,-1 5 0-16,2 7 0 0,0 3 0 15,-4 3-1-15,0 1 1 16,-2 3 0-16,-2 6 0 16,-2 7-1-16,1 2 1 15,-5 1 1-15,-1 3-1 16,-3 2 0-16,-1 2 0 15,-3-1 0-15,-2 3 0 0,-3-1-1 16,0-2 1-16,0 1-5 16,0-4-22-16,0-2-10 15,0-1-23-15,0-5-42 16,0-7 15-16,1-7-114 16</inkml:trace>
  <inkml:trace contextRef="#ctx0" brushRef="#br0" timeOffset="146454.79">17236 17038 397 0,'0'0'3'0,"0"0"34"0,0 0-14 0,0 0 0 15,0 0-11-15,0 0-7 0,0 0 3 16,0 0 2-16,0 0 1 15,-4-44-5-15,8 33-3 16,7-2 1-16,5 2-3 16,2 0-1-16,7 3 0 15,-1 1 0-15,1 7 1 16,-3 0-2-16,0 5 1 0,-6 7-2 16,-3 7-3-16,-4 4 1 15,-5 3-3-15,-4 2-2 16,0 1-12-16,-4 0 19 15,-7 0 1-15,-3-1-2 16,-1-3 1-16,-1-2 0 0,3-2 1 16,4-4 1-16,0-3 0 15,4-5 0-15,5-1 0 16,0-2 0-16,2-5 0 16,11-1 1-16,8 0 0 15,4-2 0-15,10-8 0 0,8-2 1 16,6 0 5-16,-1 0 8 15,3 2-11-15,-6 0-2 16,-6 5 5-16,-8 1 0 16,-8 2-2-16,-5 1 0 15,-7 1 3-15,-2 0-5 0,-5 0-2 16,-4 0 0-16,0 3-2 16,-2 2-5-16,-6 1-31 15,-2-5-45-15,-1-1-90 16</inkml:trace>
  <inkml:trace contextRef="#ctx0" brushRef="#br0" timeOffset="148435.1">17842 6178 253 0,'0'0'5'0,"0"-2"44"0,0-4-11 16,0 2 2-16,0 1-23 15,0 1-7-15,0 0-4 16,0 2-1-16,-1 0-4 16,1 0 0-16,0 0-1 0,0 0 0 15,0 0-1-15,0 0-2 16,0 3-14-16,-2 6-35 16,-2 1-22-16,-1 1-33 15</inkml:trace>
  <inkml:trace contextRef="#ctx0" brushRef="#br0" timeOffset="148742.15">17672 7290 413 0,'0'0'-3'15,"0"0"7"-15,0 0-4 16,0 0-3-16,0 0-83 0,0 0 23 15,0 0-9-15,0 0-64 16</inkml:trace>
  <inkml:trace contextRef="#ctx0" brushRef="#br0" timeOffset="149351.1">17800 6514 217 0,'0'0'-4'0,"-28"42"5"0,13-10 0 15,-1 11 9-15,-4 5-4 16,3 4-2-16,0 1-3 16,0-5-1-16,3-8 1 0,1-6-1 15,4-14 0-15,4-7 0 16,3-12 1-16,2-1 64 15,2-12-51-15,8-7-12 16,2-2-1-16,3-3 1 16,0-2-1-16,5 2-1 0,-1 3 1 15,6 1 1-15,0 4 14 16,5 6 13-16,2 6-1 16,4 4-11-16,-2 4-10 15,2 13-4-15,0 3-3 16,-7 4 0-16,-3 2-2 0,-3-1-39 15,-5 0-35-15,-5-6 8 16,-9-4-50-16</inkml:trace>
  <inkml:trace contextRef="#ctx0" brushRef="#br0" timeOffset="149932.79">17856 6835 109 0,'0'0'17'0,"0"0"5"0,0 0-19 15,0 0 17-15,-15 60 4 16,13-20-3-16,0 11 4 0,-3 16 1 15,4 13-11-15,-1 14-2 16,1 11-5-16,-1 9-2 16,2 9 1-16,0 4-4 15,0 2 0-15,-2 0 1 16,0 2 1-16,-2-2 2 0,-2 2 0 16,2-2 1-16,0-2 0 15,1 1 2-15,1-3 1 16,2-2 3-16,0 1-7 15,0 0-1-15,-2 3-2 16,-2 5 0-16,-2 6 2 0,-4 15 3 16,1 8 4-16,0 6-8 15,2 9-1-15,0 10-3 16,1 6-5-16,-3 7-6 16,-3 11-8-16,0 6-6 15,-2 6 1-15,2-4-9 0,4-5-15 16,-1-12 45-16,2-21-21 15,0-21 10-15,-4-20 7 16,-2-21 4-16,0-18 2 16,0-17-2-16,3-13 4 15,4-9 0-15,4-11 4 0,2-9 0 16,2-10-2-16,6-8-4 16,-5-9-14-16,-1-11-157 15</inkml:trace>
  <inkml:trace contextRef="#ctx0" brushRef="#br0" timeOffset="150807.24">17102 13489 236 0,'0'0'49'0,"0"0"-11"0,0 0-34 16,-9 48 10-16,0-19-1 0,-3 1-6 16,4 0-4-16,1-3-1 15,5-6 0-15,2-5-1 16,0-6 0-16,11-5 1 16,8-5 3-16,5 0 8 15,4 0-3-15,3 0-4 0,-2 0-4 16,-3 6 0-16,-6 9-2 15,-9 7 0-15,-7 3 0 16,-4 5 0-16,-5 1 1 16,-9-1-1-16,-5-3 1 15,-2-4 0-15,0-5-1 0,-3-3-2 16,-2-4-23-16,1-5-15 16,-2-5-50-16,-1-1-6 15</inkml:trace>
  <inkml:trace contextRef="#ctx0" brushRef="#br0" timeOffset="150963.29">16988 13690 275 0,'36'-32'28'16,"8"-5"-15"-16,8-1 15 16,6 1-4-16,1 3-17 15,-1 5-6-15,-3 5 0 0,-4 6-19 16,-10 4-57-16,-5 2-27 15</inkml:trace>
  <inkml:trace contextRef="#ctx0" brushRef="#br0" timeOffset="151245.04">17498 13526 271 0,'0'0'28'0,"-28"67"25"16,19-35-18-16,7 1-20 15,2-3-10-15,5-4 4 16,9-5 1-16,5-8-5 15,4-4 2-15,6-9 2 0,2-1 6 16,1-15-5-16,1-5-5 16,-2-7 2-16,-6-5-3 15,-9 0 0-15,-5-2-1 16,-8-2-3-16,-3 3 2 16,-10 3-2-16,-10 5-1 15,-5 8 0-15,-8 8-7 0,-2 10-4 16,-2 1-10-16,1 16-11 15,7 8-12-15,5 3-33 16,4 2-21-16,9 0-20 16</inkml:trace>
  <inkml:trace contextRef="#ctx0" brushRef="#br0" timeOffset="151631.32">17989 13440 354 0,'0'0'2'0,"0"0"9"16,-42 31-6-16,28-2 8 0,1 3-5 16,4 2-2-16,6 0 7 15,3-7-1-15,4-3-7 16,11-7-3-16,7-7 0 15,5-8 1-15,2-2-1 16,1-9-1-16,-4-11 3 0,0-4-3 16,-9-6 1-16,-7-1-1 15,-8-2 0-15,-2 2 0 16,-15 1 0-16,-11 5-2 16,-6 3 1-16,-8 9 0 15,-1 4 0-15,3 7-1 0,2 2 0 16,8 0 0-16,10 0-20 15,9 2-21-15,9-2-31 16,0 0-32-16,18-5 30 16</inkml:trace>
  <inkml:trace contextRef="#ctx0" brushRef="#br0" timeOffset="152023.01">18131 13232 248 0,'0'0'20'16,"0"0"25"-16,18 51 2 15,-13-16-11-15,0 4-21 16,-1 4-6-16,1 2-4 0,-3-1-3 16,2-4 0-16,1-6-1 15,-1-6 0-15,-2-11-1 16,4-7 1-16,-2-9-1 16,0-1 4-16,-2-15 1 15,2-5-3-15,1-7-2 0,0-5 2 16,6-2-1-16,-2 2-1 15,5 5 6-15,1 6-4 16,1 8-1-16,-1 6-1 16,-2 7-1-16,-3 6 1 15,-4 9-1-15,-3 5 1 0,-3 5 0 16,0-2 0-16,-2 2-1 16,-5-1 2-16,-5-3-1 15,-1-5-1-15,0-2-4 16,-1-4-4-16,1-3 0 15,-1-4-3-15,1-3 4 0,1 0-2 16,4 0-2-16,3-7 4 16,4-3-5-16,1 0-44 15,8-4-35-15,8 1 17 16</inkml:trace>
  <inkml:trace contextRef="#ctx0" brushRef="#br0" timeOffset="152289.09">18526 13387 152 0,'0'0'37'0,"0"0"21"0,0 0 1 16,0 0-16-16,0 0-22 0,0 0 2 15,-41-34-2-15,26 45-9 16,1 2-6-16,6 5-4 16,5 2-1-16,3 0 0 15,4 0-1-15,12 1 0 16,6-1 2-16,1-1-2 0,0-2 0 15,1-2 1-15,-8-2 1 16,-6 0-2-16,-6-3 0 16,-4 2 0-16,-8 1 1 15,-13 0 0-15,-6 3 0 16,-5 2-3-16,-11 4-25 0,-4 1-33 16,-4-1-77-16</inkml:trace>
  <inkml:trace contextRef="#ctx0" brushRef="#br0" timeOffset="152661.24">17730 14195 259 0,'0'0'151'0,"0"0"-143"16,0 0 12-16,0 0-21 15,-2 58 2-15,2 7 8 16,0 15 19-16,2 18 4 0,5 10-6 16,1 7 2-16,-1 5-17 15,2-3-4-15,0-7-5 16,-1-11 0-16,1-10-2 15,1-12 0-15,-5-13 0 16,3-5-1-16,-4-11-10 0,-3-9-16 16,-1-5-24-16,0-9-11 15,-1-10-39-15,-8-8-55 16</inkml:trace>
  <inkml:trace contextRef="#ctx0" brushRef="#br0" timeOffset="152880.21">17649 15547 384 0,'0'0'7'16,"0"0"21"-16,0 0-12 15,0 0-12-15,0 0 6 0,0 0 9 16,3 44 5-16,11-30-1 16,5-1-3-16,-1-3-9 15,5-4-5-15,-1-2-2 16,5-4-1-16,2-4-1 15,6-14 0-15,3-10-1 0,5-13 0 16,2-11 0-16,4-10-13 16,-3-11-30-16,-3-14-49 15,-5-11-135-15</inkml:trace>
  <inkml:trace contextRef="#ctx0" brushRef="#br0" timeOffset="153722.26">20260 5895 210 0,'0'0'65'0,"-12"60"-64"0,-5-22 13 0,-5 10 21 16,-1 2-22-16,1 1-5 15,-2-3-4-15,5-5-1 16,0-10-2-16,5-8 4 16,7-12 6-16,5-13 8 15,2-1 30-15,4-19-40 0,10-9-7 16,4-5-1-16,4-3-1 15,5-4 0-15,2 2 0 16,-1 0 0-16,5 3-1 16,0 8 2-16,0 8-2 15,1 13 2-15,-2 7 1 0,1 10-1 16,-2 14 0-16,0 7-1 16,-2 2 0-16,-4 4 0 15,-5-3-1-15,0-1-5 16,-6-3-28-16,-7-3-20 15,-5-6-26-15,-2-4-20 0</inkml:trace>
  <inkml:trace contextRef="#ctx0" brushRef="#br0" timeOffset="154175.92">20399 6050 225 0,'0'0'31'0,"0"0"-3"15,0 0 18-15,0 0-17 16,0 0-21-16,0 0 4 16,-34 84 11-16,28-22 4 15,1 15-4-15,-3 18-5 0,2 21-6 16,1 14 1-16,2 19 9 16,2 9-6-16,1 12-7 15,0 9-3-15,0 4 0 16,0 2 3-16,3 1 0 0,-1-1 0 15,-1-1 0-15,0-1-2 16,-1-3 3-16,0 1 6 16,-7-5-1-16,-3 3 4 15,-4-6-7-15,-2 0-2 16,-2-1-5-16,-1-4-3 16,0-7-1-16,-1-10-1 0,1-4 1 15,2-12 0-15,0-11-2 16,-1-13 1-16,5-8 1 15,1-10-1-15,3-13 0 16,5-10 0-16,2-11 0 16,2-13-3-16,0-8-10 0,2-13-19 15,2-7-23-15,-3-13-49 16,-1-5-28-16,-3-21-127 16</inkml:trace>
  <inkml:trace contextRef="#ctx0" brushRef="#br0" timeOffset="154608.89">19424 12225 363 0,'0'0'36'0,"0"0"14"0,0 0-16 0,0 0-28 0,0 0-4 16,0 0-1-16,0 0 2 15,0 0-3-15,0 0 0 16,0 0 0-16,63 33 2 16,-30-20-2-16,3 5 1 15,-4 3-1-15,-4 6 0 16,-7 5 1-16,-10 3-1 0,-7 4 0 16,-4-3 1-16,-6-1 0 15,-9-6-1-15,-2-4 0 16,-3-7 0-16,0-7-20 15,-1-5-42-15,-1-6-49 16,0-10-32-16</inkml:trace>
  <inkml:trace contextRef="#ctx0" brushRef="#br0" timeOffset="154958.03">19504 12083 411 0,'0'0'2'0,"54"-58"17"16,-16 31-12-16,7 1 3 15,5 2-7-15,4 4-1 16,0 0-2-16,-3 5 1 16,-9 6-1-16,-7 7 0 15,-9 2 1-15,-10 12-2 0,-11 15 1 16,-5 6 1-16,0 7 11 16,-5 2 12-16,-4 2-3 15,1-3-3-15,2-2-9 16,5-6-5-16,1-7-2 15,0-6-1-15,7-6-1 0,10-6 2 16,1-8-1-16,5-2 0 16,-3-13 0-16,2-4 1 15,-6-5-2-15,-5-4-2 16,-7-2-2-16,-4-4-9 16,-2-2-6-16,-11 3-1 0,-3 4-1 15,-4 3 2-15,3 8-29 16,2 5-20-16,3 3-47 15,7 7-53-15</inkml:trace>
  <inkml:trace contextRef="#ctx0" brushRef="#br0" timeOffset="155663.24">20506 11915 378 0,'0'0'9'0,"0"0"20"15,-20 46 0-15,2-18 13 16,-3 2-23-16,1 3 16 16,3-2-15-16,5 0-13 15,6-8-5-15,5 0-1 16,1-6 0-16,8-6 0 16,10-6 0-16,2-5-2 0,2-2 1 15,0-12-3-15,-1-9-2 16,-2-3-2-16,-7-5 3 15,-7-4 2-15,-5-2 0 16,-1 2-6-16,-15 2-6 0,-6 4 2 16,-4 4 4-16,-2 6-3 15,2 6-6-15,5 3-11 16,4 4-15-16,5 0-13 16,12 3-32-16,0-3 19 15,16-1-36-15,9-1 42 16,4 1 58-16,4 3 18 0,3 4 60 15,-6 0-4-15,1 11-16 16,-4 11 14-16,-3 7-20 16,-6 6-22-16,-3 5-9 15,-5 1-2-15,-4 2-4 16,-4-2-4-16,-2-3-4 0,0-8 0 16,-7-4-1-16,1-8 1 15,-2-8-1-15,2-7 0 16,1-3 3-16,4-7-3 15,1-10 0-15,0-6 0 16,4 2-1-16,2 2 1 0,4 2-1 16,-3 5 1-16,3 6-1 15,0 6 0-15,-4 0 0 16,1 7 0-16,-2 7 0 16,0 0 0-16,-1 2 0 15,0-3 0-15,-4-2-1 0,1-1-3 16,0-7-6-16,0 1 0 15,1-4 1-15,-1 0 2 16,2 0 6-16,-1-3-1 16,0-1-6-16,2-3 0 15,1-1-3-15,2 2-18 0,2 0-34 16,-2 2-5-16,3 1-13 16,0 1-27-16</inkml:trace>
  <inkml:trace contextRef="#ctx0" brushRef="#br0" timeOffset="155950.13">20817 12130 11 0,'0'0'40'0,"0"0"9"0,0 0 1 0,0 0-4 0,0 0 5 16,0 0 11-16,39 10-14 15,-29-20-11-15,1-1-6 16,0-3-7-16,5-4-1 16,-1-3-2-16,1 1-10 0,-1 0-2 15,2 2-2-15,-2 1 1 16,1 5-4-16,-3 7 3 15,1 5-3-15,-3 0-3 16,-1 12 0-16,-4 7 0 16,0 5-1-16,-4 3 0 15,-2 0 0-15,0 1 1 0,-13-2-1 16,-1-2 0-16,-8 0-6 16,-3-1-32-16,-6-2-16 15,-3-2-38-15,-5-2-75 16</inkml:trace>
  <inkml:trace contextRef="#ctx0" brushRef="#br0" timeOffset="156547.09">20000 13408 218 0,'0'0'8'0,"0"0"19"0,0 0-24 0,1 67 15 16,0-9 20-16,-5 19 4 0,-1 18-9 16,2 15 5-16,3 14-13 15,0 11 1-15,0 9-2 16,6 8-7-16,3-6-6 16,0-1-2-16,-2-10-2 15,-1-12-3-15,-4-13 0 0,1-18-3 16,0-12 1-16,-1-15-1 15,0-10 1-15,1-14-1 16,1-8-2-16,-1-12 1 16,2-6-3-16,-2-7-32 15,0-5-14-15,-2-3-2 16,-1-6-28-16,0-11-118 0</inkml:trace>
  <inkml:trace contextRef="#ctx0" brushRef="#br0" timeOffset="156802.85">19806 15395 370 0,'0'0'4'0,"-2"46"-1"16,4-17 17-16,14 1 19 15,6 3-7-15,5-6-15 0,6-5-2 16,1-6 0-16,3-6-8 15,2-3 7-15,-3-7-6 16,0 0-2-16,2-14-3 16,0-11 3-16,-1-10-2 0,-1-9 0 15,-5-7 0-15,-5-5-1 16,-4-3-2-16,-11-2 0 16,-5-1-19-16,-6-8-65 15,0-5-56-15</inkml:trace>
  <inkml:trace contextRef="#ctx0" brushRef="#br0" timeOffset="157734.26">22586 5750 216 0,'0'0'28'0,"0"0"-8"0,0 0-7 0,0 0-11 15,0 0 1-15,-29 47 1 16,9-23 0-16,0 2-3 16,-3 0 1-16,6-1-1 15,1-3 0-15,5-6 1 0,2-3-2 16,6-7 0-16,3-6 0 15,2-2 8-15,11-12-2 16,5-4-4-16,4-5-2 16,3-3 2-16,3-1-1 0,-1 2 0 15,-2 2 4-15,-4 5 18 16,0 6-2-16,-2 5-4 16,-2 7-4-16,-1 0-10 15,-1 13 0-15,1 7-1 16,-3 4 1-16,1 1-25 15,-5 3-33-15,-1-6-27 0,-3-2-28 16</inkml:trace>
  <inkml:trace contextRef="#ctx0" brushRef="#br0" timeOffset="158274.16">22627 5849 168 0,'0'0'15'16,"0"0"17"-16,0 0 1 0,0 0-12 15,0 0-6-15,0 0-10 16,0 0-1-16,0 0 9 16,0 0 13-16,-14 43-4 15,15-11 0-15,1 9-9 16,-2 8-2-16,1 10 0 0,-1 15-3 15,0 15 2-15,-2 13-1 16,-2 20 0-16,-3 17-3 16,1 18 5-16,1 7 6 15,1 6 3-15,2 3-8 16,2-3-5-16,0-1-1 0,0-11 1 16,0-2 4-16,2-5-3 15,5-4-1-15,-2 1 0 16,1-6 2-16,0 4-2 15,0-4-1-15,2 3 3 16,-3-3-1-16,3 0-4 0,-1-3-2 16,2-5-1-16,0-2-1 15,0-1 1-15,0-6 0 16,-2-6-1-16,-1-1 0 16,-3-6 0-16,-1-4 1 15,-2-3 1-15,0-7 1 0,0-4 0 16,-5-4-1-16,-5-8 0 15,-2-7 0-15,3-7-2 16,0-11 1-16,-4-5 0 16,4-13-1-16,2-6 0 15,-2-11-18-15,-1-9-39 16,0-13-56-16,-8-10-106 0</inkml:trace>
  <inkml:trace contextRef="#ctx0" brushRef="#br0" timeOffset="158879.14">22001 11688 390 0,'0'0'68'0,"0"0"-60"0,0 0 9 0,0 0-17 0,0 0 2 16,-29 54-2-16,27-24 1 15,2 1-1-15,9-5 0 16,7-2 0-16,10-1 1 16,1 2-1-16,3 0 1 0,-2 3-1 15,-3 0 0-15,-8 2-2 16,-5-3 1-16,-11 2 1 16,-1-4 0-16,-14-1 0 15,-9-4 0-15,-2-4 1 16,-4-3-1-16,-3-4 0 15,0-2 1-15,-1-5-2 0,4-2 0 16,1 0-10-16,4-13-12 16,6-5-20-16,6-14-53 15,8-9-84-15</inkml:trace>
  <inkml:trace contextRef="#ctx0" brushRef="#br0" timeOffset="159270.07">22023 11732 307 0,'0'0'5'0,"67"-47"42"15,-33 30-26-15,2 5-10 16,-1 5-8-16,0 4-3 16,-1 3 2-16,0 0-6 0,-4 0-23 15,-2 4-31-15,-3 7-1 16,-11 3 35-16,-3 5 19 16,-7 5 5-16,-4 6 17 15,0 4 32-15,-4 2-2 16,-3 1-16-16,5-1-17 0,2-3-2 15,2-6-7-15,12-3-2 16,2-10 1-16,8-9 5 16,3-5 5-16,2-6-2 15,1-13-5-15,0-6-4 16,-5 0 0-16,-6-4-2 0,-5-4 1 16,-9 2-1-16,-5-3-1 15,-3 1 1-15,-15 2-1 16,-5 4-3-16,-4 4-4 15,-5 9 2-15,-2 10-1 16,3 4-1-16,5 1-7 0,4 13-4 16,7 3-4-16,9 1-9 15,6 1-29-15,3-4-6 16,14-2-23-16</inkml:trace>
  <inkml:trace contextRef="#ctx0" brushRef="#br0" timeOffset="159676.16">22961 11765 316 0,'0'0'25'0,"0"0"32"0,0 0-49 16,0 0 7-16,-19 38-1 15,13-18-2-15,3 0-5 16,4 1 1-16,-1-2-1 16,6-1-4-16,5-4-1 15,3-4-1-15,3-5 0 0,1-5 1 16,-2 0 0-16,0-9 0 15,-2-8-1-15,-3-3 1 16,-7 0-1-16,-4-7 0 16,0 0 0-16,-7-1 0 0,-12-2-1 15,-1 4 0-15,-6 5-4 16,0 4-8-16,-1 9-13 16,4 6-26-16,1 0-42 15,9-1-22-15</inkml:trace>
  <inkml:trace contextRef="#ctx0" brushRef="#br0" timeOffset="160238.2">23154 11551 391 0,'0'0'10'0,"0"0"2"16,20 59 4-16,-15-26 0 15,-2 2-8-15,-1 2 1 0,-2-4-3 16,0 1 1-16,0-7-1 15,-1-4-3-15,-3-6-2 16,2-5 0-16,-1-6 0 16,3-6 0-16,0 0 7 0,5-13-7 15,6-4 1-15,7-4-2 16,4 1 1-16,3 6-2 16,-2 3 2-16,1 8-2 15,-8 4 1-15,-2 9-1 16,-9 9 1-16,-4 3 0 0,-1 1-3 15,-8 1-6-15,-7 0-2 16,-3-4 4-16,0-1-5 16,1-5-9-16,3-1-16 15,0-6-17-15,6-6-26 16,4-1 22-16,4-1 14 16,0-11-12-16,8-2-14 0,8-1 60 15,2-1 35-15,7 0 51 16,1-1-5-16,3 0-4 15,5-1 3-15,4-2-22 16,5-3-13-16,3 1-6 16,-1 0-11-16,-4 4-3 0,-4 5-3 15,-6 7 3-15,-6 6-3 16,-9 7-7-16,-9 12-3 16,-6 5 1-16,-1 3-2 15,-11 0 0-15,-9 1-1 0,-7-1 0 16,-4 2-3-16,-10-2-41 15,-3-3-40-15,-9-6-143 16</inkml:trace>
  <inkml:trace contextRef="#ctx0" brushRef="#br0" timeOffset="160772.18">22560 12583 266 0,'0'0'2'0,"0"0"49"0,-31 67-15 16,20-3 11-16,4 24-4 15,5 24-5-15,0 17 1 0,2 17-11 16,0 6 2-16,0 7-14 16,3 2-8-16,2-9-2 15,-2-6 2-15,-1-9-1 16,-2-12-1-16,0-9-3 16,0-12-2-16,-5-8 0 0,-5-9 0 15,-1-13 0-15,1-10-1 16,1-13 0-16,-2-13 0 15,6-11 0-15,-3-7-1 16,5-7-7-16,-3-3-11 16,-1-3-20-16,0 1-34 0,-2 2-4 15,-2 2-11-15,-7-1-40 16,-2 2-33-16</inkml:trace>
  <inkml:trace contextRef="#ctx0" brushRef="#br0" timeOffset="161035.19">22149 15000 371 0,'0'0'11'0,"0"0"25"16,0 0-16-16,0 0-19 0,0 0 4 16,0 0 5-16,51 31 7 15,-24-17-1-15,0 2-8 16,2-2-4-16,0-2-3 15,4-3-1-15,-1-4 1 16,-3-5-7-16,-1 0-13 0,1-4-7 16,-1-7-23-16,3-7-13 15,-2-4-42-15,0-8-27 16</inkml:trace>
  <inkml:trace contextRef="#ctx0" brushRef="#br0" timeOffset="161191.74">22808 14754 487 0,'0'0'19'16,"0"0"27"-16,-43 50-19 15,17-20-5-15,-3 7-8 16,-1 3-9-16,-3-1-3 0,1 0-1 16,-2-5-1-16,-1 0-5 15,0-7-40-15,1-10-71 16,-1-13-145-16</inkml:trace>
  <inkml:trace contextRef="#ctx0" brushRef="#br0" timeOffset="164461.17">6108 13837 211 0,'0'0'27'0,"-1"41"-23"0,-1-5 16 15,2 13 4-15,2 13-11 16,1 17-4-16,4 14 0 0,4 10 4 15,0 5 37-15,1 5-39 16,3-7-9-16,-1-10-1 16,1-10 1-16,1-14-2 15,-3-15 3-15,1-9 0 16,-6-8-2-16,1-9-1 0,-2-7 1 16,-3-7-1-16,1-5-21 15,0-11-28-15,-3-1-1 16,-2-20 10-16,0-14-64 15</inkml:trace>
  <inkml:trace contextRef="#ctx0" brushRef="#br0" timeOffset="164805.07">6084 13989 293 0,'-12'-37'4'0,"1"0"8"15,5 2 2-15,6 7 1 16,0 6-9-16,8 2-4 16,8 4-2-16,8 5 0 15,3 4 0-15,5 6 0 0,5 1 0 16,4 7 0-16,-3 11 0 16,-2 5 0-16,-1 6 0 15,-6 3 0-15,-6 5 0 16,-8-3 1-16,-5 1-1 15,-8-2 1-15,-2 0 1 0,-12-2 2 16,-10 0 5-16,-5 1-3 16,-6 0-3-16,-4 1-1 15,2-2-1-15,1-2-2 16,7-4-1-16,8-7 0 16,5-5-12-16,12-7-39 15,2-6-27-15,0-4-82 0</inkml:trace>
  <inkml:trace contextRef="#ctx0" brushRef="#br0" timeOffset="165053.82">6828 13897 401 0,'0'0'2'0,"51"-32"5"15,-20 20-3-15,6 0-2 16,4 3 0-16,-1 0-1 16,1 2 0-16,-5 0 0 15,0 1 1-15,-3 3-2 16,-4 3-2-16,-2 0-35 0,-10 0-61 16,-9 5-20-16</inkml:trace>
  <inkml:trace contextRef="#ctx0" brushRef="#br0" timeOffset="165225.13">6984 14130 402 0,'0'0'10'0,"0"0"4"16,0 0-13-16,0 0-2 16,0 0 2-16,0 0 1 15,65 34 7-15,-27-46 3 16,9-3-4-16,0-2-4 0,6-2-3 15,-1 4-2-15,-1-2-41 16,-4 1-98-16</inkml:trace>
  <inkml:trace contextRef="#ctx0" brushRef="#br0" timeOffset="166222.66">8168 13564 251 0,'0'0'5'0,"0"0"41"0,0 0 3 0,0 0-7 16,-40-38-15-16,36 27-4 15,0-2-6-15,4-1-5 16,0-3-2-16,4-3-6 16,9 1-2-16,7-2-2 15,5 1 1-15,4 6-1 0,1 1 0 16,1 6-1-16,2 6 1 16,-4 1-1-16,-3 8 0 15,-1 11 1-15,-5 9 0 16,-6 8 0-16,-5 9 0 15,-5 5-1-15,-4 5 1 0,-6 2-2 16,-10 0 1-16,-4-3 1 16,-2-3 0-16,-3-4 0 15,0-9 0-15,0-3 1 16,6-12-1-16,3-7 1 16,7-7-1-16,7-7 1 0,2-2 0 15,11-6-1-15,14-6-1 16,10-1 0-16,10 3 0 15,6 6 0-15,7 4 0 16,0 22 0-16,-1 13-4 16,-1 15 2-16,-10 11 3 15,-6 9 1-15,-9 3 1 0,-10 2-2 16,-11 0 1-16,-9-1 0 16,-1-5 0-16,-18-5 1 15,-9-5 0-15,-8-9 1 16,-10-9 1-16,-2-11 10 15,-9-12 1-15,0-11-4 0,-2-7-3 16,5-10-1-16,1-17 2 16,8-8 4-16,9-5-7 15,10-1-5-15,11 1 0 16,14 10-1-16,10 9-1 0,19 14-1 16,12 7 1-16,10 13 2 15,7 18 1-15,5 10 3 16,1 13-3-16,2 9-4 15,-10-1-69-15,-9-7-44 16,-12-17-269-16</inkml:trace>
  <inkml:trace contextRef="#ctx0" brushRef="#br0" timeOffset="167929.89">23816 6670 163 0,'0'0'120'0,"-15"48"-110"0,8-6 21 16,-1 15 27-16,6 12-29 16,0 15-9-16,2 7 1 15,0 7-1-15,2 7-6 16,4 3-4-16,3-1-5 15,-3-4 2-15,1 0-3 0,-3-5 1 16,-2-9-2-16,-2-9-2 16,0-7-1-16,0-12 1 15,-4-12-1-15,-1-14-3 16,-1-12-27-16,1-13-44 16,-4-10-34-16,2-20 38 15</inkml:trace>
  <inkml:trace contextRef="#ctx0" brushRef="#br0" timeOffset="168304.11">23726 7033 261 0,'0'0'1'0,"-3"-63"17"15,3 36-6-15,5 6 0 0,9 5 9 16,8-1 2-16,8 10 7 16,5 4-11-16,5 3-7 15,6 6-7-15,2 15-3 16,-4 6-2-16,-5 7 1 16,-8 3-1-16,-8 4 0 0,-12 0 0 15,-9 1 0-15,-2-5 0 16,-19-3 1-16,-9-4-2 15,-5-2 1-15,-9-4 0 16,-3-2-1-16,-4-1 0 16,3-5-3-16,6-2-10 0,3-5-13 15,12-4 3-15,10-5-9 16,9 0-19-16,6-11-29 16</inkml:trace>
  <inkml:trace contextRef="#ctx0" brushRef="#br0" timeOffset="168552.37">24541 6989 398 0,'0'0'-6'0,"0"0"17"15,53-39 7-15,-27 32-9 16,5 2-6-16,6 0-2 0,0 5 0 16,-1 0-1-16,-4 0 0 15,-3 0-14-15,-6 9-52 16,-10-1-27-16,-9 2-49 16</inkml:trace>
  <inkml:trace contextRef="#ctx0" brushRef="#br0" timeOffset="168677.16">24540 7186 258 0,'0'0'6'16,"0"0"34"-16,0 0-23 15,0 0 2-15,38 11 11 0,8-18-17 16,9-4-10-16,13-2-2 16,3 0-16-16,2-5-49 15,-4-2-44-15</inkml:trace>
  <inkml:trace contextRef="#ctx0" brushRef="#br0" timeOffset="169318.87">25349 6797 377 0,'0'0'3'15,"36"-63"4"-15,-9 32 27 16,3 7-3-16,4 4-14 16,-2 6-2-16,-2 5-6 15,-2 9-4-15,-5 0-3 0,-1 11-1 16,-9 8-1-16,-7 5 0 16,-4 4 0-16,-2 5 0 15,-8 0 0-15,-11 0 0 16,-6 1 0-16,-6-2 0 15,-4-2-1-15,-2-1 1 0,1-4-1 16,3-2 1-16,5-3 0 16,4-6 0-16,9-2 0 15,6-3 0-15,5-3 0 16,4 0-1-16,10 0 1 16,10 1 1-16,11 5-1 0,7 7 0 15,5 6 0-15,4 8 0 16,-7 8 0-16,-5 6 0 15,-9 6 0-15,-11-1 0 16,-8 4 0-16,-7-4 0 16,-12-2 0-16,-11-6 1 0,-8-6-1 15,-6-5 0-15,-7-8 1 16,-4-5-1-16,-3-8 2 16,1-8-2-16,3-4 0 15,5-3 1-15,7-14-1 16,9-6 2-16,13-9-4 0,12-5 5 15,5-4-2-15,20 1 0 16,13 4 3-16,13 8 5 16,10 14-1-16,9 14-1 15,1 7-3-15,0 24 0 16,-5 12-2-16,-9 12-2 0,-12 3-1 16,-10-2-61-16,-13-12-133 15</inkml:trace>
  <inkml:trace contextRef="#ctx0" brushRef="#br0" timeOffset="172988.23">9652 15226 293 0,'0'0'55'0,"-2"43"-35"0,-4-5 21 0,3 12 1 16,1 12-4-16,2 12-2 15,0 11-11-15,0 12-3 16,6 5-9-16,6 3-9 16,-1 6-2-16,0-5 1 15,1-9-2-15,-1-10 0 0,-3-13-1 16,0-12 1-16,-4-11-1 16,-1-12 0-16,-2-11 1 15,-1-10 0-15,0-6-1 16,0-11 2-16,-1-1 4 0,-4-20 1 15,-5-10-5-15,-2-13-1 16,3-13 0-16,-5-16-1 16,-2-13 0-16,-2-8-2 15,0-3-7-15,1-2-4 16,-4 4 2-16,4 9 9 0,1 11 0 16,5 10 2-16,-1 11-1 15,6 9 1-15,1 12 0 16,3 5 0-16,0 8 0 15,0 5 1-15,2 4 1 16,0 6-1-16,0 3-1 0,0 1-1 16,2 0-1-16,2 7 1 15,3 8 2-15,-3 8-1 16,4 5 2-16,0 8 1 16,1 5 1-16,3 2 0 15,-3 2-1-15,4-3-2 0,3 0-2 16,-1-7 1-16,3-5 1 15,-1-6-2-15,0-9 1 16,3-7-1-16,-3-8-7 16,0-2 0-16,2-16 4 15,-1-7 1-15,1-7-6 0,0-6 0 16,-3-5-1-16,-3-1 4 16,-1 3 1-16,-4 1-1 15,-3 8 3-15,-1 6 2 16,-4 6 2-16,0 8 0 15,0 4 15-15,0 5 7 16,0 3-1-16,-2 0-2 0,-2 0-3 16,2 12-7-16,1 9-6 15,1 10 1-15,0 8 11 16,1 6-9-16,11 5-3 16,4-2-2-16,4-2-2 15,5-8 1-15,4-5-2 0,0-10 2 16,2-9-1-16,3-6 0 15,1-8-2-15,-1 0-15 16,-3-10-22-16,-2-5-44 16,-6-4-95-16</inkml:trace>
  <inkml:trace contextRef="#ctx0" brushRef="#br0" timeOffset="173418.33">10443 15809 391 0,'0'0'50'0,"0"0"10"0,0 0-2 0,0 0-13 15,0 0-17-15,0 0-20 16,11 38 14-16,-3 3 0 0,-1 14 0 15,1 7-2-15,2 6-16 16,-1-1-1-16,1-2-2 16,-3-6 0-16,2-6-1 15,-2-7-1-15,-3-10-18 16,0-11-41-16,-4-13-108 16</inkml:trace>
  <inkml:trace contextRef="#ctx0" brushRef="#br0" timeOffset="201478.12">11944 14236 153 0,'0'0'109'0,"0"0"-104"15,0 0-5-15,0 0 1 16,0 0 0-16,-48 36-1 16,35-28 2-16,-3 5 5 0,-5-3 19 15,2 3-6-15,-6 2-11 16,-1-2-2-16,-2 4 0 16,0-1-4-16,-3 0-1 15,-3-1-2-15,2-3 1 16,1-1 0-16,5-3 0 0,1-4 0 15,7 1 7-15,5-1 3 16,2 2-7-16,4 2-4 16,1 5 0-16,3 8 0 15,1 8 0-15,4 12 0 16,-2 16 1-16,0 12 2 0,2 19 0 16,7 18 3-16,-2 16-2 15,4 16-2-15,0 12 2 16,-2 15-2-16,1 8 0 15,0 12-2-15,-3-1 0 16,2 1 1-16,-2-2-1 0,-1-3 0 16,1-9-1-16,2-16 1 15,0-12 3-15,0-13-6 16,3-17 3-16,-2-19 0 16,1-17 0-16,1-11 1 15,-4-12-2-15,1-17 2 0,0-8-1 16,-1-11 1-16,2-4-1 15,-1-8 0-15,3-3 1 16,0-3-1-16,7 0 0 16,1-2 1-16,6-8 0 15,8-2 0-15,7-3 4 16,5-6 4-16,4 2 2 0,6-2-9 16,-3 3 1-16,3 1-3 15,-6 4 0-15,-2 2 0 16,-3 2-12-16,-7-2-21 15,-4-5-47-15,-7-4-38 16</inkml:trace>
  <inkml:trace contextRef="#ctx0" brushRef="#br0" timeOffset="202352.29">11886 14451 235 0,'0'0'5'0,"8"69"11"0,-4-13 26 15,8 12 6-15,-1 9-14 16,0 8-16-16,5 4-7 16,-1-1-5-16,1-7-1 15,-3-4-2-15,1-12-2 16,-3-12 0-16,-6-15 0 0,-2-14 0 15,-3-12 1-15,0-12 5 16,-10-13 69-16,-3-17-73 16,-3-11-3-16,-4-15 0 15,0-12 1-15,0-6-2 16,2-4 0-16,0-3 0 16,3 3 1-16,3 9-1 0,3 12 1 15,3 14 0-15,3 13 1 16,2 20-1-16,1 10 1 15,2 15-4-15,8 13 3 16,5 8 0-16,2 2 1 0,5 0 0 16,-4-1-1-16,6-7 1 15,-1-3 0-15,-4-10-1 16,2-5 0-16,-1-8 0 16,0-4 0-16,-2-14 0 15,-2-13 1-15,-1-12-1 0,-4-8 2 16,-1-5-2-16,-4-4-1 15,-3 4 2-15,-3 7-2 16,0 13 1-16,0 10-1 16,0 14 2-16,0 8-1 15,-2 15-1-15,1 13 1 16,1 6-1-16,0 9 3 0,4 2 0 16,7-1 0-16,6-5-1 15,3-3 1-15,2-6-1 16,2-6-1-16,3-5 0 15,1-5-5-15,-2-7-40 16,-1-7-56-16,-5 0-20 0</inkml:trace>
  <inkml:trace contextRef="#ctx0" brushRef="#br0" timeOffset="202563.36">12465 14769 449 0,'0'0'13'0,"-5"45"-1"0,5-18 3 0,0 6-5 15,5 1-6-15,5 1-3 0,1 4 1 16,1-2-1-16,-1 0-17 16,-2-6-63-16,0-7-77 15</inkml:trace>
  <inkml:trace contextRef="#ctx0" brushRef="#br0" timeOffset="202737.04">12636 14806 430 0,'0'0'21'0,"0"0"-12"15,12 45-4-15,-6-15 11 16,3 4-7-16,-2 2-4 15,2 2-3-15,0 3-1 16,-1-2-1-16,-5-1-71 16,1-8-80-16</inkml:trace>
  <inkml:trace contextRef="#ctx0" brushRef="#br0" timeOffset="203464.19">12123 15746 443 0,'0'0'4'0,"0"0"12"16,-37 70-11-16,32-14 4 16,4 8 11-16,1 5 7 15,0-1-17-15,0-7-6 16,4-3-2-16,1-10-2 0,-2-9 1 15,1-11 1-15,-2-5-2 16,-2-10 1-16,2-9-2 16,-2-4 1-16,0-16 4 15,0-14-4-15,-6-14 0 16,-2-13 0-16,0-12-1 0,-1-6 1 16,0 1-1-16,-1 7 0 15,2 8-4-15,2 16 3 16,1 13 2-16,3 13 0 15,0 14 0-15,2 3-2 16,0 14 1-16,2 6 1 0,6 3 1 16,3 1 0-16,1-3 0 15,-1-2-1-15,2-4 1 16,1-9-1-16,1-5 0 16,-1-1-1-16,1-12 1 15,1-10-1-15,-3-11 1 0,1-6 0 16,-1-7-2-16,-2-2-6 15,1 3 1-15,-4 6 2 16,-3 11 4-16,1 12 1 16,-1 15 1-16,0 5-4 15,-1 20 2-15,3 8 1 0,2 7 1 16,5 5 0-16,-2 1 1 16,4-4-2-16,-1-2 0 15,1-6-1-15,2-6-44 16,-2-7-71-16,-1-9-22 15</inkml:trace>
  <inkml:trace contextRef="#ctx0" brushRef="#br0" timeOffset="203695.93">12521 15800 336 0,'0'0'1'0,"0"0"1"0,0 0-2 0,0 0 1 0,0 0 8 16,0 0 26-16,23 41 10 16,-20-12-11-16,2 2-15 15,-1 1-10-15,1-2-5 0,1 0-4 16,-2-4 0-16,5-4 0 16,-2-2-20-16,0-3-40 15,-1-7-61-15,-1-3-92 16</inkml:trace>
  <inkml:trace contextRef="#ctx0" brushRef="#br0" timeOffset="204042.08">12759 15886 399 0,'0'0'7'16,"0"-52"29"-16,0 33-12 15,4 5-15-15,6 7-8 16,-1 6 0-16,2 1 0 16,2 7-1-16,-4 9 2 15,-2 5-2-15,2 2-2 0,-4 1-12 16,1 1-14-16,-4-2-9 16,0-1 3-16,0-3 16 15,-2-3 13-15,0-1 7 16,0-2 1-16,0-4 0 15,0-4-1-15,0 0 3 0,0-4 2 16,3-1 10-16,6 0-9 16,0-4-1-16,4-5-6 15,5-2 0-15,-1-2-2 16,2-1-56-16,-3 1-94 0</inkml:trace>
  <inkml:trace contextRef="#ctx0" brushRef="#br0" timeOffset="206174.96">12246 16604 279 0,'-6'1'12'0,"0"18"9"0,3 11-15 16,3 15-2-16,1 15 13 0,7 11 36 16,4 8-24-16,3-1-16 15,1 2 2-15,0-6-8 16,2-6-5-16,-3-10 0 16,-4-10 0-16,-2-11-2 15,-6-10 0-15,-3-15 1 0,0-12 3 16,-1-8 43-16,-7-20-41 15,-6-9-4-15,1-11 0 16,-7-5-1-16,2-12-1 16,0 0 3-16,1-3-3 15,3 4 0-15,5 8 0 0,1 12 0 16,2 16 1-16,6 12-1 16,0 13 0-16,0 3-4 15,0 14 4-15,5 6 0 16,4 3 0-16,2 4 0 15,1-2-1-15,1-2 1 0,0-7 0 16,1-5 0-16,-1-8 0 16,1-3 0-16,0-18 0 15,-1-11 1-15,0-8-1 16,0-8 1-16,-4-5-1 16,-2 3 2-16,-1 3-2 0,-2 7 0 15,-3 10 0-15,1 10 0 16,3 10 0-16,-1 7 0 15,-2 10 0-15,5 13-2 16,-1 4 4-16,4 3-1 16,-1 8 0-16,4-4 0 0,1-2-1 15,0-1 0-15,3-6 0 16,-2-2-7-16,1-6-40 16,-1-6-51-16,-3-6-22 15,-1-5-115-15</inkml:trace>
  <inkml:trace contextRef="#ctx0" brushRef="#br0" timeOffset="207680.94">12694 16930 261 0,'0'5'85'0,"0"-2"-44"0,0 2 18 0,0 8-55 16,0 6-2-16,3 6 1 15,3 2 7-15,2 4 0 16,2-2-4-16,1-4-6 16,-1 1 1-16,0-6 0 15,1-3-1-15,-1-2-16 0,-3-6-48 16,-1-4-53-16,-2-5-72 16</inkml:trace>
  <inkml:trace contextRef="#ctx0" brushRef="#br0" timeOffset="208132.78">12903 16899 414 0,'0'0'13'0,"-3"-40"50"16,3 26-30-16,0 4-17 15,0 8-13-15,6 2-3 16,5 0 1-16,1 2-1 16,1 8 0-16,-1 4 0 15,-1 2 0-15,-4 3-1 0,1 0-11 16,-2 1-1-16,-3-1-5 16,0-1 1-16,-1-2 1 15,-2-2 5-15,0-1-5 16,0-3 15-16,0-3 1 0,2-1 0 15,0-2 0-15,5-1 0 16,3-2 0-16,2 1 0 16,5-1 0-16,0 1 0 15,1 0-4-15,-2 5-7 16,0-2-20-16,-2 2 23 16,-2 3 8-16,-5 0 0 0,-3 1 1 15,-2 0 13-15,-2 2 17 16,-2 0-6-16,-9 1-8 15,-3 0 2-15,-3 0-10 16,-1-1-3-16,-3-2-5 16,0-2-1-16,0-5-8 0,-6-5-49 15,0-9-101-15</inkml:trace>
  <inkml:trace contextRef="#ctx0" brushRef="#br0" timeOffset="209099.29">12386 14074 306 0,'0'0'-3'0,"0"0"4"0,47-24 8 0,-16 10 3 16,7-6 2-16,5 0 1 0,8-1 7 16,-1-2-2-16,1 5-7 15,-2 2-5-15,-3 0 0 16,-5 7-2-16,-8 2-2 16,-5 4 0-16,-7 3-2 0,-4 1-1 15,-5 12 0-15,-2 5 0 16,-6 12 0-16,-2 4 1 15,1 13 1-15,1 16 2 16,0 16 4-16,3 16 1 16,7 24-3-16,1 21-5 15,5 20 1-15,5 16 1 0,6 13 1 16,5 6-5-16,4-3 2 16,7-1-1-16,-3-9 0 15,4-9 4-15,-4-16-2 16,-1-11 0-16,-5-14 0 15,-6-14 2-15,-3-13 5 0,-3-11 2 16,-4-8 0-16,-2-9-3 16,-1-6-2-16,-4-11-1 15,-3-7-4-15,-3-7 2 16,-1-8-2-16,-5-6 0 16,-1-7 1-16,-1-2-1 0,-1-5-1 15,0-3 0-15,0-4 0 16,0-1 1-16,-4-3-1 15,0 1 1-15,-3-2-1 16,1 3 1-16,-4-1 1 16,-2 2 1-16,-2 3 0 15,-1 3 1-15,-4 4-3 0,-5 2 0 16,-5 7 0-16,-9 3-2 16,-3 5 1-16,-5 0-1 15,-3 0 0-15,1-1-12 16,6-9-30-16,0-10-27 0,3-17-120 15</inkml:trace>
  <inkml:trace contextRef="#ctx0" brushRef="#br0" timeOffset="-208976.48">7319 15482 265 0,'0'0'-9'0,"0"0"36"0,-31-48-7 15,13 43 16-15,-5 5-16 16,-6 2-14-16,-8 10-4 0,-5 6 1 16,-8 3 7-16,-4 1-1 15,-1-2-2-15,1-1-4 16,4-3 0-16,6-1-1 15,6-3 1-15,9 0-1 16,9 2 1-16,9 5 0 0,4 7-2 16,7 13-1-16,5 19 0 15,8 13 0-15,5 26 1 16,2 20 1-16,2 22 3 16,1 23 18-16,-6 27-10 15,-1 16-9-15,-5 9-4 0,-5 5 1 16,-3-5-2-16,0-16 0 15,-3-27 1-15,-10-22 2 16,-3-25 2-16,-1-24 0 16,1-24 4-16,2-15 0 15,0-16-4-15,4-15-2 16,3-7-2-16,4-9 0 0,0-6 0 16,4-3 0-16,7-2-2 15,5-3 2-15,3 0 0 16,8 0 0-16,7 0 2 15,11-9-2-15,7-3 0 16,5 0 1-16,9-2 0 0,7-1-1 16,3-3 1-16,2-2-2 15,-4-7 1-15,-11-10-34 16,-12-14-132-16</inkml:trace>
  <inkml:trace contextRef="#ctx0" brushRef="#br0" timeOffset="-207734.33">7221 15740 248 0,'0'0'11'0,"0"10"7"0,-1 9-18 15,1 5 2-15,-2 5-2 16,2 1 6-16,0 2 4 15,-2 0 0-15,0-3-5 16,0-2 1-16,-2-4 0 0,1-4 2 16,-1-6-4-16,2-3 11 15,-2-4 7-15,3-5 5 16,1-1-4-16,0 0-7 16,9-5-12-16,6-4-4 0,8-4 0 15,4 1 1-15,6 0-1 16,3-1 0-16,0 5 0 15,4 1-1-15,-6 0-1 16,-3 3-45-16,-6-1-34 16,-10-1-6-16,-11-3-124 15</inkml:trace>
  <inkml:trace contextRef="#ctx0" brushRef="#br0" timeOffset="-207516.83">7326 15816 363 0,'0'0'8'0,"0"0"44"16,0 0-28-16,0 0-25 16,0 0 1-16,0 0 2 15,5 57-1-15,10-35 2 16,-2 2-1-16,1 3-2 16,0 0 0-16,-2 4 0 0,-5 2-1 15,0-2 0-15,-2 1-22 16,-3-1-34-16,-2-3-3 15,0-8 0-15,0-6-21 16</inkml:trace>
  <inkml:trace contextRef="#ctx0" brushRef="#br0" timeOffset="-207148.71">7551 15738 346 0,'0'0'-13'16,"0"0"57"-16,0 0 0 16,0 0-27-16,0 0-16 15,0 0 2-15,0 0 0 16,-24 42 0-16,37-29-2 0,3-2 0 16,4-4 1-16,5-2-1 15,0-2 0-15,4 0-1 16,2-3 0-16,-3 3 1 15,1 0-1-15,-2 3 0 16,-2 1 0-16,-7 3 0 0,-4 1 0 16,-4 0 0-16,-7 2 1 15,-3 0-1-15,0 0 1 16,-12 4 0-16,-1-3-5 16,-3-1-9-16,-1 0-12 15,-3-2-19-15,1-4 2 0,0-4-17 16,-2-3-8-16,-1-4-50 15</inkml:trace>
  <inkml:trace contextRef="#ctx0" brushRef="#br0" timeOffset="-206961.01">7585 15752 341 0,'0'0'-8'0,"0"0"65"15,0-39-21-15,7 22-10 16,6-3-3-16,3-4 3 15,6-3-6-15,1 1-9 0,4 1-7 16,2 3-3-16,-4 6 0 16,0 7-2-16,-4 6-36 15,-8 3-86-15,-10 0-74 16</inkml:trace>
  <inkml:trace contextRef="#ctx0" brushRef="#br0" timeOffset="-206585.79">7411 16493 378 0,'0'0'-10'15,"0"0"25"-15,-38 59-12 16,35-31 0-16,3 0-1 16,0-1 3-16,2-4 9 15,12-2-10-15,4-5-2 16,6-3 0-16,3-2 1 0,5-3 0 16,-3 1-1-16,2 0-1 15,-4 3-1-15,-2 1 2 16,-6 5-2-16,-3-1 0 15,-5 2 1-15,-7-1 0 16,-3 1 0-16,-1-3 0 16,-2 2-3-16,-7-4-4 0,-6 2-5 15,-2-1-11-15,-1-3-6 16,-3-4-17-16,-2-5-5 16,-2-3-20-16</inkml:trace>
  <inkml:trace contextRef="#ctx0" brushRef="#br0" timeOffset="-206194.7">7413 16652 258 0,'0'0'4'15,"22"-62"42"-15,-4 29-14 16,5 3-4-16,2 4-15 0,3 2-4 16,1 3-6-16,2 8 0 15,0 3-3-15,1 6 0 16,-1 3-47-16,-2 1-13 15,-2 3 2-15,-6 9 18 16,-3 7 22-16,-9 2 13 16,-1 3 5-16,-4 3 14 0,-3 2 14 15,0-4 13-15,2 1-11 16,-1-5-6-16,5-5-8 16,2-4-6-16,2-6-6 15,3-6-1-15,3 0 11 0,2-11 14 16,3-9-4-16,-5-5-8 15,-2-4-6-15,-5 1-3 16,-5-1 9-16,-5 2 0 16,-1 3-3-16,-12 4-2 15,-7 5-5-15,-7 5-5 0,-2 9 0 16,-2 1-4-16,-3 19-24 16,1 11-27-16,0 3-57 15,3 4-36-15</inkml:trace>
  <inkml:trace contextRef="#ctx0" brushRef="#br0" timeOffset="-205407.74">7485 17403 266 0,'0'0'2'0,"0"0"36"0,-48-4 11 0,42 1-11 16,4 1-20-16,2-2-6 16,13-7-10-16,9-2 0 15,7-5 0-15,10-5 1 16,-1-1 0-16,2 1-1 0,-3 3 0 16,-3 2 0-16,-7 7-1 15,-5 2 0-15,-8 6 0 16,-1 3 2-16,-8 0 3 15,-1 10 7-15,-4 10 6 16,0 9 9-16,0 8-1 0,0 8-6 16,-4 3-8-16,1 2-5 15,3 2-5-15,0-6-2 16,3-6-1-16,5-3 1 16,2-5-3-16,-1-5-29 15,3-6-13-15,0-6-22 0,-3-12-89 16</inkml:trace>
  <inkml:trace contextRef="#ctx0" brushRef="#br0" timeOffset="-205032.72">7927 17247 360 0,'0'0'11'15,"0"0"14"-15,0 0-23 16,0 0 1-16,0 0 23 0,-5 38-1 16,5-22-12-16,0 0-7 15,0 1 0-15,2 0-1 16,8-3-3-16,1 0-1 16,2-3 0-16,3-3 0 15,4-1-1-15,2 0 1 0,3-3-1 16,0 3 1-16,2 2-1 15,-4-1 0-15,-2 2 0 16,-3 2 0-16,-3-1 1 16,-5 0-1-16,-3 2 0 15,-5 0 1-15,0 1-1 0,-2 2 1 16,-9 0 0-16,-3 1 1 16,-1 1-1-16,-1-1-2 15,-1-3-11-15,1-3-16 16,-1-4-40-16,-1-7-79 0</inkml:trace>
  <inkml:trace contextRef="#ctx0" brushRef="#br0" timeOffset="-204846.78">7947 17340 439 0,'0'0'39'0,"0"0"-20"16,0 0-5-16,-10-52-9 15,18 28 1-15,5-6 16 16,7-4-4-16,3 1-14 16,4-1-2-16,2-1-38 0,-7-5-93 15</inkml:trace>
  <inkml:trace contextRef="#ctx0" brushRef="#br0" timeOffset="-203722.23">7851 15165 222 0,'0'0'22'0,"0"0"-17"0,0 0-5 0,40-4 1 15,-20-5 5-15,5-1 16 16,-3 0-3-16,3-1-9 15,0-2-4-15,-1-1-1 0,-1 3 0 16,-4-1-1-16,0 3 2 16,-4 1-3-16,-1 2 0 15,-1 5-1-15,-4 1 1 16,4 3-2-16,-2 11 0 16,3 10 1-16,1 9-1 0,4 15 3 15,2 15 6-15,6 16 2 16,2 15 13-16,7 23-2 15,7 15-16-15,3 15 10 16,6 7-1-16,4 2-12 16,3 1-1-16,1-2-2 0,-2-2 2 15,-3-4 0-15,-5-6 1 16,-6-3-1-16,-1-6-1 16,-9-6 0-16,-3-8 0 15,-6-17 0-15,-4-11-1 16,-5-12 1-16,-1-15 7 15,-5-10 2-15,-1-13-1 0,-3-7-4 16,-3-7-1-16,1-6 0 16,-1-3-1-16,-3-5-2 15,0-1 0-15,0-4 0 16,0 1 1-16,0 3 2 0,-8-2-3 16,-4 4 0-16,-5 3 2 15,-6 2 1-15,-7 2-3 16,-11 1 0-16,-5 4-1 15,-12 0 0-15,-3-1-1 16,-5-2 0-16,1-3-2 0,0-8-40 16,1-13-49-16,0-7-104 15</inkml:trace>
  <inkml:trace contextRef="#ctx0" brushRef="#br0" timeOffset="-181115.51">27828 5645 99 0,'-2'0'75'0,"-1"0"-61"0,2 3-11 15,0 4-3-15,0 8 1 16,1 3-1-16,0 7 3 16,0 5 1-16,0 7 12 15,3 6 19-15,2 6 8 0,-5 4 29 16,0 1-12-16,0 0-42 16,0-6-15-16,0-4-1 15,0-6 0-15,-2-5-1 16,-3-6 0-16,-2-3-1 15,-1-4 0-15,-2-7-23 0,-1-5-66 16,0-8-11-16,-1-2-104 16</inkml:trace>
  <inkml:trace contextRef="#ctx0" brushRef="#br0" timeOffset="-180804.74">27779 5755 214 0,'0'0'1'16,"23"-59"16"-16,-11 31 10 15,2 5-15-15,1 3-12 16,2 5-13-16,4 7 0 16,0 4-1-16,5 4 6 15,2 9 7-15,0 9 0 16,-1 7 1-16,-4 4 20 0,-3 1 10 15,-9-1 2-15,-6-3-5 16,-5-2-23-16,0-2-2 16,-10-4 0-16,-8-1 0 15,-3-3-1-15,-4-1 0 16,-2-3-2-16,-2 0-2 0,-1-5 0 16,1-2-17-16,2-3-5 15,6 0 3-15,7-1-12 16,9-10-21-16</inkml:trace>
  <inkml:trace contextRef="#ctx0" brushRef="#br0" timeOffset="-180291.9">28200 5617 276 0,'0'0'4'0,"0"0"28"15,0 0-31-15,0 0 4 16,2 45 1-16,2-22 8 16,3 3 8-16,1 3 8 15,1 1-3-15,0 4-14 0,-4 3-6 16,-1 0-5-16,0 1 1 16,-4-2-2-16,0-5 0 15,0-4 0-15,0-6 0 16,0-7-1-16,0-3 1 15,0-6-1-15,0-1 2 0,-4-4-1 16,2 0 1-16,-2 0 1 16,1 0 0-16,-2 0 3 15,2-5-2-15,0-5 2 16,3-4-2-16,0-2 0 16,0-5-2-16,0-1-1 15,8-2-1-15,2-1 1 0,1 1-1 16,1 4 1-16,0 2 0 15,0 5 2-15,-1 5 1 16,2 4-1-16,1 4-1 16,-1 0-1-16,2 12 1 15,-2 3-1-15,2 6-1 0,-4 2 0 16,0 1 0-16,0 3 2 16,-4-1-4-16,-1-4-13 15,-1 0-27-15,0-5-25 16,-1-6-16-16,0-1 8 15,1-7-68-15</inkml:trace>
  <inkml:trace contextRef="#ctx0" brushRef="#br0" timeOffset="-179789.47">28537 5963 235 0,'0'0'9'0,"0"0"57"0,0 0 0 0,0 0-41 16,0 0-19-16,0 0 2 15,0 0 3-15,0 0-1 16,0 0-1-16,0 0-5 0,43 40-2 16,-30-29-1-16,-1-3 0 15,-1-1-1-15,2-3 1 16,-2-4-2-16,1 0-1 16,-2-5 0-16,0-7 2 15,0-4-1-15,1 2-1 16,-5 0 0-16,-1 1 1 0,-1 6 1 15,-3 4 2-15,2 3 5 16,-1 10-7-16,0 8 2 16,2 8 1-16,-1 7 3 15,-1 5 4-15,-1 3 2 16,-1 5-4-16,1 2-3 0,-1 2 1 16,0-1-1-16,0 0-1 15,-3-7-3-15,-5-8 0 16,0-7 1-16,-4-10-1 15,-1-8 1-15,-2-7 0 16,-4-2 2-16,1-8-1 0,-3-5-1 16,-3-8-1-16,5-2-1 15,3-3 0-15,8-3 0 16,8 3-1-16,0-1 0 16,18 3-5-16,10 3-30 15,12 0-18-15,5-1-43 0,8 0-23 16</inkml:trace>
  <inkml:trace contextRef="#ctx0" brushRef="#br0" timeOffset="-179416.92">29906 5747 283 0,'0'0'5'0,"0"0"46"0,-49-4 1 0,30 13-22 16,-4 9-7-16,2 3-5 16,1 6-6-16,5 3-3 15,5 4-2-15,5 0-2 0,5 2-2 16,1-4-1-16,13-2-1 16,8-6 1-16,6-8-1 15,6-9-5-15,3-7-22 16,4 0-27-16,0-12-46 15,-3-14-22-15</inkml:trace>
  <inkml:trace contextRef="#ctx0" brushRef="#br0" timeOffset="-178755.67">30056 5598 340 0,'0'0'7'15,"0"0"13"-15,4 43-12 16,6-14-1-16,3 3 5 16,-4 5 0-16,0 3-2 0,-1 2-1 15,-2-1-5-15,-3 0-2 16,0-3 0-16,-1-7-1 16,0-7 0-16,-1-7 0 15,-1-9-1-15,1-6 1 16,1-2 0-16,-1 0 7 0,1-9 1 15,2-6-6-15,0-6 1 16,-1-2-3-16,2-3 0 16,2 0 0-16,1 2-1 15,0 4 1-15,2 3-1 16,-2 6 1-16,2 4 4 0,0 7-1 16,0 0-3-16,2 7 0 15,-2 5-1-15,1 5 2 16,0 1-1-16,-2 3 1 15,1 2-1-15,-1 0 0 16,-2-1 0-16,2 0 0 0,-1-4 0 16,1-2 0-16,-1-1 0 15,0-6-1-15,0-3 0 16,2-3 0-16,0-3 1 16,0 0 0-16,2-6 2 15,0-3-3-15,0-5 1 0,-1-2 0 16,-2-2 0-16,-2-2 0 15,-2 2-1-15,-2-1 0 16,-3 4 0-16,0 3 1 16,0 1-1-16,-9 5 4 15,0 6 4-15,-1 0 1 16,-2 3-2-16,4 9-1 0,2 6-1 16,3 2-2-16,3 1 0 15,0-2-1-15,3-1 0 16,8-1-1-16,4-3 0 15,1-3 0-15,3-2-2 16,-3-2-24-16,1-1-37 0,-4-6-52 16,0 0-35-16</inkml:trace>
  <inkml:trace contextRef="#ctx0" brushRef="#br0" timeOffset="-178192.65">30570 5938 372 0,'0'0'37'0,"0"0"-16"0,0 0-19 16,0 0 0-16,9 54 0 15,-5-36 0-15,0-1 1 0,1-1 0 16,-2-2-2-16,0-1-1 16,-2-2 1-16,-1-2-1 15,0-4 1-15,0-2-1 16,0-3 1-16,0 0 3 15,-1-6-3-15,1-8-1 0,-2-3 0 16,2-1 0-16,0-3 0 16,2 2 0-16,4 2 2 15,1 4 5-15,1 8-1 16,2 5-4-16,-1 0-1 16,1 11-2-16,-1 3 2 0,3 0-1 15,-1 2 1-15,-1 1 0 16,-1-3 0-16,-1-3-1 15,2-1 1-15,-4-1-1 16,-1-5 0-16,-1 2 1 16,-2-5-1-16,-2-1 0 0,0 0 2 15,0 0 0-15,0-10-1 16,0-1 0-16,-2-2-1 16,-2-4 2-16,1-1 0 15,3-1 0-15,0 3 5 16,0 2 6-16,9 3-1 15,2 8-4-15,2 3-3 0,0 0-3 16,-1 10 0-16,3 5-1 16,-4 0 0-16,3 2-1 15,-2-1 1-15,0-2-1 16,-2 1 0-16,-3 0-2 16,-3-1-41-16,-2-3-27 0,-2-1-70 15,0-4-73-15</inkml:trace>
  <inkml:trace contextRef="#ctx0" brushRef="#br0" timeOffset="-178036.51">30950 6088 334 0,'0'0'27'0,"0"0"33"0,0 0-38 0,0 0-14 16,0 0-7-16,0 0-5 0,0 0-47 15,0 0-89-15</inkml:trace>
  <inkml:trace contextRef="#ctx0" brushRef="#br0" timeOffset="-177171.29">31945 5612 279 0,'0'0'30'0,"0"0"15"15,0 0-25-15,6 49-7 0,-6-7 17 16,-5 8-8-16,-3 5-6 16,-2 5 2-16,-1-2-5 15,1-1-3-15,3-6-5 16,-1-10 0-16,4-11-4 16,2-12 0-16,0-12 1 0,0-6 23 15,1-4 36-15,0-14-55 16,-1-8-4-16,2-8-1 15,-2-6-1-15,2-7 0 16,0-4 0-16,-1 0-2 16,1 0 1-16,0 7-1 15,0 6 0-15,0 9 0 0,0 8 2 16,0 9 0-16,2 8 0 16,1 4-1-16,3 4-4 15,0 9 4-15,3 3 1 16,3 0 0-16,3-1-1 15,0 0 2-15,2-4-1 0,1-3 0 16,3-5 0-16,-1-3 1 16,-2 0-1-16,1-3 0 15,-1-11 1-15,-3-2-1 16,1-5 1-16,-4 0-2 16,-1-2 1-16,-3 3-1 0,-1 5 0 15,-1 5 2-15,-4 8-1 16,0 2-1-16,0 12-2 15,0 10 2-15,-1 8 3 16,2 4 0-16,0 6-1 16,-1 0 0-16,3 1 0 0,0-1 1 15,1-2-4-15,0-1 2 16,0-6-17-16,0-4-34 16,-1-4-6-16,-2-6-28 15,1-7-54-15,0-3-51 16</inkml:trace>
  <inkml:trace contextRef="#ctx0" brushRef="#br0" timeOffset="-176765.27">32482 5986 258 0,'0'0'21'0,"0"0"48"0,2-44-7 0,-11 33-25 16,-7 2-11-16,-4 7-4 15,-2 2 3-15,-2 0-6 16,2 4-9-16,5 8-5 0,0 5-1 16,7 3-4-16,3 0 1 15,5-3-1-15,2 0 0 16,0-3 2-16,10-5-2 16,3-1 0-16,2-5-2 15,1-1-2-15,2-2 0 0,1 0 0 16,-2-9 2-16,-3-1 1 15,-1 0 1-15,-6-1-2 16,-2 4 4-16,-4 1-2 16,-1 3 1-16,0 3-1 15,0 0 0-15,0 10 0 0,0 0 0 16,0 4 1-16,0 1-1 16,0 0 0-16,4-1 0 15,6-1 0-15,-2-1-20 16,4-1-38-16,0-5-20 15,-2-5-68-15,0-1-35 0</inkml:trace>
  <inkml:trace contextRef="#ctx0" brushRef="#br0" timeOffset="-176561.46">32647 5674 295 0,'0'0'6'0,"0"0"100"15,0 0-49-15,0 0-50 16,0 0 0-16,37 46 2 16,-29-6 0-16,-2 4-5 15,-1 0-3-15,-1 3 1 0,-4-3-2 16,0-4-27-16,0-8-29 16,-1-5-48-16,-7-15-42 15</inkml:trace>
  <inkml:trace contextRef="#ctx0" brushRef="#br0" timeOffset="-175934.8">32520 5973 202 0,'0'0'82'16,"0"0"-45"-16,37-38-3 0,-6 25-14 16,2 2-4-16,4-2 7 15,3-3-6-15,-5 2-7 16,-1-2-5-16,-5-4-3 15,-1-1 0-15,-8-2-1 16,0-2 0-16,-6 1-1 16,-5 0 1-16,-3 4-1 0,-5 4 0 15,1 5 1-15,-2 8 1 16,0 3 9-16,0 5-8 16,0 14-2-16,0 7 1 15,0 6 0-15,0 5 0 16,0 2-1-16,0-1 1 0,4 0-1 15,1-5 0-15,1-3 0 16,-3-6 0-16,2-6-1 16,-2-5 0-16,0-10 1 15,1-3 0-15,2 0 8 16,1-17 17-16,0-1-15 0,3-4-6 16,-4 0-2-16,2 2-2 15,-5 4-1-15,0 6 0 16,0 7 0-16,-3 3 0 15,1 6-4-15,-1 8 4 16,1 6 0-16,2 4 0 16,-1 2-1-16,2-4 2 0,0 0-1 15,3-5 0-15,1-3 0 16,0-4 1-16,3-6-1 16,0-1 1-16,3-3 0 15,2 0 0-15,0-10 1 0,4-4-1 16,2-2 0-16,-1-1 0 15,0 3 1-15,0 4-1 16,-4 5-1-16,-2 5 1 16,-5 1-1-16,-6 13 0 15,-4 5 0-15,-1 0 0 0,-15 1 1 16,-8 0-2-16,-8-3 0 16,-9-5-48-16,-6-7-61 15</inkml:trace>
  <inkml:trace contextRef="#ctx0" brushRef="#br0" timeOffset="-173039.91">28050 6827 139 0,'-1'0'66'0,"1"0"-24"0,-4 0-20 0,2 0-7 16,-1 0 6-16,1 0 7 15,-1 0 0-15,2 0-10 16,0 0-6-16,-1 0 1 16,0 0 2-16,1 0 1 0,0 0 0 15,1 0-5-15,0-3-3 16,0-3 0-16,0-1-2 16,7 0-3-16,3 0 0 15,3-2 0-15,4 2 0 16,1 3 2-16,2 1 1 0,0 3-2 15,0 0-2-15,0 7-2 16,-6 5 1-16,1 5-1 16,-4 1 0-16,-6 2 1 15,-3 0-2-15,-2 1 1 16,0 1 0-16,-10-3 0 0,-3 0 1 16,-4-3-1-16,-3-2 1 15,0-3 0-15,0-2-2 16,1-2 2-16,4-2-1 15,4-2 1-15,3-1-1 16,8-2 1-16,0 0-1 16,13 0 1-16,4 0-1 0,8-2 1 15,2 1-1-15,1 1 1 16,-2 0 0-16,-3 0 0 16,-4 8-1-16,-3 2-1 15,-5 4 1-15,-4-1 0 16,-4 3 1-16,-3 1-1 0,0 0 4 15,-10-1 1-15,-7 1 4 16,-4 1 8-16,-5-2-7 16,-4-1-1-16,-2-2-4 15,-4 1-1-15,1-4-3 16,-2-1 0-16,6-2-1 0,5-4 0 16,5-2 0-16,6-1-1 15,10 0-23-15,5 0-21 16,3-9-28-16,11-7-69 15,5-4-36-15</inkml:trace>
  <inkml:trace contextRef="#ctx0" brushRef="#br0" timeOffset="-155547.66">27997 7707 114 0,'-3'0'21'0,"2"0"39"0,-3 0-27 16,0 0 5-16,1 0-1 0,1 0 13 15,-1 0-11-15,0 0-4 16,2 0-6-16,0-1-3 16,1-2 2-16,0 1-5 15,0-2-7-15,1-3-4 16,8 2-6-16,4-1-1 0,3-1-3 16,2 1 0-16,3 3-1 15,-3 3-1-15,1 0 0 16,-3 0 1-16,-3 12-1 15,-4 2 0-15,-2 4 0 16,-5 4 0-16,-2 2 0 0,-4 1 0 16,-7 1-1-16,-5 1 1 15,-4-4 0-15,0-2 0 16,2-3-1-16,0-5 1 16,3-6 0-16,3-3 0 15,5-2-1-15,1-2 2 0,6 0-1 16,0 0 1-16,7-4-1 15,7-2 0-15,7 3 0 16,4 0 0-16,1 2 0 16,0 1 0-16,-3 1 0 15,-2 8 0-15,-3 4 1 16,-5 2-2-16,-4 1 2 0,-5 2-2 16,-4-2 1-16,0 1 1 15,-6 0 0-15,-7-3-1 16,-6 2 1-16,-6-1 0 15,1-3 2-15,-4-1 1 16,-1-2-1-16,0-2 0 0,1-1-3 16,-1-4 1-16,3 0-1 15,3-2 0-15,5 0-1 16,2 0-1-16,7-3-18 16,7-4-26-16,2-2-35 15,2-4-80-15,12-1-123 0</inkml:trace>
  <inkml:trace contextRef="#ctx0" brushRef="#br0" timeOffset="-155161.03">28475 7689 348 0,'0'0'26'0,"0"0"65"0,0 0-71 16,0 0 3-16,-40 38 9 15,28-11 2-15,1 3-7 16,3 3-8-16,3-1-6 16,4 2-4-16,1 2-2 0,0-2-3 15,8-3-2-15,4-1-1 16,1-6-1-16,3-4 0 15,0-9 1-15,3-5-1 16,-1-6 1-16,-1-1 1 16,-5-12-2-16,-6 0 0 15,-4-3 0-15,-2 2 0 0,-8 3 0 16,-10 1 0-16,-3 6 0 16,-2 4 0-16,-1 0-3 15,1 4-15-15,-2 8-34 16,3 0-55-16,1-2-87 0</inkml:trace>
  <inkml:trace contextRef="#ctx0" brushRef="#br0" timeOffset="-154711.5">27893 8653 393 0,'0'0'11'0,"0"-41"47"0,0 33-2 16,0 8-23-16,0 7-31 0,0 12 0 15,0 7 7-15,0 5 9 16,0 2-3-16,0 1-9 16,0-1 2-16,-7-1 8 15,2 0-12-15,-2-4-2 16,3-4-1-16,-2-3 1 0,2-6-2 16,2-5 1-16,2-5-1 15,0 1 1-15,4-6-1 16,7 0 0-16,7 0 1 15,1 0-1-15,4 0 0 16,5-6 0-16,2-2 1 0,0-1-1 16,-2 1 0-16,-7 1-6 15,-2 2-19-15,-5 4-38 16,-9-1-21-16,-4 1-36 16,-1 0-24-16</inkml:trace>
  <inkml:trace contextRef="#ctx0" brushRef="#br0" timeOffset="-154476.89">27980 8852 297 0,'0'0'63'15,"0"0"19"-15,0 0-31 0,0 0-14 16,0 0-30-16,0 0 17 16,0 0 12-16,-10 55-9 15,17-23-7-15,-1 3-6 16,-2 4-8-16,2-1-4 15,-3 0-1-15,-2-2-1 16,0-5 1-16,-1-4-4 0,0-4-16 16,0-5-24-16,0-7-25 15,2-8-20-15,4-3-40 16,2-14 13-16</inkml:trace>
  <inkml:trace contextRef="#ctx0" brushRef="#br0" timeOffset="-154242.67">28383 8642 420 0,'0'0'6'0,"0"0"66"16,0 0-26-16,0 0-22 15,0 0 13-15,13 58 0 16,-12-25-11-16,0 4-11 0,-1-1-8 15,2 0-4-15,-1-2-2 16,2 0 0-16,-1-4-9 16,-1-6-46-16,0-9-81 15,3-11-149-15</inkml:trace>
  <inkml:trace contextRef="#ctx0" brushRef="#br0" timeOffset="-152355.83">28583 6881 95 0,'0'0'63'0,"0"0"-33"0,-2 0 7 16,-1 0-7-16,0-3-3 15,1 1 1-15,0 1 14 16,-1 1-12-16,-2 0-14 16,-1 0-10-16,-1 0 2 15,-2 0 4-15,-3 0-1 16,1 0 1-16,-1 3-3 0,-1-2 0 15,2 2-2-15,-2 0 3 16,4 0-2-16,-1 1 0 16,-1 3 1-16,3 3-2 15,-2 3 1-15,1 4 2 0,-3 4 1 16,3 3 1-16,2 3 1 16,1 3-3-16,5 3-2 15,1-1 3-15,1-2-8 16,13-3 2-16,3-4-2 15,8-3 1-15,4-8 0 0,5-4 1 16,2-7 1-16,1-1-2 16,-2-7-2-16,-3-7 0 15,-3-7-1-15,-8-2 0 16,-2-4 0-16,-5-2-1 16,-7-6 1-16,-7 2-1 0,-1-2 0 15,-17 2-2-15,-9 6 0 16,-8 4 0-16,-1 7-1 15,-3 8 1-15,0 5-1 16,7 3-22-16,7 5-26 16,10 3-31-16,6-3-79 0,9-5-62 15</inkml:trace>
  <inkml:trace contextRef="#ctx0" brushRef="#br0" timeOffset="-151146.48">30156 6683 182 0,'2'-10'3'0,"-2"3"25"0,0 2-2 0,0 3-3 16,0-1-5-16,0 3 7 0,-2 0-6 15,-2 0 1-15,-4 9-3 16,0 4 5-16,-3 5 1 16,-1 4 3-16,-2 3-8 15,0 5-5-15,-1-2-7 16,1 2-1-16,-3-5-3 16,3 0 0-16,3-5 0 0,0-5 0 15,3-3-1-15,1-4 1 16,4-2 0-16,1-5 2 15,-1 2 1-15,3-3 3 16,0 0 3-16,0 0-5 16,11 0-3-16,5 0-2 0,8 0 0 15,7-1 2-15,5-2-2 16,5 1-1-16,-5 0 1 16,-1 2-1-16,-5 0 0 15,-6 0 0-15,-8 0 0 16,-2 0-14-16,-8 1-22 15,-1 0-16-15,-5 0-35 0,0-1 6 16,0 0-9-16</inkml:trace>
  <inkml:trace contextRef="#ctx0" brushRef="#br0" timeOffset="-150909.83">30229 6838 219 0,'0'0'4'0,"0"0"49"15,0 0 5-15,0 0 9 16,0 0-18-16,0 0-39 0,0 0-2 16,0 0 21-16,-12 40-4 15,12-12-10-15,0 5-7 16,0 3-5-16,0 2-2 16,0-1 0-16,4-3-1 15,-2-7-7-15,4-5-29 0,1-9-22 16,1-10-22-16,3-3-18 15,1-8-18-15</inkml:trace>
  <inkml:trace contextRef="#ctx0" brushRef="#br0" timeOffset="-150541.53">30420 6739 347 0,'0'0'16'0,"0"0"27"16,0 0-41-16,0 0 5 15,0 0 16-15,-24 44-8 16,20-31-6-16,2-2-4 16,2-3-2-16,0-2-2 15,2 1 1-15,11-1-1 0,2-2 1 16,5 0 0-16,1 5 1 15,1-1-3-15,-2 1 1 16,0 4 0-16,-3-2-1 16,-5 3 0-16,-5-2 0 15,-1-1 1-15,-6 0-1 0,0 0 0 16,-6-2 0-16,-6-2 0 16,-5 2-1-16,-1-2-11 15,-3-4-15-15,0 0-15 16,-1-2-28-16,-1-2 5 15,3 1-17-15</inkml:trace>
  <inkml:trace contextRef="#ctx0" brushRef="#br0" timeOffset="-150329.83">30374 6810 290 0,'0'0'2'15,"0"0"54"-15,0 0-8 16,45-46-21-16,-24 33-2 15,3 0-3-15,4-2-1 16,3 2-3-16,1 2-12 16,-1 2-3-16,-2 5-2 0,-2 3-1 15,-4 1-16-15,-7 0-48 16,-6 4-72-16,-9-1-92 16</inkml:trace>
  <inkml:trace contextRef="#ctx0" brushRef="#br0" timeOffset="-149758.87">29984 7571 272 0,'0'0'55'0,"0"0"-37"0,0 0 26 16,0 0-27-16,-42 8-6 16,33 8 5-16,-2 2-4 15,3 1-5-15,3-2-3 16,5-1-3-16,0-2 0 0,0-3 1 16,11-2-2-16,2-5 2 15,6-1-2-15,4-3 1 16,2 1 0-16,0 1-1 15,-2 3 1-15,-2 5-1 16,-7 2 0-16,-4 5 0 0,-4 4 1 16,-6 0 0-16,0 1 0 15,-3 0 1-15,-8-2-1 16,-2-3 0-16,-2-1 1 16,-4-2-1-16,0-4-1 15,0-2 2-15,-5-2-2 0,2 0 1 16,-2-3-1-16,2-3-11 15,2 0-6-15,3 0-15 16,3 0-33-16,4-6-13 16,5-7-32-16</inkml:trace>
  <inkml:trace contextRef="#ctx0" brushRef="#br0" timeOffset="-149521.36">29961 7624 295 0,'0'0'2'16,"0"0"25"-16,30-42 6 16,-11 29-9-16,7-4-6 15,9-1 6-15,7-2-2 16,2 2-10-16,3 2-6 16,-3 6-4-16,-6 4-1 15,-6 6-2-15,-10 0-43 0,-6 6-55 16,-9 5 3-16,-5-1-129 15</inkml:trace>
  <inkml:trace contextRef="#ctx0" brushRef="#br0" timeOffset="-149239.58">30540 7551 342 0,'0'0'21'0,"0"0"81"16,0 0-69-16,0 0-25 15,0 0 3-15,-11 50 14 16,7-19 3-16,-2 6-9 15,4-2-9-15,0 4-7 16,0 1-1-16,0 1-2 16,2-3-1-16,0-1-40 0,-1-6-57 15,-3-8-122-15</inkml:trace>
  <inkml:trace contextRef="#ctx0" brushRef="#br0" timeOffset="-144705.92">29886 8528 133 0,'-3'0'43'0,"0"0"3"0,2 0 10 0,0 0-12 15,0 0 3-15,1 0-6 16,0 0-10-16,-2 0-8 15,2 0-6-15,0 0-3 16,0 0 2-16,0 0-2 0,0 0-2 16,0-2-5-16,0 0 1 15,0-1 1-15,0 0-4 16,0 0-1-16,0 1-1 16,0-1 2-16,2 0-1 15,2-1 0-15,1-1-1 0,3 1 0 16,3-2 2-16,4-1-1 15,1 2 2-15,4-1-3 16,0 0-2-16,1 5 1 16,1-1-1-16,-5 2-1 15,-1 0 0-15,-4 6-1 16,-4 7 1-16,-2 0-2 0,-5 4 0 16,-1 1 1-16,-1 4 0 15,-8-1 1-15,-7 0 1 16,0 0-1-16,0-2 1 15,-2-5-2-15,3 0 2 16,0-4-1-16,2-4 1 0,4-2 0 16,1-1-1-16,4 0 1 15,3-3-1-15,1 0 2 16,0 0 0-16,4 0 0 16,10 0 0-16,3 0-2 15,4 0 0-15,2 4 0 0,2 3 0 16,-2 7 1-16,0-1-2 15,-4 5 0-15,-3 0 0 16,-5 0 1-16,-3 1-2 16,-5-4 1-16,-3 0-1 15,0 0 2-15,-6-1 0 0,-7-4 1 16,-3 2 4-16,-5-3 4 16,-3-1 1-16,-3-3 1 15,-2-1 0-15,-1-2-3 16,-1-2-3-16,3 0-1 15,2 0-3-15,3-7 1 0,5-3-1 16,8 0-1-16,6 0 0 16,4-1-18-16,0-1-18 15,9 4-24-15,7-2-30 16,0 1-30-16,4-2-107 16</inkml:trace>
  <inkml:trace contextRef="#ctx0" brushRef="#br0" timeOffset="-144236.92">30461 8459 341 0,'0'0'6'0,"0"0"70"0,0 0-34 0,0 0 0 16,0 0-11-16,0 0-5 15,0 0-6-15,0 0-2 16,-42 5 0-16,31 19-1 0,3 5-2 16,2 3-3-16,2 3 1 15,2 3-6-15,2 0-3 16,0-3-2-16,6-1-1 15,5-3 1-15,3-6-4 16,1-6 2-16,1-4 0 16,-1-5-1-16,3-7 2 0,-3-3 1 15,0 0 0-15,-4-6 0 16,2-5-1-16,-9 0 1 16,-2-3-1-16,-2 0 0 15,-1 2-1-15,-13-1 3 16,-3 4-2-16,-6 0 0 0,-4 5-1 15,0 2 0-15,2 2-2 16,5 0 1-16,5 4-36 16,9-4-59-16,6-2-114 15</inkml:trace>
  <inkml:trace contextRef="#ctx0" brushRef="#br0" timeOffset="-136277.91">32101 6645 88 0,'4'0'38'0,"0"0"34"16,-2 0-30-16,1-2-7 16,0-2 9-16,0 3 1 15,0-4-9-15,-1 1-12 0,0 2 1 16,0-3-6-16,-1 4-2 15,-1-2-3-15,0-1-4 16,0 0-4-16,-4 0-4 16,-5 0-1-16,-6 1-1 15,-5 1 1-15,-7 2-2 0,-5 0 2 16,-4 0-1-16,-2 5 0 16,5 5 1-16,4 5-1 15,7 1 1-15,6 4-1 16,11 0-1-16,5 3 1 15,0-4-1-15,18 0 1 0,6 1 0 16,5-1 1-16,2-1-1 16,-1 2 1-16,-3 0-1 15,-4 3 0-15,-6-1 1 16,-5 1-2-16,-4-3 1 16,-5 0 1-16,-3-4-1 0,0-2 0 15,-10-3 1-15,-5-4 0 16,-2 0 0-16,-4-4 2 15,-4 0 1-15,-3-3 5 16,0 0 2-16,-1-3 1 16,1-5-1-16,5-2 1 0,7-5 1 15,9-3 1-15,7-3-6 16,7-4-5-16,19-1-4 16,11-4 2-16,8 1-5 15,7 4-29-15,1 2-16 16,0 6-37-16,-4 3-66 0,-6 4-63 15</inkml:trace>
  <inkml:trace contextRef="#ctx0" brushRef="#br0" timeOffset="-135964.45">32333 6764 322 0,'0'0'19'0,"-46"13"26"0,25 0-11 0,2 1 0 0,6 5-6 15,2-1-11-15,7 2-1 16,4 0-7-16,0 1-3 0,9-1-2 16,5-1-3-16,2-1 0 15,4-3 0-15,3-6 0 16,3-6 0-16,-2-3 1 16,1 0 1-16,-2-6 0 15,-4-10 1-15,-5-2 0 0,-7-3 0 16,-6-5-2-16,-1-2-2 15,-12-2 0-15,-10 0-5 16,-6 7-7-16,-2 2-11 16,-2 10-2-16,1 6-32 15,1 5-67-15,6 0-28 16</inkml:trace>
  <inkml:trace contextRef="#ctx0" brushRef="#br0" timeOffset="-135538.28">31684 7602 413 0,'0'0'26'0,"0"0"38"0,0 0-22 0,0 0-9 16,0 0-21-16,0 0-7 16,44-23 1-16,-1 18 10 15,3-2-3-15,-5 1-7 16,-3 3-4-16,-7 3 0 15,-11 0-2-15,-7 3 1 0,-8 8-1 16,-4 5 0-16,-1 4 1 16,-4 8 3-16,-9 6 3 15,0 6 0-15,-3 4-5 16,1 4-2-16,1-1 0 16,1-1 1-16,4-8-2 0,5-4-1 15,2-11-31-15,2-9-38 16,4-11-19-16,9-3-13 15,4-17-38-15</inkml:trace>
  <inkml:trace contextRef="#ctx0" brushRef="#br0" timeOffset="-135225.7">32138 7638 363 0,'0'0'52'0,"0"0"-12"16,0 0-14-16,0 0-22 15,0 0 4-15,0 0 13 0,0 0 1 16,-12 45-12-16,12-28-4 16,0 3-2-16,8 0 1 15,2 1-4-15,2 2 1 16,2-3-1-16,-2 1 0 0,0-2 1 16,0-4-2-16,-2 0 1 15,-4-4-1-15,0-4 1 16,-2 0-1-16,-3-3 0 15,-1 1 0-15,-5-1-9 16,-5-1-4-16,-6 1-15 0,-5-3-11 16,-1-1-4-16,-1 0-10 15,2 0-17-15,-1-11 5 16,6-2-27-16</inkml:trace>
  <inkml:trace contextRef="#ctx0" brushRef="#br0" timeOffset="-135040.95">32180 7597 269 0,'0'0'76'16,"56"-33"-10"-16,-20 20-27 15,1 0-9-15,2 3-7 16,1 3-12-16,-4 6-9 0,-6 1-1 16,-6 0-2-16,-7 1-29 15,-13 3-70-15,-4-1-114 16</inkml:trace>
  <inkml:trace contextRef="#ctx0" brushRef="#br0" timeOffset="-134370.58">31838 8510 444 0,'0'0'10'0,"0"0"29"15,0 0-18-15,0 0-14 0,0 0-5 16,0 0-1-16,0 0 1 16,-11-39 5-16,4 35-1 15,-2 1-1-15,-5-1-2 16,-1 1-2-16,-3 3 0 16,-1-1-1-16,-1 1 1 15,-1 0 0-15,5 0-2 0,0 5 1 16,5 4 1-16,4 1-3 15,5 2 2-15,2 0-1 16,4 5 1-16,10 0 0 16,5 3 0-16,1 3 1 0,-1 2-1 15,1 2 0-15,-7 3-1 16,-1-3-3-16,-3 3-3 16,-6-5 2-16,-2-3 4 15,-1-4-1-15,0-2 2 16,-4-5-1-16,-6-1 3 15,0-3 2-15,-3-1 9 0,-2-2 7 16,-2-1 8-16,1-3-5 16,-2 0-6-16,0 0 0 15,-1-7-5-15,1-4-3 16,5-5-1-16,3-3-1 16,7-3-2-16,3-7-1 0,7-2-2 15,13-2-2-15,9-2 1 16,7-1-2-16,5 2-28 15,8 3-19-15,1 3-28 16,-3 2-57-16,0 6-113 0</inkml:trace>
  <inkml:trace contextRef="#ctx0" brushRef="#br0" timeOffset="-134038.42">32142 8579 63 0,'0'0'449'0,"0"0"-442"0,0 0 26 0,0 0-10 15,0 0-9-15,33-41 6 16,-26 41 3-16,1 0-14 0,4 0-7 16,-5 9-2-16,-1 6-1 15,-2 2 1-15,-3 3-1 16,-1 3-2-16,0-2-3 15,-10 5-2-15,0-2 0 16,-2-3 1-16,0 2 0 0,-2-3 2 16,4-3 5-16,1-6 0 15,4-1 0-15,2-4 0 16,3-3 2-16,3-3-2 16,13 0 5-16,10 0 7 15,10-7-6-15,13-5-4 0,7-1-2 16,4-1 1-16,-4-4-29 15,-5-8-157-15</inkml:trace>
  <inkml:trace contextRef="#ctx0" brushRef="#br0" timeOffset="-127647.8">25250 10278 90 0,'1'0'29'0,"-1"0"10"16,0 0-32-16,0 0 23 15,0 0 41-15,0-3 1 0,-1 3-40 16,-3-3-27-16,-2 2-1 15,-6-1 3-15,-1 1 3 16,-5 1-5-16,-7 0 3 16,-2 0 3-16,-6 0 5 15,-2 10 0-15,-3 1 2 0,0 5-1 16,2 4-5-16,0 4-2 16,5 1-3-16,5 4-4 15,5 1 0-15,4-2-2 16,6 1 0-16,4-2 0 15,4-3-2-15,3-4 3 0,0-5-2 16,8-1 0-16,5-8 3 16,8-2-2-16,-1-3 3 15,6-1-2-15,0 0 0 16,1 0 0-16,0 1 0 16,0-1-2-16,-1 0 0 0,-1 0 1 15,-2 5-1-15,1 5-1 16,0 3 2-16,-4 4-1 15,0 5 1-15,-4 3 2 16,-1 2-1-16,-3 4-2 16,-5 2 2-16,-4 1-2 15,-3 0 1-15,0 2 0 0,-4-4 2 16,-11 1 5-16,0-6 0 16,-6 0 1-16,-2-4-1 15,-3-2 0-15,-3-4-2 16,-5 0 0-16,-2 0 1 0,-2-3-1 15,-1-1-1-15,-3 0-3 16,-1-3 1-16,0-2 0 16,0-2-2-16,1-2 1 15,0-4-2-15,3 0 1 16,0 0-1-16,4-7 2 16,2-7-2-16,4-4 1 0,0-6 0 15,0-3-1-15,4-3 1 16,3-3-1-16,2-2 0 15,1 2 2-15,4 3-2 16,1 4 0-16,2 6 0 16,1 4 0-16,-1 7 0 0,2 2-2 15,1 4 0-15,1 3-3 16,-1 0-8-16,3 3-2 16,0 5-5-16,0 4-3 15,4 1-4-15,-3 1-15 0,3 1-12 16,1 1-28-16,-1-8-67 15</inkml:trace>
  <inkml:trace contextRef="#ctx0" brushRef="#br0" timeOffset="-126835.67">25633 10784 94 0,'-1'-3'47'0,"0"0"8"0,1-1-26 16,0-1 13-16,0 1 1 0,0 0-3 15,0 0-10-15,2-1-8 16,6 1-8-16,4-2 0 15,3 2-5-15,6 0 0 16,2-2 1-16,1 4-3 16,-1 1-4-16,1 0-2 0,-2 1-1 15,-2 0 0-15,-3 1-12 16,-4 4-45-16,-5-2-64 16,-5 1-88-16</inkml:trace>
  <inkml:trace contextRef="#ctx0" brushRef="#br0" timeOffset="-126614.72">25611 10948 189 0,'0'0'90'16,"0"0"-33"-16,0 0-21 15,51 6 2-15,-15-7-7 16,5-8-16-16,3 2-9 15,2 0-4-15,0 1-1 16,-4 0-2-16,-10-2-66 0,-5-3-159 16</inkml:trace>
  <inkml:trace contextRef="#ctx0" brushRef="#br0" timeOffset="-125462.42">27352 9839 115 0,'0'0'20'0,"0"0"10"0,0 0-9 0,0 0-6 15,0 0-3-15,-36 4 1 16,25-2 0-16,-1-1-1 16,-2 2-4-16,-1-2 2 0,-4 1-1 15,-1-1-3-15,-2 2 3 16,1-1-3-16,-5 0 0 15,0 0-3-15,1 1 0 16,0 1 1-16,2-3-1 16,1 2 1-16,3 0 4 0,4 3-4 15,-1-1-2-15,2 5 0 16,3 0-2-16,-2 7 0 16,0 6 0-16,-1 8 1 15,-1 8 1-15,1 10 5 16,-1 9 4-16,1 8 0 0,3 12 8 15,-3 11 0-15,2 8 2 16,0 11 0-16,-1 11-9 16,0 6-1-16,0 3-2 15,1 0-3-15,3 2-2 16,-5-3-1-16,3-2 1 0,-3-3 3 16,-1-4 2-16,-4-6-2 15,2-4 6-15,0-6-1 16,1-6-4-16,2-5-1 15,1-2-3-15,2-7 1 16,2-3 0-16,3-7 3 0,3-5-6 16,-3-5 1-16,4-8-2 15,0-1 1-15,0-4 0 16,0-6 0-16,-2-2-1 16,2-2 0-16,-1-4 2 15,1-6-1-15,-2-4 0 16,2-2 0-16,0-6 1 0,0-4 0 15,0-3 0-15,1-2 0 16,1-4 0-16,-2-1-1 16,2-3 1-16,0 2 0 15,0-2 1-15,0 1 1 16,0-1-2-16,0 0 1 0,0 0-1 16,2 1 0-16,4 1 5 15,6-2 8-15,10 0-7 16,5 0 0-16,6 0 1 15,9 0 0-15,9-3-3 16,5-3-2-16,8-1-5 0,-1 3 1 16,4-2-1-16,0 0 1 15,0-3-2-15,2 0-20 16,-2-4-13-16,-4-8-57 16,-3-7-150-16</inkml:trace>
  <inkml:trace contextRef="#ctx0" brushRef="#br0" timeOffset="-123775.27">32290 9687 14 0,'-3'-1'7'0,"1"-1"14"0,1 2 6 15,-3-1 19-15,4 1-4 16,-2-1-19-16,0 0 0 0,1 1 0 16,1 0 0-16,-1 0-5 15,1-1 0-15,0 1 2 16,0 0-8-16,0 0-9 16,0 0-2-16,10 0-1 15,1 0 15-15,8 0 4 0,7 0-5 16,4 0-3-16,3 1-4 15,2-1 2-15,1 0-4 16,-1 0 0-16,-4 0-4 16,0 0 1-16,-5 0-1 15,-3 0-1-15,-4 0 1 0,-4 0-1 16,-4 0 0-16,-4 0 1 16,-3 1-1-16,-2 3 0 15,-2 0 0-15,0 6 0 16,-2 1 3-16,-7 8 3 15,0 4 2-15,-2 5-2 0,2 3 1 16,3 7-2-16,-2 5-1 16,4 4-1-16,2 7 1 15,1 7 0-15,1 7-1 16,0 9 0-16,0 9-2 16,0 8 0-16,0 1-1 0,0 3 1 15,-2-1 0-15,-4 1-1 16,-5-6 1-16,2-2-1 15,-4-1 0-15,-1 2-1 16,0-4 3-16,-1-3 1 16,2-1 12-16,-2 0-3 15,2-4-3-15,-5 1-2 0,3 1-1 16,-3-2 0-16,0 1-2 16,0-3 1-16,1-5 0 15,1-5-1-15,2-5-1 16,1-5 0-16,4-5 2 15,3-3-3-15,-1-1 1 0,2-1 1 16,3-3-1-16,-1 0 0 16,-1-3-2-16,1-5 1 15,0-2-1-15,-2-6 1 16,1-4-1-16,0-5 0 0,0-4 0 16,2-3 0-16,-2-4 0 15,2-2 0-15,0 0 0 16,-2-2 0-16,3-1 0 15,-2 1 3-15,0-1-1 16,1 1-2-16,0 2 0 16,-2-1 0-16,2 2 1 0,-1-1-2 15,1 0 1-15,-1 1-1 16,1 0 1-16,-1-1 0 16,0 1 0-16,0 1 0 15,1 0 2-15,-1 2-1 16,-4-2 2-16,3 3-1 0,-1 1 0 15,0-2-1-15,1 0 0 16,0-2 1-16,-1 0 0 16,2-3 1-16,0-1 0 15,0 0 2-15,-3-2-2 16,0-1 1-16,-4-1-1 0,-1 0 0 16,-2 0-1-16,-6 0-2 15,-6 0 0-15,-8-7-1 16,-9-1 0-16,-16-4-17 15,-13-5-56-15,-14-8-87 16,-9-8-185-16</inkml:trace>
  <inkml:trace contextRef="#ctx0" brushRef="#br0" timeOffset="-121942.7">27113 10237 108 0,'-7'-13'49'0,"-2"0"-4"0,1 3 2 0,-1 2-8 0,3 2-4 0,-1 0 11 15,2 4-16-15,2 1-6 16,1 1-12-16,2 0-9 16,0 9-2-16,0 7 1 15,0 2 3-15,1 5 3 16,5 5 5-16,2 6-3 0,0 2-5 16,2 2-1-16,0 5-2 15,2-1-2-15,-3-2 1 16,2-3-1-16,-3-6 0 15,-2-8 0-15,1-9 0 16,-4-4 1-16,-1-6-1 0,-2-4 2 16,3 0 34-16,-2-7-18 15,3-7-15-15,0-7 0 16,1-6-1-16,3-4 0 16,-2-5 1-16,1-5-3 15,1-1 0-15,-2-1 2 0,0 0-2 16,0 2 0-16,-1 0 0 15,-3 7 0-15,0 5 0 16,-1 8-2-16,-1 4-2 16,0 7-10-16,1 3-7 15,1 7-19-15,-2 0-53 16,1 0-9-16,1 7 19 0,-1-1-111 16</inkml:trace>
  <inkml:trace contextRef="#ctx0" brushRef="#br0" timeOffset="-120926.2">27502 10319 152 0,'0'0'11'0,"0"0"36"0,0 0-13 15,0 0-4-15,0 0 1 16,0 0 6-16,0 0 10 16,0 0-12-16,0 0-11 15,0 0-6-15,-40-22-6 16,24 22-1-16,0 8-2 15,0 3 1-15,3 4 0 0,-1 0-2 16,4 5-3-16,7 0-3 16,3 0-1-16,0 0 0 15,0 0-1-15,11-3 0 16,1-2 1-16,2-6-1 16,5-6 0-16,-3-3 0 0,0 0 0 15,-3-5 1-15,1-9 1 16,-6 0-2-16,-5-3 1 15,-1 1-1-15,-2-1 0 16,0 3-1-16,0 0 2 16,0 3-1-16,-4 3 0 15,-2 3 0-15,1 1 1 0,-1 3 0 16,0 1-1-16,3 0 1 16,1 0 0-16,2 6-2 15,0 3 2-15,0 1-2 16,0 1 3-16,3 0 0 0,5 3 1 15,1-1-2-15,1 2-1 16,2-3 1-16,0 2-1 16,1-3 0-16,3-3 0 15,-3-3 0-15,2-4 0 16,-3-1 1-16,1 0-2 0,-3-2 2 16,-1-8-1-16,-1-1 0 15,-4-2 0-15,-2-1-2 16,-2 2 1-16,0-2 0 15,0 3 1-15,-3 1-1 16,-6 0-1-16,2 1 0 0,-4 1-2 16,2 2 1-16,2 1 1 15,-1 0 2-15,3 1-1 16,1 1 2-16,3 2-1 16,1-2-1-16,0 0 1 15,10-1-1-15,1 1 1 0,7-3 0 16,3 1 0-16,0-1 0 15,6 0 0-15,-1 2 1 16,0-2-1-16,-5 2 0 16,-2 1 2-16,-4 0-2 15,-3 2 0-15,-7 1 1 16,0-1 1-16,-3 1-1 0,-2 0 1 16,0 0 1-16,0 0 2 15,0 0 1-15,0 0 1 16,-6 1-2-16,2 6 1 15,1 4 2-15,1 2-2 0,2 6 0 16,0 1 0-16,2 1-1 16,4 3-3-16,2 2-1 15,3-1-1-15,-2-2 0 16,0-4 0-16,1-2 0 16,-1-5-14-16,0-4-11 15,0-4-8-15,-1-4-17 0,-2 0-87 16,-1-9-112-16</inkml:trace>
  <inkml:trace contextRef="#ctx0" brushRef="#br0" timeOffset="-111965.53">28143 10031 111 0,'0'0'33'0,"0"0"18"0,0 0-43 15,0 0 3-15,0 0-7 16,0 0-1-16,0 0 1 16,0 0 2-16,0 0-3 0,0 0 0 15,0 0 1-15,0 0-2 16,0 0 6-16,2-7 9 16,-2 7 10-16,0 0-13 15,-2 0-5-15,0 0 3 16,0-2-1-16,0 1-2 0,-1-1-4 15,-2 1 1-15,1 1-2 16,1-1 2-16,0-1 6 16,0 2 1-16,-2 0 2 15,2-1 1-15,1 0 0 16,0 0 1-16,1 1-2 0,-3-1-4 16,4 1-4-16,-1 0-4 15,1 0-1-15,0 0-1 16,0 0-1-16,0 0 0 15,0 6 1-15,1 5 6 16,5 7 3-16,-2 5 3 0,0 8 4 16,-1 6 4-16,0 7-7 15,-3 0-2-15,0 3-6 16,0-3-3-16,0-2-2 16,-1-4 0-16,-1-4-1 15,0-4 0-15,0-6 1 0,1-6-1 16,1-5 0-16,0-4 0 15,0-4 0-15,0-4 0 16,0-1 0-16,0 0-17 16,0 0-23-16,1-11-37 15,1-6-89-15,0-7-89 0</inkml:trace>
  <inkml:trace contextRef="#ctx0" brushRef="#br0" timeOffset="-111602.53">28068 10061 270 0,'0'0'1'0,"0"0"27"0,0 0 9 0,0 0-9 0,0 0-15 16,0 0 6-16,0 0 3 15,55-23 2-15,-33 36-10 16,1 2-5-16,-3 4-7 16,-1 1-1-16,-4 0 0 0,-2-1-1 15,-4-1 0-15,-4-4 1 16,-2 0-2-16,-3-3 2 16,0-1-1-16,-11-3 1 15,-2 3 0-15,-7-3 0 16,-2 1 0-16,-2-1-2 15,1 0 1-15,0-2 1 0,3 1-1 16,4 1-3-16,3-3-13 16,8-1-18-16,3 2-19 15,2-3-24-15,2-1 4 16,7-1-79-16</inkml:trace>
  <inkml:trace contextRef="#ctx0" brushRef="#br0" timeOffset="-111014.59">28299 10056 301 0,'0'0'5'0,"0"0"69"16,0 0-62-16,0 0-10 0,0 0 17 15,0 0 13-15,13 60-9 16,-10-30-2-16,-1 5-6 16,1 2-6-16,-1 0-5 15,-2 0-1-15,0 0-3 16,0-6 0-16,0-5 1 0,0-7-1 16,0-4 1-16,0-7-2 15,0-3 2-15,0-4-1 16,0-1 3-16,0 0 2 15,0 0 12-15,0-1-12 16,0-6-3-16,-5 0-2 0,3-1 1 16,0 0 0-16,0-2-1 15,0 0 0-15,1 0 2 16,-2-1-4-16,3-1 2 16,0-2 0-16,0 3 0 15,0-2 0-15,0 2 2 0,5 2 1 16,2 1-3-16,3 2 3 15,0 2-3-15,1 2 1 16,3 2-1-16,-1 0 0 16,3 0 0-16,-3 6 0 15,1 4 0-15,1 1 0 16,-3 1 0-16,-2 2 0 0,0-3 0 16,0 3-1-16,-4-1-11 15,-3 0-9-15,0-2-11 16,-2-1-13-16,-1 1-20 15,0-2-27-15,-1 0 16 16,-3-5-55-16</inkml:trace>
  <inkml:trace contextRef="#ctx0" brushRef="#br0" timeOffset="-107206.39">29216 9982 224 0,'0'0'55'0,"0"0"-4"0,0 0 12 15,0 0-21-15,-47-18-12 16,28 32 4-16,-3 8 2 16,1 6-5-16,1 2-11 0,5 5-3 15,4 4-7-15,3 0-4 16,5 1-3-16,3-3-2 15,0 0 0-15,2-7-1 16,10-5 0-16,1-3 1 16,4-6-2-16,2-5-2 0,3-6-37 15,-1-5-18-15,1 0-36 16,-2-7-46-16,1-10-14 16</inkml:trace>
  <inkml:trace contextRef="#ctx0" brushRef="#br0" timeOffset="-106882.47">29277 10265 261 0,'0'0'21'16,"0"0"47"-16,0 0-27 15,0 0-8-15,-38 14-3 16,33-4-2-16,3 2-7 0,2-1-5 16,0 2-4-16,0-2-2 15,7 2-2-15,5-4-4 16,2 0-2-16,3-3 1 15,1-3-2-15,0-3 1 16,1 0-2-16,-2 0 1 0,-2-6 0 16,-3-4 0-16,-3-1-1 15,-2-3 1-15,-7-2 0 16,0-4-1-16,-3 2-1 16,-10-2-9-16,-4 2 4 15,-1 3 2-15,-1 4 1 16,-1 2-3-16,1 6-6 0,6 3-3 15,0 0-14-15,5 0-10 16,4 6-39-16,4 0-20 16,0-2-28-16</inkml:trace>
  <inkml:trace contextRef="#ctx0" brushRef="#br0" timeOffset="-106555.68">29429 10255 308 0,'0'0'19'0,"0"0"32"16,0 0 13-16,0 0-16 15,43 41-15-15,-30-31-6 16,2 3-6-16,-1 3-8 16,1-1-7-16,-2 0-4 15,-3-1 0-15,0 0-2 0,-3-4 1 16,-1-3 0-16,-3-3-1 15,2-4 0-15,1 0 10 16,-2-8 18-16,2-6-14 16,-1-5-4-16,0-4-3 15,2-4-2-15,-3 0-4 0,0-4-1 16,2 1 0-16,-1 3-22 16,3 3-24-16,-4 7-19 15,0 3-24-15,1 4-77 16,-2 4-34-16</inkml:trace>
  <inkml:trace contextRef="#ctx0" brushRef="#br0" timeOffset="-106228.73">29887 10004 411 0,'0'0'3'0,"0"0"69"0,0 0-63 16,0 0-1-16,11 40 5 16,-9-9 11-16,2 4 5 15,-4 4-4-15,0 2-6 16,0 0-11-16,0 2-5 15,0-3-2-15,0-4-1 0,0-6 0 16,-4-4 0-16,3-8-11 16,0-6-26-16,1-8-9 15,-1-1-17-15,0-3-20 16,0-9-44-16</inkml:trace>
  <inkml:trace contextRef="#ctx0" brushRef="#br0" timeOffset="-105849.81">29869 10092 333 0,'0'0'1'16,"0"0"58"-16,-1-50-16 15,1 37-7-15,7-1-13 16,2 4 3-16,6 0-4 0,0 5-4 15,4 2-10-15,-1 3-2 16,0 0-3-16,0 3-3 16,-3 8 2-16,-3 3-2 15,-4 2-1-15,-1 0 2 16,-6 1-1-16,-1-2 0 0,0 2 0 16,0-3 1-16,-9 1-2 15,-3-1 2-15,-1-3-2 16,-5 1 0-16,2 0-7 15,-4 0-9-15,1-1-3 16,2-1-10-16,3 0-21 0,2-2-35 16,5-2-11-16,3-3-59 15</inkml:trace>
  <inkml:trace contextRef="#ctx0" brushRef="#br0" timeOffset="-105302.23">30327 10153 191 0,'0'0'24'0,"0"0"40"16,0 0-20-16,0 0 18 15,5-38-3-15,-5 33-18 0,-5 1-11 16,-4 0-9-16,-2 2-3 16,-1 2-1-16,-3 0 2 15,-1 1 4-15,-2 8-3 16,1 6-2-16,0 4-5 15,3 6 0-15,0 3-5 0,5 3-3 16,4 1-2-16,5 0-1 16,0-3-1-16,7-2 0 15,7-5 0-15,6-3 0 16,4-5-1-16,0-6 1 0,0-3-6 16,1-5-16-16,-1 0-13 15,-3-8-43-15,-5-6-37 16,-3-4-137-16</inkml:trace>
  <inkml:trace contextRef="#ctx0" brushRef="#br0" timeOffset="-104099.77">31353 10025 191 0,'3'-14'14'0,"-2"-2"46"0,-1 3-20 0,0 2 12 15,0 0-7-15,-6 2-2 16,-5 5-8-16,-5 1-2 16,-5 3-8-16,-1 3 2 15,-4 11-2-15,0 6-4 16,2 6-7-16,4 4-2 0,6 2-2 16,6 5-6-16,6 1-2 15,2-1-1-15,6-1-1 16,10-5 2-16,2-4-2 15,6-4 0-15,-2-7-3 16,1-4-13-16,1-5-13 0,-3-4-31 16,1-3-22-16,-6 0-21 15,2-7-47-15</inkml:trace>
  <inkml:trace contextRef="#ctx0" brushRef="#br0" timeOffset="-103740.59">31489 10196 256 0,'0'0'18'16,"0"0"47"-16,0 0-35 15,0 0 5-15,0 0 3 16,-38 15-11-16,34-2-4 0,0-2-2 16,4 1-10-16,0-1-2 15,0-1-4-15,3 0-2 16,4-3-3-16,4-3 2 15,-1-1-2-15,3-1 2 16,1-2-2-16,-2 0 2 0,0 0-1 16,-2-7 0-16,0-1 0 15,-4-6 1-15,2 0-1 16,-5-2 0-16,-2-4-2 16,-1-1-1-16,0 1-2 15,-9 2-2-15,-3 1 2 0,-3 4 0 16,-1 6-3-16,2 3 1 15,3 2-8-15,-1 2-12 16,5 0-17-16,4 3-37 16,3-1-49-16,0-2-63 15</inkml:trace>
  <inkml:trace contextRef="#ctx0" brushRef="#br0" timeOffset="-102179.64">31652 10184 160 0,'0'-5'28'0,"0"0"28"0,0 2-19 15,0 1-11-15,1 0-3 16,2-1-2-16,-1 2-5 15,1 1-7-15,1 0-5 16,-1 0 0-16,1 0 1 16,3 0 0-16,-1 0 3 0,0 7 0 15,2 1-2-15,4 1 3 16,-1 4-5-16,2 1 1 16,0 3-2-16,0 0-2 15,-3 0 0-15,1-3-1 16,-3-1 2-16,-1-4-2 0,0-2 0 15,-3-3 1-15,-2-4 0 16,0 0 10-16,1 0 19 16,0 0 4-16,-1-10-16 15,2-3-8-15,5-5 5 16,0-6-3-16,2-2-6 0,5-6-3 16,2 0-3-16,3 1-1 15,1 3-36-15,-1 2-55 16,-3 3-85-16</inkml:trace>
  <inkml:trace contextRef="#ctx0" brushRef="#br0" timeOffset="-95525.58">29019 11467 226 0,'0'0'92'0,"0"0"-10"0,0 0-10 0,0 0-30 15,0 0-38-15,0 0-1 16,0 0 14-16,-6 58 6 16,12-18 1-16,4 1-4 15,0 2-9-15,-3 0-8 16,0-3 0-16,0-10-2 0,-1-6 1 15,-3-7-2-15,2-11 2 16,1-6-1-16,4-10 36 16,0-13-26-16,2-9-8 15,3-7-2-15,-2-6 0 16,1-5-1-16,-2 4 0 16,0 0 1-16,0 6-13 0,-2 9-17 15,0 8-11-15,-1 10 4 16,-1 10-6-16,-2 3-55 15,-1 9-27-15,2 5 34 16,-4 3-73-16</inkml:trace>
  <inkml:trace contextRef="#ctx0" brushRef="#br0" timeOffset="-94727.52">29415 11612 13 0,'0'0'265'15,"0"0"-257"-15,0 0 25 16,37-21 9-16,-30 13 1 16,-6-2 15-16,-1 2-6 15,0 1-15-15,-5 0-6 16,-5 2-5-16,-4 5-12 0,-3 0-3 16,0 0-4-16,-4 3-3 15,3 7 1-15,3 0-1 16,1 4 0-16,4 0-1 15,5-1-3-15,3 1 0 16,2 2 0-16,0-2 0 0,0-1 0 16,2-2 0-16,3-2 0 15,3-2 0-15,2-3-3 16,-1-4 0-16,0 0 0 16,0-4 3-16,0-4 0 15,-1-2 1-15,-4 1-1 0,-1 0 0 16,-1 2 0-16,-2 2 1 15,1 0-1-15,-1 3 1 16,0 0 1-16,0 1-1 16,0-1 2-16,0 2 0 15,0 0 5-15,0 0-5 16,0 0-3-16,3 2-1 0,4 5 1 16,2 3 0-16,0-2 0 15,5 2 1-15,1-1-1 16,4-1-1-16,0-2 2 15,2-6-1-15,0 0 0 16,0 0 0-16,-3 0 0 0,-2-7 0 16,-5-4 0-16,-3-1 1 15,-6 1-1-15,-2-3-1 16,0 1-2-16,-5-1 0 16,-5 1 1-16,-6 0 1 15,-2 2 0-15,-2 1 0 0,2 0 1 16,2 3 0-16,4 2-1 15,2 0 2-15,4 2-1 16,6 0 0-16,0 3 0 16,7-3-1-16,9 0 0 15,3 2 1-15,5-2 0 0,1 2 0 16,0-1 1-16,-2 2-1 16,-4 0 1-16,-2 0 0 15,-4 6 1-15,-3 4 0 16,-2-2-1-16,-2 4-1 15,-3 2 1-15,1 0-1 0,-3 2 0 16,0-1 0-16,0 1 0 16,-1 0-16-16,0-1-43 15,0-1-29-15,0-3-70 16,-3-4-46-16</inkml:trace>
  <inkml:trace contextRef="#ctx0" brushRef="#br0" timeOffset="-94296.74">30106 11478 278 0,'0'0'49'0,"0"0"32"0,0 0-32 0,0 0-8 16,-43-13 3-16,22 13-7 15,-4 9-8-15,-1 6-10 16,2 4-5-16,3 5-3 15,0 2-3-15,5 2-3 16,5 3-2-16,6-1-1 16,4-2-2-16,1-2 0 0,2-4 1 15,10-6-1-15,6-6-3 16,4-4-11-16,2-6-10 16,3 0-19-16,1-1-14 15,-1-11-39-15,-3-1-64 16</inkml:trace>
  <inkml:trace contextRef="#ctx0" brushRef="#br0" timeOffset="-93161.67">30731 12272 119 0,'1'-3'19'0,"1"0"-11"0,0-1 8 16,2 3 8-16,0-2 15 15,-3 0 8-15,1 1-2 16,3 2 9-16,-3 0-6 16,2 5-23-16,1 9 5 15,3 10 4-15,-1 6-2 16,3 5-8-16,1 5-7 16,-1 3-2-16,3 0-7 0,-1-4-3 15,2-6-4-15,-1-7 0 16,-2-8-1-16,1-9 1 15,-3-7 0-15,1-2 7 16,2-5 14-16,0-10-13 0,1-6-5 16,-3-2-3-16,0-5 0 15,-1-5 1-15,-4-1-2 16,-2-4 0-16,0 3 0 16,-1 0-11-16,0 2-14 15,0 7-15-15,-1 4-4 0,0 9-6 16,0 4-27-16,0 6-47 15,1 1-44-15</inkml:trace>
  <inkml:trace contextRef="#ctx0" brushRef="#br0" timeOffset="-92268.53">31265 12523 235 0,'0'0'32'0,"0"0"21"0,0 0 5 0,17-41-7 16,-17 31-7-16,0 3-6 15,-11 3-8-15,-1 0-9 0,-4 4-4 16,0 0-2-16,-3 1-4 15,4 6-2-15,1 3-1 16,6 0-5-16,1 2-1 16,4 0-2-16,3-2 0 15,0 3 0-15,0-2 0 0,7-1 1 16,0-1-1-16,4-2-1 16,1-1 1-16,-3-2-12 15,4-3-6-15,1-1 2 16,0 0 12-16,-1-8 4 15,-3-4 1-15,0 0-1 0,-5 0 0 16,-3 2 1-16,-1 0 2 16,-1 3 9-16,0 0 1 15,0 1-2-15,0 2-2 16,0 1 0-16,0 2-2 16,0 1 1-16,0 0-3 15,0 0-4-15,0 6-1 0,0 4 0 16,0 1 0-16,1 1 1 15,7 0-1-15,3-1 0 16,3-4 0-16,2 2 0 16,0-5 0-16,2-1 2 0,-1-3-4 15,-1 0 2-15,-4 0 2 16,-2-3-2-16,1-7 0 16,-6-3 1-16,-3-2 0 15,-2-1 0-15,0-2-1 16,0 2-1-16,-10-1-1 15,-2 6 2-15,-1 0-2 0,-2 5 1 16,1 1 1-16,3 1 0 16,1 1-1-16,4 3 1 15,2-1 0-15,4 0 0 16,0 0-1-16,6 0 1 0,8-2-1 16,3 2 2-16,3-2-1 15,0 1 1-15,-1 1-1 16,-2 1 1-16,-2 0 0 15,-2 0 2-15,-2 0 1 16,1 0 2-16,-2 3 1 0,-1 3 0 16,-1 2 1-16,-1 1-4 15,1 2 0-15,-1 2 1 16,-1 1-1-16,2 2-3 16,0-1 0-16,-4 2-1 15,1-1 0-15,-1-2 0 16,-1-1-9-16,-2 1-30 0,-1-4-49 15,0-3-56-15,0-4-177 16</inkml:trace>
  <inkml:trace contextRef="#ctx0" brushRef="#br0" timeOffset="-91221.77">31822 12354 301 0,'1'0'7'0,"-1"0"81"0,0 3-85 0,0 13 10 15,1 2 16-15,0 6 1 16,0 2-5-16,0 0-8 16,-1 1-9-16,0 0-5 0,0-5-1 15,0-3 0-15,-1-2-2 16,-3-6 1-16,1-4 0 16,1-4-1-16,-3-3 2 15,1 0 18-15,1 0-4 16,0-8-8-16,1-4 1 0,-1-3-3 15,2-4 1-15,1-6-3 16,0-3-3-16,4-1 1 16,2-1-1-16,2 3 1 15,-1 4-2-15,-1 5 1 16,0 7 1-16,-1 3 3 0,1 8 2 16,0 0-7-16,2 3 1 15,3 7-1-15,0 3 0 16,3 1 0-16,-1 3 0 15,-1-1 0-15,2-1 0 16,-3 0 0-16,2-3-12 0,-5-2-34 16,-1 0-5-16,-1-5-30 15,0-3-51-15,-2-2 12 16</inkml:trace>
  <inkml:trace contextRef="#ctx0" brushRef="#br0" timeOffset="-90753.5">32119 12340 310 0,'0'0'64'0,"0"0"-25"0,0 0-18 0,0 0 17 16,-45 27 6-16,28-14-14 15,1 1-10-15,3 2-10 16,0-3-4-16,1 1-3 15,5-3-3-15,-1 0 1 0,0-5-1 16,4 1 1-16,2-3-2 16,0-1-2-16,0-3-10 15,2 0 8-15,0 0 7 16,2-7-4-16,4-3 0 16,4-2 0-16,2-3 2 15,3 1 0-15,-1 1 0 0,3-1 0 16,-3 3 0-16,0 1 0 15,-4 3 0-15,-2 3 0 16,-3 2 1-16,-3 2 4 16,0 0 2-16,-1 0-3 15,-1 7 9-15,0 6 6 0,0 3-4 16,0 3 2-16,0 5-1 16,0 4-5-16,-3 1-6 15,-1 0-3-15,2-1-1 16,1 1-1-16,-3-4 0 0,4 0-15 15,0-7-18-15,0-3-65 16,-2-5-14-16,0-7-171 16</inkml:trace>
  <inkml:trace contextRef="#ctx0" brushRef="#br0" timeOffset="-89058.63">28054 10779 42 0,'0'0'17'0,"0"0"5"0,0 0 3 16,0 0 3-16,0 0-2 15,0 0-4-15,0 0-3 16,0 0-4-16,0 0 0 16,0 0-7-16,0 0-4 15,0 0 0-15,0 0 3 16,33-6 0-16,-16 11-3 0,1 3 0 16,5 2 1-16,2 2-1 15,-2 3 0-15,3 4-1 16,0 1 0-16,1 2-1 15,2 4-1-15,0-1 0 16,2 1 0-16,2 0 0 0,0-1-1 16,1-1 3-16,-1-2-1 15,2-2 6-15,-3-1 4 16,-1 1-4-16,-2 0-1 16,-3 0-3-16,-2 1 3 15,-2 0 1-15,-4 2 3 0,2-1 1 16,1-1-2-16,-2 1 3 15,3 0-1-15,1-5-6 16,-1 3-4-16,3-6 0 16,0-1 1-16,1 0-1 0,-4-5-1 15,-2 1 1-15,-1-5-2 16,-6 3 1-16,-2-4-1 16,-5 1 1-16,-1-2-2 15,-4 1 2-15,-1 2-1 16,0-1 0-16,0-1 1 15,-1 1 0-15,-4 1 0 0,0-1 0 16,2-1-1-16,-2 1 1 16,3-1-1-16,1 1 0 15,1 2 0-15,0-2 0 16,3 3 0-16,10 3 0 16,1-1-3-16,6-5-94 0,7-4-74 15</inkml:trace>
  <inkml:trace contextRef="#ctx0" brushRef="#br0" timeOffset="-88212.68">30025 11893 72 0,'0'0'13'0,"0"0"17"0,0 0 2 0,0 0 3 15,0 0-16-15,0 0-2 16,0 0 2-16,0 0-2 16,0 0-3-16,0 0 1 0,-4-39 7 15,2 35-6-15,1 3 1 16,-1 1-6-16,2 0-8 16,-2 0-2-16,2 0 0 15,0 4-1-15,7 4 2 0,11 4 3 16,8 2 5-16,8 7 6 15,7 4-1-15,5 6 0 16,5 2-2-16,3 2-5 16,2-1-1-16,2 2-1 15,-2-6 0-15,0-2-1 0,-5-6-1 16,-5-3-3-16,-7-3 1 16,-4-4 0-16,-10-2-1 15,-4-1 0-15,-5-2 1 16,-3 0 1-16,-5-3-1 15,-4 1 0-15,0-3-2 16,-3 1 0-16,-1 0 1 0,0 0-1 16,0-3 1-16,0 1-1 15,0 1-8-15,0-1-23 16,0-1-39-16,0 0-40 16,0 0-31-16</inkml:trace>
  <inkml:trace contextRef="#ctx0" brushRef="#br0" timeOffset="-87867.67">30788 12077 154 0,'0'0'16'0,"0"0"52"0,0 0-24 16,0 0-9-16,0 0-16 15,0 0-10-15,0 0 9 16,0 0 10-16,0 0-5 16,15 49-6-16,-4-31-9 0,-5 2-4 15,2 0-2-15,0-2-1 16,0 1-3-16,-2-2-25 15,1-4-23-15,0-3-41 16,-1-5 30-16,1-3-58 16</inkml:trace>
  <inkml:trace contextRef="#ctx0" brushRef="#br0" timeOffset="-87696.64">30897 12246 275 0,'0'0'60'0,"0"0"8"16,-57 18-20-16,28-4-10 16,-2 6-5-16,-3 4-14 15,3 4-13-15,-2 0-4 16,4 0-5-16,7-9-72 16,4-12-118-16</inkml:trace>
  <inkml:trace contextRef="#ctx0" brushRef="#br0" timeOffset="-76410.62">26332 10360 109 0,'-4'-7'-18'0,"2"0"112"16,-4 3-67-16,1-2 14 0,2 5-13 15,-2 1-8-15,0 0-17 16,0 8-1-16,1 5 5 15,-1 5 13-15,-2 4-1 16,1 3-5-16,0 5-3 16,-1 4-6-16,-1-1-4 0,1-2-1 15,0-1 1-15,0-2-1 16,-1-5 0-16,1-3 0 16,-1-4 0-16,1-1-2 15,0-2-17-15,0-4-53 0,3-4-17 16</inkml:trace>
  <inkml:trace contextRef="#ctx0" brushRef="#br0" timeOffset="-76083.37">26216 10363 267 0,'0'0'-11'0,"0"0"19"0,36-44 3 16,-16 37 3-16,1 1-1 15,1 6 3-15,-1 0 1 16,-2 2 1-16,-4 11-7 16,-1 2-5-16,-6 2-1 15,-2 4-2-15,-4-2-2 0,-2 0 0 16,0-1-1-16,-3-4 1 15,-8 0-1-15,-4-2 1 16,-1-2-1-16,-6-1 0 16,-4 1-1-16,-2-4 0 15,-2 4-3-15,1-1-2 0,3-2-29 16,2 1-16-16,4-1-17 16,4-5-124-16</inkml:trace>
  <inkml:trace contextRef="#ctx0" brushRef="#br0" timeOffset="-75194.48">26308 11505 84 0,'0'0'10'0,"0"0"24"0,0 0-2 16,0 0 0-16,0 0 1 15,0 0-6-15,7-37-2 16,-7 31-3-16,0 3 1 15,0-2-4-15,-3 2-1 16,-7 2-7-16,-3 1-3 0,-6 0-3 16,-5 0-1-16,-2 9 2 15,-2 3 4-15,0 5 10 16,1 4-4-16,2 2-5 16,4 5-6-16,4-1 2 15,5 3-7-15,4-3 1 16,5 2 0-16,3-1-1 0,0-4 0 15,8-5 0-15,8-4 0 16,5-6 0-16,5-8 0 16,3-1 0-16,3 0 0 15,1-8 0-15,-3-2-2 16,-2 1-36-16,-9-1-49 0,-7-4-42 16</inkml:trace>
  <inkml:trace contextRef="#ctx0" brushRef="#br0" timeOffset="-74009.61">25897 12711 54 0,'0'0'6'0,"2"-37"18"0,0 18-6 15,-2 2 5-15,0 2 10 16,0 3-4-16,0 1-1 0,0 4-1 16,0 1-1-16,0 2-3 15,0 4 2-15,0 0-5 16,0 7-18-16,0 8 6 15,0 6 5-15,0 4 8 16,0 4-4-16,0 3-7 16,0 4-4-16,0-1-3 0,0-2 0 15,-5-2-2-15,1-7 0 16,0-8 2-16,-2-6-2 16,2-7 0-16,1-3 5 15,2-5 8-15,-1-12-6 16,2-7-4-16,0-3 0 0,0-7-1 15,2-5-2-15,5 0-1 16,1-1-1-16,0 1 0 16,0 6 0-16,-1 3 0 15,1 8 1-15,-4 6 0 16,0 6 0-16,-1 4 0 0,1 6 0 16,0 0-4-16,1 2 6 15,4 7 0-15,-2 4-1 16,1 1 0-16,2-2 1 15,-1 1-1-15,1-2-1 16,0-1 1-16,3-2-1 0,-2-2 0 16,1 0 1-16,-1-3-4 15,-1-2-10-15,-1-1-2 16,0 0-2-16,0-4-1 16,0-7-3-16,3-1-5 15,-2-5 7-15,-2 0 4 0,0 2 13 16,-1 0 2-16,-3 2 2 15,-3 5 28-15,1 1 11 16,-1 4-5-16,0 3-10 16,1 0-16-16,-1 7-5 15,2 6 11-15,0 5-1 16,-2 1 2-16,1 6-4 0,-1 4-5 16,0 1-5-16,0 4-1 15,-1-2-2-15,1 2 0 16,1-1-5-16,2-6-30 15,-1-6-18-15,-1-8-27 16,2-10-54-16</inkml:trace>
  <inkml:trace contextRef="#ctx0" brushRef="#br0" timeOffset="-73127.74">27927 9302 219 0,'0'0'26'15,"0"0"7"-15,0 0-31 0,-1 47 21 16,-1-16 6-16,-2 5 6 0,1 2-4 16,1 2-4-16,0 3-10 15,0-2-4-15,2 0-4 16,-1 0-5-16,1-7-2 16,0 0-1-16,-2-9 0 15,2-4 0-15,0-8-1 16,-2-3 0-16,0-2 0 0,0-5-3 15,0-1-5-15,-1-2-45 16,-1 0-37-16,0-11-19 16</inkml:trace>
  <inkml:trace contextRef="#ctx0" brushRef="#br0" timeOffset="-72819.9">27854 9503 205 0,'0'0'3'15,"29"-42"4"-15,-8 21 19 16,6 0 4-16,6 2 2 16,0 2 3-16,3 6 5 15,-4 6-19-15,-1 5-7 0,-5 0-6 16,-3 8-2-16,-10 6-3 15,-3 1 0-15,-6 3-2 16,-4 0 0-16,-6 2 0 16,-10-4 0-16,-5 1-1 15,-9-2 1-15,-2-1-1 0,-4-1-2 16,-1 1-1-16,3-3-10 16,3-3-39-16,6-1-18 15,6-7-9-15</inkml:trace>
  <inkml:trace contextRef="#ctx0" brushRef="#br0" timeOffset="-72243.09">30090 9498 173 0,'0'0'15'0,"0"0"28"0,0 0-6 0,0 0-12 15,0 0-9-15,0 0-3 16,-41-41 9-16,13 41 12 16,-3 0-5-16,-4 0-3 0,-3 9-5 15,2 5-6-15,0 4-2 16,4 5-4-16,3 3-2 16,7 1 1-16,9 2-4 15,8 1-2-15,4 0 0 16,8 1-1-16,16-1 0 0,13-6 0 15,9-4 0-15,11-6-2 16,7-4-5-16,2-7-29 16,3-3-26-16,-5-6-65 15,-4-15-75-15</inkml:trace>
  <inkml:trace contextRef="#ctx0" brushRef="#br0" timeOffset="-71303.93">31820 9434 232 0,'0'0'2'0,"0"0"14"0,0 0 17 0,0 0-23 15,0 0-4-15,0 0 21 16,4 47 13-16,-4-24-14 16,0 1-12-16,-2 2-7 15,-2-2-3-15,-1-3-2 0,-1-2-1 16,3-4-1-16,-2-3 3 16,1-7-1-16,0-3 2 15,1-2 6-15,0-2 21 16,0-8-25-16,2-4-4 15,0-6 1-15,1-1 3 0,0-8-5 16,2-2-2-16,6-1 0 16,1 2 0-16,1-1 0 15,-1 5 0-15,-1 7 1 16,0 4-1-16,-2 9 2 16,2 5-1-16,-1 1 0 0,4 4 1 15,1 10-1-15,2 2 2 16,1 2-1-16,3-1 0 15,-1 2 0-15,1-4-1 16,-3 0 0-16,0-5 1 16,-2-2-1-16,1-4 0 0,-2-4 1 15,-2 0-1-15,3-4 0 16,-3-9 0-16,0-1 0 16,0-6 0-16,0 0 0 15,-1-1 0-15,-1 4 0 16,-1 1 0-16,-1 6 1 0,-2 5 6 15,0 3 8-15,0 2-8 16,0 7-6-16,-2 9 1 16,0 4 3-16,1 6 6 15,0 2-1-15,-2 0-2 16,0 5-5-16,1 2-1 0,1 1-1 16,0 2-1-16,3 4-2 15,-1 3-38-15,1-11-63 16,1-11-110-16</inkml:trace>
  <inkml:trace contextRef="#ctx0" brushRef="#br0" timeOffset="-66898.82">27104 11509 4 0,'0'-11'27'0,"0"1"-4"0,0-3 2 0,0 3 3 0,0-1-1 0,2 1-4 16,2-1 6-16,-2 1-14 0,0 1 1 16,0-1 9-1,1 2 3-15,-2-2-7 0,-1 3 8 16,0-2 2-16,0 5-2 16,-1 2-3-16,-6 2-7 15,-4 0-10-15,-3 3-4 16,-3 9 1-16,-5 5 5 0,0 3 3 15,-1 5 0-15,-1 5-3 16,3 1 0-16,4 3-5 16,3 3-3-16,7 0 0 15,3-1-2-15,4-2 1 16,0-2-1-16,9-2 1 0,5-7-1 16,1-2-1-16,5-8-4 15,2-3-18-15,0-8-1 16,3-2-5-16,2-1-12 15,0-11-24-15,-4-4-16 16,1-7-11-16</inkml:trace>
  <inkml:trace contextRef="#ctx0" brushRef="#br0" timeOffset="-66537.39">27242 11617 92 0,'0'0'97'15,"0"0"-30"-15,0 0-29 16,0 0 0-16,0 0 1 0,0 0 0 15,0 0-15-15,0 0-8 16,0 0-4-16,-36 44-5 16,36-30-4-16,0-2-1 15,2 1 0-15,6-1-1 16,1-1 0-16,1-2 1 0,2-3 0 16,-1-3-2-16,1-3 0 15,1 0 2-15,-3-5-2 16,0-6 1-16,-5-2 0 15,0-2 0-15,-4-2 0 16,-1 1 0-16,0-4-1 0,-4 2 0 16,-6 2-2-16,-1 0 1 15,-2 5 0-15,-1 3-1 16,-4 3 0-16,2 5 1 16,0 0-2-16,2 5-6 15,3 3-11-15,4 5-14 0,0 1-24 16,6-4-20-16,1-4-2 15,2 0-76-15</inkml:trace>
  <inkml:trace contextRef="#ctx0" brushRef="#br0" timeOffset="-66209.88">27408 11596 275 0,'0'0'26'0,"0"0"34"0,0 0-38 16,0 0 18-16,0 0-8 16,12 47-5-16,-4-30-8 15,0 1-6-15,2 1-6 16,-2-1-3-16,1-1-1 16,-2-5 0-16,-2-1-2 0,-1-4 0 15,0-4 0-15,0-3 1 16,-1-1 2-16,0-11 17 15,1-5-14-15,-2-3-2 16,1-3-4-16,-1-3-1 16,-2-1 0-16,1 0-3 0,0 4-4 15,3 2-20-15,-4 6-23 16,2 6-12-16,-1 4-51 16,0 5-14-16</inkml:trace>
  <inkml:trace contextRef="#ctx0" brushRef="#br0" timeOffset="-65800.72">27740 11414 185 0,'0'0'46'0,"0"0"3"0,0 0-3 16,0 0-13-16,0 0-22 15,0 0 13-15,-46 30 8 16,31-3-8-16,1 6-2 0,3 1-6 15,4 4-7-15,2 2-3 16,4 0-3-16,1-2-1 16,0-3-2-16,6-3 1 15,1-7-2-15,4-5-20 16,3-6-1-16,1-4-18 0,0-7-19 16,-2-3-31-16,2 0-34 15</inkml:trace>
  <inkml:trace contextRef="#ctx0" brushRef="#br0" timeOffset="-65330.81">27823 11793 266 0,'0'0'20'0,"0"0"59"16,8-52-45-16,-5 28-4 15,-2 0-7-15,2-5-3 16,0 1 3-16,-2-4-8 15,1 0-7-15,2-1-5 16,2 2-2-16,0 1 0 0,4 7 0 16,-4 4-1-16,4 7 0 15,1 6 0-15,2 6-1 16,-3 0 0-16,-1 10 1 16,0 6-1-16,-4 1 0 15,1 0-3-15,-6-1-2 0,0 1-6 16,0-3 5-16,-10-3 1 15,-2-1 2-15,-4-3-3 16,0 2-3-16,-5-4-11 16,2 1-15-16,5-3-10 15,1 1-21-15,4-2-15 0,7-2-19 16</inkml:trace>
  <inkml:trace contextRef="#ctx0" brushRef="#br0" timeOffset="-65049.55">28104 11519 202 0,'0'0'14'16,"0"0"37"-16,0 0-2 16,0 0-14-16,0 0-4 15,0 0 7-15,-48 17-1 0,30-4-10 16,1 7-5-16,-2 1-6 15,6 1-5-15,1 2-5 16,4 0-3-16,6-1-2 16,2-2-1-16,0-3 0 0,13-4 1 15,3-6-1-15,4-4-2 16,4-4-19-16,-1 0-14 16,1-6-5-16,-4-4-27 15,-5-8-71-15,0-4-103 16</inkml:trace>
  <inkml:trace contextRef="#ctx0" brushRef="#br0" timeOffset="-64832.71">28199 11391 347 0,'0'0'14'15,"0"0"46"-15,0 0-37 16,47 57 8-16,-33-24-11 15,-5 5-4-15,-5 7-8 16,-4 1-4-16,-2 4-2 16,-15-1-3-16,-5-3-3 0,-8-2-51 15,-2-10-64-15,-6-13-180 16</inkml:trace>
  <inkml:trace contextRef="#ctx0" brushRef="#br0" timeOffset="-54980.53">32077 10157 134 0,'0'0'7'0,"15"-40"19"0,-10 26 2 16,-1 7-15-16,0 3-7 15,-2 4-4-15,0 0-1 16,-1 0 3-16,-1 1 2 15,0 6 5-15,0 1 6 16,0 6 3-16,0 3 0 16,0 1 6-16,-2 6 9 0,-1 3-4 15,3 2-5-15,0-1-6 16,0 3-10-16,0-4-5 16,0-1-2-16,0-3-1 15,0-5-2-15,2-1 1 0,2-5-1 16,-2-3 0-16,0-3 1 15,-1-3-6-15,0 0-31 16,-1 0-28-16,0-3-5 16,0 0-4-16,-7-3-131 15</inkml:trace>
  <inkml:trace contextRef="#ctx0" brushRef="#br0" timeOffset="-54638.73">32089 10224 221 0,'0'0'16'0,"8"-41"-6"0,-3 21 13 0,4 3 5 16,0 3-5-16,-1 2 5 16,3 4 3-16,0 2-10 15,-2 3-8-15,1 3-7 0,-1 0-2 16,-1 7-1-16,-2 6-1 15,-2 1-2-15,0 5 0 16,-2-2 1-16,-2 0-1 16,-2-1 0-16,2-1 0 0,-5-3 0 15,-1-1 0-15,-3-3 1 16,-2 1-2-16,-3-3 1 16,-1-1-1-16,-1 1 1 15,1-2-3-15,0 1-6 16,3 0-10-16,2 2-22 15,6-1-14-15,2-3-9 0,2-3-36 16</inkml:trace>
  <inkml:trace contextRef="#ctx0" brushRef="#br0" timeOffset="-54014.46">32244 10397 271 0,'0'0'4'16,"0"0"2"-16,0 0-4 0,0 0 24 15,0 0 35-15,0 0-11 16,0 0-19-16,0 0-14 16,0 0-3-16,20-23-3 15,-18 11-5-15,0-1 2 16,1-3-3-16,-2-1-2 0,1-3-1 15,0-3 0-15,1-2 0 16,2 2 0-16,0 1 0 16,2 2-1-16,-1 7 1 15,0 3-4-15,1 8 2 16,-2 2 0-16,3 2 0 0,-1 9 0 16,1 1 0-16,-2 2 0 15,2 2 0-15,-2-1 0 16,-1-3 0-16,-1-1 0 15,-1-2 0-15,-1-4 0 16,1 1 0-16,-1-4 0 0,1-1 0 16,0-1 2-16,0 0-2 15,0 0 1-15,0-9 0 16,4-1-1-16,-1-3 0 16,0-1 1-16,1-3-1 15,-2 0 0-15,-1 4 0 0,0 5 1 16,-2-1-1-16,0 5-1 15,0 4 1-15,2 0 0 16,0 3 0-16,-2 8 0 16,3 2 0-16,1 5 2 15,-3 0 4-15,1 1 0 0,0-1-2 16,0 0-2-16,0-2-1 16,0-2 0-16,2 1-1 15,-3 0 0-15,-1-1-1 16,0-1-19-16,-1 0-40 15,-1-5-75-15,0-4-11 16</inkml:trace>
  <inkml:trace contextRef="#ctx0" brushRef="#br0" timeOffset="-52068.55">31080 11323 51 0,'0'0'15'0,"4"-38"13"15,4 17-18-15,0 1 8 16,-1 1-11-16,1 5 0 0,0 2-4 15,-2 4 6-15,-3 3 4 16,0 2 0-16,-2-2 0 16,0 1 8-16,-1 1 13 15,0 0 1-15,0 2 8 16,-8 0 0-16,-8 1-9 0,-5 0-1 16,-5 10-1-16,-4 6 3 15,-4 6-1-15,1 5-3 16,4 1-12-16,6 6-8 15,6-2-2-15,8 0-6 16,7 2-1-16,2-4-2 0,7-2 2 16,7-2-3-16,4-3 2 15,4-3-3-15,-1-5-23 16,0-3-38-16,1-5-10 16,0-4-42-16,-4-3-16 15</inkml:trace>
  <inkml:trace contextRef="#ctx0" brushRef="#br0" timeOffset="-51723.78">31163 11438 154 0,'0'0'60'15,"0"0"3"-15,0 0-3 0,0 0-8 16,0 0-18-16,0 0-5 16,0 0 1-16,0 0-17 15,0 0 2-15,-14 6-2 16,14 7-6-16,0-2-4 15,0 2-1-15,0-2-1 16,6 1-1-16,0-4 2 0,2-1-2 16,1-2 0-16,5-3 1 15,-1-2-1-15,4 0 0 16,0-7 1-16,-1-7 0 16,-2 1 0-16,-2-5 0 15,-6-2 0-15,-3 1 0 0,-3-2-2 16,0 3-2-16,-3 2 0 15,-7 3-1-15,-5 3 1 16,-1 6-2-16,-2 4-3 16,2 0-10-16,3 3-9 0,2 8-15 15,2 1-40-15,6-1-23 16,3-2-42-16</inkml:trace>
  <inkml:trace contextRef="#ctx0" brushRef="#br0" timeOffset="-51381.67">31404 11407 280 0,'0'0'12'0,"0"0"61"0,0 0-36 15,0 0-24-15,0 0-7 16,0 0 18-16,0 0 3 15,0 0-7-15,29 48-3 16,-20-30-5-16,2 0-2 16,1-4-3-16,-1 0-3 0,-1-1-2 15,-1-6-1-15,1-4 1 16,0-3 2-16,-1-1 24 16,2-11-8-16,-2-5-9 15,3-1-4-15,-5-4-4 16,-1-2-1-16,-1 0-1 0,-2-1-3 15,3 2-1-15,-1 1-29 16,-1 5-31-16,-2 5-25 16,-1 2-81-16</inkml:trace>
  <inkml:trace contextRef="#ctx0" brushRef="#br0" timeOffset="-48370.48">31967 11305 50 0,'4'-6'31'0,"-1"0"9"0,1-1-8 0,2 0 3 0,-1-1 4 16,2-1-2-16,-4 2 5 16,1 0 15-16,0 1-11 15,-2 3-9-15,-2-1-3 16,0 4-5-16,0-1-5 0,-4 1-12 15,-8-1-5-15,-6 3-3 16,-3 9 7-16,-5 1 0 16,1 6 0-16,0 4-4 15,5 0-2-15,6 5-2 0,4-2-1 16,8 0 0-16,2-1-1 16,5-2 1-16,10-3-2 15,7-2 0-15,4-4 0 16,3-3 1-16,1-3-3 15,1-5-25-15,-2-2-34 16,-3 0-36-16,-5-7-44 0,-4-5-139 16</inkml:trace>
  <inkml:trace contextRef="#ctx0" brushRef="#br0" timeOffset="-47761.06">32175 11494 26 0,'0'0'166'0,"0"0"-144"0,0 0 23 16,0 0 8-16,0 0-17 15,0 0 7-15,0 0 2 16,0 0 7-16,0 0-23 15,9 17-9-15,-3-30 7 16,1-4-4-16,1-3-6 0,-2 0-4 16,1-4-6-16,1-2-3 15,-1-3-2-15,0 0 1 16,-1 5-1-16,-1 0-2 16,1 8 0-16,-4 4 1 15,2 6 0-15,-3 5-1 0,1 1-2 16,-1 0 1-16,3 8 1 15,-3 5 0-15,3-2 0 16,0 3 0-16,1 0 0 16,2-1 0-16,0-1 0 15,-1-4 0-15,0-1 0 0,-1 0 0 16,0-4 0-16,1-1 0 16,-3-2 0-16,1 0 1 15,2-3-1-15,1-7 1 16,1-4-1-16,0-3 1 15,0-2-1-15,-1 5 0 16,1 0 0-16,-4 4 0 0,0 4 0 16,-1 5 0-16,0 1 0 15,-1 4-2-15,-1 13 2 16,1 4 0-16,0 1 0 16,0 3 1-16,-2 1-1 0,3-4 0 15,3 1 0-15,0-6-1 16,1 0 0-16,-1-1-47 15,-2-5-57-15,-2-5-78 16</inkml:trace>
  <inkml:trace contextRef="#ctx0" brushRef="#br0" timeOffset="-45740.53">27060 12346 57 0,'2'-2'24'0,"-2"-2"10"0,1 3 9 16,0-3-15-16,-1-1 4 16,0 1 2-16,0 0 0 15,0-2 5-15,-4 2 2 16,-6 1-17-16,1 0 7 0,-2 3-6 15,-5 0-7-15,-1 3-7 16,-1 8 0-16,-1 5-2 16,0 4-1-16,3 4-1 15,2 3-2-15,5 1-4 16,2 1 1-16,6-1-1 0,1-1-1 16,0 0 1-16,3-4-1 15,7-2 0-15,-2-4 0 16,3 0-5-16,2-3-18 15,-2-1-14-15,3-3-10 16,-1-5-54-16,0-5-2 0,1 0-100 16</inkml:trace>
  <inkml:trace contextRef="#ctx0" brushRef="#br0" timeOffset="-45386.85">27133 12501 309 0,'0'0'26'16,"0"0"15"-16,0 0-34 16,0 0 12-16,0 0 4 15,0 0-2-15,-21 51-2 0,21-37-7 16,-2 2-5-16,2-2-4 16,0-1 0-16,0-1-2 15,0-1 0-15,0-3 0 16,5-4 1-16,2-1-2 15,0-3 0-15,3 0 1 0,1-7 2 16,-1-5-1-16,0-2-2 16,0-3 3-16,-5-3-1 15,-3 0-2-15,-2-1 0 16,0 3-2-16,-2 2 1 16,-9 1-2-16,-1 6 0 0,1 2-6 15,-1 5-12-15,0 2-12 16,3 0-11-16,1 7-31 15,2 2 13-15,4-2-39 16</inkml:trace>
  <inkml:trace contextRef="#ctx0" brushRef="#br0" timeOffset="-45113.9">27281 12496 305 0,'0'0'45'0,"0"0"-36"15,0 0 25-15,0 0-2 0,0 0-9 16,29 44 0-16,-23-34-4 16,0 0-10-16,1-1-4 15,1-1-1-15,0-2-2 16,-2 0-2-16,1-3 1 16,0-3-1-16,0 0 2 0,-1-2 3 15,1-9 7-15,-2-6 0 16,1-5-7-16,-1-2-3 15,-2-1-2-15,0-1 0 16,0 2-3-16,1 7-8 16,-3 3-29-16,2 5-20 0,-2 5-60 15,-1 1-16-15</inkml:trace>
  <inkml:trace contextRef="#ctx0" brushRef="#br0" timeOffset="-44808.72">27662 12307 309 0,'0'0'4'16,"0"0"81"-16,0 0-44 15,0 0-38-15,0 0 3 16,0 0 17-16,1 59 5 15,-1-29-4-15,0-1-12 16,0 1-5-16,0-3-4 0,2-1-1 16,1-2-1-16,1-4 0 15,0-2-1-15,-2-5-7 16,0-2-32-16,-1-2-19 16,0-6-41-16,-1-3-32 15</inkml:trace>
  <inkml:trace contextRef="#ctx0" brushRef="#br0" timeOffset="-44496.2">27681 12360 264 0,'0'0'8'0,"-5"-48"31"16,5 27 17-16,0 2-12 15,0 6-3-15,2-2-15 16,9 6-6-16,3 3-6 15,2 5-11-15,4 1-2 0,2 0 0 16,2 9 0-16,-5 3-2 16,-2 4 2-16,-3-2-1 15,-5 3 0-15,-2-3 0 16,-4-1 0-16,-3 0 1 16,0 1 0-16,-11-3-2 15,-4 1 1-15,-5-1-8 0,-1-1-8 16,-3 0-7-16,2 1-5 15,1-3-13-15,6-1-28 16,-1-2 4-16,6-3-19 16</inkml:trace>
  <inkml:trace contextRef="#ctx0" brushRef="#br0" timeOffset="-43691.52">27980 12323 180 0,'0'0'58'0,"0"0"10"0,0 0-54 16,0 0-2-16,0 0 39 15,5 55-10-15,-5-29-20 16,1 0-4-16,-1 1-10 16,0 0 0-16,0-5-5 0,0-2 1 15,0-7-2-15,0-2 1 16,0-8-2-16,0-3 2 15,0-3 30-15,0-11-11 16,0-6-18-16,0-5 0 0,1-5 2 16,-1-3 0-16,1-4 1 15,2 3-3-15,-3 2-2 16,2 7 0-16,0 4-1 16,1 9 0-16,1 6 0 15,1 6-2-15,0 1-1 0,3 9 3 16,-2 4 0-16,2 3 0 15,2 2 0-15,-1-2 0 16,0-3 0-16,3-3 1 16,-3-3-1-16,3-6 0 15,1-2 1-15,1-2 0 0,2-11 0 16,-1-6 1-16,2-2-2 16,-2-2 0-16,0-4 0 15,-1 4 1-15,1 2-1 16,-3 5 0-16,-5 4 0 15,2 8 0-15,-4 4 3 16,-1 4-3-16,-2 13 2 0,-1 6 2 16,-1 5 3-16,0 5 0 15,0 2-3-15,0 2-2 16,2 0-1-16,2-3-1 16,3-3 1-16,2-3-50 15,0-9-27-15,2-6-94 0</inkml:trace>
  <inkml:trace contextRef="#ctx0" brushRef="#br0" timeOffset="-42012.48">29002 12327 99 0,'8'-18'26'0,"-2"-1"14"0,-1 1-7 0,-1 1-2 16,-1 4 12-16,-2 1 9 16,-1 3-1-16,0 0-1 15,0 6-28-15,-4 2 1 0,-7 1-5 16,-3 1-10-16,-3 12-1 15,-3 6 6-15,1 5 5 16,-2 4-5-16,6 2-6 16,3 6-2-16,6-1-3 15,3-1-1-15,3 2-1 16,0-4 1-16,0-3 0 0,4-4-1 16,3-6-2-16,4-3-12 15,-1-4-17-15,2-3-8 16,3-5-10-16,0-4-23 15,0 0-38-15,-2-10-11 16</inkml:trace>
  <inkml:trace contextRef="#ctx0" brushRef="#br0" timeOffset="-41670.05">29094 12441 293 0,'0'0'26'0,"0"0"22"16,0 0-34-16,0 0 8 15,0 0 6-15,0 0-8 16,-19 47-5-16,19-33-6 16,0-1-3-16,0-1-2 15,0 0-2-15,4-4 0 0,1-2-1 16,5-2 0-16,-2-1 0 16,1-3 2-16,4 0-2 15,-2-5 0-15,0-6 1 16,1-1-1-16,-3-5 0 15,-3-2-1-15,-3-2 2 0,-3 0-4 16,0-1 2-16,-1 2-2 16,-9 4 2-16,-1 3-1 15,-3 4 0-15,0 6-3 16,0 3-12-16,2 0-6 16,2 2-4-16,2 7-11 15,5 0-29-15,0 0-28 0,3-3-38 16</inkml:trace>
  <inkml:trace contextRef="#ctx0" brushRef="#br0" timeOffset="-41357.7">29286 12408 211 0,'0'0'187'16,"0"0"-185"-16,0 0 4 0,9 43 4 15,-4-27 3-15,3-1 0 16,-2 1-2-16,0-3-2 16,1-2-1-16,1-1-3 15,-2-3 0-15,-1-2-4 16,-2 1 0-16,0-6 0 0,-1 0 0 16,-2 0 3-16,0-7 43 15,1-7-35-15,-1-6-6 16,0-4-1-16,0-2-2 15,2-1-3-15,0-1-2 16,3 6-15-16,4 2-30 16,-1 5-12-16,-1 5-44 0,2 3-88 15</inkml:trace>
  <inkml:trace contextRef="#ctx0" brushRef="#br0" timeOffset="-39582.46">29610 12293 188 0,'2'-8'10'15,"-1"-2"34"-15,-1 1 20 0,3 5-6 16,-3 4-13-16,0 0-13 0,1 7-31 16,-1 14 1-16,0 5 4 15,0 5 2-15,0 4 0 16,0 0 1-16,0 0 0 15,0-3-7-15,-1-5 0 16,-1-5-2-16,-2-5 2 0,3-7-2 16,-1-4 1-16,2-3-1 15,-1-3 4-15,1 0 38 16,0-9-16-16,0-8-22 16,0-4-1-16,0-5-1 15,6-6 2-15,0 0-1 0,-1-4-2 16,2 4-1-16,-2 1 1 15,3 8-1-15,-5 4 0 16,-1 7 0-16,0 8 0 16,0 4 0-16,-2 0-2 15,1 8 0-15,2 3 2 0,-1 5-1 16,0 1 1-16,1-4 1 16,0 1-1-16,2-4 0 15,0-1 0-15,0-4 0 16,2-3 1-16,-1-2-1 15,3 0 1-15,0-6-1 0,-1-4 1 16,0-7 1-16,3 0-2 16,-4-1 0-16,-1 2 1 15,-2 2-1-15,0 4 0 16,-1 6 2-16,0 4 14 16,-1 0-12-16,-1 14-5 15,0 4 2-15,1 7-1 0,0 3 3 16,1 2-2-16,-1-1 1 15,1-1-2-15,-1-3 0 16,1-1 0-16,0-4-4 16,1-2-25-16,-1-4-34 15,-1-2-14-15,0-6-45 0,1-5-37 16</inkml:trace>
  <inkml:trace contextRef="#ctx0" brushRef="#br0" timeOffset="-39317.7">30000 12354 212 0,'0'0'141'0,"0"0"-91"16,0 0 3-16,14-42-5 0,-14 39 4 16,0-1-7-16,-3 4-11 15,-6 0-9-15,-4 4-16 16,-2 9-4-16,1 4-2 15,0 6-1-15,2 2 1 16,3 5 0-16,5 0-3 16,4-2 1-16,0-2-1 0,1-5 0 15,11-4 0-15,7-6 0 16,4-6-14-16,7-5-24 16,2-2-46-16,1-13-65 15</inkml:trace>
  <inkml:trace contextRef="#ctx0" brushRef="#br0" timeOffset="-35395.86">29176 13183 304 0,'0'0'3'0,"0"47"13"0,0-11 29 0,0 8-2 15,0 3-7-15,0 4-15 16,1 3-4-16,-1 0-9 16,0-1-3-16,0-4-5 15,0-6 0-15,-1-9 1 16,-4-7-4-16,-1-7-17 15,-1-9-22-15,-1-5-24 0,0-6-45 16,1 0 28-16</inkml:trace>
  <inkml:trace contextRef="#ctx0" brushRef="#br0" timeOffset="-35116.86">29178 13323 270 0,'0'0'1'16,"28"-47"63"-16,-9 27-32 16,6 9 0-16,3 5-7 0,1 6-7 15,-1 6-2-15,-4 11-7 16,-2 4-6-16,-9 3-2 16,-5 1 0-16,-6-3-1 15,-2 1 1-15,-4-5-1 0,-8 1 1 16,-5-5 0-16,-4-1-1 15,-2-2 0-15,0-4-12 16,-2-1-12-16,4 0-13 16,1-6-28-16,8 0-30 15,6-6-69-15</inkml:trace>
  <inkml:trace contextRef="#ctx0" brushRef="#br0" timeOffset="-34897.92">29595 13334 443 0,'0'0'2'16,"0"0"1"-16,49 30 3 16,-26-16 7-16,4 3-10 15,0 2-1-15,-1-3-2 0,-3 2 0 16,-5-1 0-16,0 1-21 15,-5-5-37-15,-3-7-67 16,-1-6-42-16</inkml:trace>
  <inkml:trace contextRef="#ctx0" brushRef="#br0" timeOffset="-34674.49">29838 13321 339 0,'0'0'40'15,"0"0"8"-15,-40 15-36 0,24 2 15 16,0 3-3-16,-3 2-1 16,-1 1-14-16,1 4-7 15,-1-1-1-15,-2 3-1 16,1 1-4-16,0-1-36 16,0-2-31-16,3-5-96 0,0-7-45 15</inkml:trace>
  <inkml:trace contextRef="#ctx0" brushRef="#br0" timeOffset="-34472.54">30086 13340 489 0,'0'0'-5'0,"2"38"5"0,-1-8 6 15,0 8 2-15,1 4-7 16,2 0 0-16,-2 1 0 16,-2 2-2-16,0-5-18 15,0-7-44-15,0-9-89 16</inkml:trace>
  <inkml:trace contextRef="#ctx0" brushRef="#br0" timeOffset="-34176.52">30119 13337 375 0,'0'0'-4'16,"8"-40"14"-16,5 23 19 15,2 3 2-15,6 7-12 16,2 6-4-16,-1 1-2 0,1 1-8 15,-2 15-3-15,-6 1 0 16,-3 3-2-16,-7 1 1 16,-5-1-2-16,0 0 1 15,-10-3 1-15,-7-3-3 16,-5-2-12-16,-4-1-11 0,-4-3-12 16,-1-3-38-16,4-5-39 15</inkml:trace>
  <inkml:trace contextRef="#ctx0" brushRef="#br0" timeOffset="-33631.53">30694 13335 267 0,'0'0'31'0,"0"0"48"0,0 0-54 16,39-12-8-16,-14 9-7 15,0 2-4-15,1 1-4 16,1 0-1-16,-4 0-1 0,-4 0-29 15,-6 4-69-15,-7-3-7 16</inkml:trace>
  <inkml:trace contextRef="#ctx0" brushRef="#br0" timeOffset="-33491.59">30669 13452 306 0,'0'0'3'16,"0"0"-1"-16,38 5 2 15,-4-5 3-15,8 0-4 16,2-2-2-16,0-5-7 0,-1-4-61 16,-6-1-172-16</inkml:trace>
  <inkml:trace contextRef="#ctx0" brushRef="#br0" timeOffset="-33019.35">31260 13243 272 0,'0'0'10'15,"0"0"42"-15,55-28-1 16,-36 25-7-16,1 3-24 0,-3 4-3 16,-2 9-9-16,-4 4-5 15,-3 2-3-15,-4-1 1 16,-4 2-1-16,0-4 2 15,-2-2-2-15,-8-1 0 16,0-2-3-16,0-2-4 0,-3-4-1 16,3 1 2-16,2-3 3 15,3-3 3-15,3 3 0 16,2-2-2-16,2 3 1 16,11 2 2-16,4 1 0 15,3 3 3-15,-1 1 0 0,-1 4-2 16,-3 0-2-16,-5 1 0 15,-6-1 0-15,-4 2 0 16,0-5 0-16,-6 2 0 16,-9-3 1-16,-3-1 1 15,-3-4 6-15,-3 3 1 0,-2-5 1 16,0-1 1-16,2-1-2 16,1 0-4-16,6-2-2 15,5 0-3-15,1 1 1 16,8 1-2-16,3-2-3 15,2 0-36-15,11 0 2 0,3-8-60 16,5-10-54-16</inkml:trace>
  <inkml:trace contextRef="#ctx0" brushRef="#br0" timeOffset="-32790.68">31620 13269 378 0,'0'0'2'0,"0"0"14"0,60 34 7 0,-31-15 7 16,2 2-15-16,1 0-8 15,0-2-1-15,0-1-2 0,-5-1-2 16,-4-1-1-16,-3-2-2 16,-4-4-33-16,-5-2-47 15,-4-5-31-15,-5-3-15 16</inkml:trace>
  <inkml:trace contextRef="#ctx0" brushRef="#br0" timeOffset="-32574.84">31874 13279 262 0,'0'0'30'0,"0"0"12"0,0 0 4 16,0 0 6-16,-50 29-8 15,35-13-5-15,0 3-13 16,0 0-15-16,1 2-7 16,1 1-2-16,-1 0-1 0,0 2-2 15,1-3-14-15,-1 0-41 16,3-5-31-16,2-9-66 16</inkml:trace>
  <inkml:trace contextRef="#ctx0" brushRef="#br0" timeOffset="-32113.54">32128 13253 429 0,'0'0'2'0,"0"0"22"16,44-52 9-16,-25 39 0 15,2 5-18-15,3 3-2 16,-1 5 3-16,-2 0-6 16,-2 7-6-16,-5 9-3 0,-4 4-1 15,-6 1 1-15,-4 1-1 16,0-1 0-16,-9-1-1 16,-4-3 1-16,-5-3-2 15,2-1-2-15,-4-6-5 16,5 1-1-16,1-3 1 0,4-2 2 15,5-1 3-15,5-2 4 16,0 2-1-16,11-2 1 16,9 2-1-16,7 0 1 15,2 4 0-15,4 2 1 0,-6 2-2 16,-4 1 1-16,-6 5 0 16,-7 1-1-16,-9 0 0 15,-1-2 1-15,-16 1 4 16,-9-3 8-16,-7-3-1 15,-8-1-1-15,-5-4-6 0,-5-2-3 16,2-3 0-16,-2 0-2 16,6 0-7-16,6-7-50 15,10-11-96-15</inkml:trace>
  <inkml:trace contextRef="#ctx0" brushRef="#br0" timeOffset="-26899.62">24847 13718 36 0,'6'0'3'0,"-4"0"-3"0,0 0 0 15,-1 0-1-15,1 0 0 16,-1 1-5-16,-1 1-25 15</inkml:trace>
  <inkml:trace contextRef="#ctx0" brushRef="#br0" timeOffset="-25916.14">25076 13705 99 0,'0'0'37'0,"0"0"-10"0,0 0-2 0,0 0 0 16,0 0 2-16,6-40-1 0,-6 32-7 15,0-1 0-15,-5-1-3 16,-4 2-2-16,-5-1-4 15,-4 4-1-15,-9 3 4 16,-2 2-3-16,-6 0 6 16,-3 11 5-16,-1 5-3 0,0 5-5 15,2 2-6-15,6 3-3 16,3-1-2-16,12 4-1 16,5-4 1-16,10-1-2 15,1-4 0-15,21-3 0 16,8-7 0-16,9-3 2 15,6-7-2-15,6 0 0 0,3 0 1 16,-2-4-1-16,-3 3 1 16,-7 1-1-16,-2 6 0 15,-11 11 0-15,-5 5 1 16,-9 6-1-16,-7 2 0 16,-5 2 0-16,-2-1 0 0,-9-3 1 15,-11-1-1-15,-3-4 1 16,-4-6 1-16,-4-3 11 15,-2-1 0-15,-4-6-4 16,-2 0 0-16,-3-2-4 16,-1-4-3-16,-2-2 0 15,3 0-1-15,5-8 0 0,5-6-1 16,7-2 2-16,9-3-2 16,7-2-13-16,8 0-34 15,1-2-56-15,8 3-22 16</inkml:trace>
  <inkml:trace contextRef="#ctx0" brushRef="#br0" timeOffset="-25590.78">25289 13692 312 0,'0'0'30'0,"0"0"35"0,0 0-56 16,0 43 24-16,6-12-8 15,0 3-12-15,4 5-5 16,-3-1-7-16,4-1 1 0,0-3-2 15,-2-3 1-15,0-7-3 16,1-4-30-16,-5-7-13 16,0-6-22-16,-3-6-5 15,-1-1-3-15,-1-2-47 16</inkml:trace>
  <inkml:trace contextRef="#ctx0" brushRef="#br0" timeOffset="-24622.08">25599 13865 235 0,'0'0'56'0,"0"0"19"0,0 0-21 0,8-38-19 16,4 32-16-16,6-1-8 0,4 2-5 16,4 1-2-16,3 2-3 15,0 1 0-15,-2 1-1 16,-5 1 0-16,-3 2-17 15,-6 5-34-15,-9 2-36 16,-4 0 9-16,-6 3-7 0,-11 0-77 16</inkml:trace>
  <inkml:trace contextRef="#ctx0" brushRef="#br0" timeOffset="-24493.99">25626 13961 136 0,'0'0'39'0,"0"0"31"15,-40 25-23-15,40-22-9 0,11-3-8 16,11 0 6-16,7 1-17 15,7-5-9-15,4-4-8 16,6-2 0-16,3-3-4 16,2 0-44-16,1-4-56 15,-1-5-47-15</inkml:trace>
  <inkml:trace contextRef="#ctx0" brushRef="#br0" timeOffset="-23899.82">26380 13597 380 0,'0'0'3'15,"0"0"30"-15,-51-13 3 16,29 14-13-16,1 15-6 16,0 2 4-16,1 3-1 15,7 3-2-15,1-3-10 0,8 3-3 16,4 2-4-16,0 0 0 15,14 0 0-15,1 0-1 16,5-2 1-16,4-4-2 16,1-2-29-16,3-9-17 15,1-3-12-15,0-6-8 0,-1-6 9 16,-3-8 27-16,-6-3 10 16,-7-2 15-16,-5 4 7 15,-7 1 2-15,0 6 27 16,-7 5 12-16,-5 3 3 15,-2 0-4-15,0 8-9 0,1 5-7 16,6 1-5-16,1 2 0 16,6-1-9-16,0 0-4 15,7-2-2-15,6 0-1 16,5-4-2-16,2-1-1 0,2-4 0 16,3-3 0-16,-1-1 0 15,0 0-1-15,-1-8 1 16,-4-3 1-16,-2-5-2 15,-10-1 1-15,-4-4 0 16,-3-2-1-16,-4 2-1 16,-13-2-2-16,-3 6 1 0,-5 2 0 15,-5 6 1-15,1 3-1 16,0 6-7-16,5 0-1 16,5 4-6-16,4 7-3 15,6 1-18-15,7 1-29 16,2-2-10-16,1-1 11 0,10-4-62 15</inkml:trace>
  <inkml:trace contextRef="#ctx0" brushRef="#br0" timeOffset="-23588.48">26749 13776 297 0,'0'0'54'0,"0"0"18"0,0 0-58 16,0 0 11-16,0 0 1 16,0 0-3-16,37 43-5 0,-26-28-6 15,3-2 0-15,0 1-2 16,2-4-5-16,0-1-2 16,0-2 0-16,-1-6-1 15,-1-1-1-15,0 0 2 16,-3-8 3-16,-2-7 3 0,-3 0-3 15,-1-5-4-15,-3-1-1 16,-2-1-2-16,0 0-2 16,0 0-32-16,0 1-20 15,0 4-39-15,0-3-42 0,0 3-47 16</inkml:trace>
  <inkml:trace contextRef="#ctx0" brushRef="#br0" timeOffset="-23321.12">27283 13483 282 0,'0'0'6'0,"0"0"30"16,0 0 21-16,0 0-27 15,0 0-18-15,0 0 22 0,-53 26 2 16,31 2-10-16,0 3-3 15,5 3-9-15,6 1-3 16,7 0-6-16,4-2-1 16,2 0-1-16,13-5-1 15,7-2-2-15,7-7 1 0,4-6-20 16,5-4-3-16,4-5-29 16,-2-4-7-16,-1 0-58 15,-5-10-52-15</inkml:trace>
  <inkml:trace contextRef="#ctx0" brushRef="#br0" timeOffset="-22487.65">27566 13500 9 0,'0'0'100'0,"0"0"-92"0,0 0 11 0,0 0-10 0,0 0-4 15,0 0 10-15,0 0-2 16,0 0 9-16,0 0 1 16,0 0 5-16,0 0-9 15,-6-14-1-15,6 12 7 0,0-2 16 16,0 3-5-16,-2-1-9 15,2 1-2-15,0 1-10 16,0 0-6-16,-2 0-3 16,2 0-1-16,0 0-1 15,0 0-1-15,0 0 1 0,0 0-2 16,0 0 0-16,0 0 1 16,0 0-3-16,0 0 1 15,0 0 0-15,0 0 0 16,0 0 0-16,0 0 1 15,0 0 1-15,0 0 0 16,0 0 1-16,0 0 0 0,0 0 0 16,0 0 1-16,0 0 1 15,0-1-2-15,0 1-2 16,0-1 0-16,0-1-1 16,-1 2 1-16,1 0-2 15,0-1 2-15,0 1-1 0,0 0 0 16,0 0-2-16,0 0 2 15,0 0-1-15,0 0 0 16,0 0 0-16,0 0-1 16,0 0 0-16,2 4-24 15,5-3-48-15,-2-1-101 0</inkml:trace>
  <inkml:trace contextRef="#ctx0" brushRef="#br0" timeOffset="-20970.64">27620 13548 25 0,'-2'-8'11'0,"-1"0"1"0,2 1 6 0,-1 1 1 0,2-1-1 16,-1 4-1-1,1-1-1-15,0-1-2 0,0 0 1 16,0-1 7-16,0 0 0 16,0 1 0-16,0 1 13 15,0 1 2-15,0 3-6 16,-5 0-1-16,-7 1-14 15,-1 11 5-15,-2 4 12 0,0 3-10 16,1 5-5-16,3 2-5 16,3 1-6-16,3-2-3 15,5 1-3-15,0-2 2 16,2-4-2-16,10-2 1 0,0-2-2 16,4-5 0-16,1-1 1 15,2-6 0-15,-2-3 0 16,-5-1 0-16,-2 0 0 15,-3-5 0-15,-5-6 0 16,-2 0 0-16,0-4-2 0,-2 1 1 16,-2-1-1-16,-4 0 1 15,5 1 0-15,-1 4 0 16,2 3 0-16,2 1 0 16,1 5 1-16,10 1 0 15,4 0-1-15,5 3 0 16,6 4 0-16,-2 1 1 0,3 1-1 15,0-2 0-15,-3 0 0 16,-1-2-6-16,-3-1-19 16,-4-1-16-16,-2-1-38 15,-5-2-26-15,-1 2-35 16</inkml:trace>
  <inkml:trace contextRef="#ctx0" brushRef="#br0" timeOffset="-20338.43">27898 13608 316 0,'0'0'4'0,"0"0"36"0,0 0-20 0,0 0 9 16,36 37-9-16,-26-25-7 16,0 1-6-16,-3-3-1 15,0-1 1-15,0-1-5 0,-2-1-1 16,-2-3 0-16,-1 0-1 15,-2-3 1-15,0-1 0 16,0 0 1-16,0-4 4 16,0-5-5-16,0-6 0 15,0-2-1-15,0 0 2 0,0-2-2 16,0 5 0-16,2 0 0 16,5 7 0-16,0 3 0 15,4 4-2-15,-1 0 1 16,2 7 0-16,3 0-26 15,-1 2-7-15,0-2 0 0,-2 0-13 16,-2-3 25-16,-1 0 19 16,-5-1 4-16,-2 0-1 15,-2 0-1-15,0-2 5 16,0 2 17-16,-4 1 11 16,0-1-9-16,2 1-9 15,2 2-6-15,0-3-5 0,2 1-1 16,8 0 2-16,1-1 0 15,3-1-2-15,-2-2 1 16,1 0-3-16,-2 0 2 16,-3 0 1-16,-3-6 0 0,-2-1 3 15,-3 0-1-15,0-2-2 16,-5 2-1-16,-6 0-1 16,-7 0-2-16,2 1 1 15,-4 1 0-15,3 0 0 16,1 1 0-16,5 1 0 0,3 0 0 15,5 3 0-15,3 0 0 16,1 0-11-16,9 0-4 16,4 0 4-16,3 0-14 15,2 0-22-15,-1 0 0 16,0 0 0-16,-2 0-19 16,-1-1-85-16</inkml:trace>
  <inkml:trace contextRef="#ctx0" brushRef="#br0" timeOffset="-19866.48">28233 13591 223 0,'0'0'35'0,"0"0"9"0,0 0-30 0,0 0 33 0,0 0-14 0,0 0-9 16,0 0-6-16,0 0-5 15,43 39-8-15,-37-32-4 0,2-3 4 16,-2 2-5-16,-2-5 0 15,0 2 0-15,1-3 1 16,-1 0 0-16,0 0 1 16,3-8 0-16,-3-3-1 15,3 0 0-15,-4-2 0 16,1 1-1-16,0 0 0 16,1 4 1-16,-4 1-1 0,0 6 4 15,0 1 9-15,-1 0-2 16,1 5-10-16,0 9 11 15,2 2 9-15,0 2-7 16,0 1-4-16,3-1-4 0,0-1-1 16,0 0-1-16,-2 0-3 15,1 0 0-15,-1-1-1 16,-3-2 0-16,-1 2 0 16,0-5-2-16,0 3-7 15,-6-2-7-15,-7-2-8 0,1-2-8 16,0 2 2-16,-3-2-12 15,3-2-8-15,-1 0-11 16,3-4 10-16,1-2-52 16</inkml:trace>
  <inkml:trace contextRef="#ctx0" brushRef="#br0" timeOffset="-19588.36">28338 13651 249 0,'0'0'13'0,"0"0"27"0,27-43 8 15,-17 35-2-15,2 3-23 16,-3 4-1-16,1 1-1 16,2 0-8-16,-8 6-6 0,1 2-4 15,-4 3-2-15,-1-2 1 16,0 3-2-16,0-4 1 15,-5 1-1-15,-3-2 1 16,-1-3-10-16,-1-1-14 16,1-3-11-16,0 0-21 15,2-1-9-15,1-9 7 0,2-5-28 16</inkml:trace>
  <inkml:trace contextRef="#ctx0" brushRef="#br0" timeOffset="-19363.99">28492 13346 248 0,'0'0'13'0,"0"0"19"15,0 0 0-15,0 0-5 16,40 7 8-16,-34 11 12 16,-1 2-15-16,-1 7-12 0,0 0-11 15,1 2-5-15,-2-1-2 16,1-1-2-16,3-3 2 15,-3-4-2-15,1-2-10 16,1-6-14-16,-3-4-16 16,0-3-28-16,-1-3-7 0,2-2 16 15,-1-2-13-15</inkml:trace>
  <inkml:trace contextRef="#ctx0" brushRef="#br0" timeOffset="-19100.57">28668 13251 265 0,'0'0'-8'0,"0"0"68"16,0 0 7-16,46 22-8 15,-32 8-21-15,-5 11-9 16,-5 6-10-16,-4 13-6 0,-10 1-7 16,-17 4-3-16,-9 3-3 15,-17-2-8-15,-6-5-85 16,-7-9-140-16</inkml:trace>
  <inkml:trace contextRef="#ctx0" brushRef="#br0" timeOffset="-16164.32">24915 14844 232 0,'0'0'15'0,"-49"-15"16"15,14 13-4-15,-5 2-6 16,-4 6-5-16,0 8 2 16,4 2-2-16,6 1-8 0,12 0-5 15,9-2 0-15,13-1-3 16,5-1 0-16,21-2 0 16,12 2 2-16,6 0 0 15,3 2 0-15,0 3-2 16,-8 4 0-16,-15 1 0 0,-6 2 0 15,-14 0 1-15,-4-4-1 16,-10 2 0-16,-11-6 3 16,-8-1 5-16,-4-4-2 15,-3-3-2-15,-1-2-3 16,-2-1 0-16,5-5 0 0,2-1-1 16,9 0-1-16,3-4 0 15,8-4-2-15,10-2-22 16,2-2-35-16,13-5-19 15,12-3-59-15</inkml:trace>
  <inkml:trace contextRef="#ctx0" brushRef="#br0" timeOffset="-15837.86">24985 14983 255 0,'0'0'67'0,"51"-22"-62"0,-23 9 17 16,5 4 0-16,2 6-13 15,-5 3-4-15,-3 0 1 16,-3 5 2-16,-8 8-5 16,-3 5 1-16,-10 5-3 15,-3 2-1-15,-1 5 1 16,-14-3 0-16,-4 1-1 0,-5-2 0 16,-3-5 0-16,0-2-1 15,1-4 1-15,8-5-1 16,2-4 1-16,8-4 1 15,8-2 0-15,2 0 0 16,17-2-1-16,8-5 0 0,9-2 1 16,7-5-1-16,8 3 0 15,2-1-1-15,3-1-18 16,-4-3-30-16,-2 0-43 16,-2-7-89-16</inkml:trace>
  <inkml:trace contextRef="#ctx0" brushRef="#br0" timeOffset="-15638.7">25701 14939 316 0,'0'0'54'0,"0"0"-52"16,39-3-2-16,-19 1-1 15,1 2 0-15,1 0-31 16,-6 0 1-16,-1 0 1 15,-8 0-12-15,-3 0-44 0</inkml:trace>
  <inkml:trace contextRef="#ctx0" brushRef="#br0" timeOffset="-15483.46">25660 15048 120 0,'0'0'138'0,"0"0"-117"15,0 0-6-15,0 0 9 16,0 0-6-16,55 26-13 15,-18-26-1-15,6-4-3 16,1-5 0-16,5-1-9 16,-5-4-41-16,2-3-43 15</inkml:trace>
  <inkml:trace contextRef="#ctx0" brushRef="#br0" timeOffset="-15182.94">26438 14679 266 0,'0'0'1'16,"0"0"23"-16,-51-4 22 15,26 15 0-15,-1 8-6 16,2 6-10-16,3 2-5 15,5 2-11-15,9-1-9 16,7-1-2-16,0 0-2 16,12-1 1-16,10-4-1 0,5-2-2 15,6-4 1-15,3-6-7 16,4-7-43-16,2-3-40 16,-2-7 1-16,-3-12-25 15</inkml:trace>
  <inkml:trace contextRef="#ctx0" brushRef="#br0" timeOffset="-14890.47">26632 14811 274 0,'0'0'14'0,"0"0"33"15,0 0-12-15,-42 33-4 16,42-17-15-16,0-1-7 0,2 0 1 16,9-3-2-16,3 0-2 15,1-5-2-15,2 0-2 16,0-6 0-16,2-1 0 15,-3 0 0-15,-1-5-2 16,-3-7 1-16,-5-3-1 0,-3-1 0 16,-4-4-1-16,0 0-3 15,-10-1-6-15,-5 1-6 16,-4 2-7-16,-1 2-17 16,-2 6 5-16,4 2 2 15,2 5 2-15,5 3 10 0,6 0 11 16,5 0-1-16,0 0-21 15,14 2 16-15,7-1-47 16</inkml:trace>
  <inkml:trace contextRef="#ctx0" brushRef="#br0" timeOffset="-14663.68">26889 14787 147 0,'0'0'38'16,"45"17"12"-16,-27-8 1 15,4-1-4-15,-1 2-14 16,0-3-6-16,-2-1-5 15,-2 0-7-15,-4-2-6 0,-3-3 0 16,-2-1-2-16,-4 0 4 16,-2-1 8-16,-1-9-6 15,-1-3-8-15,0-4-4 16,0-2-1-16,-5-3 2 16,1-1-2-16,0 1-2 15,4 0 2-15,0 2-18 0,6-1-35 16,8 1-42-16,3 0-14 15,8-1-120-15</inkml:trace>
  <inkml:trace contextRef="#ctx0" brushRef="#br0" timeOffset="-14408.84">27483 14421 264 0,'0'0'-12'16,"0"0"32"-16,0 0 21 0,0 0-22 15,-61 15 2-15,36 8 17 16,0 7-6-16,1 3-6 16,10 4-12-16,4 1-9 15,8-1-3-15,2 1-2 16,6-1 0-16,11-3 1 16,0-2-2-16,6-7 2 0,2-7-28 15,2-9-31-15,0-3-21 16,-1-6 21-16,-3-7-31 15</inkml:trace>
  <inkml:trace contextRef="#ctx0" brushRef="#br0" timeOffset="-13994.66">27681 14420 320 0,'0'0'3'16,"-58"32"5"-16,33-11 21 16,2 2-7-16,8 4-10 15,6-3-3-15,4 3-2 16,5-1-2-16,5 0-2 0,5-2-2 16,4-4 0-16,5-4-1 15,1-7 1-15,-1-8-2 16,0-1 1-16,-4-7-5 15,1-10 2-15,-4-4 2 16,-1-3 1-16,-3 1-1 0,-1 0 1 16,-3 5-1-16,0 3 2 15,-1 7-1-15,1 8 1 16,-1 0 0-16,3 8-2 16,1 10 1-16,4 3 2 15,2 3 0-15,3 1-1 16,1-3 0-16,3-2-1 0,-2-3 0 15,0-3-1-15,0-4-35 16,-4-8-33-16,0-2-20 16</inkml:trace>
  <inkml:trace contextRef="#ctx0" brushRef="#br0" timeOffset="-13651.69">27993 14547 351 0,'0'0'2'0,"0"0"2"16,0 0-2-16,0 0-1 0,0 0-1 16,0 0 1-16,40 43 1 15,-35-33-1-15,0 0 0 16,1 0 0-16,-3-2-1 16,-1 3 0-16,1-3 1 15,0-3-1-15,-3-2 0 0,0-3 0 16,0 0 0-16,0 0 5 15,0-7-1-15,0-5-2 16,-4-3 2-16,3-1 0 16,0-1 1-16,1 3-2 15,0-1-1-15,0 3-2 0,2 4 0 16,7 3 0-16,5 4 1 16,1 1-2-16,7 0-1 15,3 4-25-15,2 2-35 16,-1-2-6-16,0-4-47 15</inkml:trace>
  <inkml:trace contextRef="#ctx0" brushRef="#br0" timeOffset="-12712.88">28297 14544 198 0,'0'0'44'16,"0"0"18"-16,-39 22-22 16,25-8-8-16,5 0-12 15,3 2-8-15,5-2-3 0,1-1-2 16,0-3-4-16,0 0-1 15,6-3-1-15,2-2 0 16,2-3 0-16,-1-2 0 16,-1 0 0-16,-3 0-1 15,-1-5 1-15,-1-3-1 0,-3-2-5 16,0-1-8-16,-3 1-1 16,-2-2 1-16,1 1 1 15,1 1 4-15,-1 0 6 16,4 2 2-16,0 0 0 15,0 1 1-15,6-1-1 16,1 5 6-16,2 0 9 0,2 2 2 16,-6 1-4-16,0 0-3 15,-1 1-5-15,-2 5-2 16,1 5 3-16,0-2 0 16,4 2 2-16,-3 1-2 0,3-1 0 15,1-2-3-15,4 0-1 16,0-2-1-16,4-2 0 15,0-3-1-15,3-2 1 16,-1 0 1-16,2-5-2 16,-2-8 1-16,-2 3-1 0,-2-3 1 15,-4 2-1-15,-3 0 0 16,-4 3 1-16,-2 4-1 16,-1 1 2-16,0 3-1 15,0 0-1-15,-1 7 0 16,0 2 1-16,1 2 0 15,0 2-2-15,7 0 1 0,6-2 1 16,0 0-1-16,4-2 0 16,-1 0 0-16,2-5-19 15,0-4-21-15,-3 0-3 16,-3 0 13-16,-4-7 20 0,-2-3 3 16,-3 1 6-16,-2 2 1 15,-1-2 0-15,0 6 3 16,0 1 17-16,0 2 19 15,0 3-19-15,0 10-7 16,0 5 3-16,3 5-5 0,5 2-6 16,0 3 0-16,1 1-3 15,-3-2-1-15,-1-2 0 16,-3-4-1-16,-2-6 1 16,0-5-1-16,0-7 0 15,-1-3 0-15,-6 0 3 0,0-11-1 16,-3-6-1-16,0-6-1 15,2-7 0-15,-5-1 0 16,5-4 1-16,3-1-1 16,4 0 0-16,1 4 0 15,0 6 0-15,11 5 1 16,3 12 0-16,-1 7 0 0,3 2 1 16,-2 5 0-16,-1 9-2 15,-5 2 1-15,-3 1 0 16,-5 0-1-16,-4-1 0 15,-12-2 0-15,-4-1 0 16,-4-2-1-16,-2-5-5 0,0-1-18 16,4-5-15-16,2 0-29 15,6-6-14-15,7-12-39 16</inkml:trace>
  <inkml:trace contextRef="#ctx0" brushRef="#br0" timeOffset="-12367.66">28863 14473 276 0,'0'0'1'0,"0"0"5"0,0 0 10 0,33-37 15 16,-18 23 0-16,4 4 1 15,5 2 1-15,-2 5-12 16,1 3-11-16,-3 1-4 15,-4 12-3-15,-6 4-2 0,-5 5 0 16,-5 0-1-16,0 0 1 16,-11 1-1-16,-3-2 0 15,-5-2 0-15,-1-4 0 16,4-1-1-16,-3-6 1 16,5-2 0-16,4-2 0 0,6-3 0 15,4-1-1-15,10 0 2 16,13 0-13-16,5-4-11 15,7-1-25-15,6-7-24 16,0-2-15-16,-2-7-125 16</inkml:trace>
  <inkml:trace contextRef="#ctx0" brushRef="#br0" timeOffset="-12178.4">29202 14188 292 0,'0'0'97'16,"0"0"-73"-16,54 24 23 15,-31 3-20-15,-2 7-7 16,-4 9-5-16,-7 6-5 0,-10 4-8 16,-7 4-1-16,-21 1 0 15,-14 2-2-15,-12-6-28 16,-12-15-120-16</inkml:trace>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51:13.495"/>
    </inkml:context>
    <inkml:brush xml:id="br0">
      <inkml:brushProperty name="width" value="0.05292" units="cm"/>
      <inkml:brushProperty name="height" value="0.05292" units="cm"/>
      <inkml:brushProperty name="color" value="#FF0000"/>
    </inkml:brush>
  </inkml:definitions>
  <inkml:trace contextRef="#ctx0" brushRef="#br0">4246 7009 7 0</inkml:trace>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0:52:44.852"/>
    </inkml:context>
    <inkml:brush xml:id="br0">
      <inkml:brushProperty name="width" value="0.05292" units="cm"/>
      <inkml:brushProperty name="height" value="0.05292" units="cm"/>
      <inkml:brushProperty name="color" value="#FF0000"/>
    </inkml:brush>
  </inkml:definitions>
  <inkml:trace contextRef="#ctx0" brushRef="#br0">3971 5878 108 0,'2'0'42'0,"-2"1"-7"15,0 1-24-15,0-2 18 16,0 1 3-16,0-1-5 0,0 0-6 16,0 0-7-16,0 0 0 15,0 3-2-15,0 0-5 16,0 0-2-16,0 1 8 15,2 3 1-15,-1 6 0 16,1 1 4-16,2 7-3 0,-2 5-5 16,3 4 1-16,-2 4-1 15,-1 0-6-15,2 3-1 16,-2-3-2-16,3-6-1 16,1-1 0-16,-2-5 1 15,2-5-1-15,-2-3 0 16,0-4 0-16,1-2-19 0,-1-3-27 15,0-3-41-15,-1-1 2 16,-1-1-63-16</inkml:trace>
  <inkml:trace contextRef="#ctx0" brushRef="#br0" timeOffset="1559.81">3922 6098 100 0,'0'0'66'0,"0"0"-40"16,0 0-17-16,0 0-7 15,0 0 1-15,0 0 22 0,0 0-1 16,0 0-10-16,0 0-3 16,0 0-1-16,2 11-2 15,-4-5 3-15,-3-3 3 16,-1 1 0-16,-1 2 1 16,-5 1-4-16,-1 3-5 15,-3-1-1-15,-1 3-3 0,-5 1 0 16,-1 4-1-16,-1-3 1 15,-1 3-1-15,3-1 0 16,-1-2-1-16,2 2 0 16,4-1 0-16,4-5 0 15,-1 2 0-15,4-2 0 0,3-2 0 16,-1-1 0-16,2 0 0 16,2-4 0-16,1 2 1 15,-1-1-1-15,2-1 0 16,-2-1 0-16,0 1 0 0,-2 1 0 15,0 1 0-15,-1-1 0 16,-2 2 1-16,0 1-1 16,2-1 0-16,-1-1 0 15,1 2 0-15,0-4 0 16,2 4 0-16,1-5 0 0,2 2 0 16,2 0-1-16,0-2 1 15,0-1-1-15,4 1 1 16,6-1 0-16,3 0 1 15,5-1 1-15,4 2 4 16,0 1-1-16,5 2 1 16,0 1 0-16,2 2 1 0,-2 3-2 15,-3 1 0-15,-1 2-2 16,-5 1-3-16,-1-1 1 16,-5 1-1-16,-1-3 1 15,-5 2-1-15,1-5 2 16,-2 0-2-16,0-1 1 0,-1-1 0 15,0-2-1-15,-2-1 1 16,1 0-1-16,-1 0 1 16,0-3 0-16,0 1-1 15,0-1 1-15,-2-1 1 16,0 0-1-16,0 3-1 0,0-3 1 16,0 1 0-16,0 1 2 15,0 2 1-15,-6 1 2 16,-5 1-1-16,-1 4-4 15,-5 4 1-15,-2 1-1 16,-2 3-1-16,-4 3 1 0,-2 1-1 16,0-1 0-16,0 3 0 15,2-4 0-15,4 0 0 16,2-3 0-16,4-2 0 16,1-4 1-16,6 0-1 15,-1-3 0-15,2 1 0 0,0-3 1 16,5-1-1-16,-2 0 0 15,1-1 0-15,3-1 0 16,-2 1 0-16,2-3 0 16,0 1 0-16,-2-1 1 15,2-1-1-15,0 1-1 16,0-1 1-16,4 1 0 0,5-1 1 16,5 0 0-16,4 0 2 15,4 0 1-15,5 0 2 16,4 0-4-16,3 0 1 15,3 0 0-15,1 0 0 16,1 0-1-16,-3 0 4 0,-1-2-1 16,-1-2 0-16,-3 2-3 15,-4 0-1-15,-2-1 0 16,-4 1 0-16,-4-1-1 16,-2 2 1-16,-2-2 0 15,-4 3-1-15,0 0 1 0,-5-2-1 16,-1 1 1-16,-1 1-1 15,-2-2 2-15,0 0 2 16,0-2-2-16,0-2-1 16,-7 0-1-16,1-2 1 15,1 4-1-15,-1-2 0 0,1 0 1 16,3 4 0-16,0 1-1 16,-1 1 4-16,3 0 3 15,0 0-4-15,0 9-4 16,0 5 1-16,0 3 0 15,3 7 1-15,3 1 0 16,-1 0 0-16,1-1-1 0,1-1 0 16,0-5 1-16,-2-2-1 15,1-2 0-15,1-1 0 16,-3 0-22-16,-2-2-50 16,-2-4-96-16</inkml:trace>
  <inkml:trace contextRef="#ctx0" brushRef="#br0" timeOffset="2189.88">3486 7429 304 0,'0'-5'38'0,"0"1"27"0,0 4-43 16,0 0-22-16,0 13-4 0,0 4 6 16,0 5 2-16,0 3 1 15,4 2-2-15,-2 0 0 16,4-3-1-16,0-2-1 15,1-4-1-15,-3-4 0 16,2-1 0-16,-3-3 1 0,2-3-11 16,-1 0-23-16,-2-3-28 15,-2 0-11-15,0-4-23 16</inkml:trace>
  <inkml:trace contextRef="#ctx0" brushRef="#br0" timeOffset="2436.81">3446 7236 401 0,'0'0'8'16,"0"0"56"-16,0 0-25 15,-4-43-16-15,4 38-14 16,-3 2-2-16,3 1-4 0,0 2-2 16,0 0-2-16,0 0-5 15,0 9-20-15,0 2-3 16,0 3-33-16,0-2-72 16,0-5-46-16</inkml:trace>
  <inkml:trace contextRef="#ctx0" brushRef="#br0" timeOffset="2826.15">3707 7464 312 0,'0'0'41'16,"0"0"26"-16,0 0-31 0,0 0-17 15,0 0-7-15,0 0-4 16,0 0-6-16,0 0-1 15,0 0-3-15,18-15 3 16,-3 9-1-16,6 2 0 16,2-2 1-16,1 2-1 0,-2 0 0 15,-1-1 0-15,1 3 0 16,-5 2-11-16,-1 0-22 16,-5 0-32-16,-4 4-38 15,-5 3-6-15</inkml:trace>
  <inkml:trace contextRef="#ctx0" brushRef="#br0" timeOffset="3062">3712 7649 308 0,'0'0'11'0,"0"0"36"15,0 0-45-15,0 0 9 16,49-1 12-16,-22-6 0 0,2-2-14 16,2 2-4-16,1-3-2 15,1 2-2-15,-4 2 0 16,0 0-6-16,-6 3-55 16,-6 0-67-16</inkml:trace>
  <inkml:trace contextRef="#ctx0" brushRef="#br0" timeOffset="3530.89">4275 7297 201 0,'0'0'51'0,"0"0"34"16,0 0-26-16,0 0-25 15,0 0-15-15,0 0-12 16,0 0-1-16,0 0 5 15,-4 50 5-15,8-19-9 0,1 3-5 16,-1 4-1-16,0 2-1 16,-1 1-2-16,-2-7-53 15,-1-5-88-15</inkml:trace>
  <inkml:trace contextRef="#ctx0" brushRef="#br0" timeOffset="5906.83">3419 5313 79 0,'0'0'49'0,"0"0"-29"0,0 0-3 15,0 0 5-15,0 0 9 16,0 0 3-16,0 0-8 16,0 0-7-16,0 0 1 15,0-2 0-15,-2-2 2 0,2-1-2 16,0 0-7-16,0-1-1 15,0-1 0-15,-2-3-3 16,4 2-3-16,4-3-1 16,3 3 0-16,1-1-2 15,0 0 0-15,1 3 0 16,3 0-1-16,-1 2 0 0,1 3-1 16,1 1-1-16,-1 0 1 15,-3 4-1-15,3 5 1 16,-5 4-1-16,-1 2 1 15,-1 5 1-15,0 0 0 16,-4 1-2-16,1-1 0 0,-2 0 1 16,0-3 0-16,-2-1 0 15,0-4-1-15,0-2 1 16,2-2 0-16,-2-4-1 16,0-2 1-16,0-1 0 15,0-1 0-15,0 0 11 0,0 0 26 16,0-4-13-16,0-5-21 15,0-4-1-15,0-4-1 16,0-6-1-16,0-3 2 16,0 0-3-16,-2-3 0 15,9 2 0-15,-1 2 0 0,2 3 0 16,3 5 0-16,-1 1 1 16,2 1-2-16,1 5 1 15,-2 2 0-15,1 2 0 16,-2 0 0-16,2 5-2 15,-3 1 2-15,2 0 0 16,-3 0 0-16,2 8 0 0,-1 4 0 16,-3 2 2-16,1 3-1 15,-2 3-1-15,-1 1 0 16,-2 2 0-16,1-2 2 16,1 0-2-16,0-2 0 15,-2 1 0-15,1-4 0 0,-1-2 0 16,3 1 0-16,-3-3-2 15,0-1-10-15,3 0-23 16,-1-1-11-16,0-1-40 16,-1-6-23-16,1-3-52 15</inkml:trace>
  <inkml:trace contextRef="#ctx0" brushRef="#br0" timeOffset="6327.83">3955 5329 170 0,'0'0'21'0,"0"0"36"0,0 0-22 16,0 0 7-16,0 0 19 15,0 0-14-15,0 0-24 16,0 0-19-16,0 0-2 0,0 0 5 15,0 0 1-15,0 0 0 16,12 38-4-16,-4-20-3 16,-1-1 0-16,0 2 0 15,0-3-1-15,-1-3-1 16,-1-3-51-16,-5-7-83 0,0-3-162 16</inkml:trace>
  <inkml:trace contextRef="#ctx0" brushRef="#br0" timeOffset="6998.98">4592 6050 158 0,'0'0'24'0,"0"0"18"15,0 0-5-15,0 0-9 16,0 0 2-16,0 0-1 15,-46-21-1-15,32 21-4 16,-3 7-7-16,0 4 0 0,-3 6-2 16,3 3-2-16,-4 10-8 15,8 5-1-15,-1 8 2 16,6 8 2-16,5 3-2 16,4 1 0-16,7-3 0 15,11-4-3-15,7-6-1 0,4-8 0 16,3-8-2-16,1-3-13 15,1-7-32-15,-8-7-58 16,-2-9-75-16</inkml:trace>
  <inkml:trace contextRef="#ctx0" brushRef="#br0" timeOffset="10590.51">4776 6034 50 0,'0'-4'28'16,"0"1"34"-16,0-1-28 0,0 1-2 15,0 0-7-15,0 0-4 16,0 2 3-16,0-1-3 16,0 1-3-16,0 0-2 15,0 1 0-15,0 0-2 16,0 0-4-16,0 0 0 0,0 0-4 16,0 0-1-16,0 0 1 15,0-2 0-15,0 2 2 16,0 0-1-16,0 0 3 15,0 0 4-15,0 0 5 16,0 0-4-16,-2 0-4 0,1-1-8 16,1 0-1-16,-2 0 0 15,2 0-2-15,0 1 1 16,-2 0-1-16,2 0 1 16,0 0 0-16,-2 0-1 15,2 0 0-15,0 0 0 0,0 0 0 16,0 0 0-16,-2 0 1 15,2 0-2-15,0 0 2 16,0 0-2-16,0 0 2 16,0 0-1-16,0 0 0 15,0 0 0-15,0 0 0 0,0 0 0 16,0 0 0-16,0 0 0 16,-2 0 0-16,2 0 0 15,0 0 0-15,0 0 0 16,0 0 0-16,0 0 0 15,0 0 0-15,0 0 0 0,0 0 0 16,0 0 0-16,0 4-1 16,0 5 1-16,0 3-2 15,0 6 1-15,0 4 1 16,0 4 0-16,0 4 4 16,0 2 1-16,0 4 0 15,2-5 3-15,-2 0-6 0,2-6-1 16,-2-6 1-16,2-4-1 15,-2-7 1-15,0-2 1 16,2-2-2-16,-2-4 0 16,0 1-1-16,0 1 0 15,0 2 0-15,0-4 0 0,2 3 0 16,-2-1-2-16,1 0-16 16,1 1-21-16,0 1-3 15,0-2-26-15,0-2-18 16,-2 0-24-16</inkml:trace>
  <inkml:trace contextRef="#ctx0" brushRef="#br0" timeOffset="11160.55">4753 6028 71 0,'0'0'55'0,"0"0"-5"16,0 0-11-16,0 0-1 15,0 0-16-15,0 0 1 16,0 0 3-16,-15-42-3 0,15 35-7 16,0-2-9-16,9 0-5 15,4 0 1-15,3-1-2 16,2 0 1-16,1 3-1 15,2 0 1-15,-1 4-2 16,-2-1 1-16,0 4 0 0,-3 0-1 16,1 0 1-16,-5 9-1 15,-4 0 1-15,2 4 0 16,-5 0 2-16,-4 4-2 16,0 0 0-16,-2 0 1 15,-10 0-1-15,-3 3 1 0,-3-2-1 16,-3-1-1-16,-2 0 0 15,0-2-1-15,3-1-2 16,5-3-21-16,2-1-34 16,5-6-13-16,2-4-80 15</inkml:trace>
  <inkml:trace contextRef="#ctx0" brushRef="#br0" timeOffset="11857.93">5020 5920 245 0,'0'0'39'0,"0"0"15"0,0 0-13 16,0 0-22-16,0 0-19 0,0 0-1 15,0 0 4-15,0 0 1 16,0 50 2-16,4-27 1 16,0 6-1-16,2-1-2 15,-2 3-2-15,0-4 0 16,-2-2 1-16,2-3-2 0,-4-5 1 15,0-1-1-15,1-5 2 16,-1-4-1-16,0-1 0 16,0-2 2-16,-1-2 9 15,-3 0 7-15,-2-2-10 16,-2 2-6-16,-1-2-1 16,3 0 2-16,0 0-1 0,0-2-1 15,2-5 0-15,2 0 0 16,2 0 0-16,0 0 1 15,0-3 0-15,0 0-2 16,2 1-1-16,6-2-1 16,2 0 0-16,1-1 1 0,1 1-1 15,1 3 0-15,1 1 0 16,-4 1 0-16,1 1-1 16,1 4 1-16,-3 1 0 15,-3 0-1-15,3 0 1 16,-2 0 0-16,-2 3 0 0,1 3 0 15,-1 2 0-15,-1 1 1 16,0-1 0-16,2 5-1 16,-4-2-1-16,0 1 2 15,0 0-1-15,-2 3 0 16,2-1 0-16,-2 0-3 0,2 0-13 16,-2-1-6-16,0 1-7 15,1 0-14-15,1-4-35 16,0 0 19-16,-2-6-14 15,2-3-85-15</inkml:trace>
  <inkml:trace contextRef="#ctx0" brushRef="#br0" timeOffset="12609.6">5294 6112 198 0,'0'0'66'0,"0"0"-20"0,0 0 7 16,0 0-15-16,0 0-5 15,0 0-12-15,0 0-5 0,0 0-5 16,0 0-4-16,0 0-1 16,0 0-2-16,-6-15-3 15,6 15-2-15,0 5 1 16,0 3 0-16,0 3 0 16,0 0 1-16,2 2-1 15,2 1 1-15,1 0-1 0,3 2 2 16,0-3-2-16,-2-2 1 15,5-4-1-15,-2-1 0 16,1-5 2-16,2-1-2 16,0 0 1-16,-1-10 1 0,0-4-1 15,1 0 1-15,-4-5-1 16,-1 1 0-16,-3 4 1 16,-2 0-2-16,0 4 3 15,-2 3 9-15,0 2 2 16,0 3-7-16,0 2 3 0,0 0-9 15,1 5-3-15,4 8 2 16,1 4 1-16,-1 7 3 16,3 6-1-16,2 3-2 15,-2 2 0-15,1 3 1 16,0 1-1-16,-2-2 0 16,0-2 0-16,-5-6 1 0,2-4-1 15,-4-6 0-15,0-4 0 16,-2-3 1-16,-7-2 1 15,-4-4 1-15,-3-1 1 16,-2-4-2-16,1-1 1 16,-2 0 1-16,3-5 0 0,3-8-1 15,7-3-2-15,2-5-2 16,4-6-2-16,4-3-1 16,13-4-4-16,6-3-22 15,4 2-11-15,0 1-23 16,0 1-81-16,-8-1-110 15</inkml:trace>
  <inkml:trace contextRef="#ctx0" brushRef="#br0" timeOffset="14335.84">5705 6335 219 0,'0'-3'52'16,"0"2"34"-16,0 1-45 16,0 0-30-16,-2 10-9 0,0 1-1 15,2 5 2-15,0 7 1 16,-2-1 0-16,2 1-2 15,0-3 0-15,0 1-2 16,0-5 2-16,2-2-2 16,4-4 0-16,-1-3 0 0,2-2 0 15,2-3 0-15,-1-2 0 16,4 0-16-16,-1-1-41 16,-4-8-46-16,2-5-68 15</inkml:trace>
  <inkml:trace contextRef="#ctx0" brushRef="#br0" timeOffset="14583.76">5694 6152 257 0,'0'0'29'0,"0"0"67"16,0 0-47-16,0 0-23 15,0 0-16-15,0 0-8 16,0 0-4-16,0 0-24 16,0 0-31-16,-2-24-77 15</inkml:trace>
  <inkml:trace contextRef="#ctx0" brushRef="#br0" timeOffset="15414.68">6054 6007 103 0,'0'0'36'16,"0"0"12"-16,0 0-13 0,0 0-5 15,0 0 7-15,0 0-2 16,0 0-9-16,0 0-10 16,0 0-8-16,0 0-4 15,0 0 4-15,0 0 7 16,49-23-3-16,-18 14-6 0,1 0 0 16,1-1 0-16,-2 3 1 15,1 1-3-15,-3-1-3 16,-2 3-1-16,-5 1 1 15,-1 2-1-15,-2-2 0 16,-3 0-1-16,-3 1-17 0,-2 0-35 16,-1-3-52-16,-6-1-41 15</inkml:trace>
  <inkml:trace contextRef="#ctx0" brushRef="#br0" timeOffset="16333.04">6805 5550 165 0,'0'0'7'16,"0"0"22"-16,0 0-13 0,0 0-15 15,0 0 0-15,0 0 17 16,0 0 19-16,56-16-10 16,-22 6 6-16,4-1-4 15,11-2-12-15,2 2-1 16,7-1-8-16,3 1 0 16,7-2-3-16,3 2-2 0,2 1 0 15,0 1-1-15,2 1-1 16,-2-3 2-16,-3-1-3 15,-3 1 2-15,-7-2-1 16,-5-1 0-16,-9 2 0 16,-5 1-1-16,-5 1 1 0,-11 3-1 15,-4 3-2-15,-6 1-12 16,-3 3-18-16,-6 0-34 16,-6 0-28-16,0 0-27 15</inkml:trace>
  <inkml:trace contextRef="#ctx0" brushRef="#br0" timeOffset="16732.57">6879 5832 228 0,'0'0'33'0,"0"0"19"0,0 0-12 0,0 0-26 15,0 0-12-15,0 0 3 16,0 0 5-16,-16 53 8 16,16-18 9-16,0 2-11 15,2 5-7-15,3 0-1 0,1-2-6 16,-1-4-1-16,0-4-1 16,-3-5 0-16,0-4-1 15,-2-6-13-15,0-8-20 16,0-4-19-16,0-5-27 15,-2 0 19-15</inkml:trace>
  <inkml:trace contextRef="#ctx0" brushRef="#br0" timeOffset="17080.95">6818 5818 177 0,'0'0'16'16,"5"-45"50"-16,2 27-13 15,-1 3-2-15,5 4-21 0,5 4-9 16,0 5-8-16,4 2-7 16,1 0-3-16,0 6-1 15,-1 6 1-15,-1 3-3 16,-6-1 1-16,-5 5 1 15,-2-2-2-15,-6 0 1 0,0 1 0 16,-6-2 0-16,-9 2-1 16,-3-1-3-16,-3 2-6 15,0-1-3-15,-4-1-13 16,1-1-8-16,6-2-2 16,2-1-15-16,5-3 11 0,5-4-3 15,6-5-55-15</inkml:trace>
  <inkml:trace contextRef="#ctx0" brushRef="#br0" timeOffset="17750.8">7116 5685 191 0,'0'0'62'15,"0"0"-26"-15,0 0 35 16,0 0-47-16,0 0-22 0,0 0 3 16,0 0 8-16,0 0 6 15,18 44-3-15,-14-20-1 16,3 2-5-16,-1 2-7 15,-1 3 0-15,0 2-2 16,-1-2 1-16,-2 2 0 16,-2-5-1-16,0-2 1 0,0-5 0 15,0-4-1-15,0-3-1 16,0-2 1-16,-4-4 0 16,-1-2 0-16,1-2 0 15,1-1 0-15,-1 0 0 16,2-2 0-16,0-1 1 0,-2 0 0 15,3 0 6-15,-1-4 6 16,0-7-3-16,2-5-4 16,0-3-3-16,0-4-1 15,0-2 0-15,5 1-1 16,1 0-2-16,0 8 1 0,1 0-2 16,2 5 2-16,0 4-1 15,0 3 0-15,3 1 0 16,3 3-1-16,-1 0 0 15,1 0 1-15,-1 4-1 16,1 5 2-16,-2-1-2 0,1 1 1 16,-3 2 0-16,0 2-1 15,-2-3 1-15,-2 4-7 16,-3-4-17-16,-2 3-1 16,-2-3 2-16,0 1 2 15,2-1-4-15,-2 3-25 0,-4-6-30 16,-3 0-1-16,3-5-108 15</inkml:trace>
  <inkml:trace contextRef="#ctx0" brushRef="#br0" timeOffset="18344.99">7462 5907 138 0,'0'0'68'0,"0"0"-22"0,0 0 12 0,0 0-22 16,0 0-5-16,0 0-6 16,0 0-13-16,0 0-10 15,0 0-1-15,0 0 5 16,0 0 4-16,12-5 1 16,-12 16-5-16,4 1-2 15,0-2-2-15,3 1 0 0,-1-2 2 16,4-1-4-16,-3-1 1 15,1 0-1-15,1-5 1 16,-2-1-1-16,2-1 1 16,-2 0 1-16,4-10 0 15,-2-4 1-15,-3-1 0 0,3-2-1 16,-4 1-1-16,0 2-1 16,-1 2 0-16,-2 5 2 15,0 3 3-15,-2 1 5 16,3 3-7-16,1 0-5 0,2 9 2 15,4 3 0-15,1 8 1 16,0 3-1-16,1 5 2 16,1 3 6-16,0 2-4 15,-4 3-3-15,-3-2 0 16,1-1 0-16,-5-4 0 0,-2 0 0 16,0-2 0-16,-4-3 4 15,-5-3 5-15,-7-5 16 16,-1 1-5-16,-1-7-15 15,2-6-3-15,-2-4 0 16,3 0 2-16,3-13 1 16,4-6-2-16,5-6-3 0,3-4-1 15,2-4 0-15,14-3-1 16,6-2-10-16,5-2-42 16,2-4-36-16,0-1-87 15</inkml:trace>
  <inkml:trace contextRef="#ctx0" brushRef="#br0" timeOffset="19080.9">8086 5240 151 0,'0'0'20'16,"0"0"9"-16,0 0-5 16,0 0-1-16,0 0 0 15,0 0-3-15,0 0-2 0,0 0-14 16,0 0 5-16,0 0 12 15,0 0 3-15,49 20-4 16,-25-3-7-16,6 6-4 16,-1 8-2-16,2 9 1 15,0 9 0-15,-4 6-3 0,-2 8-3 16,-8 1-1-16,-6 2 1 16,-5-2 0-16,-6 1-1 15,-2-5 1-15,-13-5-1 16,-7-4 1-16,-7-4 3 15,-2-7 17-15,1-9 5 0,2-5-14 16,1-8-1-16,4-4-2 16,7-4-4-16,6-4-5 15,1 0 0-15,5-2 0 16,2-4-1-16,2 0 1 16,4 0-3-16,7-9-29 0,-1-5-40 15,4-10-128-15</inkml:trace>
  <inkml:trace contextRef="#ctx0" brushRef="#br0" timeOffset="20887.68">2031 6293 135 0,'4'38'10'16,"1"2"11"-16,1 5 4 15,2 4-5-15,1 3-8 0,1-1-3 16,2-1-3-16,-1-3-2 15,2-6-1-15,-3-7-1 16,0-6 0-16,-3-8-2 16,-5-8-61-16</inkml:trace>
  <inkml:trace contextRef="#ctx0" brushRef="#br0" timeOffset="21213.8">1652 7213 190 0,'0'0'92'16,"0"0"-84"-16,0 0-6 0,0 0 3 15,55 17 17-15,-6-25 20 16,12-8-7-16,14-4-14 15,12-7-7-15,7 1-3 16,0-1-4-16,-2 3-2 16,-7 2-3-16,-9 5 2 15,-15 5-2-15,-10 5-2 0,-8 3-2 16,-12 4-33-16,-10 0-57 16,-13 4-5-16,-8 6-116 15</inkml:trace>
  <inkml:trace contextRef="#ctx0" brushRef="#br0" timeOffset="21735.04">1537 7971 291 0,'0'0'1'16,"0"0"30"-16,0 0-31 16,0 0 1-16,0 0 2 15,7 47 5-15,-1-25 8 16,2 2-2-16,-2 0-3 0,1-1-4 15,-1-1-4-15,1-2 0 16,0-4-1-16,-5-5-1 16,0-5 0-16,-2-3 2 15,0-3 15-15,0 0 48 16,0-10-32-16,-6-6-31 0,-2-4-2 16,2-7 1-16,2-1-1 15,2-3 1-15,2 1-2 16,0 4 0-16,0 2 1 15,8 7-1-15,4 6-1 16,-1 5 0-16,2 5-1 0,3 1 1 16,-1 1-1-16,1 9 2 15,-1 2-1-15,-1 0 1 16,1 4 0-16,0-3 0 16,0 2 0-16,-1-1 0 15,-4 2-12-15,4-2-18 0,-5 3-18 16,0-1-24-16,-1-1-23 15,0-3-11-15</inkml:trace>
  <inkml:trace contextRef="#ctx0" brushRef="#br0" timeOffset="21959.7">1933 8084 389 0,'0'0'2'15,"0"0"17"-15,0 0-6 0,36-42-9 16,-16 31-2-16,0 1-1 16,4-1 0-16,1-2-1 15,4 2 0-15,0-3 1 16,0-1-2-16,3 1-30 16,-1-2-52-16,-4-2 11 0,-5 2-29 15</inkml:trace>
  <inkml:trace contextRef="#ctx0" brushRef="#br0" timeOffset="22183.83">2393 7680 310 0,'0'0'2'15,"0"0"76"-15,0 0-20 16,0 0-14-16,0 0-24 0,0 0-16 15,0 0-4-15,0 0 3 16,11 44 1-16,5-14-1 16,0 2 0-16,2 6-2 15,3-1-1-15,2 0 0 16,2-3-32-16,-3-7-49 16,-2-9-94-16</inkml:trace>
  <inkml:trace contextRef="#ctx0" brushRef="#br0" timeOffset="23153.05">8727 5202 165 0,'0'0'36'0,"0"0"16"0,0 0-20 16,0 0 1-16,0 0 1 15,0 0-2-15,0 0-9 16,0 0-7-16,0 0-6 15,-34-13-6-15,24 20 2 16,-3 6-3-16,-1 3 1 16,-5 6 1-16,2 8 2 0,-3 4 0 15,4 8-1-15,0 5-3 16,4 6 1-16,7 3-2 16,3 2 0-16,2-1-1 15,4-3 0-15,11-5 0 0,4-4-1 16,6-6 0-16,6-6 2 15,2-6-2-15,3-7 0 16,0-9-1-16,1-8-20 16,-6-3-36-16,-2-6-51 15,-6-11-79-15</inkml:trace>
  <inkml:trace contextRef="#ctx0" brushRef="#br0" timeOffset="23558.76">8943 5217 186 0,'0'0'20'0,"0"0"22"0,0 0 5 16,0 0-43-16,0 0 9 16,13 43 20-16,-7-13-3 15,1 4-7-15,4 5-5 16,-2 3-2-16,2 3-2 15,1 2-2-15,-2 3-8 0,-1-4-4 16,-2-4 0-16,0-6-4 16,-5-8-19-16,-2-7 0 15,0-9 0-15,0-6-17 16,-4-6 3-16,-6 0-20 16,-1-8-33-16</inkml:trace>
  <inkml:trace contextRef="#ctx0" brushRef="#br0" timeOffset="23949.93">8927 5303 191 0,'0'0'2'0,"0"0"41"16,0 0-5-16,0 0-7 0,0 0 0 15,-13-44-8-15,25 34-6 16,3-1 1-16,6 0-4 16,0 4-2-16,2 0-5 15,0 4-4-15,-1 3-2 16,-1 0 0-16,-6 0 0 0,1 6 0 16,-5 3-1-16,-3 2 1 15,-1 0-1-15,-4 2 0 16,-1 1 1-16,-2-1-1 15,0 4 1-15,-9-1-1 16,-2 0 1-16,0 2-1 0,-3-1 1 16,1-1-1-16,-1 1 0 15,1-1 0-15,2-4 0 16,4-1-14-16,2-1-27 16,3-5-25-16,0-4-17 15,2-1-25-15</inkml:trace>
  <inkml:trace contextRef="#ctx0" brushRef="#br0" timeOffset="24564.78">9203 5182 231 0,'0'0'5'0,"0"0"45"16,0 0-20-16,0 0-21 0,0 0 25 16,0 0 1-16,9 50-8 15,-5-27-4-15,1 1-5 16,2 4-9-16,2-1-3 16,-3 2-1-16,3 0-3 15,-3-1-1-15,0-1-1 0,-2-2 0 16,-1-7 1-16,-3-1-1 15,2-7 0-15,-2-3 1 16,0-4 0-16,0-1 2 16,0-2 3-16,0 0 0 15,-3-2-2-15,-1-5-3 0,-2-3 1 16,0 0-2-16,2-4 1 16,-1 1 0-16,3-4-1 15,2 2 0-15,0-1 0 16,0 2 1-16,0 1-1 15,0 0-1-15,5 3 1 0,4 2 1 16,-2 1-1-16,4 1 0 16,2 4 0-16,1 0-1 15,2 2 1-15,-1 0 0 16,-2 0 0-16,1 4 0 16,-1 3 0-16,-1 0-1 0,-1 2 2 15,-1-1-2-15,-2-1-1 16,-2 1-7-16,1 1-1 15,-5-2-5-15,0-1-7 16,-2 1 2-16,0 1-1 16,0 0-2-16,0-3-3 0,-2 0-7 15,0-1-11-15,-3-3 9 16,3-1-3-16,0 0-22 16</inkml:trace>
  <inkml:trace contextRef="#ctx0" brushRef="#br0" timeOffset="25597.97">9529 5294 124 0,'0'0'94'0,"0"0"-34"0,0 0 22 0,0 0-39 15,0 0-14-15,0 0-15 16,0 0-8-16,0 0-3 16,0 0 2-16,0 0 1 15,0 0-1-15,-6 26-2 16,6-18-1-16,2 1-1 0,4 1 0 15,2-3 1-15,-1 2-2 16,1-1 1-16,-2-2-1 16,2-1 0-16,-4-2 0 15,3-1 0-15,-3-2 0 16,-2 0 1-16,1 0 1 16,4-5-1-16,-3-2-1 0,0 0-1 15,1-2 0-15,1 0-1 16,-1 2-1-16,-1 0 3 15,1 0-1-15,-3 1 1 16,3 0 1-16,-3 2-1 0,-2-2 0 16,0 2 0-16,0 0 0 15,0 2 0-15,0-2 2 16,0 0-1-16,0 2 0 16,0-1 2-16,-2 1-1 15,-1 0 0-15,2 1 0 0,0-1 2 16,-1 2 0-16,2 0 0 15,0-1 0-15,0 1-3 16,-2-1 2-16,2 1-2 16,0 0 1-16,0 0-1 15,0 0 0-15,0 0 0 16,0 0 0-16,0 0-1 0,0-1 1 16,0 1-1-16,0 0 0 15,0 0 0-15,0 0 1 16,-3 0-1-16,3 0 2 15,0 0 0-15,0 0 2 16,-2 0 1-16,2 0 0 0,-2 0 0 16,2 5-1-16,-3 0-1 15,2 4 0-15,1 1-1 16,0 4 2-16,0 3 0 16,0 2 0-16,6 5 1 15,1 3-1-15,0 1 0 0,0 6-2 16,1 3-1-16,-1 1 0 15,-2 2-1-15,-1-3 0 16,0-3 0-16,-3-7 1 16,0-4-1-16,0-8 0 15,-1-3 0-15,0-5 1 0,-7 0 1 16,-2-3 4-16,-4-2 5 16,-1-1-3-16,-4-1-3 15,-2 0-2-15,0 0-2 16,-3-1 1-16,3-6-1 15,3-5-1-15,3-2 2 0,3-3-2 16,3-3 0-16,5-4 0 16,3 1 0-16,0-4-2 15,9 2-7-15,9-1-8 16,-1 2-9-16,6 1-23 16,0 4-17-16,-4 1-62 15,-3 3-92-15</inkml:trace>
  <inkml:trace contextRef="#ctx0" brushRef="#br0" timeOffset="26486.83">9894 5543 208 0,'0'-2'6'16,"2"-1"59"-16,-2 3-6 15,0 0-37-15,2 1-19 16,0 8 11-16,2 3 10 0,2 2-5 16,-2 3 3-16,0 0-7 15,1 0-4-15,1 0-8 16,0 0-2-16,-2-3 0 16,0-2-1-16,-1-1 1 15,-1-5-1-15,0-2-3 0,-2 1-19 16,0-3-29-16,0-2-41 15,-7 0-37-15</inkml:trace>
  <inkml:trace contextRef="#ctx0" brushRef="#br0" timeOffset="26671.62">9854 5377 389 0,'0'0'28'0,"0"0"6"0,0 0-13 16,0 0-18-16,0 0-4 15,0 0-29-15,0 0-48 16,0 0-108-16</inkml:trace>
  <inkml:trace contextRef="#ctx0" brushRef="#br0" timeOffset="27218.62">10056 5164 231 0,'0'0'73'0,"0"0"-16"16,0 0-22-16,0 0-20 15,0 0-9-15,57-32 6 0,-26 21 2 16,7 1 1-16,1 2-4 16,0-1-6-16,-3 2-3 15,1 2-2-15,-4 2 0 16,-4 0 0-16,-1 0-13 16,-5 0-27-16,-5-3-34 0,-3-1-67 15</inkml:trace>
  <inkml:trace contextRef="#ctx0" brushRef="#br0" timeOffset="27528.7">10735 4753 204 0,'0'0'199'0,"0"0"-177"15,0 0-13-15,0 0-2 16,17 43 8-16,-10-18 4 16,4 6-5-16,-2 2 4 15,2 0-8-15,0 3-3 16,0-1-5-16,-2-1 1 0,-1-4-2 16,-2-3 0-16,-2-4-1 15,-3-6 1-15,-1-5-1 16,0-6-10-16,0-3-12 15,0-3 3-15,-3 0-21 16,-1-6-57-16,-6-8-30 0</inkml:trace>
  <inkml:trace contextRef="#ctx0" brushRef="#br0" timeOffset="27830.86">10725 4770 234 0,'0'0'1'0,"0"0"30"16,-13-43 15-16,13 32-9 15,0 1-8-15,11 3-6 16,1 1-9-16,5 5-4 0,2 1-6 16,2 0-2-16,0 10 0 15,1 4-1-15,-5 2 0 16,-3-1 1-16,-5 1-2 15,-2-2 1-15,-3 0-1 0,-4 1 0 16,0-4 0-16,-9 3 0 16,-4-2 1-16,-5 2-1 15,-2-3-5-15,-2 2-4 16,-1 0-14-16,1-2-8 16,6-4-20-16,3 2 1 15,6-5-1-15,3-4-31 0</inkml:trace>
  <inkml:trace contextRef="#ctx0" brushRef="#br0" timeOffset="32017.63">11016 4642 117 0,'0'0'42'0,"0"0"-13"0,0 0 5 15,0 0-7-15,0 0 0 16,0 0-9-16,0 0 4 16,0 0 0-16,0 0-8 15,0 0-3-15,0 0-3 16,0 0 3-16,-41-24-2 0,37 24-3 15,2 2-1-15,-1 2-3 16,3 3 0-16,0 4 0 16,0 3 2-16,3 8 1 15,6 5 4-15,4 4-1 16,0 6 0-16,2 3-4 0,0-3-3 16,0-2 1-16,-3-4-2 15,-2-8 1-15,-2-4-1 16,-2-7 1-16,-4-3 1 15,-1-6-1-15,-1 0 1 16,0-2 8-16,0-1 10 0,-5 0-6 16,-3 0-3-16,2 0-3 15,-2 0 1-15,1-4-1 16,0-1-2-16,3-2 0 16,-4-4-2-16,4-3 2 15,2-2-2-15,2-2-3 0,0-1 0 16,0 2-1-16,0 2 0 15,9 2 0-15,0 3 0 16,3 4 0-16,3 2-1 16,-1 4-1-16,4 0 2 15,-1 0-2-15,2 0 2 16,0 7-1-16,-1 0 1 0,1 0 1 16,-3 0-6-16,-1-1-16 15,-2 1-11-15,-3 2-1 16,0-2-9-16,-3 0-25 15,-1-3-30-15,-2 1 19 16,1-3-72-16</inkml:trace>
  <inkml:trace contextRef="#ctx0" brushRef="#br0" timeOffset="32482.78">11352 4794 264 0,'0'0'20'0,"0"0"79"0,0 0-48 15,0 0-23-15,0 0-20 16,0 0-5-16,0 0-1 16,0 0 1-16,0 0 0 0,0 0-2 15,26 38 1-15,-15-29-2 16,-2-3 1-16,-1-3-1 16,2-1 0-16,-3-2 0 15,1 0 2-15,-1-4-1 16,0-7 1-16,0-2 3 15,-3 0-7-15,1 0 4 0,-1 2 2 16,-2 4 7-16,2 2 1 16,-2 5 1-16,4 0-11 15,0 7-5-15,5 11 3 16,3 8 2-16,-1 6 1 16,1 5-2-16,-1 3 0 0,-2 4 1 15,-1 0 0-15,-2-4 0 16,-3-3-2-16,1-2 2 15,-6-3 1-15,0-7 7 16,0-5 9-16,-9-6-5 16,-4-2-2-16,-7-7 0 0,-3-1-6 15,-3-4-4-15,-4 0-1 16,1 0-1-16,1-4-1 16,3-5-1-16,3 0-15 15,7-3-21-15,5-2-43 16,6-1-69-16,1-6-141 15</inkml:trace>
  <inkml:trace contextRef="#ctx0" brushRef="#br0" timeOffset="33122.86">10560 4590 86 0,'0'0'65'0,"0"0"-24"0,0 0-2 0,0 0-8 16,0 0 8-16,0 0 11 16,0 0-11-16,0 0-14 15,0 0-10-15,0 0-4 0,0 0 10 16,52-12 7-16,-4-2-6 15,9-3-1-15,5-5-6 16,1 0-2-16,-3 3-6 16,-6 1 1-16,-8 1-5 15,-10 6-1-15,-7 4-1 16,-8 0 0-16,-3 4-1 0,-8 0 0 16,-1 3 0-16,-2 0-2 15,2 0-23-15,0 0-35 16,0-2-45-16,3-5-78 15</inkml:trace>
  <inkml:trace contextRef="#ctx0" brushRef="#br0" timeOffset="33731.83">11646 4314 227 0,'0'0'21'0,"0"0"38"0,0 0-5 16,0 0-17-16,0 0 0 15,0 0-2-15,0 0-8 16,0 0-2-16,0 0-8 0,0 0-7 16,-25 0 0-16,25 0-3 15,0 0-1-15,0 0-3 16,0 0-2-16,0 0 1 15,0 0 0-15,0 0 0 16,0 0-1-16,0 0 0 16,0 0 1-16,0 0 0 0,0-1-1 15,0 1-1-15,0-2 2 16,0 2-3-16,-2-1 2 16,2-2-1-16,0 3 1 15,0-1 1-15,0-1 0 16,12 2 2-16,3 0-1 0,12 7-1 15,7 13 4-15,9 10 1 16,7 14-1-16,2 10 0 16,-6 13-2-16,-9 10-4 15,-11 9 1-15,-17 5 1 16,-9-3-2-16,-18-4 0 0,-17-2 0 16,-11-9-3-16,-6-12-23 15,-7-13-69-15,-3-17-166 16</inkml:trace>
  <inkml:trace contextRef="#ctx0" brushRef="#br0" timeOffset="55870.6">8216 5226 64 0,'0'0'35'15,"0"0"-4"-15,0 0-9 0,0 0 5 16,0 0-4-16,0 0-2 15,0 0-3-15,0 0-1 16,0 0 1-16,0 0-1 16,0 0-2-16,0 0 3 15,0 0 1-15,-5-24 5 0,5 21-6 16,-2 3-6-16,2-1-3 16,0 1-5-16,0 0-1 15,2 0-2-15,5 0 7 16,6 0 4-16,1 5 0 15,3 1-3-15,1 3-1 0,0 2-3 16,-2 0-1-16,2 2-3 16,-3 1 0-16,-4-1 0 15,-1-2 0-15,-1 0-1 16,-3-3 0-16,-4-2 2 16,0-1-7-16,-2-2-12 0,0 1-14 15,0-2-11-15,0-1-21 16,-6-1-33-16,-3 0-24 15</inkml:trace>
  <inkml:trace contextRef="#ctx0" brushRef="#br0" timeOffset="56152.35">8298 5157 119 0,'0'0'48'0,"0"0"4"0,0 0-3 0,0 0-7 15,0 0 7-15,0 0-27 16,0 0-18-16,0 0 8 16,0 0 1-16,-5 35-5 0,5-14-5 15,0-2 0-15,0 4-2 16,0-1-1-16,0-3-2 15,-2-2-35-15,0-2-31 16,0-6-13-16,-4 2-67 16</inkml:trace>
  <inkml:trace contextRef="#ctx0" brushRef="#br0" timeOffset="56352.74">8251 5296 211 0,'0'0'18'0,"0"0"31"16,40-33-4-16,-24 23-16 15,0 0-9-15,2 2-11 16,-3 2-6-16,-1 0-2 0,-6 4-1 16,1 1-8-16,-1 1-37 15,-8 0-34-15,0 0-14 16</inkml:trace>
  <inkml:trace contextRef="#ctx0" brushRef="#br0" timeOffset="56554.88">8305 5208 217 0,'0'0'24'0,"0"0"18"16,0 0-30-16,0 0 8 16,0 0-13-16,0 0-5 15,29 45-6-15,-24-36-80 16</inkml:trace>
  <inkml:trace contextRef="#ctx0" brushRef="#br0" timeOffset="76479.55">12392 4709 319 0,'0'0'-4'16,"0"0"29"-16,0 0 9 15,0 0-4-15,0-38-19 16,16 31-5-16,5 2 2 16,5-2-2-16,1 3 1 0,4-1-2 15,-2 3-4-15,-2 0 0 16,-4 2-1-16,-6 0 0 16,-8 9-22-16,-8 3-39 15,-1 1-51-15,-17 3-43 16</inkml:trace>
  <inkml:trace contextRef="#ctx0" brushRef="#br0" timeOffset="76631.74">12344 4885 285 0,'0'0'9'16,"0"0"-6"-16,0 0-1 16,0 0 22-16,36 31 0 0,-8-29-12 15,2-2-8-15,8 0-2 16,1 0 0-16,0-9-16 15,-4-5-53-15,-1-4-108 16</inkml:trace>
  <inkml:trace contextRef="#ctx0" brushRef="#br0" timeOffset="76987.98">12864 4382 489 0,'0'0'81'0,"0"0"-86"16,39 40 2-16,-15-7 3 15,3 9 4-15,2 5-4 16,-3 9 2-16,1 0-2 0,-2 1 1 16,-4-6 0-16,0-5 0 15,-3-9-1-15,-5-13 1 16,-1-10 0-16,-1-11 1 15,-4-3 1-15,2-17 8 16,-5-11 3-16,1-11-9 0,-1-9-4 16,-2-9-1-16,0-8-1 15,-2-5 0-15,2 3-2 16,0 2-10-16,2 11-14 16,0 12-14-16,-2 13-4 15,1 15-14-15,1 10-47 0,-2 4-78 16</inkml:trace>
  <inkml:trace contextRef="#ctx0" brushRef="#br0" timeOffset="77733.78">13550 4556 350 0,'0'0'4'16,"0"0"44"-16,7-39-7 0,-7 28-6 16,-9 4-5-16,-9 1-9 15,-1 3-7-15,-2 3-4 16,-4 0-4-16,1 12-3 16,4 3-2-16,2 4 0 15,4 2-1-15,5 2-1 0,2 1 2 16,6-1-1-16,1-2 0 15,0-1 0-15,13-3 0 16,-2-4 0-16,2-8 0 16,1-3 0-16,1-2 1 15,0-6 0-15,-1-9 0 0,0-2 0 16,-5 2-1-16,-4-2 1 16,-3 3 0-16,-2 4 9 15,0 4 1-15,0 1-4 16,-1 2-5-16,-1 3-1 0,0 0-1 15,2 3-1-15,0 7-1 16,0 3 2-16,2 2 0 16,5 2 1-16,2 1-1 15,3-2 0-15,0 0 0 16,2-3 1-16,-1-4-1 16,1-4 0-16,-3-2 0 0,3-3 1 15,-3-3-1-15,-3-8 2 16,2-4-2-16,-5-3 0 15,-1-2-2-15,-4 2-3 16,0 0-1-16,0 3 2 16,-6 0 1-16,-2 4-1 0,-1 4 2 15,1-1 0-15,3 3 2 16,1 1-2-16,4 1 2 16,0 2 0-16,0-2 0 15,2 2-1-15,9-2 0 16,2 1 0-16,1 1 1 0,3 1 0 15,1 0 1-15,-3 1 0 16,4 9 0-16,-3 0-2 16,-1 5 2-16,1-1-1 15,-3 4 0-15,3-1 1 16,-3 1-1-16,0-1-1 0,1-1-14 16,-3 0-42-16,1-7-8 15,-5-3-19-15,3-6-62 16</inkml:trace>
  <inkml:trace contextRef="#ctx0" brushRef="#br0" timeOffset="77983.92">14219 4246 556 0,'0'0'3'0,"-39"22"-7"0,20 6 3 16,-4 12 2-16,1 11 2 16,6 4-2-16,2 5 1 15,10-2 0-15,4-4-2 16,5-6 0-16,15-8 0 0,9-12-7 16,5-12-36-16,5-10-8 15,4-6-24-15,0-16-85 16</inkml:trace>
  <inkml:trace contextRef="#ctx0" brushRef="#br0" timeOffset="78433.98">14601 4300 507 0,'-9'39'-3'16,"5"3"5"-16,4 9 1 15,0 6-1-15,0 1-1 16,0-3 0-16,0-2 0 16,2-6 0-16,0-7 0 15,0-9-1-15,-1-7 1 0,0-11-1 16,-1-10 1-16,0-3 7 16,0-17 51-16,-1-9-53 15,-2-12-3-15,-1-5-3 16,4-9-2-16,-2-4 1 15,2-6 0-15,8 2 0 16,1 3 1-16,3 7 0 0,-2 9 0 16,-1 12-1-16,0 10 1 15,-2 11 0-15,0 5-2 16,1 3-2-16,1 4 2 16,-3 9-1-16,0 7 1 0,-4 1 0 15,-2 3-1-15,0 2-1 16,-9-1-4-16,-4 0-6 15,-2-3-9-15,-2-2-5 16,0-1 2-16,-5-4-8 16,5-6-14-16,0-4-6 0,0-5-33 15,9 0 18-15,3-14-90 16</inkml:trace>
  <inkml:trace contextRef="#ctx0" brushRef="#br0" timeOffset="78843.72">14855 4222 451 0,'0'0'2'0,"0"0"-3"0,0 0-1 0,-6 47 7 16,-1-20 12-16,3 4 7 0,-2 6-4 15,0 4-10-15,4 3-3 16,0-1-3-16,-2-1-1 15,3-5-2-15,0-3 0 16,1-8 0-16,0-7 0 16,0-5-1-16,0-5 1 0,0-7 1 15,0-2-1-15,0 0 7 16,0-11 17-16,0-4-19 16,2-5-5-16,4-2-1 15,0-1 1-15,4 2-1 0,1 2 0 16,1 5 0-16,3 3 0 15,1 5 0-15,-1 5 0 16,2 1-1-16,-1 2 1 16,1 10-1-16,-2 3 1 15,-1 1 0-15,-1 1 0 16,-4 2-1-16,2-1 1 0,-2-1-5 16,-4-2-31-16,3-3-19 15,-1-3-14-15,0-9-64 16,1 0-14-16</inkml:trace>
  <inkml:trace contextRef="#ctx0" brushRef="#br0" timeOffset="78952.96">15138 4546 182 0,'0'0'13'16,"0"0"-7"-16,0 0-14 16,0 0-32-16,0 0-94 15</inkml:trace>
  <inkml:trace contextRef="#ctx0" brushRef="#br0" timeOffset="79340.66">15246 4199 394 0,'0'0'10'15,"0"0"61"-15,0-41-13 16,0 36-17-16,0 5-16 15,0 2-20-15,10 17-9 16,6 9 4-16,4 9 2 16,0 11 0-16,2 8 0 15,-7 3-1-15,-3 5 0 0,-10-1 0 16,-2-3-2-16,-16-4 3 16,-8-6-5-16,-10-6-20 15,-8-3-22-15,-8-11-40 16,-5-8-125-16</inkml:trace>
  <inkml:trace contextRef="#ctx0" brushRef="#br0" timeOffset="82497.12">14451 6274 448 0,'0'0'4'16,"-54"-3"26"-16,26 9-6 16,-1 20-6-16,4 6-9 15,4 8 2-15,7 5 7 16,11 3 1-16,3 4-3 0,3 1-9 16,14 3-3-1,5 1-3-15,5-3 0 0,0-3-1 16,3-4-5-16,-1-13-26 15,6-8-40-15,-3-14-9 16,0-11-71-16</inkml:trace>
  <inkml:trace contextRef="#ctx0" brushRef="#br0" timeOffset="82815.92">14824 6172 386 0,'0'0'11'16,"0"0"26"-16,0 0-19 0,0 67 22 16,4-23 11-16,4 8-12 15,1 5-20-15,2 4-10 16,3 2-7-16,-1-2 0 15,2-3-1-15,-4-3-1 16,-2-3 1-16,-1-6-1 0,0-10-1 16,-4-8-12-16,-1-5-18 15,1-10-44-15,-4-10-18 16,0-3-66-16,-3-17-72 16</inkml:trace>
  <inkml:trace contextRef="#ctx0" brushRef="#br0" timeOffset="83142.96">14811 6254 317 0,'0'0'2'0,"-6"-49"33"15,6 25 17-15,0 2-11 0,4 4-11 16,9 2-1-16,5 6-14 16,3 6-8-16,4 4-6 15,3 1-1-15,-2 15 1 16,-1 6 0-16,-6 4 0 16,-8 4-1-16,-7 0 0 0,-4 2 0 15,-5-2-7-15,-9 0-8 16,-7-2-5-16,0-3-7 15,-5-4-9-15,3-2-28 16,1-7-44-16,0-6-30 16</inkml:trace>
  <inkml:trace contextRef="#ctx0" brushRef="#br0" timeOffset="83735.97">15470 6314 234 0,'0'0'20'0,"22"-38"60"16,-15 22-31-16,-4 2-11 16,-3 1-5-16,0 0 3 15,-1 3-10-15,-12 3-4 16,-3 2-4-16,-6 3-4 0,-6 2-4 16,-4 3 0-16,-3 11 0 15,3 8 1-15,-2 4 2 16,4 7-3-16,11 4-2 15,3 4-1-15,10-2-5 16,8 2-1-16,0-5 0 0,16-3 0 16,9-6 0-16,5-4-1 15,7-5 1-15,2-5-1 16,4-6 0-16,1-6-7 16,-5-1-17-16,-4-3-19 15,-5-9-44-15,-5-5-24 0,-7-7-144 16</inkml:trace>
  <inkml:trace contextRef="#ctx0" brushRef="#br0" timeOffset="83998.76">15730 5861 478 0,'0'0'8'0,"0"0"52"15,50 7-37-15,-21 27 5 16,5 13-7-16,0 14 1 16,-6 15-6-16,-5 13-6 15,-14 6-3-15,-9 3-5 0,-15 6-1 16,-21-2-1-16,-11-8-20 15,-14-8-27-15,-8-10-27 16,-13-15-97-16</inkml:trace>
  <inkml:trace contextRef="#ctx0" brushRef="#br0" timeOffset="85125.5">12294 7184 393 0,'0'0'62'0,"0"0"-47"0,0 0-4 16,0 0-7-16,49-18-3 15,-23 18-1-15,-1 0 2 16,2 0-2-16,-4 2-1 0,-4 7-18 15,-6 0-32-15,-7 1-68 16,-6 0-98-16</inkml:trace>
  <inkml:trace contextRef="#ctx0" brushRef="#br0" timeOffset="85310.56">12259 7334 327 0,'0'0'12'0,"0"0"61"16,0 0-52-16,0 0 10 15,0 0 0-15,51 7 3 16,-19-7-17-16,7-2-11 0,2-4-4 16,1 1 0-16,-6 2-3 15,-7-1-76-15,-13 0-161 16</inkml:trace>
  <inkml:trace contextRef="#ctx0" brushRef="#br0" timeOffset="86542.76">1777 8135 66 0,'0'0'21'0,"0"0"71"0,0 0-57 0,0-38 6 16,0 29-4-16,0 2 6 15,0 1 19-15,0 2-26 16,0 2-11-16,0 2-8 0,0 0-9 16,0 0-6-16,0 5-1 15,0 5 0-15,0 5 2 16,0 2 8-16,6 3 5 16,1 3-2-16,3 4-6 15,2-3-3-15,1 2-3 0,-1-4-1 16,1-3 0-16,-2-1-1 15,-2-5 0-15,-2-2 1 16,-1-1-17-16,-1-4-40 16,-3-3-47-16,-2-3-70 15</inkml:trace>
  <inkml:trace contextRef="#ctx0" brushRef="#br0" timeOffset="87729.93">1913 8175 171 0,'0'0'48'0,"0"0"2"0,0 0-16 15,0 0 10-15,0 0 1 16,0 0-16-16,0 0-18 15,0 0-9-15,0 0-2 16,0 0 2-16,0 0 8 16,0 0 4-16,26 36-4 0,-17-14-2 15,1 2-1-15,-1 0-2 16,-1-1 0-16,1-2-4 16,-2-4 2-16,0-1 1 15,-3-5 0-15,-2-2-2 16,3-2 1-16,-3-3-2 0,0-3 1 15,0 2-1-15,-2-3-1 16,3 0 1-16,-3 0 1 16,2 0-1-16,-2 0 2 15,0-4-2-15,2-4 1 16,-2-1 0-16,-2-1-1 0,2 0-1 16,0 0 0-16,-2 0-1 15,-3 3 1-15,3 0 0 16,0 1-2-16,-1 2 2 15,3 3-1-15,-2 1 1 16,2 0 0-16,0 0-1 0,0 4-2 16,0 6 1-16,0 3 2 15,5 4 0-15,1 1 1 16,4 2 0-16,-2 0 0 16,-1 1-1-16,2-1 0 15,-4-3 0-15,1-3 0 0,-4-5 1 16,1-4-1-16,-3-3 1 15,0-2 0-15,0 0 26 16,-3-2 26-16,-7-9-43 16,-2-3-6-16,-3-4-2 15,1-4-1-15,-1 0-2 0,1-1 2 16,3 2-3-16,2 4-5 16,2 4-28-16,4 4-10 15,-1 5-31-15,2 1-110 16</inkml:trace>
  <inkml:trace contextRef="#ctx0" brushRef="#br0" timeOffset="89906.03">2666 9278 276 0,'0'0'2'0,"-3"-38"28"0,-1 31 3 16,-1 4-13-16,1 3-10 0,0 5-11 16,2 13 0-16,-1 4 2 15,3 9 0-15,0 5 4 16,9 5-1-16,4 2 0 15,3 2-3-15,-1 2 1 16,4 3-2-16,-3-2 0 0,-3 1 2 16,-5-3-36-16,-3-6-31 15,-5-9-32-15</inkml:trace>
  <inkml:trace contextRef="#ctx0" brushRef="#br0" timeOffset="90249.26">1848 10416 352 0,'0'0'4'15,"0"0"-3"-15,0 0-5 0,67-5 8 16,0-10 11-16,20-8 12 16,23-7-1-16,17-2-4 15,11-4-7-15,8 3-8 16,-1 1-3-16,-7 3-2 16,-7 5 0-16,-14 7-1 15,-11 3 1-15,-14 7-2 0,-17 5 1 16,-12 2-1-16,-14 0-5 15,-20 3-38-15,-18 9-55 16,-11-1-24-16</inkml:trace>
  <inkml:trace contextRef="#ctx0" brushRef="#br0" timeOffset="90993.94">1883 10891 53 0,'0'0'219'0,"0"0"-215"0,0 0-8 15,0 0 6-15,12 53-1 16,-7-27 3-16,1 1 5 16,1 1 0-16,-1 0 0 0,1-2 0 15,0 3-4-15,-1-4-2 16,1-2-1-16,-3-5 0 15,-2-4 1-15,1-5-2 16,-3-5 1-16,0-2 2 0,0-2 31 16,0-3 46-16,-7-10-67 15,-1-6-10-15,1-5 2 16,0-6-2-16,2-9-1 16,5-2-2-16,-2-4 0 15,6 3-1-15,8 2 0 0,5 7 0 16,4 8 0-16,4 9 0 15,2 9-1-15,2 7 2 16,-2 3 0-16,-1 14-2 16,1 2 1-16,-3 6 1 15,3 1-1-15,-4 1 1 0,-1-2 0 16,-2 1-2-16,-4-1 2 16,-3-2-20-16,-4-3-9 15,-5-1-33-15,-4-2-2 16,0-5-45-16,0-2-66 15</inkml:trace>
  <inkml:trace contextRef="#ctx0" brushRef="#br0" timeOffset="91274.86">2496 11061 371 0,'0'0'10'16,"0"0"45"-16,0 0-53 0,0 0 3 16,2 46 0-16,-2-21 1 15,0 5 2-15,0 2-8 16,0-1 0-16,0 2 1 15,2 0-1-15,1-5-14 0,1-4-50 16,-4-5-64-16,0-11-103 16</inkml:trace>
  <inkml:trace contextRef="#ctx0" brushRef="#br0" timeOffset="91525.19">2692 10991 485 0,'0'0'3'0,"0"0"15"16,0 0-21-16,46-20 3 15,-24 20 0-15,2-1 0 16,5-1 1-16,0-1-1 15,5-1-1-15,2-4-19 0,0-2-29 16,-3-4-49-16,-4-7-51 16</inkml:trace>
  <inkml:trace contextRef="#ctx0" brushRef="#br0" timeOffset="91735.69">3317 10616 415 0,'0'0'14'15,"0"0"43"-15,0 0-52 16,0 0-6-16,6 46 2 16,-4-17 6-16,1 6 2 15,1 8-7-15,0 4-1 0,0 4 0 16,-1-1-4-16,-3-7-56 15,0-7-138-15</inkml:trace>
  <inkml:trace contextRef="#ctx0" brushRef="#br0" timeOffset="102171.49">4523 8767 120 0,'0'0'116'0,"0"0"-90"0,0 0 10 16,0 0-30-16,0 0-7 15,0 0 2-15,0 0 0 16,27 55 4-16,-20-24 4 16,1 6 10-16,2 5 0 15,-3 2-12-15,-1 1-3 0,-2-3 0 16,1-3-1-16,-1-6-2 15,-4-5 0-15,2-5 0 16,1-5-1-16,-3-1-26 16,0-7-40-16,0-6-22 15</inkml:trace>
  <inkml:trace contextRef="#ctx0" brushRef="#br0" timeOffset="103048.75">4590 9018 208 0,'0'0'5'16,"0"0"31"-16,0 0-10 0,0 0-12 15,0 0-6-15,0 0 0 16,0 0 4-16,0 0 1 15,0 0-3-15,-49 47-3 16,31-30-1-16,-7 3-2 16,-3 3-2-16,-6 2-1 15,-2 5 0-15,-4 3-5 0,-1 1 4 16,-1 1 4-16,5-2-2 16,0 1-2-16,6-4 1 15,9-7 0-15,6-3-2 16,5-3 0-16,9-5-2 0,2 0 3 15,9-6 1-15,13-1 1 16,10-1-1-16,7-4 1 16,7 0 1-16,7 0 0 15,0 2 0-15,1 1 0 16,-5 2-1-16,-6 5 2 0,-7 2-1 16,-7 3 1-16,-6 4-1 15,-8 2-1-15,-7 3 0 16,-8 2 0-16,0 5 0 15,-8 4 0-15,-13 2 1 16,-7 6-1-16,-11 1-1 0,-3 1 1 16,-5 2-1-16,-2 0 0 15,0 1 0-15,4-5-1 16,4 1-2-16,8-6 1 16,4-2 4-16,9-6-3 15,7-6 0-15,8-5-1 16,3-5 0-16,2-5 1 0,11-3-1 15,9-6 4-15,9 0 1 16,9-8 3-16,7-8 14 16,8-5-5-16,3-3-4 15,0-1-2-15,-4 3-3 16,-8 2-3-16,-3 4-2 0,-7 7-2 16,-7 3 0-16,-6 3 1 15,-2 3 0-15,-6 0-1 16,-2 0-1-16,-4 0 2 15,-3 0-2-15,-4 0 1 16,0 0-2-16,-2 0 2 0,-6-3 2 16,-4-7-1-16,1-6-1 15,-3-1 3-15,3-3-2 16,2 2 1-16,3 4-2 16,-1 3 1-16,6 5 3 15,1 5 5-15,0 1-7 0,0 5-5 16,8 11 2-16,1 5 1 15,4 8 1-15,3 4 0 16,-1 6 0-16,1-1 0 16,1 2-1-16,-1-2 0 15,-3-4-13-15,-3 0-22 0,-4-4-28 16,-6-3-87-16</inkml:trace>
  <inkml:trace contextRef="#ctx0" brushRef="#br0" timeOffset="103435">4442 10805 283 0,'0'0'106'0,"0"0"-71"0,0 0 14 15,0 0-27-15,0 0-22 16,0 0-3-16,-27 37 4 0,35-6-1 15,1 2 2-15,1 1-2 16,2-2 0-16,-3-2 1 16,-2-3-1-16,1 0 0 15,-2-4-10-15,-2-3-14 16,-4-2-30-16,0-6-49 0,-5-8-57 16</inkml:trace>
  <inkml:trace contextRef="#ctx0" brushRef="#br0" timeOffset="103653.71">4302 10596 469 0,'0'0'5'15,"0"0"24"-15,0 0-2 16,0 0-19-16,0 0-7 0,0 0-1 15,0 0-2-15,0 0-16 16,-12-21-11-16,20 35-12 16,-1 0-23-16,1 0-66 15,-4-5-66-15</inkml:trace>
  <inkml:trace contextRef="#ctx0" brushRef="#br0" timeOffset="103911.46">4528 10849 406 0,'0'0'15'16,"0"0"17"-16,0 0-25 15,0 0-1-15,47-13-3 0,-30 3 1 16,4 2-2-16,-2 0-2 15,2 1 1-15,-1 2-1 16,0 1-7-16,-4 1-38 16,-5 0-76-16,-5 0-78 15</inkml:trace>
  <inkml:trace contextRef="#ctx0" brushRef="#br0" timeOffset="104098.92">4599 10996 331 0,'0'0'38'0,"0"0"-7"0,0 0-29 16,0 0-1-16,0 0 4 15,0 0 14-15,58-18-7 16,-25-2-5-16,6-2-4 16,-1-3-1-16,2 3-1 15,-4 0-36-15,-3 5-90 0,-8-1-108 16</inkml:trace>
  <inkml:trace contextRef="#ctx0" brushRef="#br0" timeOffset="104316.64">5042 10676 470 0,'0'0'19'16,"0"0"20"-16,0 0-38 0,0 0 0 15,19 45 7-15,-7-19 5 16,-1 3 5-16,3 3-12 16,-1 0-5-16,2-3 0 15,3-2-9-15,-4-6-53 16,-1-8-55-16,-6-12-148 16</inkml:trace>
  <inkml:trace contextRef="#ctx0" brushRef="#br0" timeOffset="105169.97">3915 8285 376 0,'0'0'6'0,"0"0"29"0,0 0-18 0,0 0-8 16,0 0-6-16,-13-38-2 0,20 35-1 16,4 2 1-16,5 1-2 15,-1 0 1-15,7 8 0 16,-1 8 0-16,-2 2 1 15,0 4-1-15,1 2 1 16,-7 1-1-16,-2-2 0 0,1 1 0 16,-6-3 0-16,-2-2 1 15,-1-6-1-15,-3-2 1 16,0-4 0-16,0-2 1 16,-3-3 2-16,-3-2 1 0,-3 0 6 15,-3-7 11-15,4-6-2 16,-1-5 0-16,-1-5-11 15,6-5-7-15,4-2 0 16,0-1-1-16,0 2 1 16,3 5 4-16,8 7-1 15,0 4-1-15,0 7-4 0,5 4-1 16,1 2 0-16,1 0 0 16,1 6 0-16,-4 2 1 15,1 3-1-15,-3 1 1 16,-2-1 0-16,-3 2-1 15,0 3-9-15,-2-1-9 0,-3 2-5 16,1 0 2-16,-2 2-1 16,3-3-16-16,0 2-3 15,1-4-33-15,1-4-14 16,2-1-2-16</inkml:trace>
  <inkml:trace contextRef="#ctx0" brushRef="#br0" timeOffset="105379.92">4415 8311 355 0,'0'0'74'0,"0"0"-15"0,0 0-5 16,0 0-34-16,0 0-20 15,0 0-1-15,0 0 1 16,10 38 0-16,-1-17 0 0,4 1-49 15,-1-5-34-15,-6-1-124 16</inkml:trace>
  <inkml:trace contextRef="#ctx0" brushRef="#br0" timeOffset="105966.96">5153 8860 262 0,'0'0'23'0,"0"0"29"0,-36-11 14 16,22 13-23-16,-3 19-31 15,0 13-8-15,1 10 0 16,1 11 6-16,3 7-1 16,8 4-6-16,4 1 0 15,4 1-1-15,14-1 1 0,7-7-1 16,4-6-1-16,7-9-1 16,1-8-14-16,1-16-23 15,0-11-25-15,-5-10-54 16,-6-4-45-16</inkml:trace>
  <inkml:trace contextRef="#ctx0" brushRef="#br0" timeOffset="106618.96">5390 8869 333 0,'0'0'9'0,"0"0"14"15,0 0-17-15,2 61 2 16,3-28 24-16,4 5 13 0,0 3-37 16,0 2-7-16,5 1 0 15,-1 1 0-15,0-2-1 16,-4-5 3-16,0-4-1 16,-5-5-1-16,-2-11 0 0,-2-5 0 15,0-9 0-15,0-4 4 16,-4 0-3-16,-2-8 0 15,-3-5-1-15,-3-7-1 16,1-4 1-16,-1-6 0 16,2-2 0-16,1-6 2 0,0-4 2 15,2-3-2-15,0-4-2 16,3 1 1-16,2 1-1 16,0 3-1-16,2 7 3 15,0 10 1-15,4 6 2 16,7 8-4-16,5 6-2 15,2 7-1-15,4 0-1 0,3 7 2 16,-3 9-1-16,0 2 2 16,-4 5-1-16,-3-2 0 15,-5 3 0-15,-6 3-2 16,-4-1-3-16,-4-2 3 16,-10 2 2-16,-3-4-14 0,-4-3-12 15,1-3-8-15,0-4-21 16,2-6-53-16,1-6-17 15</inkml:trace>
  <inkml:trace contextRef="#ctx0" brushRef="#br0" timeOffset="107204.95">5634 8788 398 0,'0'0'2'0,"0"0"12"0,0 0 22 15,0 0-26-15,0 0-8 16,0 0 1-16,-11 46 13 15,18-17 2-15,1 4-2 16,3 5-6-16,3 2-4 0,-3 3 0 16,1-5-2-16,-2-1-1 15,-1-7-2-15,-5-7 0 16,2-6-1-16,-4-7 0 16,-2-3 1-16,0-3 0 15,0-4 1-15,-5 0 1 0,-2 0-1 16,-4-3-2-16,3-6 1 15,-2-2 1-15,1 0-2 16,3-5 1-16,2 1-1 16,1-2 0-16,3 1-1 15,0-4 1-15,3 4 1 16,5-2-2-16,3 4 1 0,1-2 1 16,1 7-1-16,3 1-1 15,-3 5 2-15,0 3-1 16,1 0-1-16,-3 3 1 15,1 7 0-15,-2 7 0 0,-1-1 0 16,1 4 0-16,-1 1 0 16,-3-1-2-16,0 0-4 15,-1-3-20-15,0 1-3 16,-3-1-1-16,0-2-12 16,1-1-11-16,1-4-13 0,-2-5-25 15,0-5-65-15</inkml:trace>
  <inkml:trace contextRef="#ctx0" brushRef="#br0" timeOffset="107865.66">5953 8926 245 0,'0'0'10'0,"0"0"69"0,0 0-23 15,0 0-15-15,0 0-12 16,0 0-6-16,0 0-3 0,0 0-9 16,0 0-2-16,0 0 2 15,-21 38-3-15,21-18-5 16,6 1-2-16,3-1 0 15,2-1 0-15,2-2-1 16,-1-4 1-16,2-1 0 0,0-6-3 16,-2-3-8-16,-1-3-9 15,0-2 8-15,-3-12 4 16,0-4 4-16,-6-8 2 16,1-1 1-16,-3 2 0 15,0 2 0-15,0 3 0 0,0 7 2 16,0 6 17-16,0 7 6 15,0 0-16-15,0 12-11 16,8 9 2-16,4 7 2 16,-1 5 4-16,4 5-1 15,3 2-1-15,0 5-1 16,0 1 0-16,-2 2-1 0,-1 0-1 16,-1 1 2-16,-7-5-1 15,-1-4-1-15,-6-7-1 16,0-7 1-16,-9-7 1 15,-7-5 1-15,-5-7 1 16,-4-1-1-16,-4-5-1 0,0-1 0 16,0-1-2-16,2-11 0 15,6-5 1-15,6-7-1 16,9-3-1-16,6-4 1 16,6-5-3-16,14 1-19 0,4-2-17 15,7 1-19-15,-1 4-3 16,-2 1-22-16,-3 4-57 15</inkml:trace>
  <inkml:trace contextRef="#ctx0" brushRef="#br0" timeOffset="108538.9">6300 9158 272 0,'0'0'3'0,"0"0"43"0,0 0-20 16,0 0-10-16,0 0-7 15,0 0 6-15,0 0 1 16,0 0-5-16,0 0 1 16,0 0 6-16,0 0-5 0,0 0-1 15,0 0 0-15,-3 2-2 16,3 8 2-16,0 3-1 16,0 5-3-16,0 2-1 15,6 1-3-15,2 1-3 0,1-1 0 16,-1-2-1-16,4-4 1 15,1-5-11-15,-1-1-24 16,1-8-12-16,-2-1-31 16,-2-4-54-16,-2-10-82 15</inkml:trace>
  <inkml:trace contextRef="#ctx0" brushRef="#br0" timeOffset="108705.75">6293 9063 420 0,'0'0'14'15,"0"0"27"-15,0 0-20 16,0 0-19-16,0 0-2 16,0 0-18-16,0 0-39 15,0 0-53-15,0 0-154 0</inkml:trace>
  <inkml:trace contextRef="#ctx0" brushRef="#br0" timeOffset="109205.03">6532 8815 293 0,'0'0'13'0,"0"0"42"16,0 0-14-16,0 0-22 15,0 0-10-15,0 0-6 16,0 0-2-16,0 0 4 15,0 0 14-15,48-15 1 0,-8 7-8 16,4 1-6-16,3-3-4 16,-2 3 0-16,-5 0-1 15,-6 3-1-15,-7 1 0 16,-7 0 0-16,-2 3-10 0,-8 0-15 16,-3 0-29-16,-4 0-76 15,-3-5-132-15</inkml:trace>
  <inkml:trace contextRef="#ctx0" brushRef="#br0" timeOffset="109595.56">7174 8332 433 0,'0'0'-1'0,"0"0"7"0,0 0 7 0,0 0-13 16,0 0 2-16,11 61 3 0,-2-17 9 16,2 2-2-16,-2 4-8 15,3 2 0-15,1 0-3 16,-3-2-1-16,0-3 2 16,-1-3-2-16,-5-3-10 0,-2-6-22 15,-2-6-19-15,-2-6-49 16,-9-12-60-16</inkml:trace>
  <inkml:trace contextRef="#ctx0" brushRef="#br0" timeOffset="109939.64">7161 8361 361 0,'0'0'5'0,"-3"-39"40"0,3 25-14 16,9 7-18-16,7 4-8 16,2 3-3-16,2 2 1 15,2 9-1-15,-1 3 0 16,-2 3-2-16,-3 2 1 16,-3-1 0-16,-3 3-1 0,-6-1 0 15,-4 2 0-15,0 0 1 16,-9-1 0-16,-7 1-1 15,-2-1-2-15,-1-2-7 16,0-2-7-16,0-2 0 16,1-5-14-16,5-3-16 0,3-2-28 15,5-5 4-15,3 0-67 16</inkml:trace>
  <inkml:trace contextRef="#ctx0" brushRef="#br0" timeOffset="110435.75">7406 8263 397 0,'0'0'21'0,"0"0"2"0,0 0-20 15,10 44 5-15,-2-19 6 16,1 6 4-16,1 1-4 15,2-1-2-15,-1 2-8 16,1 3-1-16,-1-4-2 16,-3 1 1-16,0-4-2 0,-4-3 1 15,-4-4-1-15,0-6 1 16,0-6 1-16,0-3-1 16,-6-3 4-16,-4-3-1 15,0-1-2-15,3 0 0 16,-5-5-1-16,4-5 1 0,3-1 1 15,-2-5 0-15,5-1 3 16,2 0 0-16,0-4-4 16,0 1 0-16,7 0-1 15,1 3 2-15,4 0 2 16,-1 5 0-16,0 1 0 0,3 6-3 16,-3 1-1-16,5 4-1 15,-1 0 0-15,-2 2 0 16,1 7 0-16,1 3 0 15,-1 3 0-15,-1 1 0 16,-1 2 0-16,1 0 0 0,-2 1 0 16,-1-1-8-16,0-1-14 15,-1-1-13-15,-2-2-18 16,0 0-8-16,-1-7-37 16,-3-5-31-16</inkml:trace>
  <inkml:trace contextRef="#ctx0" brushRef="#br0" timeOffset="110957.87">7814 8430 397 0,'0'0'19'0,"0"0"30"16,0 0-28-16,0 0-21 15,0 0 0-15,0 0 1 16,0 0-1-16,0 0 0 0,21 42 1 16,-11-26-1-16,0-3 0 15,1 0-4-15,-1-3-10 16,-3-6-4-16,1-4-2 16,-3 0 12-16,2-10 8 15,-1-8 0-15,-1-5 1 0,-1 2 0 16,-2-2 2-16,0 5 4 15,0 3 3-15,1 4 8 16,-3 9 0-16,5 2-4 16,0 0-15-16,3 13 1 0,3 7 1 15,3 6 6-15,1 5-1 16,-1 6 0-16,1 3 5 16,1 5 3-16,-5-1-10 15,-2-4-1-15,-4-2-2 16,-3-5 1-16,-2-5 0 0,0-6 8 15,-10-2 1-15,-5-2-3 16,-3-2-2-16,-3-3-2 16,-2 1-3-16,-6-4-1 15,2-2 0-15,-4-1-3 16,3-7-17-16,-1 0-38 16,2-2-24-16,-2-16-128 0</inkml:trace>
  <inkml:trace contextRef="#ctx0" brushRef="#br0" timeOffset="111310.63">6874 8199 366 0,'0'0'2'0,"0"0"2"0,0 0 38 0,-38-3-8 15,38 0-10-15,0 0 2 16,13-1-7-16,14-3-8 15,12-3 6-15,16-7-1 16,10-2-7-16,9-1-6 0,2-1-2 16,0 1 1-16,-7 5-3 15,-6 0 1-15,-5 6-14 16,-12 2-43-16,-9 1-26 16,-13-4-109-16</inkml:trace>
  <inkml:trace contextRef="#ctx0" brushRef="#br0" timeOffset="111745.66">7978 7882 445 0,'0'0'4'0,"0"0"38"0,0 0-37 0,41 37-2 16,-17 3 10-16,3 18 0 16,2 14-6-16,-2 11 3 15,0 9-6-15,-2 7-3 0,-8 4 1 16,-6-2-1-16,-6-6 0 16,-5-6-2-16,-13-8-14 15,-7-9-10-15,-9-12-5 16,-8-9-12-16,-5-11-79 15</inkml:trace>
  <inkml:trace contextRef="#ctx0" brushRef="#br0" timeOffset="113668.22">8902 7799 240 0,'-5'-6'10'15,"-13"3"44"-15,-1 3 1 16,-4 8-38-16,-2 15-6 16,-2 9 3-16,0 10 10 15,5 6-13-15,6 10 5 0,5 6-2 16,9 6-5-16,2 1 0 15,11 0-6-15,12-2-1 16,6-6-1-16,4-8 0 16,7-8-2-16,0-9-20 15,-1-10-31-15,-1-12-43 0,-5-11-52 16</inkml:trace>
  <inkml:trace contextRef="#ctx0" brushRef="#br0" timeOffset="114544.59">9160 8033 182 0,'0'0'23'0,"0"0"38"15,0 0 0-15,-52-12-18 16,33 12-11-16,-1 6-3 0,0 9-5 16,-4 4-2-16,3 5-2 15,2 6-4-15,3 4-7 16,7 0-1-16,4 2-5 16,5-1-1-16,0-4-1 15,11-1 0-15,5-6 0 0,4-5 0 16,2-5 0-16,5-7 0 15,0-7-2-15,1 0-11 16,0-3-27-16,-1-12-8 16,0-7-28-16,-3-9-65 15</inkml:trace>
  <inkml:trace contextRef="#ctx0" brushRef="#br0" timeOffset="115031.72">9271 7807 317 0,'0'0'6'15,"0"0"15"-15,0 0 24 16,0 0-36-16,0 0-7 16,0 0 7-16,0 0 12 15,-3 62 1-15,7-28-6 0,3 3-1 16,-3 6-8-16,4 1-1 15,-2 1 19-15,1-4-21 16,-3-1-3-16,2-7 1 16,0-3-1-16,-2-10-1 15,-2-3 1-15,0-9 0 0,-1-5 0 16,-1-3 4-16,0 0 17 16,0-6 8-16,-1-8-25 15,-3-3-3-15,0-3-1 16,2-4 0-16,-1-2 0 15,3 1-1-15,0 1 0 0,3 1 1 16,5 3-2-16,1 6 2 16,5 3-2-16,-1 6 2 15,2 3-2-15,1 2 1 16,-1 3-2-16,2 12 2 16,-1-1-1-16,-1 6 1 0,-2-1 0 15,1 4 0-15,-1-1 0 16,-2 1 0-16,0-2-9 15,-4 0-28-15,1-4-22 16,-2-3-12-16,-2-5-50 16,-2-6-41-16</inkml:trace>
  <inkml:trace contextRef="#ctx0" brushRef="#br0" timeOffset="115796.74">9691 8259 365 0,'0'0'20'0,"0"0"53"16,0 0-25-16,0 0-43 15,0 0-6-15,0 0 2 16,19 51 5-16,-11-22 2 15,-2 0-1-15,-2-2-4 16,1 0-3-16,-1-3 1 0,0-3-1 16,-1-4-13-16,-1-1-30 15,-2-6-24-15,0-6-68 16,0-4-72-16</inkml:trace>
  <inkml:trace contextRef="#ctx0" brushRef="#br0" timeOffset="115967.48">9654 8121 398 0,'0'0'15'0,"0"0"23"0,0 0-24 16,0 0-14-16,0 0-13 15,0 0-25-15,0 0-46 16,0 0-81-16</inkml:trace>
  <inkml:trace contextRef="#ctx0" brushRef="#br0" timeOffset="116294.91">9860 8054 384 0,'0'0'5'16,"0"0"32"-16,0 0 5 0,0 0-35 15,0 0-6-15,54-7 0 16,-23 3 0-16,5-1 1 16,4 0-4-16,1-1 1 15,-5-1-28-15,1-3-47 16,-7-5-106-16</inkml:trace>
  <inkml:trace contextRef="#ctx0" brushRef="#br0" timeOffset="116621.75">10483 7672 386 0,'0'0'26'0,"0"0"29"16,0 0-19-16,-41-16-23 0,16 32-5 15,0 8 9-15,-1 7 4 16,1 6-7-16,5 6-6 16,7 2-3-16,5 2-3 15,6-3-1-15,2-1 2 0,6-5-3 16,11-4 0-16,1-7 1 16,7-6-1-16,1-5 0 15,3-9-12-15,4-7-11 16,2 0-13-16,0-11-8 15,-3-11-8-15,1-5-27 16,-6-8-83-16</inkml:trace>
  <inkml:trace contextRef="#ctx0" brushRef="#br0" timeOffset="117106.94">10631 7541 443 0,'0'0'-1'16,"0"0"16"-16,0 0 29 16,0 0-7-16,0 0-34 15,0 0-2-15,0 0 3 0,-6 50 5 16,15-16 2-16,5 6-2 16,-1 4-4-16,2 4-2 15,-2 3-1-15,-2-2-2 16,-1-4 1-16,-4-7 0 15,-1-6-1-15,-3-9 0 16,-2-7 0-16,0-9 1 0,0-4 1 16,0-3 4-16,-6-1 0 15,1-12-3-15,-3-4 0 16,2-6-1-16,-1-4 0 16,6-4 0-16,1-1-2 0,0 0 0 15,6 5 0-15,4 2-1 16,2 6 1-16,1 8 0 15,4 5-1-15,-2 6 0 16,5 0 0-16,-1 11 0 16,2 5 1-16,0 2 0 15,-3 2 0-15,-1 3 0 0,-1-3 1 16,-3 1-2-16,-1-1-13 16,-3-4-31-16,-3-2-27 15,-3 0-26-15,-3-8-86 16</inkml:trace>
  <inkml:trace contextRef="#ctx0" brushRef="#br0" timeOffset="117483.09">10146 7524 312 0,'0'0'34'0,"0"0"-11"16,0 0 32-16,0 0-12 0,0 0-4 15,0 0 1-15,0 0-9 16,0 0-16-16,0 0-9 16,43-48 0-16,1 34-1 15,8-2-1-15,2 3-4 16,-1 2 1-16,-2 2-1 0,-5 4-2 16,-6 3-27-16,-9-1-38 15,-8-1-30-15,-13-6-111 16</inkml:trace>
  <inkml:trace contextRef="#ctx0" brushRef="#br0" timeOffset="117915.94">10833 7236 364 0,'0'0'3'0,"0"0"33"16,0 0 11-16,0 0-11 15,2-40 4-15,0 40-4 16,3 5-25-16,5 12-10 16,5 11 4-16,7 14 7 0,4 16 4 15,1 16-5-15,-3 19-7 16,-3 15-1-16,-12 10-1 15,-9 5 0-15,-7 3-1 16,-20-6-8-16,-13-8-37 16,-7-17-71-16,-9-17-104 15</inkml:trace>
  <inkml:trace contextRef="#ctx0" brushRef="#br0" timeOffset="129572.87">13028 6460 337 0,'-11'-8'14'16,"-8"2"53"-16,-1 6-28 15,-2 6-19-15,-2 14-6 16,-2 8 11-16,2 10 5 0,4 5-6 16,2 7-5-16,8 4 0 15,7 1-8-15,3 2-6 16,3-2-4-16,14-5 1 15,7-3-2-15,6-6 1 16,3-2-1-16,2-7 0 0,1-3 0 16,-4-6-9-16,2-5-38 15,-8-8-9-15,-2-8-35 16,-3-3-58-16,-3-19-73 16</inkml:trace>
  <inkml:trace contextRef="#ctx0" brushRef="#br0" timeOffset="129953.05">13296 6739 325 0,'0'0'13'16,"0"0"52"-16,0 0-30 0,-43 12-5 16,32 3 6-16,2 3 1 15,2 4-3-15,3 0-7 16,4 1-12-16,0 0-5 15,7-1-4-15,6 0-2 16,5-4-3-16,2-4 0 0,2-4 0 16,3-8-1-16,2-2 1 15,-1-9 0-15,1-9-1 16,-2-6 0-16,-3-4 1 16,-6-3-1-16,-5-1 1 0,-8 0-2 15,-3 0 0-15,-7 2 1 16,-13 4-1-16,-3 7 1 15,-8 6-1-15,0 7 1 16,-1 6-1-16,3 0 1 16,2 10-1-16,6 7 1 15,4 3-1-15,7 1-2 0,8 2-21 16,2-2-10-16,1-1-10 16,11-3-22-16,4-5-49 15,1-5-23-15</inkml:trace>
  <inkml:trace contextRef="#ctx0" brushRef="#br0" timeOffset="130318.77">13578 6648 380 0,'0'0'34'0,"0"0"45"0,0 0-30 15,0 0-9-15,0 0-15 16,0 0-12-16,0 0 6 16,0 0-4-16,48 20 0 15,-32 1 3-15,4 3-10 0,2 2-5 16,-2-1-2-16,1-5 1 16,-4-2-1-16,-2-6-1 15,-1-6 2-15,-2-6-1 16,-3-2 1-16,-2-13 11 0,1-7 13 15,0-8-16-15,0-9-3 16,-1-7-4-16,1-2-2 16,0 1-1-16,-1-1-1 15,1 9-15-15,-1 8-32 16,0 9-43-16,-7 2-136 16</inkml:trace>
  <inkml:trace contextRef="#ctx0" brushRef="#br0" timeOffset="140250.81">18014 5557 176 0,'0'0'22'0,"0"0"8"15,0 0 21-15,2-47-7 16,-2 34 1-16,-2-2-4 16,2-1-1-16,-7-1-12 15,-3 3-6-15,-2 1-6 16,-7 2-2-16,-3 4-7 16,-7 5-4-16,-4 2-2 0,-7 10-1 15,-1 7 0-15,-1 10 0 16,0 3-1-16,4 4 2 15,8 0-2-15,4 0 1 16,11-1-1-16,7 0-1 16,8-6 2-16,8-3-1 0,16-2 1 15,4-4 0-15,13-3-1 16,1 2 0-16,6 0 1 16,2 4 0-16,-5 2-8 15,-6 5 5-15,-7 3-4 16,-10 3-2-16,-10-2 7 0,-9 0 2 15,-3-4-1-15,-7-4 1 16,-14-1 0-16,-2-5 1 16,-8-4-1-16,-4-4 2 15,-5 0 1-15,-4-1-1 16,-4-5-1-16,-2-1 0 16,2-3-1-16,1-3 0 0,7-7-1 15,9-6-1-15,13-5-61 16,8-2-74-16,10-1-34 15</inkml:trace>
  <inkml:trace contextRef="#ctx0" brushRef="#br0" timeOffset="140657.72">18235 5816 310 0,'0'0'10'0,"0"0"64"16,0 0-34-16,0 0-27 0,48-23-10 15,-17 16-1-15,2 3-1 16,-2 2 0-16,-6 2-1 15,-5 0-2-15,-8 6-30 16,-6 8-42-16,-6 2-1 16,-10 2 2-16,-12 3-100 15</inkml:trace>
  <inkml:trace contextRef="#ctx0" brushRef="#br0" timeOffset="140797.78">18224 5988 137 0,'0'0'53'15,"0"0"4"-15,0 0-29 16,0 0-15-16,0 0 14 15,0 0-10-15,58 17-10 0,-17-26-4 16,10-5-1-16,2-3-5 16,5-5-46-16,0-3-52 15</inkml:trace>
  <inkml:trace contextRef="#ctx0" brushRef="#br0" timeOffset="141342.74">19619 4848 321 0,'0'0'120'16,"0"0"-117"-16,-29-48 3 0,4 45-2 15,-9 3-4-15,-6 3-1 16,-11 7 1-16,0 4 0 16,-3 3 1-16,4-3 1 15,4 3-2-15,7-1 0 16,4 4 1-16,6 1-1 0,6 2 0 16,1 7-1-16,4 12 2 15,1 13-2-15,5 15 0 16,5 20 2-16,1 25 0 15,4 17-1-15,2 23 1 16,0 10 4-16,0 15-2 0,0 7-3 16,1 1 3-16,-1 1 4 15,-6-6 1-15,-8-10-7 16,-1-11-1-16,-5-12 1 16,-1-14-1-16,0-13 0 15,2-15 1-15,4-8 1 16,2-11 5-16,6-12-2 0,3-12 1 15,4-10-3-15,0-9 1 16,10-11-1-16,6-6 0 16,2-7-1-16,7-3 2 15,4-2 2-15,4-6-2 16,0-2-2-16,3-2-1 0,0-3-1 16,0-4 1-16,-4 0-12 15,1-1-40-15,-2-12-94 16,-1-7-188-16</inkml:trace>
  <inkml:trace contextRef="#ctx0" brushRef="#br0" timeOffset="141933.76">19091 5337 244 0,'0'0'6'0,"0"0"62"15,0 0-44-15,0 0-17 16,0 0 36-16,56 59 2 16,-34-23-18-16,5 7-9 15,4 2-1-15,2 2-8 0,2-3-4 16,-1-6-4-16,-4-9 0 16,-4-9 0-16,-5-9 2 15,-5-11 3-15,-5-3 20 16,-2-17 35-16,-2-9-44 15,-3-10-15-15,-1-8-2 0,-3-7 1 16,0-1-2-16,0-2 1 16,-2 5-4-16,0 6-22 15,1 9-7-15,1 13 0 16,0 10-19-16,0 9-52 16,3 5-83-16</inkml:trace>
  <inkml:trace contextRef="#ctx0" brushRef="#br0" timeOffset="142574.89">19842 5352 288 0,'0'0'5'16,"0"0"79"-16,0 0-29 0,-47-31-17 15,21 31-9-15,-1 0-2 16,2 6-4-16,0 7-7 16,6 1-7-16,2 2-5 15,7 2-3-15,5 3-1 16,3-1 0-16,2 0 0 0,2-1 0 16,11-3 1-16,1-3-1 15,4-5-1-15,2-6-1 16,1-2-4-16,0-5 4 15,-2-8-1-15,-2-3 2 16,-3 1 1-16,-6 2 0 0,-3 0 0 16,-5 6 1-16,0 3-1 15,0 1 2-15,-3 3 1 16,-4 0-1-16,2 0 1 16,2 6 0-16,3 2 7 15,0 2 4-15,0 1-7 0,9 2-3 16,2 0-3-16,7 1 0 15,-3-1 0-15,4-2-1 16,1-1 0-16,-1-1 0 16,-2-5 0-16,2-4 0 15,-3 0 0-15,-3-9-1 16,1-6 1-16,-1-6-1 0,-3-2 1 16,-1 0 0-16,-3 0 0 15,0 5-1-15,-3 2 2 16,-1 5-1-16,3 2 0 15,-3 5 0-15,4 4 0 16,1 0 0-16,2 3 0 0,4 7 0 16,1 1 0-16,2 1 0 15,1 0 0-15,-1-2 0 16,-1 2-1-16,-1-1-40 16,-5-1-12-16,0-3-54 15,-2-3-48-15</inkml:trace>
  <inkml:trace contextRef="#ctx0" brushRef="#br0" timeOffset="143068.66">20515 5023 423 0,'0'0'3'0,"0"0"20"0,0 0 19 15,0 0-24-15,0 0-15 16,0 0 10-16,0 0 14 16,1 59-8-16,4-24-7 15,3 5-4-15,1 1-1 16,1-3-4-16,0-1-1 16,-3-7-2-16,-1-9 0 15,0-8 1-15,-6-9 0 0,0-4 2 16,0-4 13-16,0-12-6 15,-2-8-7-15,-3-7-2 16,0-9 0-16,0-7 1 16,-2-1-2-16,5-6 0 0,2 1 0 15,0 5 0-15,0 7 0 16,5 11 1-16,6 10-1 16,3 10 0-16,3 10-1 15,2 4-1-15,-2 12 2 16,1 5-1-16,-6 2 0 0,-3 0 0 15,-9 1 0-15,0-1-3 16,-10-2 2-16,-9 1-4 16,-5 0-14-16,-7 2-11 15,-4-2-11-15,0-3-26 16,0-4-73-16,3-7-85 16</inkml:trace>
  <inkml:trace contextRef="#ctx0" brushRef="#br0" timeOffset="143581.45">21429 5922 427 0,'0'0'2'0,"0"0"6"0,0 0-4 16,27 44 6-16,-10-7 17 15,2 7 3-15,3 6-17 16,-1 2-3-16,1 1-6 16,-4-6-3-16,-1-5 0 15,-6-10 0-15,-1-12-1 0,-4-15 1 16,-2-5 31-16,-2-21 22 15,1-10-45-15,-1-8-5 16,2-6-3-16,-1-6-1 16,0-3 0-16,5-4 1 15,0 2-2-15,7 8-10 16,2 6-29-16,4 14-20 0,1 12-22 16,-2 14-62-16,-3 2 26 15</inkml:trace>
  <inkml:trace contextRef="#ctx0" brushRef="#br0" timeOffset="144171.9">22012 6085 399 0,'0'0'3'0,"0"0"28"0,-45 0 11 16,19 1-8-16,-1 10-9 15,-2 3 0-15,2 3-8 16,4 4-5-16,5 0-3 16,6 1-6-16,7 1-2 0,3-3-1 15,2-2 1-15,2-4-2 16,7-4 2-16,4-6-3 16,5-4-1-16,0-1 0 15,0-14 1-15,4-4 0 16,-1-4 0-16,-2 2 1 15,-3 1 1-15,-5 4 1 0,-4 5 0 16,-2 8 6-16,-3 0 3 16,-2 3-9-16,0 0-1 15,0 6 2-15,0 2 0 16,0 4 1-16,0-1 0 16,2 2 2-16,1 1-3 0,3-1-1 15,1-1-1-15,6-3 0 16,-2 1 2-16,2-3-2 15,1-4 0-15,-1 0 0 16,3-3-2-16,-3 0 2 16,1-4-1-16,1-9 1 0,-1 0 0 15,-3-4-1-15,-1 3 2 16,1 1-2-16,-3 3 1 16,-2 5 1-16,1 3-1 15,1 2 0-15,0 0-1 16,-3 7 2-16,4 6-2 15,0 1 2-15,-1 0-1 0,1 2 0 16,3-2-2-16,-4-3-23 16,2 0-25-16,3-6-28 15,-4-5-66-15,-2 0-29 16</inkml:trace>
  <inkml:trace contextRef="#ctx0" brushRef="#br0" timeOffset="144595.72">22779 5973 255 0,'0'0'170'0,"0"0"-165"0,0 0 37 15,0 0-19-15,-54 4-7 16,31 18 4-16,1 5-1 0,3 4-3 16,3 3-2-16,5 0-3 15,7 2-3-15,4-2-4 16,0-3-2-16,14-4-1 16,9-7-1-16,7-5 1 15,7-12-2-15,3-3-28 0,3-3-67 16,-6-18-101-16</inkml:trace>
  <inkml:trace contextRef="#ctx0" brushRef="#br0" timeOffset="145245.74">23540 7121 434 0,'0'0'-4'0,"0"0"7"15,0 0 9-15,0 0-1 16,0 0-5-16,29 40 12 0,-8 2 2 16,0 6-3-16,4 2-3 15,3 1-8-15,0 0-4 16,-2-4-1-16,-4-7 0 15,-6-9-1-15,-2-12 1 16,-2-16 0-16,0-5 6 16,-3-22 18-16,2-10-12 15,0-9-9-15,-4-6-1 0,-1-7-2 16,-2-1-1-16,-1 1 0 16,1 4 0-16,-2 7-13 15,2 11-20-15,4 14-8 16,-1 14-2-16,3 6-134 0,2 7 33 15</inkml:trace>
  <inkml:trace contextRef="#ctx0" brushRef="#br0" timeOffset="145904.97">24246 7385 380 0,'0'0'1'0,"0"0"20"16,-10-44 39-16,-8 34-30 0,-4 3-9 16,-9 4 1-16,-2 3 1 15,1 0-4-15,-3 4-2 16,8 9-7-16,4 1-6 16,7 2-2-16,7 5-2 15,4-1 1-15,5 0-1 16,0 1 0-16,8-4 0 0,6-1 1 15,3-6-2-15,3-4-2 16,1-6-3-16,2 0 0 16,0-9 2-16,-3-4 4 15,-4-2 0-15,-2 0 0 0,-6 3 0 16,-5 2 2-16,-2 1-1 16,-1 2 7-16,0 4 2 15,0-1-3-15,0 4 0 16,-2 0-2-16,1 0 7 15,1 2-5-15,0 9-6 0,0 1 0 16,4 4 0-16,7 0-1 16,3-1 0-16,3 1 0 15,3 0 1-15,-1-4-2 16,2-3 1-16,-2-3-2 16,-2-6 0-16,1 0-1 15,0-6 0-15,-4-10 1 0,-1-5 1 16,1-2-1-16,-2-1 1 15,0-1 0-15,-4 3 0 16,1 1 2-16,-3 3-2 16,2 5 1-16,-1 4 1 0,0 5-1 15,4 4 1-15,-4 0-2 16,3 7 1-16,1 6 1 16,3 3-1-16,-1 2 0 15,3 3 0-15,-1 0 1 16,2-2-2-16,3 2 1 15,-2-5-7-15,1 0-47 0,-1-8-27 16,-2-4-38-16,-1-4-60 16</inkml:trace>
  <inkml:trace contextRef="#ctx0" brushRef="#br0" timeOffset="146737.62">24954 7153 340 0,'0'0'2'0,"0"0"39"0,0 0 13 0,14-41-26 0,-12 41-13 16,-1 0-14-16,0 2 1 15,1 6 4-15,-1 3 12 16,2-2-4-16,-1 3 0 16,-1-1-2-16,-1 2 2 15,0 0 2-15,0 2 6 0,0-1-3 16,0 2-4-16,0 2-6 15,0-1-3-15,4 3-3 16,-1 0-1-16,3 1-1 16,-3-1-1-16,0-1 0 15,-2-2 1-15,0-6 0 16,-1-1-1-16,0-4 0 0,0-6 1 16,0 0 2-16,-4-6-1 15,0-7-1-15,-2-8 0 16,3-2-1-16,1-4 1 15,0-4-1-15,1-2 0 16,1-1 0-16,0 3 0 0,0 3 1 16,0 3-1-16,0 6 0 15,0 6 0-15,0 4-1 16,3 2 1-16,-1 3 0 16,2 2 0-16,1 1 0 15,0-2 0-15,1 3 0 0,-1-1-1 16,3 1 2-16,-5 0-1 15,4 0 0-15,-1 0-1 16,-1 4 1-16,5 5 0 16,2 3-1-16,-1 3 1 15,7 3 0-15,-1 3 0 0,6-1 1 16,2 0-1-16,0 1 0 16,-2-2 0-16,0-2 0 15,-3-2 0-15,-4-2-7 16,-2 1-19-16,-4-5-28 15,-3-2-32-15,-1-7-93 0</inkml:trace>
  <inkml:trace contextRef="#ctx0" brushRef="#br0" timeOffset="147385.74">25503 7131 125 0,'0'0'111'0,"0"0"-94"16,0 0 23-16,0 0-11 0,0 0 3 15,0-39-5-15,-8 39-11 16,1 0 0-16,-4 5-4 16,-1 5-3-16,-1 4-1 15,-2 3 0-15,-4 4-1 16,0 2 1-16,0 1 0 0,-3-1-3 16,3 2 0-16,0-2-4 15,5-6 0-15,1-3-1 16,5-1 1-16,3-7-1 15,2-4 0-15,3-2 1 16,0 0 7-16,3-7 5 0,4-4-9 16,4-3-1-16,4-2-1 15,1-4-1-15,4-3-1 16,-2-2 1-16,2 1-1 16,2-4 0-16,-2 5 1 15,-2 0-1-15,-4 7 0 0,-1 5 0 16,-7 5 1-16,-2 4-1 15,0 2 1-15,-4 1-1 16,0 9 0-16,0 8 2 16,2 6 9-16,1 2 7 15,1 1 5-15,2 4-5 16,-2-2-7-16,3 2-5 0,-2-4-3 16,0 1-1-16,-1-2-1 15,-1-1 0-15,-1-2-2 16,-2-2-17-16,0-7-61 15,0-6-50-15,-3-8-229 16</inkml:trace>
  <inkml:trace contextRef="#ctx0" brushRef="#br0" timeOffset="148609.75">25385 4685 109 0,'-2'-1'-46'0,"2"-8"29"0,0 3 8 16,11 1 9-16,8 0 0 16,11-2 0-16,9 2-17 15,10-4 9-15,9 2 0 16,6 3 4-16,1 1 4 0,1 0 0 15,-2 3 0-15,-4 0 14 16,-4 6 11-16,-7 2 2 16,-7 5-3-16,-6-2 0 15,-5 5-3-15,-9 1-3 16,-2 4-3-16,-5 4-1 0,-2 7-1 16,1 8 0-16,-4 8 10 15,4 12 15-15,-4 12 10 16,2 12 26-16,3 13-18 15,-2 11-40-15,2 15-6 16,-7 11 4-16,-3 11 7 0,-5 5-13 16,0 12-3-16,-5-3-2 15,-6-1-2-15,-1-5 2 16,0-9-2-16,3-7 0 16,-5-10 1-16,1-12-1 15,-3-13 1-15,-1-14-2 0,1-10 1 16,-1-12 0-16,1-11 0 15,3-12 1-15,2-5 1 16,3-10 4-16,2-8 4 16,4-4-1-16,1-8 5 15,1-2 0-15,0-4-2 0,0 2-3 16,0-1-2-16,0-1-2 16,0 3-3-16,1-1 2 15,1 0-3-15,-1 5-1 16,-1-1 1-16,0 2-1 15,0 0 0-15,-2 1 0 0,-6-1 1 16,0 2 2 0,-6-1 2-16,-3 0 8 0,-6 1 1 15,-5 0-2-15,-14 0-2 16,-5 2-2-16,-11-1-3 16,-9 3-4-16,-10 1-2 15,-13 1 1-15,-4 3-2 0,1 1-22 16,0-4-33-16,11-8-60 15,11-10-194-15</inkml:trace>
  <inkml:trace contextRef="#ctx0" brushRef="#br0" timeOffset="150362.96">21744 4811 198 0,'0'-14'33'15,"0"-2"24"-15,-5 5-1 16,-3 1-4-16,-6 5-16 16,-1 3-6-16,-4 2-6 15,-1 0 1-15,-3 7-1 0,0 10-3 16,0 5-3-16,1 6-5 15,4 5-2-15,0 4-5 16,5 1-3-16,5 0-1 16,4-1-2-16,4-1 1 15,3-6-1-15,11-4 0 0,6-6-1 16,7-4 0-16,6-7-8 16,-1-7-29-16,5-2-19 15,-2-4-10-15,-1-9-55 16,-5-5 19-16,-7-1-90 15</inkml:trace>
  <inkml:trace contextRef="#ctx0" brushRef="#br0" timeOffset="150677.98">21827 5020 229 0,'0'0'72'0,"0"0"-4"16,0 0-29-16,0 0-13 16,-43-4-4-16,37 11 4 15,3 1-5-15,1 2-9 0,2-1-5 16,0 1 0-16,6 0-3 15,3-1-1-15,5-1-2 16,-1-1 0-16,1-4-1 16,1-3 1-16,0 0 0 15,0 0 0-15,-4-12 0 0,-3 0 0 16,-2-4 0-16,-4 0-1 16,-2-2 0-16,0 0 0 15,-5 2-1-15,-8 2 0 16,-3 2 0-16,-4 4 0 0,0 5 0 15,0 3 0-15,1 0 0 16,6 9-1-16,0 3-3 16,11 3-36-16,2-3-31 15,3 1-46-15,12-6 8 16</inkml:trace>
  <inkml:trace contextRef="#ctx0" brushRef="#br0" timeOffset="150958.69">22006 4989 394 0,'0'0'3'0,"0"0"45"16,0 0-31-16,0 0-14 0,0 0 8 15,0 0 20-15,0 0-9 16,0 0-6-16,36 41 0 16,-24-32-6-16,-1-1-5 15,1-1-3-15,-1-1-1 16,-5-2 0-16,2-1-1 15,-3-3 1-15,0 0 0 0,0-1 2 16,-2-9-1-16,1-3 0 16,1-3-1-16,-1-2-2 15,-1-3-2-15,2-1-2 16,2 2-8-16,5 0-25 0,-1 3-36 16,-2 0-67-16,3 2-24 15</inkml:trace>
  <inkml:trace contextRef="#ctx0" brushRef="#br0" timeOffset="151700.82">22457 4766 327 0,'0'0'3'16,"0"0"59"-16,0 0 0 15,0 0-48-15,0 0-15 0,0 0 4 16,-2 37 4-16,10-10 5 15,-2 4-3-15,0 1-1 16,-3 0-6-16,-1-2-1 16,-2-6 0-16,0-4 0 15,0-6 0-15,0-7 0 0,0-4 1 16,0-3 6-16,-3-3 43 16,-3-7-36-16,-1-7-7 15,0-4-3-15,1-8-2 16,3-3 0-16,-2-5-3 15,4-3 0-15,0-1-1 0,1 4 1 16,0 4 0-16,0 5 0 16,0 7 0-16,5 6 0 15,2 5-1-15,3 5 1 16,4 4-1-16,0 1-1 16,4 1 1-16,-2 9 1 0,3 0-1 15,-6 5 1-15,-1 1-1 16,-5 0 1-16,-3 0 0 15,-4 0-1-15,0 1-6 16,-4-2-8-16,-8-1 4 16,-3-3 0-16,0 0-5 0,-1-1-12 15,2-1-5-15,1-4-8 16,5 0-13-16,6-4-7 16,2-1 8-16,7 0-25 15,10-2-26-15</inkml:trace>
  <inkml:trace contextRef="#ctx0" brushRef="#br0" timeOffset="151950.96">22848 4747 218 0,'0'0'11'0,"0"0"51"0,0 0 0 0,0 0-17 15,0 0-27-15,0 0 16 16,-58-1 3-16,31 15-4 15,0 6-5-15,5 3-3 16,2 5-8-16,1 2-7 0,7 4-5 16,5-1-4-16,7-2 1 15,0-4-1-15,13-1 0 16,10-9-1-16,11-5-8 16,9-7-42-16,7-5-50 15,0-10-86-15</inkml:trace>
  <inkml:trace contextRef="#ctx0" brushRef="#br0" timeOffset="153053.93">24334 4731 140 0,'0'0'27'16,"0"0"60"-16,12-46-21 15,-19 40 10-15,-8 6-35 0,-10 0-22 16,-3 10-8-16,-4 12 11 16,0 6 5-16,0 6-6 15,5 3-5-15,5 3-3 16,9-1-6-16,5 1-4 0,6-3-1 16,2-3-2-16,8-3 0 15,8-5 0-15,8-5-3 16,5-6-13-16,4-10-29 15,5-5-2-15,1-7 6 16,-4-13-5-16,-4-1-11 0,-7 1 31 16,-9 0 21-16,-7 6 6 15,-8 3 31-15,0 3 40 16,-4 4-25-16,-7 4-19 16,-2 0-14-16,2 0-2 15,0 6 5-15,4 1-1 0,0 3-7 16,5 0-3-16,2 0 0 15,0 1-3-15,6-2 0 16,6-1-2-16,1 1 1 16,5-5-2-16,-1-2 0 15,0-2 0-15,1 0 0 16,-3-6 0-16,-3-5 0 0,-3-2-2 16,-5 0 4-16,-4-3-4 15,0 4-1-15,-6-1 1 16,-11 1-1-16,-3 3-1 15,-2 2-4-15,-2 2-8 16,2 0-8-16,7 3-2 0,5 2-4 16,8 0-20-16,2 0-50 15,10 0 6-15,10-1-42 16</inkml:trace>
  <inkml:trace contextRef="#ctx0" brushRef="#br0" timeOffset="153308.88">24586 4948 249 0,'0'0'49'0,"0"0"-6"16,0 0 13-16,0 0-17 16,0 0-12-16,28 42-6 15,-22-33-1-15,2-1-6 0,0 1-7 16,-3-2-3-16,1-1-2 16,-1-1-1-16,0 0-1 15,-1-3 1-15,-2-2 0 16,0 0 1-16,0-7 13 15,1-4 5-15,-1-7-15 16,0-5-4-16,2 1 1 0,-3-1-1 16,2 2-3-16,2 0 2 15,0 5-14-15,3 5-28 16,0 4-25-16,3 1-57 16,-2-1-9-16</inkml:trace>
  <inkml:trace contextRef="#ctx0" brushRef="#br0" timeOffset="153840.79">24980 4773 396 0,'0'0'6'0,"0"0"60"15,0 0-31-15,0 0-31 0,0 0 2 16,-4 41 11-16,11-15 2 16,1 2-4-16,0 2-7 15,0-3-5-15,-3 0-1 16,1-4-1-16,-4-5 0 16,-1-4 0-16,-1-5 0 0,0-5 0 15,0-4 3-15,0 0 19 16,-1-8 1-16,-6-7-19 15,2-6-2-15,-2-6-2 16,1-4 0-16,0-8-2 16,2-3 0-16,1-2 1 0,2 4-1 15,1 7 1-15,0 2 0 16,0 11 1-16,8 9-1 16,5 5-1-16,1 6-1 15,4 0 1-15,-1 7 0 16,3 5 1-16,-1 2-1 0,-6 3 1 15,-2-5 0-15,-4 3 0 16,-5-2-1-16,-2-2 1 16,-1 0-4-16,-12-1-5 15,-2 1-2-15,-5-2-8 16,-2 1-11-16,2 0-15 0,0-1-28 16,7-5-48-16,5-4-13 15</inkml:trace>
  <inkml:trace contextRef="#ctx0" brushRef="#br0" timeOffset="154853.59">25311 4750 219 0,'0'0'39'0,"0"0"19"16,0 0 8-16,0 0-22 16,0 0-17-16,0 0-18 15,0 0-7-15,0 0 0 0,0 0 1 16,0 0 1-16,0 0 0 16,-2 43-1-16,2-23 0 15,3-2 0-15,-1 3-1 16,0-5 0-16,0 1 0 15,-2-3 1-15,0-1 1 0,0-4 0 16,0 1 2-16,0-4 0 16,0-1 1-16,0-2 3 15,0-1-2-15,0 0 0 16,0 1 0-16,0-3 1 16,0 0 0-16,0 0 2 15,0 0 3-15,0 0-4 0,0 0 2 16,-1 0 5-16,0-6 1 15,0-3-10-15,0-5-4 16,-1-4-1-16,2-3-2 16,-1-6 0-16,1-2 0 0,0-2-1 15,0 4 0-15,0 0 0 16,0 9 1-16,0 3-1 16,1 7 0-16,1 5 0 15,1 3-1-15,4 3-3 16,1 6 2-16,2 6 1 15,4 2 1-15,1 0 0 0,1 0 1 16,0-3-1-16,-1-2 0 16,-1-5 1-16,-1-3-1 15,1-4 1-15,-4 0-1 16,2-4 1-16,2-8 0 0,1-5 0 16,0-2 0-16,1-3-1 15,-3 3 0-15,-2 1 1 16,-2 4 0-16,-2 4-1 15,-2 6 0-15,0 4 0 16,1 0-1-16,1 10-2 16,3 7 3-16,0 1 2 0,3 5 1 15,-3 1 0-15,2 1-2 16,2 0 1-16,-2-1-2 16,4-1 1-16,-2-2-1 15,-1-1-9-15,-2-4-43 16,-4-12-117-16</inkml:trace>
  <inkml:trace contextRef="#ctx0" brushRef="#br0" timeOffset="156632.63">24153 5741 170 0,'0'0'9'15,"0"0"66"-15,-13-43-14 16,-8 40 8-16,-1 3-26 0,-6 2-8 16,-2 14-2-16,0 3-5 15,1 8-7-15,4 2-4 16,4 0-3-16,6 3-6 15,5 4-6-15,8 0-1 16,2-1 0-16,0 0-1 0,12-3 0 16,3-5-2-16,5-3-31 15,3-7-26-15,3-10-13 16,2-7-38-16,1 0 52 16,-2-16 17-16,-3-5-13 15,-6-2 38-15,-5 1 19 0,-6 3 31 16,-5 5 35-16,-2 1 1 15,0 9 6-15,-5 3-34 16,-1 1-23-16,0 1-7 16,1 10 7-16,2 1 6 15,1 2-10-15,2-1-3 0,0-1-5 16,5-1-3-16,6 0-2 16,2-4 0-16,1 1-2 15,2-5 1-15,2-1-1 16,1-2 0-16,-1 0 1 15,-1-10-1-15,-4-3 0 0,-2-3-1 16,-3-1 0-16,-5-1 0 16,-3 1 0-16,0 1 1 15,-14 3-1-15,-5 4-1 16,-2 0 1-16,-5 5-1 16,3 1 2-16,3 3-2 0,4 0-7 15,3 0-9-15,8 3-17 16,5 4-25-16,1-3-31 15,16-1 25-15,4-3-25 16</inkml:trace>
  <inkml:trace contextRef="#ctx0" brushRef="#br0" timeOffset="156911.6">24408 5900 294 0,'0'0'12'0,"0"0"69"0,0 0-66 16,0 0 12-16,0 0 9 0,0 0 5 15,16 42-14-15,-8-28-5 16,2 2-9-16,-3-2-4 16,2-1-5-16,2-2-2 15,-4-1-1-15,1-3-1 16,-3 0 1-16,1-5-1 0,-1-2 1 16,-2 0 0-16,1-10 2 15,2-9-2-15,0-5-1 16,1-7 0-16,2-1-2 15,0-3-2-15,1 5 1 16,1 6 0-16,0 6-11 0,0 8-26 16,0 6-29-16,-2 2-101 15</inkml:trace>
  <inkml:trace contextRef="#ctx0" brushRef="#br0" timeOffset="159245.03">25147 5649 173 0,'0'0'25'16,"-6"0"-7"-16,-2 0-11 15,1 0-2-15,0 1 4 16,-2 3 7-16,0-1 5 0,1-1 2 15,1 1-2-15,0-3-4 16,2 3-7-16,-1-3-3 16,3 0 2-16,1 0 2 15,2 0 6-15,-2 0 1 16,2-4-7-16,-2 0-4 0,2-1-2 16,0 1-1-16,0-2-2 15,0 2 1-15,0-2 1 16,2 2-1-16,0 1 0 15,-2 0-1-15,1 1-1 16,1 0 0-16,-2 1 0 0,0-1 0 16,0 2-1-16,2 0 0 15,-2-3 1-15,0 2 3 16,0 1 0-16,1-1 5 16,-1 0 0-16,0 0-1 15,1 1-3-15,-1-1-1 0,1 1-3 16,2-2 0-16,-1 1 1 15,-2 0-2-15,3 0 1 16,-1-1 1-16,-2 0 0 16,2-1 3-16,0 3 4 15,-1-2 3-15,-1 0 3 0,0 2-3 16,0-3-5-16,-3 3-2 16,-4 0-1-16,-6 0-1 15,-7 9 0-15,-1 5 2 16,-1 7 8-16,2 2 0 15,-3 4-4-15,9 1-2 16,4 1-1-16,8 2 0 0,2-4-1 16,11-1-2-16,12-2 0 15,7-3-1-15,9-4-1 16,6-7 0-16,2-3 2 16,0-6-3-16,-4-1 0 15,-4 0-11-15,-10 0-37 0,-8-1-56 16,-7-9-52-16,-4-1-185 15</inkml:trace>
  <inkml:trace contextRef="#ctx0" brushRef="#br0" timeOffset="159767.95">25488 5928 270 0,'0'0'63'0,"0"0"15"0,0 0-32 16,0 0-4-16,0 0-3 15,10-50-6-15,-10 29-8 16,0-1-7-16,0-3-7 16,0-3 0-16,0-1-5 0,-1-2-1 15,0 1-4-15,1 0 0 16,0 6 1-16,0 4-2 15,0 7 2-15,2 11-1 16,4 2-1-16,2 8 0 16,4 9 0-16,1 3-1 0,3 2 2 15,1-3-1-15,1 1 0 16,-2-6 1-16,2-1-1 16,0-6 0-16,-3-1 1 15,-2-5-2-15,-1-1 2 16,-1 0-1-16,-1-3 1 0,-1-10-1 15,1-3 1-15,-1-5-1 16,1-2 0-16,0-2 0 16,-3 1 0-16,2 6 2 15,-5 4-2-15,0 7 8 16,1 7 11-16,0 0-15 16,1 14-4-16,2 6 2 0,3 4-1 15,0 3 2-15,2-1 1 16,-2-1-2-16,2 0-1 15,-1-2-1-15,1 1 0 16,-2-1 0-16,-2-2-34 0,-6-7-70 16,-3-5-108-16</inkml:trace>
  <inkml:trace contextRef="#ctx0" brushRef="#br0" timeOffset="180011.4">14277 9933 379 0,'0'0'19'16,"0"0"13"-16,0 0-7 16,0 0-18-16,-20 41-4 0,13 6 14 15,-6 11 11-15,1 9-9 16,-1 5-9-16,4 6-8 16,-2-1-1-16,4-4-1 15,2-6 0-15,1-4-2 16,-2-5-5-16,1-6-23 0,-4-10-42 15,-2-12-79-15,0-13-70 16</inkml:trace>
  <inkml:trace contextRef="#ctx0" brushRef="#br0" timeOffset="180869.61">13734 10124 376 0,'0'0'-15'16,"-16"-41"17"-16,16 16 12 16,13 1 24-16,14-2-24 15,11-1 0-15,7-1-1 0,9 1 1 16,6 0-2-16,2 2-7 15,1 6 0-15,-2 3-2 16,-5 5-1-16,-3 5 0 16,-9 5 2-16,-5 1 1 15,-3 8-1-15,-8 9 0 0,-3 10 1 16,-5 10-1-16,-5 13 9 16,-3 12 8-16,-7 10-8 15,1 5-10-15,-4 6 0 16,0-2-1-16,0-2-1 15,4-6 0-15,-2-7 0 16,-2-6-1-16,-1-10 0 0,-1-9 0 16,0-11 1-16,0-10-1 15,0-10 0-15,-1-10 1 16,-1-2 12-16,0-18-4 16,2-11-6-16,0-11-2 15,5-11 0-15,10-7-1 0,7 0 1 16,1 1-1-16,2 7 0 15,-1 13 0-15,-2 15 0 16,-4 13 0-16,-5 11-1 16,-4 4 1-16,-1 17 0 15,0 9 0-15,-4 4 0 0,-1 6 1 16,1 4-1-16,2-3 0 16,1-4 1-16,2-3-1 15,2-10 1-15,3-5-2 16,1-8 1-16,2-4 0 15,2-7 1-15,1 0-1 0,1-3 1 16,-4-9-1-16,2-4 0 16,1-4 1-16,-5-3-1 15,-2 0 1-15,-1-3-2 16,-6 0 2-16,-2 3-1 0,-4 3 0 16,0 3 0-16,-10 5 0 15,-7 5 1-15,-2 6-1 16,-4 1 0-16,1 0 1 15,1 9 0-15,2 8 7 16,3 4 11-16,5 3-7 16,5 2-5-16,6 0-2 0,0-2-2 15,9-3-3-15,9-4 1 16,7-5-1-16,3-5 1 16,8-5-1-16,-1-2-3 15,2 0-22-15,2-8-29 16,-6-8-25-16,1-4-57 0,-5-8-15 15</inkml:trace>
  <inkml:trace contextRef="#ctx0" brushRef="#br0" timeOffset="181834.01">15189 10399 372 0,'0'0'78'0,"0"0"-30"0,-51 55-8 15,37-26-17-15,3 0-6 16,2-2-6-16,6-1 8 15,3-5-13-15,0-4-4 16,10-7 0-16,1-1-2 0,7-6 0 16,-3-3 1-16,4 0 0 15,0-12-2-15,-3-2 0 16,-1-7-3-16,-7-2 0 16,0-1-1-16,-8 1 2 15,0 0 1-15,-7 5 2 0,-6 2 0 16,-4 2 0-16,-2 5-1 15,-2 0 0-15,2 2 1 16,-1 1-2-16,0 0 0 16,6 3 0-16,4-1 2 15,2 1-1-15,6 2 1 16,2-2 0-16,4-1-1 0,8 0-1 16,5-1 0-16,8-1 2 15,2 1 0-15,4 1 1 16,1 4-1-16,1 0 0 15,-4 2 1-15,1 8-1 16,-4 3 0-16,-3 4 0 0,-4 0 1 16,-5 2-1-16,-3 1 1 15,-4 0 0-15,0 1 0 16,-7-4 2-16,0-1-3 16,0-2 1-16,0-4-1 15,-7-3 1-15,2-4 0 0,-1-3 0 16,-3 0 2-16,0-11 5 15,4-6-3-15,1-6-2 16,4-3-1-16,0-4-1 16,4 1 0-16,8 1 0 0,3 7 0 15,1 4-1-15,1 6 1 16,2 9-1-16,-4 2 0 16,1 1 0-16,-1 12-1 15,-1 4 0-15,-5 3 2 16,-3-3-1-16,2 3 0 15,-4-1 0-15,-2-4 0 0,0-1 0 16,1-5 0-16,1-3 0 16,0-5 0-16,3-1 0 15,0-1 0-15,2-11 0 16,1-5 1-16,1-3-1 16,1 0 0-16,-1 2 0 0,-1 2 2 15,-4 4-2-15,1 6 0 16,0 6 0-16,2 3 0 15,0 18 0-15,2 9 1 16,2 11 10-16,-2 7-6 16,-2 8 8-16,-2 6-3 0,0 1-2 15,-5 1-2-15,0-3-3 16,-2-3-1-16,0-6-2 16,-4-7 1-16,-8-9-1 15,-3-9 2-15,-5-8-1 16,2-9 2-16,-5-9-1 0,3-1 1 15,-1-12 3-15,5-16 1 16,5-12-2-16,8-13-3 16,3-10-2-16,22-3 0 15,11-2-2-15,12 3-5 16,7 8-15-16,4 12-18 0,-3 5-38 16,-6 6-56-16,-8 0-151 15</inkml:trace>
  <inkml:trace contextRef="#ctx0" brushRef="#br0" timeOffset="183034.24">18787 9528 312 0,'0'0'-9'0,"0"0"12"15,-54-34 15-15,25 30 8 16,-4 4-2-16,1 0 10 0,1 11-1 15,4 5-7-15,4 5-11 16,8 9-5-16,3 12-2 16,9 11 4-16,1 14 1 15,2 13 3-15,3 10-6 16,7 9-2-16,1-2-6 0,-1-6-2 16,-2-6 1-16,-3-11-1 15,-3-14 0-15,-2-12 0 16,0-8 0-16,-7-8 0 15,-4-9-4-15,-5-7-35 16,1-12-44-16,-6-4-60 0,-1-14-12 16</inkml:trace>
  <inkml:trace contextRef="#ctx0" brushRef="#br0" timeOffset="184128.97">18333 10197 409 0,'0'0'4'0,"56"-60"33"15,-16 33 1-15,7 3-10 16,3 6-15-16,-5 5-4 16,-3 5 2-16,-4 5 1 15,-7 3-7-15,-7 2 1 16,-7 8-3-16,-5 9 1 0,-6 2 0 16,-4 5 3-16,-2 1 3 15,0 2 1-15,0-2-5 16,-4-1-3-16,4-2-1 15,0-4-2-15,6-3 1 16,9-6-1-16,1-2 0 0,2-3 1 16,2-6-1-16,0 0 1 15,-4-2-1-15,-4-8 2 16,-2-4-2-16,-7-3 0 16,-3-3 0-16,0-2-7 15,-10-3-1-15,-4 0 0 0,-2-2 2 16,1-3 0-16,3 4 4 15,2-1 2-15,6 3 0 16,4 3 0-16,6 0 0 16,13 6 0-16,5 5-1 15,6 6 3-15,3 4-1 0,2 0 2 16,-4 14-1-16,-1 5-1 16,-5 2 1-16,-1 3 1 15,-9 2-2-15,0-1 1 16,-5 0 0-16,-4-1-2 15,-1-4 1-15,-5-2-1 0,0-1 0 16,0-3 1-16,-3-4-1 16,-3-5 0-16,-3-3 1 15,0-2 0-15,0-4 0 16,3-10 0-16,0-6 0 16,6-6-1-16,0-6 1 15,11-4-1-15,13-1 0 0,5-1 0 16,3 7 0-16,1 5 0 15,0 9 0-15,-4 7 0 16,-4 10 0-16,-5 0 0 16,-2 7 0-16,-3 9 0 0,-3 0-1 15,-5 4 1-15,-1 1 0 16,0-1 0-16,-3 2 1 16,0 1 3-16,-2-2 1 15,2-1-1-15,-1 0-1 16,-2-1-1-16,0-5-1 0,2 1 0 15,-2-6-1-15,0-2 0 16,0-4 0-16,0-3 1 16,0 0 1-16,0-7 9 15,0-13-3-15,0-4-4 16,2-10-3-16,10-5 0 16,5 1 0-16,4 1-2 0,-1 9 2 15,2 6-1-15,-1 10 0 16,-2 10 0-16,-1 2 0 15,-4 13-1-15,0 6 2 16,-4 3-2-16,-3 3 1 16,-1 3 1-16,0-2-1 0,-2 0 0 15,0 0-1-15,-2-3 2 16,-1-2-2-16,-1-5 1 16,0-5 0-16,0-3 0 15,0-7 0-15,0-1 1 16,0-8-1-16,0-9-1 0,0-6 3 15,0-8-2-15,1-1 0 16,8-1 0-16,1 0 0 16,2 6 0-16,3 6 0 15,-2 5 0-15,5 9 0 16,-5 7 0-16,-1 0-1 0,1 6 1 16,-4 9 0-16,1 4 0 15,-3 2 0-15,0 1 0 16,-4 0-1-16,2 1-3 15,0 0-36-15,-3-3-28 16,-1-5-35-16,1-1-75 0</inkml:trace>
  <inkml:trace contextRef="#ctx0" brushRef="#br0" timeOffset="184784.26">19875 10092 348 0,'0'-6'15'0,"0"2"64"0,0 1-32 16,0 3-35-16,0 0-6 16,0 6 1-16,0 2 7 15,0 1-7-15,0 1-1 0,0 0-2 16,3-2-2-16,6 2-1 16,-2-1 0-16,4-2 0 15,0-3-2-15,0-1 1 16,-3-2 1-16,3-1-2 15,1-2 0-15,-5-10 0 16,4-5 1-16,-2-1-1 0,-2-1 2 16,-1 4-1-16,-4 2 0 15,-1 6 1-15,-1 2 1 16,0 5 1-16,0 0 0 16,0 5-3-16,0 9 2 15,0 0 2-15,0 7 1 0,0-2 0 16,9 1-2-16,-1-5 0 15,4-1 0-15,2-2-2 16,3-5 1-16,1-3-1 16,1-4 0-16,-1 0-1 15,3-7 1-15,-3-7 0 0,2-9 0 16,-2-6-1-16,-2-6 0 16,2-7 0-16,-5-4 0 15,-1-3-1-15,-2-3 0 16,-6-1 0-16,-4 3 1 15,-1 6 0-15,-1 6 1 0,-6 9-1 16,-1 15 1-16,-1 12 1 16,1 7 7-16,-1 17-9 15,0 13 1-15,2 7 6 16,4 2 3-16,3 1 0 16,1-2-5-16,3 0-3 0,11-6-2 15,6 1 1-15,1-5-1 16,4-5 0-16,5-5-3 15,0-7-18-15,2-8-22 16,0-7-5-16,4-1-33 16,-5-5-9-16,1-8-1 15,-1-3-10-15,-6-1-54 0</inkml:trace>
  <inkml:trace contextRef="#ctx0" brushRef="#br0" timeOffset="185369.55">20594 10055 26 0,'8'-15'119'0,"-6"4"-35"0,-2 3-6 15,-5 2-8-15,-10 4-13 16,-2 2-17-16,-2 0-4 15,0 1-7-15,0 7-6 0,3 2-7 16,3 2-9-16,3 0-3 16,5 1-3-16,2 0 0 15,3-2 0-15,0-1-2 16,3-3 1-16,6-2 0 16,0-3-9-16,4-2-4 0,-2 0-1 15,0-5 5-15,0-6 4 16,-1-2 3-16,-2 0 1 15,-1 2 1-15,0 2 0 16,-4 2 2-16,-1 3 2 16,-2 2 1-16,2 2-2 0,-1 0-3 15,2 0 0-15,3 4 1 16,0 1 0-16,5 2-1 16,2-1 0-16,4-1 0 15,3 2 1-15,-1-2-1 16,3-1 0-16,-2-1 0 0,0-2 0 15,-2 0 0-15,-3-1 0 16,1 0 0-16,-2-1 1 16,0-6-1-16,-1-2 0 15,-1-3-1-15,-1-2 2 16,-1-2-1-16,-4 0 0 0,-1-1 0 16,-3 0 2-16,-2 1-4 15,0 2 4-15,-6 3-2 16,-7 4 0-16,-3 3 1 15,0 4 12-15,-2 0 9 16,2 10 0-16,2 4-1 0,6 3-4 16,4 1-4-16,4 4-3 15,0 0-2-15,10-2-3 16,11-3-2-16,2-3-2 16,8-1 1-16,5-8-1 15,5-3 0-15,5-2-6 0,-1-3-38 16,-4-12-39-16,-2-12-162 15</inkml:trace>
  <inkml:trace contextRef="#ctx0" brushRef="#br0" timeOffset="186309.26">23309 9413 385 0,'0'0'1'0,"-63"-20"68"0,24 20-20 16,-1 10-16-16,3 17-9 15,4 4-7-15,7 2 0 16,9 5-4-16,8 1-7 15,9 2-3-15,3 0-3 16,18 3 1-16,6-1 0 0,6-5-2 16,6-4-11-16,6-6-38 15,-1-7-20-15,-1-12-55 16,-3-9 11-16,-4 0 16 16,-3-17-32-16</inkml:trace>
  <inkml:trace contextRef="#ctx0" brushRef="#br0" timeOffset="187006.95">23472 9731 165 0,'0'0'60'15,"0"0"16"-15,-32-37-6 16,17 33-11-16,-1 4-16 16,3 0-5-16,2 3-4 15,4 5-4-15,6 4-8 0,1 1-13 16,5 1-2-16,9 3-3 16,2-3-1-16,5 0-1 15,4-1-2-15,1-4 1 16,0-4 0-16,0-2-1 15,-1-3 1-15,-2 0-2 0,-4-12 1 16,-5-2-1-16,-3-4-4 16,-7-2-5-16,-4 0-6 15,0 0 6-15,-13 3 6 16,-7 3 3-16,-5 0 0 16,-1 2 0-16,-6 4 1 15,2 2 0-15,1 1 0 0,4 2 0 16,5 1 0-16,7 2 0 15,5-1 0-15,4 1 1 16,4 0-1-16,5 0-1 16,8-3 2-16,9-1-1 0,5 1 1 15,3-1 0-15,5-1 1 16,-1 3 0-16,-1 2 2 16,0 0 2-16,-5 4-1 15,-1 6 1-15,-4 7-1 16,-3 1-2-16,-1-1 3 15,-5 3-5-15,1-3 0 0,-5 0 1 16,-1-3-2-16,-3-1 0 16,0-3 0-16,-4-3 0 15,-2-1 0-15,0-2 1 16,0-2-1-16,-4-4 0 16,-6 2 1-16,2-7-1 0,1-7 0 15,2-3 1-15,3-1-2 16,2-2 2-16,1 0-1 15,12 1 0-15,10 5 0 16,6 3 0-16,6 5 0 16,1 3 0-16,2 3 1 0,-3 0-1 15,-4 10 2-15,-4 1-2 16,-7 2 0-16,-4 1 0 16,-4-2-2-16,-3 0-2 15,-3-3-32-15,1 1-4 16,-3-4-13-16,0-1-19 0,2-5-40 15,2 0 35-15,6-5-44 16</inkml:trace>
  <inkml:trace contextRef="#ctx0" brushRef="#br0" timeOffset="187277.48">24553 9278 375 0,'0'0'7'0,"0"0"20"15,0 0 18-15,-45-34-16 16,24 47-8-16,-1 13-3 0,2 9 3 16,3 10 4-16,2 5-1 15,5 7-4-15,8 5-8 16,2 8-6-16,0 2-1 16,3 1-3-16,4 2-1 15,-5-4-1-15,-2-3 0 0,0-8 1 16,0-8-2-16,-10-10-5 15,0-8-9-15,-1-10-13 16,-2-8-16-16,-1-8-10 16,-3-7-21-16,-2-1-50 15,-3-12-29-15</inkml:trace>
  <inkml:trace contextRef="#ctx0" brushRef="#br0" timeOffset="188097.97">24182 9872 423 0,'0'0'4'0,"38"-47"20"0,-9 24 8 16,5 3 8-16,5 1-16 15,0 1 3-15,1 4-4 16,-5 3-8-16,0 2-5 16,-6 3-5-16,-7 4-3 15,-2 2 0-15,-5 0-2 0,0 1 1 16,-5 8-1-16,-3 3 0 15,0 3 1-15,-3 3-2 16,-2 2 1-16,0 1 0 16,1-2 0-16,-3-2 0 15,3-2-1-15,-1-5 1 0,0-3-2 16,4-5-2-16,2-2 2 16,3 0 1-16,1-9 1 15,4-6 0-15,0-1-2 16,-2-1-1-16,-1-1 0 15,-1 2 2-15,-6 3 2 0,-2 3-1 16,-1 2 0-16,-1 4 0 16,-2 3 0-16,0 1 1 15,0 0-1-15,0 5 0 16,0 5 6-16,0 3 1 16,0 2-4-16,0-1-1 0,0 2 0 15,6-2-1-15,2 0-1 16,3-4 0-16,2-2 1 15,2-4-1-15,1-2 0 16,2-2 0-16,2-7 0 16,1-10 1-16,3-7 0 15,5-3-1-15,4-4 0 0,-1 1 1 16,-2 3-1-16,-2 9 0 16,-3 8 0-16,-6 10 0 15,-7 3 0-15,-1 15 0 16,-5 7 0-16,-6 4 0 15,0 4 0-15,0-2 0 0,-4 0 1 16,-5-4-1-16,-1-4 0 16,1-6 0-16,3-2 0 15,0-6 0-15,2-3 0 16,2-5 0-16,2-1 0 0,0-4 1 16,0-7-1-16,4-5 1 15,9-4-1-15,7-3 0 16,3-1 0-16,4 2 0 15,4 1 0-15,2 3 0 16,-3 8 0-16,1 3 0 16,-4 7 1-16,-5 0-1 0,-2 10 2 15,-6 6-1-15,-1 1-1 16,-5 1 1-16,-5-1-2 16,-1 0-8-16,-2-4-45 15,0-3-59-15,-2-6-81 16</inkml:trace>
  <inkml:trace contextRef="#ctx0" brushRef="#br0" timeOffset="188254.64">25253 9639 396 0,'0'0'12'0,"0"-64"-9"0,2 38 21 15,9 12-10-15,3 4-12 16,-2 9-1-16,7 1-34 15,-3 4-54-15,3 3-40 16</inkml:trace>
  <inkml:trace contextRef="#ctx0" brushRef="#br0" timeOffset="188613.76">25499 9735 406 0,'0'0'42'0,"0"0"-18"16,0 0 5-16,42 40-10 15,-32-27-10-15,1-2-1 16,-3 0 2-16,-2-2-3 16,0 0-3-16,-4-4-1 15,0 0-3-15,-2-3 0 16,0-2 0-16,0 0 1 0,0-4 2 16,0-11-1-16,0-4-2 15,0-4 1-15,6-1-1 16,6-1 1-16,3 2 0 15,1 9 5-15,0 4 6 16,1 10-6-16,-2 0-5 0,0 10-1 16,1 5 1-16,2 5-1 15,1 0 0-15,0 0 0 16,2-3 0-16,2-3-9 16,4-2-31-16,0-4-31 0,6-6-34 15,-2-2-30-15,5-6-43 16</inkml:trace>
  <inkml:trace contextRef="#ctx0" brushRef="#br0" timeOffset="188988.86">26117 9719 232 0,'0'0'100'0,"0"0"9"15,0 0-54-15,-42-36-15 0,20 36-5 16,-3 0-6-16,3 4-8 16,6 8-14-16,4 0-5 15,6 1-1-15,5-2-1 16,1-2 1-16,9-2-1 15,8-3 1-15,5-4-1 0,2 0 1 16,2 0-1-16,0 0 1 16,-1 0-1-16,-4 0 1 15,-2 13-2-15,-1 9 1 16,-4 7 2-16,0 8 0 0,-4 11 2 16,-3 8 2-16,-2 3-2 15,-3 8 0-15,-2-3-3 16,0-3 1-16,-11-7-2 15,0-11 0-15,-3-12 1 16,-1-10 1-16,0-8 3 16,1-11 7-16,3-2 1 0,6-12 1 15,3-9-2-15,2-13-4 16,11-9-6-16,13-8-1 16,12-6-1-16,8-6 0 15,10 0-11-15,5 1-39 16,3 3-51-16,-3-1-108 0</inkml:trace>
  <inkml:trace contextRef="#ctx0" brushRef="#br0" timeOffset="197212.59">7909 11399 202 0,'0'0'24'0,"-2"8"6"0,0 13-22 15,0 12 13-15,2 14 14 0,0 9 4 16,0 9 6-16,0 9-22 15,0 9-11-15,6 3 4 16,-1 1-2-16,-3-4-13 16,2-4 0-16,-4-3-1 15,0-11 0-15,0-7 2 16,-6-7 1-16,-3-11 4 0,-1-10 0 16,2-9 0-16,-1-11-3 15,1-10 10-15,2-5 18 16,2-19-23-16,-1-13-6 15,3-14-1-15,2-13-2 16,0-12 0-16,0-9 0 0,2-2 0 16,1-2 0-16,-1 1 0 15,-2 4 0-15,-2 10 0 16,2 10-2-16,-3 7 2 16,-1 12 0-16,-2 7 2 0,1 9-2 15,0 11 0-15,1 5 0 16,0 6 3-16,1 5 6 15,3 2-5-15,0 8-3 16,0 10-1-16,0 6 1 16,0 6-1-16,7 4 1 15,3 3 0-15,2 3-1 0,1 1 0 16,3-3 0-16,0 1 0 16,4-5 0-16,-4-6 0 15,0-5-1-15,1-8 0 16,-1-9 1-16,0-6-1 15,1-4 0-15,-1-19 1 0,-1-11 0 16,0-7-1-16,-1-6 0 16,-2 0-2-16,-3 5 0 15,-4 6 4-15,-1 13-2 16,-4 8 1-16,0 9 1 16,0 6 0-16,0 4-1 0,0 13 2 15,0 8 1-15,0 4 2 16,2 5 2-16,0 0-4 15,5 0 0-15,4-4-3 16,0-3 0-16,5-1 0 16,-3-4 0-16,3-4-2 15,-2-3-9-15,1-2-16 0,-2-2-16 16,1-6-21-16,-5-1-38 16,0-4 0-16,-1 0-89 15</inkml:trace>
  <inkml:trace contextRef="#ctx0" brushRef="#br0" timeOffset="197396.72">8443 11796 298 0,'0'0'35'0,"0"0"19"16,0 0-25-16,0 0 30 15,-4 47-17-15,-2-21-17 16,5 2-16-16,-1 5-7 15,2 2-2-15,0 1-1 16,0-1-32-16,3-5-85 16,1-6-49-16</inkml:trace>
  <inkml:trace contextRef="#ctx0" brushRef="#br0" timeOffset="197738.71">8797 11634 456 0,'0'0'52'0,"0"0"-18"16,0 0-3-16,0 0-21 15,0 0-10-15,0 0 2 16,58-29-1-16,-34 38-1 16,3-1 1-16,2 2-2 15,-2 2 0-15,-2 1-30 0,-6-2-42 16,-5-1-59-16,-7-2-52 15</inkml:trace>
  <inkml:trace contextRef="#ctx0" brushRef="#br0" timeOffset="197909.5">8881 11790 253 0,'0'0'22'0,"0"0"49"15,0 0-52-15,0 0-8 16,0 0 2-16,0 0 4 15,58 13-4-15,-27-20-8 0,3 0-3 16,-3-4-35-16,-2-2-115 16</inkml:trace>
  <inkml:trace contextRef="#ctx0" brushRef="#br0" timeOffset="199373.58">10052 10944 198 0,'0'0'2'0,"0"0"21"0,0 0 7 16,0 0-3-16,0 0-13 15,0 0-5-15,0 0-2 0,0 0 2 16,-38-18-5-16,23 27-1 15,-5 0-2-15,-5 1 2 16,2 0-3-16,-3-2 0 16,2-2 1-16,1-1 1 15,2-3 10-15,6 0 11 16,1-1-7-16,8 2-6 0,0-2-6 16,3 6-4-16,3-1-1 15,0 7 2-15,0 4-2 16,0 8 2-16,0 8-1 15,5 11 0-15,1 13 1 0,0 10 0 16,0 9 1-16,0 10 4 16,1 7 3-16,-3 7 0 15,-2 5 13-15,-1 4 2 16,0 5-14-16,-1 2-3 16,0 1 0-16,-1-2 1 15,-2-6 6-15,-1-7 0 0,2-5-4 16,-1-10 0-16,2-12 2 15,1-8-5-15,0-9 0 16,1-8-1-16,-1-8-1 16,0-9 0-16,0-5-2 15,-1-8 1-15,-1-4-2 0,1-7 0 16,-1-2-1-16,-2-5 1 16,0 1-1-16,0 1 1 15,0-2 0-15,0-1-1 16,-1 2 2-16,3-1-1 15,-2 0-1-15,4-1 0 0,0 1 0 16,0 2 0-16,4 1-2 16,11 0 1-16,10 1 2 15,8 4-1-15,10-1 1 16,6-1-2-16,3-1 0 16,2-2 1-16,-4-4-1 0,-2-1 0 15,-4 0 0-15,-3-13-1 16,-8-1-20-16,-3-5-26 15,-9-6-26-15,-5-8-80 16,-9-8-154-16</inkml:trace>
  <inkml:trace contextRef="#ctx0" brushRef="#br0" timeOffset="200091.72">10243 11014 330 0,'0'0'-9'0,"0"0"28"16,0 0 2-16,-18 51 14 0,16-14 2 15,0 8-4-15,2 7-13 16,0 3-7-16,0 0-5 16,0-4-7-16,1-4 0 15,0-11-1-15,1-8 1 16,-2-12-1-16,0-9 0 0,0-7 2 15,0-13 2-15,0-11-2 16,-3-12-1-16,1-9 0 16,2-6-1-16,0-6 0 15,0 0 0-15,0-1-1 16,2 8 1-16,3 9-1 0,-1 11 1 16,-2 10 0-16,-1 12 0 15,0 8 1-15,2 0-1 16,0 14 0-16,1 6 1 15,-1 2 1-15,3 0 1 16,0-2 0-16,3-3-2 0,1-4 1 16,0-8-3-16,4-3 2 15,-1-2-1-15,1-7 1 16,2-10 0-16,-2-6-1 16,3-4 1-16,-7-7-1 15,0 0 0-15,-3 2 1 0,-5 3-1 16,0 7 0-16,-2 8 0 15,0 8 1-15,0 6 0 16,-4 17-1-16,0 8 0 16,1 6 3-16,3 4 7 15,0 4-1-15,0-2-6 16,4-1-3-16,7-3 1 0,3 0-1 16,-3-2 0-16,4-3-18 15,-1-2-30-15,-3-5-68 16,1-8-38-16</inkml:trace>
  <inkml:trace contextRef="#ctx0" brushRef="#br0" timeOffset="200326.93">10685 11178 339 0,'0'0'59'0,"0"0"17"0,0 0-44 0,0 0-16 0,0 0 5 0,0 0 3 16,-2 43-14-16,0-18-7 15,2 0-2-15,0 0 0 0,0 1-1 16,0-2-7-16,0-1-32 16,2-5-35-16,0-4-66 15,0-5 6-15</inkml:trace>
  <inkml:trace contextRef="#ctx0" brushRef="#br0" timeOffset="200519.12">10823 11250 293 0,'0'0'22'16,"0"0"50"-16,0 0-27 15,0 0 4-15,0 0-16 16,0 0-14-16,0 0-12 15,29 46-5-15,-26-23-1 16,0 1 0-16,-3 2-9 16,0 1-63-16,-5-2-103 0</inkml:trace>
  <inkml:trace contextRef="#ctx0" brushRef="#br0" timeOffset="201232.91">10245 11844 423 0,'0'0'14'16,"0"0"15"-16,0 0-27 15,0 42 3-15,2-7 10 16,-2 5 3-16,0 3-1 16,0 1-3-16,-4-2-8 15,-1-2-3-15,-2-3-2 0,1-3 0 16,-1-6-1-16,1-6 1 15,0-8-1-15,0-8 0 16,0-6 2-16,3-2-1 16,-1-15 0-16,2-10-1 15,2-8-1-15,0-11 1 0,0-5 0 16,0-3-2-16,8 0 2 16,-3 7-2-16,3 9 2 15,-2 11 1-15,-2 11 0 16,-2 11-1-16,0 5 0 15,-1 4 0-15,-1 11 1 0,0 5 1 16,1 0 1-16,2 1 2 16,-1-2-3-16,0-3 0 15,4-4-2-15,4-4 1 16,-1-5-1-16,4-3 0 16,1-1 0-16,3-12 0 0,1-4 0 15,-1-7 0-15,0-3 0 16,-1 1-1-16,-5 1 1 15,-3 1-1-15,-3 7 1 16,0 7 0-16,-5 5 1 16,0 5-1-16,0 0 1 0,0 11-1 15,0 6 1-15,0 4 1 16,2 5-1-16,3 2 0 16,3 0 0-16,1-2-1 15,2 0-1-15,3-2-5 16,-1-4-37-16,-2-2-47 0,-2-7-91 15</inkml:trace>
  <inkml:trace contextRef="#ctx0" brushRef="#br0" timeOffset="201715.88">10629 12021 315 0,'0'0'30'0,"0"0"36"0,0 0-64 0,0 0 5 16,2 52 0-16,0-26-4 15,0-2-2-15,4-3-1 16,-2 0 0-16,-4-3-32 16,2-4-72-16,-2-2-56 15</inkml:trace>
  <inkml:trace contextRef="#ctx0" brushRef="#br0" timeOffset="202122.84">10806 12062 326 0,'0'0'24'0,"0"0"50"0,0 0-34 16,-2-43-17-16,2 35-13 15,4 0 0-15,5 3-5 16,1 3-3-16,0 2 0 16,1 0-2-16,-2 9 0 0,0 5 0 15,-2 3 0-15,-3 3-1 16,-2 1 0-16,-2 1-6 15,0 0-2-15,0-2 6 16,-2-1-1-16,-2-1 3 0,-2-2 0 16,1-1 2-1,3-3-1-15,-1-1 0 0,3-4-1 16,0-2 1-16,10-3-1 16,3-1 2-16,3-1-1 15,3 0 0-15,-1 0-25 16,-2-1-21-16,-3-4-97 0,-6-1-111 15</inkml:trace>
  <inkml:trace contextRef="#ctx0" brushRef="#br0" timeOffset="202855.02">10298 12644 463 0,'0'0'40'0,"0"0"-26"0,0 39-10 0,8-1 23 0,2 8 4 15,1 7-3-15,-1 5-19 16,-1 3-8-16,1-2 2 16,0-2-4-16,-4-5 2 15,-4-5-1-15,1-10 0 0,-3-9 0 16,0-9 0-16,0-9 1 16,0-8 0-16,-5-2 1 15,-3-9-1-15,0-14 1 16,-2-12-2-16,3-11 0 15,2-11-2-15,1-11 4 16,3-3-4-16,1 0 2 0,0 4-1 16,0 14 0-16,0 11 2 15,1 14-2-15,-1 15 2 16,1 12-1-16,2 1 0 16,0 12-1-16,-1 8 1 15,0 7 1-15,1 0 0 0,1 1-1 16,2-1 0-16,-2-7 2 15,6-3-4-15,-4-7 2 16,3-7 0-16,3-3 0 16,-1 0 0-16,2-14 0 15,-1-6 0-15,1-1 0 0,-2-4 0 16,0 0 0-16,-2 2 0 16,-3 5 0-16,0 4 2 15,-4 5-2-15,0 5 0 16,0 3 0-16,-2 1 0 15,2 0 0-15,0 6 0 0,1 6 1 16,1 2 2-16,0 3-2 16,1 1 0-16,2 0-1 15,2-1 1-15,-1 0-1 16,-1-3-2-16,3 0-23 16,0 0-35-16,-1-2-15 0,-2-4-38 15,0-3-28-15</inkml:trace>
  <inkml:trace contextRef="#ctx0" brushRef="#br0" timeOffset="203047.64">10714 12827 480 0,'0'0'45'0,"-6"37"-31"16,1-14 9-16,2 4 4 0,1 0-16 15,0-3-6-15,2-1-3 16,0-3-1-16,0-3-1 16,0-4-2-16,2-1-38 15,3-3-38-15,0-4-49 16,-3-5-43-16</inkml:trace>
  <inkml:trace contextRef="#ctx0" brushRef="#br0" timeOffset="203500.5">10848 12904 364 0,'0'0'27'16,"0"0"32"-16,0 0-16 16,0 0-4-16,0 0-20 15,0 0-14-15,0 0-3 16,0 0-1-16,32-22 1 0,-26 30-2 15,1 3 0-15,-3 2 0 16,1-2-5-16,-3 2-14 16,0-1-25-16,-2 0 40 15,0 1-2-15,0-3-6 16,0 0 7-16,0-3 2 0,0 0 2 16,0-4 1-16,0 1 0 15,4-4-5-15,6 0-1 16,1 0 5-16,4 0 1 15,1 0 0-15,2 0-6 16,2 0-22-16,-4 0 28 0,-1 0 0 16,0 5 0-16,-3 1-4 15,-5 2 5-15,-1 0 6 16,-6 2 11-16,0 3 4 16,0 1 5-16,-4 2-4 15,-7-1-12-15,-2 2-2 0,-3 0-6 16,-5-1-2-16,2 1-1 15,-6-4-9-15,-1-6-54 16,-4-7-116-16</inkml:trace>
  <inkml:trace contextRef="#ctx0" brushRef="#br0" timeOffset="204351.53">10797 10681 330 0,'0'0'5'0,"0"0"20"0,0 0 23 16,0 0-25-16,0 0-16 15,0 0 1-15,49-32 8 16,-22 24-4-16,4-1-4 16,1 5-3-16,-3 2-2 0,2 2-1 15,-4 3-1-15,-2 11 1 16,-2 9-1-16,0 5 0 15,-5 12 0-15,-2 7 0 16,-1 8-1-16,-1 8 1 16,0 6 2-16,3 12 2 0,-3 13 4 15,3 10 8-15,2 15-9 16,3 9 6-16,-2 11-3 16,6 3-1-16,-3-3 2 15,2 0-2-15,-3-10-4 16,-2-8-3-16,-2-12-1 0,-5-9 0 15,-4-11 4-15,-2-8 15 16,-5-10 7-16,-2-8-17 16,0-3-5-16,0-11 0 15,0-5-1-15,-2-7 0 16,-3-4-1-16,0-6-1 0,3-3 3 16,-2-5-2-16,2 0-2 15,-3-4 0-15,2 0-1 16,2-1 1-16,-3-2-3 15,1 0 2-15,-3 0 1 16,1-2-2-16,-4 1 0 0,-4 2 0 16,-1 1 1-16,-12 2-1 15,-4 2 1-15,-10 1-1 16,-9 2 1-16,-5-1-1 16,-3-2-1-16,-4-9-25 15,1-9-44-15,0-16-105 16</inkml:trace>
  <inkml:trace contextRef="#ctx0" brushRef="#br0" timeOffset="208159.74">13631 13202 268 0,'-5'-8'-7'0,"-6"-2"44"16,1 5 12-16,3 5-4 16,-1 0-19-16,0 1-1 15,4 10-4-15,1 2-7 0,3 4-1 16,0 1-4-16,6 2 1 15,13 4 0-15,5 3 4 16,9 3-2-16,8 3 1 16,4 4 2-16,6 3-4 15,-4-1-2-15,2 2-6 16,-5-3-1-16,-7-6 1 0,-8-6-3 16,-5-5 0-16,-8-6 1 15,-3-4 0-15,-8-2-1 16,2-6 1-16,-7 2-2 15,0-3 1-15,0 1-17 16,-7-3-8-16,-2 0-26 0,-2 0-40 16,-7-8-52-16,2-9-94 15</inkml:trace>
  <inkml:trace contextRef="#ctx0" brushRef="#br0" timeOffset="208565.07">13890 13194 126 0,'0'0'60'0,"0"0"-37"0,0 0 25 16,0 0 0-16,0-37-1 15,0 37 12-15,-2 0-24 0,-4 8-25 16,-1 10 5-16,-7 6 9 16,-1 7-4-16,-6 6-2 15,-6 7-6-15,-2 3-2 16,-4 5-2-16,-2 1-4 16,1-2-2-16,-1-2-1 0,3-6 0 15,3-9-1-15,2-7 1 16,5-4-1-16,3-6 1 15,6-6-2-15,5-3 1 16,3-3 0-16,3-1-2 16,2-4-19-16,2 0-11 0,6 0 1 15,2-4-34-15,1-9-88 16</inkml:trace>
  <inkml:trace contextRef="#ctx0" brushRef="#br0" timeOffset="209358.95">14239 13661 123 0,'0'0'17'0,"0"0"38"0,0 0-25 0,0 0 2 16,0 0-5-16,7-36 10 0,-7 34 13 16,0 2-10-16,0 0-20 15,0 2-14-15,-7 7 5 16,2 4 8-16,-5 2-6 15,3 5-2-15,-5 0-7 16,1 3 9-16,1-2-4 0,0 1-6 16,1-3-2-16,1-4 0 15,3-4-1-15,0-5 1 16,3-4-1-16,2-2 2 16,0 0 8-16,7-12-4 15,2-4-5-15,1-4 0 0,5-1 0 16,-1-4-1-16,3-1 0 15,-2 2 1-15,-1 0-1 16,-5 5 0-16,-1 5 0 16,-3 3 1-16,-1 6-1 15,-4 4 8-15,0 1 4 0,0 0-10 16,0 11 0-16,0 3 14 16,0 3 1-16,3 6-4 15,-1 1-1-15,1 5-2 16,3 3-5-16,-2 4 1 15,0-1 0-15,1 2-1 0,-1 0-5 16,-1-1 1-16,0-6 0 16,-3-4 0-16,2-4-1 15,-2-5 0-15,0-6 0 16,0-1 1-16,0-3-1 16,0-3 0-16,0-1 0 0,0-1-3 15,0 0-22-15,0-2-25 16,2 0-16-16,0 0-39 15,-2 0-71-15</inkml:trace>
  <inkml:trace contextRef="#ctx0" brushRef="#br0" timeOffset="209608.92">14129 14144 342 0,'0'0'77'0,"0"0"-14"0,0 0-53 0,0 0-2 0,0 0 24 16,47 6-3-16,-16-4-6 16,1 1-3-16,8 0-11 0,-6 3-7 15,-1-1 0-15,-6 3-2 16,-3-3-34-16,-6-5-53 15,-3 0-120-15</inkml:trace>
  <inkml:trace contextRef="#ctx0" brushRef="#br0" timeOffset="210013.62">14949 13215 375 0,'0'0'7'0,"0"0"73"16,0 0-38-16,0 0-20 15,0 0-18-15,0 0-3 16,45-33 1-16,-24 34-2 16,0-1 2-16,4 0-2 15,-2 2 0-15,-3 2 0 16,2 2-5-16,-4 1-43 0,-5 0-44 15,-8-1-30-15,-3 3-31 16</inkml:trace>
  <inkml:trace contextRef="#ctx0" brushRef="#br0" timeOffset="210201.59">14980 13411 253 0,'0'0'37'0,"0"0"0"15,0 0 22-15,0 0-12 16,0 0 0-16,0 0-20 0,57 7-13 16,-31-14-11-16,2 0-2 15,-1 3 0-15,-1-3-23 16,-4-2-86-16,-4 0-194 16</inkml:trace>
  <inkml:trace contextRef="#ctx0" brushRef="#br0" timeOffset="212033.27">17001 11876 35 0,'0'0'154'0,"0"0"-127"16,0 0 16-16,0 0-18 16,0 0-16-16,0 0 1 15,0 0 2-15,-53-20-3 0,35 21 0 16,-4 4-5-16,1 0 0 15,-3 2-1-15,0-1-1 16,3 0-1-16,-1-1 0 16,8-2 1-16,0 3-1 0,2-2 0 15,5 0-1-15,2 2 1 16,1 0-1-16,1 6 0 16,-3 3 0-16,2 11 1 15,-1 6 4-15,-4 12 18 16,-1 11 8-16,0 12-2 0,-1 15-8 15,1 11-6-15,-2 16-2 16,0 16 0-16,-3 16 4 16,2 12-2-16,-1 8-3 15,0 8-4-15,0 0-2 16,3 0-1-16,3-6 1 0,-3-8 1 16,2-2-2-16,2-11-1 15,-1-3-2-15,2-9 3 16,-2-10 3-16,5-9 2 15,-1-14-2-15,2-8-2 16,2-11-3-16,0-11 0 16,0-6 0-16,0-8 0 0,0-5 1 15,0-7 0-15,0-5-2 16,0-7 0-16,0-4 0 16,0-3-2-16,0-3 1 15,0-2-1-15,0-4 1 16,0-2-1-16,0-2 0 0,-2-4 0 15,0 1 0-15,2-3 0 16,0 0 1-16,-1-2-1 16,1-1 0-16,0 0 0 15,0 0 0-15,0 2 0 16,7-1 0-16,6 0 1 0,8 1-1 16,8-1 2-16,8-1 0 15,7 0 2-15,8 0 1 16,3 0-4-16,3 0 5 15,2-4-5-15,-4-5 0 16,-1 2 0-16,-1-4-2 0,-7-2-15 16,-2-5-25-16,-6-8-49 15,-9-11-145-15</inkml:trace>
  <inkml:trace contextRef="#ctx0" brushRef="#br0" timeOffset="212903.1">17033 12235 87 0,'0'0'81'0,"0"0"-26"16,0-1-11-16,0-4-4 0,0 1 17 15,0-2-1-15,1 1-19 16,4 0-19-16,3-2-6 16,2 3-6-16,4 0 0 15,3 1 3-15,4 3-2 16,-1 0-2-16,4 0-1 0,-4 10-2 15,0 7 2-15,-3 6 0 16,-5 5-1-16,-5 6 1 16,-7 3-1-16,0 5 0 15,-13 1-1-15,-5-3-1 16,-2-3 0-16,-5-6-1 0,3-5 0 16,0-8 1-16,3-5 0 15,2-3-1-15,6-7-1 16,4-3-1-16,7 0-5 15,0-6-18-15,9-9-33 16,9-8-63-16,6-7-39 0</inkml:trace>
  <inkml:trace contextRef="#ctx0" brushRef="#br0" timeOffset="213165.84">17365 12182 141 0,'0'0'102'0,"0"0"-19"16,0 0-9-16,-56-11-27 15,34 23-16-15,-2 6 9 16,0 6-5-16,3 3-4 0,1 6-10 16,8 1-7-16,6 4-5 15,6-1-3-15,0 2-3 16,13-5-1-16,8-4 0 15,5-8-1-15,6-6-2 16,1-8-26-16,3-5-34 0,-4-3-25 16,-1 0-28-16,-2-11-52 15</inkml:trace>
  <inkml:trace contextRef="#ctx0" brushRef="#br0" timeOffset="213355.53">17551 12472 303 0,'0'0'41'0,"0"0"46"16,0 0-56-16,0 0-7 16,0 0 20-16,0 0 6 15,3 39-23-15,-2-21-10 0,1 3-10 16,-1-1-2-16,1 6-3 16,-2-3-1-16,2 1-1 15,-2-3 0-15,2-3-23 16,0-3-56-16,-1-10-31 15,-1-3-104-15</inkml:trace>
  <inkml:trace contextRef="#ctx0" brushRef="#br0" timeOffset="214147.81">17623 11820 152 0,'0'0'46'0,"0"0"10"16,0 0-20-16,0 0 19 15,0 0-3-15,0 0-13 16,0 0-8-16,0 0-6 0,0 0 1 16,0 0-7-16,0 0-8 15,12-19 2-15,-12 19-3 16,1-2-1-16,0 2-2 15,-1 0 0-15,1-1-4 16,0 1-2-16,-1-2 1 0,0 2-1 16,0 0 1-16,0 0 0 15,0 0 2-15,0 0 1 16,0 0-1-16,0 0-2 16,-2 10-1-16,-6 6 3 15,-3 6 6-15,-4 10 5 0,-6 9 0 16,1 7-9-16,-1 3-5 15,4 3 0-15,2-7-3 16,1-13-102-16,4-18-255 16</inkml:trace>
  <inkml:trace contextRef="#ctx0" brushRef="#br0" timeOffset="-214244.71">17037 13211 99 0,'0'0'50'0,"0"0"7"0,0 0-6 0,0 0-3 15,0 0 10-15,-25-43-17 16,25 30-3-16,4 1-11 15,10-1-7-15,3 8-6 16,4 3-4-16,4 2-3 16,2 5-2-16,-2 12-2 15,0 6-1-15,-4 3 0 0,-5 2-1 16,-5 3 1-16,-7-1-1 16,-4 2-1-16,0-1 0 15,-10-6 0-15,-4-1 1 16,-1-4-2-16,-2-5 2 15,2-4-1-15,-1-4 0 0,5-7 0 16,1 0 0-16,7-1 1 16,3-12 0-16,0-6-1 15,15-1 0-15,6-6 0 16,5-3-2-16,6-2-1 16,-1 1-5-16,-4 1 4 0,-3 1 3 15,-8 7 1-15,-7 3 1 16,-7 6-1-16,-2 2 0 15,0 4 6-15,-6 2 5 16,-3 4-3-16,-3 0 3 16,-1 2 0-16,-1 9 1 0,-1 4 7 15,2 4-2-15,3 2-5 16,4 1-5-16,3 2-2 16,3-2-2-16,0 3-3 15,10-3 2-15,6 0-2 16,3-3 0-16,2-3-2 0,3-3-18 15,3-3-45-15,-7-8-30 16,2-2-100-16</inkml:trace>
  <inkml:trace contextRef="#ctx0" brushRef="#br0" timeOffset="-213851.35">17439 13454 323 0,'0'0'14'0,"0"0"81"0,0 0-46 16,0 0-15-16,23-47-5 0,-13 38-4 15,3 1-5-15,-1 4-6 16,2 4-9-16,0 0-4 16,-2 4-1-16,0 9 1 15,-4 2-2-15,-3 6 1 16,-3 2 0-16,-2 4-1 0,-4 0-3 15,-7 4-6-15,-7-1-5 16,1-3 6-16,1-1 1 16,2-6 4-16,1-5 4 15,6-5 0-15,3-3 0 16,4-4 0-16,0-3 0 0,8 0-2 16,6 0 4-16,4-1-2 15,7-6 0-15,4-2 1 16,2-1-1-16,0-1 0 15,-4 2 0-15,0 1-29 16,-10-1-59-16,-3 1-85 16</inkml:trace>
  <inkml:trace contextRef="#ctx0" brushRef="#br0" timeOffset="-213369.9">17701 12893 188 0,'0'0'13'15,"0"0"65"-15,0 0-17 0,0 0 14 16,0 0-18-16,0 0-11 16,0 0-10-16,0 0-19 15,0 0-11-15,0 0 3 16,-41 18-1-16,19 13-7 15,-3 6-1-15,-1 5 0 0,-4-4-50 16,-1-7-146-16</inkml:trace>
  <inkml:trace contextRef="#ctx0" brushRef="#br0" timeOffset="-212576">17276 13912 316 0,'0'0'26'0,"0"0"87"0,-10-37-67 15,10 30-9-15,0 0-10 0,0 4-7 16,0 2-13-16,0 1-5 15,8 0-2-15,-2 9-2 16,3 3-21-16,-2 3-40 16,-2-4-91-16,-3 0-98 15</inkml:trace>
  <inkml:trace contextRef="#ctx0" brushRef="#br0" timeOffset="-212387.21">17287 14209 410 0,'0'0'5'16,"0"0"28"-16,0 0-18 16,0 0-14-16,0 0-1 15,0 0-14-15,0 0-42 0,0 0-67 16</inkml:trace>
  <inkml:trace contextRef="#ctx0" brushRef="#br0" timeOffset="-212200.85">17272 14452 431 0,'0'0'12'0,"0"0"40"0,0 0-36 16,0 0-14-16,0 0-2 16,0 0-38-16,0 0-112 15</inkml:trace>
  <inkml:trace contextRef="#ctx0" brushRef="#br0" timeOffset="-211481.1">17043 14848 249 0,'0'0'15'0,"0"0"41"0,0 0 8 0,0 0-19 15,-13-39-6-15,26 34-17 16,2 2-11-16,7 3-2 15,-1 0-6-15,4 6-1 16,0 7-1-16,-5 1-2 0,-6 3 2 16,-2 3-1-16,-6-1 0 15,-6 0 0-15,0 1 0 16,-10-1 1-16,-5 2-1 16,-5-4 1-16,2-3-1 15,-2-1 0-15,0-3 0 0,4-1-6 16,2-4-9-16,4 0-4 15,5-3-5-15,5-2-3 16,2 0-36-16,9-4-57 16,5-7-49-16</inkml:trace>
  <inkml:trace contextRef="#ctx0" brushRef="#br0" timeOffset="-211167">17360 14739 282 0,'0'0'12'16,"0"0"77"-16,0 0-34 16,-51-9-17-16,37 15-11 15,-4 10 1-15,5 1-5 0,-1 1-2 16,7 2-2-16,2 0-9 15,6 0-3-15,-1-2-3 16,3-1-2-16,7 1-1 16,4-2 0-16,1 0-1 0,3-4 0 15,1-1-12-15,-4-4-27 16,2-4-19-16,1-2-14 16,-7-1-59-16,0 0-16 15</inkml:trace>
  <inkml:trace contextRef="#ctx0" brushRef="#br0" timeOffset="-210664.91">17449 15063 344 0,'0'0'19'0,"0"0"-4"15,4 38 13-15,-4-18 12 16,2 3-21-16,-1-1 8 0,-1 0-10 16,0-2-10-16,0-3-1 15,0-3-2-15,0-3-2 16,0-4 0-16,0-4-1 16,0-1 2-16,0-2 27 15,-1 0 0-15,-3-8-24 16,-1-1-3-16,3-6-1 0,0 1-1 15,2-3 1-15,0-3-1 16,0 3-1-16,4-1 0 16,6-1 0-16,0 4 1 15,4 1-2-15,-3 1 2 16,2 3-2-16,3 3 2 0,-3 4 0 16,1 2-1-16,-3 1 0 15,-1 0-1-15,2 7 1 16,-3 5 0-16,-2 1 0 15,2 4 0-15,-5 0 1 16,0 0-1-16,-1 3 0 0,-1-3 0 16,0 1 0-16,-2-2 1 15,1 0-2-15,-1 1 1 16,0-3-14-16,0 6-46 16,0-3-31-16,0-5-111 15</inkml:trace>
  <inkml:trace contextRef="#ctx0" brushRef="#br0" timeOffset="-210181.06">17808 15254 385 0,'0'0'18'0,"0"0"50"15,0 0-28-15,0 0-18 16,0 0-14-16,0 0-1 16,0 0-1-16,0 0-4 0,0 0 1 15,-15-38-1-15,15 37-1 16,0-1 1-16,-2 1 5 15,1-3 3-15,1 0 4 16,-1 0-4-16,0 0-1 16,0-1-2-16,1 1-1 15,0-1-1-15,0 2-2 0,0-1-1 16,0 1 0-16,0 0 1 16,0 2 3-16,0-1 1 15,0 2 2-15,0 0-2 16,0 6-6-16,0 8 1 15,0 2 6-15,0 7 3 16,2 1-7-16,4 1-3 0,-2 1-1 16,-1-3 0-16,0 1 1 15,0-5-29-15,-1-3-34 16,-2-8-100-16,0-7-285 16</inkml:trace>
  <inkml:trace contextRef="#ctx0" brushRef="#br0" timeOffset="-209795.04">17692 14475 231 0,'0'0'47'0,"0"0"43"0,0 0-28 16,0 0-25-16,0 0-6 16,0 0 38-16,-26 50-22 0,12-20-17 15,-1 3-12-15,1 4-11 16,1-3-5-16,3 0-2 16,3-4 0-16,3-10-40 15,-1-15-134-15</inkml:trace>
  <inkml:trace contextRef="#ctx0" brushRef="#br0" timeOffset="-208465.27">17773 11823 202 0,'0'0'14'0,"0"0"34"16,0 0-15-16,0 0-4 15,0 0 10-15,0 0-4 16,0 0-11-16,0 0-3 16,40-24-2-16,-18 18-6 0,3-2-2 15,6-2-4-15,2 1 1 16,5 1-1-16,-3-2-1 16,2 4-2-16,-5 0-2 15,-1 2 0-15,-7 1 0 16,-2 2 0-16,-4-1-1 0,-4 2 0 15,-4 0 1-15,0 0 0 16,-5 6 0-16,-1 4 1 16,0 0 0-16,-2 4 2 15,-2 3 3-15,2 7 1 16,-2 9 0-16,0 10 6 0,1 12 1 16,1 12-1-16,-2 18-4 15,3 15-3-15,-1 13 1 16,0 12-3-16,2 12-1 15,1 10-3-15,4 10 0 16,2-1-1-16,4 3 2 16,-1 0-1-16,1-2-1 0,1 0 0 15,-2-11 1-15,0-3-1 16,-1-9-1-16,-1-9 1 16,0-10-1-16,-1-13 1 15,-4-5-1-15,2-9 1 0,-4-11-1 16,-1-11 1-16,-4-5-1 15,0-12 0-15,0-8 0 16,-2-10 1-16,-3-7-1 16,0-7 0-16,1-4 0 15,2-7 0-15,0-3 0 0,2-1 1 16,0-1-1-16,-1-1 1 16,1 0 0-16,0 0-1 15,0 0 1-15,0 0-1 16,0 0 0-16,0 0-1 15,0 0-11-15,0 0-11 0,0-6-37 16,0-6-68-16,0-2-114 16</inkml:trace>
  <inkml:trace contextRef="#ctx0" brushRef="#br0" timeOffset="-208031.52">17976 15145 439 0,'0'0'5'0,"0"0"14"0,0 0 10 16,0 0-18-16,0 0 1 16,0 0 26-16,45-9-2 15,-14 9-18-15,6-2-10 16,4 2-3-16,0-1-1 16,-2-1-4-16,-3-1 3 0,-2 0-3 15,-8-2 1-15,-6 0-1 16,-1 1 1-16,-9 0 0 15,-1 1-1-15,-6 0 0 16,-1 0 0-16,-2 1 2 16,0 0-3-16,0 1-6 0,0-1-11 15,0 2-18-15,0 0-17 16,0 0-12-16,5 0-9 16,-3 0-25-16,0-2-25 15</inkml:trace>
  <inkml:trace contextRef="#ctx0" brushRef="#br0" timeOffset="-192915.28">10120 681 46 0,'0'0'18'0,"0"0"7"0,-51-15-2 16,34 9 30-16,0-1-41 0,-3-2 6 15,2-1 0-15,-2 0 0 16,-1-1 4-16,0 0-7 16,0-2-3-16,-3-2 0 15,3 0-1-15,-3 1-1 0,-1-3-2 16,-2-1-3-16,-4-1-1 15,0-1-1 1,-5 0-1-16,-2 0 0 0,-2-5 1 16,0 4 1-16,0-2-2 15,-5 0 2-15,2-1 0 0,-2 0-1 16,1 1 4-16,-2 2-2 16,2-2-4-16,-3 4 1 15,-1 1 0-15,-6 1-2 16,-3 0 1-16,-9 4-1 15,-5 1 0-15,-4 3 0 16,-3-1 0-16,-2 4 1 0,4 2-1 16,-1 1-1-16,2 2 2 15,-6-2-1-15,-8 2 0 16,-1-1 1-16,-6-1-1 16,0 0 0-16,-2-2 1 15,8-1 0-15,-1-3-1 0,-1-1 1 16,-4-2 0-16,-2-1 3 15,0-3 2-15,-3 4 3 16,3 12-1-16,8 0-1 16,1 0-2-16,0 0 0 0,-6 0 0 15,-1 0-3-15,-2 0 0 16,0 0-1-16,2 0 0 16,6 0 0-16,1 0 0 15,-1 0-1-15,-6 0 0 16,-2 0 0-16,0 0 0 15,-1 0 0-15,5 0 0 0,4 0 1 16,8 0-1-16,-1 0-1 16,-2 4 4-16,-1 16-5 15,1 1 2-15,0 2 0 16,2 0 2-16,9 1-2 0,7 1 0 16,5 1 0-16,4-1 0 15,1 2 0-15,1 2 0 16,-2 2 0-16,-2 0 0 15,2 6 0-15,0 0-2 16,0 4 2-16,6 3 0 0,5 6-1 16,5 1 1-16,2 3 1 15,7 3-2-15,3 2 1 16,1 5 0-16,5 3 0 16,1 4 0-16,3 2-2 15,0 2 1-15,0 3 3 16,2 2-4-16,0 0 2 15,-2 3 1-15,2 2-2 0,-2 3 1 16,2 4 0-16,0-2 0 16,3 4 0-16,1 2 0 15,1-1 1-15,1-1-1 16,4 0 1-16,-1-2 0 0,5-4 0 16,-1 0-1-16,0-4 2 15,3 0-1-15,2-2-1 16,-2-1 0-16,2 0 1 15,0-3-1-15,0 0 0 16,0 1 0-16,2 0 0 0,-2 0 1 16,2 0-1-16,0 0 0 15,3 5-1-15,0-3 1 16,-1 1 0-16,0 2 1 16,1 1-1-16,1 3 0 15,0-4 0-15,0-1 0 16,3 0 0-16,0-3-1 0,6-2 0 15,-1 0 0-15,6-3 2 16,3-1-4-16,0 0 3 16,4 0 0-16,5-3 0 15,4-3 0-15,2 0 0 16,2-4-1-16,2-4 1 0,1-2 1 16,-1-4-5-16,1-4 5 15,-1-5-1-15,1-2-2 16,4-5 3-16,1-2-1 15,2-4 0-15,2-2 0 16,1-6-1-16,3-1-1 0,0-5 2 16,2-2 1-16,4-3-1 15,-1-2 2-15,4-1-1 16,-1-3-2-16,5 1 1 16,1-4 0-16,-1 0 0 15,3-1 0-15,2-2 0 0,-1-1 0 16,4 0 0-16,-2 0 0 15,1 0 2-15,3 0-1 16,2-1-1-16,0-6 3 16,0-2-3-16,2-1 2 15,2-4-2-15,2-2 2 0,0-2 0 16,0-5 0-16,5-2 14 16,2-4-11-16,0-2-2 15,-3 1-2-15,5-1 1 16,-2 0-1-16,-2 1 2 15,-5 4-1-15,-2 2 1 0,-3 4-2 16,-1 3 0-16,-5 3 0 16,0 3-1-16,0-1 1 15,1 1-1-15,0 0 0 16,-2-1 2-16,2-2-1 16,0 1-1-16,0-1 0 15,0 1 1-15,-4 2 1 0,0-2-2 16,2 0 0-16,-2-1 0 15,-2-2 0-15,-1 1 0 16,-1-4 0-16,-1-1 0 16,-2-2 0-16,2-2 0 0,-3-2 0 15,-1 0 0-15,1-1 1 16,0-1 11-16,-4 1-1 16,3 2-5-16,-1 0-2 15,-3 3-3-15,0 2 0 16,-5 0 0-16,0 3-2 0,-4 1 2 15,1-1-2-15,-6 2 2 16,2-1-1-16,-6-1 0 16,-1-3 0-16,-3 0 0 15,-1-2 0-15,-4-1 1 16,1 0-1-16,-3-4 0 16,-1 4 1-16,1-4-1 0,-4 2 0 15,-2-2 1-15,1 0 0 16,-3-4 0-16,-4-1 1 15,2-6-1-15,-4-5 1 16,0-6 1-16,1-4 0 16,-3-5 0-16,1 0 0 0,-1-3 1 15,-1 2 3-15,-3-2 3 16,0 3-1-16,-1-2 1 16,0 3-2-16,-3-2-2 15,-3 2-1-15,1-4 2 16,0 0 0-16,-1 1-6 0,-2-2 2 15,0 2-2-15,0 1 1 16,-1 0-2-16,1 2 1 16,0 2-1-16,0 0 1 15,-2 3-1-15,2 0-1 16,0 5 1-16,-2 0 1 16,-2 3 0-16,2 2-1 0,0-1 0 15,0 2 0-15,-4 1-1 16,-2-1 2-16,-1 0-2 15,0-2 2-15,2-2-1 16,1-4 0-16,0-2 0 0,3-1 0 16,-1-2 0-16,0 3 1 15,2 1-2-15,-2 3 2 16,0 0-2-16,2 2 2 16,-2 1-1-16,2 0 0 15,0 1 0-15,0 3 0 0,-1 2 0 16,1 1 0-16,0 4 0 15,0 1-1-15,0-1 2 16,3-1-2-16,-1 0 2 16,0-2-2-16,2 0 2 15,-2-3-2-15,3 2 2 0,-3 1-1 16,0 0 0-16,-2 2 0 16,0 1 0-16,0-2 1 15,0 3-2-15,0 2 2 16,0-2-1-16,-2 1 0 15,-2 3 0-15,-3 1 0 16,-2 0 2-16,0 2-2 0,-2 2 1 16,0 2 1-16,-3-3-2 15,2 1 3-15,-2 0-3 16,2 0 1-16,2-2-1 16,-4 1 0-16,3 1 0 15,-1-1 2-15,-1 0-1 0,0 2-1 16,-3 1 1-16,-2 1-1 15,1 3 1-15,-4 0-1 16,0 5 1-16,-4 2-1 16,0 0 0-16,-2 7 0 0,0-1 0 15,0 2-2-15,2 1 1 16,3-1-35-16,2-5-28 16,-5-7-57-16,-4-12-138 15</inkml:trace>
  <inkml:trace contextRef="#ctx0" brushRef="#br0" timeOffset="-183955.83">1095 5715 8 0,'0'51'12'0,"0"8"13"0,0 8-12 0,0 7-1 15,4 3-5-15,1 5 6 16,-3 6 29-16,4 3-28 16,-3 5-9-16,1 8 7 15,0 4 4-15,2 7-4 16,2 3-4-16,-4 3 1 15,5 4 0-15,-1 4 2 0,2 0 2 16,1 5-1-16,3 1 2 16,3 1-2-16,2 3 2 15,1-1 1-15,0 1-5 16,5-1-4-16,-3 1 0 16,3-2-2-16,-1-1 0 0,1-4 3 15,2-1 2-15,2-4 1 16,0-2 0-16,2-2 3 15,0-3-1-15,1 1-5 16,1 0-2-16,0-1 2 16,1 1-2-16,1 1-2 0,-1-2-2 15,2-4-1-15,-2 1 2 16,-3-2-2-16,0 1-11 16,-3-3 23-16,-3-2-11 15,-2-5 2-15,-3-6-1 16,-6-6-3-16,0-7 2 0,-4-8 0 15,-3-6 1-15,0-9-3 16,0-5 0-16,-1-12-3 16,-6-13-20-16,0-15-119 15</inkml:trace>
  <inkml:trace contextRef="#ctx0" brushRef="#br0" timeOffset="-183096.88">770 5588 153 0,'0'0'-57'0,"0"0"172"0,0 0-109 16,0 0 22-16,0 0-4 16,0 0-11-16,0 0-4 15,0 0-7-15,0 0 3 0,0 0-6 16,-33 53 6-16,33-15 0 16,0 11 7-16,5 7-4 15,5 12 2-15,0 6 1 16,3 7 2-16,1 5-5 15,1 6 0-15,1 4-3 0,1 11-3 16,0 9-1-16,0 8 0 16,1 5 0-16,-1 10 1 15,4 8-2-15,-3 3 0 16,2 2 1-16,4 6 0 16,-1 4-1-16,2 4 0 0,-1 0 0 15,3 0 0-15,-3 3 0 16,1 2-1-16,-2 1 1 15,-2-2 0-15,0 2 0 16,2-1 0-16,-2 2 1 16,0-2 0-16,1 0-1 15,-1-1 2-15,2-1 0 0,0-3-1 16,2-4 2-16,0-4 0 16,-2-7 2-16,2-5-2 15,0-4-1-15,0-6-1 16,0-4 0-16,-1-5-1 0,2-5-1 15,3-8-3-15,1-7 0 16,-1-11-56-16,-7-13-63 16</inkml:trace>
  <inkml:trace contextRef="#ctx0" brushRef="#br0" timeOffset="-181775.11">16304 3601 129 0,'0'0'81'0,"0"0"-87"0,0 0 7 16,0 0 0-16,-29-42 1 16,26 36 0-16,-1-1 1 15,2 4 6-15,-2-1 0 16,2 2 2-16,1 2 0 16,-1 0-2-16,2 5-12 0,-4 9 11 15,2 7-7-15,-2 7-5 16,0 11 7-16,0 8 1 15,2 10 2-15,0 8 2 16,2 13 4-16,0 12 1 16,0 9-3-16,0 12-5 0,6 8 0 15,2 9 0-15,0 7 14 16,3 4 2-16,-1 6-7 16,2 1-4-16,2 3 16 15,4-1-10-15,2 1-15 16,0 5 1-16,0-1-2 0,0 6 1 15,2 4 0-15,-4 5 2 16,0 4 0-16,-4 4 7 16,-4 3-8-16,0 0 1 15,-9-2-2-15,-1 4 0 16,0-1 2-16,-6 0 11 0,-5-3 6 16,-2 1-5-16,-1 0 2 15,2-5-3-15,1-4 0 16,5-3-3-16,2-5-4 15,4-3-1-15,0-9 0 16,0-6-5-16,0-7 10 0,6-5-6 16,-2-9-4-16,4-7 0 15,-3-5-1-15,1-7 0 16,-2-6 0-16,-1-10 0 16,-1-11-12-16,2-12-13 15,-4-13-9-15,0-12-18 0,0-16-44 16,-9-14-57-16</inkml:trace>
  <inkml:trace contextRef="#ctx0" brushRef="#br0" timeOffset="-180760.64">16395 3396 37 0,'0'0'4'0,"0"0"8"0,0 0 23 0,0 0-13 15,0 0 1-15,0 0 3 16,0 0-8-16,7 49 3 16,-2-35-4-16,0 3-3 15,3 6 6-15,1 6-1 0,3 6-2 16,0 8 7-16,3 8-2 16,-2 10-5-16,3 10 0 15,-2 11 3-15,0 11-7 16,-2 9-7-16,0 6-2 0,0 8-2 15,-1 6 0-15,-4 7 1 16,4 3-1-16,-2 5-1 16,-2 2 1-16,1 3 5 15,-2 2-2-15,2 0-1 16,-3 1-1-16,1 1 1 0,-2-1-3 16,2 3 10-16,-2 4 1 15,-2 0-7-15,1 4 0 16,-1 5-1-16,0-1 6 15,2 2-1-15,0-7-2 16,2 1-4-16,4-5 1 16,1-2-3-16,3-5 1 0,3-3 1 15,4-4-1-15,-2-5-2 16,4 0 0-16,-2-1 0 16,1-1 1-16,-4 2-1 15,-3 2 0-15,-4 1 1 16,-4 0-1-16,-5 1 0 0,-2-2 1 15,-6-1 0-15,-7-1 11 16,-4 2 6-16,-2-1 5 16,-3-1-3-16,3-2-5 15,4-4-5-15,1-4-4 16,5-8-4-16,5-11-2 0,4-13 2 16,2-12-3-16,11-18-26 15,1-21-59-15,-6-20-193 16</inkml:trace>
  <inkml:trace contextRef="#ctx0" brushRef="#br0" timeOffset="-178727.02">4894 6878 23 0,'0'0'11'15,"0"0"-12"-15,0 0 1 16,27-38 1-16,-25 33-2 15,-2 1 1-15,0 1 0 16,0 3-8-16,-2 0 3 16,-4 0-5-16,-4 7 0 0</inkml:trace>
  <inkml:trace contextRef="#ctx0" brushRef="#br0" timeOffset="-178094.21">4786 6926 9 0,'0'0'18'0,"0"0"-7"0,0 0 12 15,0 0-18-15,0 0 65 16,0 0-56-16,0 0-9 16,-6 17 6-16,16-19-7 15,1-3-6-15,4-1 5 16,3 2-3-16,2-2 0 0,2 1 3 16,-1-1-2-16,3 0-1 15,3-1 1-15,2 2-2 16,1-1 4-16,5 0-2 15,1-1 2-15,6 3-2 16,3-2 0-16,1 0 1 0,2-1-1 16,5-3 7-16,0-1 0 15,4 1 0-15,3-4 5 16,3 0-9-16,3-2-1 16,1-1 1-16,5-1-1 15,0-3 0-15,1 2-2 0,3-3 0 16,4 1 0-16,1-1 2 15,0-1-1-15,1 1 0 16,-1 1 3-16,4 0 1 16,0 1 1-16,-3 0 4 15,1 1-3-15,0-1-5 0,-1-2 0 16,-1 2 0-16,-3-3-2 16,-1-1 5-16,0 3 3 15,-3-2 5-15,-5 3-6 16,-2-1-1-16,-2 4-3 15,-7 3 4-15,-2 0 17 16,-6 4-15-16,-8 0-3 0,-4 3-4 16,-5 2-1-16,-3 1 1 15,-4 3 7-15,-5-2-4 16,-4 1-1-16,-1 1-4 16,-5 1 0-16,-3-1-1 15,0 1 0-15,-4 0 0 0,1 0-1 16,-3 0 1-16,0 0-2 15,-2 0-2-15,0 0-1 16,0 0-4-16,0 7 2 16,-2 1-18-16,-3-1-68 0,-1 2-3 15</inkml:trace>
  <inkml:trace contextRef="#ctx0" brushRef="#br0" timeOffset="-176910.03">5142 6835 31 0,'36'-13'2'16,"7"-1"0"-16,8-1 0 15,3-5 1-15,8-2 2 16,5 1-2-16,7 0-1 0,0-3-2 16,7 2 1-16,3 1 0 15,1 3-1-15,2 0 1 16,3 1-1-16,1 2 0 16,1 1 3-16,-2-1-2 15,1 1 2-15,3 1 1 0,-2 1 6 16,1-4 8-16,2-2-6 15,1-1-1-15,0-1-2 16,-1-4-1-16,-3 0-5 16,-3 1 0-16,-1 1-2 0,-6 0 0 15,-4 1 0-15,-2 4 0 16,-2 1-1-16,-5 2 0 16,-6 3-1-16,-5-3-2 15</inkml:trace>
  <inkml:trace contextRef="#ctx0" brushRef="#br0" timeOffset="-175553.04">8933 6218 89 0,'6'-5'14'0,"-1"-3"-10"0,4-1-1 16,0 2 1-16,2 1-2 15,-1 1-1-15,3-1 1 16,2 0-1-16,-1 1-1 16,4-1 1-16,-1 0-2 0,2-1 2 15,2 0-1-15,4 0 0 16,-1-3 0-16,6 1 0 15,-1-1-4-15,4-1 7 16,3-2-2-16,0-1-1 16,5 2 0-16,1-3 1 0,3-2-4 15,3 0 10-15,2 0-5 16,3-1-1-16,3-1 0 16,2 1 1-16,2 1 0 15,1-2-2-15,2 0 2 16,5 1 2-16,-3-2-2 0,5 1 3 15,-1-2-3-15,2 0 3 16,-1 2 1-16,0-2 0 16,0 3 2-16,0-2 0 15,0 2-1-15,-5-1 0 16,3 1-3-16,-5 2 0 0,-2-1 1 16,1 0-1-16,-1 3-1 15,-1-2-1-15,-4 3 2 16,0-1-2-16,-3 4 0 15,-4-1-1-15,-5 5 1 16,-5-1 0-16,-8 4-1 0,-7 2-1 16,-3 1 2-16,-5 0-4 15,-5 1 1-15,-5 5-1 16,-3-6-1-16,-3-3-87 16</inkml:trace>
  <inkml:trace contextRef="#ctx0" brushRef="#br0" timeOffset="-172887.91">6051 6504 19 0,'0'0'4'0,"0"0"12"16,0 0-4-16,0 0-6 0,0 0-4 16,0 0-1-16,0 0 0 15,0 0 0-15,0 0 0 16,19 11-1-16,-3-9-1 15,-1-2-2-15</inkml:trace>
  <inkml:trace contextRef="#ctx0" brushRef="#br0" timeOffset="-172025.05">10691 5766 71 0,'0'0'11'0,"0"0"21"15,0 0-9-15,0 0-6 16,0 0-6-16,0 0-1 16,0 0 1-16,0 0 3 15,0 0-1-15,0 0-1 16,0 0-2-16,0 0 4 0,0 0-6 15,0 0-7-15,0 0 0 16,0-2 2-16,0 2 0 16,0 0-1-16,0 0 1 15,0 0-3-15,0 0 0 16,7 0 0-16,7 0-1 0,3 3-1 16,2-3-4-16,-1-1-89 15</inkml:trace>
  <inkml:trace contextRef="#ctx0" brushRef="#br0" timeOffset="-169992.1">8164 7464 51 0,'0'0'21'16,"0"0"22"-16,0 0-14 0,16-39 5 15,-14 30 13-15,-2 2-20 16,0 4 7-16,0-1 13 15,0 1 5-15,0 2-7 16,0-1-13-16,0 2-18 16,0 0-4-16,0 0-6 15,0 0 2-15,0 10 4 0,-2-1-3 16,0 5 0-16,-5 4-2 16,2 7 3-16,-4 6-2 15,-4 4-5-15,4 8 0 16,-4 1-2-16,1 3-2 15,1-7-33-15,-5-12-183 0</inkml:trace>
  <inkml:trace contextRef="#ctx0" brushRef="#br0" timeOffset="-164560.92">10546 8474 10 0,'0'0'25'0,"0"0"6"0,0 0 5 15,-4-4-30-15,2-2 6 16,0 2 2-16,1 0-4 15,1 1-5-15,0 0-2 16,0 3-3-16,0 0 1 0,1 0-2 16,5 0 0-16,1-3 0 15,0 2-1-15,-1-5-8 16</inkml:trace>
  <inkml:trace contextRef="#ctx0" brushRef="#br0" timeOffset="-163734.73">5618 9528 203 0,'0'0'-37'0,"-47"27"41"16,33-17-3-16,8 4-2 15,6 1 1-15,0 1-3 16,2 0-3-16,8-2-16 16,-2-4-97-16</inkml:trace>
  <inkml:trace contextRef="#ctx0" brushRef="#br0" timeOffset="-152079.08">10546 2333 218 0,'0'0'157'0,"0"0"-126"0,0 0-16 16,43-20-4-16,-23 16-6 0,4-2 0 15,3 3-3-15,-2 2 1 16,0-2-2-16,-4 3 0 15,2 0-1-15,-4 0 0 16,0 9 0-16,-7-1-35 16,-6 5-87-16,-6-6-19 0</inkml:trace>
  <inkml:trace contextRef="#ctx0" brushRef="#br0" timeOffset="-151922.64">10620 2563 316 0,'0'0'26'16,"0"0"-28"-16,0 0 11 16,49 6 12-16,-17-6-6 15,6-3-8-15,6-4-3 16,1-3-3-16,-3 0-19 0,-4-1-113 16</inkml:trace>
  <inkml:trace contextRef="#ctx0" brushRef="#br0" timeOffset="-151433.89">11548 1914 389 0,'0'0'2'0,"-2"37"-2"0,2 0 18 0,0 10-7 0,2 12-6 16,5 2-5-16,4 3 0 16,2-1 0-16,-2-5-1 15,1-7-3-15,-3-9-23 16,-1-6-21-16,-4-6-7 0,-4-10 6 16,0-7-54-16</inkml:trace>
  <inkml:trace contextRef="#ctx0" brushRef="#br0" timeOffset="-151068.83">11436 2077 331 0,'0'0'3'0,"10"-58"3"15,7 34 18-15,8 4-2 16,8 7-12-16,2 3-5 15,5 6 3-15,1 4-4 16,0 6-2-16,-2 11 0 16,0 10-1-16,-1 6 0 0,-3 8-1 15,-3 4 0-15,-5 5 0 16,-5 0 1-16,-7-1-2 16,-8-2 2-16,-7-7-1 15,0-2 0-15,-17-4 1 16,-8-2 2-16,-11-4-1 0,-6 1-1 15,-9-4 1-15,-4-1-2 16,-3-4-2-16,2-3-6 16,6-8-20-16,7-8-14 15,11-1-10-15,11-10-24 16</inkml:trace>
  <inkml:trace contextRef="#ctx0" brushRef="#br0" timeOffset="-150529.83">12406 2210 286 0,'0'0'3'0,"0"0"27"16,-8-50 14-16,-4 34-17 15,-4-1 0-15,-2 6 5 16,-7 5-3-16,-2 3-7 16,-1 3-8-16,0 10-8 15,1 11-2-15,2 5 2 16,4 5 0-16,6 2-3 0,3-1-3 16,8 3 1-16,4-6-2 15,0 0 1-15,4-2 0 16,10-3-1-16,1-3 1 15,4-5 1-15,1-5-2 16,-2-5 0-16,4-6-1 0,-3-3-2 16,2-14 5-16,-3-7 0 15,-3-2 0-15,-1-2-1 16,-5 1 2-16,-4 4-2 16,-2 2 1-16,-3 7 1 0,0 4 13 15,0 4 8-15,0 2-8 16,0 4-1-16,0 0-12 15,0 7-5-15,5 4 3 16,4 9 0-16,3 2 0 16,3 2-1-16,3 1 2 15,0 1-2-15,-2-2-8 0,4-3-21 16,-3-4-12-16,1-5-11 16,-1-7-11-16,2-5-5 15,-1-3 9-15,-2-18 4 16,2-7-70-16</inkml:trace>
  <inkml:trace contextRef="#ctx0" brushRef="#br0" timeOffset="-150305.98">12681 1867 424 0,'0'0'18'0,"0"0"17"0,0 0-1 15,0 0-31-15,0 0-5 16,0 0 3-16,-12 41 0 15,22-5 0-15,1 8 0 16,0 7-1-16,2 6 0 16,-1 3 0-16,0-4 0 0,-2-3-23 15,-5-8-33-15,1-9-51 16,-4-12 11-16,-2-10-25 16</inkml:trace>
  <inkml:trace contextRef="#ctx0" brushRef="#br0" timeOffset="-150135.08">12657 2302 325 0,'0'0'5'0,"0"0"14"15,0 0 47-15,-17-43-21 16,20 33-29-16,12 0-12 0,11-1-6 16,7-3 2-16,9-1 0 15,6-1 0-15,7 0-33 16,-1-5-63-16,1-2-29 15</inkml:trace>
  <inkml:trace contextRef="#ctx0" brushRef="#br0" timeOffset="-149666.09">13278 2067 401 0,'0'0'5'0,"0"0"9"16,0 0 14-16,-42-2 1 0,25-1 10 15,0 0-16-15,-5 0 1 16,3 3-4-16,2 0-12 16,-3 7-5-16,5 10-2 15,1 2-2-15,3 6-1 16,4 4 1-16,0 0 0 0,6 1 0 16,1-3 0-16,0-3-1 15,10-5-1-15,-1-5-4 16,-1-4-3-16,4-6 3 15,1-4 4-15,0-1 6 16,4-15-1-16,3-7-1 0,-3-3-2 16,1-4-1-16,-5 1 2 15,-1 2 2-15,-7 6-2 16,-1 5 1-16,-4 5 1 16,0 4 4-16,0 4 1 15,0 2 4-15,0 1-1 0,0 0-9 16,0 4-1-16,0 7 2 15,-2 5 2-15,2 2 4 16,0 1-3-16,2 4 0 16,9-3-4-16,9 0-1 15,11-6 0-15,7-6 0 0,12-4 0 16,6-5-49-16,-1-23-149 16</inkml:trace>
  <inkml:trace contextRef="#ctx0" brushRef="#br0" timeOffset="-146483.93">15582 3712 117 0,'0'0'43'0,"0"0"-28"0,0 0 6 16,0 0-8-16,0 0-3 0,0 0 5 16,0 0 1-16,0 0 0 15,0 0-3-15,0 0-2 16,20 11-2-16,-17 5 0 16,-1 4 4-16,0 8-4 15,2 9 2-15,-3 7 2 16,1 10 2-16,2 10-3 0,2 9 1 15,2 9 6-15,-2 9-9 16,5 11-7-16,3 2 0 16,1 7 0-16,1 4-2 15,-2 3-1-15,2-3-1 16,1-2 2-16,-3-3 0 0,-1-4 0 16,-2-1 0-16,0-1 0 15,-2-1 1-15,-5-3 7 16,-4 1 9-16,0-2-6 15,1-2 3-15,-2-1 4 16,-5-3-7-16,-1-1-5 0,-2-8-3 16,4 0-2-16,-1-8 0 15,-1-1-1-15,1-6-1 16,-2-5 0-16,2-5 1 16,-2-3-1-16,3-11 1 15,-3-5-1-15,4-9 0 0,0-10-3 16,1-9-25-16,2-11-16 15,-1-5-45-15,-1-22-25 16</inkml:trace>
  <inkml:trace contextRef="#ctx0" brushRef="#br0" timeOffset="-146015.5">15703 3523 303 0,'0'0'8'0,"0"0"-11"0,11 61 0 0,-2-11 3 16,0 22 1-16,0 29 1 16,-1 24 7-16,-2 27 7 15,0 14 4-15,0 13-19 16,3 6 0-16,-3-6-1 15,4 0-1-15,-1-9-12 0,-2-5-13 16,2-10 2-16,-6-6 3 16,-1-7 13-16,-2-4 4 15,0-7 4-15,0-7 0 16,-3-6 10-16,-4-7 7 16,1-5-9-16,1-6-4 15,0-9-4-15,1-13-44 0,0-14-50 16</inkml:trace>
  <inkml:trace contextRef="#ctx0" brushRef="#br0" timeOffset="-142574.89">24163 12100 145 0,'0'0'16'0,"0"0"21"0,0 0-3 0,0 0 3 16,0 0-5-16,7-36 2 16,-7 27 6-16,0-2-9 15,0 0-4-15,0 0-8 16,-3 0-5-16,-6-2-3 0,0 1-2 16,-4 2-3-16,-6 3 0 15,-6 5 0-15,-5 2 0 16,-4 4-2-16,-6 15 0 15,-6 7 1-15,1 7 0 16,3 8-1-16,3 2 0 16,7 2-2-16,6 1-1 0,10-1 0 15,6-2-1-15,8-3 0 16,2-3 0-16,0-5 0 16,7-9 0-16,5-3 0 15,6-9 0-15,2-6 2 0,8-5 0 16,4 0 0-16,5 2-2 15,2-5 1-15,2 3-1 16,-1 5 0-16,-2 13 0 16,-6 8 0-16,-5 8-1 15,-6 10 1-15,-3 4 0 0,-5 3 0 16,-4 2 0-16,-4-1 0 16,-3-5 0-16,-2-3 0 15,0-6 0-15,-11-6 0 16,-4-5 1-16,-4-3 11 15,-5-3 1-15,-9-4-1 0,-4-2 1 16,-9-5-3-16,-6-3-4 16,-4-6 0-16,-6-1 0 15,1-8 3-15,0-11-3 16,8-6-3-16,4-5 0 16,5-3-2-16,8-3-1 15,6 2 1-15,6 4 0 0,6 3-2 16,3 6 0-16,4 6-9 15,8 6-7-15,3 6-13 16,0 3-10-16,2 7-37 16,5 10 12-16,2 2-45 15,0-1 7-15</inkml:trace>
  <inkml:trace contextRef="#ctx0" brushRef="#br0" timeOffset="-141790.02">24567 12982 248 0,'0'0'18'0,"0"0"1"0,0 0-10 0,0 0-5 15,-29 47 16-15,9-19 4 16,3 5 10-16,-2 1-10 15,-1 0-9-15,3 0-5 16,2-1-5-16,2-7-2 0,2-5-1 16,4-4 0-16,1-6-1 15,4-4 2-15,2-5-2 16,0-2 0-16,2-1 1 16,9-12 0-16,5-6 0 15,6-7-1-15,0-6 0 16,3-6-1-16,2 3 0 0,-3-1 0 15,-8 6 0-15,-1 4 1 16,-6 6 1-16,-4 6 22 16,-3 4 1-16,-1 4-5 15,0 5 9-15,-1 1-2 16,0 6-23-16,0 11-2 0,0 8 3 16,-3 8 0-16,0 7 0 15,2 8 8-15,-1 6 4 16,2 4-10-16,0 5-5 15,0 2-1-15,0 0-1 16,0-6 1-16,0-1-1 16,0-10 0-16,0-7 0 0,0-10 1 15,-2-9-2-15,-3-5 2 16,1-4 0-16,-2-5-3 16,-1-2-26-16,-2-3-32 15,0-3-33-15,-3 0-97 0</inkml:trace>
  <inkml:trace contextRef="#ctx0" brushRef="#br0" timeOffset="-141556">24288 13877 389 0,'0'0'11'0,"0"0"64"0,0 0-57 16,0 0-14-16,0 0 19 15,52 0 7-15,-11 0-5 0,6 0-3 16,1 0-7-16,3 1-10 16,-3-1-5-16,-3 0 1 15,-2 0-3-15,-9 0-50 16,-1-7-44-16,-11-10-82 16</inkml:trace>
  <inkml:trace contextRef="#ctx0" brushRef="#br0" timeOffset="-141197.2">25234 12666 399 0,'0'0'25'16,"0"0"19"-16,0 0-19 16,0 0-17-16,0 0-1 0,42-33-1 15,-20 30 4-15,4 1 1 16,4 1-7-16,2 0-2 15,0 1-1-15,-2 1-2 16,-2-1 2-16,-3 0-11 16,-4 0-38-16,-8 0-51 0,-5 0-41 15</inkml:trace>
  <inkml:trace contextRef="#ctx0" brushRef="#br0" timeOffset="-141013.84">25301 12870 304 0,'0'0'14'0,"0"0"29"15,0 0 14-15,0 0-12 16,37 14-11-16,-12-14-10 0,6 0-7 16,2 0-9-16,4 0-5 15,-2 0-2-15,-3 0-1 16,-6 6-35-16,-10-6-106 15,-5 0-144-15</inkml:trace>
  <inkml:trace contextRef="#ctx0" brushRef="#br0" timeOffset="-139140.89">27180 12339 20 0,'11'-12'105'0,"-2"-3"-40"0,1 1-14 0,-3 2-2 15,-1-2 3-15,-3 3-2 0,-1-3-11 16,-2 2-4-16,0-1-9 16,0 0-8-16,-8 2 0 15,-6 1-2-15,-5 4 1 16,-8 6-6-16,-4 0 0 0,-7 6 3 16,-5 15 0-16,-1 7-4 15,0 8-2-15,2 7-2 16,5 7-2-16,9-1-2 15,8 0-1-15,11-4-1 16,7-4 0-16,2-8 0 0,13-4 0 16,8-7-1-16,7-3 1 15,8-7-1-15,4-6-1 16,4-6-31-16,3 0-3 16,2-7-14-16,0-10-22 15,-5-2-38-15,-4-5-2 16</inkml:trace>
  <inkml:trace contextRef="#ctx0" brushRef="#br0" timeOffset="-138772.16">27374 12455 316 0,'0'0'48'16,"0"0"25"-16,0 0-33 0,0 0-6 16,-47-12-2-16,38 19-1 15,-2 4-6-15,2 6-11 16,4-1-7-16,3 4-3 15,2-1 0-15,0 3-3 16,0-2 1-16,3-2-2 0,8 0 1 16,-2-3-1-16,6-5 0 15,4-2 0-15,2-8 0 16,3 0 0-16,2-3 1 16,-1-10 0-16,2-4-1 15,-5-4 2-15,-3-3-2 0,-4-4 0 16,-5-4 0-16,-7 1-2 15,-3 0 1-15,-3 1 0 16,-13 6 1-16,-7 5 0 16,-4 8-1-16,-3 5 1 15,0 6-1-15,0 0-2 0,4 10-11 16,6 5-12-16,4 3-9 16,7 2-13-16,4 1-39 15,5-2-46-15,0-7 11 16</inkml:trace>
  <inkml:trace contextRef="#ctx0" brushRef="#br0" timeOffset="-138465.41">27656 12452 344 0,'0'0'3'0,"0"0"41"0,0 0-16 16,0 0 0-16,37 13 10 15,-27 2-5-15,-3 5-1 16,2-1-6-16,4 5-6 16,1-1-7-16,-1 1-8 15,1-2-1-15,0-2-2 0,0-5-1 16,-1-5 1-16,1-3-2 16,-1-7 4-16,1 0 9 15,3-10 9-15,-1-7-9 16,-2-3-5-16,-1-8-3 0,-1-5-3 15,-2-6-1-15,-2-3-1 16,1-3 0-16,1 2-21 16,-2 3-48-16,0 7-37 15,-3 4-121-15</inkml:trace>
  <inkml:trace contextRef="#ctx0" brushRef="#br0" timeOffset="-131495.22">28589 11848 191 0,'8'-12'33'0,"-8"4"40"0,0 6-3 0,-12 4-27 16,-5 19-26-16,-7 13 18 16,-1 15-11-16,0 13 0 15,1 13-6-15,6 12 3 0,4 8-8 16,9 1-4-16,5-2-4 16,4-3-4-16,15-9-1 15,6-8 0-15,4-12 1 16,4-12-2-16,-1-16-6 15,3-11-28-15,-3-18-26 0,-1-10-67 16,1-25-174-16</inkml:trace>
  <inkml:trace contextRef="#ctx0" brushRef="#br0" timeOffset="-129950.83">29166 12076 184 0,'-1'-11'45'0,"-1"-1"15"16,2 3-4-16,0 4 11 0,0 5-13 16,0 0-21-16,0 16-29 15,0 8 7-15,0 7 11 16,0 3-7-16,2 7 1 15,2-1-9-15,-2 1-5 16,2-2-1-16,-3-5 0 0,-1-6-2 16,0-5-12-16,0-9-21 15,-5-4-19-15,-3-9-34 16,-5-1-41-16</inkml:trace>
  <inkml:trace contextRef="#ctx0" brushRef="#br0" timeOffset="-129582.09">29007 12114 327 0,'0'0'29'0,"16"-45"-18"0,5 24 41 16,8 6-14-16,8 4-11 16,6 7-3-16,1 4-7 15,4 3-2-15,-4 12-7 16,-1 8-3-16,-4 1-2 15,-6 4 2-15,-7 4-3 0,-6-2 1 16,-8 1-1-16,-9 0 0 16,-3-1 1-16,-5-2-2 15,-13 1 2-15,-6-4 0 16,-6-1 1-16,-4-2 2 16,-6-4-2-16,-3-4-2 15,-4-2-1-15,0-2-1 0,3-2 0 16,4-1-1-16,6-4 0 15,10 3 0-15,7-3-20 16,12-2-29-16,5-1-43 16,10 0-57-16,11-8-18 15</inkml:trace>
  <inkml:trace contextRef="#ctx0" brushRef="#br0" timeOffset="-129085.05">29813 12278 283 0,'0'0'38'15,"0"0"51"-15,0 0-31 16,3-41-23-16,-15 36-7 0,-8 5 0 16,-2 0-9-16,-1 0-1 15,-4 9-4-15,0 3-2 16,1 1-5-16,4 4-3 15,6 0-2-15,2 2-1 16,6-1 0-16,5 1-1 16,3-2 0-16,0-1 0 0,7-4 0 15,7-2 0-15,1-6-3 16,5-4-4-16,4-1-1 16,0-13 3-16,1-6 2 15,-3 0 2-15,-3-1 1 16,-7 1 1-16,-4 4-2 0,-5 2 2 15,-3 7 0-15,0 0 1 16,0 4 7-16,-3 3-1 16,-2 0-3-16,-3 0 1 15,4 10 2-15,1 4-1 16,1 0-4-16,2 3-2 0,2 0 0 16,7-1-1-16,6-3 0 15,4-1 0-15,3-3 0 16,1-3-1-16,2-5-22 15,1-1-27-15,-4 0-18 16,-2-5-33-16,-4-11-46 0,-3-7-53 16</inkml:trace>
  <inkml:trace contextRef="#ctx0" brushRef="#br0" timeOffset="-128865.27">29995 12064 454 0,'0'0'3'0,"0"0"14"0,0 0 26 0,0 0-15 0,0 0-23 0,0 0 14 15,0 0 10-15,12 39-5 0,-2-8-7 16,2 3-7-16,-3 5-7 16,0 1-2-16,-2-1-1 15,-2 0 0-15,1-5-5 16,-2-6-43-16,-2-7-19 15,1-7-17-15,-2-8-57 0,-1-6 24 16</inkml:trace>
  <inkml:trace contextRef="#ctx0" brushRef="#br0" timeOffset="-128342.91">29982 12327 257 0,'0'0'40'0,"0"0"12"16,0 0 13-16,52-41-27 15,-21 31-8-15,3 2-5 16,1 1-14-16,2 1-8 16,0 0-2-16,-2 4-1 15,-1-1-34-15,-1 1-46 0,-2-1-38 16,-4 1 20-16,-5-1 7 16,-6 1 76-16,-5-2 53 15,-8 1 47-15,-3 0 13 16,-6 2-13-16,-12 1-34 15,-5 0-6-15,-3 7-7 0,1 2-8 16,0 5-2-16,6 1-4 16,3 2-13-16,5 1-6 15,5 0-2-15,3 0-3 16,3-1 1-16,0-1-1 0,6-3 0 16,1-3-1-16,6-5-17 15,0-5-5-15,2 0 9 16,0-8 8-16,2-9 6 15,0-2 0-15,-2-2 0 16,-6 0 0-16,-1 2 1 16,-3 5 7-16,-3 4 9 0,-1 3 2 15,-1 4-7-15,2 3 0 16,-1 0-9-16,4 3-4 16,2 7 2-16,2 1 1 15,6 2-1-15,1 1 0 16,3-2-1-16,1-1 0 0,1-4 2 15,2 0-3-15,0-1-2 16,-1-4-25-16,-2-1-22 16,1-1-19-16,-6-1-34 15,-2-10-37-15</inkml:trace>
  <inkml:trace contextRef="#ctx0" brushRef="#br0" timeOffset="-128043.93">30693 11753 421 0,'0'0'16'0,"0"0"51"0,0 0-34 15,56 30-9-15,-24 7 11 16,4 14-4-16,-2 13-11 16,-4 7-10-16,-11 10-3 15,-11 7-4-15,-8 2-3 16,-22-2 0-16,-12-9-6 0,-9-6-43 16,-5-13-37-16,-4-13-44 15,0-16-51-15</inkml:trace>
  <inkml:trace contextRef="#ctx0" brushRef="#br0" timeOffset="-126933.77">30639 12122 157 0,'0'0'11'0,"0"0"57"0,0 0-26 0,0 0-4 15,0 0 13-15,0 0-7 16,0 0-8-16,0 0-10 16,0 0-4-16,0 0-2 15,0 0-3-15,0 0-2 0,0 0-1 16,23-32-3-16,-23 32 3 16,1 0-2-16,1-3-4 15,0 2-4-15,0-3 1 16,0 1-1-16,0 1 4 15,0-2-1-15,-2 4 3 16,0-1 2-16,1 1-4 0,-1 0-3 16,0 1-4-16,0 9-1 15,0 6 1-15,0 5 6 16,0 3 6-16,0 7 0 16,0 2-3-16,1 1-1 15,2 0-4-15,1-4-2 0,2-3-1 16,-2-5 0-16,0-5 0 15,-2-5 1-15,0-3-1 16,-2-5-1-16,0 0 1 16,0-4-2-16,0 2 1 0,0-2-1 15,-4 0 1-15,-2 1-4 16,-4-1-44-16,3-7-77 16,1-17-201-16</inkml:trace>
  <inkml:trace contextRef="#ctx0" brushRef="#br0" timeOffset="-125534.2">24031 14530 338 0,'0'0'3'0,"0"0"30"0,-45-32 13 0,14 30-20 16,-7 2-8-16,-9 13 1 15,-5 11-2-15,-5 6-2 16,-1 5-8-16,-1 7-1 16,6 0-4-16,7 1-1 15,11-5 0-15,17-5-1 0,12-6 1 16,6-6-1-16,22-5 0 16,15-6 0-16,11-5 0 15,8 1 1-15,8 0-2 16,0 1 1-16,2 4 0 15,-2 9 0-15,-8 3-1 0,-4 7 0 16,-8 2-4-16,-9 5 0 16,-8-1 5-16,-8-1 0 15,-8-3 0-15,-9-3 0 16,-2-3 0-16,-10-2 1 0,-12-3 10 16,-7-1 1-16,-6-1 6 15,-12-4 0-15,-8 1-2 16,-5-3-6-16,-9-5-4 15,-2-4-1-15,0-2-2 16,6-2-1-16,7-6-1 16,9-7 0-16,17-2 1 0,8-2-4 15,13-2-13-15,9 2-30 16,3 2-9-16,17 2-28 16,8 0-44-16,7 0-2 15</inkml:trace>
  <inkml:trace contextRef="#ctx0" brushRef="#br0" timeOffset="-124628.42">24359 15125 254 0,'0'0'5'0,"0"0"68"16,-4-51-7-16,8 29-19 15,9 0-17-15,4 0-2 0,7 2-10 16,3 7-6-16,4 4-6 16,-1 8-3-16,-2 1-2 15,-1 11 0-15,-3 10-1 16,-6 8 0-16,-9 4 0 0,-7 6 0 16,-2 3 1-16,-15 4-1 15,-9-2-1-15,-5 3 1 16,-1-3-1-16,-2 0 1 15,3-4 0-15,3-2 1 16,6-5-2-16,7-5 1 0,8-5 0 16,5-4 0-16,2-5 0 15,14-6 0-15,11-7 0 16,8-1 1-16,8-5-1 16,6-12 0-16,3-3 0 15,5-3-1-15,-2-2-10 16,-5 0-11-16,-7 0-41 0,-10 1-115 15</inkml:trace>
  <inkml:trace contextRef="#ctx0" brushRef="#br0" timeOffset="-124279.03">25474 14543 369 0,'0'0'3'0,"0"0"55"0,0 0-13 0,0 0-22 0,54-41-13 15,-25 37-6-15,2 2-1 0,3 2-1 16,-3 0-2-16,-2 0 0 16,-4 7 0-16,-6 3-30 15,-4-1-47-15,-7-2-57 16,-8-3-69-16</inkml:trace>
  <inkml:trace contextRef="#ctx0" brushRef="#br0" timeOffset="-124109.22">25503 14779 376 0,'0'0'15'16,"0"0"-12"-16,0 0 33 15,11 39-4-15,14-37-14 0,8-1-2 16,6-1-2-16,5-3-10 15,2-8-3-15,2 1-1 16,1-4-16-16,0-3-36 16,-1-6-117-16</inkml:trace>
  <inkml:trace contextRef="#ctx0" brushRef="#br0" timeOffset="-123604.04">27375 14162 238 0,'0'0'16'0,"0"0"60"0,0 0 5 0,-39-30-26 15,14 30-23-15,-5 9-1 16,-6 12-2-16,-3 6-2 16,-1 9-2-16,0 5-8 15,4 6-8-15,6 0-3 16,8 0-2-16,10-2-2 0,7-2-2 16,5-2 1-16,16-7-1 15,11-4 0-15,9-9 0 16,9-8 0-16,6-10-8 15,5-3-25-15,1-13-29 16,-1-10-31-16,-6-8-79 0</inkml:trace>
  <inkml:trace contextRef="#ctx0" brushRef="#br0" timeOffset="-123243.04">27599 14387 371 0,'0'0'22'0,"0"0"30"0,-42-3-17 15,29 7-8-15,3 6 4 16,3 4-4-16,2-1-8 16,5 1-5-16,0 2-9 15,4-2-1-15,5 0-2 0,3-1-1 16,5-2 0-16,-1-2 0 16,1-2-1-16,1-3 1 15,0-4-1-15,-1 0 0 16,0 0 0-16,-2-11 1 15,-1-5-1-15,-3-2 0 16,-4-5 0-16,-3 0 0 0,-4-5-2 16,-4 1-5-16,-10 3 3 15,-7 1 2-15,-5 5 2 16,-4 5 0-16,-3 7-1 16,2 6 1-16,3 0 0 15,7 10-1-15,8 6-1 0,6 1-21 16,7 4-20-16,11-4-28 15,14-4-52-15,6-7-47 16</inkml:trace>
  <inkml:trace contextRef="#ctx0" brushRef="#br0" timeOffset="-122962.08">27946 14327 445 0,'0'0'24'0,"0"0"5"15,0 0-19-15,0 0 10 0,29 54 6 16,-13-34-1-16,0 0-4 16,2-2-10-16,4 1-7 15,-6-1-1-15,0-4-2 16,-4-2 0-16,0-4 0 16,-8-4-1-16,0-4 1 15,-2 0 0-15,1-12 1 0,-2-4 0 16,1-7-2-16,2-4 0 15,2-7 0-15,2-2-2 16,5-3-17-16,5-1-40 16,1-2-32-16,6-1-122 0</inkml:trace>
  <inkml:trace contextRef="#ctx0" brushRef="#br0" timeOffset="-122656.27">28842 13810 297 0,'0'0'7'0,"0"0"85"15,-57-25-23-15,28 27-31 16,-5 21-10-16,-2 12 0 15,4 10-1-15,5 7-8 16,6 6-8-16,8 2-2 0,10 1-3 16,3 0-3-16,10-3-1 15,8-2-1-15,8-6 0 16,4-8-2-16,5-5-11 16,6-14-19-16,3-5-31 15,2-11-5-15,4-7-34 16,-2-7-49-16</inkml:trace>
  <inkml:trace contextRef="#ctx0" brushRef="#br0" timeOffset="-122397.98">29258 13864 435 0,'0'0'-2'0,"0"0"18"15,0 0-11-15,8 51 23 16,7-20-4-16,4 2-10 0,-2 1-2 16,1-1-7-16,-5-2-4 15,-5-1 0-15,-5-4-1 16,-3-2-16-16,-4-6-37 16,-9-4-36-16,-1-9-30 15,-2-5-54-15</inkml:trace>
  <inkml:trace contextRef="#ctx0" brushRef="#br0" timeOffset="-122121.23">29272 13845 304 0,'0'0'1'0,"43"-31"2"16,-14 24 25-16,4 7 18 15,1 7-13-15,0 13-10 16,0 9 2-16,-7 6-6 15,-6 3-6-15,-6 3-7 16,-5-2 0-16,-10 0-3 0,0-5-2 16,-9-5 1-16,-7-2 0 15,-5-4-1-15,-6-5 0 16,-2-3 0-16,-2-3-1 16,-2-6 0-16,-1-4-1 15,3-2-2-15,2 0-4 0,2-3-11 16,8-9-7-16,7 1-13 15,10-5-23-15,2-5-29 16,20-3-77-16</inkml:trace>
  <inkml:trace contextRef="#ctx0" brushRef="#br0" timeOffset="-121695">29847 13951 377 0,'0'0'3'0,"-52"13"32"0,14 1 5 16,-2 4 3-16,-2 2-5 16,5 1-6-16,8-1-9 15,10 0-12-15,7-1-8 16,10-1-2-16,2 0 0 16,9-3-1-16,9-4 0 15,8-1-1-15,3-8-8 0,0-2-10 16,0-5-1-16,-1-12 8 15,-4-4 10-15,-6-5 1 16,-7 1 1-16,-7 1 0 16,-4 2 0-16,0 5 3 15,-4 5 6-15,-5 7 2 0,2 5-1 16,-1 0-2-16,5 10-3 16,3 5 0-16,0 4-1 15,2 0-2-15,9-1 0 16,4 3-1-16,0-4-1 0,2-2 1 15,1 0-1-15,-1-5 0 16,0-1-15-16,-1-4-13 16,-1-3-9-16,0-2-21 15,-2 0 15-15,-2-9-29 16,-1-8-43-16,-2-5-27 0</inkml:trace>
  <inkml:trace contextRef="#ctx0" brushRef="#br0" timeOffset="-121509.52">29976 13736 291 0,'0'0'6'16,"0"0"104"-16,0 0-74 0,0 0-22 15,1 37 27-15,12 0-5 16,1 5-3-16,4 4-17 16,-1 1-11-16,0-3-3 15,-4-3-1-15,-3-2-1 16,-5-5-24-16,-5-7-54 0,0-9-41 15,0-9-72-15</inkml:trace>
  <inkml:trace contextRef="#ctx0" brushRef="#br0" timeOffset="-120995.54">30008 14043 348 0,'0'0'3'0,"-3"-37"58"15,4 20-16-15,17 5-20 16,8 3-21-16,8 2-4 15,7 1 1-15,3-1-1 16,2 5-9-16,1-2-30 0,-4-1-36 16,-4 0-19-16,-6-2 36 15,-7 3 42-15,-6-3 18 16,-10 1 35-16,-8 2 45 16,-2 3 16-16,-16 1-57 15,-8 0-4-15,-4 11 3 0,-3 3 2 16,1 4-18-16,5 2-12 15,7 0-3-15,5 2-4 16,8-1-2-16,5-2-2 16,0-3 0-16,5-3-1 15,10 0 1-15,0-7-1 0,4-5-1 16,0-1-1-16,1-1-3 16,0-12 2-16,-5-6 2 15,-3-1 0-15,-5-1 1 16,-4 0-1-16,-3 3 1 15,0 5 1-15,0 6 0 0,-3 6 0 16,0 1 2-16,1 3-3 16,2 11 1-16,0 4 0 15,3 3 1-15,8 0-2 16,4-2 1-16,1-2 0 16,3-2-1-16,-1-5 0 15,1-3-2-15,-1-4-26 0,-1-3-45 16,0 0-29-16,-2-13-112 15</inkml:trace>
  <inkml:trace contextRef="#ctx0" brushRef="#br0" timeOffset="-120622.8">30592 13834 286 0,'0'0'24'0,"0"0"74"0,32-41-51 16,-16 27-6-16,4 4-9 15,0 2-10-15,0 6-9 16,-2 2-8-16,-5 9-4 16,-5 9 0-16,-7 6-1 0,-1 3 0 15,-8 4 1-15,-7 2-1 16,-4-2 1-16,-2 1-1 15,0-3 1-15,3-2-1 16,1-7 0-16,5-3 1 16,5-4-1-16,5-6 0 0,2-7 0 15,11 0 1-15,11 0 0 16,7 0-1-16,4-4 0 16,6-3 1-16,3 0-2 15,1 0-17-15,-1-2-29 16,-4-1-17-16,-5-7-59 0,-2-3-74 15</inkml:trace>
  <inkml:trace contextRef="#ctx0" brushRef="#br0" timeOffset="-120388.62">30993 13423 344 0,'0'0'91'0,"44"-1"-85"0,-18 24 22 16,0 17 1-16,-2 15-2 15,-7 9 13-15,-10 12-9 16,-7 7-14-16,-17 4-9 16,-18-1-6-16,-16 1-2 15,-17-3-9-15,-9-16-92 0,-4-14-197 16</inkml:trace>
  <inkml:trace contextRef="#ctx0" brushRef="#br0" timeOffset="-118203.05">29536 11443 277 0,'0'0'53'0,"-1"-46"-48"0,-5 19 7 0,2-3-4 15,1-4 7-15,1-4 5 16,-1-5-9-16,2-8-2 16,0-7 0-16,-1-12 7 15,0-5-4-15,-2-9-3 0,-3-7 1 16,-2-12-5-16,-5-4 0 15,-4-5 1-15,-3-7-2 16,-2-5 0-16,-3-4-2 16,-1-1-1-16,-2-3 1 15,2-3-1-15,-3-3-1 0,2-1 0 16,-1-4 0-16,-1-2 0 16,1-7 0-16,-2 4 0 15,0-2 0-15,-1 0 0 16,-5 4 0-16,-2 1-1 15,-2 2 2-15,-2 2-1 0,-3 3 0 16,-2 2 0-16,0 1 1 16,-4 4 1-16,-1 2 5 15,-2 6-4-15,-1 2-2 16,0 6 1-16,-3 1 0 16,1 11-1-16,-2 5 0 0,-1 4-1 15,-3 5 1-15,-2 8-1 16,-2 5 0-16,-7 7 0 15,-2 6 0-15,-1 8 0 16,-3 8 0-16,-4 6 1 16,-2 5-1-16,-2 9 1 15,2 3-1-15,-2 9 0 0,-1 4 0 16,2 6-1-16,5 3 2 16,6 2-2-16,7 0 1 15,11 0 0-15,8 0 0 16,9 3 0-16,9 0 0 0,9-3 0 15,7 0-1-15,7 0 1 16,5 0-2-16,5 0-9 16,0 0-23-16,2 0-54 15,9 0 26-15,4 0 14 16,0-3-39-16</inkml:trace>
  <inkml:trace contextRef="#ctx0" brushRef="#br0" timeOffset="-117664.8">27003 5548 316 0,'0'0'0'0,"0"0"2"0,-42-25 2 15,29 19 9-15,0 5-2 16,-1 1 2-16,0 0 3 0,0 0-7 16,-3 1-3-16,1 8-4 15,-1-1 0-15,-1 2 0 16,-1 4-2-16,-1 2 1 16,-2 2 0-16,-5 4 1 15,-3 2 0-15,-2 0 0 0,0 3 1 16,-2 0 0-16,3 0 1 15,5 0 2-15,10-4 3 16,5 1 1-16,11 0-5 16,14-4-3-16,21 3 4 15,14-2 6-15,21 3 0 0,10 2-4 16,13 5-6-16,1 4-2 16,-9 1-24-16,-12-3-150 15</inkml:trace>
  <inkml:trace contextRef="#ctx0" brushRef="#br0" timeOffset="-72151.71">5341 2136 111 0,'0'0'44'0,"0"0"-26"0,0 0 5 16,0 0-8-16,0 0 3 16,0 0-12-16,0 0 0 0,-38-10 3 15,34 9 13-15,-1 0-12 16,-1-2 5-16,-1 1-5 16,2-1 1-16,-3-3 1 15,1 3-5-15,-2-1 4 16,-3-1-3-16,-1-1-1 15,-1 0-3-15,-3 0 0 0,-1-1 2 16,1 0 1-16,-2 0 1 16,1 0-1-16,-1-3 0 15,2 3-2-15,-2-2-1 16,1-2 0-16,1 2 0 0,0 1-2 16,1-2-1-16,1 3 0 15,-5 1-1-15,2 1 2 16,-2 2-2-16,-3 1 0 15,-2 2 0-15,-1 0 0 16,-3 0 0-16,-2 7 0 16,0 2 0-16,-1-1 0 0,3 2 0 15,4 0 1-15,1 0-1 16,5-1 1-16,2 2-3 16,6 0 4-16,-1 2-3 15,4 4 1-15,-1-1 0 16,2 2-1-16,2 4 1 0,1 2 0 15,-2 4 0-15,3-1 0 16,-1 6 0-16,-3 0 0 16,2 2 0-16,-1 2 0 15,-1 1 0-15,-1 3 0 16,-2 3 0-16,1 2 0 0,-3 5 0 16,-2 3 0-16,3 3 0 15,-5 5 0-15,2 2 1 16,0 2-1-16,2-1 1 15,1-1-1-15,1-2 1 16,1 1-1-16,3-4 0 0,-1 1 1 16,2 0 0-16,1-2 0 15,0 3 1-15,1 0-1 16,3 0 0-16,0 3 2 16,0 0-1-16,0 0 0 15,2-3-1-15,-2 2 1 0,0-1-2 16,0-1 2-16,0-1-1 15,0 2-1-15,0-2 1 16,0 0 0-16,0-1 0 16,-2 1-1-16,0-1 1 15,2-2-1-15,-2 2 1 16,2-3 0-16,0-2 1 0,0-4 0 16,0 0-1-16,0-3 0 15,2-1 0-15,2-3-1 16,3-5 1-16,3-1-1 15,0-6-1-15,1-3 2 0,3-3-1 16,-1-3 0-16,3-3 0 16,-1 0 1-16,4-2-1 15,-4-3 0-15,3-1 0 16,-1-2 0-16,4-2 1 16,-1-1 0-16,0 1-2 15,2-2 2-15,3 1-2 0,2 2 2 16,2-1-1-16,0 2 0 15,7 0 0-15,-2-2 0 16,3 2 1-16,1-5-2 16,1 0 2-16,-3-2-1 15,-1-1 0-15,-1-3 0 0,-1 0 0 16,-2 0 0-16,0 0-1 16,1-6 1-16,-3-1 0 15,2-3 0-15,0 1-2 16,-2-2-1-16,-2 0 1 15,0 1-17-15,-4 0 9 0,-3 0 11 16,2 3-2-16,-2-1-5 16,-2 0-3-16,0 1 5 15,-3-1-1-15,1 1-4 16,-3-2 1-16,-1 2 0 16,-1-1 6-16,-2-1 2 0,0 2 0 15,-4-3 0-15,1 1 1 16,-1-2-1-16,1 1 0 15,1 0 0-15,-2-3 0 16,-1-1 1-16,0 1-1 16,1-1 1-16,-3-3-2 0,4 0 2 15,-3-3 0-15,4-1-1 16,-5-2 0-16,2-4 1 16,-1-2 1-16,-1-7 0 15,0-4-1-15,-2-3 1 16,0-9 5-16,0-6 3 0,0-5-2 15,-2-5 0-15,0-4-3 16,-1-1 0-16,-1-1 2 16,2 3-4-16,0 3 1 15,-3 8-1-15,4-1-2 16,-1 9 0-16,-2 0 0 0,2 5-1 16,-2 0 1-16,1 0-1 15,1-1 0-15,2 2 2 16,0-2-2-16,0 2 0 15,0 5 2-15,0 0-2 16,2 1 4-16,3 6-1 16,-1 0-3-16,0 3 0 0,2 4 1 15,0 1-1-15,-2 2 0 16,-1 1 0-16,1-1 0 16,-2 1 0-16,0-2 0 15,-2-3 1-15,2 3-2 16,-1 0 2-16,1 2 0 0,-2-1-1 15,0 1 0-15,0-1 0 16,0 0 1-16,0-2 0 16,0 1 0-16,0-1-1 15,0 5 1-15,-2 0-2 16,2 3 2-16,0 3-1 0,0 2 1 16,0 0 0-16,0 2-1 15,0 2-1-15,0-1 2 16,0 0-2-16,0-1 2 15,0 0-1-15,0-2 0 16,0 2 0-16,0-3 2 0,0 2-4 16,0-2 2-16,0 0 0 15,0-1 0-15,0 1 0 16,0-3 0-16,-1 3 2 16,1 0-2-16,0-2-2 15,0 1 2-15,0-1 2 0,0 2-4 16,0-1 2-16,0 0 2 15,0 2-2-15,-2 2 0 16,-2-2 0-16,2 3 1 16,0 0-1-16,-1 0 1 15,1 2-1-15,0-4 0 0,0 2 0 16,0-2 0-16,2 0 0 16,0-2 0-16,0 4 1 15,-2-1-1-15,2 0 0 16,0 2 1-16,0-1-1 15,-3 0 0-15,2 0 1 16,-1 2 0-16,0 0 0 0,0 0 1 16,-2 2 0-16,-1-1-1 15,1 0 2-15,-3 1-3 16,0 2 0-16,0 0-2 16,1 1-2-16,0 0-4 0,3-7-16 15,3 0-21-15,0-13-63 16,0-8-35-16</inkml:trace>
  <inkml:trace contextRef="#ctx0" brushRef="#br0" timeOffset="8656.06">21194 717 77 0,'0'0'-10'0,"0"0"18"0,0 0 36 0,0 0-35 16,7 39 11-16,-2-23-3 16,-1 4 0-16,-2 8 5 15,1 5 0-15,0 10-6 16,0 6-4-16,1 8-1 16,-3 4-4-16,1 3-3 0,-1 0-1 15,-1-4-2-15,0-6 1 16,0-3-1-16,0-8 0 15,0-5 0-15,-3-10 2 16,-2-5 0-16,1-6 0 16,0-7 4-16,1-4 2 0,-4-6 27 15,3 0 32-15,2-6-53 16,-1-10-13-16,1-7 0 16,2-6-1-16,0-9 1 15,0-7 0-15,0-6-1 16,5-6 2-16,1-8-3 0,3-3-1 15,2-3-10-15,-3 1 2 16,2 6-6-16,-1 8 13 16,-5 7 1-16,-1 12-1 15,-1 6-1-15,-2 7 2 16,0 8 1-16,0 1 2 0,0 5 0 16,0 0 1-16,0 5 0 15,0 0-1-15,0 2 1 16,0-1-1-16,0 4 0 15,0-1 1-15,0 1-2 16,0 0-2-16,0 0-1 0,-1 0-2 16,0 8 3-16,-1 2 0 15,1 7-1-15,0 1 3 16,1 5 0-16,0 3-1 16,0 1 1-16,5 4-1 15,4-1 1-15,1 5-1 0,-2-2 0 16,2 1 0-16,1 0 0 15,0-4 1-15,-2-6-1 16,3-4 0-16,-2-7-2 16,2-7 3-16,-1-6 0 15,1 0 4-15,2-11 3 16,2-7-4-16,0-5 0 0,0-4-1 16,0-7 1-16,-1 0-3 15,-1-3-1-15,-3 3-1 16,2 2 0-16,-8 3 1 15,1 4 0-15,-3 5-3 16,-2 4 3-16,0 4 1 0,-1 5 6 16,0 2 1-16,0 3 1 15,0 2-6-15,0 2-7 16,0 9-2-16,0 5 3 16,0 5 5-16,3 2 3 15,2 4-3-15,1 1-2 0,4-1 0 16,-2 3 0-16,4-3 0 15,1-3 2-15,1-3 1 16,6-6-5-16,-3-7-38 16,2-4-51-16,3-6-2 15,-1-18-148-15</inkml:trace>
  <inkml:trace contextRef="#ctx0" brushRef="#br0" timeOffset="13173.97">21277 1856 39 0,'0'-3'34'0,"0"3"4"16,0-2-5-16,0 1-6 15,0 1 5-15,0-1 7 16,0 0-9-16,0-1-5 0,0 2-5 16,0-2 0-16,0 0-3 15,0 0-2-15,0-3-3 16,0 2-1-16,2-3-2 16,1 0 2-16,1 2 1 0,2 1-7 15,0-1-2-15,4 4-1 16,-1 0-1-16,-1 0-1 15,4 11 1-15,0 2-1 16,1 4-1-16,-2 3 0 16,-1 5 0-16,1 4-2 0,-1 2 3 15,-5 2 2-15,-1 4-3 16,-2-2 3-16,-2-3-1 16,0-1 2-16,-2-6-6 15,-5-3 10-15,1-5 4 16,-3-3 4-16,-2-3-2 0,1-1 0 15,2-1-5-15,-4-2 0 16,6-3-4-16,-3-2 0 16,2-1 0-16,0-1 0 15,-1 0 2-15,3-1 0 16,-4-8 0-16,0-1 0 16,-2-7-3-16,0-3 0 0,-2-4 0 15,0-3-2-15,-1-3-1 16,0 0 2-16,0-5-4 15,3 5 2-15,-1-4-3 16,4 5 3-16,0 1-1 16,3 5 4-16,-1-1-5 0,2 7 4 15,1-1-2-15,-2 2 0 16,2 2-2-16,0 1 1 16,0 2 1-16,1 1-1 15,0-1 1-15,0 2-1 16,0-1 0-16,2 3 0 0,0 0 0 15,0 1 1-15,0 0-2 16,0 2 2-16,0 1-1 16,0 0-1-16,0 2 2 15,1 0-1-15,6-1-1 16,4 2 1-16,3-1 0 0,4 0 1 16,7-1-1-16,7 2 0 15,10-3 2-15,6-3 4 16,2 1 2-16,8-1 3 15,-2-1-5-15,-7 0-1 16,0 3-1-16,-7-1-1 0,-7 1-2 16,-5 1 2-16,-5 0 1 15,-3-1 3-15,-7 1 3 16,0-1 0-16,-3 1-2 16,-1 2 2-16,-1-2-2 15,-2 0-1-15,-1 2-3 0,-4-1-1 16,2 1 0-16,-1-1-1 15,-2 1-1-15,0 1 0 16,0 0 0-16,-2 0 0 16,1 0 0-16,0 0 0 15,0-1 1-15,1 1-1 16,-2-2 0-16,1 2 1 0,0 0-1 16,1 0 0-16,-2 0 0 15,0 0 1-15,0-1-2 16,0 0 1-16,0 0-1 15,0 0 2-15,0 1-4 16,0-1-7-16,0 1-6 0,0-2-11 16,2 2-4-16,-2 0-19 15,0 0-20-15,0 0-30 16,-5 0-58-16</inkml:trace>
  <inkml:trace contextRef="#ctx0" brushRef="#br0" timeOffset="19640.01">23088 809 107 0,'0'0'73'0,"0"0"-42"0,0 0-4 0,0 0-4 15,0 0-9-15,0 0 0 16,0 0 0-16,2-3-1 16,0-1 4-16,0 1 4 0,0 0-1 15,0-1-5-15,1 1-3 16,0-1-1-16,2 1 1 15,0-1-2-15,4-2-3 16,2 2 1-16,1 0-1 16,5-1-1-16,1 1 1 15,4 1 0-15,1 2 1 0,2 1-4 16,-1 0 1-16,-3 0-3 16,-1 8-1-16,-2 2 1 15,-4 4-1-15,-4 1 0 16,-2 3 0-16,-5 2 2 15,-3 3-1-15,0-2-1 0,-11 2 2 16,-5 1-1-16,-6 0 4 16,-3-4 7-16,-4 1-7 15,-2-1-4-15,1-6 1 16,-1-1-1-16,0-3-1 16,4-1 0-16,5-4-1 0,0-2 2 15,6-3-2-15,2 0 0 16,5 0-1-16,4 0-7 15,2-4-10-15,3-6-18 16,0 0-31-16,3-2-47 0,7-4-20 16</inkml:trace>
  <inkml:trace contextRef="#ctx0" brushRef="#br0" timeOffset="20274.17">23556 673 113 0,'0'0'7'0,"0"0"10"0,0 0 1 0,0 0 9 0,0 0-5 16,0 0-4-16,0 0-1 16,0 0 2-16,0 0 1 15,0 0-4-15,0 0-2 0,12-34 5 16,-12 32-2-16,0-1-2 15,0 2 2-15,-1-1-3 16,-3 1-4-16,-2 1-3 16,-1 0-3-16,-4 0 0 15,1 0 4-15,0 4 2 16,-4 3 5-16,3 3 1 0,-5 3 1 16,5 1-3-16,-2 4-1 15,-1 1-5-15,4 1-2 16,3 3-2-16,-4 0 1 15,5-2-1-15,3 1-1 16,2 1-1-16,1 0 0 0,0-3 0 16,7 0-1-16,2-2 0 15,5-1 0-15,1-2-1 16,3-4 1-16,-1-1 0 16,0-2 0-16,3-5 0 15,-5 0 0-15,1-3-1 0,-1 0 1 16,1 0-1-16,-2 0 1 15,-1 0-19-15,-1-6-26 16,-2-2-42-16,-2-6-61 16</inkml:trace>
  <inkml:trace contextRef="#ctx0" brushRef="#br0" timeOffset="20942.19">22913 501 127 0,'0'0'5'0,"0"0"28"0,0 0-2 0,0 0-5 0,0 0 4 15,0 0 2-15,0 0-4 16,0 0-7-16,0 0-15 0,0 0-5 16,0 0 28-16,0 0 23 15,48 0-19-15,-6 0-7 16,10-6-8-16,5 2-4 15,5-3-5-15,1 0-1 16,-5-2-1-16,-3 3-1 0,-4-1 0 16,-9-1-1-16,-7 2 1 15,-6 1-2-15,-7 0-2 16,-3 1-1-16,-8 1 0 16,-3 3 0-16,-1-1 1 15,-4-1-2-15,-2 1 1 0,-1 1 0 16,1-1-1-16,0 1 1 15,-1 0-1-15,2 0 0 16,0 0 0-16,2 0 0 16,-1 0 0-16,1 0 0 15,2 0-1-15,-2 0-8 16,0 0-25-16,2 2-13 0,-4 1-44 16,0-3-59-16</inkml:trace>
  <inkml:trace contextRef="#ctx0" brushRef="#br0" timeOffset="21781.98">24627 605 315 0,'0'0'15'0,"0"0"35"0,0 0-17 15,0 0-15-15,-53-15-4 16,33 15-10-16,0 9 0 15,-1 2-2-15,3-1 0 0,3 1-1 16,4 2-1-16,3-4 0 16,5 2-1-16,3-1 1 15,0 0-1-15,11 1 2 16,2 2-2-16,5-3 1 0,2 3 0 16,5 1 0-16,0 0-1 15,1 0-5-15,-2 1-5 16,-4-1 4-16,-2 0-3 15,-5-2 7-15,-3 0 1 16,-1-3 1-16,-9-1 1 0,0 1 0 16,-2-2 0-16,-10 0 3 15,-6 0 5-15,-4 0 1 16,-5-2-2-16,-4-1-1 16,-2 0-1-16,1-1-2 15,-4-3-2-15,4 0 0 16,2 0-1-16,6-7 0 0,5-2 0 15,8 1-9-15,5-2-26 16,6 0-58-16,4-3-29 16</inkml:trace>
  <inkml:trace contextRef="#ctx0" brushRef="#br0" timeOffset="22266.27">25034 712 313 0,'0'0'3'0,"0"0"22"0,-49-4 27 16,31 4-13-16,-3 0-17 15,1 4-7-15,3 5 2 16,1-2-7-16,3 4-6 0,4-1 0 15,-2 3-2-15,6-2-2 16,3 1 0-16,2 1 0 16,0-1 0-16,0 1 0 15,7-3-2-15,4-1 2 0,0-2-1 16,-2-3-6-16,3-4 3 16,-1 0 2-16,-1 0 2 15,4-7 0-15,-5-6 1 16,2-1-1-16,1-3-1 15,-4 3 1-15,-3-2 1 0,-1 3-1 16,-2 2 0-16,-2 2 4 16,0 4 7-16,0 1 0 15,0 2 3-15,0 2-1 16,0 0-11-16,0 0-3 16,0 6 0-16,2 4 1 15,5 2 1-15,2 4-1 0,2 1-1 16,5-4 1-16,-1 4 0 15,2-3-18-15,0-5-27 16,1-4-76-16,0-3 38 16,-4-2-52-16</inkml:trace>
  <inkml:trace contextRef="#ctx0" brushRef="#br0" timeOffset="22923.76">25228 691 378 0,'0'0'18'0,"0"0"5"0,0 0-25 16,0 0 5-16,0 0 7 15,0 0 2-15,0 0-1 16,23 50-2-16,-18-35-1 0,-1 0-4 16,0 0-2-16,-2-2-1 15,0-2-1-15,0-1 3 16,-2-4-3-16,0-3 1 15,0-1 1-15,0-2 1 16,0 0 3-16,0 0 9 16,-2-3-3-16,0-5-6 0,0-2-1 15,1 1-2-15,1-3-1 16,0 2 4-16,3 0-3 16,2 1-1-16,2 1 1 15,1 3-2-15,1 3 0 16,-1 1-1-16,4 1-1 0,0 0 2 15,2 4-2-15,-1 6 1 16,1 0 0-16,-1 0-1 16,0 2 1-16,-4 0 0 15,0-2 0-15,-3 0 0 16,0-3 0-16,-2 0 0 0,-2-3 0 16,0 1 0-16,-2-4 0 15,0-1 0-15,-2 0 1 16,-6 0 0-16,0 0 0 15,1-6 0-15,-4-3-1 16,3-2 1-16,3-1 0 0,4-1 2 16,1 0-2-16,0 0 4 15,12 3-2-15,1 2 0 16,4 1-2-16,2 4 0 16,2 1-2-16,1 2 1 15,-2 0 0-15,0 6-1 0,-3 1 1 16,-1 3 0-16,-5-3 0 15,-1 2-9-15,-3 2-20 16,-4-2-20-16,-2 0-36 16,-1-3-19-16,0 0 0 15</inkml:trace>
  <inkml:trace contextRef="#ctx0" brushRef="#br0" timeOffset="23404.2">25637 728 351 0,'0'0'66'0,"0"0"-10"0,0 0-51 0,0 0-1 0,35 50 5 15,-24-15 9-15,1 7 2 16,0 6-9-16,-3 4 4 16,-2-2-6-16,0 0-4 15,-1-5-2-15,-3-6 0 0,1-11-1 16,-3-6 0-16,-1-6 0 15,0-7 0-15,0-6 0 16,0-3 4-16,0 0 49 16,-5-14-17-16,2-6-32 15,-3-10-5-15,3-8-1 0,2-8 0 16,1-7 0-16,1-3 0 16,10-3-3-16,0 3-1 15,-1 8 3-15,3 10 0 16,-2 10 2-16,-2 9-1 0,2 11 0 15,-1 5-2-15,2 3-2 16,0 4-1-16,-1 6 3 16,2 3 0-16,-7 3 1 15,1-1-1-15,-6 0-2 16,-1-1-3-16,0-3-1 0,-7-1-5 16,-2-1 0-16,-5-4 0 15,-4-2-8-15,-1-2-3 16,0-1-7-16,-1 0-8 15,2-7-23-15,3-4-36 16,3-1 28-16,6-4-57 16</inkml:trace>
  <inkml:trace contextRef="#ctx0" brushRef="#br0" timeOffset="23638.53">25964 528 488 0,'0'0'-8'0,"0"0"14"0,0 0-9 0,0 0 5 15,0 0 4-15,33 61 4 16,-25-37 1-16,2 3-5 0,-1 3-2 16,-2-3-2-16,2 3-2 15,-6-2 1-15,-1-2-3 16,-1-5-50-16,-1-4-43 15,0-4-16-15,0-9-69 16</inkml:trace>
  <inkml:trace contextRef="#ctx0" brushRef="#br0" timeOffset="23983.96">26109 744 415 0,'0'0'2'0,"0"0"4"15,41-16 1-15,-23 12 6 16,0 1 6-16,-1 0-5 16,-1 0 5-16,-2 0-4 15,-4-1-3-15,-1 1-1 0,-2 0-5 16,-5 2-4-16,-1-3 3 16,-1 1 17-16,0 3 8 15,-10-4-15-15,-1 1-10 16,-3 3-2-16,-3 0-2 15,3 1 0-15,-1 6-1 0,4 5 1 16,1 2-2-16,4 4 2 16,2 2-1-16,5 2 0 15,-1-1 0-15,4 0 0 16,9-2 0-16,2-2-11 16,5-3-24-16,0-7-34 15,3-4-16-15,-1-3-55 0,1-7-93 16</inkml:trace>
  <inkml:trace contextRef="#ctx0" brushRef="#br0" timeOffset="24813.06">26728 623 503 0,'0'0'0'0,"0"0"11"0,0 0-14 16,0 0-4-16,0 0 7 0,27 58 2 15,-14-32-2-15,-2-2 0 16,-1 0 1-16,-2-3 0 16,-3-5 0-16,-1-3-1 15,-2-3 1-15,-2-6 0 16,0-2 0-16,0-2 6 16,0 0 29-16,0-6-19 0,0-8-14 15,0-5-2-15,0-1-1 16,0-4 0-16,8-1 1 15,4 2-2-15,2 3 1 16,1 7 0-16,1 3-1 0,2 9-1 16,-2 1 0-16,-2 6-1 15,2 7 1-15,-1 3 2 16,-1 4-1-16,-3-2 0 16,-1-2 2-16,-4 1-1 15,0-3 0-15,-2-3 0 0,-3-3 0 16,0-3 0-16,-1-3 0 15,0 1 0-15,0-3 2 16,-4 0 0-16,-5-3 0 16,1-4 0-16,1-6-1 15,0 0 2-15,3-4 1 0,3-1 0 16,1 2 0-16,2-1 1 16,9 3-4-16,2 4 0 15,4 5 0-15,1 3-1 16,0 2-2-16,0 0 1 15,-1 11 1-15,-2 2-2 16,-2 1 2-16,-2 3 0 0,-3-1-1 16,-3 0-2-16,-1-1-18 15,0 0-11-15,-4-1-19 16,0-3-17-16,0 2-58 16,0-6-17-16</inkml:trace>
  <inkml:trace contextRef="#ctx0" brushRef="#br0" timeOffset="25239.57">27325 713 526 0,'0'0'-1'16,"0"0"6"-16,0 0-1 0,0 0-1 0,50-42-1 15,-38 35 0-15,3 2 0 0,-3-2 0 16,0 1 1-16,-2 0-2 16,-2 3-1-16,-3-1 1 15,-2 0-1-15,-1 1 1 16,-2 0 1-16,0-1 0 16,-5-2 1-16,-3 3-2 0,-2-1 1 15,-4 1-2-15,2 3 1 16,-3 0 2-16,2 0 0 15,0 7-1-15,0 3 1 16,3 3 0-16,0 1 1 16,4 6 0-16,3-2-2 0,3 2 0 15,0-1 0-15,1-1-2 16,9-1 0-16,4-3 2 16,4-2-3-16,4-5 2 15,3 0-1-15,4-7-3 16,4 0-21-16,3 0-19 0,0-11-28 15,3-8-98-15</inkml:trace>
  <inkml:trace contextRef="#ctx0" brushRef="#br0" timeOffset="25691.79">27848 622 377 0,'0'0'129'15,"0"0"-126"-15,-36 0-2 16,19 2 9-16,0 4 5 0,0 0 11 16,1 2-3-16,-2-1-8 15,5 1-9-15,2 2-2 16,1-2-3-16,3 2-1 16,2-2-1-16,3 0 1 15,2-1-1-15,0-2-3 0,0-1-3 16,4-2-4-16,7 0-4 15,3-2-5-15,0 0 8 16,4-4 6-16,0-3 3 16,-3-4 2-16,-1 4 1 15,-2-3 1-15,-7 5 0 16,-1 2 8-16,0 1 1 0,-4 2-5 16,0 0-1-16,2 0-2 15,-2 0-2-15,1 5 3 16,3 4 0-16,3 1 1 15,-2 4-2-15,3-2 0 16,2-1-2-16,1 1 1 0,2-3-1 16,2 0-5-16,1-5-43 15,4-4-37-15,-4 0-94 16</inkml:trace>
  <inkml:trace contextRef="#ctx0" brushRef="#br0" timeOffset="26037.58">28054 651 463 0,'0'0'7'0,"0"0"-5"0,0 0-6 0,0 0 10 0,0 0 7 16,0 0 3-16,12 46-5 16,-9-35-3-16,4-1 3 15,-6 0-5-15,2-1-5 16,-1-2 0-16,-1-3 0 15,1 0-1-15,0-1 2 0,-2-3 0 16,0 0 0-16,0 0 3 16,0-3 6-16,2-8-6 15,-1-2-3-15,4-3-1 16,3 1 0-16,-2 2 1 16,4 2 1-16,0 3 0 0,2 6 0 15,1 2-2-15,1 0 2 16,3 4-2-16,-2 8 1 15,0 3 2-15,1 1-2 16,-2 2 0-16,-2-1-1 16,-1 3-1-16,-7 0-18 0,-4-4-80 15,0-4-133-15</inkml:trace>
  <inkml:trace contextRef="#ctx0" brushRef="#br0" timeOffset="28892.83">23000 1844 148 0,'0'1'106'0,"0"0"-66"0,0-1-24 0,0 3 16 16,0-1 2-16,0-1-4 0,0 0-7 15,0-1-5-15,3 0 4 16,3 0 8-16,3-4 0 16,4-5-14-16,1-5-6 15,6-4-3-15,-1-4 0 16,1-4 1-16,2-2 1 15,2-3-1-15,-4-3-4 0,0 1-2 16,-3 0 1-16,-4 1-2 16,-3 2-1-16,-2 3 1 15,-5 3-1-15,-2 7 0 16,-1 1-1-16,0 8 1 16,-3 2-1-16,-4 3-1 0,-4 3 1 15,-1 0-1-15,-3 7 1 16,1 3 0-16,-1 2 0 15,1 2 0-15,2-3-1 16,4 5 2-16,5-3 0 16,3-1-2-16,0 3 1 0,6-1 1 15,10 0-1-15,2-1 1 16,6 0 0-16,1 1-1 16,2 0 2-16,-2 0-2 15,-3 0 1-15,-2 2-1 16,-5-2 1-16,-1 3-1 15,-9-1 0-15,-1 1 1 0,-4 0 0 16,0-1 0-16,-5-1 0 16,-11-2 1-16,-1 1 0 15,-6-1 2-15,-2-3 3 16,-3 0 0-16,-2-3-2 0,2 0 0 16,-3-4-2-16,6-3-1 15,2 0 0-15,5-3 1 16,8-13-3-16,9-8-35 15,1-10-68-15,1-8-269 16</inkml:trace>
  <inkml:trace contextRef="#ctx0" brushRef="#br0" timeOffset="29905.24">24654 1437 288 0,'0'0'42'0,"0"0"-1"0,0-2-10 15,0 1-4-15,0-2-4 0,0 2 1 16,0-4 1-16,-4 1-8 16,-2 0-9-16,-2 3-1 15,-5-1-5-15,-3 2-1 16,-5 0-1-16,0 6 0 0,-1 2 0 15,0 2 1-15,5 0-1 16,4 0-1-16,6 0 1 16,5 0-1-16,2 0 0 15,3-1 1-15,12 3 0 16,3-2 0-16,7 1 0 0,1 0-2 16,-1 1-7-16,-3-2-7 15,-2 3-6-15,-6-3 0 16,-3 0 6-16,-5 1 8 15,-4-1 5-15,-2 0 2 16,0 0 0-16,-8-1 1 16,-6-1 2-16,-4 1 7 0,-1-1 3 15,-5-1 1-15,0 0 1 16,-2 0-3-16,-3-1-6 16,-1-1-1-16,-1 0 0 15,2-3-3-15,0-2 1 16,2 0-2-16,3 0 1 0,8-7-2 15,4-2-12-15,8-4-29 16,4-1-72-16,0-2-35 16</inkml:trace>
  <inkml:trace contextRef="#ctx0" brushRef="#br0" timeOffset="30418.91">25034 1536 313 0,'0'0'4'0,"0"0"31"0,0 0 15 16,0 0-9-16,0 0-16 15,-48-15 2-15,29 15-7 0,-2 0-2 16,0 0-5-16,2 5-4 15,2 1-1-15,3 1-2 16,3 0-5-16,4-1 0 16,3 1-2-16,4 0 2 15,0 0-1-15,0 2 0 0,2-2 1 16,5-2-2-16,2 1-5 16,2-3-3-16,-2-3 2 15,1 0 0-15,0 0 5 16,-3 0 2-16,0-3 1 15,-1-2-1-15,-1 0 0 0,-3 2 1 16,0-1-1-16,-2 4 0 16,1-1 1-16,-1-1 0 15,0 2 2-15,0 0-1 16,0 0-3-16,3 0 1 16,2 3 0-16,2 3 0 15,5 1 0-15,0 4-1 0,3-3 1 16,1 3 0-16,3-3 0 15,2-3 0-15,0 0-10 16,2-5-40-16,1 0-25 16,-6 0-47-16,2-10-22 0</inkml:trace>
  <inkml:trace contextRef="#ctx0" brushRef="#br0" timeOffset="31010.2">25222 1499 429 0,'0'0'19'0,"0"0"9"0,0 0-20 0,0 0-10 0,0 0 3 15,0 0-1-15,0 0 5 16,0 0 2-16,8 42-3 16,-1-30 0-16,-1-2-1 0,-1 3-2 15,0-4-1-15,-3 0 2 16,-1-3-1-16,0-3 0 15,-1 1 0-15,0-4 0 16,0 0 0-16,0 0 2 16,0 0 1-16,0-3 1 0,0-5 2 15,2-2-3-15,1-1-1 16,5-1 1-16,0 1 0 16,1 1 1-16,1 6-3 15,4-1-1-15,-3 5-1 16,5 0-1-16,-3 0 0 0,1 8 1 15,-3 0-1-15,-1 2 0 16,1 0 2-16,-3-2-3 16,-3 0 3-16,-1-3-1 15,0 0 0-15,-2-1 0 16,-2-2 0-16,1-1 1 0,-1 0-2 16,0-1 2-16,0 0 0 15,0 0 1-15,0 0 1 16,-1-4-1-16,-1-5-1 15,-2-1 0-15,3-1 1 16,1 0 1-16,0-1 2 0,3 1 4 16,8 2-2-16,1 2-1 15,4 3-3-15,0 4-2 16,4 0-2-16,-3 0-1 16,1 11 2-16,-1-2 0 15,-1 2 0-15,-3 1-1 0,-1-1-19 16,-5 0-34-16,1-2-2 15,-6-2-73-15,-1-3-11 16</inkml:trace>
  <inkml:trace contextRef="#ctx0" brushRef="#br0" timeOffset="31457.26">25637 1505 435 0,'0'0'16'0,"0"0"23"0,0 0-36 0,0 0-1 16,33 40 10-16,-20-10 6 0,0 5 3 16,1 8-9-16,-2 2 6 15,-2 1-8-15,-2-4-6 16,-3-2-2-16,-1-6 1 16,-2-6-2-16,-1-8 0 15,-1-7 1-15,0-6 0 0,0-5 1 16,0-2 21-16,-3-5 30 15,-2-10-39-15,0-7-10 16,-2-8-2-16,4-8-3 16,3-4-1-16,0-8 1 0,9 3-1 15,2 3-2-15,3 6 2 16,-1 8 1-16,-3 7 0 16,1 10 0-16,0 10-2 15,0 3-1-15,2 0 0 16,-2 3 1-16,-1 6 1 0,-1 5 0 15,-3-1-1-15,-2-2 0 16,-4 1-2-16,0-1-4 16,0-1-8-16,-8-3-5 15,-4-1-4-15,0-2 1 16,-4 0 0-16,-2-4-5 16,-2 0-14-16,2 0-29 0,1-4-59 15,6-9-25-15</inkml:trace>
  <inkml:trace contextRef="#ctx0" brushRef="#br0" timeOffset="31711.78">25978 1328 532 0,'0'0'3'0,"0"0"2"0,0 0-7 0,0 0 4 15,10 55 4-15,-4-31 9 16,1 0-4-16,3 3-4 16,-4-1-4-16,3-1-1 15,-5 2-2-15,0-4 1 16,-3 1-3-16,-1-4-42 0,0-4-45 16,0-8-55-16,-2-5-45 15</inkml:trace>
  <inkml:trace contextRef="#ctx0" brushRef="#br0" timeOffset="32062.38">26113 1549 504 0,'0'0'4'0,"0"0"6"16,0 0-8-16,0 0 1 15,38-14 10-15,-23 11 9 0,0-1 0 16,2-2-5-16,1-1-9 15,-1 1-5-15,-3 1-2 16,-1-3 0-16,-3 3 1 16,-4-1-1-16,-3-1 1 15,-3 4 1-15,0-3-1 0,0 1 0 16,-7 3-1-16,-3-1-1 16,-1 3 1-16,1 0-1 15,-1 3 0-15,-1 6-2 16,1 8 1-16,2 4 0 15,2 3 0-15,3 5 2 16,3-2 0-16,1 1-1 0,3-4 1 16,8-2-1-16,7-5 0 15,7-6-4-15,6-4-24 16,4-7-30-16,8 0-27 16,5-13-117-16</inkml:trace>
  <inkml:trace contextRef="#ctx0" brushRef="#br0" timeOffset="32725.3">27183 1281 394 0,'0'0'2'0,"0"0"15"15,0 0-5-15,-43-8-8 16,18 17 1-16,-3 4 5 0,0 1 1 15,2 0-4-15,3 0-4 16,5 0-2-16,9-2-1 16,7 1 0-16,2-3 0 15,12-2 0-15,12 1 0 16,7 1 1-16,6-2 0 16,2 4-1-16,-4 0 0 0,-3 1 0 15,-8 0 0-15,-8 3 0 16,-6-2 0-16,-8 0 0 15,-2-3 0-15,-5 2 0 16,-11-3 0-16,-6 1 1 0,-6-1 1 16,-5-2 0-16,-3 0 0 15,-2-2 1-15,-1-1-1 16,0-2-1-16,4-1 0 16,6-2-1-16,6 0 0 15,11-2 0-15,9-9-22 0,3-7-67 16,15-7-84-16</inkml:trace>
  <inkml:trace contextRef="#ctx0" brushRef="#br0" timeOffset="32938.26">27335 1157 498 0,'0'0'1'16,"0"0"-5"-16,0 58 9 15,0-24 15-15,3 3-7 16,6 1-7-16,-1 1-3 0,5-2-2 16,-1-4 0-16,-1-2-1 15,0-1 1-15,-3-5-15 16,-2-5-68-16,-5-7-63 16,-1-7-10-16</inkml:trace>
  <inkml:trace contextRef="#ctx0" brushRef="#br0" timeOffset="33771.02">27318 1428 345 0,'0'0'71'0,"48"-16"-70"16,-21 8 3-16,3 1 4 15,1 4 0-15,-2-2 6 16,-5 2 8-16,-2 0-3 15,-5 0-4-15,-4 3-6 0,-4 0-5 16,-4 0-2-16,-3 0-1 16,-2 1 0-16,-1 5 3 15,-7 3 0-15,-2 2 6 16,-3-1-2-16,1 3-4 16,3 1-3-16,1-1 0 0,4 1-1 15,4 0 0-15,0-3 0 16,0 1-2-16,2-5-2 15,4-1-4-15,2-5 2 16,0-1 3-16,1 0 3 16,2-7 1-16,-1-4 0 0,-4-2 0 15,0-3-1-15,-1 0 1 16,-3 4-1-16,-2 2 3 16,0 3 6-16,0 2 4 15,0 1-6-15,0 4-1 16,0 0-5-16,0 0-1 15,0 0 0-15,0 4-1 0,4 2 1 16,3 3 0-16,1-1 1 16,3 2 0-16,0-4-1 15,1 1-1-15,1-2 2 16,-4-1-1-16,0 0 0 16,0-3 0-16,-4-1 0 0,0 0 0 15,0 0 1-15,0 0 1 16,2-3 1-16,-4-4-2 15,1 0 1-15,-2 1 1 16,2 2 4-16,-4 1-2 0,2 2-2 16,0 1-3-16,2 0-2 15,3 0 0-15,1 5 1 16,1 1 1-16,1 3 0 16,-2-3 0-16,0-1 0 15,-3-1 1-15,3 1-2 16,-7-3 1-16,1 0 0 0,0 1 0 15,-2-3 0-15,0 0 0 16,0 0 2-16,0 0 1 16,0-2-3-16,0-6 1 15,0-1-1-15,0 1 1 16,0-3 0-16,0 3 0 0,0 0-1 16,7 5 0-16,0 1 0 15,5 2-2-15,3 0 0 16,0 3 1-16,1 7-3 15,3-2-8-15,-4 1-12 16,1 3-22-16,-1-4-34 0,-3-1-60 16,-1-2-33-16</inkml:trace>
  <inkml:trace contextRef="#ctx0" brushRef="#br0" timeOffset="34222.74">28139 1474 27 0,'0'0'394'0,"0"0"-378"15,0 0 9-15,0 0-13 0,0 0-9 16,-44-10-3-16,38 14 1 16,0 3-1-16,2 0 2 15,2-1-2-15,2 1-2 16,0 0-8-16,0-3-14 15,0-1-1-15,2-3 13 0,6 0 6 16,-1-1 8-16,2-11 1 16,-1-3-2-16,0-4 1 15,-2-8-1-15,1-1 2 16,-2-9 5-16,-4-1 0 16,-1-2-7-16,0 0 4 0,0 5 6 15,-6 5 7-15,1 7 10 16,0 10 8-16,2 6 2 15,2 7-21-15,1 10-22 16,0 13 5-16,5 8 0 16,6 6 1-16,3 1-1 0,4 0 0 15,2-2-2-15,2-6-20 16,1-3-16-16,0-7-17 16,0-4-41-16,2-8-29 15</inkml:trace>
  <inkml:trace contextRef="#ctx0" brushRef="#br0" timeOffset="34802.83">28519 1370 413 0,'0'0'3'0,"0"0"48"0,0 0-23 0,0 0-8 15,-45-11-3-15,31 11-5 16,1 0-3-16,-1 1-1 15,4 6-6-15,5 2-1 16,-2-1 0-16,2 0-2 0,5 1 1 16,0-1-2-16,0 0-9 15,0 0-1-15,6-2-1 16,2-2-7-16,1-2 1 16,1-2 9-16,2 0 7 15,-1-2 3-15,2-5 2 16,-5 0-1-16,0 0 0 0,-2 1 7 15,-1 2 7-15,-5 1 7 16,2 2-4-16,-2 0-7 16,0 1-2-16,0 0-6 15,0 0 1-15,0 0 0 16,0 0 0-16,0 0-2 0,2 5 0 16,3 1 0-16,2 1-1 15,4 1 0-15,0-2-1 16,1 1 1-16,2-4-1 15,-1 0 0-15,1-3 0 16,-1 0 0-16,-1 0 1 0,-1-6 0 16,-1-2 0-16,-1-2-1 15,-2 0 0-15,0 1 0 16,-3-1 0-16,-2 3 0 16,-1 3 3-16,0 1 6 15,0 2-4-15,2 1-3 0,2 0-5 16,-2 0 1-16,8 7 1 15,-3 1 0-15,4 1 1 16,3 3 0-16,1 1-19 16,4-4-34-16,-5 1-29 15,3-4-73-15,1-5-66 0</inkml:trace>
  <inkml:trace contextRef="#ctx0" brushRef="#br0" timeOffset="35207.97">28975 1387 417 0,'0'0'7'0,"0"0"12"16,0 0-18-16,-44-3-1 16,35 13 0-16,1 1 0 15,1 2 0-15,2 0 0 0,4 0-1 16,1-2-13-16,0-3-12 15,0-2-21-15,0-4 3 16,5-2 18-16,1 0 29 16,0-9 0-16,3-7 2 0,-1-5 3 15,0-3 7-15,0-8 2 16,1-5-5-16,2-7 10 16,-3-2-2-16,-1 1-7 15,-1 5 1-15,0 3 21 16,-4 9 11-16,0 9 13 0,-2 9-11 15,0 9-26-15,0 1-18 16,2 18-8-16,1 8 3 16,3 5 2-16,2 9-1 15,4 0 0-15,1-2 0 16,3-2 0-16,2-3-14 0,2-4-29 16,0-5-27-16,-1-7-24 15,4-7-86-15</inkml:trace>
  <inkml:trace contextRef="#ctx0" brushRef="#br0" timeOffset="36239.42">29554 1285 516 0,'0'0'2'0,"0"0"23"16,0 0-12-16,0 0-6 0,-44-13-6 15,29 21 0-15,-1 3 1 16,1 0-1-16,2 3 0 16,3 2 0-16,4-3-1 15,1-1 0-15,4 1-5 16,1-6-9-16,0 0 3 0,4-4 5 16,4-3 4-16,3-1 3 15,2-8 1-15,-1-8 0 16,2-3 0-16,-4-7-1 15,1-5 1-15,-1-7 0 16,-2-2-2-16,-2-3 1 0,-2 0-1 16,-3 0 0-16,-1 6 0 15,0 5 4-15,0 9 8 16,0 7 3-16,0 7 3 16,0 10-5-16,0 0-13 15,-1 21-4-15,0 6 4 0,1 6 0 16,0 7 1-16,0 2-1 15,4-1 1-15,7-3-1 16,1-3 0-16,4-1 0 16,0-9-1-16,5-5-1 15,3-4-2-15,-2-7 0 0,5-5-2 16,1-4 1-16,1-2 2 16,-1-13 0-16,-2-4 0 15,-3-1 1-15,-3-1 0 16,-4 0 2-16,-7 1 1 15,-3 3-1-15,-5 7 1 0,-1 0 3 16,0 7 7-16,-6 2-4 16,-2 1-5-16,-2 1-2 15,1 10 1-15,2 1 0 16,0 4 0-16,5-1-1 16,2 2 1-16,0-3 0 15,9-1-1-15,4 0 0 0,5-3-1 16,-1-3-9-16,5 0-6 15,-1-3-3-15,-1-4 5 16,0 0 8-16,-1 0 4 16,-4-7 1-16,-1-3 1 0,-2 2 0 15,-2-2 0-15,-2 1 2 16,-3 2 2-16,-1 3 7 16,-1 0 5-16,-2 1 2 15,1 1-5-15,-1 0-4 16,-1 2-4-16,0 0 0 0,0 0-3 15,2 0-3-15,2 4 1 16,-1 3 1-16,5 0-1 16,0 4 0-16,2-2 0 15,-2 1 0-15,1-2 0 16,2 1-2-16,-3-4-5 0,2 0-4 16,-1-4 1-16,0 0 6 15,1-1 3-15,1 0 2 16,0-5 0-16,3-6-1 15,-1-2 1-15,2-2-1 16,-2 0 0-16,1 2-1 16,-2 3 0-16,-4 2 0 0,1 2 3 15,-1 6 3-15,0 0-4 16,1 0-1-16,2 7 0 16,1 3 0-16,2 3 1 15,-3 0 0-15,2-1-1 16,-1-3 0-16,-2 1-34 0,-3-3-69 15,0-4-97-15</inkml:trace>
  <inkml:trace contextRef="#ctx0" brushRef="#br0" timeOffset="36395.99">30263 1055 455 0,'0'-6'-23'0,"0"6"9"0,1 0-118 16,5 0 30-16</inkml:trace>
  <inkml:trace contextRef="#ctx0" brushRef="#br0" timeOffset="36859.16">30660 1166 485 0,'0'0'12'0,"0"0"0"16,-48 0 1-16,28 4 3 16,0 3 0-16,1 4-6 15,3-1-5-15,2 6-3 16,2-2 0-16,2 3-1 15,5 0-1-15,1-3 0 16,4-1-2-16,0-3-15 0,0-1-2 16,7-4 5-16,4-5 9 15,-1 0 5-15,2 0 2 16,3-10 0-16,-1-2 2 16,0-3-1-16,-1-3 3 0,-2 2 4 15,-2 2 10-15,-2 1 8 16,-3 6 2-16,-2 0-8 15,0 7-6-15,4 0-9 16,0 0-8-16,1 2 1 16,6 7 0-16,3 3 1 15,3-1 0-15,-2 2-1 0,3-2-1 16,-2-1-20-16,1-3-18 16,0-3-27-16,-2-3-38 15,-1-1-50-15,-1-5-117 16</inkml:trace>
  <inkml:trace contextRef="#ctx0" brushRef="#br0" timeOffset="37236.3">30896 877 415 0,'0'0'20'0,"0"0"30"0,0 0-43 0,0 0-9 16,-10 40 3-16,8-5 4 15,2 7 15-15,0 0-1 16,0 2-4-16,4-2-4 16,4-7-6-16,-1-4-2 0,0-5-2 15,-2-6 0-15,-1-6 0 16,-2-6 0-16,0-2 0 16,-1-6 4-16,0 0 32 15,0-3 9-15,2-8-32 16,2-3-6-16,3-6-4 0,3-2 1 15,5 1-5-15,-1 0 0 16,3 2-2-16,-1 5 2 16,0 7 0-16,-2 6-2 15,-1 1-1-15,-1 4 0 16,3 13 2-16,-1-1 0 0,-1 2 0 16,0 2 1-16,-2 1-1 15,-1-2-16-15,-2-1-21 16,-4-1-23-16,-3-5-55 15,-1-5-99-15</inkml:trace>
  <inkml:trace contextRef="#ctx0" brushRef="#br0" timeOffset="37427.99">31084 1045 332 0,'0'0'202'0,"0"-37"-187"0,2 21-3 0,4 9-11 16,2 3-1-16,3 4-1 15,3 0-5-15,4 0-35 16,2 6-63-16,2-4-96 0</inkml:trace>
  <inkml:trace contextRef="#ctx0" brushRef="#br0" timeOffset="38146.37">31390 1089 511 0,'0'0'5'0,"0"0"-12"15,0 0 7-15,-27 44 2 0,20-30-1 16,2 3 0-16,4 0 1 15,-1-3 0-15,2-1-1 16,0 0 0-16,0-4 0 16,6-4 0-16,4-2-1 0,3-3 3 15,0 0 3-15,1-3-3 16,2-8-1-16,-2 0 0 16,-2-2-1-16,-6-3 0 15,-2 2-1-15,-3-2 0 16,-1 2 1-16,0 1-1 15,-5 3 0-15,-1 2 1 0,-1 2-1 16,1 0-1-16,-4 3 0 16,2 1 0-16,1 2 0 15,1 0-1-15,1 0 1 16,1 0 1-16,2 0-1 16,2 0 2-16,0 0 0 0,1 0 2 15,11 0 1-15,2-2 0 16,8-1-1-16,2-1 0 15,4 1-1-15,-2-1-1 16,2 1 2-16,-2 3 2 16,-1 0 4-16,-5 1-3 0,-1 8-3 15,-2 2-1-15,-3 2-2 16,-1 0 2-16,-3 1-1 16,-1-2-2-16,-4-2 3 15,0-3-2-15,-2-3 1 16,-2-1-1-16,0-2 1 0,0-1 4 15,-1 0 18-15,0 0 15 16,0-7-20-16,0 0-6 16,2-8-7-16,2 3-2 15,1-5-1-15,4 0-1 16,5 1-2-16,0 5 1 0,3 1 0 16,-2 7-1-16,3 3 0 15,0 0-2-15,-5 13 0 16,-1 4 1-16,1 6 0 15,-4-1 1-15,0 5 0 16,-5-1-14-16,-4-2-35 0,0-8-73 16,0-5-157-16</inkml:trace>
  <inkml:trace contextRef="#ctx0" brushRef="#br0" timeOffset="46908.33">23609 95 87 0,'0'0'38'0,"0"0"17"15,0 0-44-15,0 0 7 0,0 0-4 16,0 0 7-16,0 0-11 16,0 0-5-16,0 0 0 15,0 0-3-15,-1-16-1 16,0 15 1-16,-1 1-1 0,0-2-1 15,-3 2 1-15,0 0 0 16,-4 0 1-16,-4 0 3 16,-5 0 2-16,-3 6-1 15,-6 3-4-15,-6-1 1 16,-3 4-3-16,-4-1 0 0,-6 0 4 16,-2-2-1-16,-3-1-3 15,-2 1 4-15,3-2 0 16,-2-2 1-16,3 1 1 15,3-3 3-15,3 0-3 16,4 1 2-16,6-1 2 0,1 1-2 16,6 2-5-16,6 2-2 15,2-1-2-15,0 2 0 16,9 4 0-16,-2 2-1 16,2 5 2-16,4 3 3 15,1 8 1-15,0 9 1 16,0 7 0-16,3 11 1 0,-3 6 1 15,-2 11-1-15,0 9 1 16,-2 11-3-16,1 3 0 16,-3 7-2-16,1 0 0 15,1 3-1-15,-1-4 1 16,0-6 1-16,2-4-1 0,-3-5-1 16,5-4 1-16,-4-8-1 15,2-3 0-15,0-9 0 16,1-5 0-16,0-10-1 15,0-9 0-15,1-5 0 16,2-10 1-16,0-4-1 0,2-7 1 16,0-5 0-16,1-3-1 15,0-1 1-15,0-2-1 16,0 2 0-16,0-3 0 16,1 1 0-16,5 3 1 15,7 0-1-15,3 3 0 0,9-1 1 16,8 2 1-16,9-1-2 15,12-1 4-15,7-4 0 16,8-2 2-16,7-2-1 16,2-1 1-16,3 0 0 15,-4-1-1-15,-2-3 3 0,-8-3-1 16,-3 0-3-16,-7 0 0 16,-4 1-3-16,-10-1 2 15,0 0-1-15,-4 1-2 16,-9 0 1-16,-2 1 0 15,-4 0-1-15,-5-2 1 0,-3 4-1 16,-3-2-6-16,-1-1-11 16,-1-1-11-16,-1-5-28 15,-6-8-115-15</inkml:trace>
  <inkml:trace contextRef="#ctx0" brushRef="#br0" timeOffset="48184.08">23545 61 49 0,'-11'-6'7'0,"1"0"16"0,1 1 1 0,1 0 9 16,2-1-16-16,2 1 4 15,2 1 5-15,2 2 2 16,0 1-1-16,7-1-2 0,12 1-7 16,8 0-5-16,7-1-5 15,8-3-6-15,7 1-1 16,-1 2 7-16,1-1 9 16,-5 3-4-16,-5-1-5 15,-5 1 0-15,-6 1-3 0,-6 4-2 16,-4 3 0-16,-3 0-1 15,-2 1 0-15,-3 1 0 16,-2 1 1-16,0 2-2 16,-2 4 1-16,-2 3 0 15,0 6 0-15,1 8 2 0,-3 8 13 16,-2 12-12-16,0 7-3 16,0 9 1-16,0 8 0 15,-2 7 5-15,-4 3 0 16,1 7-3-16,0 5-1 15,0 0-4-15,1 0 2 0,2-5-2 16,-2-4 1-16,0-7-1 16,1-12 0-16,1-8 0 15,-3-6 1-15,0-7-1 16,1-9 0-16,-2-4 1 16,2-8-1-16,1-7 0 0,-3-5 1 15,3-7-1-15,0-2 2 16,2-4-1-16,-1-1 1 15,2 0 1-15,-3 0 1 16,2 0-2-16,0 2 0 16,-1 0-1-16,0 2 0 0,-1 3 0 15,-1 2 1-15,0 0 2 16,0 3-2-16,1 2 0 16,-5 2 0-16,4 1-1 15,-2 3 0-15,2-1 1 16,1 4-2-16,-1 0 1 0,-2 1-1 15,2 2 0-15,0 3 2 16,1 0-1-16,1-1-1 16,-1-1 0-16,2-2 1 15,0-3-1-15,0-5 2 16,1-4-2-16,-2-7 0 0,2-3 1 16,0-3 0-16,0-2 1 15,0-2 2-15,0 0 14 16,0 0 15-16,-2 0-8 15,0 0-11-15,-2 0-9 16,-2-2-3-16,-2-2-2 16,-6 1 0-16,-4 3-1 0,-9 0-6 15,-10 0-57-15,-6 0-61 16</inkml:trace>
  <inkml:trace contextRef="#ctx0" brushRef="#br0" timeOffset="162518.34">6660 15375 16 0,'6'-7'46'0,"-1"4"-17"0,-4-1 32 16,-1 0-37-16,1 2-1 15,0 1-9-15,1 1-4 16,0 0 12-16,-2 0 0 16,2 0-7-16,-2 0 0 15,2 0 3-15,-2-3 16 0,0 3 9 16,0-1-1-16,-4-1-29 16,-5 1-9-16,-5-1-1 15,-1 2 1-15,-5 0 1 16,-5 2 0-16,0 9 3 15,-2 10 3-15,-1 5 1 16,1 7-1-16,4 5-5 0,1 6-2 16,9 4-1-16,3-1-2 15,10 0-1-15,0 0 1 16,10-2-1-16,9-5 0 16,6-3 0-16,4-6 0 15,7-9 0-15,3-7 0 0,3-9-2 16,-2-6-6-16,3-3-10 15,-8-11-4-15,-5-4-15 16,-3-2-33-16,-8-2-16 16,-3 1-28-16</inkml:trace>
  <inkml:trace contextRef="#ctx0" brushRef="#br0" timeOffset="163208.73">6886 15618 191 0,'0'0'14'0,"0"0"48"0,0 0-22 16,0 0-3-16,-43-3 6 15,34 12-6-15,1 1-10 0,0 5-8 16,2-2-6-16,6 4-5 15,0 2-4-15,0-1-2 16,2-1 0-16,10 0-1 16,-1-1 2-16,3-3-2 0,3-3 1 15,1-3-2-15,1-5 1 16,0-2-1-16,-2 0 1 16,-1-9-1-16,-5-6 2 15,1-2 0-15,-6-2-1 16,-6-3 1-16,0 1 0 0,0 0 0 15,-13 2-1-15,-3 1 0 16,-2 3-1-16,-4 6-1 16,0 4-3-16,1 5-1 15,0-1-2-15,5 5 3 16,5 5-4-16,3 3-27 0,4 1-18 16,4-1-29-16,0 0 14 15,0-4-15-15</inkml:trace>
  <inkml:trace contextRef="#ctx0" brushRef="#br0" timeOffset="163542.73">7078 15546 307 0,'0'0'24'0,"0"0"-1"0,0 0 9 0,0 0 16 0,29 41-10 16,-16-27-13-16,3 1-10 16,0 1-6-16,4 0-5 15,0-2 0-15,-3 0-3 16,0-6 0-16,-4-3-1 0,-3-5 1 16,2 0 0-16,-7-12 5 15,-1-4 5-15,-2-4-3 16,-2-3-4-16,0-2-3 15,0 0 0-15,-2 0-1 16,-3 2-17-16,3 3-21 0,-2 3-38 16,2 0-56-16,0 5-46 15</inkml:trace>
  <inkml:trace contextRef="#ctx0" brushRef="#br0" timeOffset="163835.03">7565 15169 293 0,'0'0'11'0,"0"0"65"15,-51 7-31-15,30 11-3 16,2 6-14-16,0 5-2 15,4 7-5-15,4 4-2 0,8 3-10 16,3 3-3-16,2 1-2 16,12-4-3-16,2-1-1 15,8-2 0-15,-1-4 0 16,4-5-2-16,1-4-16 16,-1-5-31-16,-2-7-34 0,-5-11-54 15,-4-4-8-15</inkml:trace>
  <inkml:trace contextRef="#ctx0" brushRef="#br0" timeOffset="164061.94">7675 15339 353 0,'0'0'37'0,"0"0"-11"0,0 0-25 15,0 0 7-15,24 53 16 16,-6-34-5-16,4 2-6 16,3-1-7-16,4 0-4 15,-2 1-1-15,2-1-1 16,0 0-37-16,-6-6-35 0,-4-5-45 16</inkml:trace>
  <inkml:trace contextRef="#ctx0" brushRef="#br0" timeOffset="164332.73">7878 15338 274 0,'0'0'5'0,"0"0"70"16,0 0-18-16,0 0-11 0,-45-13-14 15,38 14-12-15,-1 10-7 16,1 3-4-16,0 5-1 16,3 2-2-16,1 4-3 15,-1 2-1-15,0 3-2 16,1 1 1-16,-3 2-2 0,-3 4-16 16,0 0-40-16,-2-4-60 15,-3-3-40-15</inkml:trace>
  <inkml:trace contextRef="#ctx0" brushRef="#br0" timeOffset="164632.89">8039 15618 269 0,'0'0'7'0,"0"0"18"16,4 39 11-16,-4-20-4 16,0 0-15-16,0 1-7 15,0 1-8-15,-8 2 0 16,1 2-1-16,-5-2-30 15,-1 1-63-15,-3-8-153 16</inkml:trace>
  <inkml:trace contextRef="#ctx0" brushRef="#br0" timeOffset="164911.94">8033 15294 379 0,'0'0'3'16,"0"0"34"-16,0 0-31 15,0 0-6-15,0 0 4 16,0 0 13-16,26 42-5 15,-11-24-6-15,4-4-4 0,0 2-2 16,2 1 1-16,-1-6-32 16,-5-1-68-16,-1-10-27 15</inkml:trace>
  <inkml:trace contextRef="#ctx0" brushRef="#br0" timeOffset="165144.87">8251 15276 303 0,'0'0'52'16,"0"0"-15"-16,0 0-33 16,0 0 29-16,0 0 13 0,-14 40-6 15,8-15-19-15,-3 6-5 16,1 2-6-16,0 3-6 16,0-1-3-16,3 1 0 15,-4-1-1-15,3-2-2 16,0-5-24-16,2-2-19 15,2-2-21-15,-2-8-68 0,1-7-73 16</inkml:trace>
  <inkml:trace contextRef="#ctx0" brushRef="#br0" timeOffset="165392.95">8264 15107 481 0,'0'0'3'0,"0"0"6"16,0 0-12-16,46 48 6 16,-22-16 16-16,-4 6 6 15,3 6-8-15,-1 8-5 16,-3 6-11-16,-4 4 4 15,-5 1-3-15,-3-1-3 0,-7-3-33 16,-4-6-21-16,-12-8-22 16,-9-3-80-16</inkml:trace>
  <inkml:trace contextRef="#ctx0" brushRef="#br0" timeOffset="166176.42">8830 15360 302 0,'0'0'-12'0,"0"0"30"0,0 0 30 15,0 0-4-15,-12-40-31 16,22 34-9-16,3 0 4 15,6 2-2-15,2 1-2 16,4 3-2-16,0 0-2 16,0 0 1-16,-1 0-2 0,-2 3-9 15,-4 1-50-15,-9 1-19 16,-7-2-32-16</inkml:trace>
  <inkml:trace contextRef="#ctx0" brushRef="#br0" timeOffset="166375.88">8857 15490 280 0,'0'0'4'15,"0"0"-3"-15,0 0 5 16,38 0 6-16,-11-7 4 0,2-4-2 16,4-2-9-16,1 0-4 15,-1 1-1-15,-1 0-13 16,-7-1-57-16,-4-1-82 15</inkml:trace>
  <inkml:trace contextRef="#ctx0" brushRef="#br0" timeOffset="166766.02">9910 14764 259 0,'0'0'-4'0,"0"0"16"16,0 0 31-16,0 0-41 16,0 0 6-16,0 56 20 0,0-16 4 15,0 5-12-15,0 6-7 16,0 5-8-16,6 3-4 15,1 1 0-15,-1 0-1 16,2-5-37-16,-4-7-39 16,-2-9-18-16</inkml:trace>
  <inkml:trace contextRef="#ctx0" brushRef="#br0" timeOffset="167095.12">9463 15534 322 0,'0'0'1'16,"0"0"16"-16,0 0-3 0,42-7 17 15,1-4 11-15,17-1 0 16,11-6-13-16,10 0-7 15,9-1-4-15,3 3-10 16,-3 5-5-16,-8 3-2 16,-8 6 0-16,-9 2-1 15,-11 0 1-15,-12 0-2 0,-9 4-18 16,-10-1-25-16,-10 0-29 16,-11 0-49-16,-4-3-51 15</inkml:trace>
  <inkml:trace contextRef="#ctx0" brushRef="#br0" timeOffset="167705.95">9248 16044 245 0,'0'0'8'0,"0"0"29"0,0 0-30 0,0 0-5 16,0 0 22-16,-9 47 22 16,11-20-13-16,5 4-12 15,-1 4-1-15,0 0-11 0,0 0-5 16,-2-5-2-16,1-1 2 16,-3-5-4-16,-2-7 0 15,0-6 1-15,0-4 0 16,0-2 1-16,-5-5 5 15,1 0 13-15,-2-2-9 16,1-12-3-16,0-6-2 0,5-8-1 16,0-11-4-16,2-6-1 15,14-6 1-15,2 0-2 16,4 4 1-16,5 4 0 16,0 12 1-16,0 8-2 15,0 12 1-15,0 6 0 0,-5 5 0 16,0 3-1-16,-3 11 1 15,-4 6 0-15,-1 2 0 16,-4 3 1-16,-1 2-1 16,-4 0 1-16,4 0-1 15,-5 0 0-15,-3-3 0 0,3-5 0 16,-4 2-19-16,0-4-24 16,0-3-27-16,0-2-31 15,-4-5-4-15</inkml:trace>
  <inkml:trace contextRef="#ctx0" brushRef="#br0" timeOffset="168013.69">9836 16068 340 0,'0'0'15'0,"0"0"59"0,0 0-65 0,0 0 2 0,0 0 16 16,40 0-6-16,-23 0-10 16,6-1-8-16,2-5-2 15,0 1 0-15,1-3-1 16,-1 1 0-16,0-1-28 15,-1 1-46-15,-7-5-46 0,2-2-113 16</inkml:trace>
  <inkml:trace contextRef="#ctx0" brushRef="#br0" timeOffset="168249.03">10287 15849 303 0,'0'0'22'0,"0"0"68"0,0 0-60 15,0 52 8-15,-2-24-26 16,2 8 29-16,0 3-27 16,0 3-11-16,0 0-3 15,0 2 1-15,4-3-2 16,1-5-40-16,-5-12-75 0,0-13-176 15</inkml:trace>
  <inkml:trace contextRef="#ctx0" brushRef="#br0" timeOffset="171471.79">11360 14600 225 0,'0'0'6'0,"2"4"30"0,-1 3-35 0,3 8 6 0,0 3 13 0,1 6 10 16,2 1 0-16,-3 3-11 15,0-1-9-15,1-2-5 16,1 0-4-16,-3-2 1 0,1-3-2 16,1-3-3-16,-3 0-30 15,-1-4-28-15,-1-1 0 16,0-4-37-16</inkml:trace>
  <inkml:trace contextRef="#ctx0" brushRef="#br0" timeOffset="172295.03">11396 14826 165 0,'0'0'3'15,"0"0"45"-15,0 0-12 16,0 0-8-16,0 0 4 16,0 0 3-16,-44 5-15 15,36 10-5-15,-3 4-5 0,-1 4-3 16,-2 4 0-16,-2 2-4 16,-2 2-1-16,-5 1-1 15,-2 0-1-15,-2 0 1 16,-1-2 0-16,-1-3-1 15,0-1 1-15,5-8-1 16,5-2 0-16,8-6 0 0,5-3 0 16,6-4 0-16,0-2 0 15,11-1 0-15,13 0 0 16,3 0 0-16,11-4 1 16,0-1-1-16,5 1 1 15,-3 3-1-15,-4 1 2 0,-3 0-1 16,-8 5 0-16,-5 4 1 15,-7 3-2-15,-6 4 2 16,-5 1-1-16,-2 2 2 16,-9 5-2-16,-8 2 2 15,-8 2-1-15,-4 5 0 0,-6 5 0 16,-5-2 0-16,-2 3-2 16,0 1 1-16,-1-2-1 15,4-2 0-15,5-3 0 16,7-5 1-16,2 0-1 15,10-2 2-15,3-5-1 0,4-2 2 16,6-3-2-16,2-5 1 16,1-4-1-16,14-7 4 15,6 0 8-15,6-4-4 16,5-9 10-16,7-4-1 16,2-2-9-16,1 1 2 0,-1 2 1 15,-1 1-5-15,-6 1-2 16,-3 6-4-16,-4 1-1 15,-7 3 2-15,-2 0-1 16,-6 2-1-16,-2 2 1 16,-6 0 0-16,-1 0-1 0,-3 0 1 15,0 7 1-15,-7 6 7 16,-3 4 7-16,2 9-4 16,-1 6 2-16,5 8-6 15,2 4-3-15,2 2 3 16,0 1-6-16,4-5 0 0,5-4-1 15,0-5-2-15,2-7 2 16,0-5-21-16,0-7-27 16,-6-8-57-16,-3-6-83 15</inkml:trace>
  <inkml:trace contextRef="#ctx0" brushRef="#br0" timeOffset="173442.84">11865 14946 193 0,'0'-1'16'0,"-6"1"20"0,-3 0 1 16,-5 5-15-16,-3 11-2 16,0 11 22-16,-2 3-7 15,-1 10 0-15,3 4-8 16,5 3-10-16,7 1-4 0,5 2 1 15,2-2-6-15,9-3-3 16,9-3-3-16,7-5 0 16,1-7-1-16,5-8 0 15,2-5-3-15,-1-8-25 16,-1-7-20-16,-4-2-7 0,-4-4-44 16,-7-9 11-16</inkml:trace>
  <inkml:trace contextRef="#ctx0" brushRef="#br0" timeOffset="174488.8">12002 15025 244 0,'0'0'11'0,"0"0"44"0,0 0-17 0,0 0-33 0,0 0-2 0,0 0 8 16,0 0 3-16,-3 46-4 15,6-33 0-15,3-3 3 16,-2-3-3-16,1 0 0 16,-3-4-1-16,0-3-2 0,-2 0 1 15,0 0 7-15,0 0 11 16,0 0-7-16,0 0-17 15,0-3-1-15,0-1-1 16,0 1 1-16,-2-1-1 16,-2 0 2-16,0 0-2 0,2 1 0 15,-1 0 0-15,1 1 0 16,2-2 1-16,-2 4-1 16,2-1 0-16,-2 1 0 15,1-1 0-15,0 1 0 16,1-1 3-16,0 1-2 0,0 0 1 15,0 0 3-15,0 0 1 16,0 0 1-16,0 0-1 16,0 0 1-16,0 0-2 15,0 0 2-15,0 0 0 16,0 0 1-16,0 0 0 0,0 0-5 16,0 0-1-16,0 0-1 15,0 0 0-15,0 0-1 16,0 0-1-16,-1-1 2 15,1 1-2-15,0 0 1 16,0 0 1-16,0 0-1 16,0 0 0-16,0 0 1 0,0 0 0 15,-1 0 2-15,1 0 1 16,-2 0-2-16,2-2 0 16,0 1-1-16,-2-1 0 15,-2-2-2-15,4 2 1 16,-2 0 0-16,2-1 0 0,-2 3 0 15,1-1 0-15,1 1 0 16,0 0 1-16,0 0-2 16,0 0 1-16,0 0-2 15,3 0 0-15,1 0 2 16,4 5 0-16,3 0 0 0,-1 3 0 16,4 2 1-16,-3 0-1 15,5 1 1-15,-1 2 1 16,3 3 2-16,4 1 1 15,1 1 0-15,0 1-1 16,3 1-2-16,-4-2 0 0,0-1-1 16,-1-2-1-16,-4-3 1 15,-3-3 0-15,-3-4-1 16,-6-2 0-16,2-1 1 16,-5-2-1-16,0 0 0 15,-2 0-4-15,0 1-18 0,0 0-19 16,-9-1-49-16,2 0-45 15,-4 0-45-15</inkml:trace>
  <inkml:trace contextRef="#ctx0" brushRef="#br0" timeOffset="174816.17">12225 14934 247 0,'0'0'17'0,"0"0"39"0,0 0 3 15,0 0-24-15,0 0-14 0,0 0 1 16,0 0 9-16,-40 55-1 15,26-17-9-15,1-1-8 16,-3 3-1-16,3-4-6 16,-1-1-4-16,3-4-1 0,0-4-1 15,2 0 0-15,2-4-30 16,3-2-31-16,0-7-42 16,-1-4-73-16</inkml:trace>
  <inkml:trace contextRef="#ctx0" brushRef="#br0" timeOffset="175669.73">12423 15337 227 0,'0'0'27'0,"0"0"74"0,0 0-45 0,0 0-43 16,0 0 9-16,0 0 3 16,23 44-6-16,-19-23-2 15,4 3-10-15,-4-4-4 0,-1 3-1 16,3-4-1-16,-4-1 0 15,1-4-1-15,-1-4-9 16,0-3-33-16,-2-5-27 16,0-2-44-16,0 0 21 15</inkml:trace>
  <inkml:trace contextRef="#ctx0" brushRef="#br0" timeOffset="175888.18">12433 15169 338 0,'0'0'1'16,"0"0"87"-16,0 0-38 16,0 0-30-16,0 0-16 0,0 0-2 15,0 0-2-15,0 0-3 16,3-12 4-16,1 17-33 15,-2-2-57-15,0-2-64 16</inkml:trace>
  <inkml:trace contextRef="#ctx0" brushRef="#br0" timeOffset="176619.89">11161 16443 308 0,'0'0'4'0,"0"0"49"0,0 0-27 16,-7 49-7-16,7-28-5 15,0 2-5-15,3 0-1 0,1-1-4 16,1 2-3-16,-3-2 0 16,0-1 0-16,-2-1-6 15,0-2-31-15,0-2-40 16,-2-6-6-16,-5-6-68 15</inkml:trace>
  <inkml:trace contextRef="#ctx0" brushRef="#br0" timeOffset="176830.02">11054 16300 393 0,'0'0'10'0,"0"0"33"16,0 0-1-16,0 0-29 15,0 0-7-15,0 0-5 0,0 0-1 16,0 0-1-16,-8-19-3 16,16 28-36-16,-3-2-55 15,1-3-61-15</inkml:trace>
  <inkml:trace contextRef="#ctx0" brushRef="#br0" timeOffset="177103.74">11286 16405 349 0,'0'0'2'0,"0"0"33"16,0 0-23-16,0 0-8 0,0 0 5 15,0 0 1-15,0 0-2 16,47-6-5-16,-34 1-2 16,3 2 0-16,-2 0-2 15,2 1-31-15,-4 0-59 16,-2 2-6-16</inkml:trace>
  <inkml:trace contextRef="#ctx0" brushRef="#br0" timeOffset="177290.95">11346 16543 213 0,'0'0'35'0,"0"0"-6"15,0 0-9-15,0 0 16 16,0 0-2-16,0 0-4 15,44 0-10-15,-22-10-11 16,-2 0-6-16,4 0-3 0,-1 1-6 16,-6 0-80-16,1-2-53 15</inkml:trace>
  <inkml:trace contextRef="#ctx0" brushRef="#br0" timeOffset="177586.34">11689 16291 320 0,'0'0'40'16,"0"0"51"-16,0 0-34 15,0 0-25-15,0 0-16 16,0 0 13-16,-12 40-3 0,12-14-12 16,0 1-7-16,7 1-4 15,3 0-4-15,0 1 2 16,-1-4-9-16,3-5-53 16,-6-9-64-16,-4-11-168 0</inkml:trace>
  <inkml:trace contextRef="#ctx0" brushRef="#br0" timeOffset="178766.33">10950 14327 215 0,'0'0'4'0,"0"0"53"0,0 0-25 15,0-37-2-15,0 27-3 16,0 1-3-16,2 0-7 15,2-2-7-15,2 3-3 16,-1 1-3-16,3 0-1 0,2 4-2 16,1 5 0-16,-2-2 0 15,2 8 0-15,2 6 1 16,-2 2 1-16,-3 5 3 16,2 1-1-16,-3 0-1 15,-1 1 0-15,-1-2 0 0,-2-2-3 16,-1-2 1-16,-2-3-1 15,0-3 0-15,0-4 0 16,-4-2 0-16,-2-1 2 16,0-2 2-16,0-2 1 15,3-2 2-15,1-9 1 0,2-8-3 16,0-2-4-16,0-7-1 16,0-4-1-16,9-2 1 15,3 0-1-15,0 2 0 16,2 5 1-16,2 5 1 15,-2 8 5-15,0 6 2 16,-2 6-3-16,2 2-3 0,-2 0-1 16,-1 9 1-16,3 3 0 15,-5 3 1-15,1 0 1 16,-2 2 1-16,1 2-4 16,-3 1-1-16,-2-1-1 15,4 1 1-15,-2-3-1 0,1 3 0 16,-1-3-2-16,4-1-38 15,-5-6-56-15,1-10-84 16</inkml:trace>
  <inkml:trace contextRef="#ctx0" brushRef="#br0" timeOffset="179784.07">12540 15137 158 0,'0'0'17'0,"0"0"22"0,0 0-14 16,0 0 2-16,0 0-9 0,0 0-1 15,0 0-6 1,0 0 3-16,0 0 31 0,0 0-22 16,27-8-5-16,-11 8-4 15,1 0 4-15,6-2-8 16,-1-2-6-16,2 1 0 15,-1 1-4-15,-4-1 0 16,0 0 0-16,-1 2 0 0,-5 1-27 16,-3 0-45-16,-4-3-27 15,-4 0-90-15</inkml:trace>
  <inkml:trace contextRef="#ctx0" brushRef="#br0" timeOffset="181221.06">12965 14958 113 0,'0'0'19'0,"0"0"34"0,0 0-26 0,0 0-22 16,0 0 13-16,0 0 12 16,0 0 0-16,2 50 1 15,2-26 3-15,0 3-2 0,4 2 2 16,-3 4-8-16,1 1-16 16,-2 3-5-16,1-1-3 15,1-1 0-15,-4-3-2 16,1-2 1-16,-2-7-1 15,0-6 1-15,-1-5 0 0,0-5 0 16,0-7 1-16,0 0 28 16,-2 0-19-16,-3-7-8 15,-2-5-2-15,3-2 0 16,-2-3 0-16,1-3 0 16,1-1-1-16,1-6 0 0,1 0 0 15,-1-1 1-15,2-4-1 16,1-2-1-16,-1 3 1 15,0-2-1-15,0 4 1 16,1 3 0-16,-2 2 0 16,2 5 0-16,-2 2 0 0,2 2 0 15,0 2 1-15,0 2-2 16,-2 2 2-16,2 0-1 16,-3 2 0-16,2 0 0 15,-1 4 0-15,2-1 1 16,-1 4-1-16,1-1 0 0,0 1 2 15,0 0-5-15,0 8 3 16,0 5 0-16,0 3 1 16,2 3-1-16,3 0 3 15,2 1-2-15,1-2 0 16,4 2-1-16,1-3 1 0,-1-3-1 16,3 1 0-1,-1-6 0-15,1-1 0 0,1-7 1 16,-1-1-1-16,-1-1 0 15,-1-12 1-15,-2-3 0 16,-2-4-1-16,0-2 0 16,-4-1-2-16,-1 2-2 0,-2 1-1 15,0 3 3-15,-2 2 1 16,0 6 0-16,0 3 1 16,0 2 0-16,0 2 0 15,-2 2 0-15,0 0-1 16,-2 0-1-16,2 3 2 0,-1 4 0 15,1 3 1-15,2 2 2 16,0 2 1-16,0 3-1 16,0 3 1-16,4 0-2 15,7 4-1-15,1-2 0 16,3 0 0-16,1-4-1 0,0-1 0 16,1-2 0-16,1-4-14 15,0-6-34-15,-4-4-68 16,-1 0-25-16</inkml:trace>
  <inkml:trace contextRef="#ctx0" brushRef="#br0" timeOffset="184854.17">13323 15166 155 0,'0'-1'10'0,"0"-2"38"0,0 3-24 0,0 0-17 16,0 0-2-16,4 0 54 15,0 7-33-15,3 2-9 16,4 2-2-16,-1 4 2 15,1 0-3-15,4 5 0 16,-1 1-1-16,1 0-8 0,0 2-4 16,0-4 0-16,0-1-1 15,-4-2 1-15,0-3 0 16,-4-4-1-16,-3-1-2 16,-1-3-15-16,-2 1-20 15,-1-3-15-15,0-3-29 0,-1 0-18 16</inkml:trace>
  <inkml:trace contextRef="#ctx0" brushRef="#br0" timeOffset="185242.68">13472 15170 174 0,'0'0'45'0,"0"0"13"15,0 0-13-15,0 0-4 16,0 0-5-16,0 0-18 16,0 0-14-16,0 0 13 15,0 0 1-15,-18 23-4 0,6-4-3 16,-2 2 7-16,-1 4 0 15,-2 0-4-15,-1-1-5 16,1 2-2-16,0-2-3 16,2-2-1-16,1-2-2 15,1-1-1-15,5-3 0 0,0-4 1 16,6-3-1-16,0-2 0 16,2-4-2-16,0-2-19 15,0-1-15-15,4 0 1 16,4-5-15-16,0-11-111 15</inkml:trace>
  <inkml:trace contextRef="#ctx0" brushRef="#br0" timeOffset="185992.39">13492 15128 141 0,'0'0'48'0,"0"0"-1"0,0 0-21 15,0 0-3-15,0 0-6 16,0 0-11-16,0 0-4 16,0 0 10-16,0 0-4 15,0 0-8-15,0 0 1 0,0 0-1 16,0 0-52-16,0 34-136 15</inkml:trace>
  <inkml:trace contextRef="#ctx0" brushRef="#br0" timeOffset="186970.83">13409 14713 29 0,'0'0'6'0,"0"0"-5"0,0 0-4 16,0 0-1-16,0 0 2 15,0 0 1-15,0 0 0 16,0 0 0-16,0 0 0 16,0 0 1-16,0 0 0 15,4-29 0-15,-4 27 0 16,0-1 0-16,0-1 0 0,0 1 0 15,0 2 0-15,1-1 11 16,0 2 37-16,-1-1-6 16,1 1 0-16,-1 0 16 15,0-2-23-15,0 2 14 16,0-1-10-16,0 1-5 0,0 0-9 16,0 0-11-16,1 0-4 15,1 0-4-15,2 0-3 16,0 0 7-16,5 3 5 15,3 1-1-15,3 5 1 16,4 1 5-16,5 4-3 0,2 4-5 16,1 5-4-16,2 4-2 15,-2 7-1-15,-2 7-3 16,-4 6 0-16,-2 6-1 16,-7 4 0-16,-4 0 1 15,-5-3-2-15,-3-1 1 0,-1-6 0 16,-11-4 0-16,-3-5 5 15,0-5 5-15,-3-6 1 16,2-7-2-16,3-2 2 16,2-8-6-16,3-1-3 15,4-5-1-15,2-3-2 0,2 2 1 16,0-3-1-16,0 0 0 16,2 0 0-16,6-3-1 15,1-2-25-15,1-7-60 16,-5-6-89-16</inkml:trace>
  <inkml:trace contextRef="#ctx0" brushRef="#br0" timeOffset="189003.08">13786 14452 157 0,'2'-1'44'0,"0"-2"31"0,-2 2-28 0,0 1-34 16,0 0-3-16,0 0 8 15,0 4 8-15,-4 4 17 16,-4 4-23-16,-1 3-2 16,-1 1 2-16,-2 2 4 15,1 2-3-15,0 3-6 0,-1-2-4 16,0 0-5-16,1 1-3 16,3-2-1-16,0-2-1 15,3-1-1-15,5-4 0 16,0-2-1-16,0-6-40 15,4-5-50-15,3-10-111 0</inkml:trace>
  <inkml:trace contextRef="#ctx0" brushRef="#br0" timeOffset="190365.24">14113 14733 115 0,'0'-1'38'0,"0"-1"5"0,0 2-17 16,0 0 11-16,0-1 17 15,0 1-37-15,0 0 1 16,-4 0 1-16,-2 0-2 16,3 0-1-16,-3 0-2 0,-3 0 1 15,2 0-3-15,-2 4 1 16,-3 5 1-16,0 3-1 15,-1 3-2-15,-1 3 5 16,0 8 4-16,2 2 1 16,2 9-1-16,4 7-4 0,3 7-3 15,5 3-4-15,-2 2-3 16,5-5-5-16,8-3 1 16,5-7-1-16,2-6-1 15,2-9 1-15,3-6-1 16,0-8-19-16,-1-9-55 0,-4-3-55 15,-4-18-236-15</inkml:trace>
  <inkml:trace contextRef="#ctx0" brushRef="#br0" timeOffset="191683.92">14192 14855 146 0,'0'-4'43'0,"-2"1"25"16,-1-1-9-16,2 1-3 0,1 3-14 16,0 0-12-16,0 0-22 15,6 3-4-15,7 7 7 16,1-1 2-16,3 3-4 15,1 1-5-15,3 1-2 16,-4 3-2-16,1 0 0 0,-2-3-20 16,-2 1-26-16,-3-4-44 15,-3-1-17-15,-2-7-76 16</inkml:trace>
  <inkml:trace contextRef="#ctx0" brushRef="#br0" timeOffset="191911">14455 14855 149 0,'0'0'29'0,"0"0"40"16,0 0-27-16,0 0-5 15,0 0-15-15,0 0 9 16,0 0-2-16,0 0-17 15,-19 33-6-15,12-19-3 16,0 0-3-16,0 2 0 0,-1 0-2 16,1 2-42-16,-2-1-49 15,2-2-20-15</inkml:trace>
  <inkml:trace contextRef="#ctx0" brushRef="#br0" timeOffset="192276.95">14362 15046 146 0,'0'0'33'16,"0"0"31"-16,0 0-17 15,0 0 12-15,0 0-11 0,0 0-10 16,0 0-13-16,0 0-11 16,0-4-6-16,0 6-4 15,0 6 5-15,0 3 3 16,0 3-8-16,0 2-1 16,2 2-1-16,3 2-2 0,-3 0 1 15,0-1 0-15,0 0-1 16,-1 1 0-16,-1-3-9 15,1-1-26-15,-1-2-25 16,0-5-66-16,0-2-48 16</inkml:trace>
  <inkml:trace contextRef="#ctx0" brushRef="#br0" timeOffset="192946.16">14554 15304 149 0,'0'0'37'0,"0"0"30"0,0 0-17 16,0 0 14-16,0 0-21 0,0 0-18 16,0 0-7-16,0 0-9 15,0 0-4-15,0 0 0 16,0 0-1-16,0-17-2 16,0 17 3-16,0 6 0 15,0 2-1-15,0 4 3 0,0 0 3 16,0 4-7-16,2 1-1 15,1 2-1-15,1-1 0 16,-2-1-1-16,0-1 0 16,-1-1 0-16,1-3-1 15,-1-1-18-15,0-4-19 0,-1 3-20 16,0-6-51-16,0-4-17 16</inkml:trace>
  <inkml:trace contextRef="#ctx0" brushRef="#br0" timeOffset="193191.9">14549 15195 301 0,'0'0'65'15,"0"0"12"-15,0 0-30 16,0 0-16-16,0 0-9 16,0 0-11-16,0 0-9 15,0 0-3-15,0 0 2 0,-8-17-2 16,12 22-33-16,0 0-45 16,-4-4-93-16</inkml:trace>
  <inkml:trace contextRef="#ctx0" brushRef="#br0" timeOffset="193618.08">14717 15091 309 0,'0'0'42'0,"0"0"30"0,0 0-51 15,0 0-18-15,0 0-2 16,0 0 2-16,0 0 8 16,0 0 3-16,46-1 5 15,-25-2-13-15,2-1 0 16,-2 1-5-16,2-1 1 0,-5 1-2 16,-2 0 1-16,-2 2-3 15,-2 0-21-15,-3 1-11 16,-1 0-40-16,-4-2-57 15</inkml:trace>
  <inkml:trace contextRef="#ctx0" brushRef="#br0" timeOffset="195018.74">15113 14811 231 0,'0'0'5'0,"0"0"52"0,0 0-14 0,0 0-12 16,0 0-29-16,0 0 8 0,0 0 11 15,0 0-7-15,0 0-3 16,0 0-1-16,0 0 0 16,0 39 3-16,0-24 5 15,4 4-3-15,0 1-2 16,1 1-4-16,0-1-6 0,-1 0 2 16,1-3-2-16,-3-1-1 15,0-2 0-15,-1 0-1 16,-1-1 1-16,0 2 1 15,0 2 5-15,0 0 0 16,0 2-2-16,0-2-1 16,0-3-1-16,0 2-1 0,0-4-1 15,0-1-1-15,0-2 1 16,1 0 6-16,0-3-1 16,1-1-3-16,-2 1 2 15,1-2-2-15,-1 1 0 16,0 0-1-16,0 2 0 0,0 1 1 15,0 1 2-15,0 4-1 16,-1 1-2-16,-1 3 0 16,1-2-2-16,0 1-1 15,0 0 1-15,-1-3-1 16,2-2 0-16,0-1 1 0,0-3-1 16,-2 1 1-16,2-4-1 15,0-1 0-15,0-1 0 16,0-2 0-16,0 0 1 15,0 0 1-15,0-5 18 16,0-8-8-16,0-6-10 0,0-9-1 16,0-2 1-16,0-8 0 15,2-2-1-15,0-7-1 16,-2-4 0-16,0 0 0 16,0 4 0-16,0 3 0 15,-2 6 0-15,0 8 0 0,-4 10 0 16,3 6 0-16,2 7 0 15,-1 4 0-15,2 3 0 16,0 0 0-16,-2 0-1 16,2 7 1-16,0 0 0 15,0 5 0-15,0-1 0 0,0 3-1 16,0-2 1-16,4-1 0 16,1 4 0-16,2-3 0 15,-1-1 0-15,3-2 1 16,-3 0-2-16,4-1 1 15,-3 0 0-15,1-2 0 16,-1 0-1-16,1-2-5 0,0-3 0 16,-5-1 1-16,3 0 2 15,-2-4 2-15,-1-9 1 16,1-1 0-16,-1-4 0 16,1-1 0-16,-4-2 0 15,2 2 0-15,-2 5 1 0,1 0-2 16,-1 4 1-16,0 2 0 15,0 3 1-15,0 4-1 16,0 1 0-16,1 0 0 16,-1 0-1-16,1 9 1 0,0 3 1 15,2 2-1-15,1 3 3 16,0 2-5-16,0 1 4 16,4 0-2-16,-1 1 0 15,1-3 1-15,4-1-1 16,-1 0-1-16,0-5 1 0,3-2 0 15,-2-5-24-15,2-2-10 16,0-3-29-16,0 0-31 16,-2-7-79-16</inkml:trace>
  <inkml:trace contextRef="#ctx0" brushRef="#br0" timeOffset="195503.49">15524 15134 291 0,'-4'-6'45'0,"3"5"18"0,1 1-44 0,0 0-18 0,7 9 4 16,2 0 6-16,3 3 3 16,1 0-6-16,1-2 0 15,0 0-5-15,-1 0-2 0,-1-1 1 16,-1-4-3-16,-3 1-15 15,0 0-32-15,-5-3-51 16,1-2-41-16</inkml:trace>
  <inkml:trace contextRef="#ctx0" brushRef="#br0" timeOffset="195979.7">15714 15107 192 0,'0'0'76'16,"0"0"-21"-16,0 0-24 16,0 0-26-16,0 0 16 15,0 0 20-15,0 0-11 0,0 0-12 16,-13 21-2-16,6-9 5 15,-5 0-2-15,2 2 2 16,-1 2-6-16,1-2-6 16,-1 2 0-16,3 0-2 0,0-3-3 15,4 0 0-15,-2-2-3 16,5-3-1-16,-1 2 1 16,0-6-1-16,2 2 1 15,0-3-1-15,0-2 0 16,0 3 0-16,-2-1 1 15,2 0-1-15,-4 1 1 0,1 4-1 16,0 3 0-16,-1 0 1 16,-2 6-1-16,3 0 1 15,1 0-1-15,0 0 1 16,-1-1-1-16,3-3 0 16,0-1 0-16,0-3-2 0,0-3-55 15,0-5-62-15,0-1-176 16</inkml:trace>
  <inkml:trace contextRef="#ctx0" brushRef="#br0" timeOffset="196784.95">15586 14584 61 0,'0'0'13'0,"0"0"5"0,0 0-1 0,0 0-3 16,0 0 12-16,0 0 1 0,0 0 1 16,0 0-3-16,0 0 5 15,0 0 21-15,0 0-1 16,0 0-10-16,-17-23-6 16,14 23-3-16,3-1-5 15,0 1-4-15,0 0-11 0,5 0-4 16,4 0 9-16,0 1 6 15,6 4-5-15,3 2-3 16,1 3 0-16,3 3-4 16,0 5-4-16,3 7-1 15,1 6 0-15,-1 7-2 16,-5 1 0-16,0 7-2 0,-4 0-1 16,-7 2 1-16,-3 1-1 15,-5-2 1-15,-1-1-1 16,0-5 0-16,-7-6 1 15,-2-4-1-15,-7-8-1 16,3-3-5-16,1-1-10 0,-1-5-14 16,0-3-33-16,4-4-36 15,2-5-109-15</inkml:trace>
  <inkml:trace contextRef="#ctx0" brushRef="#br0" timeOffset="203173.07">5639 15112 115 0,'0'0'19'0,"0"0"2"0,0 0-9 0,0 0-4 16,0 0-3-16,0 0 4 15,0 0 4-15,0 0 2 16,0 0-1-16,31-44 0 16,-17 28-3-16,1-2-1 0,3 0-1 15,1-3-4-15,4-1-1 16,6 0-2-16,1 0 1 16,5 1-1-16,-1 0-1 15,3 2 0-15,2 1 0 16,-5 2 0-16,3 2 1 15,-3 1-2-15,1-1 1 0,1 1 3 16,3-2 1-16,3 0 0 16,2 1-1-16,3-1-1 15,0 0 0-15,0 0-2 16,1 3 1-16,0-2 0 16,2 3 1-16,1-2-1 0,4 2 2 15,1-3 0-15,3 2 2 16,-1 1 0-16,2-1-1 15,3-3-2-15,0 2 0 16,5 0-2-16,-1-1 1 0,2 1 2 16,2-2-3-16,2 1 0 15,-2 1-1-15,3 0 0 16,0-2 2-16,-2 3-2 16,1-1 1-16,-2 0 0 15,-2 2 0-15,0 1 3 16,-1 0 2-16,1 1 0 0,0 1 1 15,-1-1-3-15,2 2 3 16,1 0-2-16,3 0-3 16,-3 0-1-16,1 1-1 15,2-5 0-15,1 2 1 16,4-2-1-16,-4-3 3 0,2 0-3 16,0 2 2-16,2-2-2 15,-1 1 2-15,-3-1 0 16,0 3 0-16,-2-1 3 15,0 1 2-15,0 0-2 16,1-1 1-16,-2 1-2 0,1 0 0 16,-1-1-1-16,-1 1-1 15,0-2-1-15,-2 2 1 16,2-1-1-16,2-2 0 16,-2 0 0-16,3-2-1 15,-3 1 1-15,2 0-1 0,-2-3 0 16,-2 5-1-16,-4-1 2 15,-1 5-1-15,-3 0 1 16,-5 4 0-16,0 1 3 16,-2 4 2-16,-3 0 3 15,0 0 0-15,1 0-1 0,-4 6-2 16,2 0-2-16,-1 4-1 16,-2-2 1-16,-2 3-2 15,2-1-1-15,-1 0 1 16,0-1 0-16,0 1-1 15,-1-2 0-15,-3 1 0 0,3-1 0 16,-4 1 1-16,1-2-2 16,1 0 2-16,1 0-1 15,3 0 0-15,-4 1-1 16,6 0 2-16,-3 0-1 16,0-1-1-16,2 2 1 0,0-2 1 15,2-1-1-15,-2 1-1 16,3-2 0-16,-2-2 1 15,3 2-1-15,1-2 1 16,1-2-1-16,4-1 0 16,4 0 1-16,1 0-1 15,1 0 2-15,4-4-1 0,0-1 1 16,2 0-2-16,-2 0 1 16,4-2 1-16,1 3-1 15,0 0 0-15,0-1-1 16,0 2 1-16,1 1 0 0,0-1-1 15,1 0 0-15,-2 3 1 16,-1 0-1-16,0-1 0 16,2 1-1-16,-2 0 2 15,6 0-1-15,-4 1 0 16,4-1 0-16,-2 0 0 16,3 0 0-16,0 0 0 0,-4 0-1 15,2 0 2-15,-4 0-1 16,2 0 0-16,-4 0-1 15,1 0 2-15,-3 0-1 16,-2 0 0-16,-2 0 0 16,-2 6 0-16,-3-3 0 0,-2 2 1 15,-4 1-2-15,-7 1 1 16,0 2 1-16,-7 1-2 16,-3 1 1-16,0 0 0 15,-8 3 0-15,1 1 1 16,-4-1-2-16,0 6 2 15,-3-2-2-15,-3 3 2 0,-5 2-1 16,-1 0-1-16,-2 1 2 16,-2 2 0-16,-3-1-1 15,2 1 1-15,-6-1 0 16,-1 0 1-16,2 0 1 16,-2-1 1-16,0 0 1 0,-2 0-1 15,2 2 0-15,-2-2-1 16,0 2 0-16,1 2 1 15,-1-1-1-15,0 0 2 16,-3 0 0-16,1-1-1 0,-4-1 1 16,4-1-1-16,-1-1 0 15,1 0-1-15,2 0 0 16,0 1-1-16,0 0-1 16,0 0 1-16,0 3-1 15,5-2-1-15,1 2 0 0,0-1 0 16,4 0 0-16,-3-2 0 15,3-2 0-15,-1 1 1 16,5-3-2-16,-4 3 2 16,5-2-1-16,0 2 0 15,1 0-1-15,1 2 2 16,0 1-1-16,2 0 0 0,-1 5 1 16,0 0-1-16,-1 4 0 15,2 1 0-15,-4-1 0 16,1 2 0-16,-3 2 1 15,1 0 0-15,-3 0 0 16,0 5 0-16,-3 1 1 0,0 2 0 16,-1 1-1-16,-1 1 1 15,-2-1-2-15,-1-3 1 16,0-1 1-16,-1 0 0 16,0 0-1-16,0-1 1 15,0-3 1-15,-1-2-2 16,1-2 2-16,2-2-2 0,-2-4 0 15,0-2 0-15,2-4 0 16,1-1-1-16,0-2 0 16,0-2 0-16,3-1 0 15,3-3 1-15,-1-2-1 0,5-1 0 16,5-5 0-16,5 0 2 16,4-4-1-16,5-3 3 15,5 0-1-15,3 0 0 16,3-6-2-16,0-4 0 15,0 0 0-15,-3-1 0 0,-4 1-1 16,-4 2 1-16,-3 5-2 16,-7 1 1-16,-5 2-1 15,-12 0-25-15,-7 0-71 16,-23-4-117-16</inkml:trace>
  <inkml:trace contextRef="#ctx0" brushRef="#br0" timeOffset="204894.07">5551 15407 161 0,'0'0'-19'0,"-4"-57"22"0,1 27 0 0,2 3 6 15,0 0 4-15,-1 2-1 16,0 3-1-16,-4 1-1 0,0 0 1 16,0 2-3-16,1 2-4 15,-1 0-3-15,-1 1 0 16,3 2-1-16,-1 0 1 16,0 2-1-16,3 1-1 0,0 5-3 15,0 2 1-15,2 4-2 16,0 0 1-16,0 12-19 15,4 10 23-15,3 7 0 16,3 10 4-16,2 10 25 16,3 10 4-16,2 9 14 0,5 5-9 15,1 8-32-15,1 6-5 16,5 9 0-16,0 5 1 16,2 4 9-16,3 7 47 15,2-1-47-15,2-2-5 16,4-3-3-16,3-3 0 0,2-3 1 15,2-5-1-15,0 0-1 16,3-4-1-16,-1-2 0 16,-2-8-1-16,0-4-1 15,2-5 2-15,-1-6-2 16,0-1 1-16,2-6 0 16,2 0 1-16,4-4-2 0,3-2 1 15,3-6 1-15,3-2-1 16,4-6 0-16,4-3 0 15,-1-4 1-15,6-2-1 16,5-3 8-16,3-2-7 16,4-3 0-16,3-3 0 0,2 1 1 15,5-8 0-15,-2 2-1 16,6-5 1-16,5-1 1 16,5-1 2-16,5-4-5 15,2-3 1-15,7 0 1 16,4 0 1-16,4-5-1 0,-1-6-1 15,3-3 0-15,2 0 1 16,5-5 2-16,2-2 3 16,1-2 0-16,4-1-2 15,3-2 2-15,5 0 3 16,2 0-4-16,-5 0-3 0,2-3 0 16,5-1-2-16,5 0 1 15,-3-6-1-15,0-2 0 16,4 0 1-16,-2-2-1 15,2 0 0-15,-5-1 1 16,-1 4-1-16,-3 0 2 0,2 5-1 16,-4 3-1-16,1 0 1 15,-2 0-1-15,-3-1 1 16,1 4-1-16,-4-2 1 16,-4 1-1-16,-2 0-1 15,-5 4 2-15,-3 1-1 0,-2 2 0 16,-3 3 0-16,-5 1 0 15,-3 3 0-15,-2 2 0 16,-6 1 0-16,-1 3-1 16,-5 1 1-16,-4 6 0 15,0 0 0-15,-8 0 0 16,-4 2-1-16,-4-1 2 0,-4 5-1 16,-4-5-1-16,-4-1 1 15,-8 2 0-15,-3-2 0 16,-2 0 0-16,-5-5 2 15,-3-3 1-15,-3-2 5 16,-1-2 1-16,-3-2 0 0,-2 3-3 16,-3-1 2-16,1 0-1 15,-4 3-3-15,-1 2-1 16,-3 0-3-16,-2 3 1 16,-3 0-2-16,-3-1 1 15,-2 2-1-15,-1-1 0 0,-5 0 0 16,0-3 1-16,1 1-1 15,-3 0 0-15,0-2 1 16,1-1-1-16,0 1 0 16,1-1 0-16,-5 1 1 0,4 0-1 15,-1 0 1-15,0 1-1 16,0 1 1-16,0-1-1 16,-2 0 0-16,3-1-1 15,-4-2 2-15,4 1-1 16,1-1 0-16,-4 1 0 15,2 1 0-15,0 0-1 0,-5 2-6 16,-5 0-37-16,-13-5-38 16,-6-12-142-16</inkml:trace>
  <inkml:trace contextRef="#ctx0" brushRef="#br0" timeOffset="209592.01">29948 4277 157 0,'0'0'1'0,"0"0"27"0,0 0-6 0,0 0-14 16,0 0 5-16,0 0 23 16,0 0-8-16,0 0-9 15,-40-11 3-15,31 11-5 16,-2 0-7-16,0-2-3 16,-2 2-1-16,-1 0-2 0,-3 0-2 15,-1 0 0-15,1 0-1 16,-4 0 0-16,0 2 0 15,-1 1 0-15,3-2-1 16,0 2 0-16,2-3 0 16,1 0 0-16,5 0 0 0,2 0 0 15,-1 3 0-15,2 1-1 16,0 2 1-16,0 4 0 16,-1 7-1-16,-2 4 1 15,-1 9 0-15,0 8 0 16,-1 6 0-16,1 9 1 0,0 8-2 15,4 8 2-15,0 8 0 16,2 3-1-16,2 4 1 16,2 5-1-16,-1 1-1 15,0-1 1-15,0-1 0 16,-2 1 0-16,-1 1 0 0,-3-2 1 16,0-3-1-16,-3-4 0 15</inkml:trace>
  <inkml:trace contextRef="#ctx0" brushRef="#br0" timeOffset="211109.08">29507 5484 66 0,'1'0'24'0,"0"0"58"0,-1 0-25 16,0 0-33-16,0 0 4 0,0 0-2 16,0 2-8-16,0 4-13 15,0 5-3-15,2 3 30 16,-1 8-6-16,0 6-8 15,-1 8-5-15,0 6 3 16,0 4-9-16,-1 4-5 0,-5 4 0 16,-2 3-2-16,1-2 1 15,-4-1-2-15,2-1 2 16,2-2 1-16,-2-4 9 16,0 0 0-16,1 0-4 15,1 1-3-15,-1 1-1 16,0 0-1-16,3 1-1 0,-1-4-1 15,1-2 1-15,0-3-1 16,0-4 0-16,2-5 0 16,1-3 1-16,1-4-1 15,1-2 0-15,0-3 1 16,0-5-1-16,0 0 0 0,0-4 0 16,0 0 0-16,3-2 0 15,3-2 2-15,4 0-2 16,1-2 0-16,7-1 0 15,6-2 1-15,10-1 2 0,8-1 5 16,12 0-4-16,9 0 4 16,5 0-5-16,4-1 16 15,4-3-9-15,-3 1-6 16,-5-2-1-16,-4 3-2 16,-5-2-1-16,-6 3 2 15,-9-4-4-15,-4 0-20 0,-7-5-29 16,-7-9-112-16</inkml:trace>
  <inkml:trace contextRef="#ctx0" brushRef="#br0" timeOffset="212311.59">32843 4573 234 0,'0'0'1'0,"0"0"0"0,0 0 0 0,43 0 0 0,-20 0 1 16,6 0 5-16,6 0 2 15,2 0 1-15,6 0-2 16,2 0-1-16,-2 0 0 0,-4 0-2 15,-5 0 1-15,-5 0 1 16,-4 0 0-16,-3 0 1 16,-9 0-3-16,1 1 0 15,-7 2-3-15,0 1-1 16,-1 2 0-16,0 2 1 0,-4 4 2 16,0 2 5-16,-2 8 4 15,0 6 2-15,0 6-4 16,-1 8-4-16,-5 8-5 15,-2 13 2-15,2 9 0 16,-2 13-3-16,1 9 0 0,0 1 0 16,0 3 0-16,1-2-1 15,-1-3 4-15,1-1 18 16,-2 1-3-16,0 0-12 16,1 2-7-16,0-5 3 15,-5-6 0-15,-1-9 2 0,-1-8 4 16,0-9-1-16,-3-4 2 15,2-3 4-15,-2 0-4 16,2-1-3-16,1-2-1 16,1 1-1-16,2-4 0 15,-2 0-1-15,4-5-1 0,0 0 2 16,-1-2-3-16,1-5 1 16,0-3-2-16,-2-3 0 15,2-3 1-15,0-4-1 16,-1-4 1-16,4-4 1 15,-2 0 0-15,1-4-1 0,2 1 1 16,0-2-1-16,2-3 3 16,-2 2-2-16,3-2 0 15,-1 0-2-15,1-1 1 16,0-1-1-16,1 0 1 16,-3-1 1-16,0 1 4 15,-2-2 0-15,-3 0 0 0,-8 0 1 16,-6 0-3-16,-12-3 1 15,-14-6 0-15,-14-3-5 16,-12 1 1-16,-9-5-2 16,-7 0 0-16,-3-3 0 0,5-4-18 15,7-6-44-15,7-12-55 16,8-14-212-16</inkml:trace>
  <inkml:trace contextRef="#ctx0" brushRef="#br0" timeOffset="214217.65">29920 4902 196 0,'0'0'9'15,"0"0"40"-15,0 0-15 0,0 0-6 0,0-4-3 0,5-2 14 16,4-4-6-16,4-1-8 16,2-3-7-16,6-4-2 15,1-4-4-15,5-2-4 16,2-5-2-16,2-3 2 15,2-2-5-15,-2-3 1 16,-2 0-1-16,-3-1-2 0,-4 2 0 16,-7 3-1-16,-6 2 1 15,-2 9 0-15,-6 6-1 16,-1 5 0-16,0 8 0 16,-10 3 0-16,-2 1-1 15,-3 13 1-15,-1 1 0 0,2 5-1 16,2-1 1-16,7 1 0 15,3 0-1-15,2 1 1 16,3-3 0-16,11 2 0 16,5 1-1-16,2-1 2 0,0 1-1 15,3 0 0-15,-1-1 0 16,-6-2 0-16,-2 2 0 16,-4-3 1-16,-2-3-2 15,-5-1 1-15,-4 0 0 16,0 0 1-16,-10-2-1 15,-4-1 0-15,-5-1 1 0,-6 0-1 16,0-3-1-16,-2 0 2 16,2-2-1-16,1 2-1 15,4-3 2-15,4-2-2 16,4 0-5-16,3 0-18 16,7 0-12-16,2-1-15 0,0 0-34 15,9-3-13-15</inkml:trace>
  <inkml:trace contextRef="#ctx0" brushRef="#br0" timeOffset="214500.63">30518 4763 327 0,'0'0'23'0,"0"0"40"0,0 0-43 0,0 0-7 15,0 0 28-15,0 0-18 16,2 44-5-16,-2-23-10 16,0 3-3-16,-1 1-4 15,-2 0 0-15,0 1-1 16,0-2 0-16,0-5-1 0,-1-1-5 16,3-4-22-16,0-5-26 15,1-4-31-15,0-2-6 16,0-3 11-16,3-7-65 15</inkml:trace>
  <inkml:trace contextRef="#ctx0" brushRef="#br0" timeOffset="214674.38">30620 4852 281 0,'0'0'23'15,"0"0"4"-15,0 0-9 16,0 0 33-16,0 0-21 0,0 0-11 15,16 50-8-15,-12-31-9 16,-3-1-2-16,-1 3 0 16,0-2-43-16,0-5-109 15</inkml:trace>
  <inkml:trace contextRef="#ctx0" brushRef="#br0" timeOffset="-214025.54">31907 4938 271 0,'0'0'5'0,"0"0"21"0,0 0 10 0,0 0-4 15,35-47 0-15,-20 30-5 16,4-2-3-16,2-5-10 15,1 0-4-15,0-2-3 16,2 1-4-16,-7-1-2 16,-2 1 1-16,-3 2-1 0,-6 2 0 15,-2 2 0-15,-3 4-1 16,0 2 2-16,-1 5-2 16,0 2 0-16,0 3-2 15,0 1 2-15,-1 2-2 16,-4 0 0-16,3 8 1 0,-1 6 0 15,2 1 0-15,1 5 0 16,0 3 1-16,3 1-1 16,7 0 0-16,2 0 0 15,0 2 2-15,0-3-2 16,0-2 1-16,-3-2 0 0,-2-1 0 16,-2-4 0-16,-2 2 0 15,-3-2 0-15,0-3 1 16,-4 2-1-16,-5-3 1 15,-6-3 0-15,-3 1 0 16,-2-2 0-16,-3-1 0 16,1-3-1-16,-2 1 0 0,2-2 0 15,3 1 0-15,3 0-4 16,4 0-33-16,6-2-36 16,4 0-20-16,2 0-41 15</inkml:trace>
  <inkml:trace contextRef="#ctx0" brushRef="#br0" timeOffset="-213748.25">32410 4912 258 0,'0'0'9'0,"0"0"48"16,0 0-13-16,0 0-21 0,0 0-2 16,0 0 14-16,0 0-9 15,-9 40-9-15,4-22-7 16,1 4-6-16,-1 0-1 16,2 3-3-16,-1-3 0 15,1 1 1-15,2-3-2 0,-1-2-35 16,0-5-48-16,0-4-19 15,0-8-118-15</inkml:trace>
  <inkml:trace contextRef="#ctx0" brushRef="#br0" timeOffset="-213343.08">32573 5013 354 0,'0'0'26'0,"0"0"41"16,0 0-14-16,29-45-28 15,-20 36-4-15,0 2-2 16,3 1-8-16,1 3-7 16,0 3-2-16,0 0-1 0,0 0-2 15,-1 9 2-15,-5 1-1 16,-1 4 0-16,-4 2 0 15,-2 2-1-15,0 1-1 16,-8 2-6-16,-3 0-5 16,-4 1-3-16,-1-1 1 15,0 0 3-15,0-4 2 0,3 1 0 16,1-6 5-16,4 1 3 16,4-5 2-16,4-2-1 15,0 1 0-15,12-3 1 16,5-3 0-16,7 1 1 0,6-2-1 15,2 0 1-15,3 0-1 16,-3 0 0-16,-5 0-33 16,-5 0-137-16</inkml:trace>
  <inkml:trace contextRef="#ctx0" brushRef="#br0" timeOffset="-212311.26">29776 6080 288 0,'0'0'6'0,"0"0"15"0,0 0-21 0,0 0 2 15,0 0 26-15,0 0 27 16,0 0-25-16,30-40-19 16,-13 14 0-16,1-8 0 0,2-3 0 15,3-4 1-15,0-2-1 16,3 0-7-16,-5-2-2 15,-4 3-1-15,-1 4-1 16,-7 4-1-16,-5 8-7 16,-4 6 3-16,0 9 3 0,-12 8-1 15,-3 3-7-15,-4 3-3 16,-1 11 5-16,0 0 2 16,4 4 0-16,2 1-2 15,7-3 1-15,3 1 3 16,4 1 2-16,4-2 1 15,7 1 0-15,7 0 1 0,3 1 0 16,0 1 1-16,1 2-2 16,-2 0 2-16,-5 2-1 15,-2-2-1-15,-6-1 1 16,-5 0 0-16,-2-3 0 16,0 0 2-16,-10-3 3 0,-7-1 8 15,-1-1-2-15,-3-1-5 16,-2-4 0-16,-3-1-2 15,1-1-2-15,2-2-1 16,-1-3 0-16,5 0-1 16,2 0 0-16,4 0 0 0,6-6-8 15,4-2-29-15,3-2-56 16,0-4-33-16</inkml:trace>
  <inkml:trace contextRef="#ctx0" brushRef="#br0" timeOffset="-211934.16">30223 5956 261 0,'0'0'37'0,"0"0"17"0,0 0-28 0,0 0-23 0,0 0 22 16,-10 41 7-16,5-18-6 15,0 0-12-15,2 2-7 16,-2-1-5-16,2 0-1 16,-2-1 0-16,2-1-1 15,-2 0-21-15,-2-2-31 16,0-5-52-16,-1-6-21 0</inkml:trace>
  <inkml:trace contextRef="#ctx0" brushRef="#br0" timeOffset="-211500.13">30344 6078 72 0,'0'0'205'15,"0"0"-171"-15,0 0 18 16,0 0-14-16,19-40-19 16,-8 33 4-16,2-1-4 0,0 5-8 15,1 0-4-15,0 3-4 16,-2 0-2-16,-2 3-1 16,-1 6 0-16,-4 3 1 15,-2 1-2-15,-3 1 1 16,0 2 1-16,-2 0-2 15,-7 1 1-15,-3-1 0 0,-1 0-3 16,-1 0-1-16,1-2 1 16,3 0 2-16,1-2 1 15,2 0-1-15,5-4 1 16,2 0-1-16,0-2-1 16,9-4 2-16,7-1-1 0,6-1 1 15,3 0 0-15,4 0 0 16,2-4-21-16,-2-1-55 15,-5-2-48-15</inkml:trace>
  <inkml:trace contextRef="#ctx0" brushRef="#br0" timeOffset="-210588.19">31715 6216 217 0,'0'0'12'0,"0"0"47"0,0 0-15 0,0 0 8 16,0 0-9-16,0 0-12 16,0 0-16-16,13-51-1 15,12 20 2-15,8-8-1 16,1-6-3-16,1-5-5 16,1-1-4-16,-4-3-2 15,-6 1 0-15,-3 4 0 0,-5 2 0 16,-8 6-4-16,-5 8-7 15,-5 6 1-15,0 7 3 16,-4 12 3-16,-7 6-4 16,-4 2-9-16,1 7 9 0,-2 12 5 15,3 2 1-15,3 3-2 16,4 5 1-16,5 1 1 16,1 2 0-16,8 2 0 15,9 3 0-15,5 3 2 16,3-3-2-16,0 1 2 15,-1-4-1-15,-4-4 0 0,-7-7 0 16,-3-2-1-16,-10-4 2 16,0-1 0-16,-11-2 1 15,-4-4 10-15,-7 0-4 16,-3-3-3-16,-2-2-1 16,-1 0-1-16,0-5-1 0,0 0-1 15,2 0-1-15,6 0 0 16,3 0-1-16,6 0-13 15,7 0-14-15,4-3-33 16,5-4-71-16,9 1-75 16</inkml:trace>
  <inkml:trace contextRef="#ctx0" brushRef="#br0" timeOffset="-210170.08">32180 6200 322 0,'0'0'5'0,"0"0"25"16,0 0 13-16,0 0-13 0,0 0-3 16,25-38 2-16,-17 30-14 15,1 2-4-15,1 0-7 16,0 3-2-16,1 2-1 15,-1 1-1-15,-1 0 1 16,-1 1-1-16,-1 7-1 0,-2 4 1 16,-3 0 0-16,-2 3 0 15,0 2 0-15,-7 0-1 16,-4 2-2-16,-1-2-3 16,-2-1 1-16,0 0 4 15,0-1 1-15,1-1 0 0,3-3 0 16,0-1 0-16,3-3 0 15,3 0 0-15,3-3 1 16,1-1-2-16,3-2-1 16,10 0 4-16,6-1-2 15,3 0 1-15,5 0-1 0,-3 0-1 16,4 0-29-16,-5 0-58 16,-3-4-52-16</inkml:trace>
  <inkml:trace contextRef="#ctx0" brushRef="#br0" timeOffset="-209730.12">32499 6244 370 0,'0'0'21'0,"0"0"26"0,0 0-11 16,28-45-18-16,-13 36 5 15,0 4-3-15,0 2-7 0,1 3-9 16,-4 0-3-16,-1 1 0 16,-3 6-1-16,-4 6-1 15,-2 2 1-15,-2 2-1 16,0 0-8-16,-3 2-9 15,-6 1 1-15,-2-1-4 0,-3-1 4 16,1-1-11-16,-2-3 28 16,2-2 0-16,1-2 0 15,5-3 1-15,1-3 0 16,3 1 1-16,3-3 0 16,0 1 1-16,8-1 2 0,8 0 2 15,7-2-2-15,6 0-3 16,5 2-1-16,2-2 0 15,-3 0-41-15,-3 0-167 16</inkml:trace>
  <inkml:trace contextRef="#ctx0" brushRef="#br0" timeOffset="-208642.73">28402 4720 215 0,'0'0'10'0,"0"0"32"0,0 0 6 16,0 0-2-16,16-39 0 15,-16 33-20-15,-6-1-5 16,-8 1-9-16,-3 5-7 16,-9 1-2-16,-5 0-2 0,-11 7 1 15,-5 10 3-15,-5 4 3 16,-2 8 2-16,1 4 1 15,1 5-3-15,8 3-4 16,6-3-2-16,11 1-1 0,10-4-1 16,5-5 2-16,10-2-2 15,2-4 0-15,4-4 1 16,9-2-1-16,6-4 0 16,5-3 0-16,6-1 0 15,4 3 1-15,5 2 0 16,-2 2-2-16,0 9 2 0,-2 4-1 15,-5 5-1-15,-4 6 1 16,-8 2 0-16,-6 2 1 16,-5 1-1-16,-6 0 0 15,-1-3-1-15,-5-1 2 16,-9-6-1-16,-8-3 1 0,-2-6-1 16,-8-4 0-16,-2-5 2 15,-5-6 1-15,-5-4 0 16,-1-1 2-16,-8-7-1 15,-2 0-1-15,0-11 0 16,-1-13 1-16,5-9 7 0,8-10 0 16,8-6-6-16,9-5-5 15,9 3 1-15,7 5-2 16,7 8-3-16,2 12-14 16,1 8-7-16,8 8-14 15,4 10-54-15,2 0-43 16,-1 0-69-16</inkml:trace>
  <inkml:trace contextRef="#ctx0" brushRef="#br0" timeOffset="-208236.33">28532 5267 322 0,'0'0'13'0,"0"0"65"0,0 0-29 0,25-38-24 16,-8 32-15-16,3-1 1 15,4 0-3-15,5 0-1 0,5 1-2 16,0 2-3-16,3-1-1 16,-2 3 0-16,-3 1-1 15,-2 1 0-15,-5 0-6 16,-6 0-28-16,-6 7-28 15,-7 0-48-15,-6 0-4 0</inkml:trace>
  <inkml:trace contextRef="#ctx0" brushRef="#br0" timeOffset="-208031.37">28580 5447 218 0,'0'0'5'0,"0"0"6"15,0 0 31-15,0 0 5 16,40 9 24-16,-12-11-22 16,9-7-22-16,5 0-15 0,6-1-8 15,0 4-2-15,3-5-2 16,-6 0-65-16,-3-6-169 16</inkml:trace>
  <inkml:trace contextRef="#ctx0" brushRef="#br0" timeOffset="-166031.63">30496 4128 87 0,'0'0'12'0,"0"0"66"0,0 0-54 0,0 0 6 0,0 0-6 16,0 0 0-16,0 0-5 16,-39-37-2-16,24 33-5 15,0 3 0-15,-5-1 1 16,0 2 1-16,-4 0-3 0,0 0-5 16,-4 3 1-16,-1 4-1 15,-2 3-1-15,-1 5 0 16,-3 3-1-16,-3 3-2 15,0 3 2-15,-1 3-2 16,0-1 6-16,1 3 0 0,2 0 1 16,4 5-2-16,4 0 1 15,3 7 0-15,4 5-3 16,6 1 0-16,3 5 8 16,6 6-1-16,6 5-7 15,0 1-2-15,7 1-2 0,10-2-1 16,6-2 0-16,1-6-2 15,8-4 1-15,2-8 0 16,4-8 1-16,3-3 0 16,5-8 1-16,1-7 0 15,1-10 1-15,1-6 1 0,3-1 4 16,-4-15 4-16,2-7 3 16,-4-6 7-16,-4 0-10 15,-4-2-3-15,-5-1-3 16,-3 4 0-16,-6-3-1 15,-3 1-1-15,-2-3 1 0,-3-1 0 16,-5-4 1-16,-1-1 0 16,-2-5-1-16,-3 0-1 15,-3-4-3-15,-1-1 1 16,-1-1 0-16,0-2-1 16,0 2 0-16,-4 1 0 0,-2 1-1 15,0 5 1-15,-4 3-1 16,2 2 1-16,-1 6 0 15,-4 1 0-15,0 3 0 16,-4 0 0-16,-1 3 1 16,-7 0-2-16,-4 2 1 0,-6 3 0 15,-3 1 0-15,-3 2-3 16,1 3-17-16,7 0-17 16,5 3-23-16,8-5-64 15,7-4-104-15</inkml:trace>
  <inkml:trace contextRef="#ctx0" brushRef="#br0" timeOffset="-164971.3">32473 5793 179 0,'10'-23'8'0,"-1"2"24"0,-2-1-8 15,-1 1-9-15,-3 1-2 16,-2 0-1-16,-1 2 2 0,0-2-1 16,-7 3 0-16,-2 1 2 15,-2-1 0-15,-5 4-5 16,-7 1-3-16,-3 2-3 15,-6 5-3-15,-8 1-1 16,-4 4 2-16,-5 0-1 0,-1 7 1 16,-1 6-1-16,-2 6-1 15,2 3-1-15,0 4 10 16,0 7 0-16,4 2-3 16,-2 6 1-16,4 9-2 15,-2 8 3-15,7 3 2 0,7 6 2 16,5 5-2-16,10 1-3 15,12 4-2-15,6 0-4 16,17-1 0-16,13-2 0 16,12-4 0-16,6-5 3 0,11-5-2 15,7-10 1-15,3-4-3 16,5-10 3-16,4-11 1 16,4-11 3-16,5-14-3 15,1-8 9-15,3-19 6 16,-2-10-3-16,-3-7-1 15,-9-4-3-15,-10-1-2 0,-11-2-4 16,-12 0 0-16,-11-6-2 16,-13 0 2-16,-6-2 0 15,-13-5-1-15,-2-6-1 16,-21-5-2-16,-12-6 0 0,-13 0-3 16,-13 0 1-16,-12 4-3 15,-10 11 2-15,-10 13-1 16,-7 15-13-16,1 13-9 15,6 14-9-15,10 10 2 16,12 2-10-16,18 12-22 0,11-2-93 16</inkml:trace>
  <inkml:trace contextRef="#ctx0" brushRef="#br0" timeOffset="-164502.01">31549 7464 345 0,'0'0'23'0,"0"0"48"0,0 0-36 0,0 0-31 0,0 0 1 16,0 0 15-16,68 10-3 15,-30-8-4-15,2 1-4 16,0-1-7-16,-1 0-2 0,-5 1 1 16,-6-3-1-16,-6 2-10 15,-4-2-13-15,-6 0-20 16,-4 0-20-16,-7-4-46 15,-1-6-10-15</inkml:trace>
  <inkml:trace contextRef="#ctx0" brushRef="#br0" timeOffset="-164248.8">31738 7274 364 0,'0'0'3'16,"0"0"41"-16,0 0-34 15,0 0-5-15,0 0 13 16,-21 61 4-16,25-31-2 16,3 4-7-16,5 3-3 15,-1 4-8-15,-1 0-1 0,0-1 0 16,-1 0-1-16,-4-3-20 16,0-6-30-16,-3-4 1 15,-2-10-61-15,0-7-61 16</inkml:trace>
  <inkml:trace contextRef="#ctx0" brushRef="#br0" timeOffset="-163667.91">32119 7392 484 0,'0'0'-2'0,"0"0"1"15,0 0 0-15,19 54 2 16,-12-33 2-16,1-2 1 16,0 1 0-16,1-2 0 0,-1-4-2 15,2-2-1-15,-3-5-1 16,2-3 2-16,0-4 1 16,0 0 0-16,1-5-2 15,2-10-6-15,-4-2-2 16,2-1 1-16,-1 1 4 0,-5 2 2 15,0 5 0-15,-3 4 0 16,0 4 0-16,-1-1-2 16,0 3 0-16,0 0 0 15,0 0-2-15,0 0 3 16,0 0 0-16,3 0 0 0,-1 0 0 16,6 0 1-16,1 0 2 15,4 0 0-15,7-2 5 16,3-2-2-16,5 0 0 15,2 1-2-15,1 2 3 16,1-2-6-16,-1 3 3 0,-2 0-2 16,-3 0-1-16,-3 0 0 15,-5 0 1-15,-7 0-1 16,-5-1 0-16,-4-1 1 16,-2 1 2-16,-5-2 0 15,-5 3-2-15,-6 0 7 16,3 0 12-16,0 7 7 0,1 8-4 15,6 1-14-15,4 3-5 16,2 2 1-16,1 0-2 16,10-2 0-16,8-4-2 15,4-2 0-15,6-6 0 16,4-4-5-16,3-3-41 0,-1-13-46 16,1-14-186-16</inkml:trace>
  <inkml:trace contextRef="#ctx0" brushRef="#br0" timeOffset="-163008.1">30619 3807 331 0,'0'0'7'0,"0"0"15"0,0 0 2 0,0 0-16 16,44-31-6-16,-19 28 0 16,4-1 6-16,2 1-2 15,4 0-4-15,-1-1-1 16,-2-2 0-16,-2-1 0 16,-6 0 0-16,-1-1-8 15,-6-2-41-15,-9-5-16 0,-7-4-17 16</inkml:trace>
  <inkml:trace contextRef="#ctx0" brushRef="#br0" timeOffset="-162814.34">30788 3550 267 0,'0'0'65'0,"0"0"-60"16,0 0 2-16,0 0-9 15,0 0 2-15,0 0 6 16,-17 53 9-16,22-32 0 0,5 5-9 15,-2 3-4-15,3 4-1 16,-2 3 1-16,-2 0-1 16,1-1 0-16,-4-4-41 15,0-1-10-15,-1-9-6 16,-3-8-30-16</inkml:trace>
  <inkml:trace contextRef="#ctx0" brushRef="#br0" timeOffset="-162189.14">31152 3517 457 0,'0'0'-22'0,"0"0"28"15,0 0-12-15,0 0 4 16,9 39 2-16,1-21 1 0,4 4-1 15,0 0 1-15,4 4-1 16,0-2 0-16,1-1 0 16,-4-3 0-16,0-6 0 15,-4-3 1-15,-2-8-1 16,0-3 0-16,-1-7 3 0,-3-9 1 16,1-6-9-16,0-4-15 15,-3-2 1-15,-2 2 12 16,-1 3 6-16,0 5 1 15,0 2-1-15,0 8 1 16,0 1 0-16,0 2 8 0,1 4 1 16,6 0-7-16,-2 1-2 15,6 0 0-15,3 0 1 16,3 0-1-16,3 0 1 16,3 0 1-16,6 0 3 15,5 0 6-15,1 0-2 0,3-8-1 16,3-3-3-16,-5 0-1 15,-2-5-1-15,-6 2 1 16,-5 0 0-16,-8-1 2 16,-4 3 2-16,-6-1 1 15,-5 3 2-15,0 2 2 0,-13 3-7 16,-5 5-3-16,-5 0 1 16,-2 9 0-16,0 8-3 15,3 3 0-15,5 4-2 16,6 3 2-16,7 0-2 15,4-3 2-15,7 3-1 0,13-6 0 16,12-4 1-16,9-4 0 16,10-6 1-16,8-4 0 15,2-3-9-15,-3-10-85 16,-12-11-154-16</inkml:trace>
  <inkml:trace contextRef="#ctx0" brushRef="#br0" timeOffset="-161168.1">32176 4262 74 0,'0'0'22'0,"0"0"7"0,0 0 0 0,0-2-1 15,0 1 1-15,-1-2 3 16,-1 0-4-16,0 2-2 16,2-2 4-16,0 3 3 0,0 0-13 15,2 0-16-15,7 0-4 16,5 0 1-16,6 0 0 15,4 0-1-15,4 0 0 16,4 1 1-16,2 1-2 16,2-1 1-16,-1-1-15 0,-3 0-50 15,-3 0-4-15,-3-11-94 16</inkml:trace>
  <inkml:trace contextRef="#ctx0" brushRef="#br0" timeOffset="-160580.36">32708 4118 255 0,'0'0'7'0,"0"0"16"15,0 0-9-15,0 0-1 16,0 0-4-16,0 0 11 15,0 0 15-15,10 40-22 16,-5-20-8-16,0 1-3 0,1 2-2 16,-1-2 0-16,-1-1 0 15,-1-3 1-15,0-5-1 16,2-2 0-16,-4-5 1 16,1-1-1-16,0-2 1 15,0-2-2-15,0 0 7 0,-2-7 0 16,4-6-5-16,1-3 0 15,0 1-1-15,6-2 0 16,0 1 0-16,7-1 0 16,0 4 0-16,1 2 2 15,-1 2 7-15,2 5-2 16,1 1-2-16,-3 2-1 0,2 1 1 16,-2 0-2-16,2 0-1 15,0 0-1-15,-4 0 0 16,1 0 1-16,-4 0 0 15,1 0 1-15,-7-7 4 0,-1 4 1 16,0-5 6-16,-5 0-2 16,-1 0-4-16,0 1-2 15,0-2-1-15,-2 5-1 16,-7 1-2-16,1 2 0 16,-3 1 1-16,0 0-2 15,1 11-3-15,0 6-2 0,2 4 3 16,4 6-1-16,4 2 2 15,0 1 0-15,6-1-1 16,12-3 0-16,7-3-1 16,7-9 2-16,-3-11-52 15,-4-5-175-15</inkml:trace>
  <inkml:trace contextRef="#ctx0" brushRef="#br0" timeOffset="-159551.87">29450 7126 215 0,'-13'-4'8'0,"0"0"40"0,5 0-6 16,3 2 16-16,2 1-20 15,3-1-9-15,0 2-14 16,10-3-12-16,9-1-1 15,3-1 6-15,8-1-3 0,2 1-3 16,1 3-1-16,2 2 0 16,-6 0-19-16,-3 0-52 15,-6 0-43-15,-3 0-89 16</inkml:trace>
  <inkml:trace contextRef="#ctx0" brushRef="#br0" timeOffset="-158928.95">29790 6986 301 0,'0'0'9'16,"0"0"47"-16,0 0-35 15,0 0-16-15,0 0 15 16,0 0 6-16,2 48-4 15,1-28-10-15,4 4-6 0,-1 2-3 16,-1-1-2-16,3 0-1 16,-1 0 1-16,2-5-1 15,-4-5 1-15,3-2 0 16,-1-9 0-16,3-4 0 16,1-1 1-16,2-14-1 0,-3-4-2 15,3-1-1-15,0 0 1 16,-2 0 1-16,-2 5-1 15,0 3 2-15,0 5-2 16,-1 2 2-16,-3 2-2 16,4 0 2-16,0 3-1 15,1 0 0-15,3 0 3 0,4 0-2 16,3 0 2-16,-2 4-1 16,0-2 1-16,3 0-1 15,-5-2-1-15,1 0 1 16,-4 0-1-16,0-2 1 0,-4-7-1 15,-2 1 1-15,-1-4-1 16,-4 1 2-16,-2-1-1 16,0 1 0-16,-8 1 2 15,-3 3 4-15,-5 3-3 16,1 2 1-16,-1 2 0 0,3 3 1 16,-1 7 1-16,7 7-7 15,2 3 1-15,4 4 3 16,1 2 2-16,0 2 0 15,9 1-3-15,4-1-2 16,1-4-2-16,4 0 0 16,1-7 0-16,4-4-2 0,0-10-55 15,1-3-37-15,0-7-183 16</inkml:trace>
  <inkml:trace contextRef="#ctx0" brushRef="#br0" timeOffset="-131407.95">30323 8061 297 0,'0'0'15'0,"-1"36"-7"0,-4-5 11 16,1 11 7-16,0 9-8 16,2 9 0-16,0 5 8 15,1 8-3-15,-2 1-11 0,2 2-11 16,-1-2 0-16,0-3 0 15,-2-4-1-15,3-6 0 16,-5-8 0-16,3-8 0 16,1-4 1-16,1-8-2 15,0-7 1-15,1-8-14 0,0-7-24 16,0-8-34-16,-1-3-59 16</inkml:trace>
  <inkml:trace contextRef="#ctx0" brushRef="#br0" timeOffset="-130985.39">30323 8342 274 0,'0'0'5'15,"4"-38"23"-15,1 24 1 16,1 0-4-16,2 5-5 16,4 1-1-16,3 5-2 0,3 3-3 15,5 0-7-15,-3 2-1 16,5 11-3-16,-3 1 0 16,-4 2-2-16,-1 2 0 15,-5 1 0-15,-1-3 0 16,-7 1-1-16,-1-1 0 0,-3-3 1 15,0 2 1-15,-3-4 1 16,-8 2-1-16,-4 0 1 16,-6-1-1-16,-5 0-1 15,-3 1 0-15,-4-1 0 16,-1 1 0-16,1-1-1 0,3 0 0 16,5-1-1-16,6-2-13 15,4 2-16-15,7-1-24 16,4-1-28-16,4-5-36 15</inkml:trace>
  <inkml:trace contextRef="#ctx0" brushRef="#br0" timeOffset="-130545.64">30748 8335 274 0,'0'0'87'0,"0"0"-74"0,0 0 26 15,0 0-14-15,0 0-1 0,0 0-2 16,-43 21 6-16,35-3-2 16,3 1-8-16,1 0-4 15,4 1-6-15,0 0-5 16,0 0-1-16,4 0 0 15,6-2-2-15,-1-3 1 16,4 0-1-16,0-4 1 0,2-4 0 16,0-3-1-16,3-4 2 15,-2 0 0-15,0-12 2 16,-1-6-4-16,-2-3-4 16,-3-3 0-16,-6-4 1 0,-4 0 1 15,0 1-1-15,-2 2 1 16,-11 5-2-16,-3 6 1 15,-3 4 0-15,0 7-1 16,-3 3-1-16,0 3-13 16,3 8-13-16,1 2 3 15,4 3-2-15,3 1-2 0,6 0-8 16,3 0-10-16,2-3-36 16,0-1-28-16</inkml:trace>
  <inkml:trace contextRef="#ctx0" brushRef="#br0" timeOffset="-129939.94">31215 8238 298 0,'0'0'62'0,"0"0"-41"0,0 0 25 0,0 0-31 16,0 0-7-16,-39-2 8 15,19 14 4-15,-2 4-3 16,3 2-2-16,4 0-7 16,4 0-4-16,4-4-4 15,5 0 0-15,2-1-1 0,6 0 2 16,10-2 0-16,1 2-1 16,7 0 2-16,4 4-2 15,-4 0-3-15,1 3-18 16,-4 0 18-16,-4 1-2 15,-6 0-1-15,-3-1 4 0,-4-1 1 16,-4-2 0-16,0-2 1 16,-2-1 1-16,-8-4 0 15,-2-1 1-15,-3-1 2 16,-2-2 6-16,-1 0-1 16,-1-5 1-16,-2-1-2 0,3 0-3 15,3 0-2-15,4-10 1 16,5-1-1-16,5-4 0 15,1-1-1-15,4-3 0 16,12 1-2-16,3 0 0 16,4 0 0-16,3 0 0 0,2 3 1 15,-2 0-1-15,-1 5 0 16,0 2-1-16,-5 3 1 16,-1 5 0-16,-3 0-3 15,-2 3 1-15,-3 7 0 16,-2 0 1-16,0 5 0 0,-3-3 1 15,-1 4 0-15,-2-2 0 16,0 1 0-16,-2 0 0 16,-1-4-1-16,0 3-36 15,0-4-33-15,-5-1 7 16,-3-6-119-16</inkml:trace>
  <inkml:trace contextRef="#ctx0" brushRef="#br0" timeOffset="-129738.33">31363 8298 420 0,'0'0'4'0,"0"0"10"0,0 0-10 16,0 0-5-16,0 0-2 15,0 0-2-15,0 0-12 0,0 0-25 16,0 0-41-16,0 0-66 15</inkml:trace>
  <inkml:trace contextRef="#ctx0" brushRef="#br0" timeOffset="-129236.11">31615 8165 447 0,'0'0'5'16,"0"0"16"-16,0 0-24 16,0 0 3-16,2 54 2 15,0-22 14-15,0 5 4 0,2 0-4 16,1 1-5-16,3-2-5 15,-4-2-4-15,2-4-2 16,-2-3 2-16,-3-4-2 16,1-5 0-16,-2-5 1 0,0-6-1 15,0-2 1 1,0-3 0-16,0-2 1 0,0 0 2 16,0 0 3-16,2-8-4 15,2-3-2-15,3-1 0 16,2-4 1-16,3 3-2 15,2-1 0-15,4 4 0 0,-4 0 0 16,2 5 0-16,-1 2 0 16,2 3-1-16,-3 0 0 15,3 1 0-15,0 9-1 16,-4 4 1-16,-2 2 0 16,1 1 1-16,-4 3-2 0,-2-2 2 15,-1 1 0-15,-2-2-1 16,-3-1-25-16,0-1-30 15,0-5-22-15,-3-1-52 16,-8-5-82-16</inkml:trace>
  <inkml:trace contextRef="#ctx0" brushRef="#br0" timeOffset="-129027.05">31778 8242 400 0,'0'0'4'0,"0"0"6"0,0 0-10 0,0 0-1 15,0 0-8-15,0 0-17 16,0 0-7-16,42 27-43 0,-38-15-23 16</inkml:trace>
  <inkml:trace contextRef="#ctx0" brushRef="#br0" timeOffset="-128483.25">31982 8383 403 0,'0'0'-2'0,"0"0"7"16,30 54 14-16,-17-30-1 15,2 0 1-15,0-1-10 0,-2-3 1 16,0-3-3-16,-1-4-2 15,0-2-3-15,-4-5-1 16,-1-4 1-16,-1-2 0 16,0 0 2-16,-2-12 2 15,0-4 0-15,0-6-2 16,0-5-2-16,-3-3-2 0,3-3 0 16,0 3-3-16,1 4-13 15,3 4 5-15,-1 7 3 16,1 3 2-16,1 7 3 15,2 3 2-15,3 2 0 16,4 0 1-16,2 0 1 0,4 2 2 16,4 3 4-16,3 1 0 15,-1-2 3-15,1-1 0 16,0-3-2-16,-2 0 2 16,-3 0-3-16,-2 0 0 15,-9-3-3-15,-3-1 0 0,-4 0-1 16,-8 2 4-16,0 1 6 15,-14 1 2-15,-2 0-13 16,-2 8 7-16,1 4 4 16,1 6-3-16,5 2-5 15,4 1-1-15,6 2-1 0,1 0 0 16,2-2 1-16,13-3-2 16,7-2 1-16,4-3-2 15,7-6 1-15,3-4-3 16,2-3-20-16,-2-7-60 15,-3-13-161-15</inkml:trace>
  <inkml:trace contextRef="#ctx0" brushRef="#br0" timeOffset="-125951.09">30481 9619 150 0,'0'0'34'0,"0"0"11"0,0 0 19 0,2-38-27 0,-8 29-2 16,-2-1-1-16,-2 4-4 15,-3-1-8-15,-2 0-2 16,-1 4-4-16,-3-1-3 16,-1 4-3-16,-1 0-5 15,-2 3-1-15,1 8-4 0,0 8 0 16,2 3 0-16,3 5 0 15,4 3 0-15,4 1-1 16,4-1 2-16,5 0-2 16,0 0 1-16,4-4 0 0,5-5 0 15,2-1 0-15,3-9 1 16,1-5-1-16,2-6 1 16,1-8 0-16,2-13 0 15,1-10 0-15,0-10 0 16,-1-6-1-16,1-10 1 0,-3-8-1 15,-1-6 1-15,-3 0-5 16,-3 3-3-16,-6 7 4 16,-2 11 1-16,-3 13 1 15,0 13 0-15,-6 10 3 16,-1 8 5-16,0 6-1 16,0 1-4-16,-1 15-2 0,1 8 1 15,1 9 2-15,4 7 0 16,2 5 0-16,0 6 0 15,3-1-2-15,9 4 0 16,3-3-1-16,1-1 0 16,2-5 0-16,3-4 0 0,0-6 0 15,1-7 1-15,2-9-2 16,4-8 2-16,1-10-1 16,4-1-1-16,1-17-2 15,1-6-2-15,-2-5-2 16,-1-1 1-16,-3-2 3 0,-6 3 2 15,-3 3 1-15,-9 3 0 16,-4 6 0-16,-5 2 0 16,-2 4 1-16,-3 3 7 15,-9 3 1-15,-4 4-2 16,-2-1 0-16,-2 3 0 0,2 10 3 16,0 3-3-16,2 5-3 15,5 1-2-15,6 4-2 16,4-1 0-16,1-1 1 15,2-2-1-15,13-1 0 16,4-5 0-16,4-5 0 0,5-5 1 16,3-5 0-16,1 0-1 15,1-9 1-15,0-8-2 16,1-6 0-16,-1-4-2 16,-3-2-2-16,-2-4 2 15,-3-2-4-15,-8-1 2 16,-2 2 4-16,-9 7 0 0,-4 1 1 15,-2 8 0-15,-2 5 1 16,-6 6 8-16,-2 7 2 16,1 1-1-16,1 18-8 15,2 11-1-15,-2 9 1 16,5 12 5-16,-1 6-1 0,4 9-4 16,0 0 0-16,4 4-1 15,1 0-1-15,4-2 0 16,-4-6 0-16,-3-5 0 15,-2-10 0-15,0-9 0 0,0-9 0 16,-6-12 1-16,-6-9 0 16,-2-8 1-16,-4 0 1 15,-3-15-2-15,-5-6 0 16,-1-4-1-16,-1-2 0 16,3-4 0-16,4-2 0 15,6-1-1-15,8 4 1 0,7-4 0 16,3 2-1-16,17 0 1 15,7-2 0-15,8 3 0 16,6 0 0-16,5 2 0 16,0 5 0-16,-2 6 0 15,-4 8-1-15,-7 6 1 0,-7 4 0 16,-7 0-2-16,-3 8 2 16,-6 6-1-16,-4 5 0 15,-1 2 1-15,-1 2 0 16,-3 1 0-16,-1 0 0 15,0 0 0-15,0-4-33 16,-1-1-29-16,-5-6-44 0,1-6-61 16</inkml:trace>
  <inkml:trace contextRef="#ctx0" brushRef="#br0" timeOffset="-125809.91">31324 9505 416 0,'0'-13'-6'0,"0"1"17"0,2 6-8 0,4 4-6 0,1 2-4 0,0 2-16 0,1 9-22 0,1 1-20 16,-3-1-34-16</inkml:trace>
  <inkml:trace contextRef="#ctx0" brushRef="#br0" timeOffset="-125155.72">31461 9635 337 0,'0'0'15'15,"0"0"14"-15,0 0-13 16,0 0 12-16,0 0-6 16,0 0-1-16,19 39 2 0,-17-26-7 15,0 1-9-15,0-1-5 16,0 1 0-16,1-2-2 15,-1-1 1-15,-1 0-1 16,2-2 0-16,0-2 1 16,-1-3-1-16,0-4 1 0,1 0 1 15,1 0 0-15,1-4 3 16,2-10-4-16,2-2 0 16,2-1 0-16,2-1 0 15,-2 2-1-15,1 1 0 16,1 2 1-16,-3 4 0 0,0 2-1 15,3 1 1-15,-4 4-1 16,0 2-1-16,0 0 2 16,-2 0-2-16,0 5 0 15,-3 2 1-15,3-1 0 16,-2 5 0-16,-1-1 0 0,0 3 0 16,0 0-1-16,-1-2 0 15,0 3 1-15,0-2 0 16,3-1 0-16,-2-1 0 15,4-3 0-15,-3-4 1 16,7-3-2-16,-2 0 2 0,3-3 0 16,1-7-1-16,1-4 1 15,-1 1-1-15,-3-3 1 16,1 2-1-16,-1-1 1 16,-3 2-1-16,-1 0 1 15,-3 3 0-15,0 3 12 0,-4 2 17 16,0 2 3-16,0 1-9 15,0 2-6-15,0 0-15 16,0 5-2-16,0 4-1 16,-2 4 0-16,2 0-1 15,0 1 1-15,6-1 0 0,2-2-1 16,2-1-9-16,3-3-29 16,0-4-23-16,0-3-23 15,-3 0-86-15</inkml:trace>
  <inkml:trace contextRef="#ctx0" brushRef="#br0" timeOffset="-124954.9">31903 9428 404 0,'0'0'14'0,"0"0"-12"0,0 0 4 0,0 0-6 15,0 0 1-15,0 0-1 16,0 0 0-16,0 0-4 16,0 0-15-16,0 0-68 0,0 0-27 15</inkml:trace>
  <inkml:trace contextRef="#ctx0" brushRef="#br0" timeOffset="-124717.88">32128 9274 447 0,'0'0'18'15,"0"0"31"-15,0 0-42 16,0 0 0-16,18 45 19 16,-11-11-1-16,-1 6-12 0,-1 3-7 15,2 1-5-15,-2 1 0 16,0-1-1-16,-1-3-2 15,1-8-43-15,-1-7-11 16,-2-8-47-16,1-8-57 16</inkml:trace>
  <inkml:trace contextRef="#ctx0" brushRef="#br0" timeOffset="-124326.28">32142 9625 282 0,'0'0'83'16,"0"0"-63"-16,0 0 13 16,41-24 9-16,-16 16-7 15,3 0 3-15,4-2-5 16,1 0-10-16,2 3-12 0,-1 0-7 16,-3 0-3-16,-3-2 0 15,-4 2 0-15,-5-3-1 16,-4 3 1-16,-7-3-1 15,-4-1 2-15,-4 4 0 16,0-2-1-16,-12 4 1 0,-9 2 2 16,-2 3 4-16,-3 0 4 15,-1 8 1-15,0 8-7 16,4 7-4-16,6 4 1 16,4 4 0-16,8 1-1 15,5 2 0-15,0-2-1 0,11-1-1 16,11-3 0-16,8-5 1 15,4-2-1-15,6-6 0 16,4-7-9-16,-1-5-39 16,-1-4-76-16,-6-18-158 15</inkml:trace>
  <inkml:trace contextRef="#ctx0" brushRef="#br0" timeOffset="-122799.28">33193 8217 269 0,'0'0'2'0,"0"0"15"0,0 0 7 16,-15-43 0-16,4 32 3 15,-2-2-12-15,-6-1 1 16,-3-2 2-16,-3-2-1 16,-4-2 1-16,-5-1-3 0,-2-2-2 15,-5-1 1-15,-7 0-5 16,-6-3-4-16,-6 0 0 16,-9 3-3-16,-7-2 0 15,-8 1-2-15,-5 0 0 16,-3 4 1-16,0 1 0 0,-3 2 0 15,-1 2 1-15,2 4-1 16,-2 3 0-16,-3 2-1 16,-6 4 1-16,0 3-1 15,-2 0 1-15,-2 1-1 16,-2 8 0-16,-1 2 0 0,-1 5 0 16,1 0 0-16,3 3 0 15,3 1 0-15,4 0 0 16,3 0 1-16,9 1-1 15,6-1 0-15,6 2 0 16,2 0 1-16,7 1 1 0,5 0-1 16,4 2-1-16,4 5 0 15,5 4 2-15,5 6-2 16,6 7 0-16,1 5 0 16,8 4 0-16,7 9 0 15,3 2 0-15,4 5 0 16,7 5 1-16,4 4 0 0,2 6-1 15,3 6 0-15,1 1 0 16,1 4 0-16,9 4 1 16,0 6-1-16,8-4 0 15,1-1 0-15,2-3 0 16,3-3 0-16,2-4-1 0,0-8 2 16,5-2-2-16,1-5 2 15,4-3-2-15,3-8 2 16,5-6-2-16,3-4 2 15,5-7-1-15,-3-8 4 16,6-3 0-16,2-8 2 0,3 0 2 16,-1-4-3-16,1-1-1 15,1-2-1-15,0-3-2 16,1-4-1-16,2-3 2 16,3-4-2-16,3-4 2 15,5 0 2-15,1-5 1 0,6-1 0 16,-3 0-2-16,1-1 1 15,1-7 9-15,-3-3-8 16,3-2 0-16,-3 0 5 16,3-2-2-16,4-3-4 15,-3 2-1-15,3-2 2 0,-3-1 0 16,-2-1-2-16,0 0 0 16,-2-1-2-16,0 0 1 15,0-3 2-15,-3-1-3 16,1 0 1-16,-4-5-2 15,-4 0 1-15,-2-2 0 0,-3-3 0 16,-5-1 0-16,-3-1 0 16,-2 0 2-16,-2 1 2 15,-6 1-3-15,-5-2 0 16,-4 1 2-16,-6-2 0 16,-4-1 3-16,-6-3-1 0,-3-4 0 15,-5 0-2-15,-4-3-1 16,-1 1-2-16,-4-4 1 15,-2 0-2-15,-1-3 0 16,0 0 0-16,-1-2 1 16,-5-7-1-16,1-7 0 0,-2-10 0 15,3-9 1-15,-1-1-1 16,1-5 0-16,2 5 0 16,1 4-1-16,1 9 1 15,0 4 0-15,9 2 0 16,3 5-1-16,0 3 1 0,-1 7-1 15,-6 5 0-15,-5 11 1 16,0 10-1-16,-16 11-3 16,-12 8-3-16,-8 11-7 15,-6 1-12-15,-7 9-24 16,2 7-31-16,1-3-71 0,11-12-169 16</inkml:trace>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49:17.225"/>
    </inkml:context>
    <inkml:brush xml:id="br0">
      <inkml:brushProperty name="width" value="0.05292" units="cm"/>
      <inkml:brushProperty name="height" value="0.05292" units="cm"/>
      <inkml:brushProperty name="color" value="#FF0000"/>
    </inkml:brush>
  </inkml:definitions>
  <inkml:trace contextRef="#ctx0" brushRef="#br0">290 10119 129 0,'0'0'11'0,"0"0"52"16,-47-26-56-16,31 18 10 15,5 1 4-15,0 2-2 0,2 1-2 16,2 1 4-16,3 2 1 16,2 1 4-16,2 0-4 15,0 0-17-15,4 8-4 16,10 7 2-16,1 3 13 15,6 6-1-15,3 6-6 16,5 4-4-16,2 3-3 0,0 1 2 16,0 1-2-16,-4-1-1 15,-2-5 0-15,-2-5-1 16,-6-4 2-16,-1-5-2 16,-5-6 2-16,3-5 0 15,-7-4 0-15,1-4 2 0,-1-12 7 16,2-18 15-16,2-18-7 15,3-19-10-15,3-21-3 16,4-22 2-16,4-17-5 16,1-16-3-16,3-6 2 15,2 0-2-15,0 5 0 0,-4 7 0 16,0 16 0-16,-2 19-1 16,-5 15 0-16,0 16-2 15,-4 13-15-15,-1 16-28 16,-3 10-33-16,-6 11-37 15,-6 6-120-15</inkml:trace>
  <inkml:trace contextRef="#ctx0" brushRef="#br0" timeOffset="992.09">152 12932 297 0,'0'0'33'15,"-61"20"-33"-15,34 7 0 16,2 16 0-16,8 14 27 0,5 18-15 16,4 14-12-16,8 11 1 15,8-4-1-15,15-6 0 16,6-12 1-16,7-17-1 15,4-15 0-15,-2-17-4 0,-2-9-31 16,0-10 35-16,-5-7-1 16,0-3 1-16,-2-17 1 15,-4-12 0-15,-2-12 2 16,-6-7-1-16,-3-6 0 16,-5 2 0-16,-5 6 0 15,-2 9-1-15,-2 12 4 0,0 12 36 16,0 9 9-16,0 4-35 15,4 8-23-15,3 6 11 16,0 6-4-16,6 4 0 16,3 0 2-16,0-2 0 15,4-5-1-15,2-6 1 0,3-4-1 16,-1-7 1-16,1 0-1 16,-5-4 0-16,-2-7 0 15,-2-2 0-15,-7-4 2 16,-3 1 0-16,-4-4 3 15,-2-1-4-15,-2-2 1 0,-9 1 0 16,-7-4 0-16,-2 4-1 16,-4 1 1-16,-5 3-2 15,-1 5 2-15,-1 6 5 16,2 7-6-16,-2 0-6 16,4 9 1-16,4 13-4 0,6 3-16 15,7 4-24-15,8 1-14 16,2-8-10-16,8-7-27 15</inkml:trace>
  <inkml:trace contextRef="#ctx0" brushRef="#br0" timeOffset="1570.5">616 13212 316 0,'0'0'22'0,"0"0"18"16,0 0-26-16,21-39-13 0,-6 34 2 15,3 1 4-15,4 2 1 16,0 2-2-16,1 0-3 16,0 8-3-16,-4 2-1 15,-1 4 0-15,-2 0 0 16,-4 0 0-16,-4-2 0 0,-1 0 0 16,-5-3 2-16,0-2-2 15,-2 0 2-15,0-4 3 16,0-3 6-16,-7 0-4 15,1-7 12-15,-3-13-8 16,-2-9-9-16,2-5 0 16,2-5 4-16,3-4-5 0,4 1 7 15,0 5-3-15,-2 5-3 16,13 4 0-16,0 6-1 16,7 6-1-16,-1 4 0 15,4 5 0-15,1 4 1 0,3 3 2 16,-3 0 2-16,0 10 0 15,3 1-1-15,-5 4-1 16,0-1-2-16,-2-1 1 16,-5-2 0-16,-1-2 0 15,-6-2-1-15,-1-3 1 16,-1-3 0-16,-4-1 2 0,0 0 11 16,-4-7 39-16,-5-10-47 15,-5-3-4-15,1-9-1 16,-1-7 0-16,3-5-1 15,3-2 1-15,3-4 1 0,5 3-2 16,0 4-1-16,7 5-1 16,6 5-3-16,7 6-29 15,3 7-12-15,-4 4-42 16,2 0-31-16,-4 2-63 16</inkml:trace>
  <inkml:trace contextRef="#ctx0" brushRef="#br0" timeOffset="1947.35">1310 12644 434 0,'0'0'5'0,"0"-47"0"0,8 16 3 15,-1 0-2-15,2-3 5 16,0-2 10-16,-2 5 1 15,-3 3-5-15,0 5-10 0,-4 4-2 16,0 9-1-16,0 2-1 16,-6 6 2-16,-8 2 3 15,-1 10-8-15,-4 13 0 16,4 6 0-16,1 6 1 16,6 4-1-16,5 0 0 0,3-3 0 15,5-4-1-15,9-5 1 16,3-7 0-16,3-3-5 15,5-9 1-15,2-5-8 16,1-3-2-16,1 0 0 16,3-11-6-16,-3-6-41 0,2-6 43 15,-4-6-29-15,0-9-21 16,-2-3 4-16,-5-2-126 16</inkml:trace>
  <inkml:trace contextRef="#ctx0" brushRef="#br0" timeOffset="2302.01">1658 12298 179 0,'0'0'105'15,"0"0"-40"-15,0 0-28 16,-47 29-21-16,36-2 5 16,4 4 8-16,1 1-1 15,6 1-17-15,2-4-7 16,4-4-2-16,7-6-1 16,4-4-1-16,2-7-1 0,1-4-6 15,3-4-6-15,0-9 0 16,1-13-1-16,-2-8-1 15,-3-8-3-15,-2-10-13 16,-5-8-6-16,-4-5 4 16,-8-3-19-16,0 0-28 0,-2 5 33 15,-12 11 49-15,1 9 30 16,-1 13 73-16,1 12 5 16,2 14-15-16,7 6-59 15,1 17-32-15,3 9-3 0,5 5 13 16,10 5-4-16,6 0-2 15,6-2-4-15,2-2-1 16,4-1-2-16,1 0 1 16,1-1-5-16,-1-4-14 15,1-2-20-15,-8-7-37 16,-2-15-21-16,-12-8-54 0</inkml:trace>
  <inkml:trace contextRef="#ctx0" brushRef="#br0" timeOffset="2472.54">1908 12212 496 0,'0'0'16'0,"0"0"42"16,0 0-42-16,0 0-10 16,9-52-2-16,22 15-4 15,12-9 2-15,10-12-12 0,3-10-61 16,0-16-130-16</inkml:trace>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03:47.315"/>
    </inkml:context>
    <inkml:brush xml:id="br0">
      <inkml:brushProperty name="width" value="0.05292" units="cm"/>
      <inkml:brushProperty name="height" value="0.05292" units="cm"/>
      <inkml:brushProperty name="color" value="#FF0000"/>
    </inkml:brush>
  </inkml:definitions>
  <inkml:trace contextRef="#ctx0" brushRef="#br0">26800 9889 195 0,'2'-11'9'0,"-2"1"29"0,0 4-2 0,1 5-6 0,0 1-8 0,3 4-21 0,1 13 5 0,4 7 35 16,-2 10 1-16,5 9-4 15,2 11-7-15,0 9-8 16,3 3-7-16,2-1-9 15,-3 2-5-15,0-8-1 16,-1-6-1-16,-1-9 1 0,-3-6-1 16,-5-5 0-16,0-7 0 15,-6-5-1-15,0-5-29 16,0-5-29-16,-2-7-56 16,-4-4 5-16,1-4-93 15</inkml:trace>
  <inkml:trace contextRef="#ctx0" brushRef="#br0" timeOffset="501.25">26893 9961 196 0,'0'0'3'15,"0"0"24"-15,0 0 4 16,-19-44-5-16,12 34-1 16,2 3 3-16,0 0 4 15,1 0-4-15,2 3-12 0,0-2-3 16,2 3-6-16,2-3-3 15,11 1-3-15,8-1-1 16,8 0 1-16,5 1-1 16,5 3 1-16,2 2 4 15,-5 0-2-15,-1 2-2 0,-8 9 0 16,-9 6 0-16,-6 0-1 16,-6 3 1-16,-6 1-2 15,0-1 2-15,-13 0-1 16,-5 1 0-16,-3-1 1 15,-6-3 0-15,-3 0-1 0,1-2 0 16,1-3 0-16,2 0 0 16,4-1 0-16,5-1-1 15,7-3-1-15,4 0-23 16,6-1-29-16,0-3-14 16,6-3 12-16,9 0-50 15</inkml:trace>
  <inkml:trace contextRef="#ctx0" brushRef="#br0" timeOffset="800.39">27422 9904 264 0,'0'0'26'0,"0"0"25"0,0 0-9 16,0 0-15-16,0 0-11 0,0 0-5 16,38-28-2-16,-23 26-4 15,3 2-4-15,1 0 1 16,-1 0-2-16,-1 0 0 15,0 5-1-15,-1 1-23 16,-7-1-53-16,-3 1-10 16,-4-2-49-16</inkml:trace>
  <inkml:trace contextRef="#ctx0" brushRef="#br0" timeOffset="1015.17">27390 10037 133 0,'0'0'65'0,"0"0"-40"16,0 0 10-16,0 0 4 16,0 0 8-16,38 21 1 15,-12-21-20-15,4 0-12 16,5 0-10-16,3-2-4 0,-1-1-2 16,2-1 0-16,-4 3-2 15,-3-5-53-15,-5-4-64 16</inkml:trace>
  <inkml:trace contextRef="#ctx0" brushRef="#br0" timeOffset="1715.11">28421 9667 254 0,'0'0'2'16,"0"0"33"-16,0 0 4 15,0 0-32-15,0 0 2 16,0 0 24-16,-49 14-3 15,33 2-15-15,-1 1-7 16,2 3-4-16,-3 1-2 0,3 2 1 16,-1-3-3-16,5-3 1 15,1-3-1-15,2-1 0 16,4-6 0-16,1-4 0 16,1-2 1-16,2-1-1 15,0 0 1-15,0 0 2 0,4-5-4 16,4-7 2-16,4 0-1 15,0-4 0-15,1-2 0 16,3 2 0-16,-3-3 0 16,1 2-1-16,-3 3 2 15,-3 1-1-15,0 3 0 0,-4 3 0 16,-2 0 2-16,0 4 22 16,-2 0-2-16,0 2-10 15,1 1-7-15,-1 0-3 16,0 0-2-16,0 0 0 15,0 0 1-15,0 1-1 0,0 5 0 16,0 1 1-16,0 6-1 16,0 1 5-16,1 7 4 15,2 2 1-15,1 2-1 16,0 3-3-16,1-1 0 16,-2 1-5-16,3-1 1 0,-5 1-2 15,3-1 0-15,-1-1 1 16,0-2-1-16,1-4 0 15,-1-3 0-15,1-4 0 16,-1-6-2-16,-1 0-15 16,0-4-10-16,-2-2-20 0,0-1-46 15,0 0-35-15,0 0-121 16</inkml:trace>
  <inkml:trace contextRef="#ctx0" brushRef="#br0" timeOffset="2335.06">28273 10149 183 0,'0'0'28'0,"0"0"14"15,0 0-1-15,0 0-4 16,0 0 15-16,0 0-17 0,0 0-8 16,0 0-10-16,0 0-5 15,0 0-1-15,0 0-7 16,-7-9 0-16,7 9 1 16,0 0 1-16,0 0-1 15,0 0 0-15,0 0-3 16,0 0 1-16,0 0 0 0,0 0 1 15,0 0 4-15,0 0-2 16,0-1-2-16,0 1 0 16,-2-2-3-16,1 2 2 15,1 0-2-15,-1-1 2 0,1 1 2 16,0 0 0-16,0 0 5 16,0 0 3-16,0 0-3 15,6 0-3-15,8-1-1 16,7 1-3-16,8-2 3 15,6 2 0-15,5-1 0 16,3-1 0-16,1 1-1 0,0-2 2 16,-4 3-1-16,-3-2-2 15,-5 1 0-15,-4 0 0 16,-6-1-1-16,-6 1 0 16,-2 0 0-16,-5 0-1 15,-5 1-2-15,-1 0 2 0,-3-1-1 16,0 1-1-16,0 0 1 15,0-1-2-15,0 1 1 16,0 0-1-16,0 0-8 16,-3 1-37-16,-2 1-13 15,-1-2-86-15,1-3-224 0</inkml:trace>
  <inkml:trace contextRef="#ctx0" brushRef="#br0" timeOffset="4171.84">25879 11459 107 0,'0'0'8'0,"0"0"30"0,0 0-25 0,0 0 6 16,0 0 6-16,0 0 5 15,0 0-5-15,14-38-7 16,-19 36-3-16,-8 1-4 0,0 0 5 16,-4 1 4-16,-4 0-1 15,0 0-1-15,-2 0 3 16,2 4 0-16,4 6-3 16,2 1-4-16,4 6-4 15,4 4-5-15,2 8 7 0,3 8 4 16,1 13 4-16,-1 5-4 15,2 6-7-15,0 5-3 16,0 2-1-16,-1-3-1 16,-1-5-2-16,1-6-1 15,-3-7 0-15,-2-5 0 16,1-12-1-16,-3-7 1 0,-1-3-1 16,-1-9 0-16,0-1 1 15,-3-4-2-15,-1-5-1 16,0-1-22-16,-1 0-23 15,0 0-33-15,2-11-44 16,-2-8-36-16</inkml:trace>
  <inkml:trace contextRef="#ctx0" brushRef="#br0" timeOffset="4571.13">25448 11904 90 0,'0'0'26'0,"0"0"17"0,0 0-11 0,0 0 4 0,0 0 7 16,0 0-9-16,0 0-2 15,0 0-11-15,0 0-3 16,53-26 10-16,-19 21 5 16,4-2-6-16,5 0-6 0,-2 0-4 15,-2 1-6-15,-3-1-6 16,-8 4-3-16,-5 0-1 15,-6 3 0-15,-7 0-1 16,-2 0 0-16,-8 0-3 16,0 0-31-16,-2 4-24 0,-8-4-63 15,-2 0-51-15</inkml:trace>
  <inkml:trace contextRef="#ctx0" brushRef="#br0" timeOffset="5111.96">26226 11478 127 0,'0'0'2'0,"0"0"16"0,0 0-11 0,0 0 6 15,0 0 18-15,0 0-3 16,0 0 4-16,0 0-13 0,0 0 1 16,0 0 0-16,-37 16 10 15,25-5-1-15,0 6 2 16,-2 7 6-16,2 5-6 15,2 6 1-15,3 8-8 16,3-2-6-16,4 4-4 0,0-2-9 16,10-3-2-16,6-5-2 15,4-1 0-15,1-8-1 16,0 0-8-16,3-5-34 16,-5-7-13-16,1-7-48 15,1-7-56-15</inkml:trace>
  <inkml:trace contextRef="#ctx0" brushRef="#br0" timeOffset="5714.78">25928 12180 142 0,'0'0'56'0,"0"0"7"0,2-41-9 0,-1 31 14 15,-1 2-13-15,0 1-13 16,0 5-6-16,0 2-10 16,0 0-21-16,0 10-4 0,0 4 9 15,2 3 8-15,0 3-5 16,2-2-6-16,1 3-4 15,0-1-2-15,1-1 0 16,-3-4-1-16,-1 2 0 16,1-4 0-16,-2 0-19 0,-1-4-40 15,0-7-41-15,0-2-44 16</inkml:trace>
  <inkml:trace contextRef="#ctx0" brushRef="#br0" timeOffset="6474.78">26438 11697 171 0,'0'0'13'0,"0"0"44"0,0 0-19 16,0 0-5-16,0 0 19 15,0 0-6-15,0 0-9 16,15-36-16-16,-8 32-11 16,4 4-4-16,1 0-1 15,2 0 1-15,1 4 0 0,-3 6 3 16,0 4-7-16,-4 2 0 16,-2 1-1-16,-4 2-1 15,-2 2 1-15,0-1-1 16,-3 0 0-16,-7-2 0 15,-2-1 0-15,1-3 0 0,0-1 1 16,0-4-2-16,4-4 1 16,1-1 0-16,5-4 0 15,1 0 1-15,0-2 0 16,5-5-1-16,10-5 0 16,5-4 0-16,3-2 0 15,0 1 1-15,0-1-2 0,-6-1 1 16,-2 4 0-16,-4 2 1 15,-6 1-1-15,-4 3 1 16,-1 1 0-16,0 3 7 16,-6 2 5-16,-6 3-4 0,-1 0 4 15,0 0 0-15,0 5 0 16,1 4-3-16,3 7-1 16,1-2-1-16,5 4-2 15,1-1-1-15,2-1-1 16,0 3-1-16,5-4-3 0,7 1 1 15,3 0 0-15,3-5-1 16,4-1-3-16,2-3-22 16,1-6-28-16,0-1-19 15,-3-3-33-15,0-10-60 16</inkml:trace>
  <inkml:trace contextRef="#ctx0" brushRef="#br0" timeOffset="6833.63">26797 11431 254 0,'0'0'17'0,"0"0"56"0,0 0-42 16,0 0 3-16,0 0 5 16,49 67-10-16,-37-27-2 0,-3 5-10 15,-2 8-10-15,-3 1-4 16,-4 0-1-16,-3 1-2 15,-10-2 1-15,-4-6-2 16,-4-5-17-16,-1-3-26 16,-3-8-12-16,3-9-62 0,-2-9-31 15</inkml:trace>
  <inkml:trace contextRef="#ctx0" brushRef="#br0" timeOffset="7269.94">27172 11687 264 0,'0'0'13'0,"0"0"55"0,0 0-32 0,0 0-15 16,0 0 0-16,0 0 1 16,0 0-10-16,0 0-7 0,50-16-4 15,-36 16 0-15,2 0-1 16,-2 0 1-16,-1 0-1 16,0 2-3-16,-2 1-41 15,-8-1-49-15,-1-2-18 16</inkml:trace>
  <inkml:trace contextRef="#ctx0" brushRef="#br0" timeOffset="7441.35">27173 11812 223 0,'0'0'36'0,"0"0"-9"15,0 0 20-15,0 0-11 16,53 4-16-16,-32-4-13 15,1 0-7-15,0 0 1 16,-3-4-76-16,0-6-94 16</inkml:trace>
  <inkml:trace contextRef="#ctx0" brushRef="#br0" timeOffset="10299.31">28249 11214 141 0,'0'3'11'0,"0"-2"2"0,0 6-12 0,0 3 24 16,0 3 10-16,-3 7-3 0,1 3 0 16,-1 4 3-16,1 5 11 15,-3 5-17-15,2 6-4 16,0 2-11-16,0 1-6 16,-1-2-5-16,3-2-2 15,0-2 1-15,0-7-2 16,0-6 0-16,0-5-20 0,-2-5-22 15,-2-8-59-15,-2-3-42 16</inkml:trace>
  <inkml:trace contextRef="#ctx0" brushRef="#br0" timeOffset="10733.18">27639 12052 242 0,'0'0'17'0,"0"0"-5"16,0 0 24-16,0 0 10 16,0 0-7-16,0 0-5 15,0 0-11-15,0 0-9 0,53-6 1 16,6-4 14-16,18-1-8 16,12-2 0-16,11-3-5 15,5 2-6-15,4-4-4 16,-3 2 2-16,-7 3-2 15,-6-1-2-15,-12 4-2 0,-12 2-1 16,-13 2-1-16,-13 5 1 16,-12-1-1-16,-9 2-2 15,-13 0-35-15,-9 4-34 16,-2 2-53-16,-18 1-23 16</inkml:trace>
  <inkml:trace contextRef="#ctx0" brushRef="#br0" timeOffset="11603.45">27239 12834 354 0,'0'0'7'0,"0"0"38"0,0 0-33 0,0 0-11 0,0 0 17 16,26 40 7-16,-9-13 4 0,0 4-2 15,3 1-12-15,1 2-6 16,-3 0-2-16,-2 0-1 16,-3 0 0-16,-2-7-6 15,-2-3 2-15,-2-7 0 16,-2-5-1-16,-1-5 1 0,3-7-1 15,-2 0 10-15,1-16 21 16,1-7-22-16,-1-7-7 16,2-8-1-16,-2-7 0 15,-2-8-2-15,-1-5 0 16,-1-6 1-16,0-3-1 0,-1 2 0 16,2-1 0-16,-3 8-1 15,2 7-1-15,2 9-1 16,-2 7 3-16,0 9-1 15,2 6 1-15,-2 6 0 16,1 5 0-16,-1 3 0 0,-1 3 0 16,0 2 0-16,-1-2-1 15,1 3 0-15,2 0 0 16,-1 2-1-16,-1 0 3 16,2 4-1-16,2 0 0 15,0 1-1-15,-2 0 2 0,3-1-1 16,0-1 0-16,4 0 0 15,5-2 0-15,4-3 0 16,12 0 1-16,13-2-1 16,14-7-1-16,14-5 2 15,10 0 0-15,10-3-1 0,-1 2 1 16,-1 0 0-16,-10 5 0 16,-7 3 2-16,-11 3-5 15,-8 1 2-15,-8 3 0 16,-10 0 0-16,-3 0 0 15,-9 0 0-15,-4 3 0 16,-7 0 0-16,-6-2 0 0,0-1 0 16,-5 0 0-16,-2 2-3 15,0-2-22-15,0 0-18 16,-9 0-28-16,1-12-107 16</inkml:trace>
  <inkml:trace contextRef="#ctx0" brushRef="#br0" timeOffset="12408.86">27804 12671 179 0,'0'0'33'0,"0"0"23"0,0 0-12 16,0 0 14-16,0 0-11 15,0 0-2-15,-24-43-12 16,24 32-5-16,0 1-9 16,0-1-3-16,3 1-4 15,6 3-2-15,3 1-4 16,2 5-3-16,3 1-2 0,0 0 0 16,2 11-1-16,1 9 1 15,-3 4-1-15,-1 6 0 16,-8 4 2-16,-3 7-2 15,-5-1 0-15,0 0 1 16,-8-1-1-16,-6-3 0 0,-4-2 0 16,-4-7 1-16,-2-3 0 15,-1-5 3-15,-4-5 0 16,-1-3 1-16,2-2-1 16,0-5-3-16,3-4 2 15,4 0-2-15,6-2 1 16,3-10 0-16,9-1-1 0,3-4 0 15,3 3 1-15,13-2-2 16,6 3 0-16,2 4 0 16,5 4 0-16,-2 5 0 15,2 0 0-15,-2 4 0 0,0 6 0 16,-3 6 0-16,-3-2 0 16,-1 1 0-16,0-2 0 15,-7-1 0-15,1-5-7 16,-3 0-11-16,-2-4-31 15,0-3-5-15,-4 0-39 0,-1-4-61 16</inkml:trace>
  <inkml:trace contextRef="#ctx0" brushRef="#br0" timeOffset="12892.99">28163 12683 201 0,'0'0'18'0,"0"0"49"0,0 0-14 0,0 0-9 16,0 0-10-16,0 0 17 15,0 0-8-15,22 39-12 16,-18-18 1-16,3 5-10 16,-1 1-11-16,0 0-4 0,-2 0-3 15,1-1-3-15,-2-2 1 16,0-3-2-16,2-3 1 16,-5-3-11-16,1-4-29 15,-1-4-22-15,0-5-14 16,0-2-9-16,0-2 28 15,1-12-107-15</inkml:trace>
  <inkml:trace contextRef="#ctx0" brushRef="#br0" timeOffset="13208.97">28330 12671 284 0,'0'0'49'16,"0"0"38"-16,0 0-38 0,0 0-14 16,0 0-14-16,0 0 4 15,0 0 11-15,0 0-10 16,35 46-8-16,-28-22-2 16,2 3-5-16,-2 2-2 15,-1 1-4-15,-2 0-4 16,-1-3 1-16,0-3-1 0,-1-4 0 15,0-6-2-15,-1-4-13 16,1-4-10-16,-1-3-10 16,-1-3-24-16,0 0 3 15,0 0-20-15,-6-10-111 16</inkml:trace>
  <inkml:trace contextRef="#ctx0" brushRef="#br0" timeOffset="13641.06">28103 12660 106 0,'0'0'23'0,"0"0"16"0,0 0 11 15,0 0-2-15,0 0 6 16,0 0 17-16,0 0-21 15,0 0-14-15,0 0-4 16,0 0-11-16,10-2 2 0,22-5 4 16,3-1-7-16,4-1-8 15,2 1-3-15,-5-2-3 16,-3 3-4-16,-6 2-1 16,-6 1-1-16,-3 4-5 15,-7-3-47-15,-2-1-38 0,-6-4-118 16</inkml:trace>
  <inkml:trace contextRef="#ctx0" brushRef="#br0" timeOffset="15108.09">29025 12589 206 0,'3'-5'52'0,"-1"1"17"0,1 1-6 15,1-1-15-15,-2 4-4 16,4 0-10-16,1 0-16 15,3 3-10-15,1 6 2 16,2 6 0-16,1-1 0 0,-2 5-1 16,0 2 0-16,-3-1-2 15,-4 0-3-15,-2 1-2 16,-3-1 0-16,0-2-2 16,0-4 1-16,-6-2 0 15,-3-2 1-15,-4-3-1 0,1-3 3 16,-3-2 1-16,0-2 0 15,-3 0-2-15,2-2 0 16,-4-9-1-16,2-3-1 16,2-5-1-16,1-3 1 15,3-4 0-15,4-2-2 0,3-2 2 16,5 1-1-16,0 2-1 16,1 5 2-16,6 1-1 15,2 3 0-15,4 2 0 16,-2 4 0-16,-1-1 0 15,2 3 0-15,-1 2 0 0,4 1 1 16,-1 1 2-16,7 0 2 16,6 2 5-16,6-3 4 15,8 3 0-15,9-2 1 16,0 0-2-16,6-1-1 16,-1 0 0-16,-6 0-2 15,-6 1-3-15,-8 2-2 0,-8 0-2 16,-8 1-1-16,-8 0 0 15,-4 2-1-15,-2-1-1 16,-5 1 1-16,0 0 0 16,0-2 1-16,-5 2-3 0,-1-1-2 15,-1 0-26-15,1-1-26 16,1-4-58-16,1-7-183 16</inkml:trace>
  <inkml:trace contextRef="#ctx0" brushRef="#br0" timeOffset="16175.41">29390 11728 178 0,'0'-3'39'0,"0"-1"14"16,0-2-6-16,0 5 12 15,0-2-20-15,0 3 0 16,0-1-4-16,0 0-9 0,1 1-11 16,5 0-9-16,1-1-1 15,3-2-1-15,5-1 3 16,2 0-1-16,4-2-2 15,3-3-2-15,-4-2-1 16,3 0-1-16,-1-2 1 0,0-4 0 16,-3 1-1-16,0-1 1 15,-6 0-1-15,-3 1 0 16,-2-2 1-16,-6 7-1 16,-2-2 0-16,0 6 1 15,-6 4 2-15,-8 0 0 0,-3 3 1 16,-1 0 4-16,-1 10 5 15,0 3-2-15,1 4-3 16,4 4-1-16,1 2-2 16,5 3 0-16,4-1 0 15,4 2-1-15,0-1-2 0,12-5-1 16,8 0 1-16,3-6-1 16,5-5 0-16,2-5 0 15,3-5 1-15,0 0-1 16,1-3-1-16,-4-8 1 15,1-2-1-15,-3-4 2 0,0-1-2 16,-2-4 0-16,0-3 0 16,1-2 0-16,-1-2 1 15,1 0-1-15,-1-2 1 16,-3 2 0-16,-2 5 1 16,-4 1 0-16,-6 6 0 0,-1 6 0 15,-5 2-1-15,-3 6-1 16,-2 3 0-16,0 0-1 15,-4 3-20-15,-7 8-15 16,-4 4-33-16,-2-1-46 16,-6 0-66-16</inkml:trace>
  <inkml:trace contextRef="#ctx0" brushRef="#br0" timeOffset="16424.11">29797 11543 284 0,'0'0'34'0,"0"0"71"0,0 0-48 0,0 0-13 16,0 0-12-16,0 0-4 16,56-21-4-16,-32 35-7 15,0 5-5-15,2 4-6 16,0 2-2-16,-1-2-3 0,-1 4 0 16,-2-5-1-16,0-3-1 15,-3-4 1-15,0-6-7 16,0-5-19-16,-1-4-19 15,0 0-4-15,-5-8-10 16,-3-8-26-16,0-4-25 16,-1-4-109-16</inkml:trace>
  <inkml:trace contextRef="#ctx0" brushRef="#br0" timeOffset="16882.18">30202 11512 317 0,'0'0'19'16,"0"0"74"-16,0 0-72 0,0 0 24 15,0 0-6-15,14 57 1 16,-6-29 1-16,3 1-16 16,-3 5-8-16,2 0-10 15,-1 2-1-15,-1-1-3 16,-1-2-1-16,-2-5 0 0,-1-5-3 16,1-5 2-16,-5-9-1 15,0-2 0-15,0-6 1 16,0-1 2-16,0-5-1 15,-7-9-1-15,1-4-1 16,-1-9 0-16,0-4 0 0,0-9-1 16,3-4 0-16,0-7 2 15,3 0-4-15,1 1-3 16,0 8 3-16,0 5 3 16,6 10 0-16,4 8 1 15,1 8-1-15,0 8-1 0,3 3 1 16,-1 0 0-16,1 7 0 15,-3 5-2-15,-1-1 2 16,-3 3-1-16,-2 0 2 16,-5-2-1-16,0-2-1 15,-2 1 0-15,-11-1-9 0,1 0-13 16,-4-2-10-16,-1-2-10 16,-1-2-6-16,1-1-15 15,1-3-43-15,4-3-3 16</inkml:trace>
  <inkml:trace contextRef="#ctx0" brushRef="#br0" timeOffset="17462.68">31020 10914 335 0,'0'0'1'0,"0"0"8"16,0 0 18-16,-47-17-13 15,16 20 4-15,-5 8 7 0,-3 2-1 16,-1-1-9-16,-1 2-8 16,4 0-2-16,5 0-3 15,1-1 0-15,5 0-1 16,4-2 0-16,4 3-1 15,4 0 1-15,0 4-1 0,3 4 1 16,3 5-1-16,2 12 2 16,2 11 7-16,4 13 10 15,0 11-4-15,0 14-2 16,0 10 0-16,2 2-6 16,0 3 0-16,-4 1 0 0,2-5 1 15,-2-5 1-15,-7-10-1 16,-1-5-3-16,-4-3 0 15,-1-10 0-15,-1-7-1 16,1-6 0-16,0-7 1 0,2-8-1 16,1-8-2-16,4-6 2 15,4-7-1-15,3-4-2 16,1-4-1-16,0-3 1 16,3-1 0-16,7-4 0 15,3-1 0-15,2 0 0 16,5 0 0-16,1-4-1 0,3-4 1 15,-2-1-1-15,3-1 1 16,-2-3-2-16,-1 2-5 16,-1-3-9-16,-2-3-15 15,-4-2-18-15,0-3-24 16,-5-4-41-16,-1-2-47 0</inkml:trace>
  <inkml:trace contextRef="#ctx0" brushRef="#br0" timeOffset="17784.91">30684 11573 390 0,'0'0'3'0,"0"0"21"0,0 0 16 15,0 0-22-15,0 0-5 16,61-41-1-16,-28 34 2 0,5 0-8 16,3-2-4-16,2 1-1 15,0 1 0-15,-3 0-10 16,-4-6-70-16,-4-7-93 15</inkml:trace>
  <inkml:trace contextRef="#ctx0" brushRef="#br0" timeOffset="18330.93">31508 11065 178 0,'0'0'37'0,"0"0"-16"0,0 0 28 16,-48-19 1-16,26 24-6 15,-1 13-7-15,-2 12 9 0,1 12-8 16,3 8-7-16,6 5-10 16,8 5-2-16,7 3-6 15,0-2-6-15,16-2-2 16,8-7-3-16,3-7-1 0,5-5-1 15,6-12-1-15,-4-7-28 16,2-12-9-16,-4-8-21 16,-4-2-48-16,-4-19-47 15</inkml:trace>
  <inkml:trace contextRef="#ctx0" brushRef="#br0" timeOffset="18864.93">31600 11268 306 0,'0'0'3'15,"0"0"57"-15,0 0-15 16,48-30-8-16,-31 30-6 0,2 0-5 15,-2 9-11-15,0 6-4 16,-3 5-7-16,-4 4-2 16,-3 0-2-16,-5-1 0 15,-2 0 1-15,0-2 0 16,-2-2-2-16,-6-2 1 16,-4-3 1-16,4-2-1 0,-2-4-1 15,-1-4 2-15,5-3-2 16,-1-1 2-16,4-1 1 15,1-8-2-15,2-4 1 16,0-1-1-16,6-4 0 0,4-2 0 16,3 3 0-16,-2 1 0 15,1 0 0-15,-5 4 1 16,0 2-2-16,-5 3 2 16,0 4 4-16,-2 1 18 15,0 2-3-15,0 0-10 0,0 0-7 16,0 1 0-16,-3 6 3 15,0 1 2-15,1 1-4 16,2 1-1-16,0 1-2 16,2 0 0-16,8 1 0 15,5 1-2-15,4-2 1 16,2 1 0-16,5-3-22 0,4-2-34 16,4-7-25-16,1 0-70 15,1-7-80-15</inkml:trace>
  <inkml:trace contextRef="#ctx0" brushRef="#br0" timeOffset="19139.9">32079 11339 309 0,'0'0'45'0,"0"0"22"0,0 0-34 15,0 0 11-15,0 0 4 16,0 0-12-16,53-14-11 16,-28 7-12-16,6 1-5 0,-3-1-4 15,5 1-2-15,-2 3-1 16,2 0-1-16,-6-1 0 16,-2 4-13-16,-4-3-38 15,-4-1-30-15,-3-6-90 16</inkml:trace>
  <inkml:trace contextRef="#ctx0" brushRef="#br0" timeOffset="19770.07">32636 11126 462 0,'0'0'18'0,"0"0"25"15,0 0-34-15,11 42 22 16,-8-12 8-16,1 7-14 16,0 3-10-16,0 1-5 0,-1 2-4 15,3-3-4-15,-5-4 0 16,1-4-2-16,1-7 1 16,-2-5-1-16,-1-6 0 15,0-7 0-15,0-5 1 16,0-2 1-16,0-7 2 15,0-10-3-15,-4-5-1 0,1-6 0 16,0-8 0-16,1-5 0 16,-1-7 0-16,-1-1 0 15,3 3 0-15,-1 1 0 16,0 9-1-16,-1 9 2 0,2 11 0 16,-1 9-1-16,1 7 1 15,0 0-3-15,0 10 0 16,1 7 2-16,0 4 1 15,2 2-1-15,6 1 0 16,4-1 0-16,2 0 1 0,3-5-2 16,-2-2 2-16,0-5-1 15,2-4 0-15,1-7-1 16,-3 0 0-16,2-7 0 16,-3-11 0-16,2-6-1 15,-4-2 0-15,-1-3-4 16,-5 3 1-16,-3 2 2 0,0 5 3 15,-2 6 0-15,-1 6 0 16,0 7 0-16,0 0 0 16,0 9-3-16,0 8 3 15,0 4 2-15,4 5-1 16,5 2 1-16,1 0-2 0,3 1 0 16,4-4 1-16,0-1-1 15,-1-4-5-15,-1-3-39 16,0-5-38-16,-5-9-22 15,-2-3-49-15</inkml:trace>
  <inkml:trace contextRef="#ctx0" brushRef="#br0" timeOffset="20046.55">33065 10934 406 0,'0'0'-2'0,"0"0"24"0,0 0 22 0,51 7-15 16,-35 22-3-16,-4 9 5 15,0 10 4-15,-3 10-9 0,-4 4-4 16,-4 6-6-16,-1-2-8 16,0-3-4-16,-9-5-3 15,-7-8 0-15,-2-9-2 16,0-8-19-16,-3-9-27 15,2-7-24-15,0-11-22 0,2-6-69 16</inkml:trace>
  <inkml:trace contextRef="#ctx0" brushRef="#br0" timeOffset="20444.88">33370 10788 323 0,'0'0'29'0,"0"0"-25"15,0 0 36-15,0 0-1 16,37-27-21-16,-31 27-8 0,0 3-4 15,1 8-3-15,-4 0 0 16,0 4-3-16,-3 0 1 16,0-2-1-16,0 1 1 15,0 0-1-15,-3-4 0 16,0-2 0-16,-2-3 0 0,2 1 1 16,2-2-1-16,1-1 0 15,3 0 0-15,13-2 0 16,5 2 2-16,9-2-2 15,7 2 0-15,0 0 0 16,2 1 1-16,-5 2-1 0,-4 1 0 16,-6 3-15-16,-11-1-71 15,-10-3-60-15</inkml:trace>
  <inkml:trace contextRef="#ctx0" brushRef="#br0" timeOffset="21009.01">31264 12036 272 0,'0'0'10'0,"0"0"62"0,0 0-15 15,0 0-10-15,0 0-6 0,0 0-5 16,0 0-5-16,82-7 1 16,-8 0-11-16,21-4-6 15,19-3 2-15,14-1-2 16,9-2-3-16,1 3-3 15,-1 1 2-15,-5 1-3 0,-10 3-1 16,-16 2-4-16,-12 3 0 16,-14 2-2-16,-16 1-1 15,-19 1 0-15,-14 0-6 16,-13 0-26-16,-15 7-23 16,-10 0-48-16,-24 2-5 15,-15 0-87-15</inkml:trace>
  <inkml:trace contextRef="#ctx0" brushRef="#br0" timeOffset="21802.94">32094 12398 418 0,'0'0'11'15,"0"0"-2"-15,15 39 29 16,-9-21-16-16,0 1 3 15,-1-1 1-15,-1-1-11 16,0-4-6-16,-4 0-6 0,0-5 0 16,0-1-1-16,0-4-1 15,-6-3 1-15,-4 0 1 16,-1-1 0-16,-3-9 3 16,0-3-3-16,-4-5-1 15,2-4-2-15,-1-3 0 0,2-4 1 16,3 2-1-16,5 1 0 15,4 1-1-15,3 7 2 16,0 2 0-16,8 3-2 16,6 4 1-16,3 1 1 15,6 3 0-15,4 0 0 0,4 1 2 16,2 1-1-16,1 3 1 16,2 0-2-16,-3 0-1 15,-1 0 0-15,-4 0-1 16,-3 0-31-16,-2-4-46 15,-8-3-58-15,-1-5-92 16</inkml:trace>
  <inkml:trace contextRef="#ctx0" brushRef="#br0" timeOffset="22116.9">32437 12153 407 0,'0'0'31'0,"0"0"27"16,38-19-8-16,-20 18-14 15,-2 1-10-15,-1 0-12 0,-3 10-7 16,-2 1-4-16,-8 2-2 16,-2 2 0-16,0 0-1 15,-2-1 1-15,-10 0-1 16,0-2-1-16,1-1-1 15,-1-4-5-15,1 3-1 0,3-6 2 16,2 0 3-16,4-1 2 16,2-3 1-16,6 0-1 15,10 0 2-15,10 0-1 16,10-1 0-16,10-5-1 0,0 2-26 16,4-2-42-16,-4-4-15 15,1-4-137-15</inkml:trace>
  <inkml:trace contextRef="#ctx0" brushRef="#br0" timeOffset="23314.8">33505 10676 198 0,'0'0'24'0,"0"0"8"0,0 0 11 16,0 0 1-16,0 0-5 16,0 0-10-16,23-43-2 15,-1 30-7-15,7 0-3 0,6-2 0 16,6-1 3-16,3 2-5 15,2 0-3-15,-3 2-3 16,-2 1-2-16,-3 4 1 16,-38 1-2-16,0 2-6 15,0 1 0-15,0 3 0 0,0 0 7 16,0 2-2-16,0 2 0 16,0 6 0-16,0 5-3 15,0 5 2-15,0 6-3 16,0 5 0-16,0 6 1 0,0 6 0 15,0 5 1-15,0 7 2 16,0 6 1-16,0 10 0 16,0 9 0-16,0 15-3 15,0 2 0-15,0 1 0 16,0 1-2-16,0-4 1 16,-10-1-1-16,-4-7-1 15,-3-1 1-15,0 3 0 0,1 0-1 16,-1-7 1-16,1-8-1 15,2-9 1-15,0-9-1 16,5-11 2-16,0-11-2 16,4-4 1-16,2-7-1 0,3-5 1 15,0-2 0-15,0-6-1 16,0-2 2-16,3-2 0 16,-1 0 0-16,2-2 1 15,-2-1-1-15,-1 0 0 16,-1-2-1-16,1 2 0 0,-1 0 0 15,0-2 2-15,0 3 1 16,0 1 1-16,-2-1 0 16,-6 3 3-16,-2 0 1 15,0 2 0-15,-5-1 2 16,-4 4-1-16,-2-2 3 0,-5 4 0 16,-7 0-1-16,-8 2-4 15,-8-1-2-15,-10 4-3 16,-9-2-1-16,-8 0-2 15,-7-2 0-15,2-2-2 16,5-3-28-16,0-7-48 0,13-6-129 16</inkml:trace>
  <inkml:trace contextRef="#ctx0" brushRef="#br0" timeOffset="24987.86">27944 15237 214 0,'0'0'-3'0,"0"0"11"0,0 0-1 16,41 0 9-16,-19 0 6 15,11 0 0-15,10-5 5 0,11-2 14 16,11-2-4-16,15-1-12 16,16-2 3-16,16-1-7 15,15-4-6-15,13-2-4 16,14-1-2-16,10 0 3 0,8-1-6 16,1 0 0-16,1 1-4 15,5 0 2-15,0-1-2 16,-6-1-1-16,-3 1 1 15,-2 0-1-15,-4-2 1 16,-6 3-3-16,-15 2 2 0,-10 2 0 16,-17 2-1-16,-12 1 1 15,-19 3-1-15,-12 2 0 16,-14 3-11-16,-12-2-23 16,-9 0-29-16,-13-3-68 15,-5-6-71-15</inkml:trace>
  <inkml:trace contextRef="#ctx0" brushRef="#br0" timeOffset="28511.45">28138 15294 81 0,'0'0'73'0,"0"0"-32"0,0 0-8 16,0 0-2-16,0 0 2 15,0 0 7-15,0 0-4 16,0 0-14-16,0 0-8 0,0 0-6 16,0 0-3-16,0 0 3 15,0 0 14-15,21-17-7 16,-8 16-3-16,-2-2-2 16,5 0 1-16,-2-1-3 15,2 1-2-15,0-2 0 0,2 1-2 16,0-3-1-16,-1-1 1 15,2 1 1-15,2-2-3 16,2-1 0-16,0-1-1 16,-1 1 0-16,1-3 0 15,-1 2 0-15,-2-2-1 16,0 0 1-16,1-1 0 0,-4 1 2 16,1-2 1-16,-2-1 1 15,1 0 1-15,0 0-2 16,-4-2 0-16,0 3 2 15,1-4 1-15,-3 2 2 16,0 0 2-16,0-1-2 0,0 2 0 16,-3-2 0-16,1-1 0 15,-1 1-1-15,0-2 1 16,1-1-4-16,0-2 1 16,0-3-1-16,2 2-2 15,1-3-1-15,-3 0-1 0,2 2 1 16,0-1-1-16,-1 0-1 15,-1-2 2-15,0 1-1 16,0 0 0-16,-1-3 0 16,0 2 1-16,2-2 0 15,-3-3 1-15,4 1 1 16,1-4-2-16,0-1-1 0,2 0 1 16,-1-2-2-16,3 0 2 15,-3 2 1-15,1 2-1 16,-1-1-1-16,-3-1 0 15,1 0 1-15,0 0 0 0,-1-2-1 16,-2-2 2-16,2 1-1 16,0 0-1-16,1 2 1 15,-1-1-1-15,0 4-1 16,1-1 1-16,1 1-1 16,-2-2 1-16,2 3 1 0,-1-2-2 15,2 4 0-15,-1 0 0 16,-1 2 1-16,3 2-2 15,-2 1 2-15,-1 4 0 16,2-1-1-16,-2 2 0 16,0 0 1-16,0 1-2 15,-1 1 2-15,1 0-1 0,-1 3 0 16,0-1 0-16,-1 3 0 16,1 0 0-16,1 1 0 15,0 1 0-15,-3 0 1 16,0 2-1-16,3 0 0 0,-4 2 0 15,1 2 0-15,-1-2 0 16,2 2 0-16,2 0 0 16,-4 2 0-16,4-3 0 15,-1 2 0-15,2 2 1 16,2-3-1-16,-4 3-1 0,1-2 2 16,2 2-1-16,-3 1 0 15,-1 0 0-15,2 1-1 16,-1 0 2-16,-1-1-2 15,4 3 1-15,-4-1 1 16,1-2-2-16,3 3 2 16,-2 0-1-16,2-1-1 0,0 1 2 15,-2 0-1-15,5 0 1 16,-4 0-1-16,3 0 0 16,0 0-1-16,-1 0 1 15,-1 4 0-15,1 0 0 16,-4 0 0-16,1 2 0 0,2-2 0 15,-4 3 1-15,0-1-1 16,2 1-1-16,-3 0 1 16,1 1 0-16,1 0 0 15,-2 0 1-15,0 1-2 16,0 1 2-16,4 1-1 0,-4-1 0 16,1 2 0-16,1 0 0 15,-1 1 0-15,0 0 1 16,1 2-1-16,-3 0 0 15,3 0 0-15,-1 1-1 16,1 2 2-16,-1-2-2 0,0-2 2 16,2 3-1-16,-4-3 0 15,3-1 0-15,-4 0 0 16,3-1 0-16,-4 0 1 16,2 1-1-16,-2 1 1 15,0 0 0-15,2 2-2 0,-1 0 2 16,1-1 1-16,0 2 0 15,3 2 0-15,-2-1 0 16,-1 2 1-16,0 0-1 16,1-2 0-16,-2 1-1 15,-1-2 0-15,1 1 1 0,-1-3-1 16,-1 0 0-16,3 1 1 16,-4-2-2-16,1 0 0 15,-1 2 2-15,1-2-1 16,0 0 0-16,0 1 0 15,2-1 0-15,0 0 1 16,0-1 0-16,-2 0-1 0,2 1 1 16,3 0-1-16,-3 0 0 15,0 0 1-15,-1 0 0 16,2-1 0-16,0 2-1 16,-1 1 0-16,-1-1 0 0,1-1 0 15,1 3 0-15,2-3-1 16,-3 2 2-16,1-4-1 15,0 0 0-15,-1 2 0 16,2-3 1-16,-2 1 2 16,-1 0 0-16,2-1 0 0,1 1 0 15,-2-1-1-15,1 2-1 16,0 0 0-16,1 0 0 16,2-1 0-16,-4 0 0 15,2 1 2-15,3 0-2 16,-2-2 2-16,0 2-1 15,2-2-1-15,-3 2 0 16,1 0-1-16,0-2 0 0,0 2 0 16,1 1 0-16,0-1 1 15,0 2-1-15,0-2 0 16,0 3 1-16,2-2-1 16,-2 1 0-16,-1-2 0 0,3 2-1 15,-1 0 1-15,-1-2 0 16,3 3-2-16,-1-2 3 15,1-1-2-15,-1 0 1 16,4-1 2-16,-1 0-2 16,3-2 2-16,-2 1 1 0,3 0-2 15,1-2 2-15,-2 1-3 16,1-3 1-16,1 0-1 16,0-1 1-16,1-2-1 15,-2 0 2-15,3-1-3 16,-1 1 2-16,-1-1-2 15,-2 1 1-15,0 0-1 0,-1 0 0 16,-2-1 1-16,0 1-1 16,0 1 0-16,-1 1 0 15,1 0 0-15,0 1 0 16,0 1 0-16,0-2 0 0,-1 4 0 16,0-4 0-16,0 1 0 15,0-2 1-15,-2 0-1 16,0-2 0-16,-1-2 0 15,0 2 1-15,-3-3-1 16,1 0 0-16,1 3 0 16,-2-3 0-16,3 1 0 0,-2-1 0 15,1 2 0-15,1 0 0 16,-1 0 0-16,0-1 0 16,-3 2 0-16,1 1 1 15,0-1-2-15,-1-1 2 16,-2 3-1-16,3-2-1 0,1 0 1 15,-1 1 0-15,2-1 0 16,-3 1 0-16,1 1 0 16,-1 1 0-16,-2-1 0 15,2-1 0-15,0-1 0 16,-1 4 0-16,1-1 1 0,2-1-1 16,-1-2 0-16,-1 3 0 15,0-2 0-15,-1-1 0 16,2-1 0-16,-4 0 0 15,-1-2 0-15,0 2 0 16,0-1 2-16,-1-1-2 0,-2 0 0 16,0 0 0-16,0 2 0 15,0-2-2-15,0 0-4 16,0 0-9-16,0 0-7 16,0 0-20-16,0 0-20 15,0-9-50-15,-1-11-248 0</inkml:trace>
  <inkml:trace contextRef="#ctx0" brushRef="#br0" timeOffset="40076.97">9829 7077 28 0,'0'-7'25'0,"-2"-2"19"0,-1 2-6 0,2-1-3 15,1 0-7-15,0 0-2 16,0-1-1-16,4 2-8 0,4-3-6 16,4 3-4-16,1 0 1 15,4 3 1-15,0 2-2 16,1 2 0-16,-1 0-4 15,-1 0 1-15,-3 2 1 16,-1 8 4-16,-1 1 2 16,-4 2 2-16,0 1-1 0,-5 3 3 15,-2-1-3-15,0 2-4 16,0 1-2-16,-11-1 1 16,0 1 2-16,0 1-1 15,-7-2-1-15,3-1-1 0,0-3-1 16,-1 0 0-16,1-4-1 15,2-1 0-15,-1-5-1 16,3 0-2-16,-1-2 1 16,0-2 4-16,3 0 0 15,-3-6-1-15,1-5-1 16,-3-5-4-16,3-4 0 0,1-5 0 16,0-4-7-16,4-5-10 15,5 0-12-15,1 1-6 16,1 1-11-16,12 2 2 15,7 0 18-15,7 4 2 16,6 2 12-16,6 2 2 0,5 3 6 16,6 2 4-16,-1 7 0 15,2 0 1-15,-2 6 0 16,-2 0 0-16,-5 1 5 16,-1 2 9-16,-7-1-1 15,-3 2 2-15,-10 0 2 0,-2 0-10 16,-5 0 1-16,-8 0 0 15,-4 0-4-15,-2 2-8 16,0 2-1-16,0-3 4 16,-11-1-4-16,0-1-85 15</inkml:trace>
  <inkml:trace contextRef="#ctx0" brushRef="#br0" timeOffset="50381">28328 12251 107 0,'0'0'3'0,"0"0"8"0,0 0 7 0,0 0-2 0,20-42-6 15,-20 37-4-15,0-1-2 16,0 2 0-16,0 0 1 16,0-1-1-16,0 2 4 0,3-2-3 15,-3-1-1-15,2 2 1 16,-1-2-1-16,0 3 1 15,0-1 10-15,-1 3 6 16,0-1-5-16,0 2-1 16,2 0-8-16,-2 0-7 0,2 0 0 15,3 6 1-15,-1 1 2 16,4 2-2-16,1 0 5 16,0 0 5-16,2-2 0 15,-2 2 0-15,0-4 1 16,0 0-4-16,-4-1 0 0,4-3-1 15,-4-1 3-15,3 0 10 16,-1 0 4-16,3-7-9 16,3-3-7-16,4-4-3 15,-1 1-2-15,5-1-2 16,-3-3-1-16,3 4-1 0,-1 0 0 16,-2 3-2-16,0 2-8 15,-5 2-60-15,3-1-30 16,-8-3-73-16</inkml:trace>
  <inkml:trace contextRef="#ctx0" brushRef="#br0" timeOffset="51068.14">29093 12150 212 0,'0'0'4'0,"0"0"6"0,0 0-9 0,0 0-1 15,0 0 1-15,0 0 2 16,18 44 7-16,-9-31 5 15,-1-3-7-15,0-3-5 0,-2-2 1 16,2-2 5-16,0-3 18 16,2 0 15-16,4-8-15 15,3-5-11-15,6-4-6 16,5-4 0-16,7-4-2 16,0-1 1-16,3-3-4 0,1 2-2 15,-5 2-3-15,-5 3 0 16,-8 8-1-16,-4 7-1 15,-9 7-3-15,-8 0-61 16,0 3-27-16,-12 1-38 16</inkml:trace>
  <inkml:trace contextRef="#ctx0" brushRef="#br0" timeOffset="52316.83">7472 6712 138 0,'0'0'3'0,"0"0"24"0,-17-40 19 16,11 31 2-16,4 4 13 16,-2 3-51-16,3 2 25 15,1 2-27-15,0 8-6 0,0 5 1 16,2 4 1-16,7-1 1 15,0 2 1-15,3-1-1 16,-1-1 0-16,0-2 0 16,2-2-1-16,-2-4-1 0,1-3-1 15,-1-4-1-15,2-3 2 16,5-2 0-16,1-13 2 16,4-7 0-16,6-7-1 15,2-5-3-15,7-5 0 16,1-2 0-16,1 3-1 0,0 2-2 15,-5 9-1-15,-2 6-1 16,-7 5-52-16,-6 2-76 16</inkml:trace>
  <inkml:trace contextRef="#ctx0" brushRef="#br0" timeOffset="53498.51">9867 7356 34 0,'-4'-7'27'0,"1"-1"26"0,-1 2-10 0,2 0-8 16,-1 2-4-16,3 0 1 15,0 4-3-15,0 0-9 16,0 0-18-16,7 11 2 16,2 3 5-16,5 3 6 0,-3 2 2 15,4-1-1-15,1 0-8 16,0 0-4-16,-1-4-2 16,1-4 2-16,-3-5-2 15,3-5 4-15,-1 0 9 16,4-15 15-16,2-8-12 0,7-8-9 15,1-7-4-15,6-7-2 16,-1-7-1-16,2-2-1 16,-2 0-1-16,-1 5 1 15,-6 4-1-15,0 10-1 16,-8 12-1-16,-5 8-25 16,-7 8-84-16,-7 0-80 0</inkml:trace>
  <inkml:trace contextRef="#ctx0" brushRef="#br0" timeOffset="56410.77">29728 11208 141 0,'0'0'5'0,"0"0"9"0,0-42 10 0,3 27-2 15,5 1 12-15,-2 3 1 0,1 2-2 16,-2 4 0-16,-1 1-3 16,3 4-9-16,-2 0-16 15,3 7-1-15,0 4 4 16,2 3 3-16,0 0 1 15,-1 0-3-15,2-1-3 16,-1-1-3-16,2-5-2 0,2-6 1 16,3-1 2-16,6-3 15 15,5-14-3-15,6-6-9 16,5-3-2-16,6-6-3 16,2-3-1-16,-2-1-1 15,-2-2-1-15,-4 0-5 0,-4 2-6 16,-7-2-98-16,-4 1-85 15</inkml:trace>
  <inkml:trace contextRef="#ctx0" brushRef="#br0" timeOffset="57422.72">12111 5024 174 0,'0'0'3'0,"0"0"6"0,0 0 15 0,0 0-3 16,0 0 5-16,0 0-16 15,0 0 0-15,0 0 6 16,0 0 4-16,20 17 2 16,-11-4-10-16,3-1-6 0,-1-1 0 15,-1-4-4-15,4-3 0 16,-1-4 4-16,4-1 21 16,4-13 18-16,6-10-24 15,7-9-13-15,9-10-5 16,5-6-2-16,8-4-1 15,4-2-1-15,1-2-5 0,-7-3-124 16</inkml:trace>
  <inkml:trace contextRef="#ctx0" brushRef="#br0" timeOffset="60129.01">31063 11336 14 0,'1'0'13'0,"1"-3"-9"0,1 1 11 15,1-1-1-15,1 0-3 16,-1 1 2-16,2 1 2 0,0-1-2 16,-3 2-3-16,-1 0-4 15,1 2 0-15,-3 4 4 16,0 2 6-16,0 3-3 16,0 2-2-16,-2 3 1 15,-2 4 7-15,0 1 1 16,0 2-2-16,1 1-2 0,3 3-5 15,0 0-1-15,0-1-2 16,7 2-3-16,-1-3-4 16,-1-1 0-16,-1-4-1 15,0-1 0-15,0-4 0 0,-1-2-1 16,-2-3 1-16,0 2-1 16,-1-1-1-16,0 0-1 15,0-1-1-15,-5 1-46 16,0-3-52-16</inkml:trace>
  <inkml:trace contextRef="#ctx0" brushRef="#br0" timeOffset="60869.22">30769 12132 20 0,'0'0'11'0,"0"0"17"0,0 0 2 0,0 0 0 16,0 0-14-16,38-29-6 15,-5 19-2-15,8 0 0 16,6-1-1-16,6 1 0 16,2-3-2-16,-3 3-2 0,-4 3-2 15,-8-2-1-15,-5 5 0 16,-8 0-1-16,-9 3 0 16,-7-1-2-16,-8 2-18 15</inkml:trace>
  <inkml:trace contextRef="#ctx0" brushRef="#br0" timeOffset="61321.43">30913 12300 145 0,'0'0'6'16,"0"0"28"-16,0 0-4 0,0 0 2 16,15-45-5-16,0 36-4 15,5 0-3-15,2 4-4 16,1 5-8-16,2 0-1 16,-3 5-5-16,-1 7 0 15,-8 5-2-15,-4 3 1 0,-8 3-1 16,-1-2 0-16,-6 4 2 15,-11-1-1-15,-5 0-1 16,-1-2 0-16,-2-3-1 16,-4-1 3-16,5-2-2 0,2-5 2 15,6-2-2-15,4-2 1 16,10-3 2-16,2-2-2 16,9-1 0-16,13-1 4 15,9 0-1-15,8 0-3 16,5-3-1-16,2 0 0 15,-2 2-1-15,-3 2-2 0,-4-1-5 16,-8 0-74-16,-4 0-93 16</inkml:trace>
  <inkml:trace contextRef="#ctx0" brushRef="#br0" timeOffset="64222.26">14315 4431 212 0,'0'0'-1'0,"0"0"2"0,0 0 2 0,0 0 6 0,0 0-2 16,0 0 3-16,0 0 6 15,0 0 3-15,0 0 7 16,27 28 2-16,-25-6-10 16,-2 0-5-16,2 4-6 15,-1-5-4-15,1 0 0 0,4-6-1 16,1-6 0-16,7-9 3 15,10-4 20-15,7-21 12 16,14-14-25-16,15-13-5 16,16-12-5-16,25-13-1 15,12-11-1-15,8-10-21 0,2-7-242 16</inkml:trace>
  <inkml:trace contextRef="#ctx0" brushRef="#br0" timeOffset="65381.12">30926 11194 91 0,'0'0'3'0,"0"0"17"0,0 0-4 0,0 0 4 16,0 0 1-16,0 0-13 16,0 0 14-16,0 0-8 15,0 0-10-15,0 0 4 16,0 0 13-16,0 7-1 0,0 2 2 15,3-2-6-15,5-3 1 16,0-3 1-16,2-1 5 16,1 0 0-16,8-5-4 15,5-11-4-15,5-4-6 16,8-5-4-16,3-5-3 0,6 1-1 16,0-4-4-16,2 0-5 15,-4 0-7-15,-2-4-21 16,-5-1-125-16</inkml:trace>
  <inkml:trace contextRef="#ctx0" brushRef="#br0" timeOffset="77836.05">18704 6142 9 0,'0'-1'12'0,"2"-1"1"0,-1 1-7 0,0-2 25 0,1 2-24 15,0-1 2-15,-2 1 3 16,0-1-4-16,1 1 0 16,-1 1 1-16,0-1-3 15,0 1-2-15,0 0-2 0,0 0-1 16,0 0-1-16,0 0 1 15,0 0-1-15,0 0 0 16,0 0 0-16,0 0 0 16,0 0-1-16,3 0 0 15,-3 1-1-15,2 2 1 0,-2 1-2 16,0-4-12-16</inkml:trace>
  <inkml:trace contextRef="#ctx0" brushRef="#br0" timeOffset="84973.3">19417 4897 97 0,'0'-17'15'0,"0"1"26"0,0 2-10 0,-4 1-7 16,-3 3-4-16,-2-1 1 16,-2 1-3-16,2 0 0 15,-2 0-1-15,-1 1-1 0,0 2-8 16,-1-1-3-16,-2-1-3 15,0 5-5-15,-3-2-5 16,-4 3-2-16,2 2 2 16,-7 1-3-16,-2 0 1 0,-2 0 3 15,2 0-2-15,-1 4 3 16,-1 3-1-16,-1-1 1 16,2 4 0-16,2-1 4 15,-1 2 0-15,0 0 0 16,0 2 1-16,2 1 1 0,-2-1 0 15,0 3 0-15,1 1 0 16,-1 0 0-16,2 1-1 16,-3-1 1-16,4 0 0 15,1 3 0-15,1-4 0 16,4 1-2-16,-1 0 2 16,1 1 0-16,0 2 4 0,2 1 0 15,-3 4-1-15,5 0 3 16,-1 2 2-16,2 3 0 15,-1 1 1-15,1 2 0 16,-1-2 1-16,1-1 4 16,-1 1 0-16,2-1 1 0,1 4 2 15,2-1-1-15,2 4-3 16,1 1-3-16,2 3-6 16,0 3 1-16,1 0 0 15,-1 3-2-15,2-1 7 16,1-1 4-16,0-2-3 0,3-2 0 15,0 0-4-15,3-4-6 16,2 1 4-16,6-3 3 16,1-2 1-16,2-3-2 15,0-1 16-15,2-1-9 16,0 0-4-16,1-2-6 0,1 2 4 16,-3 1 3-16,2-5-9 15,0 0 1-15,1-4 1 16,-1-1 3-16,2-4 0 15,3-1-3-15,-3-2 3 16,4-4-2-16,2-1-1 0,2-1 0 16,2-3 1-16,0-2 9 15,2-1-7-15,1 0-1 16,1 0 0-16,-3 0-2 16,1 0-2-16,0-4 0 15,0-3 0-15,0-3 1 16,3 1 2-16,-1-5-2 0,5-3 0 15,-3 0 1-15,2-3-1 16,-1 0-1-16,-3-2-1 16,-3-2 0-16,-1 1 1 15,-2-4-1-15,0 0-1 16,0-3 1-16,-1 0-1 0,0-8 1 16,-3 2 0-16,-2-5-1 15,0-3 1-15,-3 0-1 16,-5 0 0-16,-4 0-1 15,-2-3 2-15,-4-4-1 16,1 1-1-16,-4-5 1 0,2-1-1 16,1-3 0-16,1 4 1 15,2-1-9-15,-1 4-11 16,4-1-5-16,-4 5 1 16,1 1-7-16,-2 3 7 15,-2 4-3-15,-2 3 4 0,0 2-5 16,-4 2-4-16,-7 1-4 15,-7 3-11-15,-4-1 10 16,-1 2 4-16,-4 2 0 16,-1 2 1-16,-1 1-10 15,1 3-7-15,0 2-18 0,3 4 10 16</inkml:trace>
  <inkml:trace contextRef="#ctx0" brushRef="#br0" timeOffset="104705.95">31745 11732 1 0,'0'0'13'0,"0"0"-6"0,0 0 5 0,0 0-1 16,0 0-3-16,0 0 1 15,0 0-4-15,0 0-1 16,0 0-3-16,38-7 0 0,-31 7 1 16,-1 0-1-16,4 0 1 15,1 0 2-15,5 0-2 16,4 0 0-16,5-1 1 16,5 0 1-16,7 0 1 15,5 1-2-15,4 0-1 0,3 0 2 16,3 0-3-16,2 0 1 15,-2 0 0-15,2 0 2 16,-3 0 1-16,-1 0 2 16,1 0 2-16,-2 0 2 15,-1 0-3-15,-5 0-1 0,-3 0-2 16,-4 0 0-16,-5 0-2 16,-4 0-1-16,-3 0 0 15,-5 0-1-15,-2 0 1 16,-3 0-2-16,-3-1 1 15,-3 1 0-15,1-3 1 16,-3 2 0-16,0-1 3 0,-2 2 5 16,-3-1 2-16,-1-1-3 15,0 1-2-15,0 0-2 16,0 0-2-16,0 1-1 16,0-1-1-16,0 0 0 0,0 1 0 15,0-2-1-15,0 2 1 16,-4 0-1-16,-1 0 0 15,2 0-1-15,-1 0 1 16,1 2-1-16,-2 2-1 16,0 0 1-16,2 1-4 0,-3-3-67 15</inkml:trace>
  <inkml:trace contextRef="#ctx0" brushRef="#br0" timeOffset="107205.2">15492 6345 10 0,'0'0'15'0,"52"5"-3"0,-24-3 2 16,3 2-2-16,2-2 4 15,3 1 4-15,2 1 1 0,2-1-6 16,3 3-2-16,1-1-1 15,3 1-7-15,-2-2-3 16,4 2 1-16,-3-2-2 16,4-1 0-16,-4 1 0 15,1-2-1-15,3-1 1 0,-5 1 0 16,2-2 1-16,0 0-1 16,2 1 1-16,-2 0 1 15,2 1-2-15,-2-2 0 16,2 1 0-16,-5 1-2 15,-1-2 2-15,-1 2-1 16,-2-1 0-16,-1 0 1 0,-4-1-1 16,-1 1 0-16,-1 1 0 15,1-1-1-15,-3 0 2 16,0 0-1-16,0 0 0 16,1-1 1-16,-3 0-1 0,0 0 0 15,-4 0 1-15,2 0 1 16,-7 0 0-16,2-3 3 15,-4 3-2-15,-2 0 0 16,-2 0-1-16,-3 0 0 16,1 0-2-16,-2 0 2 15,-2 0-2-15,1 0 2 0,1 0-1 16,-1 0 1-16,1 0 0 16,0-1-1-16,-2-2 3 15,2-1-1-15,0 2 3 16,2-3 7-16,-3 0-1 15,1-1-4-15,2 2-3 0,-3 0-2 16,-1 0 0-16,2 1-1 16,-3 1-1-16,-1 1 0 15,-2 0-1-15,-1 1 1 16,-1-2 1-16,1 2-1 16,-1 0 0-16,-2 0 0 0,0-1 0 15,0 1-1-15,0 0 0 16,0 0 2-16,0 0-2 15,2 0 0-15,-2 0 0 16,0 0 1-16,0 0-1 16,0 0 0-16,0 0 0 0,0 0 0 15,0 0 0-15,0 0 0 16,0 0 0-16,0 0 1 16,0 0-1-16,0 0-1 15,0 0 1-15,0 0 1 16,0 0-2-16,0 0 1 0,0 0 1 15,0 0-2-15,0 0 1 16,0 0 0-16,0 0 0 16,0 0 0-16,2 0 0 15,-2 0 0-15,0 0 1 16,0 0-1-16,0 0 0 0,0 0 0 16,0 0 0-16,0 0 0 15,0 0 0-15,0 0-1 16,0 0-2-16,0 0 3 15,0 0-2-15,0 4 2 16,0 0-3-16,0 2-1 16,-6-2-6-16,-2-4-74 0</inkml:trace>
  <inkml:trace contextRef="#ctx0" brushRef="#br0" timeOffset="109028.47">20023 6229 33 0,'0'-3'5'0,"-2"-1"9"0,2 2 0 15,0 0-1-15,0 2-3 16,0-1-3-16,2 1 3 16,4-1 3-16,6 0 1 0,3-2-1 15,3 1-4-15,5 1 1 16,5-1 0-16,7 1-1 16,7 0-3-16,4-1 2 15,8 2-2-15,3-1 1 16,7 1 0-16,7 0 0 15,3-2-4-15,5 1 4 16,8 1-2-16,5-3-2 0,3 0 3 16,1-1 2-16,1-2 25 15,-1 2-26-15,-9-3-2 16,-2 3-1-16,-7 2 7 16,-5 1-4-16,0 1-4 0,-7 0 0 15,-2 0 0-15,-3 0 1 16,-4 0 0-16,-4 0 2 15,-4 0-3-15,-3-2 2 16,0 0 3-16,-4-4-3 16,-3 3-2-16,-5-1 0 0,-4-2 0 15,-5 3-2-15,-7 0 0 16,-2 2 0-16,-8-1-2 16,-4 2 1-16,-3 0-4 15,-1 1 1-15,-1 7 1 16,-6 2 1-16,-6-3-18 0,1-7-129 15</inkml:trace>
  <inkml:trace contextRef="#ctx0" brushRef="#br0" timeOffset="123494.07">28941 4909 23 0,'2'0'6'0,"0"0"15"0,0 0 2 0,-1 0 8 16,1-4-8-16,2 1-10 15,-2-1-2-15,-2 0 3 16,1 1-6-16,0-1-2 0,0 2 4 16,-1-1 1-16,0 2 0 15,0 1 1-15,0 0-4 16,0 0-2-16,-2 0 2 15,-3 0-6-15,-2 0 0 0,0 0-1 16,-2 0 1-16,1 0 0 16,1 0 1-16,-5 0 1 15,1 0-1-15,-1 0 0 16,-3 0 0-16,-1 0-1 16,-1 0 1-16,-5-3-1 0,-1-1 0 15,-6-2-1-15,-4 2 0 16,-6 0 0-16,-6-1-1 15,-3-2 1-15,-4 2 0 16,-1-2 0-16,-3 1 6 16,-1 0 9-16,0 0-12 0,-2 2-3 15,-3 3-1-15,0 1 2 16,-2 0-2-16,1 0 0 16,2 3 0-16,3 4 0 15,1 1 0-15,5 2 1 16,2 1-1-16,3 0 0 0,6 0 0 15,3 0 0-15,6 1 0 16,5-4 0-16,7 3 0 16,2-2 1-16,3 1-1 15,5-3 1-15,2 3-1 16,0-3 0-16,3 2 1 0,2 2-1 16,0 3 2-16,0 3 0 15,3 5 0-15,0 5 3 16,0 5-4-16,3 11 2 15,0 5 10-15,0 6 6 16,-2 7-14-16,-1 6 6 0,1 1 15 16,-1 5-3-16,0-1-15 15,1-4-3-15,0-2-3 16,3-4 0-16,-2-5 0 16,-1-5 0-16,0-2 1 15,0-3 0-15,-1-4 2 16,0-4-1-16,0-3-3 0,0-6 1 15,0-3 2-15,1-5-2 16,0-2-1-16,1-6-1 16,0-1 1-16,-1-1-1 15,2-4 0-15,-1-1-1 16,2-1 2-16,0-2-3 0,3 0 2 16,-1-1-1-16,2-3 1 15,4 1 2-15,1-1 1 16,2 0-3-16,6 0 1 15,7 0 0-15,10-2 0 16,12-4 0-16,9-1 0 0,12 1 3 16,12 0 3-16,7-2-3 15,1 1 4-15,-1 1-1 16,-2-2-4-16,-6 1-1 16,-3 0 1-16,-9-1-2 15,-5 1 0-15,-7 2 2 0,-6-2-2 16,-6 2 0-16,-4-2-1 15,-6 1 0-15,-2 0 0 16,-3 1-1-16,-4-2 0 16,-2 0-1-16,-4 0 0 15,-4-2-2-15,-3 1-21 0,-3-3-46 16,-7-2-37-16,-3-6-6 16</inkml:trace>
  <inkml:trace contextRef="#ctx0" brushRef="#br0" timeOffset="124273.66">29042 4986 106 0,'0'-7'4'0,"0"-2"2"0,0-1 15 0,0 2-7 0,0 2 0 0,-1-2-2 16,-1 1-1-16,0 1 0 15,-3-1 2-15,2 3-1 16,-1-1 2-16,2 3 1 16,-2 0-3-16,1 2-5 0,0 0-3 15,1 0-1-15,-1 3-1 16,-1 6 1-16,1 5 2 15,-1 4 3-15,-2 9 3 16,0 10 11-16,0 9 1 16,1 12 0-16,1 7-10 0,1 9 5 15,2 7-12-15,1 5 16 16,0 1-5-16,4-6-7 16,1-2-3-16,3-8 0 15,-3-9 3-15,0-12 1 16,0-8 0-16,-3-8-5 0,0-8-1 15,-2-5-1-15,1-7 2 16,-1-5-1-16,0-5-3 16,1 0 0-16,-1-2 0 15,0-1 0-15,0-1 0 16,1 0 1-16,0 0 3 0,-1 0-4 16,1-3 1-16,0-1-2 15,2-2 1-15,-3 2-4 16,1-1 4-16,0 0-2 15,-1 1 0-15,1 2 0 16,-1-2 0-16,0 3-2 0,0-1 2 16,0 2 0-16,0 0 0 15,0 0 0-15,0-2-1 16,0 2 1-16,0 0-2 16,0 0 0-16,0 0 1 15,0 2-1-15,0 1 1 0,0 4-5 16,-1 2-25-16,0-3-47 15,-1-6-64-15</inkml:trace>
  <inkml:trace contextRef="#ctx0" brushRef="#br0" timeOffset="151209.21">3794 6389 59 0,'0'0'26'0,"0"0"35"0,0 0-24 0,0 0-6 15,-17-39-3-15,5 36 2 16,-3 3-8-16,-1 0 0 16,-3 3-4-16,-2 9-2 15,1 4-2-15,2 5-2 0,2 2-3 16,3 5-1-16,3 1-2 15,6 2-1-15,4 4 1 16,0 1 0-16,4 4-2 16,8-1 0-16,1 3-1 0,-1-1 0 15,-1-1-1-15,-2-2-1 16,-5 0 0-16,-1-1-1 16,-3 0 2-16,-7 0 3 15,-9-1-8-15,-2 1 3 16,-1-2-3-16,-6-4 0 15,-2-1 1-15,2-3-1 0,0-4-3 16,2-6-7-16,0-5-47 16,5-5-8-16,0-7-36 15</inkml:trace>
  <inkml:trace contextRef="#ctx0" brushRef="#br0" timeOffset="151399.22">3334 7028 36 0,'0'0'180'0,"0"0"-164"15,29-42 10-15,-9 24-12 16,8 0-3-16,5-3-3 16,0 3-2-16,3 2-2 15,-1 3-3-15,-1 3-1 16,-3 6-1-16,-6 4-3 15,-4 0-9-15,-4 0-81 0</inkml:trace>
  <inkml:trace contextRef="#ctx0" brushRef="#br0" timeOffset="151635.01">3947 6946 257 0,'0'0'21'0,"0"0"-9"16,0 0 7-16,4 38 26 0,-4-15-2 15,0 10-23-15,0 5-11 16,-5 6-2-16,-1 2 6 16,0-1-10-16,1-1-4 15,0-3-3-15,3-7-29 16,-3-10-89-16,3-12-13 0</inkml:trace>
  <inkml:trace contextRef="#ctx0" brushRef="#br0" timeOffset="152004.73">4253 6492 223 0,'0'0'17'0,"0"0"38"16,0 0-9-16,-42 5-23 15,26 21-13-15,2 9 15 16,-2 9-1-16,3 6-8 16,5 1-9-16,4 0-5 15,4-1-1-15,0-3 0 0,10-6-1 16,3-4-1-16,3-3-2 16,2-7-10-16,2-4-22 15,0-12-29-15,0-7-23 16,0-4-81-16</inkml:trace>
  <inkml:trace contextRef="#ctx0" brushRef="#br0" timeOffset="152594.15">4454 6625 238 0,'0'0'10'16,"0"0"39"-16,0 0-7 16,-7-47-14-16,14 39-8 0,4-1-7 15,2 4-9-15,3 3-1 16,-1 2-2-16,1 0-1 16,-2 11 1-16,-1 4-3 15,-4 3-3-15,-4 5 2 16,-1 1 0-16,-4 3 3 15,0 1 2-15,-7-1-1 0,-4 0 1 16,3-4-2-16,-4-4 0 16,5-5 0-16,-1-6 0 15,2-5 1-15,2-2 0 16,4-1 2-16,0-2-2 16,0-11-1-16,6-4 2 0,4-3-1 15,5-7 0-15,0 2 1 16,2-3 0-16,-3 3-2 15,-1 3 2-15,-4 4-2 16,-2 7 2-16,-5 1 3 16,-2 6 24-16,0 2-5 0,0 2-9 15,-4 0-6-15,-4 9-4 16,2 5 0-16,-1 4 0 16,3 2-2-16,2 3-1 15,2 1-1-15,0-1-1 16,6-1 1-16,5-3-1 15,3-3 1-15,-1-4 0 0,5-2-4 16,-2-3-7-16,4-4-17 16,-2-3-16-16,2-3-13 15,-4-12-22-15,-1-11-72 16</inkml:trace>
  <inkml:trace contextRef="#ctx0" brushRef="#br0" timeOffset="152787.78">4805 6488 399 0,'0'0'0'0,"0"0"30"0,0 0-27 0,0 0 0 16,54 19 5-16,-33 2 44 16,2 5-35-16,-5 8-9 15,-3 7-9-15,-5 8 4 0,-10 8-3 16,0 4-3-16,-22 8-2 15,-12 6 8-15,-18-4-58 16,-13-7-88-16</inkml:trace>
  <inkml:trace contextRef="#ctx0" brushRef="#br0" timeOffset="153446.88">3560 7493 161 0,'0'0'13'0,"0"0"-10"0,0 0 42 0,-39-42 4 16,25 41-25-16,-1 0-7 15,-2 4 1-15,-1 10-2 16,0 5-3-16,2 3-4 16,1 6-2-16,1 0-3 0,3 3-2 15,3 0-2-15,6 1 1 16,-1 2-1-16,3 1 1 16,3 1 0-16,5 0-1 15,1 1 1-15,-3-4-1 16,2 0-1-16,-4-2-9 0,-4-6-7 15,0-1-5-15,-2-4-15 16,-10 0 4-16,-5-3-7 16,-4-5-12-16,-3 1-67 15</inkml:trace>
  <inkml:trace contextRef="#ctx0" brushRef="#br0" timeOffset="153665.15">3155 7930 202 0,'0'0'7'0,"0"0"22"0,0 0 0 16,9-45-18-16,5 34-6 15,6-4 4-15,5 1 8 16,2-3-4-16,4 0-4 16,2 3 9-16,-3 2-10 15,-1 2-8-15,-6 6-1 16,2 3-5-16,-7-2-37 0,-4 0-40 15</inkml:trace>
  <inkml:trace contextRef="#ctx0" brushRef="#br0" timeOffset="154039.69">3573 7879 221 0,'0'0'5'0,"0"0"7"0,0 0 20 16,0 0 7-16,38-21-7 15,-26 14-8-15,-1 1-5 16,2 1-9-16,1 4-7 16,-3 1-3-16,2 0-1 15,-2 8-1-15,-2 4-1 0,-2 4-1 16,-5 4 6-16,-2 2-5 15,0 0 3-15,-7 0 0 16,0 0 4-16,-3-2-3 16,3-2-1-16,0-4-1 15,5-2 2-15,2-5-6 0,0 3-1 16,4-5 4-16,10-2 2 16,1-1 1-16,8-2 0 15,1 0 3-15,3 0-5 16,2-3 1-16,1-1-17 15,-4-2-57-15,0-4-59 16</inkml:trace>
  <inkml:trace contextRef="#ctx0" brushRef="#br0" timeOffset="154331.75">4261 7548 269 0,'0'0'26'0,"0"0"46"0,-38-5-30 16,23 20-25-16,-1 6 1 15,1 8 2-15,3 4-6 16,4 4-7-16,6 2-3 0,2 2-3 15,4 2 0 1,9-4 0-16,3-3-3 0,4-8-16 16,0-5-22-16,2-11-8 15,1-11-18-15,-1-1 2 16,-2-13-58-16</inkml:trace>
  <inkml:trace contextRef="#ctx0" brushRef="#br0" timeOffset="154910.71">4443 7720 282 0,'0'0'6'16,"0"0"11"-16,0 0 23 16,13-45-11-16,-6 36-2 15,4 2 1-15,3 4-12 16,1 1-11-16,1 2-4 0,1 0-1 15,-1 11-2-15,-3 2 1 16,-1 2-2-16,-5 2 3 16,-3 3-3-16,-4 0 2 15,0 0-3-15,-2-2-1 16,-5 2 2-16,-4-1-5 0,2-2-3 16,0-5 7-16,3-3 8 15,-2-2-4-15,4-3 1 16,2-4 1-16,2 0 5 15,0-7 0-15,0-6-5 16,8-4-2-16,6-4 1 0,1-4 3 16,4-1-3-16,-2-2 1 15,1 2 0-15,-3 2 0 16,-3 4-2-16,-5 3 0 16,-5 4 2-16,0 5 11 15,-2 3 3-15,0 4 4 0,0 1-1 16,-2 0-7-16,-2 4-7 15,2 9-3-15,0 3 1 16,2 2 4-16,0 2 2 16,1 3-6-16,8-2-2 15,1-2 0-15,3 0 0 0,0 0 0 16,3-5-1-16,-1-3-13 16,1-5-12-16,-1-3-15 15,-1-3-18-15,-1-7-11 16,-3-13 12-16,-4-6-62 15</inkml:trace>
  <inkml:trace contextRef="#ctx0" brushRef="#br0" timeOffset="155071.42">4852 7490 419 0,'0'0'-5'0,"0"0"37"0,40 13-28 16,-17 5 14-16,1 8 1 15,3 8-3-15,-5 10-6 16,-4 13-6-16,-11 14 1 16,-7 11-6-16,-12 7 1 15,-21-2-90-15,-14-10-145 0</inkml:trace>
  <inkml:trace contextRef="#ctx0" brushRef="#br0" timeOffset="-120914.5">29759 5006 192 0,'0'0'12'0,"0"0"-6"0,0 0 1 0,0 0 1 16,0 0 4-16,0 0-1 16,0 0 5-16,0 0-2 15,0 0-2-15,24 35 1 16,-24-26 0-16,-1 1-3 16,-5 0-1-16,-2-1 0 15,-5-1 0-15,0 2-2 0,-4-5-1 16,-1 1-3-16,0-1-1 15,0-4 2-15,0-1 0 16,3 0 2-16,6-3 5 16,1-10 5-16,6-6 1 15,2-4-13-15,6-3 1 0,9-1-4 16,6 4 1-16,3 3 2 16,0 6-2-16,1 7-1 15,2 7 0-15,-2 0-2 16,1 13 2-16,-1 8-1 15,-5 9 4-15,1 9 29 0,-3 7-18 16,-7 11 1-16,-7 4-1 16,-4 7-6-16,-1 3-2 15,-14 1 6-15,-7 1-3 16,-4-5-2-16,-4-3-1 16,-3-7 4-16,-5-7-4 0,-2-10 1 15,-1-8-2-15,-2-11-1 16,4-7-1-16,2-9-1 15,6-6-1-15,7-8 0 16,6-13 0-16,12-8 0 16,6-5-2-16,10-3 0 0,15 3-1 15,9 7 1-15,6 10-1 16,5 10 1-16,-1 7 0 16,-1 4 0-16,-1 12 1 15,-2 0-3-15,-1-1 3 16,-1-4-1-16,-1-3-3 0,-2-7-15 15,-1-1-3-15,-3-4-3 16,-3-9-17-16,-4-4-19 16,-5-3-58-16,-8-4-23 15</inkml:trace>
  <inkml:trace contextRef="#ctx0" brushRef="#br0" timeOffset="-120538.77">30606 4949 304 0,'0'0'14'0,"0"0"49"0,0 0-14 0,-50-4-28 0,31 25-1 15,-5 12 6-15,0 9 1 16,2 8-6-16,5 4 2 0,4 3-9 16,9-6-10-16,4-1-2 15,14-8-1-15,8-12 2 16,10-7 0-16,6-12-1 15,2-9-2-15,5-2 0 16,2-20-9-16,1-11-11 0,-2-5-18 16,-8-8-37-16,-7-7-60 15</inkml:trace>
  <inkml:trace contextRef="#ctx0" brushRef="#br0" timeOffset="-120253.4">30900 4617 352 0,'0'0'1'0,"0"0"38"15,0 0-8-15,0 0-15 16,-4 38 19-16,4-4 1 15,1 8-4-15,5 7-6 16,3 5-11-16,2 1-10 0,-1 2-3 16,3-3-1-16,2-1 0 15,1-8-1-15,-1-1-2 16,0-8-15-16,-1-9-12 16,0-5-16-16,-2-9-17 15,-4-10-35-15,-2-3-53 0</inkml:trace>
  <inkml:trace contextRef="#ctx0" brushRef="#br0" timeOffset="-119178.9">31383 4916 226 0,'0'0'77'0,"0"0"-74"16,0 0 10-16,0 0 3 15,0 0 14-15,0 0 15 16,0 0-9-16,0 0-8 16,0 0-12-16,-28-37-6 0,13 37 1 15,-2 0-7-15,-2 0 0 16,0 8-1-16,1 0 5 15,0 2-1-15,1 3-2 16,4 1-3-16,1 2 0 16,5-1-1-16,1 1 0 15,3 4 1-15,2-3 1 0,1 1-2 16,0-2-1-16,4 0 1 16,4-3 0-16,1-2 1 15,2-3-1-15,0-4-1 16,2-2 0-16,-1-2-1 0,0-2 1 15,0-9 0-15,0-6 0 16,-5 0-3-16,1-3 1 16,-2 3 0-16,-2-3 2 15,-2 6 1-15,-2 1-1 16,0 3 0-16,0 2 1 0,0 5-1 16,0-1 1-16,0 3 0 15,-2 1 5-15,1 0-5 16,1 5-1-16,-1 2 1 15,1 4 1-15,0-1 0 16,0 3 0-16,7 0 0 0,0 1 0 16,4-3 0-16,2-1-1 15,1-1 0-15,0-3 0 16,0-3 0-16,1-3 0 16,-2 0 0-16,2-3 1 15,-2-9-1-15,1-2 0 16,-3-3 0-16,0-3-1 0,1 0 0 15,-4-1 0-15,0 0 0 16,1 1 0-16,-1 1 0 16,0 4 1-16,0 2-2 15,2 4 2-15,1 2-2 16,2 6 0-16,0 1 2 0,1 0-3 16,0 6 2-16,-1 5-1 15,-1 6 2-15,-3 0-2 16,-1 2 1-16,-4-1-1 15,-3-1 1-15,1-3 0 16,-2-1 0-16,0-3 1 0,0-2-1 16,0-5 0-16,0 2-1 15,0-4-1-15,0-1 0 16,3 0 3-16,2-6 0 16,4-5-1-16,3-7 0 15,4-4-1-15,0-6 2 16,3 0-1-16,1-4-1 0,-1 5 1 15,-1-1 1-15,2 6-2 16,-7 4 2-16,-1 5-1 16,1 5 0-16,-2 6 1 15,2 2-1-15,-2 4 0 0,1 11 1 16,0 3-1-16,-4 5 1 16,-1 1 0-16,-3 2 1 15,-4-1-2-15,0-1 1 16,0-2-1-16,-2-3 1 15,-7-2-2-15,2-2-5 0,-2-4-13 16,-1-4-12-16,0 0-14 16,-2-4-25-16,0-3-15 15,-1 0-25-15</inkml:trace>
  <inkml:trace contextRef="#ctx0" brushRef="#br0" timeOffset="-118537.43">32097 4864 346 0,'6'-9'4'0,"2"-3"55"0,-2 0-34 0,3 1 1 16,1-2-5-16,3 0-2 0,0 0-4 15,1-1-6-15,-2 2-4 16,2-1-2-16,-5 0-2 16,0 2 0-16,-4-1 0 15,-3 5 0-15,-2-3 1 16,0 5 0-16,-1 0 2 16,-5 1 13-16,-2 2-16 0,0 2 0 15,-1 0-1-15,0 2 2 16,2 8 0-16,3 4 0 15,0 3-3-15,3 3 1 16,1 0 0-16,0 1 1 16,1-1-1-16,6-1-1 0,1-4 0 15,3-1 2-15,1-2 1 16,2-5-1-16,1-3 0 16,1-4 1-16,2 0-1 15,2-7 1-15,1-10 2 0,2-6-1 16,2-6-2-16,0-3 1 15,-1-1-2-15,-1 2 1 16,0 2-1-16,-5 6 0 16,1 6 0-16,-2 4 0 15,-1 9 1-15,2 4-1 16,-2 0 0-16,3 4 1 0,-2 7 3 16,2 2-2-16,-2 1 1 15,-6-2-1-15,-3-1-1 16,-4 0 0-16,-3 1-1 15,-1-5 1-15,-9 1 0 16,-5 1 2-16,-8-2-3 0,-1 0-16 16,-3 0-14-16,3-1-16 15,1 1-15-15,5-3-31 16,4-1-35-16</inkml:trace>
  <inkml:trace contextRef="#ctx0" brushRef="#br0" timeOffset="-118285.7">32893 4673 550 0,'0'0'0'0,"0"0"-59"0,0 0-95 0</inkml:trace>
  <inkml:trace contextRef="#ctx0" brushRef="#br0" timeOffset="-101382.33">15680 11093 1 0,'0'0'0'0,"0"0"0"15,0 0 27-15,0 0-21 0,0 0 4 16,0 0 4-16,0 0-1 16,0 0-7-16,0 0-2 15,0 0 1-15,0 0-1 16,1 0 2-16,0 0 0 15,0-1-1-15,-1-1-4 16,0 1-1-16,1 0 2 0,0-1 2 16,-1 2-1-16,0 0 0 15,0-1-2-15,0 1 0 16,0-2 2-16,0 2 0 16,0 0 1-16,0 0 1 15,0-1 0-15,0 0-1 0,0 1 0 16,0-2 0-16,0 2-1 15,0 0 0-15,0 0 0 16,0 0 0-16,0 0 4 16,0 0-2-16,0 0-4 0,0 0 0 15,0 0 1-15,0 0-1 16,2 0-2-16,0 0-7 16,5 0-3-16,-4-3-30 15,3-2-66-15</inkml:trace>
  <inkml:trace contextRef="#ctx0" brushRef="#br0" timeOffset="-96125.42">18031 10068 29 0,'0'0'19'0,"0"0"-16"0,0 0 6 0,0 0-6 16,3 0 0-16,0 0 0 15,3-2-2-15,-4 1 0 16,1-2-1-16,-3 3 0 15,2 0 0-15,-2-1 1 0,1 1-1 16,0 0 2-16,-1-3 1 16,0 3 1-16,0 0-3 15,0 0-5-15,1 0 1 16,-1 0 1-16,0 0-4 16,0 4 0-16,0-1-1 0,0 0-3 15,1-2-18-15</inkml:trace>
  <inkml:trace contextRef="#ctx0" brushRef="#br0" timeOffset="-95422.64">17941 10125 1 0,'0'0'3'0,"0"0"0"0,0 0-2 15,0 0-1-15,0 0 1 16,0 0-1-16,46-20 0 16,-39 16-1-16,2 1-3 15</inkml:trace>
  <inkml:trace contextRef="#ctx0" brushRef="#br0" timeOffset="-70836.77">20356 11289 16 0,'74'3'-2'0,"11"-3"2"0,7-17 0 0,6-11 0 15</inkml:trace>
  <inkml:trace contextRef="#ctx0" brushRef="#br0" timeOffset="-49080.81">22705 10039 33 0,'-13'22'28'0,"1"-5"-8"0,2-3-5 0,5-5-7 16,0-2-1-16,2-5-4 16,3-2 2-16,0 0 5 15,2-11-4-15,8-5-3 16,5-5-8-16,2-5-34 15,5-2-19-15</inkml:trace>
  <inkml:trace contextRef="#ctx0" brushRef="#br0" timeOffset="-48816.47">22786 10173 99 0,'-5'58'66'0,"1"-2"-21"15,1-7-17-15,3-7 27 16,0-9-29-16,0-8-23 16,5-7-2-16,-2-4 0 15,2-4 0-15,0-3-3 16,-3-2 3-16,-1 1-8 0,-1-3-56 15,0-3 0-15,0 0-37 16</inkml:trace>
  <inkml:trace contextRef="#ctx0" brushRef="#br0" timeOffset="-47522.06">22771 9980 170 0,'0'0'16'0,"0"0"24"0,0 0-2 16,0 0 0-16,0 0-17 15,0 0-12-15,0 0-11 16,0 0 2-16,0 0 0 0,0 0 6 16,-41 55-3-16,26-32 3 15,-3 2-2-15,1-1-2 16,0 1-2-16,0-3 2 15,2-2-2-15,1 0 0 16,3-4 2-16,3-3-2 16,-1-5 0-16,6-1 0 0,1-5 0 15,2-2-1-15,0-2 2 16,7-12 1-16,5-9-5 16,3-5 4-16,5-8 0 15,1-1-1-15,3-2 0 16,-4 3-1-16,0 3 1 0,-4 6 1 15,-3 9 4-15,-5 5-2 16,-3 9 3-16,-2 4 2 16,-3 1-10-16,0 15 3 15,0 6 1-15,-3 10 13 16,-5 7 6-16,1 7-7 0,0 7-6 16,4 1 0-16,3-1-5 15,0 0-1-15,1-2 0 16,8-4-1-16,-2-4 0 15,1-5-1-15,-1-8 1 16,2-6 0-16,-3-7-2 0,0-5 1 16,-2-5 0-16,2-2 1 15,-3-3-10-15,-1-1-22 16,-2-1-11-16,0 0-40 16,-2 0-39-16</inkml:trace>
  <inkml:trace contextRef="#ctx0" brushRef="#br0" timeOffset="-47290.03">22551 10674 330 0,'0'0'9'0,"0"0"15"0,0 0-23 0,0 0 1 16,0 0 9-16,50-7 8 15,-9-5 5-15,14-6-2 0,14-9-6 16,8-4-2-16,6 1-5 16,0 0-7-16,-4 5-1 15,-10 1-13-15,-14-2-78 16,-10-1-222-16</inkml:trace>
  <inkml:trace contextRef="#ctx0" brushRef="#br0" timeOffset="-45691.31">23844 14682 79 0,'0'0'-2'0,"0"0"15"15,0 0 6-15,0 0-5 16,0 0-4-16,-41-17 1 0,32 17-1 15,-3 6 1-15,-1 4 0 16,-3 4 3-16,0 0-3 16,-3 5 1-16,1 0-4 15,-5 0-2-15,1 2-4 16,0-2 0-16,0-2-2 0,2-2 1 16,0-2-1-16,4-1 0 15,1-4 0-15,4-1 2 16,5-3-2-16,0-2 0 15,2-2 1-15,4 0 0 16,0-3 0-16,10-8 3 16,3-5-2-16,4-4-3 0,2-3 3 15,2-1-1-15,1 0 1 16,-5-1 2-16,0 3 14 16,-5 4-3-16,-2 6-4 15,-5 4 4-15,0 6 0 16,-2 2-4-16,-3 3-9 0,0 12-1 15,0 9 10-15,-4 5 0 16,-3 5 0-16,-2 5 2 16,0 2 3-16,2 5-1 15,3-1-5-15,-2 3-6 16,3-1-2-16,3-4-1 0,0-4 0 16,0-4-1-16,0-8 1 15,0-6-1-15,1-7 1 16,3-3 0-16,0-3-3 15,-2-3 3-15,-1-3-16 16,-1 0-19-16,0-2-14 16,0 0-37-16,-7 0-6 0</inkml:trace>
  <inkml:trace contextRef="#ctx0" brushRef="#br0" timeOffset="-45375.44">23322 15428 224 0,'0'0'1'0,"0"0"46"0,0 0-1 0,0 0-27 15,0 0-16-15,0 0 22 16,50-3 2-16,-11-6 4 0,6 1-11 16,8-3-8-16,4-2-4 15,0 6-6-15,-2-2 0 16,-3 3-2-16,-2-1-7 16,-7-3-46-16,-11-8-97 15</inkml:trace>
  <inkml:trace contextRef="#ctx0" brushRef="#br0" timeOffset="20288.01">25510 2114 135 0,'0'0'-2'0,"0"0"13"0,0 0 7 15,-7-48 2-15,7 38-1 16,0 0-3-16,0 3-7 16,4 1-4-16,6 1-5 15,1 2 0-15,2-2-2 16,1 1 5-16,3 2-6 0,0 0 6 16,3 0-4-16,0 2 2 15,6 0-2-15,1 0-1 16,2 0 5-16,5 0-10 15,3 0 8-15,5 2 4 16,1 1-5-16,2 1 0 0,3 2 0 16,1-3 0-16,2 1 0 15,3 0 0-15,2 1 0 16,6-4 0-16,0 3 0 16,4-4 0-16,2 3 0 15,2-3 0-15,0 3 0 16,1 0 0-16,-2 1 1 0,3 0 1 15,-1 0-4-15,0 2 4 16,2 1-2-16,4-1 2 16,-2-2-1-16,6 1 4 15,1-1 2-15,3-3 2 16,3-1 0-16,3 0-1 0,3 0-2 16,3 0 2-16,2 0-4 15,3 0 0-15,-2-4-2 16,4 0 0-16,-2-1 0 15,3 1-3-15,1 1 2 16,4-4 0-16,5 1-1 0,0 1 1 16,-1 0 2-16,3 1-1 15,-2 1 0-15,1 1 2 16,-4 0-1-16,-3 1 0 16,-3-2 0-16,-5 3 2 0,-1-3 0 15,-4 3 1-15,-2-2 0 16,-4 1-2-16,1-2-2 15,-4 2 1-15,-4 1 1 16,-5-2-3-16,-2 0 1 16,-5-1 0-16,-5 1-1 0,-4-2 0 15,-4 3 0-15,-6-2-1 16,-4 0 0-16,-6 1 1 16,-5 1-1-16,-7 1 0 15,-4 0 1-15,-5 0-2 16,-7 0-30-16,-8-4-78 15</inkml:trace>
  <inkml:trace contextRef="#ctx0" brushRef="#br0" timeOffset="81040.15">17845 11208 100 0,'0'2'96'0,"4"-2"-94"0,-2 0 0 0,6 0-1 15,4 0 0-15,6 1 1 16,4-1 2-16,4 3-2 0,3-2-1 16,8 1 0-16,0-1-1 15,6-1 1-15,5 0-5 16,6-3 9-16,5-5-4 15,3-2-1-15,4 0-3 16,3-1 9-16,0 1-5 0,2 1 2 16,3-1 0-16,2 0 1 15,5-1 1-15,4 2 1 16,1-4 2-16,0 1-1 16,5-4 0-16,1 2-1 15,0-2 2-15,1-2 4 0,-1-2-6 16,-1 6 8-16,1-2 0 15,-4 3-3-15,-1 3-4 16,0 3 5-16,-2 3-1 16,2 4-3-16,0 0-4 15,-1 0 1-15,5 0 0 16,-4 4-1-16,-5 2 0 0,0 4 1 16,-5 1-2-16,-1 1 0 15,-3 2 3-15,-4 2 2 16,0 1 1-16,-1-2-4 15,-1 1-2-15,-1-1-1 16,0-2-1-16,-2-2 2 0,1-1-2 16,-1-7 2-16,-1-3-2 15,2 0 2-15,-1-1-1 16,-5-8-1-16,0-2 0 16,-4-3 0-16,-2 1-1 15,-6-1 1-15,-3 1-1 0,-4 0 0 16,-3 7-1-16,-6 2-3 15,-8 4-40-15,-7 0-61 16,-9 0-124-16</inkml:trace>
  <inkml:trace contextRef="#ctx0" brushRef="#br0" timeOffset="82385.31">17925 13668 200 0,'-19'0'9'0,"0"0"-8"0,4 0 0 15,7 2 1-15,0 0 2 16,7 3-2-16,1 2-2 16,0 0 3-16,9 2-2 15,1 0 1-15,7 0-1 0,5-1 1 16,3-2-1-16,6-2-1 16,5-1 2-16,4-3 1 15,4 0 0-15,6 0 1 16,4 0 2-16,2-1 1 15,1-2 0-15,4 1 0 16,5-1 0-16,0 2 1 0,5-2 0 16,1-2-1-16,4-2-2 15,4-5 0-15,5-1 2 16,1-4-2-16,3-4-1 16,2 0 8-16,4-2 4 15,2 0-2-15,-1 5 6 0,2 4-3 16,6 5-4-16,-3 8-2 15,-3 2-2-15,4 9-3 16,0 11-2-16,0 5 18 16,2 2-8-16,6 2-5 15,0-3-1-15,2-1 4 0,6-8-2 16,0-2 0-16,5-10-2 16,1-6 1-16,3 0 2 15,2-12-4-15,-1-5-1 16,4-5 0-16,-5-3 3 15,0-2-2-15,-3 4 0 0,-4 1 2 16,-5 6-1-16,-5 5-5 16,-6 8-1-16,-8 3-2 15,-9 7 1-15,-3 13 0 16,-7 4-2-16,-10 3 1 16,-5 2-1-16,-7 2-16 0,-5-3 7 15,-7-2-48-15,-13-11-49 16,-11-12-110-16</inkml:trace>
  <inkml:trace contextRef="#ctx0" brushRef="#br0" timeOffset="83338.16">17974 16113 141 0,'2'0'157'0,"-2"-2"-156"0,3-1 1 15,5 3-4-15,8 3 2 0,3 11 3 16,7 6-2-16,9 4 4 15,3 7 0-15,9 2 21 16,9 1-16-16,5-3-8 16,7-3 0-16,6-5-1 15,6-8-1-15,6-5 1 0,1-7-1 16,0-2 1-16,7-1 0 16,3-4-1-16,-3-8 0 15,2-5 3-15,-1-6-2 16,1-9 1-16,0-6 0 15,-2-8 7-15,2-5 8 0,2-5 12 16,1 0-4-16,0 2 3 16,5 7-6-16,0 7-6 15,0 10-2-15,0 12-5 16,4 9-4-16,-3 9-2 16,-5 2 0-16,-1 12-2 0,-3 2-1 15,-4-1 1-15,-6-2-1 16,0-6 1-16,-1-5-1 15,-2-1 0-15,-6-11 1 16,1-11 0-16,-3-1-1 16,-1-3-1-16,-7 2-5 15,-3 3-39-15,-5 5-24 0,-12 5-55 16,-9 6-98-16</inkml:trace>
  <inkml:trace contextRef="#ctx0" brushRef="#br0" timeOffset="84213.51">18133 18812 33 0,'54'-4'298'0,"2"-12"-299"0,9 2 2 0,16-1-1 16,10 5-4-16,10 3 2 0,3 2-1 16,3 4-1-16,2 1-6 15,-4 0 7-15,1-3 3 16,-1-5 0-16,-1-5 1 16,-1-6 0-16,-3-2 0 15,-1-5 2-15,-1 4 4 0,1 2 7 16,0 4 17-16,5 6-1 15,2 6-11-15,0 4-4 16,-3 0-9-16,1 4-2 16,-4 9 0-16,-3 4 0 15,-2 7-1-15,2 3-2 0,-5 10 1 16,-4 4-2-16,-1 5 1 16,-4 2-1-16,-3 0 2 15,-5-1-2-15,-1-4 0 16,3-6 0-16,-2-7 1 15,3-20 0-15,1-10 1 0,0 0 4 16,6 0 15-16,-1 0-2 16,4 0-2-16,5 0 1 15,6 0 7-15,7 0-6 16,5-15 8-16,9-6 4 16,5 1-6-16,8 2-13 15,3 0-7-15,3 1-3 0,3 2-1 16,-5-2 0-16,1 4 0 15,-6 2-1-15,-2 2-1 16,-7 4-8-16,-10-1-25 16,-5-1 32-16,-9-6 0 0,-12-6-152 15,-10-9 113-15,-11-10-45 16,-15-12-64-16</inkml:trace>
  <inkml:trace contextRef="#ctx0" brushRef="#br0" timeOffset="119814.54">17064 4814 94 0,'0'-10'-16'0,"0"2"111"0,0 1-72 0,0 0 13 0,0 5-3 15,0 2-8-15,0 6-22 16,-7 12-1-16,1 8 9 16,-4 5 14-16,-1 10 1 15,-2 3-7-15,0 5-12 16,0 3-1-16,1-1-5 0,1-1 0 15,2-3 0-15,-1-6-1 16,4-7 0-16,0-8 1 16,3-11-1-16,1-5 0 15,0-4 0-15,0-6 1 16,2 0 18-16,0-14 6 16,0-8-24-16,0-9-1 0,7-6 0 15,5-8-1-15,4-5 1 16,0-1-2-16,4 1 1 15,-5 0-1-15,1 7 2 16,-3 4 0-16,-1 5 1 16,-6 7-1-16,1 7 1 0,-4 5 0 15,0 6 4-15,-2 4 5 16,0 4 2-16,1 1-11 16,0 3 0-16,-2 7-1 15,2 4 1-15,0 3-1 16,-1 2 0-16,3-2 0 0,0 4 1 15,0-1-1-15,1-3-1 16,2-2 1-16,-1-3 0 16,3-3 0-16,-2-4-1 15,3-5 1-15,0 0-1 16,3-14 1-16,1-9-1 0,-1-3-4 16,1-6-6-16,1 0 0 15,-3 2 5-15,-5 1 3 16,1 5 2-16,-5 7 0 15,1 4 1-15,-4 6 1 16,0 4-1-16,0 3 1 0,0 3-2 16,0 13 2-16,0 7 2 15,-3 4 6-15,1 2-2 16,2 3-4-16,0-1-3 16,0-3 0-16,3-5 0 15,5-2 0-15,-1-4 0 0,2-4-1 16,-2-1-1-16,1-5-14 15,0-2-29-15,1-5-27 16,1 0 15-16,4-8-37 16</inkml:trace>
  <inkml:trace contextRef="#ctx0" brushRef="#br0" timeOffset="119971.29">17446 4848 258 0,'0'0'30'0,"0"0"23"0,0 0-39 0,0 0 30 15,-3 57-7-15,-1-30-16 0,-2 4-12 16,3 2-6-16,-1 1-2 16,4 0-2-16,-5 0-1 15,2-7-52-15,0-8-122 16</inkml:trace>
  <inkml:trace contextRef="#ctx0" brushRef="#br0" timeOffset="121419.11">21879 4841 239 0,'0'0'1'0,"0"0"1"15,0 0 8-15,0 0 6 0,0 0-15 16,0 0 0-16,0 0 3 15,-18 64 2-15,9-27 2 16,-1 6-3-16,1 1-1 16,-1 1-3-16,0-1-1 15,1-1 0-15,1-6 0 0,0-6 1 16,-1-8-1-16,5-5 0 16,2-8 0-16,-2-4 0 15,2-6 2-15,2 0-1 16,0-4 0-16,0-11-1 15,0-7 0-15,6-7 0 0,3-5-1 16,4-4 1-16,-1-2 0 16,2 2 0-16,-2 2 0 15,-1 3 0-15,-1 6 0 16,-6 0 1-16,0 5-1 16,-3 5 13-16,1 1 31 0,-2 7-5 15,0 1-13-15,0 4-9 16,0 1-5-16,0 3-6 15,0 0-4-15,0 0-4 16,0 8 4-16,0 5-2 16,0 2 0-16,0 1 0 0,0 0 0 15,0 1 0-15,0-2 0 16,2 0 0-16,2-5 0 16,-1-2-2-16,1 0 2 15,1-3-2-15,-2-1 1 16,0-1 0-16,0-3-1 0,1 0 0 15,-2 0 0-15,-1 0 1 16,3-1 0-16,2-6 0 16,-4-2 1-16,4-1 0 15,0-1 0-15,-1-2 0 16,3-1 0-16,-3 0 0 0,6-1 0 16,-6 1 0-16,1 0 0 15,-1 3 0-15,-1 4 0 16,-1 0 1-16,-2 4 0 15,0 3-1-15,-1 0 0 16,0 1 0-16,0 9 1 16,0 1 0-16,0 5-1 0,0 2 0 15,2 0 0-15,0 0 0 16,1-1 0-16,2 0 0 16,2-3-1-16,3-1 0 15,-1 1-3-15,3-2-69 16,1-4 3-16,2-5-6 0,0-3-100 15</inkml:trace>
  <inkml:trace contextRef="#ctx0" brushRef="#br0" timeOffset="125714.4">17158 6841 127 0,'-5'-3'6'0,"-1"3"26"16,1 0-9-16,-2 14-16 15,-1 9-3-15,3 14 19 16,-3 10 21-16,3 11-19 0,-2 7-17 16,2 7 1-16,3 3 18 15,-4 0-15-15,1-3-7 16,-4-8-4-16,2-10 0 16,-1-10 0-16,3-8 1 15,-3-15 10-15,2-10 10 0,2-6-9 16,0-5 14-16,2-9 4 15,2-14-27-15,0-11-3 16,4-10 0-16,8-11-1 16,3-6 0-16,3-6 0 15,-1-2-1-15,0 3 0 0,-2 4 0 16,-1 5 1-16,-4 7-1 16,-5 13 1-16,-1 6 0 15,-2 11 0-15,-2 7 1 16,0 6 0-16,0 7 0 0,0 0 0 15,0 12-1-15,-2 9 0 16,-2 3 0-16,3 7 1 16,0 4-1-16,1 0 0 15,0 2 0-15,0-3 0 16,2-4 0-16,4-6 0 16,1-4-1-16,2-9 1 0,2-4 0 15,1-7 0-15,1-1 0 16,0-15 0-16,3-6-1 15,2-10 2-15,-2-3-3 16,4-8 2-16,-5 0 0 16,1 2-2-16,-5 6 0 0,-4 5 2 15,-3 7 0-15,-1 10 0 16,-3 8 1-16,0 5 0 16,-3 1-1-16,-4 16 0 15,0 6 1-15,1 8 0 16,0 3 0-16,2 3-1 0,6 0 0 15,-2-1-1-15,2-2 0 16,5-4 0-16,5-5 1 16,2-4-14-16,-1-5-86 15,1-10 4-15,1-6-76 16</inkml:trace>
  <inkml:trace contextRef="#ctx0" brushRef="#br0" timeOffset="126072.94">17564 7159 283 0,'0'0'3'0,"0"0"16"0,16-44 9 16,-9 33-1-16,-1 2-4 16,4-1 1-16,-4 7-10 15,3 3-6-15,-3 0-8 16,2 6 1-16,-3 7 0 0,-2 4-1 15,-2 6 0-15,-1-1 0 16,0 4 0-16,-4-2-1 16,-4-1 1-16,-3 2-1 15,0-3-2-15,-3-1-4 16,1-1-2-16,0-3 3 0,2 0 3 16,2-4 2-16,3-3 1 15,0-2 1-15,6-2-1 16,0-3 0-16,3-2 2 15,10-1-1-15,5 0 1 0,8-3-1 16,4-2 0-16,3-1-1 16,-2 0 0-16,-2-1-40 15,-2 0-97-15</inkml:trace>
  <inkml:trace contextRef="#ctx0" brushRef="#br0" timeOffset="129211.01">22309 4959 57 0,'0'0'20'16,"0"0"11"-16,0 0-1 15,0 0 6-15,0 0-19 16,0 0 5-16,0 0 1 15,0 0 0-15,0 0 12 16,0 0-3-16,0 0-6 0,17-38-3 16,-17 37-2-16,0 1-9 15,1 0-8-15,-1 0-3 16,1 5 0-16,-1 2 2 16,0 7 5-16,0 0 2 15,0 5 1-15,0 1-3 0,0 1 0 16,0 2-5-16,0 1 2 15,0 0 0-15,0-1-2 16,0 0 1-16,-2-5-2 16,-1 0 0-16,0-3 1 15,1-4-1-15,1-5-1 0,1 0 2 16,0-4-3-16,0 1 0 16,0-3 0-16,0 0 0 15,0 0 1-15,0 0 1 16,0 0-2-16,0-5 0 15,0-1 1-15,0-1-1 0,0-2 0 16,0-1-2-16,0 1 1 16,0-3-5-16,0-1-18 15,-1-2-12-15,2-4-42 16,1-5-58-16</inkml:trace>
  <inkml:trace contextRef="#ctx0" brushRef="#br0" timeOffset="130556.46">21677 6845 24 0,'0'0'11'0,"0"0"25"16,0 0-13-16,0 0 43 0,0 0-33 16,0 0-24-16,0 0-5 15,0 0 26-15,-7 61 0 16,2-24-1-16,1 6 3 15,-3 7-4-15,3 4-13 16,2 1-13-16,-3 0 3 0,2-4 0 16,1-1-2-16,-2-7-2 15,0-8 0-15,0-6-1 16,1-8 2-16,1-10-2 16,-2-8 1-16,2-3 10 0,2-8 21 15,0-12-29-15,0-9-2 16,0-6 0-16,2-8-1 15,4-8 0-15,1 0-1 16,2-6 1-16,0 3-1 16,-4 6 0-16,-1 5 1 15,0 11 0-15,-2 6 0 0,-2 9 0 16,0 8 1-16,0 4-1 16,0 5 3-16,0 0 5 15,0 7-8-15,0 11 2 16,0 5 0-16,0 4 4 15,0 7 1-15,2-4-3 0,1 1-2 16,0-3-2-16,3-5 0 16,-1-3 0-16,3-10 1 15,1-4-1-15,1-6 0 16,3-11 0-16,1-11 2 16,1-8-1-16,3-7-1 0,-1-2 0 15,-1-1 0-15,-3 6 0 16,-1 3 0-16,-5 7 0 15,1 8 0-15,-6 3 0 16,-1 10 0-16,0 3 1 16,-1 0-2-16,0 16 1 15,0 2 0-15,0 8 1 0,0 2 0 16,0 2 0-16,0 1 0 16,3-2-1-16,2-4 0 15,2-2-1-15,4-3 0 16,2-3-21-16,1-3-35 15,1-4-35-15,-1-4 10 0,0-5-93 16</inkml:trace>
  <inkml:trace contextRef="#ctx0" brushRef="#br0" timeOffset="130855.89">22030 7149 226 0,'0'0'21'0,"0"0"44"0,24-54 12 0,-14 34-27 0,4 5-19 16,1 0-6-16,0 4-1 15,1 5-8-15,0 5-11 16,-2 1-2-16,-1 4-2 16,-4 13-1-16,-3 3 1 0,-4 7-1 15,-2 0 0-15,-5 5 0 16,-7-3 0-16,-2 1-3 16,-1-4 0-16,1-2-4 15,0-4-7-15,2-5 7 16,2-2-3-16,3-6 4 0,4 0 4 15,3-7 2-15,0 0 0 16,14 0 2-16,5-8-2 16,6-2 0-16,7-3 1 15,3 0-1-15,4-1 0 16,-1 3 0-16,-3-1-12 0,-4-2-79 16,-2-3-84-16</inkml:trace>
  <inkml:trace contextRef="#ctx0" brushRef="#br0" timeOffset="136681.2">2888 7322 42 0,'0'0'10'0,"0"0"4"0,0 0-2 0,0 0 64 15,0 0-52-15,0 0 4 0,0 0-3 16,0 0 0-16,0 0-4 15,-10-4-4-15,10 4-12 16,0 0-5-16,7 0 2 16,4 0-1-16,2 6-1 15,3-1 1-15,5 2 0 0,2 2 0 16,2 2-1-16,0-2 1 16,4 1 0-16,2 3-1 15,1-3 1-15,5 0 0 16,4-3 1-16,4-2 3 15,6-3 2-15,4-2 0 0,4 0 0 16,8-2-2-16,5-9 0 16,3 1 2-16,6-3-2 15,2 2 0-15,3-1-2 16,2 3-1-16,-1 1-1 16,0 2-1-16,1-1 1 0,1-1-1 15,-1 1 0-15,-2-4 0 16,-1-1 1-16,0-2 1 15,-2 0-1-15,-7-2 1 16,-3 1 3-16,-5 5 9 0,-7 1-7 16,-7 5-3-1,-6 1-3-15,-8 3-1 0,-5 0 1 16,-6 0-1-16,-2 4-1 16,-8-1 1-16,-4 1 0 15,-3-1 0-15,-4 0-1 16,-1-1 2-16,-1 2-5 0,-3-1 0 15,-3-1-10-15,0-2-101 16</inkml:trace>
  <inkml:trace contextRef="#ctx0" brushRef="#br0" timeOffset="144255.61">9890 4155 244 0,'-13'-10'-7'0,"-2"-6"12"15,0 1-2-15,3 3 17 0,1 1-5 16,1 0-7-16,-2 0-3 16,1-1 1-16,-3 1 4 15,-1-1-2-15,2 0 0 16,-3-1 1-16,-4 0-5 0,4 1 0 15,-4 1 1-15,0 0 3 16,-5 1 4-16,1-1-5 16,-3 1-2-16,-2 0-2 15,-3 0 1-15,-1 0 0 16,-4 0-2-16,1 3 30 16,-9-3-30-16,2 4-1 0,-2 1 1 15,-4-1-2-15,0 3 0 16,1 2 1-16,-2 1-5 15,-4 0 8-15,1 0-9 16,-3 4 6-16,-4 3 0 16,1 2 1-16,-1 2-2 0,-1 0-2 15,1 2 4-15,-2 3-1 16,1 1-2-16,-1 1 4 16,-1 2-8-16,3 4 10 15,-3 2-8-15,3 1 1 16,2 1 5-16,-1 2-2 0,3-2-2 15,3 1 2-15,-1-1-3 16,3-1 6-16,0-1-4 16,0-1 0-16,1 2 1 15,3 3-1-15,0-3 0 16,3 5-1-16,-4 2 0 16,4 0 4-16,-1-2-2 0,3 1-3 15,4-2 3-15,0-1-1 16,4 0 1-16,2 0-2 15,1 2 3-15,0 3-2 16,0 3-1-16,-1 2 1 0,1 2 1 16,-2-2-3-16,2 0 4 15,3 1-3-15,-3 1 2 16,4 1-1-16,-1 2 0 16,1 4-5-16,0-1 11 15,0 2-6-15,2 0 3 0,3-3-2 16,2-1-1-16,-2-1 0 15,3-3 0-15,2 1 1 16,1-1-2-16,1-1 0 16,1 0 1-16,5 1 0 15,-2-1 1-15,2 0-1 16,2-1 1-16,-1 3-1 0,3 2 0 16,1 0 0-16,0 2-2 15,-1 0 5-15,4 0-2 16,1-4-1-16,0-1 1 15,0-2-1-15,0-2-1 16,2 3 2-16,4 1-1 0,-2 1 0 16,0 0 1-16,1-1-1 15,1 2 0-15,1-1 1 16,0 2 0-16,2-1-1 16,-2 2 1-16,6 1-2 15,0-1 2-15,2-1-1 0,2-1-2 16,-1 0 4-16,3 0-3 15,2 0 1-15,-4 0 2 16,6 2-2-16,-1-4 1 16,3 0 0-16,0-4-1 15,3-2-1-15,3-2 1 0,0-2 1 16,4-2 0-16,3 1 0 16,-1-2-2-16,1-1 1 15,1-1 0-15,-1 2 0 16,2-4 1-16,-2 2 0 15,2-4-1-15,2-2 0 0,-1-1 1 16,2-2-1-16,-1-1 1 16,-1-1-1-16,5 0 4 15,-2-1-4-15,1-1 2 16,4-1-1-16,1 0 1 16,1-1-1-16,0 0 0 15,1 1 0-15,0 0-1 0,0-2 0 16,-2 2 1-16,4-2-1 15,-3 4 0-15,0-1 1 16,1 0-2-16,-4 0 1 16,2-2 1-16,-5 0-1 15,4-3 0-15,-3-1 0 0,2-1 0 16,-1-4 0-16,-5 1 0 16,1-1 1-16,2-3 0 15,-1 0-1-15,1 0 1 16,-1 0 0-16,4 0-1 0,0-1 2 15,2-5-2-15,-1 2 4 16,2-3 3-16,-1 1-1 16,-2 3-6-16,0 1 1 15,-2 0-1-15,-2 4 0 16,-1-2 0-16,3 0 0 0,-4 0 0 16,2 0 0-16,1 0 0 15,2 1 0-15,0-1 1 16,-2 1-1-16,2-1 1 15,-1 0-2-15,2 0 2 16,-2 0-1-16,2 0 0 16,3-5 0-16,-2-4 2 0,1-1-1 15,-2-3 1-15,1-2-1 16,1-2 1-16,-3-2 0 16,2 1-1-16,0-2 0 15,0-1 0-15,-1 1 1 16,-2 0-2-16,-2 0 1 0,0-1-1 15,0-1 1-15,-1 0-1 16,1-1 3-16,-1-1-1 16,-3-2 1-16,-2 2 0 15,-1 0 1-15,2 0-2 16,-5 1 0-16,-1 0 0 0,-3-1 0 16,0 3-1-16,0-2 0 15,-1 3 0-15,-3-3 0 16,1 1 1-16,-2-2 0 15,1-2 1-15,-1-1-1 16,-3 0 0-16,0-1-1 16,3-2-1-16,-2 1 1 0,-2-1 0 15,4 2-1-15,0 0 0 16,-2 1 2-16,0 1-2 16,0 1 0-16,-2 2 0 15,-1 0-2-15,-2 0 4 0,0 1-2 16,-1-2 0-16,-1-2 0 15,-3-1 0-15,1 0 0 16,-1-1 0-16,1-1 1 16,-3 2-1-16,-1-1 0 15,2 3 2-15,-3 0-2 0,-3 2 0 16,1 0 0-16,-2 0 1 16,-3-1-1-16,1-1 2 15,-1-3-1-15,0 0 1 16,-2-1 0-16,0-2-1 15,0-3 0-15,0 5 1 16,0-2 0-16,0 1 1 0,0 1 0 16,0 1 1-16,-4 0 0 15,-4 1-2-15,2-1-1 16,-3-1 1-16,0-2-1 16,0 0-1-16,-2-3 1 0,-2 0-1 15,1 0 0-15,-1 2 0 16,-3 2 1-16,3-1 0 15,-1 4 0-15,1-1 3 16,0 1-2-16,-1-2 0 16,3 1 0-16,-3 0 0 0,1-1 0 15,0 2 0-15,1 2-2 16,-2-1 1-16,2 2 0 16,-1 0-1-16,-4 1-1 15,2 0 2-15,-1 2-1 16,-1-3-2-16,-3 3 3 15,1-2-1-15,-2-2 0 0,0-1 1 16,-3-1 0-16,2-1-1 16,-1-1 1-16,-2-1-1 15,0 2 1-15,3-2 0 16,-2 0 0-16,-1 2-1 16,-1-2 1-16,1-1 0 0,-2 0-2 15,0-1 2-15,1 1-3 16,-3 0 3-16,-1-1-3 15,-1 2 3-15,0 2 0 16,-4 0 1-16,0 0-2 16,-1 2 2-16,1 0-1 0,-1-1 0 15,3 0-1-15,-1 0 1 16,1 0 0-16,0-1-1 16,3 0 0-16,-1-1 0 15,-3 4 0-15,3-1-4 16,-3 3 4-16,2 5 1 0,1-2-2 15,2 3 1-15,1 1 1 16,-1 3-1-16,2-2 1 16,2 3-1-16,-2-2 2 15,0 3-2-15,0-3 1 16,0 1-1-16,0-3 1 0,0-1-1 16,-1 0 1-16,0-1-1 15,1-1 0-15,0-2 0 16,-1 0 0-16,0-1 1 15,0 2-2-15,-3-2 1 16,0-1 0-16,-2 3 1 0,-1 0-4 16,-1 5-1-16,-1 3 0 15,-4 5 2-15,-3 7-2 16,1 0 0-16,-3 3 1 16,4 9-3-16,6 2-14 15,4 0-35-15,2-8-58 0,2-6-100 16</inkml:trace>
  <inkml:trace contextRef="#ctx0" brushRef="#br0" timeOffset="151830.93">4430 12978 114 0,'0'0'15'0,"0"0"18"0,0 0 3 15,0 0-10-15,0 0-6 0,0 0 4 16,0 0-4-16,0 0-6 16,0 0-10-16,-25-26-6 15,38 26 2-15,7 0 0 16,7 7 0-16,4 1-1 16,5 0 1-16,2 2 2 0,3 3 0 15,-3-2-2-15,1 2 0 16,-3-2 0-16,-3-5 1 15,0-3-4-15,-8-3 3 16,0-3 4-16,-4-11 3 0,-4-8-3 16,-3-5 3-1,-1-3-3-15,-3-4-2 0,-4-4 1 16,-6-1-1-16,0-3-1 16,-4 4 2-16,-10 0 1 15,-1 6 1-15,-6 8 0 16,-4 10-2-16,-2 8 5 0,-2 6 1 15,0 16-9-15,-2 12 2 16,3 12-6-16,1 7 2 16,4 4 2-16,5 6 0 15,7 2 0-15,7-2 0 16,4 4-1-16,4-2-2 0,11-3 27 16,8-4-13-16,4-7-7 15,4-6-2-15,3-7-3 16,1-10 2-16,2-9-1 15,-2-8-3-15,1-5-6 16,-3 0-7-16,1-14-1 0,-5-5-39 16,-2-4-62-16</inkml:trace>
  <inkml:trace contextRef="#ctx0" brushRef="#br0" timeOffset="152147.24">5124 12465 7 0</inkml:trace>
  <inkml:trace contextRef="#ctx0" brushRef="#br0" timeOffset="152307.32">5388 12371 26 0,'0'0'27'0,"47"-7"-5"15,-27 7-6-15,-4 0-8 16,-5 0-8-16,-7 0-3 0</inkml:trace>
  <inkml:trace contextRef="#ctx0" brushRef="#br0" timeOffset="153305.69">5144 12505 91 0,'0'0'12'0,"0"0"19"0,0 0 0 0,0 0 2 0,0 0-12 15,0 0 2-15,0 0-1 16,0 0-20-16,0 0-4 16,0 0 6-16,32-21-3 15,1 21-3-15,1 0 1 16,-1 0 2-16,3 0-2 0,-4 0 1 16,-4 1 0-16,-5-1-1 15,1 0 0-15,-9 0 1 16,-1 0 4-16,-5 0-4 15,-2 0 2-15,-4 0-2 16,-3 0-1-16,0 0 2 0,-12 0 20 16,-3 0-15-16,-6 0-6 15,-6 4 0-15,-4 1 4 16,-2-1-7-16,-1 0 8 16,3-2-3-16,0-1 1 15,6-1 0-15,4 0 2 16,7 0 0-16,7 0-2 0,3-2 0 15,4 0 0-15,2-1-3 16,13-3-3-16,6 3 6 16,10-4-2-16,2 3 0 15,5-2-2-15,-1 1 0 16,2 2 1-16,-7 0 0 0,-3 0 0 16,-8 0-3-16,-2 3 3 15,-9-1 3-15,-3 1-3 16,-7 0 0-16,0 0 0 15,-4-3 6-15,-11 2 18 16,-6-1-24-16,-4 2 0 0,-6 0 0 16,0 0 0-16,-1 0-3 15,1 3 2-15,4 1 5 16,8 3-7-16,5 0-8 16,5-2-1-16,9 0-1 15,0 0-5-15,7-2 3 0,11-1 10 16,7-2 3-16,4 0-2 15,7 0 2-15,3-7 2 16,3 0-1-16,-3-1-3 16,-8-2-64-16</inkml:trace>
  <inkml:trace contextRef="#ctx0" brushRef="#br0" timeOffset="153886.81">5746 12232 214 0,'0'0'4'0,"0"0"5"0,-20-41 9 0,15 32 2 0,3-2-9 16,0 4-3-16,2 0-2 16,0-2-4-16,5 2-1 15,7 2 0-15,4-1 0 0,4 3-2 16,2 2 1-16,4 1-1 16,2 2 0-16,0 10 0 15,1 5 0-15,-2 4 1 16,-4 5-1-16,-2 4 2 0,-6 3 0 15,-5 5 0-15,-4 3 1 16,-6 0 1-16,0 2 3 16,-9-4 1-16,-7-2 4 15,-3-3-2-15,-4-5-2 16,-2-8 2-16,-1-4-1 16,1-3 1-16,3-8 5 0,0-6 11 15,3 0-7-15,6-5-8 16,4-8-1-16,2 0-5 15,7-4-4-15,0 0-4 16,12-1 3-16,7 2 1 16,6 0 1-16,6 5 1 0,5 4-1 15,1 7-2-15,0 0-2 16,-1 3 2-16,0 11 0 16,-1 4-2-16,-6 3 1 15,-2 1-5-15,-4 2-52 16,-6-3-14-16,-5-4-107 0</inkml:trace>
  <inkml:trace contextRef="#ctx0" brushRef="#br0" timeOffset="154450.33">4494 14043 242 0,'0'0'3'0,"0"0"-1"0,52-27-2 0,-17 17 1 15,14-3 0-15,16-2 1 16,16-5 2-16,17-6 9 0,18-2 0 16,14-5 4-16,13-5 8 15,7-2-15-15,4-3-5 16,0 2-3-16,-9 0-1 16,-8 3 2-16,-12 5-1 0,-13 5-1 15,-12 4 1-15,-12 5 1 16,-13 4-1-16,-10 4 1 15,-9 7-1-15,-14 3-1 16,-11 1-2-16,-12 7-3 16,-15 10-1-16,-4 7-1 15,-23 3-18-15,-15-1-54 0</inkml:trace>
  <inkml:trace contextRef="#ctx0" brushRef="#br0" timeOffset="155167.94">4690 14790 33 0,'0'0'12'0,"0"0"-9"15,0 0 9-15,0 0 20 16,0 0 11-16,0 0-10 0,0 0 3 15,0 0-14-15,0 0-1 16,0 0-16-16,-2-24-4 16,16 28 2-16,6 2 5 15,9-1-4-15,6 1 2 16,6-3-2-16,6 2 0 0,0-3-1 16,2 1 0-16,-4-2-2 15,-5 0-4-15,-7-1 3 16,-6 0-2-16,-6-5 4 15,-8-11 10-15,-7-7 20 16,-6-6-7-16,0-8-11 0,-6-4-9 16,-9-2-1-16,-6 1 1 15,-4 3 1-15,-2 5-2 16,0 9-1-16,4 5 3 16,0 8 9-16,1 8-1 15,4 4-6-15,0 9 11 0,1 11-9 16,3 9-7-16,5 10-3 15,3 5 1-15,8 4 0 16,-2 3 2-16,13 0 1 16,5-1-2-16,3-4 1 15,6-2-1-15,5-6 0 16,1 0-2-16,6-4 1 0,-1-7 10 16,-1-4-12-16,1-9 2 15,-4-11-2-15,-5-3-2 16,-6-4 5-16,-1-13-5 15,-5-4-9-15,-5-4-68 16,-7-4-12-16,-5-6-94 0</inkml:trace>
  <inkml:trace contextRef="#ctx0" brushRef="#br0" timeOffset="155589.77">5207 14333 224 0,'0'0'5'0,"0"0"4"0,0 0-5 16,0 0-4-16,0 0 5 0,47-2-3 15,-20-2 2-15,7-3 5 16,1 0-3-16,1-3-2 15,4 1-2-15,-2-2-5 16,1 1 2-16,-2 0 0 16,-3-2-1-16,-5 0-6 0,-6-2-46 15</inkml:trace>
  <inkml:trace contextRef="#ctx0" brushRef="#br0" timeOffset="156241.02">5982 14009 175 0,'0'0'12'15,"0"0"-6"-15,-13-41 16 16,11 21 19-16,2 2-7 16,0 0-3-16,2 1-12 15,9 2-10-15,5 3-7 16,2 2 1-16,2 3-3 0,3 4 0 15,-2 3 0-15,0 4 0 16,-1 9-2-16,-5 6-2 16,-1 4 5-16,-5 0 0 15,-4 3-4-15,-4-2 3 16,-1-2 2-16,0-2-5 0,-2-3 5 16,-4-6-2-16,1-1 1 15,3-4-1-15,-3-2 0 16,5-3 0-16,0-1-2 15,3 0 2-15,6-5 2 16,4-2-2-16,5-2 1 0,-1 2-1 16,4 1 0-16,0 2 1 15,-2 4-1-15,-1 0 0 16,0 0 1-16,-5 4 0 16,0 7 2-16,-5 1 1 15,-2 4 3-15,-6 1 8 0,0 1 2 16,-2 5 0-16,-12 1-4 15,-5 0-4-15,-2 3-2 16,-5 0-5-16,-4 2-1 16,-1-1-1-16,-2-1-1 15,-1-4-1-15,5-5-2 16,-2-5 0-16,0-10-14 0,-1-3-129 16</inkml:trace>
  <inkml:trace contextRef="#ctx0" brushRef="#br0" timeOffset="156850.21">4930 16455 253 0,'0'0'2'0,"0"0"12"0,11-48-2 0,3 32-4 15,8 0-7-15,0 1 0 16,3 0 1-16,4 1 13 0,-2 1-11 15,0 6-3-15,-3 2-1 16,-4 1-1-16,0 4 0 16,-6 0-3-16,-3 9-12 15,-11 5-40-15,0 1-95 16</inkml:trace>
  <inkml:trace contextRef="#ctx0" brushRef="#br0" timeOffset="157019.94">5006 16682 252 0,'0'0'10'0,"0"0"-10"16,0 0 4-16,47-10 0 15,-18-7 5-15,4-2 0 16,1-4 0-16,4-2-8 16,0 4-2-16,0 1 1 15,-5 3-4-15,-3 0-8 16,-6 4-101-16</inkml:trace>
  <inkml:trace contextRef="#ctx0" brushRef="#br0" timeOffset="157653.33">6088 16233 182 0,'0'0'4'0,"0"0"15"16,0 0 11-16,0 0-25 16,0 0-2-16,0 0 5 15,0 0 10-15,42-11 3 0,-17 2-2 16,2-2-6-16,2-8-3 16,4-2-4-16,-1-4-2 15,-1-4-1-15,0-2-2 16,-2-3 0-16,-4-2 0 15,-1 2 0-15,-6-3 0 0,-3 3-1 16,-5-1 0-16,-4-1 1 16,-6 2 1-16,0-2 0 15,-6 1 12-15,-10 1 2 16,-4 4-4-16,-7 4-1 16,-2 6-6-16,-4 11 2 0,-1 7 9 15,3 2-4-15,0 20-6 16,4 12-2-16,6 13 3 15,5 12-10-15,10 9 22 16,6 7-1-16,4 2-3 16,14 2-7-16,9-8 0 15,5-7-4-15,3-10-1 0,5-11-1 16,3-9-2-16,-1-11-1 16,0-11-1-16,-1-10 2 15,-3-3-1-15,0-14-8 16,-3-13-26-16,0-7-37 0,-9-11-56 15,-1-5-144-15</inkml:trace>
  <inkml:trace contextRef="#ctx0" brushRef="#br0" timeOffset="158592.96">7351 14551 95 0,'0'0'20'0,"0"0"-9"16,0 0 18-16,-18-44 2 15,11 37-2-15,-2 3 1 16,0 0-9-16,0 2-3 16,1 2-3-16,3 0-3 0,-2 5-3 15,4 9-5-15,-1 8 2 16,4 8-4-16,0 10 3 16,0 10 6-16,9 7 9 15,7 4-3-15,2 1-4 16,6 1-1-16,5-9 2 0,0-4-13 15,2-9-3-15,1-10 0 16,-5-10 0-16,2-11 3 16,-2-10-4-16,-3 0-7 15,-4-20-52-15,-4-10-85 16</inkml:trace>
  <inkml:trace contextRef="#ctx0" brushRef="#br0" timeOffset="162081.14">7581 14668 85 0,'0'0'18'0,"0"0"20"15,0 0-5-15,0 0 7 16,-38 16 4-16,33-13 3 0,3-2-22 16,2-1-9-16,0 0-16 15,7 0 0-15,6-2 6 16,5-8 5-16,7-2 0 15,2-5-7-15,4-2-1 16,0 0-2-16,-1 0 1 0,1-1-3 16,-9 2-30-16,-2-4-106 15</inkml:trace>
  <inkml:trace contextRef="#ctx0" brushRef="#br0" timeOffset="162455.49">7883 14404 309 0,'0'0'2'0,"0"0"3"16,0 0 1-16,4-40 4 16,4 29-1-16,4 2 3 15,1 4-4-15,1 3-5 16,1 2-2-16,-1 3 0 15,-1 10 0-15,0 5-2 0,-1 6 4 16,-6 2-3-16,-1 1 0 16,-3 4 2-16,-2-1-2 15,0-2 3-15,0-1-3 16,-4-3-3-16,0-4 7 16,3-5-3-16,-1-2-1 0,2-8 1 15,0-2-3-15,9-3 3 16,5 0 0-16,1-10 1 15,8-6-1-15,1-1-4 16,2-3 5-16,3-2-7 16,-6 3-53-16,-4-2-106 0</inkml:trace>
  <inkml:trace contextRef="#ctx0" brushRef="#br0" timeOffset="163083.64">8432 14259 104 0,'0'0'22'0,"0"0"-1"16,0 0 3-16,0 0 3 0,0 0 11 15,0 0-10-15,0 0-17 16,0 0-1-16,0 0 10 16,54-34 8-16,-24 17-6 15,5-2-7-15,3 1-6 16,-5-1-4-16,-1 5-2 0,-4 3-1 15,-3 2-1-15,-5 2 0 16,-6 0 0-16,-3 5-1 16,-3 1 1-16,0 1-3 15,-4 0-19-15,-4 0-32 16,0 0-75-16</inkml:trace>
  <inkml:trace contextRef="#ctx0" brushRef="#br0" timeOffset="163546.34">9022 13647 154 0,'0'0'8'0,"0"0"1"0,-33 41 18 16,24-13 19-16,0 7 3 16,7 6-12-16,2 4-8 15,9 2-6-15,6 1-11 16,6-1-4-16,2 0-6 16,5-5 0-16,0-9-2 0,2-6 1 15,1-5-2-15,-4-10 1 16,0-6-10-16,-4-6-35 15,-2-6-34-15,-5-15-60 16</inkml:trace>
  <inkml:trace contextRef="#ctx0" brushRef="#br0" timeOffset="163787.31">9235 13839 333 0,'0'0'2'0,"0"0"0"0,0 0-1 16,48-21 0-16,-23 9 0 15,2-1 0-15,0-4-1 16,0 0 1-16,-2 0-1 15,-3 0-2-15,-5-3-44 16,-5 0-224-16</inkml:trace>
  <inkml:trace contextRef="#ctx0" brushRef="#br0" timeOffset="164295.05">9529 13529 161 0,'0'0'133'16,"0"0"-130"-16,14-53-2 15,-5 42 2-15,0 5-1 16,2 6 0-16,0 0 1 0,-2 12 7 16,1 1-4-16,0 5 1 15,-3 2-4-15,0 1-2 16,-2 0 0-16,-1-2-1 15,-2 0 1-15,-2-1 0 16,0-4-2-16,0 0 2 16,0-5-1-16,-2-2 0 0,0-3 1 15,2 0-1-15,0-4 0 16,2 0 1-16,8 0 1 16,7 0 0-16,2 0-1 15,2 0-1-15,3 0 0 0,1 0 1 16,-3 3-1-16,-1 4 0 15,-1 1 1-15,-7-1-2 16,-3 1 2-16,0 1 0 16,-8-1 2-16,-2 4 13 15,0 0-1-15,-4 1-5 0,-8 4-5 16,-3 0-3-16,-3 1-1 16,-5 1 0-16,-1-1-1 15,0-1-1-15,1-4 1 16,2-4-3-16,4-6-11 15,3-5-45-15,4-10-85 16</inkml:trace>
  <inkml:trace contextRef="#ctx0" brushRef="#br0" timeOffset="164570.34">9711 13235 308 0,'0'0'3'0,"44"16"1"0,-12 2 12 0,5 8 8 15,2 6-4-15,1 7 2 16,-6 3-11-16,-3 7-5 0,-7 0-4 15,-2 2 0-15,-6-4-1 16,-5-1 0-16,-6-5-2 16,-5-7-15-16,-3-7-80 15,-10-6-73-15</inkml:trace>
  <inkml:trace contextRef="#ctx0" brushRef="#br0" timeOffset="165133.4">9923 12951 146 0,'0'0'11'0,"0"0"42"0,0 0-6 0,0 0-11 15,43-10-17-15,-14 27 16 16,5 10-8-16,6 10 2 16,2 11-3-16,1 12-10 15,-6 11-6-15,-6 10-3 16,-8 7-4-16,-10 4-2 0,-7 1-2 16,-6-1 0-16,0-3-1 15,-12-6-52-15,-11-12-52 16,-12-13-148-16</inkml:trace>
  <inkml:trace contextRef="#ctx0" brushRef="#br0" timeOffset="183542.28">16319 9135 176 0,'0'0'96'0,"0"0"-90"0,-1-37-1 16,1 24 3-16,0 0-1 15,0 1-6-15,0-1 1 16,0 0-1-16,-2-1 3 15,-8 2 6-15,-1 0-1 16,-4 3 0-16,-5-1-1 16,-5 7 1-16,-2 3-1 0,-7 0-3 15,-6 3-2-15,-7 12-1 16,-4 1 0-16,-3 4-2 16,-4 4 0-16,-2 0 4 15,1 2-4-15,-1-2 1 16,-2 2-1-16,3-1 3 0,4-1 0 15,-1 1 0-15,5-3 2 16,8 0 2-16,0-3 2 16,6 0-2-16,5 2-2 15,1 3 0-15,2 3-1 16,4 6-2-16,0 8-1 0,2 6 1 16,4 10 1-16,-1 7 1 15,6 8 2-15,6 5-2 16,0 5 0-16,7 2-1 15,1 4-1-15,1-1 0 16,7-5-2-16,1 2 2 16,0-6-2-16,2-1 0 0,-3-8 0 15,2-2 0-15,4-3 0 16,1-4 1-16,3-6 0 16,1-7 2-16,6-2-4 15,2-4 3-15,2-3-1 16,4-5 1-16,3-4 0 0,5-4 0 15,-1-2 3-15,4-5 3 16,0-4-3-16,6-1-2 16,-1-3-2-16,4-1 2 15,0-3 6-15,2-5-3 16,2-1-3-16,3 0 5 0,0 0 4 16,1-2-7-16,-1-3-1 15,0-1-1-15,-2-1-1 16,-4 3 1-16,0-2 0 15,-3-1 0-15,-4 1-3 0,0-1 0 16,-5-3 3-16,-4 0 1 16,-2-4-2-16,-6 0 1 15,-1-2-2-15,-2-1 1 16,-3-2-1-16,2 0 1 16,-5-3 0-16,0 0-1 15,0-4-1-15,-1-4 1 0,-4-2 0 16,1-8 0-16,-1-1-1 15,-2-8 1-15,-4-4-1 16,-1-6 1-16,1-1-2 16,-5-7 1-16,3-4 0 15,-3-2 0-15,1-2 0 0,-1 0 0 16,0 1 0-16,-3 1 0 16,-1 2 0-16,-1 3 0 15,0 0-1-15,0 1 1 16,-8 3 1-16,-3 1-1 15,-1 4-1-15,-4 2 1 0,-1 6 0 16,-5 3-1-16,2 5 0 16,-2 6 2-16,1 0-2 15,0 6 1-15,2 0-1 16,-2 2 2-16,4 2 0 16,1 0-1-16,1 1 0 0,-2 0 0 15,3 5-1-15,0 2 2 16,3 2-1-16,-6 4-2 15,3 2 0-15,-2 5 3 16,0 2-1-16,-5 1 0 16,1 2 1-16,-1-2-2 15,-2 3 1-15,-2 0 2 0,-2 0-4 16,-4 0 2-16,0 7-1 16,-3 5 1-16,-5 1 0 15,-4 0 1-15,-4 3-2 16,-3 2 1-16,-1 1 0 15,4-1-12-15,3-5-53 0,8-9-69 16,7-9-232-16</inkml:trace>
  <inkml:trace contextRef="#ctx0" brushRef="#br0" timeOffset="193602.17">12164 12072 99 0,'0'0'18'15,"0"0"-5"-15,0 0 42 0,0 0-39 16,0 0-1-16,0 0 3 16,-18 49 0-16,12-33-1 15,-3 5-1-15,0 3-4 16,0 2-8-16,2 2 0 16,1 2-2-16,0-3-1 0,3 0-1 15,-2-4 0-15,5-6 1 16,0-4-1-16,0-7 0 15,0-5-1-15,0-1 1 16,3-7 16-16,0-11-10 16,5-7-5-16,-1-5 1 15,1-8-1-15,2-2 0 0,-4-4-1 16,3 0 1-16,-5 0 0 16,-2 7 0-16,-1 3 2 15,-1 7 10-15,0 7 9 16,0 8-1-16,0 3 2 0,0 6 4 15,0 3-5-15,0 0-15 16,0 9-5-16,7 6 3 16,-1 10 3-16,7 7 5 15,3 11 6-15,7 7 0 16,1 11 1-16,5 11-2 0,3 6 2 16,3 3-13-16,-1-3-2 15,0-1-4-15,-5-9 1 16,-5-7 0-16,-2-11-3 15,-1-5 3-15,-8-9 0 16,-1-6-1-16,-4-7 0 16,-1-8-1-16,-3-7 1 0,-2-2-3 15,-2-6-5-15,0 0-13 16,0 0-27-16,-2-3-42 16,-6-4-81-16</inkml:trace>
  <inkml:trace contextRef="#ctx0" brushRef="#br0" timeOffset="194478.06">12366 13042 66 0,'0'0'120'0,"0"0"-106"0,0 0 7 16,0 0-13-16,0 0-5 15,0 0 4-15,0 0 18 0,0 0-5 16,0 0 15-16,0 0 0 15,43-27-7-15,-14 5 1 16,4-4-8-16,1-2 0 16,3-3-1-16,-1 2-7 15,0 1-2-15,-6 3-2 16,-2 2-4-16,-3 3-2 0,-3 3-1 16,-3 5-1-16,-6 1 0 15,-1 3 1-15,-2 2-1 16,-4 1-1-16,-4 2 1 15,0 1 0-15,-1 0-1 16,1 2 1-16,-2 0-1 0,0 0 1 16,0 0-2-16,0 0 0 15,0 1 2-15,-6 3 1 16,-1 6-2-16,-5-1 0 16,-3 4 0-16,-8 4 0 15,-4 4 0-15,-6 4-1 0,-7 8-1 16,-5 0-2-16,-2 5-5 15,-5-1-2-15,6 1 3 16,1-2 3-16,5-6 0 16,9-2 4-16,4-4-1 15,6-5 1-15,8-5-2 0,5-4 0 16,4-6 1-16,4-3 2 16,4-1-2-16,13-8 1 15,8-12 2-15,11-7-1 16,11-8 0-16,3-5 1 15,6-5 0-15,0 2-1 16,-1 0 0-16,-5 4 1 0,-6 4-1 16,-7 8 0-16,-8 2 0 15,-4 8 0-15,-8 2 0 16,-7 6 0-16,-5 4 0 16,-5 4 0-16,0 1-1 15,-7 0 1-15,-11 7-1 0,-1 8 2 16,-5 0-2-16,-2 5 0 15,-1 1 2-15,2 0-1 16,-2-1 0-16,5 0 0 16,4-1 0-16,2-5-4 0,7-3-31 15,2-5 0-15,6-1 4 16,1-4-5-16,0-1-11 16,6-2-44-16</inkml:trace>
  <inkml:trace contextRef="#ctx0" brushRef="#br0" timeOffset="205553.38">9746 11142 158 0,'0'0'22'0,"0"0"-12"0,0 0-1 0,0 0-8 15,0 0 3-15,48 22-4 16,-35-8 0-16,0 4-6 15,-2 3-6-15,-4 3-3 16,0 1-7-16,-3 5-19 16,-4-4-59-16</inkml:trace>
  <inkml:trace contextRef="#ctx0" brushRef="#br0" timeOffset="205971.15">9794 11529 76 0,'0'0'71'0,"0"0"-35"15,0 0-2-15,0 0-4 16,0 0-9-16,0 0-11 16,0 0-6-16,0-5-3 15,22 16 4-15,3 3 4 16,6 7 0-16,9 8 2 0,4 9 2 16,10 10 1-16,4 11-1 15,5 12 0-15,4 14 3 16,4 11-2-16,3 11-4 15,-2 12-5-15,6 5 0 16,-2 5 4-16,0 2 1 16,-4 2 7-16,1 1-2 0,-1-4-3 15,-3 0 0-15,-2-4 6 16,0-1 1-16,-1-4-7 16,1-5-2-16,1-4-3 15,2-5-3-15,-2-10-3 16,3-5 2-16,-4-5-2 0,-1-5-4 15,-6 0-3-15,-3-1 4 16,-11 0-16-16,-3 0-24 16,-9-4-16-16,-5-11-33 15,-12-7-21-15,-9-15-125 16</inkml:trace>
  <inkml:trace contextRef="#ctx0" brushRef="#br0" timeOffset="207059.56">7614 12734 66 0,'0'0'114'0,"0"0"-102"0,6 48-6 15,4-18 19-15,5 5-8 16,6 6-1-16,3 6-1 15,0 3-7-15,3 4-4 16,0 0 2-16,0-6-2 0,0-2-2 16,0-11 2-16,0-11 1 15,0-11-3-15,2-7 1 16,-3-6-1-16,3-3-1 16,0-9 5-16,2-5-5 15,3-1 0-15,1-5 1 16,0-1-2-16,-1-3 0 0,-3 0-3 15,-4-1-28-15,-4-1-6 16,-8-1-24-16,-5-4-65 16</inkml:trace>
  <inkml:trace contextRef="#ctx0" brushRef="#br0" timeOffset="207321.19">8149 12428 338 0,'0'0'-35'0,"0"0"41"15,0 0 9-15,0 0 0 16,0 0-14-16,0 0 6 16,53 60 7-16,-20-26-9 15,0 6-2-15,4 2-2 0,-3-2 1 16,1 0 0-16,-1-6-4 15,-3-8-16-15,-4-11-27 16,-7-15-49-16,-9-7-67 16</inkml:trace>
  <inkml:trace contextRef="#ctx0" brushRef="#br0" timeOffset="207510.16">8426 12167 376 0,'0'0'4'0,"0"0"6"16,0 0-4-16,0 0 12 16,40 65 1-16,-20-31-10 15,6 9-5-15,-1 3-1 16,0 3-2-16,2 2 2 16,-5-2-12-16,-2-6-32 15,-4-7-45-15,-11-12-55 0</inkml:trace>
  <inkml:trace contextRef="#ctx0" brushRef="#br0" timeOffset="207710.36">8349 12587 279 0,'0'0'15'0,"0"0"-4"0,0 0 11 15,-20-54-1-15,32 33-9 16,5-2-7-16,10-4-2 16,4-3-2-16,10-4-1 15,-1 0-29-15,0-5-52 16,-4-1-111-16</inkml:trace>
  <inkml:trace contextRef="#ctx0" brushRef="#br0" timeOffset="208123.02">8816 12062 221 0,'0'0'19'16,"0"0"9"-16,-44-11 3 15,30 11-3-15,-1 4-11 16,-1 11-11-16,3 7-4 0,0 3-1 15,3 4 0-15,2-1 0 16,6-2-1-16,2-4 1 16,8-5 0-16,10-8 2 15,9-6-3-15,9-3-6 16,4-10 1-16,7-6-2 0,2-7 5 16,1 1 3-16,-2 3 2 15,-5 2-3-15,-10 7 1 16,-7 6 0-16,-11 4 1 15,-7 0 3-15,-8 14 2 16,-7 7 8-16,-10 8-4 0,-10 5-5 16,-4 3-4-16,-4 1 0 15,3-2-2-15,1-4 0 16,4-6-25-16,4-8-21 16,3-11-38-16,5-7-143 15</inkml:trace>
  <inkml:trace contextRef="#ctx0" brushRef="#br0" timeOffset="209012.15">10770 11221 75 0,'0'0'143'0,"0"0"-130"0,0 0 1 0,-9 55-8 0,23-22 22 16,8 7 3-16,0 7-5 16,5 1-12-16,0 4-7 0,-4-2-1 15,-2 0-5-15,-3-6 1 16,-4-6-1-16,-5-6 0 15,-7-10 0-15,-2-8-1 16,-2-12 1-16,-12-2 1 16,-6-23 1-16,-4-10-2 0,-7-12 0 15,-1-12-2-15,-1-8 1 16,1-7 0-16,4-2-1 16,5 4 0-16,7 7 1 15,7 9-2-15,5 13 4 16,4 13-1-16,6 12 6 0,13 9 1 15,7 7-6-15,2 0-1 16,3 17-1-16,2 5 1 16,-6 7 1-16,-5 7-2 15,-4 2 1-15,-7 3 0 16,-4-1 0-16,-7-3-1 0,0-4-5 16,-3-5-10-16,-6-5-4 15,-4-2-8-15,-2-5-4 16,4-3 18-16,2-2 10 15,1-5 3-15,4-2 0 16,2-1 0-16,2 1 0 0,4 2 2 16,8-1 0-16,5 5 5 15,8 0 7-15,4 1 1 16,3 1-7-16,5 2-5 16,-1 0-2-16,1 3 0 15,0-1-3-15,-6-2-14 16,-4-1-52-16,-9-13-43 0</inkml:trace>
  <inkml:trace contextRef="#ctx0" brushRef="#br0" timeOffset="209272.79">11035 11110 297 0,'0'0'8'0,"0"0"9"0,0 0-16 0,0 0 10 15,52 54 18-15,-24-20-14 16,5 7-7-16,-2 2-3 16,2 1-2-16,1 1 0 15,-3-2-1-15,-2-2-7 16,-4-7-33-16,-6-11-37 0,-7-10-47 15</inkml:trace>
  <inkml:trace contextRef="#ctx0" brushRef="#br0" timeOffset="209527.42">11254 10971 305 0,'0'0'13'0,"0"0"19"16,0 0-30-16,41 44 36 0,-13-16-2 16,3 8-16-16,2 8-11 15,-3 7-1-15,3 5-3 16,-4 3 0-16,-2 2-3 16,-3 1 0-16,-2-3-7 15,-6-8-53-15,-7-5-17 0,-9-14-56 16</inkml:trace>
  <inkml:trace contextRef="#ctx0" brushRef="#br0" timeOffset="209724.95">11154 11416 248 0,'0'0'18'15,"0"0"10"-15,-17-54-2 0,17 35 6 16,13-1-16-16,9 0-8 16,8-4-1-16,6-1-5 15,5-3-2-15,4 2-5 16,2-3-33-16,-4-2-62 16,-7-5-120-16</inkml:trace>
  <inkml:trace contextRef="#ctx0" brushRef="#br0" timeOffset="210150.37">11798 10870 107 0,'0'0'212'0,"0"0"-201"15,-52 0 12-15,35 3 4 0,-1 7-14 16,1 7-8-16,0 9-3 16,0 2-1-16,3 2-1 15,3 0 1-15,7-1 0 16,4-3 0-16,2-5-1 0,11-3-4 16,8-3-18-16,5-6 3 15,2-5 2-15,7-4 5 16,0 0 3-16,6-10 8 15,4 1 1-15,-1-1 2 16,-2 2-3-16,-3 5 1 0,-8 0 1 16,-6 3 2-16,-10 0 5 15,-9 6 3-15,-6 9 5 16,-10 8 2-16,-15 8-4 16,-15 11-10-16,-14 6-1 15,-13 8-2-15,-18-6-46 16,-15-10-236-16</inkml:trace>
  <inkml:trace contextRef="#ctx0" brushRef="#br0" timeOffset="-204174.49">7076 17760 97 0,'0'3'19'0,"0"-1"-11"0,0 0 45 16,0-2-45-16,0 3-4 16,0-3 2-16,0 0 4 15,0 0-1-15,0 0-9 16,0 0-3-16,2-3 7 0,7-6 12 16,1-6 1-16,5-5 0 15,2-3-2-15,3-1-5 16,3-1-7-16,-1 1-2 15,0 2-1-15,1-1-1 16,-3 3 1-16,2 1-4 0,-2 0-16 16,-2 1-10-16,-2-4-48 15,-5-3-67-15</inkml:trace>
  <inkml:trace contextRef="#ctx0" brushRef="#br0" timeOffset="-203424.64">7435 17156 122 0,'0'0'23'0,"0"0"10"0,0 0 1 16,0 0 7-16,0 0-1 15,0 0 0-15,0 0-8 16,0 0-5-16,-40 5-9 0,32-14-4 15,1-1-4-15,-1 1 0 16,2-2-4-16,2-2 0 16,3-1-5-16,1 0-2 15,0 0 1-15,9 1 0 16,5 0 1-16,2 3-2 0,4 6 1 16,3 4 0-16,3 0 0 15,-2 13-1-15,3 8-2 16,-2 8 0-16,0 6-17 15,-3 6 18-15,-2 5-1 16,-4 0-3-16,-5 1 1 0,-3-5 3 16,-3-4 1-16,-5-8 2 15,0-7-1-15,0-6 0 16,0-6 1-16,0-5-1 16,0-4 0-16,0-2 0 15,0 0-4-15,5-4-10 0,4-8 13 16,4-4 0-16,3-4-19 15,1-3-22-15,1 3 1 16,-5 0-46-16,1-2-54 16</inkml:trace>
  <inkml:trace contextRef="#ctx0" brushRef="#br0" timeOffset="-203210.17">7749 17112 264 0,'0'0'-19'0,"0"0"54"0,0 0-22 16,0 0-8-16,6-38 2 16,7 24 6-16,3-3-9 15,4 0-3-15,0 2-1 0,3 0-17 16,-2-1-38-16,-2-1-41 15</inkml:trace>
  <inkml:trace contextRef="#ctx0" brushRef="#br0" timeOffset="-202784.49">8124 16302 177 0,'0'0'33'15,"0"0"-3"-15,0 0 6 16,0 0-28-16,-38 39-4 16,38 2-3-16,0 10 13 15,7 6 7-15,8 1-3 0,8 1-11 16,8-4-5-16,4-4-1 15,1-5-1-15,3-5 1 16,-2-4-2-16,1-2 1 16,-4-8-1-16,-3-3-20 15,-4-9-37-15,-6-10-23 16</inkml:trace>
  <inkml:trace contextRef="#ctx0" brushRef="#br0" timeOffset="-202549.05">8350 16604 307 0,'0'0'1'16,"0"0"8"-16,0 0-8 15,0 0-1-15,22-49 1 16,-7 32 6-16,3-1-1 0,1-1-4 15,0-2-1-15,4 1 1 16,-3 1-2-16,-2-3-17 16,-2 2-41-16,-8-4-21 15</inkml:trace>
  <inkml:trace contextRef="#ctx0" brushRef="#br0" timeOffset="-202111.5">8504 16149 264 0,'0'0'88'16,"0"0"-88"-16,18-51 0 15,-5 37-1-15,5 10-1 16,-1 4 0-16,2 0 1 16,-2 1 0-16,-1 12-4 15,-1-2 0-15,-1 6 4 0,-1 1 1 16,-3-2 2-16,-3 3-2 15,-1-3 1-15,-2-1 0 16,-1-2-1-16,-1-3-6 16,3-2 5-16,-3-1 0 15,2-2 1-15,3-2 0 0,2 2-4 16,3-1 3-16,1 1 1 16,5-1 0-16,1 1 0 15,0 1 0-15,1 0 0 16,-5 0 0-16,-2 2 0 15,-1-2 0-15,-4 0 0 16,-3 3 2-16,-3-1 5 0,-2 3-3 16,0 2 8-16,-9 2-3 15,-2 3-4-15,-5 1-1 16,-1 4-2-16,-1-1-2 16,-1 0 0-16,2 0 0 15,-3-1-14-15,4-4-31 0,0-7-10 16,1-6-44-16</inkml:trace>
  <inkml:trace contextRef="#ctx0" brushRef="#br0" timeOffset="-201816.75">8693 15773 311 0,'0'0'-30'0,"0"0"39"0,52 14-2 16,-25 14 13-16,9 6-7 15,1 5-9-15,4 7 9 16,-5 3 3-16,-2 5-11 0,-1 3-3 16,-6 1-2-16,-6-1 0 15,-6-3 1-15,-5-6-16 16,-7-5-8-16,-3-5-22 15,0-8-16-15,-7-6-57 16</inkml:trace>
  <inkml:trace contextRef="#ctx0" brushRef="#br0" timeOffset="-201425.7">8707 15519 216 0,'0'0'26'0,"0"0"17"0,0 0-3 16,0 0-35-16,0 0-2 15,59 8 19-15,-15 12 2 16,10 7-9-16,4 7-6 16,4 12-1-16,3 9-4 15,-6 10-3-15,-1 9-1 0,-8 9 0 16,-4 5-1-16,-11 4 1 15,-8-1 1-15,-7 1-27 16,-10 0-25-16,-10-6-3 16,-1-7-8-16,-21-5-135 15</inkml:trace>
  <inkml:trace contextRef="#ctx0" brushRef="#br0" timeOffset="-200880.54">6488 17190 179 0,'0'0'12'0,"-16"57"0"0,12-5-10 0,4 18 6 0,6 16 7 16,13 17-8-16,12 15 16 15,13 6 9-15,14 3 5 16,7-3-8-16,7-13-24 16,6-19-5-16,0-20-2 0,0-22 0 15,1-23 1-15,3-22 1 16,9-7 0-16,6-21-1 16,-6-15-34-16,-3-12-21 15,-10-15-49-15</inkml:trace>
  <inkml:trace contextRef="#ctx0" brushRef="#br0" timeOffset="-192110.61">9589 15116 110 0,'-4'0'34'0,"-4"0"0"0,3 0-10 16,-1 2 1-16,1 1-9 0,4 3-10 15,-1 1-2-15,0 3 0 16,2 3 3-16,0 1 0 16,-2 6 0-16,2 1-3 15,2 3 3-15,-4 2-2 16,2 1 0-16,-2 2 0 15,-1 0 0-15,0-2-1 0,0-2 0 16,1-5-3-16,-2-3 2 16,0-5 0-16,0-5 0 15,2-3 3-15,-2-4 2 16,-1 0 11-16,1-10-4 0,0-7-10 16,-1-7-4-16,3-5 1 15,-1-3-2-15,1-1 1 16,0 0 0-16,0 2-1 15,2 6 0-15,0 2 1 16,-1 5 5-16,0 4 8 0,1 5-1 16,-1 3-1-16,1 2 0 15,0 4-2-15,0 0-6 16,0 0-4-16,0 1 3 16,0 8-1-16,0-1 0 15,0 2-1-15,1 2 0 0,5 1 1 16,3 2 1-16,3 5 4 15,4 7 1-15,5 4 4 16,4 6-3-16,4 4-3 16,3 3 1-16,1 2-2 15,0-2-1-15,0-3-3 16,-3-7 0-16,-3-3 0 0,-4-4-1 16,-3-5 1-16,-3-4-1 15,-3-1 1-15,-3-5-1 16,-4-1 0-16,1-3 1 15,-2 1-1-15,-3-3 0 0,0-1 0 16,-1 1 1-16,0-2-1 16,0-1 1-16,-2 0-1 15,0-3 0-15,0 3 1 16,0-2-1-16,0-1 0 16,0 0-3-16,0 0-15 15,0 0-15-15,2 0-19 0,-2 0-58 16,0-1-30-16</inkml:trace>
  <inkml:trace contextRef="#ctx0" brushRef="#br0" timeOffset="-190755.64">9791 15972 31 0,'-4'1'8'0,"2"-1"9"0,-1 0 14 0,2 0-5 0,0 0-10 15,-2 0-3-15,3 0-6 16,0 0-1-16,0 0 2 15,0 0 1-15,0 0-5 16,0 0 0-16,0 0 2 16,0 0-2-16,0 0 1 0,0 0-2 15,0 0-1-15,0 0 0 16,-2 0-1-16,2 0 0 16,0 0 0-16,0 0 3 15,0 0 0-15,0 0 0 16,0 0 2-16,0 0 7 0,0 0 8 15,0 0-2-15,0 0-7 16,0 0-7-16,0 0-1 16,0 0 0-16,0 0-1 15,0 0 0-15,0 0 2 16,0 0 0-16,0 0-2 0,0 0 0 16,0 0 1-16,0 0 4 15,0 0-1-15,0 0-1 16,0 0 0-16,0 0-1 15,0 0 0-15,0 0 3 16,0 0 1-16,0 0 0 0,0 0-3 16,0 0-1-16,0-3 5 15,0 0 0-15,5-5-4 16,2-2-1-16,0-1 1 16,5-2-1-16,0-1-2 15,3-5-1-15,1 2-1 0,2-4 1 16,2-5-1-16,3 2 1 15,-2-3 0-15,4 0 2 16,-5 0-2-16,3 5 1 16,-3 0-1-16,0 4 0 15,-3 1 2-15,-2 4-2 16,3 4 3-16,-8-1-2 0,1 5 0 16,-3-1-1-16,-4 5-1 15,-2 0 0-15,-1 0 0 16,-1 1 0-16,0 0 2 15,0 0 3-15,0 0 4 16,-1 2-6-16,-3 2-2 0,-3-1-1 16,4 1-1-16,1-2 1 15,0 0-2-15,2 1-22 16,0-3-39-16,-2-2-74 16</inkml:trace>
  <inkml:trace contextRef="#ctx0" brushRef="#br0" timeOffset="-188251.61">11488 13589 46 0,'0'1'18'0,"0"-1"-13"0,0 1-4 0,0 2 3 16,0 0 12-16,0 0 24 15,2-1-26-15,0 0-3 16,0 1 1-16,0-1 0 16,0 0 1-16,-1-2 1 15,1 2-3-15,-1-1-1 0,1-1 1 16,0 0-1-16,-2 0-2 16,0 0 0-16,2 0 5 15,-2 0 4-15,2-7 6 16,-2-3-17-16,2-4-2 15,-2-4 1-15,0-1 1 0,0-5 0 16,0-2 0-16,0-1 1 16,-2-3 1-16,-6-1-1 15,0 0-1-15,-3-6-2 16,-5 0-1-16,1-4 1 16,-5-3-1-16,0-2-2 0,-3-1 2 15,-3 1-3-15,3 2 1 16,-2 5 1-16,-1 5 0 15,1 5 1-15,0 7 2 16,5 6-15-16,-1 4-4 16,2 6-3-16,3 3 2 15,5 3 7-15,1 0 0 0,5 8 2 16,3 6 1-16,2 5 3 16,2 5 2-16,13 6-2 15,8 4 1-15,4 3 17 16,6 2 25-16,7 0-5 0,2 1-14 15,5-1-17-15,3-4-3 16,-1-2 0-16,-2-3-2 16,-3-6-1-16,-4-6 1 15,-5-2-1-15,-6-5 0 16,-9-2 0-16,0-5-4 0,-7-1-32 16,-3-3-25-16,-4 0-11 15,-6 0-41-15</inkml:trace>
  <inkml:trace contextRef="#ctx0" brushRef="#br0" timeOffset="-187778.56">11640 13204 265 0,'0'0'2'0,"0"0"3"0,0 0 14 0,0 0-6 16,0 0-13-16,0 0 0 0,0 0 1 15,0 0 0-15,38-9 5 16,-22 19 18-16,-3 6-15 16,1-2-6-16,-2 1-1 15,-1-3-1-15,-3 1-1 16,0-3 1-16,-5-3-1 0,1-3 1 16,-4-2-1-16,0-2 0 15,0 0 8-15,-4 0 2 16,-5-6-5-16,-3-4-3 15,-1-6-1-15,-3-4 1 16,1-1-2-16,1-6 1 0,1 0-1 16,2-3 2-16,1 3-1 15,6 2 1-15,4 1 3 16,0 5 3-16,0 1-1 16,12 5-4-16,1 3-1 15,2 5 0-15,3 5-1 0,0 0 0 16,2 0 0-16,1 9-1 15,-1 4 1-15,-1 1-1 16,-1 3 0-16,0 2 0 16,-4 1-1-16,-3 0-2 15,-1-2-48-15,-2 2-27 0,-6-9-25 16</inkml:trace>
  <inkml:trace contextRef="#ctx0" brushRef="#br0" timeOffset="-187422.2">11698 12354 228 0,'0'0'-11'0,"0"0"13"16,0 0 5-16,0 0-1 16,-31 49 0-16,31-8 14 0,12 12 12 15,9 12-1-15,8 10-2 16,9 7-4-16,7 2-14 16,8 1-7-16,3-1-3 15,4-9-1-15,-1-10 0 16,1-9-1-16,-4-13 0 0,0-11 1 15,-5-13-4-15,3-12-25 16,-8-7-18-16,-3-26-39 16</inkml:trace>
  <inkml:trace contextRef="#ctx0" brushRef="#br0" timeOffset="-186984.55">12330 11682 174 0,'0'0'63'0,"0"0"-62"0,0 0 1 0,0 0 0 16,0 0-2-16,45-15 1 15,-20 32 1-15,6 4 9 16,9 9 10-16,7 10-3 0,10 8 0 16,6 13 2-16,2 10-8 15,-2 10-7-15,-7 10-2 16,-5 7-3-16,-13 2-1 16,-9 2 1-16,-11-2-2 15,-11 2-1-15,-7-6-17 0,-6-7-36 16,-17-8-37-16</inkml:trace>
  <inkml:trace contextRef="#ctx0" brushRef="#br0" timeOffset="-184216.76">12569 13736 73 0,'0'0'34'0,"0"0"-9"16,0 0 4-16,0 0-7 15,-40-1-2-15,28 1 4 0,0 1-2 16,1 6-5-16,-1 1-6 16,-1 3 5-16,-1 0 2 15,-2 5 1-15,0 2-3 16,1 2 1-16,-1 7-11 16,1 6 2-16,-1 2 2 0,5 5 0 15,3 1-4-15,6 4 1 16,2 5-1-16,0 3 1 15,10 5 0-15,7 3 0 16,2 3 2-16,4 0-1 16,4 0 0-16,1-6-4 0,6-2 1 15,0-7-2-15,3-3 1 16,3-8 0-16,1-5-1 16,1-9 0-16,-2-7 2 15,-1-8 0-15,-2-9 9 16,1-2 6-16,-5-15-5 0,3-8-1 15,-2-7-1-15,0-8-3 16,-2-5-3-16,-1 0-1 16,-2-2-2-16,-6 0-2 15,-2 0 0-15,-8 2 0 16,-4-1 2-16,-2 2 1 0,-7-1-2 16,0 2 0-16,-2 3 2 15,-12-1-4-15,-3 3 1 16,-6-1-2-16,-8-3 1 15,-3-1-1-15,-7 0 0 16,-3-2 0-16,-2 4 1 16,-6 1 0-16,-4 3 2 0,-2 7-2 15,-5 5 0-15,-4 7-3 16,-4 7 2-16,-3 11-3 16,-2 9 1-16,1 22-4 15,0 16-25-15,0 10-33 0,5-2-91 16</inkml:trace>
  <inkml:trace contextRef="#ctx0" brushRef="#br0" timeOffset="-178570.54">7922 18138 33 0,'0'0'30'0,"-2"2"-5"0,0-1-19 0,2 1-4 15,-2 0 5-15,2-1 13 16,-2 1-8-16,2-2 0 0,0 0-6 15,0 0-1-15,0 0 2 16,0 0 0-16,0 0-2 16,0 0 4-16,0 0-5 15,0 0 1-15,0 0 1 16,0 0 12-16,0 1 10 0,0-1-8 16,0 0-9-16,0 0-5 15,0 0 0-15,0 0-3 16,0-2-1-16,6-7 0 15,6-10 4-15,5-6 9 16,12-11-3-16,7-9 2 0,12-12-4 16,12-9-1-16,4-7-2 15,6-6-1-15,1 0 8 16,1-1-6-16,-3 0-5 16,-2-1 0-16,0 1 0 15,3 3-2-15,-1-1 0 16,0 3 0-16,2 4-1 0,-3 3 0 15,-3 1 0-15,-3 7 0 16,-6 6 0-16,-7 6 0 16,-7 7 1-16,-5 7-1 15,-6 6 0-15,-9 6 0 16,-2 5 0-16,-4 6 0 0,-9 2 0 16,-1 5 0-16,-4 2-2 15,-2 2-6-15,0 1 3 16,0 9 5-16,-6 5-13 15,-8 2-37-15,-4-1-73 16</inkml:trace>
  <inkml:trace contextRef="#ctx0" brushRef="#br0" timeOffset="-178128.8">8358 18288 219 0,'0'0'3'0,"0"0"-1"0,0 0 1 15,0 0 1-15,0 0 7 0,29-41 25 16,8-10 8-16,7-14-9 16,10-16 2-16,13-11-13 15,10-8 2-15,9-4-10 16,3 2-9-16,-1 1 6 16,-3 3-8-16,-7 6 1 0,-4 8-5 15,-10 6 2-15,-5 4-3 16,-4 7 2-16,-3 3-1 15,-1 3-1-15,-9 7 0 16,0 3 0-16,-5 9 0 16,-6 6 0-16,-4 9-1 15,-5 6-1-15,-4 9-3 0,-7 5-37 16,-9 7-49-16,-2 0-32 16</inkml:trace>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15:31.295"/>
    </inkml:context>
    <inkml:brush xml:id="br0">
      <inkml:brushProperty name="width" value="0.05292" units="cm"/>
      <inkml:brushProperty name="height" value="0.05292" units="cm"/>
      <inkml:brushProperty name="color" value="#FF0000"/>
    </inkml:brush>
  </inkml:definitions>
  <inkml:trace contextRef="#ctx0" brushRef="#br0">16709 8324 31 0,'2'-3'-21'0</inkml:trace>
  <inkml:trace contextRef="#ctx0" brushRef="#br0" timeOffset="9324.76">15616 5915 121 0,'0'0'68'0,"0"0"-35"0,0 0 2 16,0 0-16-16,-5-40-2 16,-3 37-1-16,0 1-2 15,-2 2-4-15,-1 0-1 16,-3 0 5-16,-2 4 4 0,0 6-7 16,-1 3 0-16,-1 2-1 15,5 4-4-15,1 2-1 16,5 3 2-16,5 2 0 15,2 3 5-15,0 1 1 16,11 4 1-16,3 6-2 0,3 3-3 16,1 1-4-16,3 4-2 15,-6-1-3-15,-1-2 1 16,-3-3-1-16,-7-4 0 16,-4-7 0-16,0-4 1 15,0-4-1-15,-9-6-1 0,-2-3 0 16,0-3-3-16,-2-5-4 15,-3-4-19-15,-1-2-29 16,-1 0-28-16,-1-8-34 16</inkml:trace>
  <inkml:trace contextRef="#ctx0" brushRef="#br0" timeOffset="9544.69">15324 6423 237 0,'0'0'6'16,"0"0"23"-16,0 0 4 0,0 0-12 16,27-45-2-16,-4 27 1 15,6-2 5-15,2-2-7 16,5-2-8-16,2 3-4 16,-1 1-5-16,0 3 0 0,-5 4-1 15,-3 6-2-15,-5-2-18 16,-8 2-71-16,-3-1-74 15</inkml:trace>
  <inkml:trace contextRef="#ctx0" brushRef="#br0" timeOffset="9764.59">15747 6246 332 0,'0'0'3'0,"0"0"0"0,0 0 4 16,29 38 3-16,-19-18 6 16,-1 1 2-16,1 4-11 15,-3 2-4-15,0 0-3 16,-2 1-1-16,-1-4 0 16,-2 0-5-16,0-4-24 0,-2-3-25 15,0-7-23-15</inkml:trace>
  <inkml:trace contextRef="#ctx0" brushRef="#br0" timeOffset="10075.74">16163 5881 308 0,'0'0'3'16,"0"0"26"-16,0 0 12 15,0 0-32-15,-16 57 12 16,3-3 10-16,-5 11-5 0,-3 9-12 16,-2 5-5-16,0 4-4 15,1-1-4-15,2-1 0 16,0-2-1-16,5-5 0 15,2-7-3-15,3-5-5 16,1-9-17-16,1-9-27 16,4-12-17-16,0-13-37 0</inkml:trace>
  <inkml:trace contextRef="#ctx0" brushRef="#br0" timeOffset="10500.5">16547 6132 278 0,'0'0'3'15,"0"0"17"-15,-6-42 24 16,-5 40-9-16,-7 2-19 15,0 4 2-15,-2 13 5 16,-2 5 2-16,4 6-7 0,2 6-7 16,5 7-4-16,0 4-2 15,6 4 2-15,3 1 0 16,2 1-3-16,0-3-2 16,2-2-1-16,4-2 0 15,2-5 0-15,-2 0 1 0,-4-5-4 16,-1-3 4-16,-1-2-4 15,0-7 2-15,-5-2 0 16,-4-4-1-16,-4-2-2 16,-1-4-8-16,-2-3-28 15,-1 0-41-15,-3-7-24 0,0 0-67 16</inkml:trace>
  <inkml:trace contextRef="#ctx0" brushRef="#br0" timeOffset="10680.44">16201 6656 262 0,'0'0'4'0,"31"-38"19"16,-6 18 11-16,4 2-6 16,3-1-8-16,5 1 5 0,1 2-11 15,1 3-7-15,-5 3-6 16,-2 3-2-16,-6 6-1 15,-5 1-20-15,-5 0-103 16,-5 0-128-16</inkml:trace>
  <inkml:trace contextRef="#ctx0" brushRef="#br0" timeOffset="11044.4">16557 6673 215 0,'0'0'82'0,"0"0"-75"16,0 0 14-16,0 0 4 16,46-44-4-16,-32 33 17 15,-3 4-10-15,0 2-8 16,0 3-8-16,-2 2-9 16,0 3-2-16,-5 11-1 0,0 3-1 15,-2 3 0-15,-2 4 1 16,0 1 0-16,-6 3 1 15,-6 0 0-15,1-3-1 16,-3 0-1-16,3-3 2 16,-1-5-1-16,4-4 1 0,5-3-1 15,1-3 1-15,2-5 0 16,5-2 4-16,12 0 0 16,3-1 2-16,9-7 0 15,1 0 0-15,3 0-6 16,2 1 0-16,-5 3-1 0,-3-2-5 15,-5-1-144-15</inkml:trace>
  <inkml:trace contextRef="#ctx0" brushRef="#br0" timeOffset="21403.12">16505 12607 213 0,'2'3'-59'0,"1"-2"133"0,1 0-71 0,3-1-9 16,2 0-21-16</inkml:trace>
  <inkml:trace contextRef="#ctx0" brushRef="#br0" timeOffset="30070.28">6881 6685 136 0,'0'-20'15'0,"-2"-2"19"0,-1 1 7 16,3 1-15-16,0-1-8 15,0 1 4-15,3-1-10 16,8 1 3-16,2-3-7 0,8-1-2 16,4 0-2-16,4 0-2 15,6 1 0-15,1 6-1 16,-1 7 1-16,-1 6-1 15,-5 4-1-15,-4 12 1 0,-8 11-1 16,-5 9 4-16,-5 7 9 16,-6 11-1-16,-1 7-6 15,-1 4 0-15,-8 3 3 16,-1 0-5-16,1-3-3 16,3-9 5-16,4-5-6 15,0-6 3-15,2-8-3 0,0-6 0 16,10-2 1-16,2-6-2 15,4-2-2-15,6-6-6 16,-3-5-28-16,4-5-48 16,-5-1-150-16</inkml:trace>
  <inkml:trace contextRef="#ctx0" brushRef="#br0" timeOffset="30469.61">7402 7354 222 0,'0'0'14'0,"0"0"30"0,0 0-5 0,0 0-14 15,0-43-8-15,2 33-2 16,3-1-2-16,-1 4-1 15,1 1-5-15,3 3-4 16,1 3-3-16,0 0 1 16,0 4-2-16,-2 6 0 15,-3 3 0-15,-2 1 3 0,-2-1-1 16,0 4 3-16,-2-4-2 16,-6 0-2-16,-1-3 2 15,-3-2 2-15,1-1-2 16,-2-7 1-16,1 0 1 0,4 0 5 15,3-8 6-15,3-5-5 16,2-4-8-16,0 0-5 16,2-6-43-16,-2-9-169 15</inkml:trace>
  <inkml:trace contextRef="#ctx0" brushRef="#br0" timeOffset="100178.94">10343 4750 75 0,'0'0'40'16,"0"0"-23"-16,0 0 0 0,0 0-1 15,0 0-2-15,-40-34-1 16,35 32-1-16,3 2-3 0,0 0-5 16,2 0-3-16,0 0 2 15,2 0 0-15,14 0 2 16,5 2 2-16,14-2 4 16,9 0 3-16,13 0-3 15,11 0 0-15,11-7-1 0,5 1-5 16,1 1 2-16,1-1-4 15,-4 3-1-15,-6 3 3 16,-9 0-5-16,-7 0 1 16,-8 0-1-16,-8 0 0 0,-7 0 1 15,-6 3-2-15,-11-2 1 16,-4 2-1-16,-8 0-3 16,-3 0-2-16,-5 1-2 15,0-1-8-15,-9 4-11 16,-9-5-25-16,-4 0-87 15</inkml:trace>
  <inkml:trace contextRef="#ctx0" brushRef="#br0" timeOffset="100888.51">10263 4959 79 0,'0'0'8'0,"0"0"21"0,0 0 3 0,0 0-5 16,0 0-2-16,0 0-8 0,0 0-9 15,0 0-1-15,0 0 4 16,0 0 4-16,62-1 1 16,-15 1 4-16,10 0 3 15,9 0-6-15,4 0-6 16,3 0 0-16,-1 1-4 0,-7 2-6 16,-5 3 0-16,-4-2-1 15,-9-1 0-15,-4 1 1 16,-6-4 0-16,-3 1 0 15,-7 1-1-15,-6-2 1 16,-5 0-1-16,-5 0 0 0,-1 0 0 16,-8 0 0-16,0 0-1 15,-2 0 5-15,0 0 9 16,0 0 5-16,0 0-2 16,0 0-2-16,0 0-3 15,0 0-1-15,-2 0-1 16,2 0-3-16,-2-2-1 0,2 1-2 15,0-2 1-15,0 2-2 16,0-1-1-16,0 2 0 16,0 0 0-16,0 0 0 15,0 0-1-15,0 0-1 16,0 0 1-16,0 0 0 0,0 0 0 16,0 0 0-16,0 0 0 15,0 0-1-15,0 0 1 16,0 0 0-16,0 0 0 15,0 2 0-15,0-2 0 0,0 0 0 16,0 1 0-16,0-1 0 16,0 0 0-16,0 0 0 15,2 3-1-15,0-3 1 16,-1 1-3-16,1 1-2 16,2-2-23-16,0 0-65 15,1 0-58-15</inkml:trace>
  <inkml:trace contextRef="#ctx0" brushRef="#br0" timeOffset="101939.53">7811 1654 148 0,'0'19'4'0,"0"8"5"0,-5 11 26 0,0 12-5 16,3 12-2-16,0 12-4 16,2 11-7-16,0 6-1 15,0 1-7-15,0 1-3 0,2-5-2 16,-1-13-4-16,8-11 1 16,-3-13-2-16,3-11 1 15,-5-9 0-15,1-9-3 16,-3-9-6-16,-2-7-43 15,0-6-16-15,-4-13-118 16</inkml:trace>
  <inkml:trace contextRef="#ctx0" brushRef="#br0" timeOffset="102268.82">7757 1981 255 0,'0'0'4'0,"29"-69"-1"16,-9 40 0-16,7 6 0 16,0 5 1-16,2 8-1 0,2 5-1 15,-2 5 2-15,0 6-1 16,0 10 3-16,-3 5-3 16,-4 1-2-16,-3 3-1 15,-7 2 0-15,-7 1-1 16,-5 2 2-16,0 1 2 15,-8 2-1-15,-9 2 1 0,-6 1-1 16,-6-2-1-16,-4-1-1 16,-3-2 1-16,-4-6-1 15,1-3 0-15,4-5-1 16,3-4 0-16,8-5-1 16,9-4-14-16,8-4-21 0,7 0-20 15,2-9-106-15</inkml:trace>
  <inkml:trace contextRef="#ctx0" brushRef="#br0" timeOffset="102596.16">8116 2070 187 0,'0'0'16'0,"41"-17"-5"16,-18 17 6-16,-1 0-1 15,0 0-4-15,1 7-3 16,-4 6 2-16,0 1 1 15,-1 3-2-15,-5 2-3 0,-2 0 0 16,-2-1-4-16,-4 0-1 16,-3-5 1-16,0-2 0 15,-2-5 1-15,0-2 0 16,-4-4 16-16,-3 0 30 0,-4-10-33 16,2-8-11-16,2-6-2 15,3-4-3-15,4-5-1 16,0-1-1-16,9 1-1 15,8 3 2-15,3 6-5 16,5 6-32-16,0 6-59 0,-6 1-29 16</inkml:trace>
  <inkml:trace contextRef="#ctx0" brushRef="#br0" timeOffset="102987.02">8497 2127 232 0,'0'0'32'0,"0"0"-7"16,0 0-16-16,0 0 2 15,0 0 2-15,47-27-3 16,-22 9 6-16,1-4-9 0,1 1 1 16,0-2-1-16,-4 3-2 15,-4 0-3-15,-2 1-1 16,-2 2 0-16,-4 2 1 15,-4 0 2-15,-5 4 19 16,-2 3 3-16,0 0-3 0,-9 2-9 16,-7 5-5-16,-4 1-4 15,-2 0-1-15,-2 5-2 16,1 8 0-16,0 3 0 16,8 5-2-16,4 1 1 0,4 2-1 15,7 1 1-15,0 1-1 16,12-1 2-16,7-1-1 15,1-5 0-15,7-1 1 16,2-4-4-16,3-5-1 16,1-2-4-16,3-5-4 15,-1 0-17-15,1-2-23 0,-2-7-43 16,-5-3-2-16</inkml:trace>
  <inkml:trace contextRef="#ctx0" brushRef="#br0" timeOffset="103607.64">9161 2094 229 0,'0'0'19'0,"0"0"-3"0,0 0-9 15,0 0-2-15,0 0 4 16,47-38 5-16,-32 24-2 16,5-5-1-16,3-2-2 0,-5 0-1 15,4-2-2-15,-4 2-3 16,-5-2 0-16,-1 3-1 16,-8 2 1-16,-4 2 23 15,0 5 7-15,-7 1-3 16,-11 6-18-16,-4 4-6 0,-5 0-3 15,-4 9-2-15,-3 7 2 16,5 4-1-16,4 3-1 16,8 2 0-16,3 2-1 15,10-1 1-15,4 2 0 16,0-2-2-16,9-1 0 0,9-5 1 16,4-1 1-16,3-5-1 15,2-4-1-15,-1-3-2 16,3-4-3-16,-2 0-7 15,-2-3-13-15,-3 0-11 16,-2-2-2-16,-4 2-4 16,-3 2-6-16,-3-1 20 0,-4 0 17 15,-4 0 12-15,1-1 1 16,1 0-1-16,-2 0 7 16,2-3 6-16,-1-7 3 15,6-3 22-15,0-4-7 16,1-3-12-16,7-4-2 0,3-2-9 15,2-2-1-15,3 1-3 16,0 1-3-16,-1 2-1 16,0 2-1-16,-6 3-2 15,-2 2-3-15,-7 0-83 16,-9 1-181-16</inkml:trace>
  <inkml:trace contextRef="#ctx0" brushRef="#br0" timeOffset="103812.77">9496 1844 485 0,'0'0'1'0,"0"0"-15"0,0 0 12 0,23 45 6 16,-1-26-4-16,-2 4-3 16,4-1 3-16,-1 0-7 15,-2-1-15-15,0-1-11 0,-3-1-28 16,-3-8-23-16,-1-4-20 15</inkml:trace>
  <inkml:trace contextRef="#ctx0" brushRef="#br0" timeOffset="104261.53">9787 1864 368 0,'0'0'-4'0,"0"0"10"16,0 0-5-16,8 59 0 15,1-24 1-15,-1 6-1 16,0 5 0-16,1 1-1 0,-3 2 1 16,2-3-1-16,-4-3 1 15,-1-8-2-15,-2-4 1 16,0-8-1-16,-1-12 0 16,0-6 0-16,0-5 3 0,0-5 0 15,0-13-4-15,-2-9 1 16,1-9 2-16,-1-6 1 15,0-8 0-15,2-4-1 16,0 3-1-16,2 1 0 16,7 6 5-16,2 10 3 0,5 6 8 15,1 9 3-15,3 7-11 16,3 7-6-16,2 5-3 16,-3 0 1-16,0 6-1 15,-4 5-1-15,-5 3 1 16,-4 2-4-16,-7-2 0 15,-2 6 0-15,-6 1 3 0,-9 1-2 16,-8 3 4-16,-2-2-9 16,-4 0-13-16,0-4-8 15,0-2-3-15,7-5-20 16,0-8-18-16,9-4-82 16</inkml:trace>
  <inkml:trace contextRef="#ctx0" brushRef="#br0" timeOffset="105221.28">10127 1965 221 0,'0'0'44'0,"0"0"-29"0,0 0-12 0,0 0-2 15,0 0 8-15,-17 37 17 16,15-24-4-16,2 2-11 0,0-3-9 15,0 2-1-15,10-1 0 16,1-2-1-16,-1-2-1 16,3-2 0-16,0-3 0 15,-1-4 0-15,0 0 1 16,-3 0 2-16,-1-10 0 0,-2 0-1 16,-2-1-1-16,-4-2 2 15,0-1-4-15,0 2 0 16,-10-3 1-16,2 3-1 15,-3 0 1-15,-1 1 2 16,1 0 0-16,1 0 0 0,0 2-1 16,4 4 1-16,1-1 3 15,3 2 4-15,2 3 3 16,0-1-7-16,0 2-5 16,6 0 1-16,6 0 0 15,3 0 1-15,4 4 0 0,0 2 0 16,0 2-1-16,1 1 0 15,-1 2 0-15,-2 0 0 16,-3 1 1-16,-1-1-1 16,-1 1-1-16,-3 3 0 15,-3-4 1-15,0 1-2 0,-2-2 1 16,-2-1 0-16,-2-1-1 16,0-5 1-16,0 3-1 15,1-5 2-15,-1-1 6 16,0 0 13-16,-1-7 0 15,1-4-7-15,0-5 0 16,0-1 0-16,0-1-4 0,2 2-6 16,3 3 5-16,1 3-4 15,2 6-2-15,-2 4-2 16,3 0-1-16,-2 0 1 16,4 4-1-16,0 5 1 0,0-1 1 15,-1 1-2-15,0 1 1 16,-1-2 2-16,-2 2-1 15,2-4 1-15,-3 2-1 16,1 1 0-16,-1-5 1 16,2-1 0-16,-3 1 0 0,3-4 0 15,-1 0 0-15,4 0-1 16,-2-4 3-16,-1-5-1 16,2 0 1-16,-1-2-3 15,-2 0 1-15,-1 0-1 16,-2-1 0-16,-1 3 1 15,-1 0-1-15,-2 2 1 0,0 0 2 16,0 4 3-16,-5 2-2 16,-4 1-3-16,-1 1-1 15,-4 7 1-15,3 4 0 16,0 5 0-16,2 1-2 16,6 1 2-16,1-1-1 0,2-1-1 15,0-2 1-15,5-4-2 16,8-1 0-16,3-6-5 15,6-1 2-15,1-3 2 16,1 0-6-16,2 0-28 16,0-10-34-16,-2-4-4 0,-3-2-21 15,-2-1-71-15</inkml:trace>
  <inkml:trace contextRef="#ctx0" brushRef="#br0" timeOffset="105548.93">10754 1999 168 0,'0'0'44'0,"0"0"13"0,0 0-16 16,0 0-35-16,0 0-2 15,0 0 11-15,-4 40-3 16,4-20-2-16,0 1-4 16,0-2-2-16,0-1 3 15,0-3-6-15,0-2 0 16,0-3-1-16,0-5 0 0,0-1 0 16,0-3 1-16,0-1 11 15,0-3 47-15,0-10-49 16,0-4-11-16,0-5 2 15,0-3-1-15,8-1 0 16,5-1 0-16,1 4 5 0,1 5-2 16,2 5-2-16,1 6 1 15,-3 7-1-15,2 0-4 16,-1 11 3-16,1 5-2 16,-4 4-1-16,-3 1-3 15,-2 3-3-15,-4 2-12 16,-3-2-19-16,1-3-16 0,-2-2-43 15,0-8-22-15</inkml:trace>
  <inkml:trace contextRef="#ctx0" brushRef="#br0" timeOffset="105983.95">11016 1749 420 0,'0'0'12'0,"0"0"7"0,0 0-24 16,0 0 6-16,9 66 1 15,-2-31-2-15,-1 2 2 16,1 1-3-16,0-1 4 16,-1 0-2-16,-3-1 0 0,1-5-1 15,-2-2-2-15,-2-7 3 16,0-7-1-16,2-6 1 15,-2-8-1-15,0-1 7 16,5-9 4-16,-3-8-4 16,5-7-9-16,2-3 6 0,5 0 3 15,-3 1-5-15,2 5-3 16,1 5 2-16,3 6 0 16,-1 9 0-16,-1 1-1 15,3 1 0-15,-3 12-1 16,2 4-1-16,-4 3-1 15,-2 1 1-15,-2 5 0 0,-5-2-7 16,-3 0-29-16,-1-1-31 16,0-5-27-16,-3-6-153 15</inkml:trace>
  <inkml:trace contextRef="#ctx0" brushRef="#br0" timeOffset="106156.84">11148 1884 353 0,'0'0'21'0,"0"0"-15"15,-9-36 3-15,9 34-11 16,2 2-48-16,7 3-1 16,4 4-9-16,7-4-84 15</inkml:trace>
  <inkml:trace contextRef="#ctx0" brushRef="#br0" timeOffset="106733.81">11528 1908 389 0,'0'0'-18'0,"-41"0"39"15,19 0-2-15,-3 2-4 16,1 8 4-16,0 1-2 15,3 3-7-15,6 1-6 16,1 2-2-16,7 1 0 0,3-1-4 16,2-1 2-16,2-2-1 15,4 0 0-15,5-5 1 16,5-4-1-16,1-5 0 16,3 0 1-16,-3-4 1 15,4-9 2-15,-2-1-1 16,-3 0-1-16,-3 1 0 0,-3 3 0 15,0 2 0-15,-4 6 0 16,0 2-1-16,1 0-3 16,2 3 3-16,4 7 0 15,0 0 0-15,3 0 1 16,1-2-1-16,1-2 1 0,0 0 1 16,4-6-1-16,-3 0 0 15,2-6 1-15,1-8-3 16,-2-6 2-16,2-5 0 15,-3-4 0-15,-3-8 0 16,-1-6-1-16,-4-5 2 0,-2-3-4 16,-5 0 1-16,-2 5-1 15,0 5 1-15,0 10 1 16,-6 11 3-16,-4 13 13 16,0 7-3-16,-2 16-13 15,-2 19 0-15,1 12 0 0,2 9 1 16,2 6 1-16,5 6 0 15,4 0 1-15,2-2 0 16,11-4-1-16,3-5-17 16,3-13-65-16,6-10-156 15</inkml:trace>
  <inkml:trace contextRef="#ctx0" brushRef="#br0" timeOffset="108657.5">9612 3216 87 0,'7'-28'7'0,"0"3"6"0,-4 0 17 16,-3 3 31-16,0 0-37 15,-8 1-1-15,-3 4-11 0,-7 0 0 16,0 4 4-16,-4 0-4 15,-3 5-6-15,1 1-2 16,-7 2-2-16,-6 5 5 16,-5 0-7-16,-12 0 0 15,-6 9 2-15,-11 5-2 0,-15 2 1 16,-10 3 1-16,-8 5 0 16,-10 7-1-16,-9 4 1 15,-2 8 2-15,-3 5 2 16,3 7 5-16,0 6 5 15,2 5-3-15,3 8-2 16,7 5 3-16,9 5-3 0,3 3-2 16,16 2 3-16,11 5-3 15,18-3-2-15,14-3-2 16,19-2-1-16,19-2 0 16,10-2-3-16,29-9 1 15,13-5-2-15,19-5 3 0,12-11 5 16,17-8-7-16,7-12 3 15,10-11-2-15,13-13 2 16,3-8 0-16,10-11 2 16,1-17 1-16,6-11-1 15,-1-10 0-15,-2-7-2 0,-6-8 0 16,-8 0 0-16,-8-11-2 16,-7-7 0-16,-7-10-1 15,-6-11 2-15,-3-12 0 16,-6-7 3-16,-10-3 1 15,-15 0 0-15,-20 6 0 0,-26 9-3 16,-21 15-4-16,-39 17 1 16,-32 13-3-16,-31 22 0 15,-28 18 0-15,-24 19-1 16,-23 9-27-16,-13 25 2 16,-9 20 5-16,-2 15 10 0,6 12 1 15,14 5-76-15,23-3-22 16,24-6-119-16</inkml:trace>
  <inkml:trace contextRef="#ctx0" brushRef="#br0" timeOffset="109825.89">11675 3313 161 0,'-34'-20'43'0,"-8"-3"-37"0,-11 4 9 15,-12 6 3-15,-16 6 1 16,-11 8 2-16,-10-1-3 15,-8 14 0-15,-8 11 9 0,2 7-1 16,-3 9-11-16,-1 6-11 16,5 11-3-16,2 9-1 15,3 10 1-15,5 9 2 16,7 4 13-16,15 11 9 16,9 4-2-16,13-2-20 15,18 4-1-15,15 0 0 0,15-3 0 16,10-5-1-16,6-4 1 15,21-6 1-15,15-11-2 16,14-9 1-16,15-14 2 16,9-11-1-16,17-17 4 15,12-16-3-15,7-11 7 16,8-21-6-16,2-16 3 0,4-10-4 16,0-12 4-16,2-8-2 15,0-9 3-15,-2-4 5 16,-6-7-4-16,-6 0 4 15,-7-4-10-15,-12-4 1 0,-6 0 1 16,-13 1 3-16,-7-2 7 16,-7-1-3-16,-11 5-3 15,-12 8-3-15,-14 6-1 16,-16 4-1-16,-10 9-4 16,-32 5-12-16,-28 11-38 15,-28 9-6-15,-30 8-12 0,-31 18-12 16,-33 14 3-16,-21 17 10 15,-22 26 28-15,-11 18 23 16,-1 17 16-16,5 7 3 16,7-4 8-16</inkml:trace>
  <inkml:trace contextRef="#ctx0" brushRef="#br0" timeOffset="112378.35">12806 4677 50 0,'0'0'3'0,"0"0"0"0,0 0 4 16,0 0 7-16,0 0-18 15,0 0 0-15,0 0-4 16,0 0 3-16,0 0-1 0,7-19 2 15,-1 19 0-15,1 3 2 16,3 3 0-16,3 0-1 16,7 2 1-16,-1 0 4 15,6 2 7-15,6 0 0 16,5 2 4-16,5-1-4 0,3 2-1 16,6 1-2-16,4-3 4 15,6 3-6-15,5-2 1 16,8-1-4-16,8 0-2 15,7-2 1-15,10 1 1 16,4 0 2-16,8-3 13 0,5 0 0 16,8 3 0-16,5-1 0 15,7 0-2-15,6 0-6 16,7 0-5-16,3 0 0 16,3-2 3-16,2-1 0 15,4 0-1-15,6 0 3 16,4-1 3-16,1 1-2 0,5-3-2 15,4 1 1-15,9 0-7 16,-3 1 10-16,5-3-2 16,8 1-4-16,4-1-3 15,1-1 0-15,6-1 34 0,7 0-31 16,1 0-9-16,-1 0 17 16,3 0-8-16,3-4 6 15,-2 0-8-15,4-1-2 16,5 0 5-16,1-1 7 15,-2 0 1-15,-1-1-2 0,0 3-10 16,-10 0 2-16,-3-2-1 16,-6 2 3-16,-9-3-1 15,-8 2-3-15,-8 0 2 16,-7-1 0-16,-10 1 3 16,-12 0-2-16,-8 2-4 15,-12 0 0-15,-12 1 0 0,-11-1-2 16,-11 1 2-16,-10 2-2 15,-9 0 0-15,-9 0 0 16,-8 0-1-16,-9 5 0 16,-5 6 0-16,-7 3-2 15,-8 3-21-15,-7 0-46 0,-2-1-43 16</inkml:trace>
  <inkml:trace contextRef="#ctx0" brushRef="#br0" timeOffset="114394.27">20066 2743 145 0,'0'0'-32'0,"0"0"51"15,0 0-5-15,-29-44 8 0,13 33-12 16,0-2 8-16,-2-2-1 15,-4 1 5-15,0-1-4 16,-5 0-5-16,2 0-2 16,-6 3 1-16,-2 0-4 15,-1 1-2-15,-1 1-3 0,-2 3-1 16,-3 1 0-16,-2 2-1 16,-1 0 0-16,-1 2-1 15,1 2 1-15,3 0-5 16,0 0-13-16,4 3-1 15,1 7-2-15,3 3 7 0,-3 4 6 16,2 3-1-16,0 3 4 16,-3 2 3-16,-1 4-1 15,-1 0 1-15,-1 4 0 16,-1 1 2-16,2 3 0 16,1 5 4-16,0 0 2 15,4 2-1-15,1 0 0 0,1 4 3 16,0 2 3-16,2 1-2 15,1 6 5-15,3 2 3 16,2 5 8-16,3 0 1 16,7 2-18-16,6-3-4 0,7 3-1 15,0-2-1-15,13-2 0 16,12-1 3-16,8-1-2 16,8-2-1-16,8-4 1 15,1-4-1-15,8-7-1 16,5-8 0-16,3-6 1 15,-1-13 3-15,4-11 0 0,6-5 1 16,4-12 4-16,4-13 3 16,-1-7-3-16,3-6-5 15,1-2 2-15,-5-2-4 16,-4-2-1-16,-8-5 1 16,-5-4 0-16,-1-4 0 0,-9-6 1 15,0-5-1-15,-10-6-2 16,-3-5 1-16,-11-2-9 15,-13-3 10-15,-11-7-3 16,-6 0-2-16,-17-1 2 16,-13 2 0-16,-11 2-1 0,-7 5 1 15,-13 11-35-15,-7 15-78 16,-9 15-16-16,-3 18-13 16</inkml:trace>
  <inkml:trace contextRef="#ctx0" brushRef="#br0" timeOffset="114420.83">19634 2535 1 0,'-51'8'33'0</inkml:trace>
  <inkml:trace contextRef="#ctx0" brushRef="#br0" timeOffset="116084.28">25713 6307 303 0</inkml:trace>
  <inkml:trace contextRef="#ctx0" brushRef="#br0" timeOffset="116491.2">25421 6139 103 0,'0'0'52'0,"0"0"20"0,0 0-42 0,0 0-13 0,0 0-15 16,0 0 4-16,0 0 1 16,44 0-4-16,-12-4 2 0,5-7-3 15,7-4 3-15,5-6-2 16,4-9-1-16,-4-5 1 15,2-2 0-15,-7-4-5 16,-6-1-8-16,-8 0-4 16,-12 5-11-16,-11 6-14 0,-7 5-13 15,-16 8-25-15,-13 7-19 16</inkml:trace>
  <inkml:trace contextRef="#ctx0" brushRef="#br0" timeOffset="116710.19">25589 5848 7 0,'-41'47'55'0,"10"4"-2"15,7-1 7-15,14-5-8 0,10-4 0 16,18-7-9-16,12-8 5 16,9-3-8-16,9-9-26 15,4-3-12-15,-2-2-1 16,-4-3-2-16,-2-2 0 0,-6-4-3 16,-5 0-4-16,-4 0-22 15,-5 0-7-15,-5-7-17 16,-4-3 0-16,-3 1 7 15,-6-2 3-15,-3 2-3 16,-2 1 8-16,-1 2 29 0,0 2-4 16</inkml:trace>
  <inkml:trace contextRef="#ctx0" brushRef="#br0" timeOffset="117892.1">17860 1760 67 0,'6'-19'40'0,"-4"3"13"0,-1 5 13 15,-1 5-25-15,0 6-5 16,-7 0-14-16,-2 14-17 16,-5 8-3-16,1 6-1 15,-3 6-1-15,-3 2 3 16,0 5 1-16,-1 3 10 0,-4-1 22 15,-3 0-11-15,-2 0-19 16,-2-3-3-16,-1-5-4 16,-1-6 3-16,-2-7 2 15,3-5-2-15,-4-9 3 16,5-7-2-16,1-1 0 0,6-10 0 16,4-13 1-16,9-4 3 15,5-7 0-15,6 2-8 16,12-1 1-16,11 3 0 15,8 9 2-15,8 8-1 16,5 6-2-16,7 7-1 0,3 4 2 16,1 15-5-16,1 2 4 15,1 6 1-15,0 4 0 16,-2-1 1-16,0 8-1 16,-8-11-9-16,-5-11-92 15</inkml:trace>
  <inkml:trace contextRef="#ctx0" brushRef="#br0" timeOffset="119014.19">25957 6141 216 0,'0'0'-84'0,"0"0"125"0,0 0 9 0,0 0-11 15,36-2 7-15,-13-16 0 16,7-6-4-16,4-8-11 0,6-6-12 15,4-3-3-15,-2-3-7 16,0-2-4-16,-2 5-4 16,-8 7-1-16,-8 6 0 15,-7 7-3-15,-8 8-30 16,-9 3-42-16,0 1-48 0</inkml:trace>
  <inkml:trace contextRef="#ctx0" brushRef="#br0" timeOffset="119205.53">26141 5725 254 0,'0'0'4'0,"0"0"10"15,0 0-11-15,0 0 7 16,35 55 14-16,-12-28 2 16,5 6-9-16,4 2-13 15,0 2-1-15,0 3-3 0,2-3-2 16,-4-6 0-16,2-4-21 15,-2-10-42-15,-1-11-16 16</inkml:trace>
  <inkml:trace contextRef="#ctx0" brushRef="#br0" timeOffset="119685.55">26648 5786 242 0,'0'0'13'0,"0"0"53"16,0 0-34-16,0 0 4 15,-3 71 5-15,7-29-5 0,8 5-15 16,0 3-11-16,2 1-6 16,-1 0 2-16,-1 3-5 15,-2-4 1-15,-4-2-1 16,-3-4 1-16,-2-8-2 16,0-9-1-16,-1-12-10 0,0-10-3 15,0-5-2-15,0-12 16 16,-2-9-8-16,-1-9-18 15,1-5-17-15,-1-5-5 16,2-3 7-16,1-4 11 16,-2-2 0-16,1-1 12 15,1-3 15-15,0 2 3 0,0 0 1 16,3 1 0-16,7 5 2 16,6 8 3-16,4 2 6 15,3 9 8-15,5 6 20 16,4 10-17-16,2 4-9 15,-1 6 1-15,-1 5 0 0,-5 9-4 16,-6 4-6-16,-8 1-3 16,-8 2 0-16,-5 2 0 15,-5-1-1-15,-11-2 1 16,-5 3-2-16,-8-1-2 16,-6-1-11-16,-3 0-10 0,1-1-7 15,-3-4-19-15,3-4-2 16,5-6 4-16,6-6-66 15</inkml:trace>
  <inkml:trace contextRef="#ctx0" brushRef="#br0" timeOffset="120278.73">28106 4979 173 0,'0'0'20'0,"0"0"-5"0,0 0 18 16,-44-23-21-16,9 23-9 16,-5 4 0-16,-5 6 2 0,3 0 0 15,1 3 0-15,5 1-2 16,5 4-1-16,5 4 0 16,3 4-1-16,3 8 1 15,5 8 4-15,-1 8 6 0,1 11 2 16,1 13-4-16,0 10 9 15,0 7 12-15,1 4-10 16,0 4-11-16,5 1-5 16,1-4-1-16,-2-6-2 15,-1-6 0-15,-3-5-1 16,-5-9 1-16,1-11 0 0,0-6-2 16,-1-12 1-16,5-8 0 15,5-12-1-15,7-5 2 16,1-8-1-16,5-5 1 15,17-3 3-15,7-3-1 16,11-7-3-16,10-5 0 0,10-4 0 16,3-1 0-16,1-1-1 15,-3 1 0-15,-5 3-1 16,-7 1-8-16,-6-2-42 16,-8-2-25-16,-5-4-49 15</inkml:trace>
  <inkml:trace contextRef="#ctx0" brushRef="#br0" timeOffset="120498.25">27944 5760 256 0,'0'0'18'0,"0"0"3"0,62-35-4 0,-25 26-5 0,9 1-3 0,4-1-5 16,2 1-2-16,4-1-1 15,1 2 0-15,-1 0-2 16,2-3-4-16,2-6-78 16,3-9-113-16</inkml:trace>
  <inkml:trace contextRef="#ctx0" brushRef="#br0" timeOffset="120903.91">29341 5270 304 0,'0'0'66'0,"0"0"-56"16,-24 47-1-16,1-17 14 15,-6 7-6-15,-5 4 0 16,-8 2-5-16,-3 2-3 15,0 0-5-15,-2-1-1 0,-1-5 1 16,3-7-1-16,4-7-2 16,4-8 0-16,4-9 0 15,6-6 1-15,6-2 0 16,7-14-1-16,6-8 1 16,8-4 0-16,3-5-2 0,14-3-1 15,9 2 1-15,5 4 1 16,6 6 1-16,1 6-2 15,2 9 0-15,-3 7-3 16,1 6 3-16,-1 12 1 16,-5 6-1-16,0 8-2 0,-2 3 3 15,-1 1-1-15,-3-4-5 16,1 0-26-16,-5-8-46 16,-2-7-1-16,-3-11-60 15</inkml:trace>
  <inkml:trace contextRef="#ctx0" brushRef="#br0" timeOffset="121173.92">29662 5580 155 0,'0'0'138'0,"0"0"-71"0,0 0-10 0,0 0-32 16,46-30-11-16,-15 26 0 16,3-1-4-16,8 4-6 15,4-1-2-15,2 0-1 0,3 2 0 16,-6-4-14-16,1-8-84 15,-5-8-88-15</inkml:trace>
  <inkml:trace contextRef="#ctx0" brushRef="#br0" timeOffset="121652.43">30771 4986 94 0,'0'0'116'16,"0"0"-62"-16,-43-11-16 15,10 25-5-15,-5 17 1 16,0 9-7-16,3 10 4 15,3 7-6-15,7 5-14 16,10 2-7-16,7-2-1 0,8 3 1 16,0-6-1-16,11 0 0 15,11-7 0-15,-2-7-15 16,7-9-26-16,1-11-19 16,-1-11-13-16,-3-14-15 0,-4-5-88 15</inkml:trace>
  <inkml:trace contextRef="#ctx0" brushRef="#br0" timeOffset="121858.01">30783 5408 201 0,'0'0'60'16,"47"-24"-17"-16,-9 8-3 15,10 2-9-15,7 1-6 0,3 1-10 16,2 1-11-16,-2 3-2 16,-6-2 0-16,-2 3-6 15,-5-5-24-15,-2-3-48 16,-3-12-84-16</inkml:trace>
  <inkml:trace contextRef="#ctx0" brushRef="#br0" timeOffset="122078.74">31590 5086 363 0,'0'0'3'15,"-4"63"-6"-15,4-20 29 16,1 8-11-16,2 6 2 16,0 2 5-16,0 2 8 15,-2-2-25-15,-1 3-2 0,0-3-1 16,0-4 0-16,-1-7-2 15,-5-8-22-15,0-12-32 16,0-15-32-16,0-9-9 16,3-6-92-16</inkml:trace>
  <inkml:trace contextRef="#ctx0" brushRef="#br0" timeOffset="122625.94">31631 5164 175 0,'0'0'20'0,"0"-36"-5"16,10 12 28-16,6 5-1 15,6 4-19-15,2 2-6 0,3 3 1 16,4 4-6-16,-1 4-7 15,-1 2-3-15,-2 1-2 16,-5 9 0-16,-4 3 0 16,-5 1 0-16,-7 3-1 15,-5 0 0-15,-1 3 0 16,-5-2 0-16,-10 3 1 0,-3-2 1 16,-2-3-1-16,-2 1 1 15,3-4-2-15,3-1 0 16,5-3 1-16,6-2-1 15,5 0-7-15,6-1-1 0,16 0 11 16,6 2 0-16,9-1 0 16,2 0-1-16,3 3 1 15,-2 0 0-15,-5 3 1 16,-7 0 1-16,-10 2 0 16,-5 2 1-16,-9-1 1 0,-4-1 8 15,-7-3-3-15,-13 0 2 16,-7-3 1-16,-6-2-7 15,-3-2 0-15,-4-4-2 16,-3-1-4-16,2 0 1 16,1 0-1-16,3 0-2 15,5-5-12-15,8 0-28 0,6-5-2 16,11-4-11-16,7-2-53 16,4-5-92-16</inkml:trace>
  <inkml:trace contextRef="#ctx0" brushRef="#br0" timeOffset="122903.81">32331 4852 258 0,'37'16'35'0,"-2"8"-20"0,-2 7-4 0,-2 16 15 15,-4 8-7-15,-4 8-5 16,-7 4-3-16,-3 1-1 16,-13-4 3-16,-3-3-7 0,-17-4-4 15,-8-6 3-15,-6-8-1 16,-4-6-1-16,-1-7 1 16,1-8-22-16,2-8-20 15,2-9-11-15,4-5-12 16,4-7-26-16</inkml:trace>
  <inkml:trace contextRef="#ctx0" brushRef="#br0" timeOffset="123487.49">32658 4456 266 0,'0'0'-13'0,"-3"-38"-49"16,11 22-1-16,13 1 47 16,9 3 11-16,10 5-3 15,6 0-4-15,8 4 6 16,4 2-1-16,0 1 2 0,0 0-1 16,-4 3 0-16,-3 7 6 15,-6 5 1-15,-9 9 0 16,-7 8 0-16,-6 7 2 15,-5 8 22-15,-7 7 19 0,-6 9 7 16,-5 7-10-16,0 9 18 16,-13 15 12-16,-5 14 13 15,-2 4-35-15,-3 1-41 16,0-2-2-16,1-10-1 16,0-9 17-16,1-14 0 0,-4-8-19 15,0-6-2-15,2-7 1 16,-4-8 3-16,0-9-3 15,0-7 0-15,-1-10 1 16,-3-8-2-16,-3-5 3 16,-5-7-3-16,-8-3-13 15,-12 0-21-15,-9-6-32 0,-3-18-76 16,-6-13-156-16</inkml:trace>
  <inkml:trace contextRef="#ctx0" brushRef="#br0" timeOffset="124829.17">27725 7190 135 0,'0'0'89'0,"0"0"-41"0,0 0 14 0,-9 43-58 16,-13-2 12-16,-5 13 10 15,-4 9-7-15,-5 0-7 16,-2 3-4-16,-5-5-2 0,-2-6-2 15,1-9-3-15,-1-13 0 16,1-10 2-16,-1-10-1 16,7-11 3-16,2-2-2 15,3-13 0-15,4-7-2 16,4-4 1-16,6-3 0 0,7-6 0 16,7 3-2-16,5-2 0 15,1 3-1-15,11 8 1 16,3 1 0-16,0 10 0 15,1 5 1-15,-3 4-1 0,1 1-1 16,-4 0 1-16,-2 2-1 16,1 1 1-16,-4 0 0 15,0-2 1-15,-2-1 0 16,-2 0 3-16,0 0 4 16,-1 0 3-16,0 0 0 15,0 0-4-15,0 0-3 0,0 0-3 16,0 0 0-16,0 0 1 15,0 0-1-15,0 0-1 16,0 0 2-16,0 0-2 16,0 0 0-16,0 0 0 15,0 0 0-15,0 0 0 0,0 0 0 16,0 4 0-16,0-1 0 16,0 0-3-16,0 4-9 15,2 0-11-15,6-1-13 16,6 1-18-16,1-1 0 15,4-5-1-15,4 2 1 0,2-3-7 16,2 0 15-16,1 0-8 16,-1-8 34-16,1-1 20 15,-1-1 17-15,-5-3 31 16,-2 2 5-16,-2-1-5 16,-4 1-6-16,1-1-7 15,-4 0-5-15,0-1-5 0,-3-3-4 16,-1-2 11-16,-3 0-5 15,-2-1-12-15,-2-2-1 16,0 2-1-16,-9 1 0 16,-7 5-3-16,-3 3-1 0,-10 8-2 15,-7 2 1-15,-9 9 2 16,-6 17-1-16,-7 11-1 16,-3 11 0-16,-7 10 2 15,4 6-2-15,7 5 0 16,7 4-3-16,12-4-1 0,11-4-1 15,19-6-1-15,8-7 0 16,25-9 1-16,17-11 0 16,16-11 1-16,17-11-1 15,11-10 0-15,7 1 1 16,3-13-3-16,-2-8 0 0,-6-3-1 16,-13-1 1-16,-10-3-8 15,-11 3-16-15,-12-3-18 16,-10 1-16-16,-11 4-30 15,-5 0 7-15,-11 8 0 16</inkml:trace>
  <inkml:trace contextRef="#ctx0" brushRef="#br0" timeOffset="125063.05">27842 7878 129 0,'0'0'33'0,"0"0"-30"0,-25 39 28 15,25-39 17-15,0 0 39 16,9-13-10-16,2-5-36 0,2-9-4 15,8-4-9-15,3-7-5 16,3-5 9-16,3-1-24 16,5-6-1-16,3-1-1 15,0 3-2-15,-1 5-3 16,-5 6-1-16,-5 9-3 0,-8 10-14 16,-10 12-20-16,-9 6-23 15,-1 3-51-15,-17 11 46 16,-7 0-26-16,-5 0 6 15</inkml:trace>
  <inkml:trace contextRef="#ctx0" brushRef="#br0" timeOffset="125625.13">27931 7513 154 0,'0'0'56'0,"0"0"0"16,-19 39-5-16,19-16 3 16,12 6-9-16,6 3-13 15,8 4-8-15,4 1-10 0,2 1-5 16,3 0-7-16,3-2 1 15,-6-6 0-15,3-6-2 16,-6-10-10-16,1-11-8 16,-5-3 1-16,2-21 1 15,-4-8-11-15,0-6 1 0,-2-4-5 16,-3 0-17-16,-3 3 7 16,-5 6 46-16,-5 8 2 15,-1 12 19-15,-2 10 10 16,-2 5-22-16,0 22-2 15,0 9 15-15,0 9-4 16,0 9-3-16,-4 5-4 0,2 1-4 16,1-1-2-16,0-2-1 15,1-2-4-15,0-8-3 16,0-6-1-16,-2-8-1 16,1-11 0-16,-5-11 0 0,0-11 0 15,0-12 6-15,2-16-6 16,-1-9 1-16,-1-9-1 15,2-9-2-15,1-8 1 16,3-6-1-16,0-4 0 16,0 0-1-16,11 4 0 0,2 10 0 15,3 14 1-15,1 17 0 16,2 15 0-16,2 13-2 16,-4 6 2-16,3 15 1 15,-3 6 0-15,-3 0 0 16,-6 2 0-16,-3-2 0 0,-5-3 0 15,0-6 1-15,0-2-1 16,-8-5 0-16,-3-1-9 16,1-6-13-16,-3-3-14 15,2-1-19-15,-2-5-7 16,6-13-18-16,2-8-75 16</inkml:trace>
  <inkml:trace contextRef="#ctx0" brushRef="#br0" timeOffset="126045.26">29695 6972 226 0,'0'0'51'0,"0"0"-45"15,0 0 6-15,-73 7-9 16,16 11 1-16,-8 2 2 0,-3 3-2 15,-3 0 2-15,8 2 0 16,3 0 2-16,11 4 1 16,10 4 1-16,9 5 4 15,5 9 2-15,9 13 0 16,4 12 8-16,6 10-3 0,3 15-3 16,3 9-8-16,0 5-4 15,0-3 0-15,0 0-2 16,0-8 0-16,-6-10-2 15,-2-10-1-15,1-15 1 16,-1-8-2-16,-1-14 0 0,3-15-2 16,3-8-2-16,3-12-1 15,0-8-15-15,8-2 28 16,8-14-9-16,7-4 1 16,3-4-14-16,7-5-28 15,3-4-36-15,1-6-27 16,-1-8-127-16</inkml:trace>
  <inkml:trace contextRef="#ctx0" brushRef="#br0" timeOffset="126234.12">29312 7862 262 0,'0'0'69'15,"0"0"-29"-15,0 0 13 16,18-38-26-16,15 28-13 15,14-1-1-15,12-4 4 0,10 1 1 16,9-3-11-16,-2 2-5 16,0 2-1-16,-4 1-6 15,-6 1-43-15,-5-6-74 16,-1-11-60-16</inkml:trace>
  <inkml:trace contextRef="#ctx0" brushRef="#br0" timeOffset="126597.28">30521 7356 445 0,'-29'47'3'0,"-2"3"4"16,-3 8 3-16,-6 5-1 16,-3-5-3-16,-1-5-3 15,-2-9-1-15,2-6-1 16,1-10 1-16,3-8 0 15,6-11-1-15,5-9 1 0,9-5 1 16,8-17 0-16,10-8-1 16,2-5-2-16,15-2-1 15,9 0 0-15,7 3-3 16,5 7 2-16,2 8 4 16,1 8-2-16,0 8 0 0,1 3 0 15,-1 11 0-15,-3 9 0 16,1 4 0-16,-1 6-2 15,-4 1 2-15,-3 3 2 16,-2 1-2-16,-3-3-19 16,-4-2-39-16,-4-6-22 0,-1-10-10 15,-1-7-70-15</inkml:trace>
  <inkml:trace contextRef="#ctx0" brushRef="#br0" timeOffset="126817.84">30776 7743 253 0,'0'0'54'15,"51"-26"-7"-15,-18 11-7 16,9 2-17-16,8-1 3 0,7-2 2 16,4 3-7-16,1-1-6 15,-2 4-12-15,-4 0-2 16,-8 4 0-16,-6-2-12 15,-11-1-32-15,-10-2-43 16,-7-9-27-16,-13-2-138 0</inkml:trace>
  <inkml:trace contextRef="#ctx0" brushRef="#br0" timeOffset="127022.87">31115 7418 311 0,'0'0'26'16,"-38"7"41"-16,30 7-38 0,4 7 4 15,4 7-11-15,0 5 1 16,8 3-4-16,4 2-7 16,5 3-8-16,-1 2-2 15,1 2-1-15,-3 5-7 16,-1-2-28-16,-4-5-29 0,0-9-52 16,7-11-1-16</inkml:trace>
  <inkml:trace contextRef="#ctx0" brushRef="#br0" timeOffset="127583.81">31484 7960 258 0,'0'0'-6'16,"0"0"75"-16,0 0-35 16,41-44 8-16,-33 20 0 15,-1-10-1-15,-2-4-6 0,1-8-4 16,2-4-8-16,4-4-11 15,3-7-5-15,5-3-4 16,6-4-3-16,3 0 0 16,6 0-1-16,0 5-1 15,0 7-2-15,-2 12-1 0,-6 12 3 16,-2 11-1-16,-3 14 0 16,-6 7-4-16,-4 10-7 15,-4 11 1-15,-4 6 5 16,-4 4 3-16,-6 2 4 15,-9 1 1-15,-6 0 1 0,-3-2-1 16,-3-1 1-16,1-6-3 16,3-3-3-16,2-5 1 15,6-6 4-15,8-4 0 16,7-4 0-16,6-3-3 16,17 0 2-16,11 0 0 0,9 0-1 15,9-3 1-15,2 2 1 16,2 1 0-16,-6 0 1 15,-7 7-1-15,-9 8 0 16,-9 1 1-16,-15 5 0 16,-7 1-1-16,-3-1 2 0,-19-3 2 15,-7 0 2-15,-6-4 3 16,-6 0-4-16,-7-4-3 16,-1-2 0-16,-1 1-1 15,0-5 0-15,1 0-4 16,5-1-9-16,9-3-25 15,6 0-27-15,11 0-31 0,13-11-29 16</inkml:trace>
  <inkml:trace contextRef="#ctx0" brushRef="#br0" timeOffset="128063.18">32330 6774 396 0,'0'0'5'0,"-2"-44"1"0,18 24 18 0,9 6-3 16,7 7-11-16,8 3-9 15,7 4 4-15,7 0 0 0,1 8-2 16,4 11 3-16,-4 7-2 16,-3 6 0-16,-7 9 1 15,-6 7 0-15,-8 11 3 16,-13 7 4-16,-5 11-1 15,-9 15-3-15,-4 15-3 0,0 4-1 16,-7-1 0-16,-1-1-2 16,1-6 0-16,-1-8 3 15,2-14-3-15,-3-10 5 16,4-2 3-16,-5-9 5 16,-3-9-6-16,-5-5-4 15,-5-8-2-15,-9-8 1 0,-14-5 0 16,-6-4-2-16,-10-4 0 15,-10-6-21-15,-8-11-43 16,-4-4-87-16</inkml:trace>
</inkml:ink>
</file>

<file path=ppt/ink/ink13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2.21476" units="1/cm"/>
          <inkml:channelProperty channel="Y" name="resolution" value="32.23881" units="1/cm"/>
          <inkml:channelProperty channel="T" name="resolution" value="1" units="1/dev"/>
        </inkml:channelProperties>
      </inkml:inkSource>
      <inkml:timestamp xml:id="ts0" timeString="2026-08-02T13:38:45.22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21802 6138 0,'17'0'219,"36"0"-203,-17 0-16,-1 0 15,18 0 1,0 0-1,-18 0 1,-17 0 0,-1 0-1,36 0 79,18 0-78,-54 0-16,19 0 15,-19 0 235,1 0-218,-18 18-32,17 0 15,1-18 1,-36 17 109,-34-17-125,34 18 15,0 0 1,1-18 0,-1 0 15,0 0-31,1 17 16,-1-17-1,-17 0 1,17 0-1,-17 18 1,-18-1 15,35-17-15,1 36 218,-19-1-218,19-35-16,17 18 16,-18-1 155,36-17-108,-1 0-47,1 0-1,17 0 1,54 0-1,-19 0 1,1 0-16,-54 0 16,1 0-1,123 18 48,-70-18-48,-19 0 1,1 0-16,-70 0 250,-36 0-234,0 0-16,-18 0 15,18 0 1,18 0-16,-35 18 16,34-1-16,1-17 0,17 0 15,1 0 1,-1 0 109,1 0-125,-1 0 31,0 0 78,-70 18-109,18-1 16,17 1 0,17 0-1,19-18 1,17 17 171,-18-17-171,18 18 78,18-18-94,70 0 0,-35 0 15,17 0 1,-17 0 0,-35 0 109,17 18-94,36-1-31,-18-17 16,-36 0-16,1 0 15,0 0 360,-1 0-359,1 0 140,-1 0-62,1 0-47</inkml:trace>
</inkml:ink>
</file>

<file path=ppt/ink/ink13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2.21476" units="1/cm"/>
          <inkml:channelProperty channel="Y" name="resolution" value="32.23881" units="1/cm"/>
          <inkml:channelProperty channel="T" name="resolution" value="1" units="1/dev"/>
        </inkml:channelProperties>
      </inkml:inkSource>
      <inkml:timestamp xml:id="ts0" timeString="2026-08-02T13:38:51.98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22931 12100 0,'17'0'93,"1"0"-77,35 36-16,0-19 31,17-17-15,1 0-1,-36 0 1,0 0 62,71 35-78,-88-35 16,-1 0-16,1 0 15,0 0 17,-18 18 202,0 0-234,0 17 0,0-17 16,-36 17-1,1 0 1,0-17-16,0-18 0,-54 35 31,19-17-31,17-18 31,71 0 219,70 35-250,-53-35 16,36 18 0,17-1-1,-71-17 1,1 0 0,0 0 30,17 0-14,0 0-17,-17 0 1,-53 0 203,-18 0-204,35 0 1,0 0-16,-17 18 31,0-18-31,-18 18 31,18-18-31,-1 17 16,36 1 312,-17-18-312,17 18-1,-18-18 32,18 17-47,-35-17 16,35 18-16,-18-18 31,18 17-31,0 1 31,18-18 282,52 0-297,-52 0-16,0 0 15,-1 0 16,19 0-15,-1 0-16,18 0 16,-18 0-1,-17 0 95,35 0-95,-36 0-15,1 0 16,0-18 140,-18 1 32,17-18-188,-17-1 15,0 19-15,0-19 16,0 1 15,-35 0-31,35-18 31,-18 18-15,18-18 0,0 35-1,-17-17 1,17 70 187,17-17-187,-17 17-1,18 0-15,-18-17 16,18 35 0,-18-36-1,0 1 1,0 0-1,0-1 1,0 19 15,0-19-15,0 1 0,-36-18 609,19 0-610,-1 0 1,-17 0-16,-1 0 15,19 0 17</inkml:trace>
</inkml:ink>
</file>

<file path=ppt/ink/ink13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2.21476" units="1/cm"/>
          <inkml:channelProperty channel="Y" name="resolution" value="32.23881" units="1/cm"/>
          <inkml:channelProperty channel="T" name="resolution" value="1" units="1/dev"/>
        </inkml:channelProperties>
      </inkml:inkSource>
      <inkml:timestamp xml:id="ts0" timeString="2026-08-02T13:38:57.3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23054 15152 0,'18'0'94,"-1"0"-94,1 17 16,0 36-16,-1 0 15,36 71 1,-35-54-16,17 71 31,-17-88-31,-1-17 0,-17-1 31,18-17-15,0-18-16,-36 0 156,-17-36-140,17-17-16,-52-35 31,34 0-31,-17 17 31,36 54-15,-1-19 0,0 19-1,1-1 1,-1 1 15,0-1-31,18 0 16,-17 18-1,17-17 1,17 17 15,1 0-15,0 0 15,-1 17-15,36 19-1,36-1 1,16 18 0,-87-53-16,35 17 15,-18-17-15,0 18 0,-17-18 32,0 0-32,17 35 328,-17-17-313,-18 0 79,-18-1-94,-53 19 16,-70-19-1,-17 36 1,69-35 0,72-18-1,-1 0 63,124 17-31,0-17-47,-71 0 16,18 0-1,0 0 1,-35 0 0,-18-17-1,17 17 17,1 0-17,52-18-15,19 18 16,-72 0-1,1-18 32,-1 18-15,-17-17 171,0-1-203,0-35 15,-35 18-15,18 0 16,-19-1 15,19 19-31,-1-1 31,-17 0-15,-1 18-16,-34-35 16,35 35-16,17 0 15,36 0 126,-1 18-141,1-18 0,52 35 31,19-17-31,-1-1 31,-53 1-15,0-18-16,-17 0 203,-18 35-203,-18 1 16,18-1-1,-53 18 1,18-18 0,18-35-1,-1 0 110,0 0-93,1 0 30,-1 18 1,0-18-32,54 17 219,17-17-250,-36 0 31,1 0 47,17 0-78,-17 0 0,-1-17 78,1 17-78,0 0 16,-54 0 171,-34 0-187,-1 0 16,1 0-16,52 0 31,0 0 32,1 0 15,-1 0-62,1 0-1,-19 0 329,19 0-328,17-18 187</inkml:trace>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36:39.477"/>
    </inkml:context>
    <inkml:brush xml:id="br0">
      <inkml:brushProperty name="width" value="0.05292" units="cm"/>
      <inkml:brushProperty name="height" value="0.05292" units="cm"/>
      <inkml:brushProperty name="color" value="#FF0000"/>
    </inkml:brush>
  </inkml:definitions>
  <inkml:trace contextRef="#ctx0" brushRef="#br0">16286 3830 146 0,'0'0'26'0,"0"0"-23"0,0 0 22 0,0 0 4 16,0 0-24-16,0 0-4 16,0 0 3-16,0 0 9 15,0 0 2-15,0 0-3 16,3 37-3-16,-2-20-3 0,-1 0-1 16,-4 7 3-16,-7 7 0 15,2 5-1-15,-6 7 3 16,-4 6 4-16,-1 2-3 15,-2 3-3-15,-7 2-5 16,-2 2 1-16,-5 0 0 16,-5-1 0-16,-3 0 3 0,-6-2 4 15,-3-3 2-15,-2-2 1 16,-1-3 3-16,2-3-5 16,2 0 0-16,3-1-3 15,4-3 0-15,7-3-5 16,5-2 0-16,6-2-3 0,2-3 1 15,2-2 0-15,6-4-1 16,0 2-1-16,1-4 1 16,1 1-1-16,0-3 0 15,1 0 1-15,0-4-1 0,0 1 0 16,-1-2 0-16,2 0 0 16,-3-1 1-16,2-3-1 15,-2 0 2-15,3-2-2 16,-1-2 1-16,3 0-1 15,3-4 0-15,-2 1 2 0,2-1-2 16,1 1-2-16,-1-1 2 16,3 3 0-16,-4-2 2 15,6-1-4-15,-1 1 2 16,0-2-1-16,2-1 1 16,2-1-2-16,-1 2 1 15,0-2 1-15,1 0-3 0,0 1-9 16,0-1-21-16,0 1-15 15,2-1-29-15,2 0 7 16,0-2-57-16</inkml:trace>
  <inkml:trace contextRef="#ctx0" brushRef="#br0" timeOffset="818.48">15084 5064 34 0,'0'0'0'0,"0"0"15"0,0 0 3 0,0 0 5 0,0 0 8 0,0 0-2 15,0 0-2-15,0 0-6 16,0 0-19-16,0 0-1 16,0 0 2-16,0 0 5 15,-23 40-3-15,15-16-1 16,1 3 0-16,-2 4 0 0,2 3 4 15,-2-1 4-15,-3 1-2 16,2 0 3-16,1-3-5 16,-3-4 1-16,2-2-1 15,3-5-1-15,-1-3 2 16,2-5 0-16,0-2 0 16,3-3-3-16,1-4-2 0,2-1-1 15,0-1-1-15,0-1 0 16,0 0 1-16,0 0 2 15,0 0 2-15,0 0-3 16,0 0 1-16,0 0 4 0,0 0-5 16,0 0 1-16,0 0-2 15,0 0 3-15,0 0 2 16,0 0-1-16,0 0-2 16,0 0 1-16,0 1-2 15,0 1-4-15,0 1 0 0,0 1 0 16,2 0 1-16,7 3 2 15,5-1 2-15,3 0 2 16,8-2 1-16,6 0 1 16,1-1-4-16,5-2 9 15,2 1-8-15,-3-1-4 16,-1-1-1-16,-4 0-1 0,-3 0 1 16,-4 0 0-16,-4 0-1 15,-2 0 1-15,-5-1 1 16,-1-2-2-16,-5 0 1 15,1 2 0-15,-4-2 0 16,2 2-1-16,-2-1 0 0,-2 1 0 16,0 1-1-16,0 0-5 15,-1 0-33-15,-1 0-53 16,0 0-15-16,-3-7-27 16</inkml:trace>
  <inkml:trace contextRef="#ctx0" brushRef="#br0" timeOffset="19112.53">13190 3337 35 0,'0'0'23'0,"0"0"68"0,0 0-78 0,0 0 3 15,0 0 5-15,0 0 2 16,0 0-4-16,0 0-5 16,0 0-1-16,0 0 1 15,12-24-3-15,-12 24-1 16,0 0 4-16,0 0-5 0,-2 0-4 16,-5 0-2-16,0 0 0 15,-2 6-1-15,-1 3-1 16,0 2 1-16,1 1 0 15,-1 4 0-15,0-2-1 0,5 3 2 16,-1-1-2-16,4-2 0 16,2 3-1-16,0 0 2 15,2-3 0-15,5 2-2 16,6-3 1-16,1-2 8 16,6-2 4-16,-3-4 7 15,2-3 8-15,0-2-9 0,-3 0-8 16,-1-5-1-16,-3-4-5 15,-5 0-2-15,1-4 0 16,-5 2 0-16,-3-5 0 16,0-1-1-16,0 0-1 0,-9-2 0 15,-5-3-3-15,-3 1-12 16,-1 1-13-16,-3 4-7 16,1 3-9-16,3 6 6 15,-3 6 16-15,6 1 8 16,0 3 8-16,1 8-8 15,4-5 0-15,3-6-71 0</inkml:trace>
  <inkml:trace contextRef="#ctx0" brushRef="#br0" timeOffset="20430.3">17676 3473 28 0,'0'0'45'0,"0"0"-6"15,0 0-3-15,0 0-5 0,0 0-8 16,0 0-17-16,0 0-8 15,0 0 1-15,5-39-3 16,-5 33-7-16,0 3-1 16,0-1 0-16,-2 0 5 15,0 1 0-15,1 1 2 0,-1 1-2 16,-2 1-1-16,-2 0-5 16,0 0 9-16,-2 3-2 15,1 7 6-15,-2 1 3 16,-1 4-1-16,4 1 4 15,2 0-1-15,2 1-2 0,2 1-1 16,0 1 0-16,8-2 1 16,4-3 15-16,3 0 1 15,2-4 0-15,4-2 2 16,-2-6-1-16,5-2-7 16,-6 0-5-16,1-1-4 0,-1-8-2 15,-2-2 0-15,-3-2-1 16,-3-1 1-16,-4-2-2 15,-2-4 0-15,-1 1-2 16,-3-4-11-16,0 3-12 16,-11-3-14-16,-1 3-2 0,-3 2-7 15,-6 5-7-15,2 3 27 16</inkml:trace>
  <inkml:trace contextRef="#ctx0" brushRef="#br0" timeOffset="20466.11">17689 3368 16 0,'0'0'7'15,"0"0"-1"-15,-46 32-1 16,37-32-14-16</inkml:trace>
  <inkml:trace contextRef="#ctx0" brushRef="#br0" timeOffset="21811.99">22498 3519 59 0,'0'0'25'0,"0"0"-3"0,0 0 14 16,31-39-25-16,-26 28 3 15,1 1 9-15,0-1-3 16,-4 1-5-16,0 0 2 15,0 0-8-15,-2 1-5 16,0 1-3-16,0 3-5 0,0 0-3 16,-1 5 1-16,-6 0-2 15,-4 0 3-15,-2 4 0 16,-1 6-5-16,0 2 10 16,3 2 2-16,3 0 1 15,-1 2-1-15,6-2-1 0,3 3-1 16,0-3-1-16,0 3-1 15,5-4-1-15,8-3 12 16,1 1-4-16,4-5 6 16,2-5 7-16,0-1-6 15,0 0-3-15,-2-7-4 16,-2-5-2-16,-3-3 0 0,-2-2-1 16,-4-1 0-16,-3-2-1 15,-4-3-4-15,0-1-13 16,-8 3-17-16,-7 1 0 15,-4 6-12-15,-4 5-5 0,-2 8 38 16,-1 1 12-16,4 8-11 16,0 9 16-16,7-1-22 15,9-9 2-15,6-7-28 16</inkml:trace>
  <inkml:trace contextRef="#ctx0" brushRef="#br0" timeOffset="22909.27">27087 3537 116 0,'0'0'30'0,"0"0"6"0,0 0-16 15,0 0-7-15,0 0 17 16,0 0-13-16,0 0 1 15,0 0-5-15,0 0 0 0,0 0-2 16,-17-34 2-16,9 32-6 16,3 2 2-16,-2 0-1 15,0 0 1-15,1 0-5 16,1 0 0-16,1 8 0 16,-4-1-1-16,4 3-1 15,-2 0-1-15,4 3 2 0,2-1-1 16,0 1-1-16,0 1-1 15,8-2 0-15,4 1 0 16,0-5 9-16,5 1 2 16,-2-5 7-16,2-4-2 15,-2 0-6-15,0 0-1 0,-3-3-4 16,0-7-1-16,-2 0 0 16,-3-5-1-16,1-1-1 15,-6-1 1-15,-2 0-2 16,0-1-1-16,0 2-7 15,-10 0-4-15,-4 5-10 0,-3 4-1 16,-6 4 9-16,0 3-2 16,-2 0 3-16,5 0-95 15</inkml:trace>
  <inkml:trace contextRef="#ctx0" brushRef="#br0" timeOffset="96173.98">2775 7635 66 0,'0'0'44'0,"0"0"-10"0,0 0-28 15,-4-41 3-15,0 32-2 16,-1 2 6-16,1 1 0 16,-4 3 1-16,0-1 5 0,-3 4-9 15,1 0-6-15,2 0 1 16,-1 4 1-16,3 5-4 15,0 4 1-15,4 0-1 16,2 4 0-16,0 1 1 16,0-1-1-16,8 5-2 15,2-1 1-15,3 0 0 0,3 1 1 16,0-3-2-16,4 1 1 16,3-3 0-16,1-1 0 15,2-2 0-15,2 0 1 16,5-4-1-16,3 0 1 15,0-2-2-15,4-1 1 0,0-2 0 16,5-1 0-16,-1-1 0 16,4 0 0-16,2-3-1 15,2 0 0-15,2 0 1 16,2 0-1-16,2 0 1 16,-2 0-1-16,2 0 1 0,4 0 0 15,-1-4 1-15,-1-1-2 16,3 1 1-16,3-3 1 15,2 0 0-15,-1-1-1 16,4-4 0-16,3-1 1 16,4-2-1-16,3-3 0 0,1-3-1 15,6 0 2-15,3-2-1 16,1-2 0-16,2-1-1 16,-3 2 0-16,3 1 1 15,0 1-2-15,0-1 1 16,-2 4 0-16,-1 1 0 0,-1 0 0 15,-3 6 0-15,-6 2 0 16,-5 3 1-16,-1 7-1 16,-5 0-1-16,-5 4 2 15,-5 9-1-15,-4 3 2 16,-5 4-2-16,-2 1 1 0,-8 2-1 16,-2 2 0-16,-2-1 1 15,-3 2 0-15,-1-2-1 16,-2 2 0-16,-2-4 1 15,-4 1 0-15,1-5-1 16,-4-2 1-16,3-2-1 0,-4-4 1 16,-2 0 1-16,2-7-1 15,-1-1 0-15,-3-2 1 16,2 0-1-16,-4-5 2 16,3-6 0-16,3-3 1 15,-2-4-3-15,4-3 0 16,4 1 0-16,2-2-1 0,2 2 0 15,3-3 0-15,5 4 0 16,1-2-1-16,8 1 1 16,2 5-1-16,6-1 0 15,5 3 1-15,1 2 1 16,6 4 0-16,1 1-1 0,5 5 1 16,-2 1 1-16,2 0-2 15,1 10 0-15,2 5 1 16,-2 4-1-16,-3 2 1 15,-1 3 0-15,-6-2 0 0,-4-4 0 16,-1-4 0-16,-6-6 2 16,0-6-2-16,-2-2 2 15,2-4 6-15,2-12 44 16,1-3-36-16,3-6-10 16,-5-6 2-16,3-6-4 0,0-7-3 15,-6-4 1-15,-3-6-1 16,-2-3 0-16,-7-4-1 15,-4-1 3-15,-11 3-4 16,-7 5 2-16,-12 7 0 16,-6 6 1-16,-13 11-1 15,-14 12-3-15,-12 9-25 0,-9 9-65 16,-10 0-46-16</inkml:trace>
  <inkml:trace contextRef="#ctx0" brushRef="#br0" timeOffset="96850.12">5334 8331 133 0,'-6'-30'2'0,"4"4"-2"0,-1 5-1 0,-1 5 2 15,2 2 0-15,0 4-1 16,-3 3 8-16,2 3 7 16,-1 4 4-16,2 4-4 0,-3 15-12 15,3 8 0-15,0 7 10 16,0 7 2-16,2 7-6 15,0 5-5-15,0 1 1 16,0 2-1-16,0 0-1 0,0-6-3 16,-2-6 1-16,-3-11 2 15,0-5-2-15,1-10 0 16,-2-8-2-16,1-3 3 16,-3-7 5-16,2 0 2 15,-3 0 0-15,5-7 13 16,0-3-15-16,2-4-7 0,0 3 3 15,2-1-6-15,13 2 1 16,7 2-1-16,5-1 3 16,8 2-1-16,3 3 1 15,8 0-1-15,1 2 2 16,2 2 0-16,-2 0 1 0,-1 0 0 16,-6 0 3-16,-4 0-23 15,-6-7-43-15,-5-8-49 16</inkml:trace>
  <inkml:trace contextRef="#ctx0" brushRef="#br0" timeOffset="97084.13">5893 8263 282 0,'0'0'0'0,"0"0"29"0,0 0-31 16,14 54-1-16,-5-22 4 15,1 4 1-15,-2 3 1 16,-2 1 1-16,-1 2 0 16,-3-3-2-16,2-2 1 15,-2-4 2-15,0-9-1 0,4-3-2 16,-2-11-26-16,0-10-20 16,1-4-33-16,1-23-29 15</inkml:trace>
  <inkml:trace contextRef="#ctx0" brushRef="#br0" timeOffset="97284.08">6172 8193 288 0,'0'0'3'0,"6"38"-4"16,-2-9 4-16,0 9 2 0,0 3 3 15,1 6 1-15,-3-2-4 16,0 1 2-16,-2-3-1 15,2-5 0-15,0-4 5 16,4-6-8-16,-4-8-49 16,0-7-20-16,-2-10-24 15</inkml:trace>
  <inkml:trace contextRef="#ctx0" brushRef="#br0" timeOffset="97498.45">6020 8545 289 0,'0'0'-15'16,"0"0"24"-16,0 0-9 15,50-42 1-15,-13 23-2 16,13-5 1-16,8-3 0 16,5 0 3-16,6-4-3 0,2-2 2 15,1 2-2-15,-5 1-45 16,-8 5-20-16,-9 2-41 15</inkml:trace>
  <inkml:trace contextRef="#ctx0" brushRef="#br0" timeOffset="97782.3">6756 8183 67 0,'0'0'92'0,"0"0"-28"0,0 0-23 15,-47-6-13-15,22 19 1 16,-2 3-10-16,1 2-6 16,6 5-2-16,6 0-4 15,6-1-3-15,7 0-5 16,1-1-3-16,13-4 0 0,10 1 4 15,8-1 2-15,7-4 0 16,7 0 5-16,2-4-5 16,4 2 1-16,-1-2 1 15,-4-1-1-15,-5 1-1 16,-1-1 0-16,-11-1 1 0,-7 3-2 16,-8 1 3-16,-10 2 1 15,-4 3-2-15,-16 2-2 16,-10 5 1-16,-13 4 0 15,-9 3 0-15,-8 4 0 16,-3-1-37-16,4-6-116 16,8-9-57-16</inkml:trace>
  <inkml:trace contextRef="#ctx0" brushRef="#br0" timeOffset="99168.99">11633 7903 4 0,'36'37'24'0,"3"-3"52"0,9-10-17 16,8-4-13-16,9-6-10 0,10-6-14 15,11-5-10-15,14-3-2 16,12-1-2-16,8-11-6 15,14-4 2-15,10-4-3 16,6-3 0-16,6-2 1 16,9-1 0-16,2-2-1 0,8-2 0 15,2 3 0-15,4 0-1 16,4 2 0-16,-3 0 0 16,-3 3 1-16,-2 3-1 15,-2 2 2-15,-5 2-2 16,-6 2 4-16,-4 4 0 0,-5 5 0 15,-4 4 0-15,-7 3-1 16,-10 15 1-16,-7 9-1 16,-8 8 2-16,-9 6-4 15,-6 7 0-15,-8 0 0 16,-9 1 2-16,-5-3-1 0,-9-6 0 16,-6-6 1-16,-11-8-1 15,-8-8 0-15,-5-11 0 16,-10-7-1-16,1-2 2 15,-5-16-1-15,0-9 2 16,1-7 4-16,5-5-1 0,1-4-4 16,6-1 0-16,7-3-3 15,7 6 0-15,5 8 0 16,6 6 0-16,8 7 0 16,2 6 0-16,6 7 0 15,6 6 0-15,9 1 0 0,9 4 0 16,10 10-2-16,9 2 2 15,12 4 2-15,8 1-2 16,7-3 0-16,7-5 0 16,6-7 0-16,-1-6 0 15,5-10 0-15,0-13 1 0,0-7-1 16,-5-4-1-16,-2-3 3 16,-3 0 7-16,-10-2-3 15,-6-4-2-15,-15-4-1 16,-10-2 0-16,-20-3-1 15,-17-3-2-15,-20 0 0 0,-18 2-2 16,-21 2 6-16,-15 4 0 16,-13 4-2-16,-26 8-1 15,-18 8-48-15,-25 4-45 16,-18 3-16-16</inkml:trace>
  <inkml:trace contextRef="#ctx0" brushRef="#br0" timeOffset="99579.87">16174 8362 290 0,'0'0'16'0,"0"0"-10"0,5 63-7 0,4-8 5 16,-1 10 5-16,4 5 4 15,2 2-4-15,-1-2-6 16,1-5 0-16,-3-2 0 16,-3-6-1-16,-4-5 4 0,-4-4-1 15,-2-11-2-15,-11-5-21 16,-8-11-25-16,-1-13-8 16,-1-8-10-16,-2-11-26 15</inkml:trace>
  <inkml:trace contextRef="#ctx0" brushRef="#br0" timeOffset="99954.91">16084 8747 60 0,'5'-63'7'0,"7"8"50"16,3 7-6-16,1 7-8 15,6 12-3-15,3 10-22 16,8 6-11-16,1 10-2 0,-1 3-4 16,1 7 1-16,-7 11 0 15,-8 6-2-15,-6 5 1 16,-7 1 0-16,-6 2 2 15,-3-2 1-15,-12 0 0 16,-3-3-2-16,-7-4 1 0,-1-4-2 16,1-3 0-16,0-3-1 15,1-5 0-15,6 0 0 16,5 1-1-16,3-2 0 16,8 2 0-16,2 1-1 15,5 3 1-15,15 1 2 16,7 0 0-16,4 2 2 0,7 1 0 15,4-2-1-15,3 1-1 16,-2-2 1-16,1-4 0 16,-1-3 0-16,-3-4-2 15,0-3-12-15,-4 0-17 16,-4-13-11-16,-3-8-46 0,-2-9-58 16</inkml:trace>
  <inkml:trace contextRef="#ctx0" brushRef="#br0" timeOffset="100156.92">16896 8474 201 0,'0'0'91'0,"5"60"-94"0,4-23 7 16,2 11 9-16,5 3-4 0,-1 0-5 15,3-2 0-15,-5-4-1 16,1-4 1-16,-5-5-3 15,1-6 1-15,-2-8-2 16,0-10-22-16,1-11-25 16,1-5-29-16,-1-23 9 15</inkml:trace>
  <inkml:trace contextRef="#ctx0" brushRef="#br0" timeOffset="100374.08">17281 8382 173 0,'0'0'104'0,"14"38"-103"16,-1-8 7-16,1 8 23 16,7 8-6-16,-4 2-12 15,0 2-5-15,1-2-5 16,-5-2 0-16,-4-5 0 16,-2-4 2-16,-5-5-3 0,0-5-13 15,-2-10-41-15,-2-4-13 16,-10-10 1-16,-5-3-74 15</inkml:trace>
  <inkml:trace contextRef="#ctx0" brushRef="#br0" timeOffset="100515.05">17068 8802 188 0,'0'0'41'0,"0"0"-1"15,23-38-30-15,10 24-6 16,10 1-3-16,12-6 0 0,8 1 0 15,9-3-1-15,2-2-3 16,6-3-24-16,-4 0-39 16,0-1-91-16</inkml:trace>
  <inkml:trace contextRef="#ctx0" brushRef="#br0" timeOffset="100828.3">17937 8493 193 0,'0'0'12'16,"-53"13"14"-16,20-2 10 15,-3 2-19-15,4 4-4 16,1 3-3-16,5 1-1 16,4-1-6-16,10 1-2 0,9-1 0 15,3 0-1-15,12 0-2 16,13-2 2-16,8-1 2 16,7 1 1-16,3-3-2 15,6-1-1-15,-3 3 1 16,-2-4 0-16,-5 3 8 0,-8-1-6 15,-6-3-3-15,-9 0 1 16,-9 0 1-16,-7-4 5 16,-16 1 12-16,-15-2 17 15,-11 1-21-15,-13-2-10 0,-7-2-3 16,-3 2 1-16,-1-5-2 16,5-1-12-16,7-4-104 15,14-17-21-15</inkml:trace>
  <inkml:trace contextRef="#ctx0" brushRef="#br0" timeOffset="103404.1">30886 5436 114 0,'3'-18'69'0,"-3"0"-27"0,-3 7-9 0,-19 6-9 15,-8 5-12-15,-6 1-8 16,-4 13-1-16,-5 5 2 15,3 2 6-15,7 5-6 16,8-3-4-16,6-2 0 16,9-4 0-16,8-5-1 15,4-3 2-15,7-9-2 0,12 0 10 16,7-8-3-16,7-7-5 16,6-3 0-16,3 1-1 15,5 0-2-15,-5 4 3 16,-2 7-1-16,-3 6-1 15,-4 2 0-15,-7 18-1 0,-6 12 1 16,-7 10-1-16,-7 7 3 16,-6 8 1-16,0 4 4 15,-16 2 1-15,-1-1-2 16,-5-6-2-16,-1-7-2 16,-2-6-1-16,1-12 2 15,3-10 2-15,-3-12 1 0,1-5 1 16,4-4 2-16,3-7-3 15,2-7-3-15,4-12 1 16,7-4 0-16,3-8-3 16,14-5 0-16,13-1 0 0,12-5-1 15,9-1 2-15,11 0-2 16,7 1-5-16,0-1-6 16,-3 3 4-16,-5 3 2 15,-11 6 2-15,-10 2 3 16,-10 9-1-16,-9 4-1 0,-9 8 1 15,-6 6 1-15,-3 8-3 16,0 1 0-16,-8 14-12 16,-2 12 4-16,-4 11 3 15,2 11 10-15,2 6 28 16,6 5-4-16,4 4-16 0,0 1-4 16,2 1-3-16,9-2-1 15,-4-5 2-15,0-5-3 16,-3-7 1-16,-2-7 1 15,-2-11-2-15,0-7 1 16,-7-8 0-16,-10-6 1 16,-3-6 3-16,-8-1-4 0,-7-2 0 15,-3-10-2-15,-5-3 2 16,1-5-2-16,5-4 1 16,6-3-1-16,10 0 0 15,16-3 0-15,5 0 1 16,17 3-1-16,18 2 0 0,13 2 0 15,11 4-8-15,6 1-34 16,5-2-42-16,3-3-66 16</inkml:trace>
  <inkml:trace contextRef="#ctx0" brushRef="#br0" timeOffset="104358.11">30533 6456 209 0,'-14'25'-14'0,"2"5"30"0,4 9 13 16,5 8 7-16,1 9-13 0,2 4-3 15,0 5-9-15,2-2-8 16,0-2-1-16,-2-6 2 16,0-5-1-16,0-9 1 15,-2-8-1-15,-4-12-2 16,-1-12-1-16,0-9-16 16,0-5-2-16,2-17-17 0,2-11-9 15,3-7-31-15,0-8-14 16</inkml:trace>
  <inkml:trace contextRef="#ctx0" brushRef="#br0" timeOffset="104714.97">30475 6656 40 0,'0'-38'63'0,"0"5"-14"0,0 6-19 15,0 3 7-15,6 3 0 16,9 4-10-16,3 6-12 16,5 5-2-16,-1 4-5 15,1 2-4-15,-1 11-2 0,-6 5 0 16,-4 4 1-16,-6 3 0 15,-4 1-1-15,-2 2 1 16,-4-1 1-16,-10 1-1 16,1-1-1-16,-4 1 0 15,-3-3-2-15,1-1-3 16,0-2-6-16,4-3 2 0,2-3 1 16,4-1 6-16,5-4 0 15,4 1-2-15,3-2 0 16,11 1 1-16,6 1 3 15,8-2 3-15,6 2 0 16,0 1-1-16,5 1 0 0,-2-3-1 16,-3 2-1-16,-4-1-1 15,-4 0 1-15,-4-2-1 16,-9-2-18-16,-3-6-17 16,-1 0-11-16,-6-7-5 15,-1-10-7-15</inkml:trace>
  <inkml:trace contextRef="#ctx0" brushRef="#br0" timeOffset="104906.19">30951 6488 137 0,'0'0'134'0,"0"0"-116"0,15 39-18 0,-4-5 12 15,-2 5 5-15,3 6-5 16,0-1-7-16,0 0-2 15,0-3 1-15,0-4 1 16,-3-3-1-16,1-7-3 0,-2-8-41 16,0-11-22-16,2-8-25 15,-2-8-27-15</inkml:trace>
  <inkml:trace contextRef="#ctx0" brushRef="#br0" timeOffset="105112.45">31215 6426 141 0,'0'0'124'16,"0"0"-101"-16,1 44-14 15,10-14 34-15,5 8-9 0,3 4-14 16,3 3-10-16,-3 1-5 16,2 0-3-16,-5 0 2 15,-3-5 1-15,-3-3-2 16,-4-8-26-16,-4-7-53 15,-2-12-12-15,0-9 9 0</inkml:trace>
  <inkml:trace contextRef="#ctx0" brushRef="#br0" timeOffset="105232.86">31117 6725 175 0,'0'0'27'0,"0"0"-16"16,51-35-12-16,-12 24-6 15,11-2-97-15</inkml:trace>
  <inkml:trace contextRef="#ctx0" brushRef="#br0" timeOffset="105603.96">31714 6503 238 0,'0'0'-4'0,"-48"-10"21"16,21 7 0-16,-1 3-5 0,0 0-6 15,1 10-1-15,3 4-1 16,5 3-1-16,9 2-2 16,9 2 1-16,1 5-1 15,17 1-1-15,11 1 0 16,8 3 2-16,0-2 0 0,2-1-1 16,-5-1 0-16,-5-4-1 15,-8-2 0-15,-9-2 1 16,-8-4-1-16,-3-1 0 15,-8-1 1-15,-12 0 4 16,-7-6 2-16,-5 0 1 16,-5 0-5-16,-3-4 0 0,-1-3 0 15,3 0-1-15,2 0 1 16,3-3-1-16,6-1 0 16,7-3-8-16,9-3-27 15,9-3-18-15,2-3-73 0</inkml:trace>
  <inkml:trace contextRef="#ctx0" brushRef="#br0" timeOffset="105965.04">32126 6561 275 0,'0'0'32'0,"0"0"29"0,0 0-25 0,29-38-17 16,-5 33-13-16,6 0-5 16,6 2 2-16,5 0-1 15,3 2-1-15,-1 1 0 0,-5 0 0 16,-3 4 2-16,-12 4-43 16,-8-2-70-16,-10 0-48 15</inkml:trace>
  <inkml:trace contextRef="#ctx0" brushRef="#br0" timeOffset="106150.83">32123 6713 234 0,'0'0'2'16,"0"0"31"-16,0 0-16 16,0 0 48-16,48 7-35 15,-12-14-12-15,6 0-6 0,5-2-5 16,3 1-5-16,3 4-2 15,-1-2 0-15,-4 2 3 16,-5-3-33-16,-5-2-101 16</inkml:trace>
  <inkml:trace contextRef="#ctx0" brushRef="#br0" timeOffset="106564.2">33070 6327 367 0,'0'0'30'0,"-50"-2"-15"15,17 9-11-15,0 18 4 16,-1 4 1-16,4 7 5 0,6 2-1 16,9 2-5-16,6 1-4 15,9 2-2-15,4-5 2 16,14-2-1-16,9-8 0 16,9-4 1-16,10-11-1 15,3-9-1-15,6-4 0 16,2-14-1-16,-1-11 0 0,-5-11 0 15,-8-9 0-15,-10-5-1 16,-17-3 1-16,-13 2 3 16,-11 4 0-16,-28 7-1 15,-16 12-2-15,-12 10 0 16,-5 13-3-16,1 5-37 0,9 0-83 16,14 0-217-16</inkml:trace>
  <inkml:trace contextRef="#ctx0" brushRef="#br0" timeOffset="111900.47">21311 5817 81 0,'0'0'11'0,"0"0"24"0,0 0-13 0,0 0-9 16,0 0 0-16,-2-44-1 15,-1 38 1-15,-1 1 2 16,-3-1-5-16,2-1 1 0,-5 1-7 15,2-1 4-15,-1 0-6 16,-1 1-3-16,0 3 8 16,1-2-10-16,-2 0 5 15,0 4-5-15,-2 1 1 16,2 0 1-16,-5 0 0 0,1 0 2 16,-2 0 1-16,-1 4-4 15,-3-1 0-15,0 3 3 16,1-1-1-16,-3 0 2 15,1 2-2-15,-1 0 1 16,0 0-2-16,0 3 3 16,-1 0-2-16,4 3 2 0,-1 0 0 15,-2 2-1-15,4 2 1 16,-4 2 3-16,1 4-2 16,0 2 4-16,4 3-1 15,-4 2 2-15,2 3-2 16,-2 0-2-16,1 2-3 0,-1 2 2 15,1 1-3-15,1 1 1 16,3 0-1-16,-2 4 1 16,7 1 1-16,2 4 2 15,2-4 1-15,3 2-3 16,3-2-2-16,4 0 1 0,-2 0 1 16,2-2 1-16,7 3 0 15,5 0-2-15,1-2 2 16,3-1-3-16,0-5 0 15,5 1 1-15,-2-8-1 16,1 1 2-16,3-5 2 0,-2-2 5 16,-1-4-4-16,2-1 4 15,-1-4-6-15,4-1 5 16,-1-2-5-16,2-5 1 16,1-3-1-16,2-1-4 15,-1-3 11-15,1 0-4 0,0-7-3 16,-2-3 0-16,-2-2 1 15,-4 1-1-15,1-6-2 16,-2 3 1-16,-2-2 2 16,2-2-1-16,-3-1-1 15,-2-1 0-15,3-2 0 0,-1-1-2 16,-1-5 1-16,3-2 0 16,-3-4-1-16,2-3 0 15,0-3 2-15,-3 0-2 16,2 2 0-16,-6-2 0 15,-1 2-2-15,-4-1 2 0,-1-2-1 16,-5 0 0-16,-1-6 1 16,-1-1 1-16,0-3-2 15,0-2 2-15,-3 2-2 16,-7 3 1-16,-2-2 4 16,-4 5-3-16,-4 2 0 15,-2 5-1-15,-7 5-1 0,-3 6 3 16,-2 7-1-16,-4 6 0 15,3 7-22-15,0 5-22 16,5-1-30-16,9-3-69 16</inkml:trace>
  <inkml:trace contextRef="#ctx0" brushRef="#br0" timeOffset="115323.96">22332 15216 165 0,'0'0'151'0,"0"0"-132"0,0 0-16 0,0 0-3 16,-25-46 0-16,20 34 0 15,1-1 0-15,0 2 0 16,-2 2 0-16,1 0 0 16,-3 1 1-16,2 1 0 0,-2 0 4 15,1 1 1-15,-4 1 0 16,1-1 0-16,-2 3-5 16,-4 0 0-16,-3 3-1 15,-2 0 2-15,-4 3-1 16,-2 7 2-16,-2 6 8 0,0 2 5 15,0 6-2-15,2 5-7 16,0 2-1-16,5 4-2 16,0 4-3-16,3 4 0 15,3 4 0-15,6 6 0 16,-1 6-1-16,8 4 0 16,3 7 0-16,0 1 0 0,3 2 1 15,11 2-1-15,4 0 2 16,7-1 1-16,5-5-1 15,6 0 0-15,7-4-1 16,3-7 2-16,5-4 2 16,2-7 5-16,2-7-6 0,2-7 4 15,1-9-4-15,1-6 0 16,1-8 0-16,-1-6 0 16,-1-4 1-16,0-4 3 15,-8-13-1-15,0-3-3 16,-7-7-1-16,-4-3-1 0,-9-4-1 15,-6-3 0-15,-7-2-1 16,-11-4 1-16,-6-3 0 16,-4-5 0-16,-15-6 0 15,-8-4 2-15,-4-4-1 16,-5 3 2-16,-1 1 0 0,3 7 4 16,-3 7 1-16,3 7-1 15,-2 5-3-15,0 8 0 16,2 5 2-16,-1 6 1 15,-1 2 10-15,-4 4-10 16,0 2 1-16,0 2-7 0,0 5 0 16,-4 1-2-16,0 0 0 15,-2 3-2-15,3 7-13 16,0-2-33-16,2-1-8 16,4-5-43-16,4-2-81 15,6-19-10-15</inkml:trace>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18:58.214"/>
    </inkml:context>
    <inkml:brush xml:id="br0">
      <inkml:brushProperty name="width" value="0.05292" units="cm"/>
      <inkml:brushProperty name="height" value="0.05292" units="cm"/>
      <inkml:brushProperty name="color" value="#FF0000"/>
    </inkml:brush>
  </inkml:definitions>
  <inkml:trace contextRef="#ctx0" brushRef="#br0">26029 11511 159 0,'0'0'-1'0,"0"0"5"15,0 0 10-15,-40-22 8 16,25 22-9-16,-2 9 8 0,-5 12-10 16,-3 6 34-16,1 9-39 15,-3 8 12-15,3 6 0 16,2 8-6-16,6 1 1 15,2 5-5-15,9-2-3 0,3-2-2 16,2-4 0-16,8-6-1 16,11-7 0-16,3-10-1 15,5-7 1-15,7-9 0 16,-3-9 1-16,2-5 1 16,1-3-3-16,-3-3-3 0,-1-11-28 15,-3-2-39-15,-4-12-67 16</inkml:trace>
  <inkml:trace contextRef="#ctx0" brushRef="#br0" timeOffset="808.77">26200 11850 166 0,'0'0'135'16,"0"0"-134"-16,-44 11 6 15,30 8 14-15,1 8-1 16,6 3-1-16,-2 2-6 15,6 4-4-15,3-2-4 0,0 2-2 16,6-4-1-16,6 0-1 16,3-7 1-16,5-4 1 15,0-8-1-15,4-6 1 16,2-7 0-16,0-4-3 16,1-12 0-16,-5-8-1 0,0-7-1 15,-4-2-3-15,-7-2-5 16,-6-1-1-16,-5 4 3 15,0 3 5-15,-13 8 0 16,-8 9 0-16,-6 3-1 16,-2 7 0-16,-4 2 2 0,1 0-1 15,2 4 0-15,4 1 1 16,7 1-1-16,5-2-5 16,3-3-8-16,9-1 28 15,2 0 1-15,3-6-8 16,14-6-2-16,8-4 0 0,6-2 0 15,6-2 2-15,5-1-2 16,0 2 4-16,0 1 4 16,0 5 0-16,-5 3 1 15,-2 7-3-15,-4 3-1 16,-4 0-3-16,-4 11 0 0,-2 8 3 16,-4 2 1-16,-4 3-1 15,-1 3-1-15,-4 3-2 16,-1 1-1-16,-3 3 1 15,0-4 5-15,-3-1-5 16,-1-2 2-16,0-5-3 0,0-5 0 16,-3-4 0-16,-2-5-1 15,1-2-1-15,-3-3 0 16,1-3 0-16,-2 0 0 16,2-1-2-16,-2-12-1 15,5-5-2-15,2-5-2 0,1-6-1 16,4-5 3-16,9 0 2 15,3-3 0-15,2 5 2 16,0 3 0-16,1 2 1 16,-1 7 0-16,-1 3 0 15,-2 6 1-15,1 4-1 16,-1 3 5-16,1 4 0 0,-2 0-3 16,1 10-1-16,0 5-1 15,-1 6-1-15,-2 1 1 16,0 3-1-16,-3 4 8 15,0 2-1-15,1 2 0 16,-4 1-4-16,-1-2-19 0,1-2-15 16,1-3 3-16,-1-4-26 15,0-8-33-15,4-7-15 16,-1-8-67-16</inkml:trace>
  <inkml:trace contextRef="#ctx0" brushRef="#br0" timeOffset="1215.14">27433 11370 350 0,'0'0'3'0,"0"0"-2"0,-26-38 8 16,10 38 7-16,-3 16-12 15,-3 8 2-15,-2 8 9 0,3 6 4 16,-3 9-6-16,7 7 1 16,2 7-2-16,3 3-1 15,6 5-1-15,2 0-4 16,4 1 1-16,0-2-4 16,0-1-1-16,1-3 0 0,2-3 1 15,-3-6 0-15,0-4-1 16,0-7 1-16,-6-3-3 15,-5-4 2-15,-4-3-2 16,-1-4 1-16,-1-3 1 16,-3-3-3-16,3-6-8 0,-4-3-8 15,1-5-7-15,-4-3-8 16,-3-4-12-16,0-3-22 16,-2 0 7-16,1-4-20 15,1-9-19-15</inkml:trace>
  <inkml:trace contextRef="#ctx0" brushRef="#br0" timeOffset="2232.15">26867 12187 159 0,'0'0'6'0,"24"-47"7"16,-7 21 22-16,4 2 8 15,4-1 0-15,4-1-5 16,5 2-10-16,6 1-4 15,0 3-9-15,0 2-5 16,3 2-6-16,-3 2-1 0,-3 4-1 16,-2 0-1-16,-4 3 1 15,-4 1-1-15,-5 2 1 16,-5 1-2-16,-5-1-2 16,-5 0 1-16,-4 4 1 15,-3-2 0-15,0 1-2 16,-3 1 2-16,-4 0-3 0,-3 5 1 15,4 8 4-15,-2 4 4 16,3 5 5-16,3 5 3 16,2 2 7-16,0 3-6 15,2-1-7-15,5 0-5 0,2-4-1 16,2-6 1-16,1-6 1 16,1-9-1-16,4-6-1 15,-4 0 2-15,4-10-2 16,-1-10-2-16,0-6-2 15,-1-2 0-15,-2-2-1 0,0-3-1 16,-1 4-4-16,-4 4 3 16,-1 5 0-16,-4 6 6 15,-1 4-1-15,2 6 0 16,-4 4 0-16,0 0-3 16,0 8 0-16,0 7 5 0,0 3 3 15,0 5-1-15,0 0-1 16,0 2-1-16,3-1 1 15,1-1 1-15,2-5-2 16,0-2 1-16,1-6-1 16,2-3-1-16,1-7 0 15,4-3 2-15,3-11-3 0,3-7-1 16,2-7-2-16,6-5-1 16,4 0-7-16,-2-1 5 15,2 7 4-15,-2 6 4 16,-3 8-2-16,-4 8 1 15,-4 5-1-15,-5 5 0 0,-2 9 1 16,-3 6 0-16,-3 1 2 16,-2 3 2-16,-4 0-3 15,0-1 4-15,0-3 0 16,-5-1 2-16,-3-2-1 16,-3-2-1-16,2-5 0 0,-3 0 0 15,-2-3-1-15,2-3-2 16,-2-1-1-16,1-3-1 15,1 0-1-15,-1 0 0 16,4-3-1-16,3-4-1 16,1-1 2-16,5-3 0 0,0-1-3 15,11-1-1-15,7-4-4 16,5-1 1-16,8-2 2 16,5 0 3-16,5 0-4 15,1 2 10-15,-2 3 1 16,1 4-1-16,-8 4-1 0,-5 4 0 15,-7 6 0-15,-3-3 0 16,-6 7 0-16,0 4 2 16,-7 0 0-16,-1 3 1 15,-2-2 2-15,-2 4-3 16,0-2-5-16,0 1-11 0,-6 0-8 16,1-1-4-16,-6-1-18 15,2-1-19-15,0-3-42 16,-2-3-39-16</inkml:trace>
  <inkml:trace contextRef="#ctx0" brushRef="#br0" timeOffset="2436.79">28150 11805 306 0,'0'-23'-2'0,"0"0"14"0,0 6 10 15,0 7-8-15,1 7-10 16,6 3-1-16,-2 0-1 16,2 10 1-16,-2 3-22 15,-3 1-83-15,-2-1-108 16</inkml:trace>
  <inkml:trace contextRef="#ctx0" brushRef="#br0" timeOffset="2858.69">28409 11928 254 0,'0'0'65'0,"0"0"-66"15,0 0 1-15,9 47 1 0,-9-28 0 16,0 1 1-16,-6-1 1 15,0 1 2-15,1-3-1 16,0-1-2-16,1-2-1 16,3-4 1-16,-3-3-1 15,1-3-1-15,2-4 2 16,-3 0 4-16,3-4-5 0,1-7 1 16,0-5 0-16,0-5 0 15,0-2-2-15,9-4-1 16,1 2 0-16,4 0-2 15,-1 4 1-15,0 5 0 0,1 4 10 16,-3 6 1-16,-2 6-2 16,1 0-5-16,-1 3 0 15,1 8 1-15,-1 2 1 16,1 1 0-16,1 2 1 16,0-2 1-16,0 0 0 15,-1-1-8-15,2 0-30 0,-1-3-38 16,-2-6-54-16</inkml:trace>
  <inkml:trace contextRef="#ctx0" brushRef="#br0" timeOffset="3371.86">28915 11911 271 0,'0'0'8'0,"0"0"60"0,0 0-31 0,0 0-23 16,-52-22-12-16,29 27 2 16,2 5 6-16,-1 3-1 15,4 2-3-15,4-3-4 16,5 3 1-16,4-2-1 0,4 0-1 16,1-4 3-16,0 0-1 15,3-3-1-15,6-3 2 16,4-3-1-16,5 0-1 15,5-1 0-15,1-8-2 16,7-4 1-16,0 2-4 16,0 1-1-16,-1 3-10 0,-3 7 3 15,-2 0 12-15,-3 14 10 16,-5 13-1-16,0 7 6 16,-4 9 3-16,0 5-6 15,-3 5-3-15,-3 1-3 16,-1-2-1-16,-4 1 0 0,-2-5 0 15,0-3-1-15,-5-10-1 16,-5-6-1-16,-2-9-1 16,-3-8 0-16,2-10 0 15,-2-2 0-15,3-11 0 16,5-14 1-16,3-8 0 0,4-12-3 16,11-9 0-16,15-6 0 15,6-7-1-15,10-4-3 16,12-3-28-16,4-1-43 15,5-2-120-15</inkml:trace>
  <inkml:trace contextRef="#ctx0" brushRef="#br0" timeOffset="13999.03">22416 8440 113 0,'0'-14'3'0,"0"1"8"0,-7 3 19 0,-3 3-2 16,-3 7-15-16,-5 0-1 15,0 5-10-15,-4 10 2 16,1 6 3-16,1 6 4 15,2 4-2-15,5 5 2 16,4 2-6-16,5 3 0 0,4-1-1 16,0-3 2-16,14-4-2 15,3-7 2-15,7-7 2 16,3-8-3-16,4-6 1 16,3-5-1-16,-2-3-2 15,2-8-3-15,-2-9-12 16,-3-3-15-16,-4-4-20 0,-6-3-15 15,-5-5-44-15</inkml:trace>
  <inkml:trace contextRef="#ctx0" brushRef="#br0" timeOffset="14197.9">22596 8345 182 0,'0'0'47'0,"0"0"-49"15,0 0 17-15,0 0-6 16,0 0-5-16,-12 38 13 15,20-8 5-15,1 1-6 16,3 5-7-16,2 1-5 0,-1 0-1 16,-1 4 6-16,-2-3 1 15,-2-1-5-15,-2-7-4 16,1-3-27-16,-6-3-29 16,-1-8-40-16</inkml:trace>
  <inkml:trace contextRef="#ctx0" brushRef="#br0" timeOffset="15010.34">22931 8535 278 0,'0'0'0'0,"0"0"6"15,7-38 22-15,-7 36 0 0,-9 2-14 16,-5 0-5-16,-1 6-3 16,-5 6 0-16,1 1-1 15,0 3-3-15,4 0 0 16,1 3-1-16,7 0 0 16,-2 0 0-16,6 1 2 0,2-2 0 15,1-2 0-15,0-5-1 16,4-1 0-16,5-5-1 15,2-4 0-15,2-1 3 16,1-7-2-16,3-10 0 16,0-3-2-16,0-3 0 0,1 0-1 15,-2 2-2-15,-6 1-4 16,-2 6-8-16,-5 5-5 16,-3 5 9-16,0 4 21 15,-1 0-9-15,-4 7 1 16,-3 8 2-16,4 0 0 0,-2 2-1 15,6-1 0-15,0-2 1 16,0 2-1-16,6-3 0 16,2-1 0-16,1-5 1 15,5-1-1-15,-2-6-2 16,2 0 1-16,3 0 1 0,2-6-2 16,-3-6 1-16,3-3-1 15,-1-2-1-15,0 1 1 16,-5 1-1-16,-1 2 0 15,-6 2-1-15,-3 4 0 16,1 4 1-16,-4 0 0 16,0 3-1-16,0 0-4 0,0 2 2 15,0 5 1-15,-2 1 2 16,0 2 1-16,2 0-1 16,0-1 0-16,0 0 2 15,0-1-1-15,6-1 1 16,0-2 1-16,4-1-2 0,1-2 0 15,3-2 1-15,1 0-1 16,2-7 0-16,2-5 0 16,2 0-1-16,1-1 0 15,1-1 0-15,-2 4 0 16,-4 3-1-16,-3 4 0 0,-3 3 1 16,-5 0-1-16,-6 7 1 15,2 4 1-15,-2 2 1 16,1-1-20-16,2 0-21 15,-1-3-37-15,3-5-7 16,4-4-62-16</inkml:trace>
  <inkml:trace contextRef="#ctx0" brushRef="#br0" timeOffset="15221.95">23669 8354 333 0,'0'0'-7'0,"0"0"13"0,0 0 21 0,0 0-22 0,0 0 3 16,0 0 5-16,2 66-2 15,-2-33-4-15,0 1 8 16,-5 0-4-16,3-1 1 0,-2 1-16 16,1-7-51-16,-5-9-93 15</inkml:trace>
  <inkml:trace contextRef="#ctx0" brushRef="#br0" timeOffset="15707.99">22125 9128 160 0,'0'0'2'0,"0"0"41"0,0 0 3 0,0 0-28 0,-44 62 21 15,33-19-1-15,-1 7-10 0,4 6-13 16,-2 4-8-16,4-1-2 15,-2 1 2-15,5-3 1 16,-1-7-3-16,0-9 1 16,4-7-2-16,0-10-26 15,0-10-12-15,0-8-17 0,-2-6-17 16,-1-6 3-16,-1-14-74 16</inkml:trace>
  <inkml:trace contextRef="#ctx0" brushRef="#br0" timeOffset="15913.16">22025 9295 221 0,'0'0'3'16,"27"-40"-5"-16,-6 20 11 16,4 2 12-16,3 1-8 0,1 4-4 15,2 3-4-15,-2 3-2 16,-4 4-1-16,0 3 2 15,-3 0 0-15,-4 2 1 16,-2 6-12-16,-7-1-99 16</inkml:trace>
  <inkml:trace contextRef="#ctx0" brushRef="#br0" timeOffset="16082.42">22096 9485 193 0,'0'0'48'15,"0"0"-54"-15,0 0 9 16,0 0-1-16,65-13 0 16,-32 2-1-16,2-3 1 15,-1 3 2-15,1-1-2 16,-3 3 1-16,-1 0-5 0,-2-5-177 16</inkml:trace>
  <inkml:trace contextRef="#ctx0" brushRef="#br0" timeOffset="16327.02">22551 9251 305 0,'0'0'-3'16,"0"0"26"-16,0 0-24 15,0 0 8-15,9 48 1 0,-8-25-1 16,1 4-2-16,-2 2-2 15,0 0-1-15,0 1 2 16,0-3-3-16,0-1 2 16,0-5-1-16,0-1 0 15,0-7-1-15,-1-2-10 0,0-5-35 16,1-2-23-16,0-4-3 16,0 0-7-16</inkml:trace>
  <inkml:trace contextRef="#ctx0" brushRef="#br0" timeOffset="16703.95">23309 9140 270 0,'0'0'41'0,"0"0"-44"0,-9 57 20 0,3-27 3 15,4 4-10-15,0 4-6 16,2-4-2-16,0 0 2 16,0-4-1-16,0-3-1 15,3-4 2-15,4-6-2 16,-4-3-10-16,1-7-55 16,0-7-20-16,0 0-64 0</inkml:trace>
  <inkml:trace contextRef="#ctx0" brushRef="#br0" timeOffset="16927.73">23340 9163 214 0,'0'0'77'16,"0"0"-82"-16,33-53 5 16,-10 38 8-16,4 1-1 15,1 2-3-15,1 1 0 16,0 5-1-16,-2 2 1 0,-4 3-1 15,-2 1 1-15,-6 2 3 16,-1 7-3-16,-6 5-5 16,-6 0-68-16,-2-1-53 15</inkml:trace>
  <inkml:trace contextRef="#ctx0" brushRef="#br0" timeOffset="17059.88">23363 9332 74 0,'0'0'188'0,"0"0"-186"16,0 0 3-16,0 0 1 0,40-14-3 16,-11 3 0-16,6-1-1 15,-1 2 1-15,4-3-3 16,1-2-102-16</inkml:trace>
  <inkml:trace contextRef="#ctx0" brushRef="#br0" timeOffset="17386.82">23853 9147 262 0,'0'0'36'15,"0"0"-36"-15,42-30-1 16,-25 28 3-16,-2 2 0 0,-4 0-2 16,-1 7-2-16,-6 4 2 15,-3 5-1-15,-1 1 2 16,0 1 2-16,-2 3-1 15,-7-1-1-15,-1-1 1 0,0 2-1 16,-1-4 0-16,3-4 0 16,0 0 0-16,7-6-1 15,1-3 1-15,1-4-2 16,14 0 1-16,7-4 2 16,9-5 2-16,4-3-1 15,9 0 1-15,-2 0-2 0,-2 2 2 16,-3 4-1-16,-8 3 0 15,-7 3-2-15,-14 0-30 16,-8 9-105-16</inkml:trace>
  <inkml:trace contextRef="#ctx0" brushRef="#br0" timeOffset="17753.32">22260 10035 299 0,'0'0'4'0,"0"0"39"0,0 0-22 0,0 0-17 16,0 0-3-16,0 0 1 15,0 0 0-15,0 0 0 16,0 0-16-16,12 47-113 0</inkml:trace>
  <inkml:trace contextRef="#ctx0" brushRef="#br0" timeOffset="17954.93">22237 10707 381 0,'0'0'1'0,"0"0"0"15,0 0-1-15,0 0-18 16,0 0-95-16,0 0 15 16</inkml:trace>
  <inkml:trace contextRef="#ctx0" brushRef="#br0" timeOffset="18142.16">22257 11251 257 0,'0'0'100'0,"0"0"-94"16,-9 38-8-16,9-21 2 15,1 3-59-15,4-3-90 16</inkml:trace>
  <inkml:trace contextRef="#ctx0" brushRef="#br0" timeOffset="18262.84">22298 11518 289 0,'0'0'4'15,"0"0"-3"-15,0 0-38 16,0 0-142-16</inkml:trace>
  <inkml:trace contextRef="#ctx0" brushRef="#br0" timeOffset="18547.75">23644 10265 415 0,'0'0'2'16,"0"0"1"-16,0 0-10 0,0 0-67 15,-18 43-66-15</inkml:trace>
  <inkml:trace contextRef="#ctx0" brushRef="#br0" timeOffset="18761">23784 10838 354 0,'0'0'9'15,"0"0"-11"-15,0 0 4 16,0 0-11-16,-15 42 11 15,13-16-16-15,-4 3-113 16,0 0-43-16</inkml:trace>
  <inkml:trace contextRef="#ctx0" brushRef="#br0" timeOffset="18937.72">23770 11455 342 0,'0'0'54'0,"0"0"-43"16,0 0-9-16,0 0-1 15,0 41 2-15,3-25-3 16,-1-2-50-16,-2-5-74 0</inkml:trace>
  <inkml:trace contextRef="#ctx0" brushRef="#br0" timeOffset="21994.2">20371 9240 112 0,'-13'-2'13'0,"-5"2"-11"0,-4 0 37 0,-4 13 4 16,-1 11-3-16,1 5-6 16,4 5-7-16,2 3-10 15,7 1-4-15,9-2-5 16,4-2-5-16,3-6 0 0,14-2-1 15,5-7 2-15,4-6 0 16,4-6 0-16,4-7 0 16,2 0 0-16,1-11-1 15,1-9 0-15,-5-3-1 16,-3-5-1-16,-5-3-1 16,-8-3 0-16,-8-2 1 0,-9-1-1 15,-8 6 0-15,-15 1 0 16,-11 9-1-16,-8 4 0 15,-5 7 0-15,-3 9 1 16,2 1-1-16,3 4 1 16,11 8 0-16,5 4 1 0,14-5-1 15,7 2 0-15,8-3-4 16,13-4-20-16,14-3-13 16,6-3-16-16,8-2-14 15,5-10-6-15,1-5-52 16</inkml:trace>
  <inkml:trace contextRef="#ctx0" brushRef="#br0" timeOffset="22650.75">20577 9189 70 0,'0'0'18'16,"0"0"9"-16,0 0 8 15,0 0-26-15,0 0 12 16,29 44 33-16,-29-15-13 0,0 4-22 16,0 1-7-16,0 0-6 15,1-5 0-15,1-2-4 16,2-6 0-16,0-1 0 15,0-6-1-15,-3-3 1 16,0-6 1-16,-1-1 0 0,0-4-1 16,0 0 4-16,-1-4-3 15,-1-3 0-15,-3-2-2 16,1-2 0-16,2 3 0 16,2 0 0-16,0 4 0 15,0 1-2-15,8 3 1 0,1 0-1 16,2 0 1-16,3 4 0 15,0 3 0-15,-2 2 0 16,1-1 1-16,-5-2-1 16,-1 1 0-16,-4 0 1 15,1-2-1-15,-4 0 0 16,0-2 0-16,0 1 1 0,-10-1-1 16,0 0 0-16,-1-2 1 15,1 0-1-15,-1-1 1 16,3 0-1-16,2 0 0 15,2 0 0-15,4-2 1 16,0-4-1-16,2 1 0 0,8-1 1 16,0-1-1-16,3 0 0 15,2-2-1-15,-2 1 0 16,2-1 1-16,-1 0 0 16,0 0 0-16,-1-1 0 15,-2 0 0-15,0 0-1 0,-2-1 0 16,-1 3 0-16,2-3 0 15,-4 4 0-15,1 3 2 16,-2 2 0-16,-2 2 1 16,-1 0-4-16,-2 7-1 0,0 8 3 15,0 0 2-15,-3 4 2 16,-4-1 1-16,-3 0-1 16,-2-2 1-16,1 1-3 15,2-4 2-15,-3 1 1 16,3-1 0-16,3-2 0 15,1-3-20-15,5-4-55 0,0-4-134 16</inkml:trace>
  <inkml:trace contextRef="#ctx0" brushRef="#br0" timeOffset="22793.14">21069 9395 338 0,'0'0'1'0,"0"0"20"0,0 0-12 0,0 0-4 16,0 0-3-16,0 0-2 16,0 0 2-16,0 0 0 0,0 0-70 15</inkml:trace>
  <inkml:trace contextRef="#ctx0" brushRef="#br0" timeOffset="23177.8">20702 9815 221 0,'0'0'11'0,"0"0"-11"15,0 0 9-15,-42-12 12 16,36 32-17-16,4 7 2 0,1 5 4 15,1 3-3-15,0 3-1 16,7-1 2-16,2 0 0 16,0-8-21-16,0-6-223 15</inkml:trace>
  <inkml:trace contextRef="#ctx0" brushRef="#br0" timeOffset="23735.71">20548 10464 174 0,'0'0'18'0,"0"0"54"15,0 0-28-15,0 0-22 0,-11-38-14 16,22 31-2-16,5 1-3 16,-1 5-2-16,1 2 1 15,-2 3-3-15,0 9 2 16,-4 4-1-16,-6 4-1 16,1 1 2-16,-5 3 0 0,0-1 0 15,0-1 0-15,-9 0 1 16,0-3-1-16,0-3 0 15,0-5-1-15,0 0 0 16,3-5 0-16,4-3 0 16,2-4 2-16,0 0-1 0,10-1 0 15,8-8 1 1,3-1-1-16,5 1-1 0,1-1 1 16,1 5 0-16,-3 4-18 15,-5 1-78-15,-3 1-97 16</inkml:trace>
  <inkml:trace contextRef="#ctx0" brushRef="#br0" timeOffset="24291.36">20607 10967 276 0,'0'0'4'0,"0"0"-1"0,0 0 7 0,0 0-9 0,0 0 0 16,0 0 1-16,0 0-2 16,0 0 0-16,0 0-40 15,2 38-80-15</inkml:trace>
  <inkml:trace contextRef="#ctx0" brushRef="#br0" timeOffset="24471.12">20644 11169 259 0,'0'0'-2'0,"0"0"0"15,0 0-8-15,0 0-108 0</inkml:trace>
  <inkml:trace contextRef="#ctx0" brushRef="#br0" timeOffset="24641.97">20661 11383 332 0,'0'0'3'16,"0"0"-1"-16,0 0 0 15,0 0 0-15,0 0-2 0,0 0-20 16,0 0-152-16</inkml:trace>
  <inkml:trace contextRef="#ctx0" brushRef="#br0" timeOffset="25700.04">20508 11857 175 0,'0'0'1'0,"0"0"3"0,0 0 6 0,0 0 10 15,0 0-3-15,-16-39-3 16,18 33-2-16,5 1-3 15,3 3-7-15,0 2 0 0,0 0-2 16,-1 5 1-16,-1 11 0 16,-5 5 1-16,-3 6 2 15,0 3-1-15,0 6-1 16,-1-3 0-16,-7 2-1 16,3-4 0-16,-2-4 0 15,0-4 1-15,3-3 2 0,0-5-1 16,1-3 1-16,1-4-4 15,2-3 1-15,0-3 0 16,0-2 3-16,9 0 5 16,7-4 5-16,0-6-8 15,6 0-3-15,1-5-2 0,2 2 0 16,0 0-4-16,-4-1-26 16,1-3-85-16</inkml:trace>
  <inkml:trace contextRef="#ctx0" brushRef="#br0" timeOffset="26039.79">20764 11849 240 0,'0'0'7'0,"0"0"-4"15,0 0-8-15,0 0 2 16,0 0 4-16,0 0 4 15,0 0 8-15,0 0 1 16,22 45-4-16,-9-35-2 16,1 0-4-16,-1 4-3 0,0-1 0 15,-2 0 2-15,-2 1-2 16,0 0-1-16,-3-2 1 16,-1-1 0-16,-2-1-1 15,-3 0 2-15,0 0 0 16,0-1 1-16,-1 2 0 0,-6-1 0 15,-1 0-6-15,-4-2-30 16,-2-2-45-16,-1-5-45 16</inkml:trace>
  <inkml:trace contextRef="#ctx0" brushRef="#br0" timeOffset="26198.83">20775 11799 302 0,'0'0'4'0,"11"-48"3"16,1 22 7-16,6 2-4 15,3-2-7-15,5 2-1 16,3-3 1-16,-2-4-2 16,2-9-182-16</inkml:trace>
  <inkml:trace contextRef="#ctx0" brushRef="#br0" timeOffset="28436.11">22242 11917 192 0,'0'0'19'0,"0"0"-71"0,0 0-11 0,0 0-13 0</inkml:trace>
  <inkml:trace contextRef="#ctx0" brushRef="#br0" timeOffset="28709.12">23523 11728 344 0,'0'0'-9'0,"0"0"12"16,0 0-5-16,0 0-164 16</inkml:trace>
  <inkml:trace contextRef="#ctx0" brushRef="#br0" timeOffset="104492.92">1492 14008 33 0,'0'0'20'0,"0"0"17"0,0 0-27 0,0 0-7 16,0 0 68-16,0 0-60 15,0 0 4-15,0 0 6 16,0 0-2-16,-20-37-3 0,16 32-3 16,2 2 1-16,0 1-2 15,2 0 0-15,-3 2-4 16,3 0-3-16,0 0-4 15,0 0-1-15,0 0 2 16,0 6 0-16,0 0-2 16,0-1 1-16,3 1-2 0,-3-2 2 15,0 2 0-15,0 0-1 16,0-1 0-16,0 0 3 16,0 0-3-16,0-2 0 15,0 2 0-15,-3 0 0 16,1 1 0-16,-1-2 0 0,1 3 0 15,-2-2 0-15,-2 4 0 16,3-2-3-16,-3 1 6 16,1 0-3-16,2 2-3 15,-1 0 6-15,2-2-3 16,0 2 0-16,-1 0 0 0,1 2 0 16,0-2 0-16,2 1 0 15,-2-1 0-15,0 1 0 16,-2 2-3-16,3 1 6 15,-2 0-3-15,1 2 0 0,0-2 0 16,0-1 0-16,2 1 0 16,0-1 0-16,0 0 0 15,0-1 0-15,0-3 0 16,0 1 0-16,2 0-3 16,2-3 2-16,4 2 0 15,-2-2 0-15,1-1 0 0,1 0 1 16,0 1-1-16,1-1 2 15,-1 1-2-15,2 2 1 16,-1-1 1-16,-1-2-1 16,1 3 0-16,0-2 0 15,-2 0 0-15,2-3 1 0,-3 2 0 16,2 0 0-16,0-2 3 16,-3-1-2-16,3-1 1 15,-2 0 1-15,2-2 3 16,-3 0 0-16,1 0 3 15,0 0-2-15,2 0 2 0,-4-4-5 16,3-1 2-16,-3-2-3 16,0 3 2-16,1-4 0 15,2 0-2-15,-2 0-2 16,-1-3 0-16,0-1 0 16,1 1 0-16,-1-4 3 15,-2 1-2-15,3-3 1 0,-3 3-2 16,-1-3 0-16,-1 4 0 15,0-1 1-15,0 0 0 16,0 3-1-16,0 0 1 16,0 0 0-16,0 1-1 0,0 0 1 15,-6 2 1-15,4-1-4 16,-2-2 1-16,-1 4 1 16,1-2-1-16,-2 1 0 15,3-1-2-15,-4 1 3 16,3-2-2-16,1 1 0 0,-1-1 0 15,0 0 0-15,2 2 0 16,-3-1 0-16,1-1 0 16,2 3 1-16,-4-1 0 15,2 0 1-15,0 1 0 16,2-1 0-16,-3 3 2 16,3-1 1-16,-2 1-2 0,2 0-1 15,0 0-1-15,-2 1 0 16,2-1 0-16,-2 0 1 15,2 1-2-15,0 0 0 16,-3-1 0-16,3 0 2 16,-2 0-3-16,0 1 3 0,0 1-2 15,0-1 0-15,2 0 0 16,-3 0 0-16,3-2-2 16,0-4-20-16,-2-3-8 15,-3-4-84-15,-5-7-26 16</inkml:trace>
  <inkml:trace contextRef="#ctx0" brushRef="#br0" timeOffset="113474.22">867 15037 61 0,'0'0'-4'0,"0"0"20"0,0 0 24 0,0 0-34 16,0 0-2-16,0 0-1 15,0 0 0-15,0 0 3 16,0 0 5-16,0 0 1 16,0 0-7-16,0 0-2 0,10-24 2 15,-6 20 0-15,0-1 3 16,0-3-1-16,3 0 1 16,1-1-2-16,2-1 2 15,5 0 0-15,1 2 0 16,1 0-2-16,4 1-4 0,-1 3-1 15,0-1 0-15,0 3-1 16,-2-1 1-16,-2 1-1 16,-3 1 0-16,1 0 0 15,-8 1 0-15,1 0 1 16,-3 0-2-16,1 0 1 0,-5 2-3 16,0 6-12-16,0 0-59 15</inkml:trace>
  <inkml:trace contextRef="#ctx0" brushRef="#br0" timeOffset="113847.48">920 15171 100 0,'0'0'29'0,"0"0"-11"0,0 0-15 0,0 0-3 16,0 0 1-16,0 0 1 15,0 0 4-15,0 0 7 0,36-16 0 16,-18 12-5-16,-3-2-3 16,4-1-3-16,-2 1-1 15,3 1-1-15,-1-1 0 16,-4 3 0-16,1 0 0 16,-3 0-5-16,-2 2-55 15</inkml:trace>
  <inkml:trace contextRef="#ctx0" brushRef="#br0" timeOffset="114455.77">1466 14978 85 0,'0'0'14'0,"0"0"26"0,0 0-22 0,0 0-8 0,0 0-3 16,0 0-3-16,0 0-3 15,0 0 0-15,0 0 2 16,0 0-1-16,36-35 0 15,-21 31 0-15,1 1-2 0,-1 1 1 16,3-3-1-16,-3 3 0 16,-1-1 0-16,0-2 1 15,-1 1-1-15,-4 3-1 16,-2-1-9-16,-5 2-43 16</inkml:trace>
  <inkml:trace contextRef="#ctx0" brushRef="#br0" timeOffset="114683.75">1479 15131 174 0,'0'0'5'0,"0"0"2"15,0 0 0-15,44-26 1 0,-25 15 2 16,1-2-5-16,-1 2-2 16,2-2 0-16,-1 0-3 15,-2 3 1-15,0 1-1 16,-5-1-57-16</inkml:trace>
  <inkml:trace contextRef="#ctx0" brushRef="#br0" timeOffset="129215.93">3419 13547 14 0,'0'0'19'0,"0"0"-10"0,0 0 55 15,0 0-56-15,0 0 1 0,0 0 1 16,0 0-1-16,0 0 8 16,0 0 9-16,0 0-10 15,0 0-7-15,0 0-3 16,7-28 1-16,-1 24 1 0,1-2-4 16,2-1-1-16,0 0 0 15,5 1 0-15,1-1 0 16,3 0-3-16,-1 1 1 15,2 2-1-15,-4 1 0 16,1 0-1-16,-1 2 1 16,-1-2 0-16,-5 3-3 0,-1 0 2 15,0 0-2-15,-6 0-14 16,-2 4-39-16,0 2 13 16</inkml:trace>
  <inkml:trace contextRef="#ctx0" brushRef="#br0" timeOffset="129470.24">3479 13614 71 0,'0'0'62'15,"0"0"-30"-15,0 0-7 16,0 0-10-16,0 0-7 0,0 0-4 16,0 0-2-16,0 0 0 15,48-42 0-15,-31 34-2 16,4-3 1-16,-2 4-1 16,1-2 1-16,1 1-2 15,-4-1-4-15,-3-2-81 0</inkml:trace>
  <inkml:trace contextRef="#ctx0" brushRef="#br0" timeOffset="201185.08">2686 12259 112 0,'0'0'4'0,"0"-4"15"0,0 2-6 0,0 0-9 15,0-2-2-15,0 1-1 16,0-2 2-16,0 2-3 15,0-1 1-15,2 0 0 16,2-2 11-16,2 2-8 16,0-2-2-16,1 3 0 0,1-1 1 15,4 3 1-15,-3 1-1 16,-1 0-1-16,-1 0-2 16,2 1 0-16,-4 5 0 15,-3 0 1-15,0-1 4 16,-2 2-2-16,0 1 5 15,-4-1 11-15,-5-2 0 0,-3-1-10 16,1-2 2-16,-3-1 6 16,6-1 1-16,-3 0-3 15,5-5-1-15,0-4 1 16,2-1-9-16,4-1 3 16,0 1-9-16,0 0 2 0,2 2 0 15,6 2-1-15,-2 2 1 16,3 3-3-16,-3 1 0 15,2 0-1-15,-2 0 2 16,-2 1 1-16,1 6-3 16,-1 1 3-16,-2 2 1 0,0 3-1 15,-1 0 0-15,1-3-34 16,-2-5-74-16</inkml:trace>
  <inkml:trace contextRef="#ctx0" brushRef="#br0" timeOffset="201812.43">3283 12239 73 0,'0'0'26'0,"0"0"7"16,0 0-7-16,0 0-4 15,0 0 8-15,-12-38 27 16,12 34-34-16,0-2 17 0,0 0-17 16,0 1-16-16,0 0-10 15,5 1 1-15,2 0 2 16,0 4-1-16,-1 0-1 15,1 0 1-15,2 0 0 16,-4 0 0-16,1 4 1 0,-2 3-1 16,-2 0-1-16,-1-1 2 15,-1 4 0-15,0-1 1 16,-2-1 1-16,-5 2 0 16,0-2-1-16,-4 0-1 0,6-4 1 15,-3-1 0-15,3-3 0 16,1 0 1-16,1 0 4 15,3-7-3-15,0-1 0 16,0-3-2-16,9 1 4 16,-2 2-4-16,6-1-13 15,-1 5-6-15,-1 4-26 0,-1 0-33 16,-2-1-87-16</inkml:trace>
  <inkml:trace contextRef="#ctx0" brushRef="#br0" timeOffset="202437.75">3844 12211 108 0,'0'0'40'0,"0"0"2"0,0 0-9 16,0 0-2-16,0 0-3 15,0 0-8-15,4-40-5 16,-1 33-5-16,3 1-2 15,-2 1 1-15,4-1-2 16,-2 0 1-16,1 2-2 0,1 4-2 16,0 0-2-16,-2 0-1 15,1 0-2-15,-1 0 1 16,-1 6-2-16,-1-1 2 16,-1 1 0-16,-3 0 0 15,0-2 0-15,0 2 3 16,-3-1 2-16,-3-2-2 0,-1 1-1 15,0-3-1-15,-1-1 0 16,0 0 1-16,4 0 1 16,2-5-1-16,0-6-3 15,0-6-32-15,-3-12-157 16</inkml:trace>
  <inkml:trace contextRef="#ctx0" brushRef="#br0" timeOffset="210009.92">4313 11759 57 0,'0'0'24'0,"0"0"-20"0,0 0-2 0,0 0-1 16,0 0 8-16,0 0 7 16,0 0 1-16,0 0-7 15,0 0 7-15,0 0-4 16,13 2 1-16,-13-1-3 0,0-1-1 16,0 0 0-16,3 2-3 15,-1-1-1-15,0 0 3 16,1 2-2-16,3 3 2 15,1 4 2-15,-1 3-1 16,6 8 2-16,-4 6 5 0,3 7 3 16,-1 7 1-16,1 6-6 15,-2 1 0-15,2 1-6 16,-2-3 0-16,0-3-4 16,2-3 0-16,-4-4-3 0,-1-4 2 15,1-4-2-15,-3-4 0 16,-1-2 0-16,2-4-1 15,-3-5 0-15,0-1 1 16,-2-2-1-16,2-3 0 16,0-2 0-16,0 2 1 15,-1-4 0-15,3 1-1 0,-2-2-2 16,2 2-4-16,2-2-1 16,-4 0-2-16,0 1-2 15,0 1-14-15,0-4-18 16,-2 1-19-16,0-1-10 15,-4-3-103-15</inkml:trace>
  <inkml:trace contextRef="#ctx0" brushRef="#br0" timeOffset="210577.36">4421 11910 85 0,'0'0'16'0,"0"0"3"0,0 0-11 16,0 0-1-16,0 0 5 16,0 0 6-16,0 0-4 15,0 0-3-15,0 0 1 16,0 0 0-16,0 0 1 0,-6-16 1 16,6 15-5-16,0-1-1 15,0-2 5-15,0 0-6 16,0-1-2-16,3 0 1 15,4-1-2-15,0 0 0 16,1-1 1-16,4 0 4 0,-1 0-2 16,4-1 2-16,1 2-1 15,-1 0-3-15,2 2-3 16,1 3-2-16,-1 1 2 16,-1 0-2-16,1 0 1 15,0 4 0-15,-2 5 1 16,-3 0 3-16,-2 2-3 0,-1 1 0 15,-5 1 4-15,-4 1-3 16,1 5-1-16,-6 1 4 16,-8 2 0-16,-5 3-5 15,-5 0 3-15,1-4-4 16,0 0 8-16,1-6-5 0,2-8-62 16,5-7-106-16</inkml:trace>
  <inkml:trace contextRef="#ctx0" brushRef="#br0" timeOffset="-196353.81">1110 16152 52 0,'0'0'105'0,"0"0"-103"0,0 0 2 0,0 0 3 0,0 0 0 0,0 0 14 16,0 0 0-16,-40 17 0 16,29-11-2-16,2-2-1 15,0 1-4-15,-3 1-2 16,2-3-3-16,-1 3 3 0,-3 0 2 16,1-1-4-16,-1 2-1 15,-1 1-1-15,-4 3-1 16,2 3-3-16,-3 6 0 15,-3 4 0-15,3 7-2 16,-4 5-2-16,1 5 3 0,1 6-5 16,0 3 5-16,-1 2-4 15,1-2 3-15,2 0-2 16,0-4 0-16,-1-3 2 16,4 0-1-16,-1-2 1 15,2 3-2-15,-2-3 0 16,3 4 0-16,-1-2 0 0,1 1 0 15,1 0 0-15,1 0 0 16,-1 0 0-16,3 0 0 16,0 3 0-16,2 1 1 15,0-1 0-15,0 2 0 16,0-3-1-16,4-1 2 0,1-3 0 16,0 2-1-16,2-3 1 15,2-2 0-15,0 0-1 16,0 0 0-16,0 1 0 15,0-3 3-15,2 1-2 16,4-3-2-16,-2 2 0 16,3-4 0-16,0 1 0 0,2-1 0 15,0-2 0-15,1 3 0 16,2 0 1-16,1 3-1 16,1 0 0-16,4 0 1 0,0 3 0 15,2-2 2-15,0 0 0 16,0-2 0-16,3 1-3 15,-1-3 2-15,0 0 0 16,1-3-1-16,2 1 0 16,2 0 1-16,-4-2 2 15,4-2-2-15,3 1 1 0,1 1-2 16,2-2 1-16,1 0 0 16,2-3-1-16,0-3 0 15,-3-2 2-15,-1-6 3 16,3-2-4-16,-2-4-1 15,1 0 1-15,-3-3 0 0,5-1-2 16,-5 1 3-16,-2-2-2 16,2 0 0-16,-4-2-1 15,-2-1 1-15,0 0-1 16,-2 0 0-16,-4 0-1 16,2-5 2-16,-2-2-1 15,-1 0 0-15,1-4 0 0,-4 1 2 16,3-3 1-16,-3 2-2 15,3 1-1-15,-2-3 2 16,2 0-1-16,-3 3 0 16,3-1 1-16,-3 0-2 15,2-1 0-15,-1 1 1 0,-3 0 0 16,0-2-5-16,-1 0 5 16,-2-3 2-16,1 2 0 15,-1-4 1-15,1-2 1 16,-1-2 1-16,2 0-3 0,-1-2-1 15,1 1-1-15,1-1-1 16,-2 1 0-16,0 0 1 16,2 3 0-16,-4-1-1 15,3-2 1-15,-6 3 0 16,3-2 2-16,-2-4 1 16,-2 1 3-16,3-4-1 0,-3 1-1 15,1-2-2-15,2-3-2 16,-2 2 1-16,-1 0-1 15,1-1 0-15,-2 1-1 16,1-1 1-16,-2 0 0 0,1 1-1 16,-1 3 1-16,-1 1 0 15,0-3-1-15,0 3 0 16,-2-2 0-16,0 1 1 16,0-6 0-16,0 2 2 15,0-2-1-15,-7-4-1 16,1 0 1-16,-4 1-1 0,0-3 0 15,-2 2 0-15,3 1 0 16,-2 0 1-16,-3 2-2 16,3-3 1-16,-1 3-1 15,0 1 1-15,-3 0-1 16,1 0 0-16,1 1 0 0,-1 0-1 16,1 1 2-16,0-1-1 15,-1 1 0-15,1 2 1 16,-1 1-1-16,3 0 0 15,-3 1-1-15,3 0 2 16,-2 4-2-16,1-1 2 0,-1 2-1 16,-1 0-1-16,1 0 2 15,0 2-1-15,-1 1 0 16,-1 0 0-16,1 0 0 16,-1 2 0-16,1 0 0 15,-1 0-1-15,1 3 3 0,1 0-2 16,-1 1 0-16,3 0 0 15,-2 0 0-15,-1 0 0 16,4 0 0-16,-4 1 0 16,3-3 0-16,0 5 0 15,-1-4 0-15,1 3 0 0,-3-1-1 16,1 0 0-16,-2 2 0 16,-1 0 1-16,1 0 0 15,-3 0 2-15,-1 1 0 16,2 2 0-16,1-2-2 15,-1 1 1-15,-2-2-1 16,4 2 1-16,-1-1 0 0,3-1 0 16,-1 2-1-16,1-2 1 15,3 3 1-15,0-2-1 16,1 1 0-16,0-1 1 16,-2 2-1-16,2-1 0 15,2 0 6-15,-4 1-4 0,4 2-2 16,-2-1 0-16,-2 0-1 15,2 0 0-15,0 1 1 16,3 2 0-16,-6-3-1 16,3 3 0-16,1-2 1 0,-2 2-1 15,1 0 0-15,-1-1 0 16,3 3-1-16,-2 0-2 16,4 1 6-16,1 1-7 15,2 0 4-15,2 0-21 16,0 0-23-16,0 0-48 0,0-12-76 15</inkml:trace>
  <inkml:trace contextRef="#ctx0" brushRef="#br0" timeOffset="-195668.69">708 15689 146 0,'-20'0'2'0,"0"5"1"0,0 5 7 16,-1 2-3-16,0 9 1 16,0 4-5-16,1 6 3 15,0 4 4-15,4 1 0 0,1 1-3 16,3-2-2-16,5-1 1 16,5-4-3-16,2-3-2 15,0-2 0-15,5-2 0 16,7-5-1-16,5-3 0 15,3-4 0-15,2-3 2 16,1-3 2-16,3-3-1 0,1-2 2 16,0 0 3-16,0-5-3 15,-3-4-5-15,-1-4-25 16,-3-3-16-16,-7-3-68 16</inkml:trace>
  <inkml:trace contextRef="#ctx0" brushRef="#br0" timeOffset="-195339.85">862 15649 126 0,'0'0'46'0,"0"0"-39"0,0 0 7 16,0 0-5-16,0 0-6 16,0 0 4-16,0 0-1 15,-8 39 0-15,8-18-2 16,-1 6-1-16,-1 3-3 16,0 5 3-16,2 0-2 0,0 1 1 15,-3-3-1-15,3 1 2 16,0-3 0-16,0-1 2 15,0-4-1-15,0-1 0 16,0-6-11-16,0-8-61 16</inkml:trace>
  <inkml:trace contextRef="#ctx0" brushRef="#br0" timeOffset="-194188.1">1039 15830 198 0,'0'0'2'16,"0"0"-2"-16,0 0 1 15,0-44-1-15,0 34 5 16,0 4 30-16,0 1-12 0,-2 1-9 16,-4 2-6-16,-2 2-4 15,1 0-3-15,-1 0-2 16,-2 4 2-16,1 6-1 16,-1 3 1-16,0 2-2 15,1 4 1-15,3 0 0 0,-1 3 1 16,3-1-1-16,-1 2 0 15,3-2 0-15,2-2 1 16,0-1-2-16,0-1 1 16,0-3 1-16,7-2-1 15,0-1 0-15,1-5 1 16,-1-2 0-16,0-1 2 0,2-3 1 16,-1 0 0-16,1-3 3 15,1-5-1-15,-4-4-3 16,3 0-3-16,-5 0 0 15,2-1-2-15,-4 2 1 0,0 2 1 16,-2-2 0-16,0 5 0 16,0-1 0-16,0 3-1 15,0 0 1-15,0 1 1 16,0 2-1-16,0 1 1 16,0 0-1-16,0 0-5 0,0 0-1 15,0 1 3-15,0 6 1 16,4 0 2-16,1 0 0 15,1 2 0-15,1-2 0 16,2 0 0-16,2 1 0 16,-2-2 1-16,3-2-1 15,0-2 1-15,2-2 0 0,-1 0 1 16,0 0 4-16,1-10-2 16,-3-3 0-16,3 0-2 15,-3-4 0-15,-2 2 1 16,2-1-3-16,-4 1 0 15,1 3 0-15,-3 2 0 0,2 3 0 16,-2 3-3-16,3 2-1 16,1 2-2-16,1 0 0 15,3 6 3-15,-1 5 1 16,-2 2-1-16,-1 3 3 16,-3 1 0-16,-3 1 0 0,-1-1 1 15,-2-1 0-15,0-2 0 16,0 0 0-16,-7-2 0 15,1-2 2-15,-3-2-1 16,1-5 2-16,-2 1-1 16,5-1 1-16,1-3 2 0,0 0-5 15,4 0 2-15,0 0-2 16,0-5 4-16,2-3-4 16,6-2 0-16,1 0-1 15,3-2 0-15,1-1 0 16,-2 0 0-16,3 2 0 0,-1-1 0 15,-1 2 0-15,0 1 0 16,-3 0 0-16,1 3-1 16,-1 1 0-16,3 2-2 15,-2 0 1-15,1 3-2 16,-2 0 0-16,4 0 0 0,-6 3-1 16,0 5 2-16,-3 4 0 15,1 0 2-15,-5 4 2 16,0 1 3-16,-3 3-3 15,-4 3 1-15,-3 1-1 16,-1 0 0-16,-1-3-12 0,1-2-35 16,3-7-31-16,-4-7-79 15</inkml:trace>
  <inkml:trace contextRef="#ctx0" brushRef="#br0" timeOffset="-193651.91">1589 15798 244 0,'0'-9'27'0,"0"-3"-24"15,0 1 0-15,0 2-2 16,0 1-1-16,2-1 1 0,2 3 0 16,-1 3 0-16,3 1-3 15,1 2 0-15,4 0-3 16,0 0-2-16,5 5 4 16,-3 8 2-16,2 3 4 15,2 5-3-15,-1 2 2 0,-3 7-1 16,0 1 0-16,-2 2 0 15,-2 0 0-15,-4 0 0 16,-1 0 0-16,-2-3-1 16,-2 1 2-16,0-2 0 15,-9 0 0-15,-1-3-1 0,-7-2 1 16,2-2 0-16,-3-4-1 16,1-5 3-16,1-6-2 15,3-4 1-15,3-3 3 16,1 0 5-16,3-3 9 15,2-7-10-15,4 0-4 0,0-4-7 16,4 1 1-16,11-3-1 16,5 1-2-16,5-4-1 15,4 1 1-15,7-1 2 16,4 1 1-16,3 2 1 16,-3 2 0-16,0-2 0 15,-9-1-26-15,-6-4-70 0</inkml:trace>
  <inkml:trace contextRef="#ctx0" brushRef="#br0" timeOffset="-192022.65">907 15104 45 0,'29'23'52'0,"0"-5"2"0,2-2-10 15,2-5 9-15,-1-1-21 16,2-3-27-16,4 0 29 15,-5-1-28-15,3 1-1 16,-1 0-5-16,1 0 2 16,-2 2-1-16,-3-2 0 0,0-1 0 15,-4 1-1-15,0-2 1 16,-2-2 0-16,-1-1 1 16,-4-2 3-16,1 1-1 15,1-1 11-15,-1 0 8 16,0-6-7-16,0-2-7 0,1-2-5 15,-2 3-1-15,0-6 4 16,1 0-1-16,-4 0 1 16,3-4 3-16,-4-4 4 15,2 0-1-15,-3-6-5 0,5-4-2 16,-1-6 0-16,0-2-3 16,2-3-1-16,-1-4 1 15,0-2-2-15,2-3 1 16,-1-2-2-16,-2 1 0 15,0-2 1-15,1 1-1 16,-5 3 1-16,1 7-1 0,-3 4 1 16,-4 4-1-16,0 3 1 15,-6 1 1-15,-3 3-1 16,0-1 2-16,-3-2-1 16,-8-2 1-16,-2 1-1 15,-3-4-1-15,-2-1 0 0,-2-2-1 16,-3-3 1-16,-2 1-1 15,-1-3 0-15,-3 3 0 16,-2 0 0-16,0 1-1 16,-1 3 2-16,-1 4-14 15,2 2-26-15,2 2-11 0,-3 3-17 16,3 0 7-16,0-1-3 16,-2 0-23-16,0-1-47 15</inkml:trace>
  <inkml:trace contextRef="#ctx0" brushRef="#br0" timeOffset="-189919.02">1029 15232 20 0,'0'0'159'0,"0"0"-154"0,0 0-2 0,0 0 0 0,0 0 8 16,0 0 6-16,-39 22 17 15,36-22-10-15,1-4-7 16,-2-3-6-16,2 0-7 16,0-3 1-16,-1 0 5 15,-2 2 3-15,1-4 8 0,-1 4 2 16,-1-1-3-16,-1 1-8 15,-2-1 0-15,0 2-2 16,-2 0-5-16,-1-3-1 16,-1 0 4-16,0 0-1 15,-3-1 0-15,1-2-5 0,-1 0-1 16,1-2 2-16,-1 0 3 16,1-2 1-16,-1-1-2 15,3 0-3-15,-4-4 2 16,4-2-1-16,-3-3 2 15,1-4-5-15,-1-3 0 16,-1 0 3-16,3-3-2 0,-1 3-1 16,-1-2 1-16,3-1-2 15,1 2 1-15,1-3 0 16,2-1 0-16,0 0 0 16,0-1 1-16,3 0-1 0,3 0 0 15,-1 0 0-15,4 2 0 16,0 0-1-16,0 0 0 15,2 0 1-15,5-1 0 16,3 0 0-16,0-1 0 16,3-2-2-16,2 1 2 15,3-2-1-15,1-2-1 0,2 1 1 16,4 1 0-16,2-2 1 16,0 5 0-16,2 0 0 15,0-1 0-15,1 1 0 16,1 0 0-16,2 0 0 15,-1-1 0-15,5 4-1 0,-1 2 1 16,-1 2 0-16,4 2 0 16,-3 7 0-16,-1 1-1 15,1 4 2-15,-5 2-1 16,-2 3 0-16,-2 3 0 16,-2 1-1-16,-2 3 0 0,-2 2 1 15,0 1-1-15,1 3 1 16,0 1 0-16,1 0 2 15,-1 0 0-15,-2 0-2 16,2 0 0-16,-3 3 0 16,-4 3 0-16,3 2-1 0,-3 3 0 15,-1 2 2-15,-3 1-1 16,1 4 0-16,-1 1 1 16,-1 4 0-16,0 1 2 15,1 2-2-15,0 1 1 16,1 4-1-16,0-3-1 15,-1 4 0-15,1-3 0 0,1 1 1 16,-1 2-1-16,-3-1 0 16,2 1 1-16,0 1-1 15,-2 4 1-15,2 3 0 16,-5 4-4-16,2 3-22 0,-8 0-75 16,2-5-43-16</inkml:trace>
  <inkml:trace contextRef="#ctx0" brushRef="#br0" timeOffset="-189245.93">844 12742 165 0,'-13'-12'27'0,"0"-1"-4"16,-3 1-1-16,-2 1 7 0,2 2 0 15,0 6-1-15,1 3-9 16,-1 0 6-16,1 5-11 16,1 10-5-16,1 11-6 15,4 7 0-15,3 9-5 16,0 6 4-16,6 5-2 15,1 2 0-15,6-2 0 0,4-5 0 16,4-4 0-16,1-4-2 16,2-6 0-16,2-7-1 15,0-4-1-15,1-8 3 16,-2-5-2-16,2-8-1 16,1-2-1-16,0-7-12 0,-2-13-20 15,-4-6 7-15,2-4-4 16,-7-5-20-16,0-6-29 15</inkml:trace>
  <inkml:trace contextRef="#ctx0" brushRef="#br0" timeOffset="-188983.84">889 12675 237 0,'0'0'3'15,"0"0"-4"-15,0 0-7 16,0 0 5-16,7 54 2 16,3-28 1-16,2 5 4 15,1 6 7-15,3 4-8 16,-1 0 0-16,4 2 0 0,-4-6 0 16,3 1 0-16,1-5-1 15,-6-3 0-15,-1-4-13 16,0-5-35-16,-3-11-112 15</inkml:trace>
  <inkml:trace contextRef="#ctx0" brushRef="#br0" timeOffset="-188064.78">1184 12802 248 0,'0'0'3'16,"0"0"1"-16,0 0-1 0,-32 38 0 16,24-21-3-16,-1 4 0 15,2-1 1-15,0-1 1 16,1 2-1-16,5-1-1 15,2-2 0-15,-1 2 0 16,0-4 0-16,2 2-1 0,7-2 1 16,-2-3 0-16,1-1 0 15,1-3-2-15,-1-2 1 16,0-1 1-16,-1-6-3 16,-3 0 0-16,0-9-2 15,-1-5 17-15,-3-4-7 0,0-2-1 16,0 3 0-16,0 0-3 15,-5 4 1-15,1 3 11 16,2 4 6-16,0 2 5 16,-1 1 1-16,1 2 1 15,2 1-15-15,0 0-13 0,0 0-6 16,0 0 0-16,2 3 5 16,5 4 2-16,2 0 2 15,2 2 0-15,2-1-2 16,1 0 1-16,-3-2 0 15,2 0 0-15,-1-3 0 0,-1-3 0 16,-3 0-3-16,2-3 2 16,-1-9 11-16,-3-6-1 15,2-5-3-15,0 0-2 16,-3-1-2-16,1 0 0 16,-2 4-2-16,-1 3 0 0,2 6 0 15,-3 1-1-15,2 4-3 16,-1 5-1-16,3 1-5 15,-2 0-2-15,3 1 10 16,1 9 2-16,0 3 1 16,-1 3 3-16,-1 0 0 0,-2 0 0 15,4 0-1-15,-6-5 0 16,2 1-3-16,-1-4 1 16,1-2-2-16,-2-3-3 15,2-3-4-15,-1 0-3 16,4-4 2-16,-3-9 15 0,3-6-1 15,1-4-3-15,0-5-1 16,-2 1 2-16,1 1-3 16,-1 2 0-16,1 6 0 15,0 5-2-15,-2 7-1 16,1 4-3-16,-2 2-8 0,1 2 6 16,-1 10 6-16,1 6 7 15,-2 4 1-15,-3 3 0 16,0 2 1-16,2 0-2 15,-2-3-2-15,0 0 1 16,0-5-4-16,-4-1-36 0,0-7-28 16,-2-4-20-16,1-7-107 15</inkml:trace>
  <inkml:trace contextRef="#ctx0" brushRef="#br0" timeOffset="-187776.61">1671 12350 302 0,'0'0'35'0,"0"0"-28"0,0 0-26 16,12 47 14-16,-4-16 5 15,1 6 3-15,3 8-2 16,1 5 0-16,3 1-1 16,-1 3 2-16,1 0 2 15,-5-7-2-15,-7-11-86 0</inkml:trace>
  <inkml:trace contextRef="#ctx0" brushRef="#br0" timeOffset="-180532.62">9052 13682 31 0,'0'0'26'0,"0"0"-25"0,0 0 60 0,0 0-17 16,0 0-34-16,0 0 7 16,0 0 5-16,0 0 2 15,0 0-4-15,0 0-2 0,0 0-6 16,0 0-1-16,-28-37-3 16,24 35-2-16,-4 0-1 15,0 1-1-15,0-3 1 16,-1-2 0-16,-3 0-1 15,1-2 0-15,-4-4 0 0,1 2 0 16,-1-4-1-16,-3 4 0 16,3-3 2-16,-2 6 1 15,-1-3-1-15,1 3-1 16,-2 2 2-16,-2 0-3 16,2 4 1-16,-3 1 1 0,0 0-2 15,-2 0 1-15,1 0-2 16,0 7-1-16,-4 3 0 15,3 1 1-15,-1 4 2 16,-1 0-4-16,1 2 1 16,0 2 0-16,3-1 0 0,2 1 0 15,-2-1-1-15,6 0 0 16,0-2 1-16,3 1-1 16,-1 0 1-16,3 1-1 15,3 0 0-15,-2 0 0 16,1-1 0-16,1 0 0 0,-1 0 0 15,0 0 0-15,2-1 0 16,-1 2 0-16,3-1 0 16,-4 1-1-16,4 0 2 15,1 3-2-15,-1-1 2 16,1-1-2-16,0 2 1 0,-2 0 0 16,4 0-1-16,0-1 1 15,2 2 1-15,0-1 0 16,0 3-1-16,2 2 0 15,2-1 0-15,6 2 1 16,-3-1-1-16,3 1 0 16,2 0 0-16,1 1 1 0,1-4 3 15,1 1-2-15,1 0 1 16,2-4-2-16,0-1 3 16,0 4-3-16,4-2 3 15,-3-1 1-15,4 0-3 16,0 2 0-16,-1 0 2 0,1-2-1 15,1-1-2-15,3 1 3 16,-3-2 3-16,1-2-3 16,2 0-3-16,0-2 1 15,-3-2 7-15,1-1-2 0,0-1-4 16,0-4-1-16,1 2 1 16,-4-4 2-16,-1-2 3 15,1-2-2-15,-4-1 1 16,4 0 3-16,-4 0-5 15,-3 0 0-15,4-3 1 16,-4-5 0-16,1 1-1 0,-1 0 2 16,-1-4-3-16,-1 2 0 15,1 0-3-15,-1 0 0 16,0 1 0-16,-1-3 1 16,-1 2-1-16,1 0 1 15,0 0-1-15,1-2 1 0,1-1-1 16,-3 1 2-16,3-2-1 15,-3 0-1-15,2-2 0 16,1-2 3-16,-3 0-2 16,3-2-1-16,-4 3 0 15,1-2 0-15,1 1-1 0,-1 3 0 16,-4-2 1-16,4 2-1 16,-4-1 1-16,1 0-1 15,-1 1 0-15,1 3 0 16,0-3 0-16,-3 2 0 15,3-1 1-15,-3 1-1 16,2-1 1-16,-3 0-1 0,0 0 0 16,-1 2 0-16,1-2 0 15,-2 0 0-15,0-1 0 16,0 0 1-16,-2-2-1 16,0-1-1-16,0 0 1 0,0 0 0 15,0-1 0-15,0-1 0 16,0-1 0-16,-2 0-1 15,0-1 1-15,-2 1 0 16,-1-4-1-16,-1 1 1 16,-1-1 0-16,0 1 0 0,0-1 0 15,1-1 0-15,-1 1-1 16,1-2 1-16,-2 2 0 16,2 0-1-16,2 0 1 15,-3 1 0-15,-2 0 0 16,2 3 0-16,-1-1 0 15,1 5 0-15,-3-1 0 0,2 0 0 16,-1 3 0-16,-3 0 0 16,1 1 0-16,0 0 0 15,0 2 0-15,0 0 1 16,0 2-1-16,-1-1 0 16,1 3 0-16,3 4 0 0,-4-4 1 15,3 3-2-15,1 0 2 16,-2-1 0-16,1 1-2 15,-2-3 2-15,2 0-1 16,0-3 0-16,-3 1 0 16,2 0 0-16,1 1 1 0,0 1-2 15,-1 3 1-15,0 3 0 16,1 1-3-16,-4 5-45 16,-3 10-23-16,-8 1-74 15,-4-4-54-15</inkml:trace>
  <inkml:trace contextRef="#ctx0" brushRef="#br0" timeOffset="-178376.28">9064 16595 149 0,'0'0'-89'0,"0"0"202"0,-2-3-110 16,0-5 1-16,0-2 9 15,-2 1-6-15,1-1 6 16,-1 1 5-16,0-1 8 16,-1 1-5-16,2 4-2 0,-3 0-3 15,2-1 1-15,-1 2-5 16,1-1 3-16,-2 2 0 16,0-2 2-16,-1 1-5 15,1 0-2-15,-3 0-3 16,-2-3 2-16,0 2 0 15,0-3-2-15,-5-2-1 0,3 3 5 16,-3 0-2-16,-1 0-2 16,2 2-2-16,2 2 0 15,-5 2-3-15,3 1-1 16,-3 0 0-16,-1 0-1 0,0 6 1 16,-2 4 0-16,-1 1-1 15,0 0 0-15,-2 6 1 16,-3 2-1-16,-1 3 2 15,0 3-1-15,0 0 0 16,2 5-1-16,2 0 1 0,-1 1-1 16,3 0-1-16,4-1 1 15,-3 1 0-15,5-1 1 16,1 2-1-16,1 2-2 16,1 1 4-16,1 6-2 15,2 1 1-15,3 1-1 0,1-4 0 16,2 1 1-16,4-5-2 15,0 2 2-15,0 0-1 16,6 3 0-16,5 1 0 16,0 2 3-16,5 1 1 15,2 1-2-15,1-1-2 16,6 0 0-16,2-3 1 0,2 1-1 16,2-3 1-16,1-5 0 15,1-1 0-15,-2-2 0 16,1-5 0-16,1-2 0 15,-2-1 0-15,1-5 0 16,1 0-1-16,-2-6 0 0,1-1 2 16,1-2 0-16,4-2 0 15,-4-3 2-15,-2 1-2 16,1 0-1-16,-3-1 0 16,-5-1 1-16,-2-1 1 15,-1 0-1-15,-4 0 1 0,1-1 1 16,1 2 2-16,-4-1 0 15,3-2-3-15,-3 0 0 16,1 0-1-16,-2 0 2 16,1-5 1-16,1-2 1 15,-4-3-1-15,0-1 0 0,1-1 0 16,-1-3 0-16,1-1 1 16,-1-2-1-16,-1-1-1 15,-2 0-1-15,4-1 0 16,-4 0-1-16,0 0 2 15,-1 4-3-15,2-4 1 0,-1-1-2 16,-3 1 3-16,2-1 0 16,0-2 1-16,-1-1-2 15,0 1 1-15,-1 2-3 16,-1 0 1-16,-1-1 1 16,-3 1 0-16,1-2 0 0,0 2 1 15,-2 2 1-15,2-4-2 16,-2 1 2-16,0 1-2 15,0-1-1-15,0 0 0 16,-2 0 0-16,0-2-1 16,-1-1 0-16,-3-2 0 0,-1-3 0 15,2 0 0-15,-4-4-1 16,1 0 1-16,0-3 0 16,-4-3 0-16,3-1 0 15,-3 0 0-15,1 1 0 16,0 2 0-16,0 2 0 0,2 2 0 15,0 0 1-15,2 4-2 16,-2-1 1-16,1 1-1 16,-1-1 0-16,-1 3 0 15,1 1 1-15,-3 2 0 16,0 1-2-16,1 4 3 0,-3 2-2 16,1 0 0-16,2 3 1 15,-1 3 0-15,1 1-1 16,-2 2 1-16,6 0 1 15,-2 2-2-15,3 1 2 16,-2 2-2-16,2 1 1 0,1 0 0 16,1 1 0-16,-2 0 0 15,1-1-1-15,0 3 1 16,1-1 1-16,-1 0-1 16,-1-1 0-16,0 2 0 15,1 0 0-15,-2 0 0 16,0-1 0-16,-1-1 1 0,1 2-1 15,-3 0 0-15,2 0 0 16,-1 0 0-16,-1 0 0 16,-3 0 0-16,1 0 0 15,-2 0 1-15,-2 5-1 16,-2 1-1-16,-4 0 1 0,2 6 0 16,-5 2-2-16,-2 6 2 15,-2 1-2-15,2 2-18 16,-6-1-49-16,-5-9-26 15,-11-11-140-15</inkml:trace>
  <inkml:trace contextRef="#ctx0" brushRef="#br0" timeOffset="-169989.62">19069 13695 48 0,'6'-3'-1'0,"-4"2"11"0,2-1 84 0,-2-2-82 16,0-1 18-16,0 2 1 15,0-2-11-15,0 1-3 0,-2 1-2 16,2 2-5-16,-2-2 3 16,0 2-2-16,0-1-3 15,1-1 1-15,-1 2 0 16,0-2 6-16,0 0-3 15,0 0-1-15,0-1 2 16,0-1-2-16,-3-1 1 0,-3-1-3 16,-2 0 1-16,-2-1-4 15,-3 0 4-15,-3-1-3 16,2 0 3-16,-6 0 0 16,-1 2-1-16,-2 1-2 15,-4 3-4-15,-2 1-2 0,-2 2 0 16,-5 0 1-16,-1 0-2 15,-3-2 0-15,-2 5 0 16,-1-2 0-16,-4 1 0 16,2-1 1-16,1 2-1 0,-5-1 1 15,2 2 1-15,-4 1 2 16,0 4-1-16,-1 1-3 16,0-2 1-16,-2 0-1 15,5 1 2-15,0-4-2 16,0-3 0-16,2-1 1 0,1-2-1 15,1 1 2-15,5-4-1 16,4-6 2-16,1-1-1 16,2-2 1-16,0 3-1 15,2-1 0-15,1 2 1 16,2 2-2-16,-6 0-1 16,4 4 2-16,0 2-2 0,3 1 0 15,-2 0 0-15,0-2 0 16,2 2 0-16,-4 0 1 15,0 0-1-15,-1 0 0 16,-1 0 0-16,-2 0 0 16,-2 0 0-16,1 0 1 0,-1-2-1 15,3-1 0-15,-1 0-1 16,1 0 2-16,1 3-1 16,1 0 0-16,-2 0 0 15,1 0 0-15,-1 7 0 16,0 0 0-16,-2 0-1 0,1 3 1 15,-4-2 0-15,2 1 0 16,1 2 0-16,-2 1 0 16,-2 2 0-16,-1 0 0 15,0 2 0-15,1 0 0 16,-2-1 0-16,1 3 0 0,3 1 0 16,2-1 0-16,4 3-1 15,2 0 2-15,3 3-1 16,2 1 0-16,2 2 0 15,1 4-1-15,6 4 0 16,-2 0 1-16,5 1 0 0,3-2 0 16,4 0-1-16,6 0 0 15,0-4 2-15,0-3-1 16,8 2-1-16,3-1 1 16,2 0 0-16,2 1 0 15,1-1 0-15,2-1 0 16,0 2 0-16,-2 0 0 0,3-2 0 15,-1 0 0-15,3 2 1 16,1-1-1-16,-2 0 0 16,4 1 0-16,1-1 0 15,2 1 0-15,-2-4 0 0,4 1 0 16,-3-5 0-16,3 0 0 16,-2-5 0-16,0-3 0 15,0-2 1-15,-2-1-3 16,1-3 3-16,1-2-1 15,0-1 0-15,4-1 1 16,-2 0 0-16,2-1-1 0,1 3 0 16,4 0 0-16,-2 1 0 15,1 1 0-15,0 0 0 16,2 0-1-16,2 0 2 16,0-1-2-16,-1 0 1 15,2 1 1-15,1 1-1 0,0-1 0 16,0 3-1-16,1 0 1 15,0 0 0-15,1 0 0 16,0-1 0-16,1-1 1 16,2-1-1-16,0-1 0 0,1-3 1 15,-4-2-1-15,-1-1 0 16,-1 0 0-16,-2 0 1 16,-3 0-1-16,-2 0 0 15,1 0 1-15,-2 3-1 16,1 3 0-16,-4-1 0 0,-1 1 0 15,-3 0 0-15,-3-1-1 16,0 0 2-16,-1-3 0 16,-3-1 0-16,2-1 0 15,0 0 0-15,-2 0 0 16,1 0 0-16,-3 0-1 16,2-3 1-16,-1 0 1 0,-1-1-1 15,-2 0-1-15,2-1 1 16,1 2-1-16,-1-1 1 15,2 0-1-15,-1-1 0 16,1 2 1-16,1-2-1 0,0-1 0 16,-1 2 1-16,3-3-1 15,-2 2 1-15,2-1-2 16,-1 0 1-16,1 0 0 16,-3-1 1-16,3 1-1 15,-2 1 0-15,1-2 0 16,-3 1 0-16,2 0 0 0,-1-1 1 15,3-1-1-15,-4 2 0 16,4-2 0-16,-4 0 1 16,-3 1-1-16,2-1 0 15,-4-2-1-15,0 1 2 16,-1 1 0-16,0-3-1 0,-2 2 1 16,1-2 0-16,-2 1 0 15,2 0 2-15,0 0-2 16,-4 1-1-16,4-2 2 15,-2 1-2-15,-2 0 0 16,1-1 0-16,-1-1 0 0,0-1 0 16,-1-1 0-16,1 0 1 15,-3 0-1-15,0 0 1 16,0-1-1-16,0 0 3 16,-2-1-2-16,-1-2 0 15,1-2-1-15,1-3 1 0,0 2-1 16,-3-3 0-16,2 0 1 15,0 0-1-15,-1 2 1 16,1 1-1-16,0-1 1 16,3 4-1-16,-3 1 1 15,1 1-1-15,0 1 0 16,0 0 0-16,-1 0 0 0,0 3 0 16,0-4 0-16,-2 1 0 15,1 1 0-15,-1-1 0 16,2 0 0-16,-1 0 0 15,0 2 0-15,3-1 0 16,-1 2 0-16,-1-1 0 0,0 1 1 16,1-2-1-16,1-1 0 15,0 2 0-15,-1-2 0 16,0 1 0-16,0-2 1 16,1 0-1-16,-1 1 0 15,-1-1 0-15,0 2 0 0,0 1 0 16,1 2 0-16,-1 1 0 15,-2 0 0-15,0 0 1 16,0 3-1-16,0-2 0 16,0-2 0-16,0 1 1 15,0-1-1-15,0-1 0 0,0-1 0 16,0 1 1-16,0 0-1 16,0 0 1-16,0 2 0 15,0 0 1-15,0 1-1 16,0 1 0-16,0-1 0 15,-2 2 0-15,2-1-1 0,-3-1 1 16,0-1-1-16,-3 2 0 16,0-4 1-16,-3 0-1 15,-2-1 0-15,-2-3 0 16,-1 4 0-16,0-3 0 16,-1 5 0-16,1 2-1 0,4 3-1 15,3 4-30-15,0 0-30 16,0-5-114-16,1-8-76 15</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26:58.900"/>
    </inkml:context>
    <inkml:brush xml:id="br0">
      <inkml:brushProperty name="width" value="0.05292" units="cm"/>
      <inkml:brushProperty name="height" value="0.05292" units="cm"/>
      <inkml:brushProperty name="color" value="#FF0000"/>
    </inkml:brush>
  </inkml:definitions>
  <inkml:trace contextRef="#ctx0" brushRef="#br0">21878 6311 52 0,'5'-7'128'0,"-5"0"-109"0,0 1 13 0,2 3 4 16,-2-1-9-16,0 4 3 15,1 0-7-15,1 2-21 16,0 7 5-16,2 7 17 0,0 4-2 16,-1 7 2-16,3 4-5 15,1 5-2-15,-1 4-4 16,2 1-3-16,0 0-7 16,-2 0-1-16,2-2-2 15,-4-4 1-15,1-2-1 0,-1-6 0 16,-4-6 0-16,0-3 0 15,0-6 0-15,0-4-10 16,-4-3-33-16,-3-3-26 16,-1-2-25-16,0-7-32 15</inkml:trace>
  <inkml:trace contextRef="#ctx0" brushRef="#br0" timeOffset="901.67">21948 6600 198 0,'0'0'45'15,"0"0"-13"-15,0 0-10 16,0 0 7-16,0 0-15 16,0 0-8-16,0 0 1 15,0 0 3-15,-58 34-3 0,31-14 0 16,-5 3-5-16,-9 3-1 15,-3 0-1-15,-7-1 1 16,0 2-1-16,-3-1 0 16,2-2 0-16,2-4 1 15,6-3-2-15,5 0 3 0,10-3-2 16,6-4-1-16,9-1 2 16,8-4-2-16,6 1 1 15,2 0-1-15,13-3 2 16,8 0 0-16,9-1 3 15,7 1 11-15,7 1 2 0,4 2 6 16,-1 1-7-16,-1 2-7 16,-6 3-6-16,-8 5-1 15,-8-1-2-15,-8 2 0 16,-8 4 0-16,-6-1 0 16,-4 3 1-16,-8 3-1 15,-11 0 0-15,-8 1 1 0,-6 1-1 16,-5-2 1-16,-6 1-1 15,-1 0 0-15,-3-2 1 16,-3 1-1-16,0-1 0 16,6 1 1-16,4-4-2 0,6-2 1 15,10-1 0-15,6-3 0 16,11-3 0-16,4-3 0 16,4-1 0-16,10-4 0 15,13 1 0-15,9-4 0 16,9-1 1-16,9-2 6 0,6 0 2 15,5 0-3-15,5-3 4 16,-1-2 1-16,-1 1-3 16,-2 0-5-16,-7 1 3 15,-8 2-2-15,-7-1-4 16,-6 2 2-16,-11 0-2 16,-5-3 1-16,-7 1-1 0,-2-1 0 15,-5-2 2-15,-4-3 0 16,0-1-1-16,0-3-1 15,-5-2 1-15,-3-1-1 16,1-1 0-16,-4 2 0 0,4 0 0 16,1 4 0-16,3 4 0 15,-1 4 1-15,4 2 13 16,-2 0-4-16,2 10-10 16,0 5 1-16,0 7 5 15,2 4 6-15,4 3-7 16,3 1 0-16,-4-2-2 0,4 1-3 15,-4-4 1-15,1-1-1 16,-2-5 0-16,-3-3 0 16,1-1-13-16,-2-4-21 15,1-2-14-15,-1-1-23 16,1-3-41-16,1-4 1 0</inkml:trace>
  <inkml:trace contextRef="#ctx0" brushRef="#br0" timeOffset="1196.78">22231 7606 209 0,'0'0'22'0,"0"0"48"0,0 0 8 0,0 0-15 16,0 0-34-16,0 0-20 16,0 0 12-16,0 0 4 15,0 0-9-15,32 47-6 16,-28-23-7-16,-4-2-2 0,2 1-1 16,-2-1 0-16,0 1-1 15,0-2-34-15,0-5-34 16,-2-8-77-16,-1-6-98 0</inkml:trace>
  <inkml:trace contextRef="#ctx0" brushRef="#br0" timeOffset="1625.16">23170 7092 252 0,'0'0'4'0,"0"0"25"0,0 0 16 0,0 0-24 0,0 0-15 15,45-18 1-15,-14 15-2 16,3 0 1-16,2 3-4 16,1 0-2-16,-8 0 1 0,-2 3-2 15,-6 6-34-15,-8-1-28 16,-7-1-27-16</inkml:trace>
  <inkml:trace contextRef="#ctx0" brushRef="#br0" timeOffset="1782.78">23134 7279 200 0,'0'0'4'15,"0"0"-3"-15,0 0 3 16,61 6 3-16,-24-6 2 0,7 0-6 16,4-6-3-16,3-5-2 15,4-6-72-15</inkml:trace>
  <inkml:trace contextRef="#ctx0" brushRef="#br0" timeOffset="2075.17">24305 6484 381 0,'0'0'5'16,"0"0"-4"-16,0 0-1 15,12 42 2-15,-12-10-1 16,0 5-1-16,0 7 1 0,-6 2-1 16,0-1 1-16,0-2-1 15,1-5 0-15,1-4-46 16,-3-11-38-16,2-10-28 15</inkml:trace>
  <inkml:trace contextRef="#ctx0" brushRef="#br0" timeOffset="2734.48">24300 6736 298 0,'0'0'17'0,"0"0"-10"15,0 0 24-15,0 0-27 16,0 0-1-16,0 0 14 16,0 0 12-16,-59 36-11 15,31-20-9-15,-2 0-4 0,-4 1 0 16,-2 1-2-16,-4-1-2 16,0-1-1-16,2 0 1 15,6-1-1-15,3-3 0 16,8 0 0-16,9-1 1 15,7 0-1-15,5-3 0 0,3 2 0 16,13 0 0-16,7-1 0 16,6 1 1-16,5-2-1 15,3 2 0-15,-2 0 0 16,-4 2 2-16,-6 3 0 16,-7-1-2-16,-9 5 0 0,-9 3 1 15,-1 0-1-15,-19 4 0 16,-10 0 1-16,-9 3-1 15,-5-4 1-15,-6 2-1 16,2-3 0-16,4-2 0 16,4-2 1-16,11-2-1 0,8-2 0 15,11-5 0-15,6 0 0 16,4-3 0-16,18-3 0 16,6-5 0-16,15 0 4 15,9-1-2-15,6-11 2 16,5 1 4-16,0-3 6 15,-2 1 2-15,-8 3-2 0,-7 3 0 16,-10 3-4-16,-11 2-2 16,-7 2 1-16,-7 0-3 15,-3 10-3-15,-4 5 0 16,0 3 0-16,0 6 4 0,-6 3-2 16,1 3-3-16,-2 1 0 15,1-1-2-15,3-2 0 16,-1-1 0-16,2-3 0 15,0-2-7-15,0-2-36 16,-1-5-25-16,-3-2-64 16,1-7-11-16</inkml:trace>
  <inkml:trace contextRef="#ctx0" brushRef="#br0" timeOffset="3200.77">24417 7607 361 0,'0'0'53'0,"0"0"-11"0,45-50-3 0,-25 36-14 16,-5-1-4-16,2 5-3 0,1 2-7 16,-2 5-6-16,1 3-3 15,-4 0-3-15,-3 4 2 16,-1 9-1-16,-4 3 0 15,0 1 0-15,-5 1-1 16,0 2 1-16,0 1 0 0,-9 1-2 16,-2-1 0-16,2 0-1 15,-4-1 1-15,1-1 0 16,-1-2 1-16,2-2 1 16,3-3 0-16,3-1 0 15,2-5 0-15,3-1 0 0,0-2 0 16,2-3 0-16,12 2 1 15,8-2-1-15,5 0 1 16,4 0 0-16,9 0 0 16,3-4 1-16,2-1-1 15,-1 1 6-15,-6 1 0 0,-4 0-4 16,-11 2-3-16,-8 1 1 16,-9 0-2-16,-6 0 2 15,0 4-23-15,-15 0-30 16,-10-4-72-16,-4 0-147 15</inkml:trace>
  <inkml:trace contextRef="#ctx0" brushRef="#br0" timeOffset="6059.05">27037 6438 255 0,'2'0'2'0,"-2"-5"16"0,0 0 2 0,0 0-6 16,0 0-1-16,-7 2 0 16,-5-3 3-16,-1 0 1 15,-5 0 4-15,-2 0-9 16,-4 1 5-16,-3 2 0 0,-5-1-1 15,0 4-3-15,0 0-2 16,-3 0 1-16,1 9-2 16,3 2-3-16,1 6-1 15,5 0-4-15,4 3-1 16,7-1 0-16,1 2-1 0,10-3-1 16,3-1 2-16,1-1-2 15,17-3 2-15,6-3-1 16,5-2 1-16,6-3-1 15,4-1 0-15,1-3 1 16,3 5-1-16,-5 2 0 0,-3 3 0 16,-4 4 1-16,-5 2-1 15,-4 4 0-15,-5 1 0 16,-8 2 0-16,0 0 1 16,-8-1-1-16,-1-1 0 15,-5-3 1-15,-12 1 0 16,-4-3 0-16,-5-3 1 0,-3-3 4 15,-8-2 2-15,-2-2-3 16,-2 0-1-16,-2-4-1 16,0-2-2-16,3-1 0 15,5 0-1-15,1 0 1 16,9-4 0-16,5-4-1 0,6-1 0 16,2-2-1-16,7 2-10 15,5 2-14-15,0 0-25 16,3 3-36-16,9 2-33 15,2 2-41-15</inkml:trace>
  <inkml:trace contextRef="#ctx0" brushRef="#br0" timeOffset="6426.08">27089 6823 238 0,'0'0'29'0,"0"0"34"15,0 0-6-15,0 0-45 16,0 0 7-16,0 0 19 15,10 56-6-15,-9-29-9 0,0 0-11 16,-1 3-7-16,0 0-4 16,0-2 0-16,0-3-1 15,1-4 1-15,-1-4-1 16,1-4-5-16,0-4-26 16,0-4-43-16,1-5-56 0,1-5-54 15</inkml:trace>
  <inkml:trace contextRef="#ctx0" brushRef="#br0" timeOffset="6844.79">27667 6575 210 0,'0'0'16'0,"0"0"56"0,0 0-11 0,0 0-12 16,0 0-14-16,46-37-9 15,-27 30-7-15,7 3-4 16,1-1-4-16,3 3-5 16,-1-1-3-16,1 3-2 15,-3 0-1-15,-3 0 0 16,-4 0-3-16,-1 6-30 15,-8 0-30-15,-3-1-46 0,-4-1 8 16</inkml:trace>
  <inkml:trace contextRef="#ctx0" brushRef="#br0" timeOffset="7012.95">27672 6696 203 0,'0'0'5'15,"0"0"12"-15,0 0 17 16,0 0 10-16,57 11-16 0,-20-11-8 16,6 0-11-16,8 0-6 15,6 0-3-15,6-1 0 16,0-2-36-16,0-5-29 16,1-6-86-16</inkml:trace>
  <inkml:trace contextRef="#ctx0" brushRef="#br0" timeOffset="7583.82">29106 6381 306 0,'0'0'-7'15,"0"0"38"-15,0 0 13 16,17-40-6-16,-26 34-18 0,-9 2-6 16,-6 4 2-16,-7 0 4 15,-6 0-4-15,-3 4-4 16,-1 8-6-16,0 3-4 16,2 2 0-16,2 3-2 15,6 1 1-15,6-1-1 0,7-1 0 16,8-2 1-16,4-3-1 15,6-4 0-15,6 0 0 16,9-3 1-16,12 0-1 16,5-2 0-16,8 0 0 15,3 0 1-15,2 1-2 0,-1 2 2 16,-6 4-1-16,-2 0 0 16,-8 2 0-16,-4 5 0 15,-6 2 0-15,-5 0 1 16,-3-1-2-16,-9 1 2 0,-1 1-2 15,-3-3 1-15,-13-2 0 16,-2-4 1-16,-4-1-1 16,-3-4 1-16,-7-4-1 15,0-1 0-15,-2-1 0 16,-3-2 0-16,1 0 2 16,4-5-4-16,3-2 2 15,5-2 0-15,9 0 0 0,3 0 0 16,9 2-10-16,3 0-40 15,7-2-66-15,11-2-23 16</inkml:trace>
  <inkml:trace contextRef="#ctx0" brushRef="#br0" timeOffset="7983.62">29258 6777 349 0,'0'0'7'0,"0"0"34"0,38-18-9 0,-26 12-9 16,1-1 3-16,-2 1-4 15,2 5-5-15,-3 1-10 16,-1 0-5-16,2 3-2 16,-3 8 0-16,-3 0 0 0,-1 4 0 15,-2 1 0-15,-2-1 0 16,0 0 0-16,-7 1-1 15,-3 0 0-15,-4-1-1 16,-1 1-2-16,-1-2-8 16,2-3 9-16,-3 1 1 0,4-2 1 15,1-2 1-15,1-1 0 16,4-1 0-16,2-2 0 16,4 1 0-16,1 0 0 15,0-1 0-15,11-1 1 16,11-1-1-16,5-1 3 0,7-1-3 15,7 0 2-15,9 0-2 16,-1-4 0-16,5-4 0 16,-3 0-11-16,-4-3-74 15,-5-5-116-15</inkml:trace>
  <inkml:trace contextRef="#ctx0" brushRef="#br0" timeOffset="9941.91">30352 6247 141 0,'0'-6'5'0,"1"0"23"0,0 0 0 16,1 4 1-16,0 0-6 15,-2 2 11-15,0 2-17 16,0 11-13-16,0 10 26 0,-4 5 21 16,-1 9-16-16,2 6-12 15,-2 2-9-15,2 2-8 16,-3-4-3-16,3-5-1 16,-1-8-1-16,1-7 0 15,2-9-2-15,-2-7 3 0,2-7 6 16,1-1 46-16,-2-10-44 15,0-7-7-15,1-5-1 16,0-4-2-16,-1-5 1 16,1-6-1-16,0-4 0 0,1-3-1 15,0-2 2-15,0 1-1 16,2 5-1-16,3 9 1 16,3 5 0-16,1 10 0 15,-2 9 0-15,1 7 0 16,4 1-1-16,1 10 1 15,3 10-1-15,3 6 2 0,3 6-1 16,1 6 1-16,1 2 0 16,1 0 0-16,3 3 2 15,-1-5-2-15,1-3 1 16,-2-6-2-16,-2-8 0 16,-6-5 0-16,0-8 0 0,-7-5 0 15,1-3 1-15,-6-7 1 16,-1-7-1-16,-3-4 1 15,-2-7-1-15,0-5 0 16,-2-6-1-16,-9-4 0 16,-5-3 1-16,-4 2-1 0,1 2-1 15,-2 7 1-15,5 6 0 16,2 11-1-16,5 5 1 16,5 8-3-16,4 2-32 15,0 7-20-15,11 6-11 16,14 4-27-16,8-2 24 15,8-4-83-15</inkml:trace>
  <inkml:trace contextRef="#ctx0" brushRef="#br0" timeOffset="10295.14">30987 6338 236 0,'0'0'16'0,"0"0"31"0,0 0-10 0,-39 30 16 15,17-17-15-15,-1 1-3 16,2 0-8-16,3 3-2 15,4 0-9-15,4 0-6 16,1 2-6-16,5-2-2 16,4 0-2-16,0-2 0 0,1-2 2 15,11-4-2-15,4-2 0 16,5-3 0-16,1-4 0 16,2 0 1-16,-1-3 0 15,-3-8-2-15,-2-2 2 0,-4-1-1 16,-4-6 1-16,-7 0-2 15,-3-3 2-15,-3 1-2 16,-15 0 1-16,-8 1 0 16,-6 3 0-16,-3 3 0 15,-1 4-1-15,2 6 0 16,1 3 0-16,10 2-2 0,2 0-15 16,9 7-16-16,7 4-19 15,5-3-31-15,7-3 5 16,16-5 2-16</inkml:trace>
  <inkml:trace contextRef="#ctx0" brushRef="#br0" timeOffset="10521.26">31146 6183 324 0,'0'0'6'0,"0"0"57"16,0 0-32-16,0 0-25 0,0 0 13 15,22 61 4-15,-13-26-7 16,3 3-9-16,1 2-5 16,0-2 0-16,-2 0-2 15,-1-3 0-15,0-3-19 0,-4-6-43 16,-3-8-51-16,-3-8 4 16</inkml:trace>
  <inkml:trace contextRef="#ctx0" brushRef="#br0" timeOffset="10687.04">31055 6479 334 0,'0'0'4'15,"0"0"48"-15,0 0-27 16,51-41-14-16,-14 32-6 16,8 1 1-16,6-2-2 15,4 1-3-15,1-4 0 0,-1 3-5 16,-3-5-44-16,-2-5-48 15,-6-6-23-15</inkml:trace>
  <inkml:trace contextRef="#ctx0" brushRef="#br0" timeOffset="11234.03">31690 6206 349 0,'0'0'28'16,"0"0"-8"-16,5 60 22 15,1-23-9-15,4 5-5 16,2 5-4-16,2 3-6 0,0 1-5 15,-3 3-4-15,0-3-6 16,-6-3-1-16,-1-5-2 16,-3-9 0-16,-1-7 0 15,0-11 0-15,0-11 1 16,-3-5-1-16,-4-1 3 16,-3-12-3-16,0-6 1 0,-1-6-2 15,3-3 1-15,0-7 0 16,3-1 0-16,2-5-1 15,3-2 1-15,0-1 0 16,4 0-1-16,9 4 1 0,5 3 0 16,0 6 0-16,2 8 0 15,1 8 1-15,-1 7-1 16,-3 6 0-16,-1 2 0 16,-2 5 0-16,-2 10-1 15,-3 0 1-15,-4 5 0 16,-3-1 0-16,-2 0 0 0,0-1 0 15,0-2 0-15,-3 0 0 16,-5-3 0-16,-1-2 0 16,-2-1-2-16,0-3-17 15,-2-4-3-15,-1-1-10 16,-1-2-7-16,1 0-7 0,0 0-10 16,4-3 8-16,2-3 18 15,4 0 10-15,4 2 5 16,0 0 1-16,3 1-10 15,7 0-7-15,5 3 12 16,1 0 14-16,1-1 6 0,2 1-2 16,2 0-7-16,1-2-22 15,2 1-41-15</inkml:trace>
  <inkml:trace contextRef="#ctx0" brushRef="#br0" timeOffset="11625.89">32074 6399 119 0,'0'0'25'0,"0"0"23"0,0 0-6 0,0 0-12 0,18-40-3 16,-18 33 0-16,0 3 3 15,-4 1 2-15,-8 3-15 0,-1 0-7 16,-4 0 1-16,0 4 1 16,0 5 1-16,4 0-4 15,0 2-5-15,3 0-2 16,4 3 0-16,2 1-2 15,4-1 2-15,0 0-2 0,6-1 0 16,12-4 0-16,4-4 0 16,5 1 0-16,4-6 0 15,-2 0-2-15,-1 0-2 16,-5-9-1-16,-6-2 4 16,-6-5 0-16,-9-1 1 0,-2 0 0 15,-2-3 0-15,-13 3 0 16,-3 2 0-16,-2 2-1 15,2 4 1-15,-1 2 0 16,3 4-1-16,5 3-1 16,5 0-2-16,4 2-35 0,2 3-19 15,4 4 15-15,11-3 1 16,6-3-43-16</inkml:trace>
  <inkml:trace contextRef="#ctx0" brushRef="#br0" timeOffset="12017.11">32459 6317 271 0,'0'0'4'0,"0"0"22"0,-46-24 10 0,25 21 9 0,-1 1-11 15,-3 2-2-15,3 0-5 16,2 3-12-16,4 6-8 15,7 2-5-15,5 5-1 16,4-1-1-16,3 1 0 16,13 1 1-16,5 0-1 0,5 2 0 15,1-1 0-15,-3 2 2 16,-3-2-2-16,-3-1-2 16,-9-1 0-16,-6-2-1 15,-3-1 2-15,-6-1-1 16,-9-4 2-16,-7 1 0 0,-3-5 0 15,-1-3 0-15,1 1 0 16,3-2 0-16,1 0 0 16,5-2 0-16,5-5-1 15,5 0-5-15,5 0-12 16,1-2-29-16,16-2-41 0,9-3-5 16,9-6-118-16</inkml:trace>
  <inkml:trace contextRef="#ctx0" brushRef="#br0" timeOffset="12528.12">32664 6323 310 0,'0'0'2'0,"-49"-13"12"16,23 10 12-16,0 3 5 16,3 0 3-16,2 0-1 15,7 4-14-15,4 6-13 0,7 3-3 16,3 1 0-16,0 2-2 15,9-1 0-15,9 3-1 16,5 0 1-16,6-1-1 16,3 1 0-16,3-1 1 15,-2 2-1-15,-5-2 0 0,-11 1 1 16,-3-1-1-16,-10-1 0 16,-4-2 2-16,-4-1-2 15,-12-1 1-15,0-3 0 16,-6-1 0-16,-2-4 0 15,-3 0 0-15,-1-4-1 16,2 0 2-16,1 0-2 0,1 0 0 16,5-8 0-16,5 0 0 15,6-5 2-15,7 1 15 16,1-2-1-16,13-3-12 16,14-1-3-16,8 0 0 15,7 1-1-15,5 3 0 0,-3 2 1 16,0 2-1-16,-9 5 0 15,-7 3 1-15,-10 2 5 16,-4 0 9-16,-6 9-8 16,-7 2-3-16,-1 5-1 0,0 4 0 15,0 0-3-15,0-1 1 16,0 1-1-16,0 0-15 16,0-5-37-16,0-4-46 15,0-5-73-15</inkml:trace>
  <inkml:trace contextRef="#ctx0" brushRef="#br0" timeOffset="12700.78">32720 6342 398 0,'0'0'3'0,"0"0"31"0,-16-42-14 0,15 37-13 16,1 4-7-16,0 1 0 15,6 0-13-15,2 3-56 16,2 0-63-16</inkml:trace>
  <inkml:trace contextRef="#ctx0" brushRef="#br0" timeOffset="13189.73">32877 6252 421 0,'0'0'2'0,"0"0"19"16,0 0-12-16,11 38 6 16,-5-17 5-16,3 6 3 15,-3 0-4-15,3 3-8 16,-3-3-4-16,0 3-3 0,-2-3-2 16,0-2 2-16,-2-2-4 15,0-7 1-15,-2-3 1 16,0-6-2-16,0-5 0 15,0-2 1-15,1-4 3 16,4-7-4-16,1-4 1 0,2-3-1 16,6 0 0-16,-1-1-1 15,3 5 0-15,-2 1 1 16,3 5 0-16,2 6 1 16,-4 2-1-16,0 0 0 15,-2 13 1-15,-1 3-2 0,-6 2 2 16,-3 5 0-16,-2-2-1 15,-1-1 1-15,0-1 0 16,-10-1-1-16,-2 0 0 16,-4-5 0-16,-3 0 0 15,-1-3-1-15,-4-6 0 16,0-1-9-16,2-3-9 0,1 0-4 16,1-6-5-16,2-6-7 15,3-1-5-15,2-2-19 16,4-3-5-16,1-5-14 15</inkml:trace>
  <inkml:trace contextRef="#ctx0" brushRef="#br0" timeOffset="13423.93">33235 6198 409 0,'0'0'5'0,"0"0"22"0,0 0 18 15,0 0-36-15,0 0 0 16,0 0 11-16,27 59 0 16,-21-28-6-16,3-1-7 0,-2 4-4 15,-1-1-1-15,-1 0 0 16,-1 1-2-16,0-2-4 16,-4-6-40-16,0-2-27 15,0-8-46-15,0-8-6 16</inkml:trace>
  <inkml:trace contextRef="#ctx0" brushRef="#br0" timeOffset="13718.3">33413 6466 327 0,'0'0'5'16,"49"-16"24"-16,-22 9 3 0,0 0-5 15,-2 0 7-15,-1-1-8 16,-8 0-10-16,-1 1-1 15,-8-3-6-15,-4 2-1 16,-3 1-2-16,-7-2-3 16,-11 3-1-16,-2 2-2 0,-6 3 2 15,-3 1 0-15,1 1 2 16,-1 12 1-16,3 3 4 16,4 5 0-16,3 3-1 15,8 3-1-15,4 0-4 16,7 3-1-16,11-3 0 0,15 1 0 15,11-3 0-15,11-3-2 16,9-5 1-16,2-11-25 16,1-6-123-16</inkml:trace>
  <inkml:trace contextRef="#ctx0" brushRef="#br0" timeOffset="14717.59">26120 7352 231 0,'0'0'54'0,"0"0"16"0,0 0-4 0,0 0-45 15,0 0-15-15,-25 43 12 16,19-10 9-16,2 3-3 16,0 4-10-16,1-3-5 0,-6 3-3 15,4-6-5-15,-3-3 0 16,3-2 0-16,-3-8-1 15,2-8 1-15,1-2-1 16,3-7 0-16,2-4 2 16,0 0 9-16,7 0-5 0,10-7-5 15,4-3-1-15,7 2 1 16,5-1-1-16,0 2 0 16,1 3 0-16,-5 1 0 15,-5 1 0-15,-4 2-19 0,-6 0-15 16,-5 0-14-16,-5-4-25 15,-4 0-27-15,0-1 1 16</inkml:trace>
  <inkml:trace contextRef="#ctx0" brushRef="#br0" timeOffset="14888.35">26183 7602 201 0,'0'0'56'0,"0"0"18"15,0 0-3-15,0 0-30 16,0 0-22-16,0 0 8 15,-30 37 0-15,37-14-7 16,1 1-9-16,1 7-5 0,-1-2-5 16,-1 3-1-16,2-2 0 15,-2 2 1-15,-2-3-26 16,1-6-39-16,-2-6-45 16,3-9-24-16</inkml:trace>
  <inkml:trace contextRef="#ctx0" brushRef="#br0" timeOffset="15080.93">26443 7690 378 0,'0'0'34'0,"0"0"5"15,0 0-23-15,0 0-8 16,0 0-7-16,0 0 0 15,0 0-3-15,0 0-42 16,35-18-72-16,-28 18-64 0</inkml:trace>
  <inkml:trace contextRef="#ctx0" brushRef="#br0" timeOffset="15464.68">26756 7524 330 0,'0'0'19'0,"0"0"52"15,19-43-21-15,-7 34-13 16,1 5-12-16,3 4-10 16,-1 0-9-16,3 9 0 15,-5 7-4-15,0 2-2 16,-4 2 0-16,-2 0 1 15,-5-2-1-15,-2 1 0 0,0-3 0 16,-2-1 0-16,-6-1-1 16,-1 1-1-16,-1-4-4 15,0 2 2-15,3-5-1 16,1 1 1-16,2-5 0 0,4 0 2 16,1-1-1-16,13-3 3 15,7 0 0-15,6 0 0 16,11-3 0-16,7-5-1 15,8-2-23-15,10 0-20 16,2-3-5-16,3-1-31 16,-2-3-35-16</inkml:trace>
  <inkml:trace contextRef="#ctx0" brushRef="#br0" timeOffset="15969.88">28742 7253 297 0,'0'0'50'0,"0"0"13"0,0 0-35 16,0 0-27-16,0 0 6 15,-28 48 5-15,25-21 1 16,1 1-1-16,1 1-4 0,-2-1-3 15,1-2-2-15,-1-1-1 16,-1-5-2-16,-1-3 2 16,0-4-1-16,2-3 1 15,1-6-2-15,0-1 1 16,2-3 0-16,2 0 2 0,10 0 9 16,4 0-6-16,8-6-5 15,7 2 0-15,1-3-1 16,4 3 0-16,-1-2 1 15,-1 3-1-15,-3 1-8 16,-5 0-25-16,-6 1-38 0,-6-5-50 16,-5 2-18-16</inkml:trace>
  <inkml:trace contextRef="#ctx0" brushRef="#br0" timeOffset="16207.4">28885 7386 349 0,'0'0'14'16,"0"0"73"-16,0 0-60 16,0 0-17-16,0 0 10 15,0 0 5-15,-21 50-2 0,21-23-7 16,0 0-7-16,0 3-4 16,1-2-5-16,1 1 1 15,2-2-1-15,-4-2 0 16,0-2-4-16,0-1-25 15,0-4-31-15,0-6-43 0,0-6-56 16</inkml:trace>
  <inkml:trace contextRef="#ctx0" brushRef="#br0" timeOffset="16440.66">29133 7477 469 0,'0'0'23'0,"0"0"37"15,0 0-31-15,0 0-11 16,0 0-14-16,0 0-4 16,0 0 1-16,0 0-2 15,15-7-18-15,-15 14-35 16,0-1-50-16,0-6-101 0</inkml:trace>
  <inkml:trace contextRef="#ctx0" brushRef="#br0" timeOffset="16873.56">29447 7351 407 0,'0'0'8'0,"0"0"72"15,0 0-58-15,-44-2-9 16,27 15 8-16,2 4 6 16,1 3-5-16,5 3-8 15,5-2-4-15,2 3-3 16,2-1-5-16,0-2-1 0,12-4 0 15,2 0 0-15,2-6-1 16,5-6 1-16,2-2 0 16,0-3 0-16,0 0 0 15,-1-7 0-15,-4-7 0 16,-3-2 0-16,-5-4 3 0,-5-3-4 16,-3 1 1-16,-2-1 0 15,-6 2-1-15,-7 2 0 16,-5 6-1-16,0 2 1 15,-4 4-2-15,3 4-11 16,0 3-12-16,3 0-7 0,4 0-9 16,3 0-4-16,3 3-15 15,6 0-44-15,0-3 9 16,9 0-89-16</inkml:trace>
  <inkml:trace contextRef="#ctx0" brushRef="#br0" timeOffset="17424.03">29957 7212 430 0,'0'0'-7'0,"0"0"18"0,0 0-8 0,0 0-1 16,-58-16 9-16,34 16 14 15,-5 0 1-15,4 0-7 0,-2 0-11 16,4 5-3-16,2 0-3 16,3 1-1-16,5-1-1 15,2 2 0-15,4-1 1 16,2 2-1-16,3 1 0 16,2 3 0-16,0 0 0 15,0 3 1-15,1 0-1 0,5-1 1 16,1 2-1-16,-1-6 0 15,-1 1 0-15,2-2 1 16,-1-3-1-16,4-2 0 16,-2-3 1-16,3-1-1 0,2 0 1 15,3 0 0-15,2 2 0 16,2-1-1-16,2 3 0 16,-2 2 1-16,1 4-2 15,-4 1 1-15,-1 5 0 16,-6 2 1-16,-2 2-1 0,-6 2 0 15,-2-1 0-15,-4 0 1 16,-13-5 1-16,-6 0 3 16,-5-5 3-16,-5-3-3 15,-2-4-3-15,0-1-1 16,2-3-1-16,3 0-1 0,7 0-19 16,6-7-42-16,10-8-111 15</inkml:trace>
  <inkml:trace contextRef="#ctx0" brushRef="#br0" timeOffset="18343.93">30749 6947 334 0,'0'0'10'0,"0"0"66"0,-47-29-39 0,18 31-17 16,-1 17-12-16,2 10-1 15,3 7 2-15,7 7 3 0,8 7-1 16,9 2 5-16,1 6-1 16,6 3-4-16,6 3-8 15,-4-1-2-15,-1-5-1 16,-5-3 1-16,-2-6-3 15,0-7-16-15,-8-9-12 0,-5-9-9 16,-1-6-28-16,0-9-32 16,-2-6-11-16</inkml:trace>
  <inkml:trace contextRef="#ctx0" brushRef="#br0" timeOffset="19010.49">30440 7483 308 0,'0'0'13'15,"37"-48"15"-15,-13 29 24 16,3 6-17-16,0 5-19 16,-2 4 3-16,-5 4 3 15,-1 0-5-15,-7 4-11 0,-1 7-3 16,-5 3-2-16,-2 1 3 16,-1 1 1-16,-1 0-1 15,3 0 0-15,-2-3-1 16,5-2 0-16,1-1-1 15,7-3 1-15,1-3 1 0,4-1-1 16,2-3-2-16,3 0 1 16,-2-7 1-16,-1-7-3 15,-1 0 1-15,-9-2 0 16,-3-1 0-16,-6-1 1 0,-4 1-1 16,-8 1 1-16,-10 3-2 15,-9 0 0-15,-3 5 1 16,-7 1-2-16,-2 1 1 15,1 3 0-15,6 2 0 16,6 1 0-16,9-2-1 16,6 2 1-16,7 0 0 0,4 0-1 15,10 0 0-15,10 0 1 16,7 0 0-16,7 0 1 16,5 0-2-16,-1 0 1 15,1 0 0-15,-4 3 1 16,0 3-1-16,-5 2 0 15,-2 2 0-15,-4 3 0 0,-4-3 1 16,-5 5 0-16,-2-3 0 16,-4-1-1-16,-3-1 1 15,-2-3-1-15,-3-1 0 16,-1-4 1-16,0 0-1 0,0-2 2 16,-2 0 2-16,-6-2 3 15,1-6 0-15,-2-6 1 16,4-3-4-16,1-4 0 15,4-3-2-15,0-2 0 16,12 2-2-16,7 4 0 16,5 4-4-16,6 5-35 0,4 6-34 15,0 3-101-15,4-1-142 16</inkml:trace>
  <inkml:trace contextRef="#ctx0" brushRef="#br0" timeOffset="19846.12">31557 7409 446 0,'0'0'30'0,"0"0"18"0,0 0-26 0,40-37-5 16,-16 28-3-16,3 2-2 16,1-3-4-16,-1 2-4 15,0 1-2-15,-2-3-1 16,-5 3 0-16,-5 0-1 16,-5-2 1-16,-4 2 1 15,-6 0-1-15,0 0 0 0,-6 1 0 16,-10 2-1-16,-5 1 1 15,-5 3-1-15,-3 0 0 16,-3 3 0-16,1 8 0 16,4 2 0-16,3 4-1 15,7 2 2-15,9 1-2 0,4 0 0 16,4-1 0-16,6-2 1 16,15-3 0-16,6-3 0 15,8-3 0-15,6-4 0 16,7-3 0-16,4-1 1 15,2 0 0-15,4-9-2 0,-1-5 1 16,-2-1 1-16,-6 0-1 16,-8-2 0-16,-10 2 0 15,-10 3 0-15,-9 2 1 16,-10 1 0-16,-2 2 1 16,-14 4-1-16,-7 2 0 15,-2 1 0-15,-1 0-1 0,1 1-1 16,5 6 2-16,3 3-2 15,6-3 1-15,4 1 0 16,5-3-1-16,0 0 0 16,7-3 1-16,9 0 0 15,1-2 1-15,4 0-2 0,0 0 2 16,0 1-1-16,1 8 0 16,-1 2 0-16,-1 13 1 15,-2 6 1-15,-3 10 2 16,-3 8 0-16,-6 3 0 0,-2 6-1 15,-4-3-3-15,0 2 0 16,-8-8 1-16,-5-6-1 16,-2-8 1-16,-2-8 0 15,-3-12 3-15,0-7 9 16,-2-7 6-16,4-5-7 16,0-14 1-16,4-5-2 0,3-9-3 15,8-4-5-15,3-4-2 16,9-6 0-16,16-2-1 15,12-1-1-15,11 6-7 16,6 4-28-16,4 7-42 0,-3 4-58 16,-5 2-238-16</inkml:trace>
  <inkml:trace contextRef="#ctx0" brushRef="#br0" timeOffset="21586.95">20148 8735 158 0,'0'0'26'0,"0"0"29"0,0 0-22 0,5-42 3 0,-5 33 4 16,-3 4 3-16,-7-2-18 15,-3 4-5-15,-3 0-1 16,-3 3-3-16,-3 0-3 15,-5 0-2-15,-1 8-5 16,-2 5 1-16,-4 3-3 0,-1 2-1 16,0 1-2-16,2 2 0 15,5 0 0-15,4-1-2 16,7 0 1-16,8 0 0 16,6 1 0-16,3-4 0 15,2 2 0-15,11-3 0 0,4-1 0 16,4-2 0-16,5 1 0 15,1-1 0-15,2 0 0 16,1 2 0-16,1 4 0 16,-1-1 0-16,0 5 0 15,-4 1 0-15,-2 2 0 0,-3 1 1 16,-5 1-1-16,-3-1-1 16,-7 1 1-16,-6-3 0 15,0-3 0-15,-4-2 1 16,-8-1-2-16,-7-7 2 15,0 0 5-15,-7-4 12 0,-4-2-2 16,-2-3-2-16,-9-2-1 16,-3-1 1-16,-7 0-7 15,-3 0-4-15,-3-4-1 16,0-9-1-16,3 2-1 0,8-6 1 16,2 1-2-16,12-1 1 15,8 4-8-15,10 1-19 16,9 4-12-16,5 0-15 15,0 1-82-15,13-3-66 16</inkml:trace>
  <inkml:trace contextRef="#ctx0" brushRef="#br0" timeOffset="22330.06">20260 9261 213 0,'0'-6'6'0,"0"6"45"0,0 0-9 16,0 9-39-16,2 12 28 15,0 8 25-15,2 9-19 16,1 5-6-16,-2 6-5 16,3 5-5-16,-1 4-8 15,-1 1-6-15,1-3-4 0,1 1-2 16,-5-6 0-16,1-4-1 16,-2-8 0-16,0-8 1 15,0-8-2-15,-5-6 1 16,-1-6-4-16,2-4-19 15,1-5-22-15,1-2-9 16,0-2-27-16,1-15-44 0</inkml:trace>
  <inkml:trace contextRef="#ctx0" brushRef="#br0" timeOffset="22686.44">20298 9451 191 0,'0'0'4'15,"-4"-44"13"-15,4 24 14 0,0-1 2 16,8 5-3-16,4 2 2 16,5 6-1-16,4 2-6 15,2 6-8-15,1 0-7 16,2 9-2-16,-5 5-4 15,1 4-3-15,-8 2 0 0,-2 0 0 16,-6 1-1-16,-4-2 0 16,-2 1 1-16,-5-5-1 15,-11 1 0-15,-6-2 0 16,0 2-3-16,-5-5-10 16,-2-1-5-16,2-1-6 0,0-3-2 15,3-2-2-15,6-2-2 16,4 0-1-16,8-2-10 15,6 0-27-15</inkml:trace>
  <inkml:trace contextRef="#ctx0" brushRef="#br0" timeOffset="23483.27">20667 9395 71 0,'0'0'127'0,"0"0"-76"15,0 0-8-15,-36 8-3 16,22-1 3-16,3 2-5 0,-1 5-15 16,3 0-9-16,3 0-2 15,4 3-8-15,2-5-1 16,0 3-1-16,5-3 0 15,9-1-2-15,5-5 2 16,4-2-1-16,2-3 0 16,2-1 0-16,-1 0 1 0,-2-1-1 15,-5-6-1-15,-3 0 1 16,-4 0 0-16,-3-2 0 16,-7 1 0-16,-2-2 0 15,0 1-1-15,-8 0 0 16,-4 0 0-16,-3 0 0 0,-2 2-1 15,-2-2 1-15,-1 3-1 16,2 0 2-16,2-1-1 16,3 1-1-16,3 3 1 15,6-1 1-15,4-2-1 16,4 2 0-16,11-2 0 0,5 1 1 16,3 0 0-16,3 0 3 15,1 0 0-15,-2 4 0 16,-1 1 1-16,-6 0-2 15,-2 3-3-15,-4 5 1 0,-2 1-1 16,-5 2 1-16,-2-1-1 16,-2 4 1-16,-1 1 0 15,0 0 0-15,0 1 0 16,0-1 1-16,2-2-2 16,2 0 0-16,2-3 1 15,5 0-1-15,3-4 0 0,3-3-1 16,4-3 2-16,0 0-1 15,1 0 0-15,-3-2 1 16,0-7 0-16,-6 0-1 16,-1-3 1-16,-7-1 1 15,-4 1-2-15,-1-3 1 0,-2 1 0 16,-12 0 0-16,-3 2-2 16,-6 1 1-16,0 1 0 15,0 3 0-15,0 3 0 16,3 1-1-16,3 2 0 15,2 1-6-15,5 0-10 0,3 0-7 16,5 0-8-16,2 1-27 16,0 1-15-16,2-2 9 15,9 0-71-15</inkml:trace>
  <inkml:trace contextRef="#ctx0" brushRef="#br0" timeOffset="23718.98">21085 9251 248 0,'0'0'7'0,"0"0"40"0,0 0 29 0,0 0-39 0,0 0-19 0,0 0 24 16,0 0-9-16,7 62-17 15,2-33-4-15,-2 4-8 16,1 2-2-16,-1-2-2 0,0-4 0 15,-1 0-2-15,1-5-35 16,-4-7-29-16,3-7-66 16,-2-7-40-16</inkml:trace>
  <inkml:trace contextRef="#ctx0" brushRef="#br0" timeOffset="24153.25">21203 9501 174 0,'0'0'104'16,"0"0"-62"-16,0 0 38 0,0 0-30 15,49-41-8-15,-27 31-14 16,2 0-10-16,1 3-9 16,1 0-3-16,-2 0-3 15,-2 1-1-15,-2-1-1 16,-4 0-1-16,-3-2 2 0,-5 2-2 15,-2-1 1-15,-6-1 0 16,0 1 0-16,-2 0 0 16,-12 3 0-16,-4 0 0 15,-4 4 0-15,-4 1 1 16,1 0 3-16,0 1 0 0,5 8 2 16,1 5-2-16,6 2 0 15,5 4-3-15,3 1-2 16,5 2 2-16,0-2 0 15,6 2-3-15,7-5 1 16,5-2 1-16,3-3-1 0,1-2 0 16,2-4-2-16,2 1-25 15,-4-6-24-15,-1 0-30 16,1-2-55-16,-5 0-50 16</inkml:trace>
  <inkml:trace contextRef="#ctx0" brushRef="#br0" timeOffset="24594.39">21665 9488 279 0,'0'0'20'0,"0"0"49"0,0 0-22 16,0 0-16-16,0 0-1 16,-50-28 3-16,29 28-12 15,-1 0-2-15,4 8-4 16,-1 2-5-16,7 0-5 15,0 2-2-15,6 0-3 16,4 0 0-16,2-1 1 0,0-1-1 16,8 1 0-16,4-2 0 15,-1-2 0-15,7-1 0 16,-3-5 0-16,2-1-2 16,-2 0-2-16,1-8 2 15,-2-6 0-15,-2-5 2 0,-1-8-4 16,-2-3-2-16,-5-5-6 15,-1-4 0-15,-3-5-3 16,0 3 5-16,0 6 6 16,-7 3 4-16,-1 6 0 15,3 10 0-15,-4 7 5 0,4 9 6 16,-1 0-1-16,4 15-8 16,2 9 1-16,0 5 5 15,2 5-1-15,10 3-1 16,1 0-4-16,5-4-2 15,1 1 0-15,0-5 0 0,3-4-17 16,-4-5-44-16,0-9-101 16,1-5-84-16</inkml:trace>
  <inkml:trace contextRef="#ctx0" brushRef="#br0" timeOffset="24985.01">22696 9065 299 0,'0'0'18'0,"0"0"54"0,0 0-15 0,-9-40-23 16,21 32-18-16,8-1-2 15,2 1-5-15,5 1 1 16,4 2-5-16,0 4-3 15,-2 1-2-15,-2 0 0 16,-4 1-1-16,-6 8-17 0,-3-1-31 16,-6 0-42-16,-6-3-27 15,-1 1-108-15</inkml:trace>
  <inkml:trace contextRef="#ctx0" brushRef="#br0" timeOffset="25180.04">22683 9227 238 0,'0'0'38'0,"0"0"-13"15,0 0 38-15,0 0 3 16,55 3-28-16,-25-6-18 0,8 1-13 16,-2 1-7-16,0-1 0 15,-1-2-57-15,-6-4-130 16</inkml:trace>
  <inkml:trace contextRef="#ctx0" brushRef="#br0" timeOffset="26422.86">24335 8633 228 0,'0'0'3'0,"0"0"33"0,-59-22 10 0,27 22-4 16,-1 11 3-16,-3 9-12 15,1 7-4-15,0 3-6 16,6 5-9-16,6 5 3 0,5 1-7 16,11 4 0-16,7-2-7 15,3 1-1-15,17-1-1 16,6-6-1-16,8-6 0 16,2-7 1-16,4-5-2 15,2-10-19-15,-1-4-24 0,-3-5-54 16,-3-2-32-16</inkml:trace>
  <inkml:trace contextRef="#ctx0" brushRef="#br0" timeOffset="26925.89">24482 8763 266 0,'0'0'10'16,"0"0"59"-16,0 0 10 0,0 0-64 16,0 0-11-16,0 0 10 15,0 0 10-15,-4 41-7 16,8-20-6-16,-2 3-6 16,0 2-3-16,-1-5 0 15,1 0-1-15,-2-4 0 0,0-4-1 16,0-4 0-16,0-5 0 15,0-4 1-15,0 0 1 16,0-3 1-16,0-7-1 16,0-5-2-16,0-4 1 0,0-4-1 15,0-1 0-15,6 0 0 16,2 1 1-16,2 3-1 16,3 3 0-16,2 6 1 15,0 4 1-15,3 4 2 16,2 3 0-16,-4 0-1 0,5 8 0 15,-2 5 0-15,1 2-2 16,-2 3 1-16,-3 1-2 16,-1 0 0-16,-5 0 0 15,0 2 1-15,-4-1-2 16,1 0-2-16,-6 1-28 16,0-4-39-16,0 0-56 0,0-7-14 15</inkml:trace>
  <inkml:trace contextRef="#ctx0" brushRef="#br0" timeOffset="27141.72">24885 8922 324 0,'0'0'51'0,"0"0"10"15,0 0-16-15,0 0-10 16,0 0-18-16,37 0 0 0,-33 15-6 15,-1 5-5-15,0 2-3 16,-1 0-2-16,-2 1 0 16,2-2-2-16,-2-1 1 15,0-3-8-15,0-1-32 16,0-4-25-16,0-3-55 0,2-6 27 16,0-3-142-16</inkml:trace>
  <inkml:trace contextRef="#ctx0" brushRef="#br0" timeOffset="27404.76">25180 8836 297 0,'0'0'50'16,"0"0"32"-16,0 0-42 15,0 0-13-15,54-30-9 16,-25 25-3-16,5 1-3 16,5-1-5-16,1-2-2 15,2 4-4-15,-4-1 0 16,-1 3-1-16,-6 0 0 0,-3 0-24 16,-7 0-34-16,-4-5-65 15,-5-5-31-15</inkml:trace>
  <inkml:trace contextRef="#ctx0" brushRef="#br0" timeOffset="27668.94">25745 8572 323 0,'0'0'17'0,"0"0"74"16,0 0-22-16,0 0-55 15,0 0-10-15,0 0 20 16,8 57-2-16,-5-28-9 16,-1 2-5-16,3 1-4 0,1-2-3 15,1-1 0-15,-2-5-1 16,3-1-1-16,-2-6-1 16,2-1-27-16,-5-7-16 15,1-3-40-15,-1-6-54 16,2 0-17-16</inkml:trace>
  <inkml:trace contextRef="#ctx0" brushRef="#br0" timeOffset="27945.09">26009 8508 410 0,'0'0'6'0,"55"-4"50"16,-29 8-27-16,2 19-12 16,-4 8-10-16,-3 8 2 0,-8 3 3 15,-7 2 3-15,-4 2-7 16,-2 1-5-16,-7-1-2 16,-10 0-1-16,-7-1-1 15,-5-1-19-15,-4-4-20 16,-1-9-40-16,-3-8-71 15</inkml:trace>
  <inkml:trace contextRef="#ctx0" brushRef="#br0" timeOffset="28569.66">27196 8488 185 0,'0'0'3'0,"0"0"41"0,-27-42 9 0,17 31 7 0,-3 2 5 16,-4 2-25-16,-6 4-10 15,-7 3-13-15,-5 0-3 16,-3 9-4-16,-5 5 0 15,1 4-1-15,3 2-5 0,9 0-3 16,5 1 0-16,12-1-1 16,6-4 0-16,7 2 1 15,18-1-1-15,11-3 1 16,7 2-1-16,8-3 1 16,0 1-1-16,-1 2 0 15,-4-2 0-15,-11 2 1 0,-9-1-1 16,-5 0 0-16,-8 0 0 15,-6-2 0-15,0 1 0 16,-18-3 0-16,-3 2 1 16,-7-2-1-16,-10 0 0 15,-2-2 0-15,-1 3 1 0,-3-5-1 16,4-1-1-16,4-1 2 16,5-1-2-16,10-3 0 15,8-1-13-15,9 0-13 16,4 0-16-16,10-5-72 15,13-6-4-15</inkml:trace>
  <inkml:trace contextRef="#ctx0" brushRef="#br0" timeOffset="28792.7">27335 8750 319 0,'0'0'7'0,"0"0"49"0,0 0-30 0,0 0 29 0,6 40-9 16,-6-22-4-16,-4 6-17 16,0 2-13-16,-2 3-6 0,1 3-4 15,1 2-2-15,-1-3 0 16,2-1 1-16,-1-5-3 16,3-3-26-16,1-6-25 15,0-7-46-15,0-7-38 16,0-2-102-16</inkml:trace>
  <inkml:trace contextRef="#ctx0" brushRef="#br0" timeOffset="29105.85">27712 8726 351 0,'0'0'66'0,"0"0"2"16,0 0-28-16,48-36-12 15,-19 29-4-15,10 0 2 16,4 1-10-16,10-1-3 16,0 0-5-16,4 0-2 15,-2 1-4-15,-8 1-2 16,-6 0 0-16,-8 4 1 0,-9 1-1 15,-10 0 0-15,-3 0-13 16,-8 0-32-16,-3 0-29 16,-10 0-14-16,-9 0-43 15,-2-4-77-15</inkml:trace>
  <inkml:trace contextRef="#ctx0" brushRef="#br0" timeOffset="29375.04">28011 8521 240 0,'0'0'5'0,"0"0"67"15,0 0 1-15,0 0-13 16,-18-40-10-16,13 40-8 16,1 0-14-16,1 7-17 15,2 9 0-15,-2 8 10 0,3 8 0 16,0 4-7-16,0 4-6 15,7 0-4-15,-2 4-4 16,0-3 0-16,-2-3 0 16,-2-2-4-16,-1-8-52 15,0-9-68-15,0-12-121 0</inkml:trace>
  <inkml:trace contextRef="#ctx0" brushRef="#br0" timeOffset="33847.19">28987 8361 110 0,'0'0'27'0,"0"0"28"15,0 0-13-15,0 0-12 0,0 0-6 16,0 0-6-16,-43-22 12 15,17 25 11-15,-2 8-8 16,-1 5-7-16,1 4-2 16,4 6-6-16,4 2-3 15,4 3-2-15,8 5-4 16,7 1-3-16,1 4-3 0,6-3-1 16,15 1 1-16,4-3-3 15,6-4 0-15,3-5 0 16,1-9-9-16,-1-4-31 15,-1-9-36-15,-5-5-38 16,-2 0-21-16</inkml:trace>
  <inkml:trace contextRef="#ctx0" brushRef="#br0" timeOffset="34342.83">29116 8493 158 0,'0'0'80'15,"0"0"-30"-15,0 0 13 0,0 0-2 16,0 0-29-16,0 0-29 16,0 0 3-16,0 0 15 15,0 0 0-15,-1 52-4 16,6-28-8-16,-3 2-6 15,1-1-1-15,-1-2 0 0,-2-3-2 16,2-3 1-16,-1-5-1 16,0-5 0-16,-1-6 1 15,0-1 0-15,0 0 4 16,0-8-2-16,0-8-1 16,0 0-1-16,2-6 0 15,1-3-1-15,3-2 1 0,2 1-1 16,-1 1 0-16,1 1 0 15,2 6 0-15,-4 2 1 16,3 5-1-16,1 5 0 16,0 3 0-16,3 3 0 0,1 0 0 15,3 6 0-15,1 3 0 16,0 4 0-16,-2 3 0 16,1 1 0-16,-2 3 1 15,-3 0-2-15,-1 3 1 16,-1-1 0-16,-4 1 0 0,-2 0 0 15,-2-2-9-15,-2 1-29 16,0-3-27-16,0-3-49 16,0-3-1-16</inkml:trace>
  <inkml:trace contextRef="#ctx0" brushRef="#br0" timeOffset="34733.82">29546 8775 270 0,'0'0'33'0,"0"0"-10"0,0 0 36 15,0 0-12-15,29-38-14 16,-26 28-3-16,2 5-7 16,1 0-7-16,-2 5-10 15,1 0-4-15,1 0-2 16,0 0 0-16,3 9 1 0,-3 0-1 15,-1 3 0-15,-1 1 0 16,-2 1 0-16,-2 0-1 16,0 2 1-16,-2 2-2 15,-8 2-1-15,-4-2 0 16,0 0-1-16,-2 0-6 0,2-1 7 16,0-3-1-16,3-4 3 15,4 0 0-15,3-4 1 16,4-5-1-16,3-1 0 15,8 0 1-15,8 0 0 16,4 0 0-16,7-7-1 0,-2 0-29 16,3-1-21-16,-3-2-39 15,1-5-18-15</inkml:trace>
  <inkml:trace contextRef="#ctx0" brushRef="#br0" timeOffset="37359.87">29853 8584 16 0,'0'0'20'0,"0"0"-7"0,0 0 0 15,0 0-3-15,0 0 45 16,0 0-47-16,0 0 6 16,0 0 0-16,0 0 1 15,0 0 3-15,0 0 1 16,-7-23 2-16,7 19 4 0,-1-1 0 15,1 3 6-15,-1-1 7 16,1 1-1-16,0-1-8 16,0 3-1-16,0 0-7 15,3 0-11-15,10 0-9 16,5 0 3-16,6 0 3 0,4 0 0 16,3 0 0-16,1 0-5 15,0 0 0-15,-3 0-2 16,-2 0 1-16,-5 0-1 15,-3 0 1-15,-2 0-1 16,-8 0 0-16,-2 0-1 16,-2 0-24-16,-3 0-26 0,1 0-46 15,-3-3-4-15</inkml:trace>
  <inkml:trace contextRef="#ctx0" brushRef="#br0" timeOffset="37676.82">30400 8402 264 0,'0'0'66'0,"0"0"0"0,0 0-58 15,0 0 29-15,0 0 6 16,9 50-12-16,-3-28-6 15,-2 5-11-15,0 3-4 0,1 0-6 16,-1 1-2-16,0-4-1 16,1-6-1-16,2-3 0 15,-2-6 0-15,0-3 1 16,0-5-2-16,-1 0-16 16,1-4-26-16,0 0-33 15,1-11-62-15,-1-5-126 0</inkml:trace>
  <inkml:trace contextRef="#ctx0" brushRef="#br0" timeOffset="37951.1">30665 8319 264 0,'0'0'29'0,"0"0"35"16,0 0-25-16,46 26 6 0,-30-2-6 16,1 6-13-16,-3 4 3 15,-1 7-13-15,-9 3-8 16,-4 2-4-16,0 0-3 16,-7-3 0-16,-7-6-2 15,-4-5-1-15,1-6-4 0,0-6-12 16,-3-5-10-16,2-6-28 15,2-2-41-15,4-6-5 16,2-1-46-16</inkml:trace>
  <inkml:trace contextRef="#ctx0" brushRef="#br0" timeOffset="38421.03">31338 8295 376 0,'0'0'-5'0,"0"0"58"16,0 0-17-16,-44-34-18 16,17 34 0-16,-2 0 9 0,-2 13 2 15,1 0-9-15,6 4-10 16,3 1-3-16,6 2-4 15,4 0 0-15,7 0-2 16,4 0-1-16,0 0 1 16,9-2 0-16,12-2-1 0,6-3 0 15,5-3 0-15,2 0 0 16,0-2 0-16,-4 3-1 16,-6 1-1-16,-6-1-4 15,-7 5 1-15,-3-1 1 16,-8 1 3-16,0 1-1 0,-8 1 2 15,-8-2 0-15,-6-2 0 16,0 0 1-16,-5-1-1 16,0-4-1-16,2-1 1 15,-2-2 0-15,5-3 0 16,-1-2 0-16,3 1 0 0,5-2-1 16,5 0-2-16,5 0-34 15,5-4-22-15,7-8-70 16,14-1-96-16</inkml:trace>
  <inkml:trace contextRef="#ctx0" brushRef="#br0" timeOffset="38811.4">31559 8638 381 0,'0'0'2'0,"0"0"47"16,0 0-12-16,46-28-7 0,-34 19 5 15,-1 0-8-15,0 5-8 16,2 1-9-16,0 3-6 16,-1 0-3-16,0 7-1 15,-2 7 0-15,-1 2 1 16,-4 1-2-16,-3 2 1 0,-2 2-1 16,0-3-2-16,-7 2-3 15,-6 0-2-15,-2-3 3 16,0 0 1-16,-2-3 1 15,1-2 1-15,4-3 3 16,3-1-1-16,3-3-1 0,4-2 2 16,2-1-2-16,6-2 1 15,12 0 1-15,10 0 0 16,7 0 0-16,13 0 2 16,9-2 0-16,12-1 0 15,1 3-2-15,1 0-1 0,-5 0 0 16,-9 0-8-16,-12 0-93 15,-16-4-234-15</inkml:trace>
  <inkml:trace contextRef="#ctx0" brushRef="#br0" timeOffset="39729.08">24218 9478 198 0,'0'0'8'0,"0"0"39"0,0 0-11 0,42-42-6 16,-12 30-3-16,9 1 12 16,12 1-8-16,11-3-1 15,12 2-3-15,13 0-5 16,13 1-2-16,10 1-4 0,11-1-2 15,9 2-5-15,12 1 0 16,8-1-3-16,12 0-2 16,5 1-2-16,12-2 0 15,10-1-1-15,5 0 0 16,10-1 0-16,7 0 0 0,12-1-1 16,5-2 1-16,9 1 0 15,7 2 0-15,3-2-1 16,1 2 1-16,1 0 0 15,1-1 0-15,5 2 1 16,-3-1 3-16,0-2-3 0,-3 2 2 16,-4-2-1-16,-8 3-2 15,-10-1 1-15,-11 1 0 16,-9 1-2-16,-16 1 1 16,-16 1 1-16,-15 2-1 15,-21 1 1-15,-16 1-2 0,-20 0 1 16,-14 3-1-16,-19-3 0 15,-12 2-2-15,-13-3-39 16,-12-6-30-16,-13-9-113 16</inkml:trace>
  <inkml:trace contextRef="#ctx0" brushRef="#br0" timeOffset="41749.67">26594 9561 275 0,'0'-6'72'0,"0"5"-6"0,0 1-22 16,2 4-37-16,0 10-4 15,1 7 7-15,0 2 6 0,1 4 1 16,-2 4-3-16,1 0-4 16,0-1-3-16,-2-4-5 15,0 0 0-15,-1-6-1 16,1-6-1-16,-1-6 1 16,0-2 0-16,0-6-1 0,0 0 4 15,0-7 20-15,0-7-20 16,1-6-3-16,2-3 0 15,4-6-1-15,1-2 1 16,3-1-1-16,4 2 0 16,-2 0 0-16,3 9 1 15,-2 5-1-15,1 9 0 0,-2 7 0 16,0 0 0-16,0 13 0 16,-1 5 1-16,2 5-1 15,-4 1 0-15,1 4 1 16,-3-2 0-16,1 2 0 15,-3-3-1-15,1-1-1 0,0-2 1 16,-1-2-25-16,-2-2-39 16,-1-5-71-16,1-4 3 15</inkml:trace>
  <inkml:trace contextRef="#ctx0" brushRef="#br0" timeOffset="41939.03">26982 9823 344 0,'0'0'9'0,"0"0"53"16,0 0-29-16,0 0 0 0,0 0-5 15,0 0-3-15,39 50-7 16,-37-36-9-16,3 3-6 16,-2-2-1-16,-1 0-1 15,0-3 0-15,1 0-3 16,-2 0-32-16,-1-2-38 0,0-3-63 15,0-4 0-15</inkml:trace>
  <inkml:trace contextRef="#ctx0" brushRef="#br0" timeOffset="42342.66">27225 9713 304 0,'0'0'19'16,"0"0"67"-16,0 0-25 15,0 0-24-15,0 0-16 16,0 0-5-16,58-19 1 0,-28 14-1 15,7 0-5-15,1 2-1 16,2-2-6-16,-6 1-2 16,-2 2-1-16,-6 1-1 15,-6 1 1-15,-2 0-2 0,-6 0-4 16,-1 0-17-16,-5 0-1 16,-3 0-3-16,0 0-5 15,-3 0-4-15,0 0-12 16,0 3-2-16,-2 1-15 15,-2-2 0-15,0-1-41 0</inkml:trace>
  <inkml:trace contextRef="#ctx0" brushRef="#br0" timeOffset="42606.72">27838 9572 284 0,'0'0'51'15,"0"0"53"-15,0 0-50 0,0 0-49 16,0 0 18-16,0 0 5 16,16 44-5-16,-12-23-6 15,-1 2-8-15,0 0-7 16,-1 1-1-16,2-1 1 15,-1 0-4-15,1-4-29 0,0-6-39 16,3-6-55-16,0-7-55 16</inkml:trace>
  <inkml:trace contextRef="#ctx0" brushRef="#br0" timeOffset="42841.38">28131 9537 387 0,'0'0'33'15,"0"0"19"-15,56 14-24 0,-37 6-8 16,-6 5-6-16,-2 7-1 16,-6 3-1-16,-5 3-6 15,0 4-5-15,-16 0-1 16,-6 2 0-16,-10-4-27 15,-8-2-50-15,-2-8-90 16</inkml:trace>
  <inkml:trace contextRef="#ctx0" brushRef="#br0" timeOffset="43166.27">26363 9494 272 0,'0'0'60'0,"-67"14"-11"0,32 6 14 15,4 10-20-15,6 10-7 16,6 7-10-16,12 5-5 16,7 6-8-16,12-2-6 15,16-2-5-15,12-2 0 16,8-6-4-16,10-8-8 0,8-8-47 16,8-15-38-16,0-15-94 15</inkml:trace>
  <inkml:trace contextRef="#ctx0" brushRef="#br0" timeOffset="43572.74">28492 9701 321 0,'0'0'17'0,"0"0"71"16,0 0-38-16,0 0-9 0,53-17-12 16,-23 12-8-16,7 2-3 15,3-1-3-15,3 2-8 16,0 1-4-16,0-1-2 16,-4 2-1-16,-5 0 0 15,-6 0-9-15,-6 0-32 0,-7 0-21 16,-6-4-37-16,-6 1-54 15</inkml:trace>
  <inkml:trace contextRef="#ctx0" brushRef="#br0" timeOffset="43789.04">28744 9581 323 0,'0'0'57'16,"0"0"-1"-16,0 0-38 15,0 0 20-15,0 0 0 0,-8 54-13 16,8-32-7-16,0 4-5 16,1 2-9-16,2 3-3 15,-1 1-1-15,2-1 0 16,0-1-21-16,0-2-29 16,1-2-41-16,2-11-70 0</inkml:trace>
  <inkml:trace contextRef="#ctx0" brushRef="#br0" timeOffset="44084.17">29590 9428 408 0,'0'0'15'15,"-41"0"11"-15,12 0 2 0,-7 17 16 16,0 6-9-16,1 4 3 16,6 3-14-16,6 3-8 15,8-2-4-15,11 2-5 16,4 1-4-16,2 0 1 16,13 0-4-16,7-3 0 0,4-4 1 15,5-2-4-15,4-8-21 16,3-6-36-16,0-7-37 15,2-4-70-15,-4-7-79 16</inkml:trace>
  <inkml:trace contextRef="#ctx0" brushRef="#br0" timeOffset="44502.49">29727 9528 378 0,'0'0'3'16,"0"0"51"-16,0 0-45 15,0 0 11-15,0 0 7 16,0 0-5-16,21 51-9 0,-14-31-3 16,-2-3-3-16,-1 0-4 15,0-3-2-15,-3-1 0 16,-1-4-1-16,0-2 0 15,0-4 0-15,-1-3 0 16,-4 0 0-16,2-1 2 0,1-10-2 16,2-3 0-16,0-3 0 15,0-3-1-15,2 0 1 16,7 0 0-16,3 0-1 16,1 3 1-16,3 3 0 15,3 6 0-15,2 3 1 16,1 5 3-16,1 5-1 0,-3 9 2 15,-1 4-4-15,-2 4 1 16,-3-1-1-16,0 0 0 16,0-1 0-16,-2-1-1 15,1-2-5-15,-2-3-42 16,-2-3-30-16,1-2-91 0</inkml:trace>
  <inkml:trace contextRef="#ctx0" brushRef="#br0" timeOffset="44865.83">30173 9699 398 0,'0'0'20'0,"0"0"-6"0,45-32 7 0,-26 27 17 0,-3 0-12 15,0 4 2-15,-3 1-6 0,-2 0-13 16,-4 9-6-16,-3 4-1 15,-4 3-2-15,0 1 1 16,-2 0-1-16,-8 0 0 16,-2 2-3-16,0-2-3 15,-1 0-6-15,0-3-9 0,1 0 5 16,0-1 3-16,4-6 9 16,2 0 3-16,2-3 1 15,4-1 0-15,0-3 0 16,8 0 1-16,7 0 0 15,6 0-1-15,6 0 1 0,4-4-2 16,2-2 0-16,2-2-52 16,0-3-46-16,-2-5-74 15</inkml:trace>
  <inkml:trace contextRef="#ctx0" brushRef="#br0" timeOffset="45121.65">30565 9564 377 0,'0'0'39'0,"0"0"8"15,0 0-14-15,0 0-14 16,0 0 4-16,60-6-5 0,-23 3-6 15,4-1-7-15,5 0-4 16,4-1-1-16,1 1 1 16,-1-2-2-16,-5 2-28 15,-3-3-38-15,-6-6-47 16,-4-3-112-16</inkml:trace>
  <inkml:trace contextRef="#ctx0" brushRef="#br0" timeOffset="45364.02">31202 9400 399 0,'0'0'10'15,"0"0"23"-15,0 0-10 16,0 0 28-16,6 54-6 16,3-32-19-16,1 3-4 15,1 2-12-15,-1-1-6 16,1-1-3-16,-2 1 0 0,2-3-1 15,-3-4 2-15,0-3-16 16,-1-5-30-16,0-3-37 16,-1-7-7-16,0-1-73 15</inkml:trace>
  <inkml:trace contextRef="#ctx0" brushRef="#br0" timeOffset="45608.15">31517 9329 466 0,'0'0'1'16,"0"0"44"-16,54 7-7 16,-33 20-9-16,-2 10-6 15,-4 7-3-15,-6 5-2 0,-5 5-4 16,-4 2-8-16,-18 3-5 15,-15 0 0-15,-13-2-11 16,-14-13-67-16,-7-14-154 16</inkml:trace>
  <inkml:trace contextRef="#ctx0" brushRef="#br0" timeOffset="50965.84">21690 15987 216 0,'0'0'29'0,"0"0"2"0,-29-45 9 0,10 36 9 16,-4 2-21-16,-2 7-6 16,-7 0-5-16,-2 5-3 15,-6 9-3-15,-3 4-3 0,0 5-3 16,-2 2-1-16,7 1-2 15,5 0-1-15,8-2 2 16,12 0-3-16,8-4 0 16,5-2 0-16,18-2 0 15,13-3 1-15,10-3-1 0,7-3 0 16,10-2 1-16,4 1-1 16,0 3 0-16,-2 2 0 15,-8 7 0-15,-10 2 0 16,-10 3 0-16,-10 3 0 15,-13 1 1-15,-9-2-1 0,-5-2 2 16,-20-2-1-16,-6 0 1 16,-8-2 0-16,-4 0-1 15,-4-4 1-15,-3-4 2 16,-3-3 5-16,-2-3-1 16,1-6-2-16,7 1-2 0,0-9 2 15,11-6 0-15,7-4-3 16,11-1-3-16,11-1 0 15,7 1-7-15,3 0-39 16,15 3-20-16,6 1-57 16,0 1-7-16</inkml:trace>
  <inkml:trace contextRef="#ctx0" brushRef="#br0" timeOffset="51307.14">21869 16344 325 0,'0'0'93'0,"0"0"-69"0,0 0-12 0,2 68 1 15,-2-20 13-15,0 12 1 16,0 8-7-16,0 9-4 15,0 5-2-15,0 1-9 16,0 0-2-16,3-6-2 16,1-9-1-16,3-10 0 15,-4-12 1-15,-1-15-2 0,0-12-1 16,2-8-12-16,-4-8-21 16,0-3-3-16,0-4 23 15,0-12-85-15,0-10-53 16</inkml:trace>
  <inkml:trace contextRef="#ctx0" brushRef="#br0" timeOffset="51635.56">21863 16570 223 0,'0'0'3'0,"-13"-39"47"15,13 22 6-15,0 7-6 16,9 3-17-16,8 6-15 0,6 1-9 16,3 4-4-16,3 10 0 15,-4 5 1-15,-3 2-2 16,-2-1-2-16,-11 3-1 16,-5-1-1-16,-4-1 1 15,-2-2-1-15,-15-2 1 0,-6 2 0 16,-4-4 0-16,-2-2-1 15,-2-2 0-15,1-5-1 16,4-2-5-16,9-4-11 16,6 0-10-16,7-7-24 15,4-7-26-15,19-7-27 16</inkml:trace>
  <inkml:trace contextRef="#ctx0" brushRef="#br0" timeOffset="51995.44">22229 16548 356 0,'0'0'9'16,"0"0"29"-16,-41 50 1 15,26-24-15-15,2-2-9 16,-1 1 2-16,8-2-3 16,5-2-6-16,1-2 0 0,7-4-5 15,10-5-2-15,2-3 0 16,5-2 0-16,2-5 0 15,-1 0-1-15,-2-6 0 16,-4-9-2-16,-3-3-1 16,-6-1 3-16,-8-3 0 0,-2 1-1 15,-4 0 0-15,-12 4-2 16,-6 3 1-16,-6 5 0 16,-2 5 1-16,-3 4 1 15,2-2-1-15,4 2-1 16,6 6-6-16,6 1-6 15,8-1-7-15,7-2-17 0,7-1-5 16,12-3 5-16,9 0-7 16,3 0-12-16,7-6-67 15</inkml:trace>
  <inkml:trace contextRef="#ctx0" brushRef="#br0" timeOffset="52323.66">22504 16574 282 0,'0'0'45'15,"0"0"19"-15,-18 48-13 16,7-26-20-16,-1 2-5 16,6-2-4-16,4 0-10 0,2-4-3 15,4-2-3-15,10-3-1 16,6-2-3-16,4-4 1 16,1-3-2-16,4-4 1 15,0 0-2-15,-2-7 0 16,-6-6 0-16,0-3 0 0,-7-2 1 15,-10-3 0-15,-4 1 0 16,-4 0-1-16,-14 0-1 16,-9 3-1-16,-6 3-1 15,-1 6 1-15,-4 2 1 16,0 3 0-16,7 3 0 0,7 0-3 16,6 0-4-16,6 4-9 15,10-1-15-15,2 0-12 16,8-3-4-16,8 0 4 15,8 1-17-15,2-8-2 16,3-4-25-16</inkml:trace>
  <inkml:trace contextRef="#ctx0" brushRef="#br0" timeOffset="52501.2">22654 16480 120 0,'0'0'25'16,"0"0"53"-16,6-38-12 15,-6 32 1-15,0 6-7 0,0 0-25 16,1 11-30-16,3 10 7 15,1 6 10-15,5 7-4 16,0 0-5-16,1 1-5 16,4 2-6-16,-2-6-1 15,1-1-4-15,-2-6-45 16,-1-4-29-16,0-10-91 0</inkml:trace>
  <inkml:trace contextRef="#ctx0" brushRef="#br0" timeOffset="52919.71">22823 16651 336 0,'0'0'4'16,"0"0"42"-16,0 0-13 0,39-15-13 15,-13 10-7-15,-1-1 0 16,4 0-5-16,-2 0-6 15,-2-3 0-15,-1-1 1 16,-2-1-5-16,-5 0 5 16,-4-2-3-16,-3 0 2 0,-7 1 2 15,-3 0 6-15,0 2 6 16,-16 2-1-16,-3 3-3 16,-2 5 0-16,-3 0 0 15,-4 3-4-15,1 11-1 16,2 4-4-16,6 3 0 15,1 4 1-15,7 0-1 0,5-1-3 16,6 2 3-16,0-3-2 16,12-4-2-16,9-3 2 15,0-3-1-15,6-3 0 16,5-6 0-16,0-2-1 16,0-2-18-16,2 1-29 0,-4-4-13 15,1-7-27-15,-3-3-78 16</inkml:trace>
  <inkml:trace contextRef="#ctx0" brushRef="#br0" timeOffset="53327.35">23353 16581 393 0,'0'0'26'15,"-42"13"7"-15,20-5-9 16,2 5-7-16,2 4-9 0,1 2 2 15,8-1 0-15,4 1-5 16,5-2 0-16,0 0-3 16,6-3-2-16,6-3 0 15,2-4 1-15,2-5-1 16,0-2-4-16,0-2-3 0,-3-15 5 16,-3-3 1-16,-1-7 1 15,-3-8 0-15,-2-8 1 16,-4-4-1-16,0-6-1 15,0-4 0-15,-6-1-1 16,-4 2 1-16,0 9 1 0,0 9 1 16,0 14 1-16,2 15 13 15,0 11 3-15,3 20-12 16,5 14-1-16,0 6 10 16,3 7 5-16,14 1-8 15,4-2-7-15,7-2-3 16,0-3-1-16,3-3-1 0,-2-5-1 15,-2-8-51-15,0-10-72 16,-1-11-218-16</inkml:trace>
  <inkml:trace contextRef="#ctx0" brushRef="#br0" timeOffset="56138.89">24778 8214 121 0,'0'0'77'0,"0"0"-20"0,0 0-15 0,0 0 6 0,0 0-12 16,0 0-9-16,0 0-6 15,0 0-15-15,0 0-5 0,0 0 2 16,23-34 6-16,-9 40 1 16,-1 4-3-16,2 1-1 15,-1 1-1-15,0 2 2 16,-3 3-1-16,0 1-2 16,0 2-1-16,-4 0-1 15,-2 4 0-15,-3-3-1 0,-2 1-1 16,0-4 0-16,0-2 3 15,-6 1-3-15,-1-4-1 16,-1-5 2-16,-2 1-1 16,1-2 0-16,2-3 0 0,-2-2 2 15,4-1-1-15,3-1-1 16,2 0 1-16,0-1-1 16,5-7 0-16,8 0 0 15,4-3 0-15,5-2 1 16,4 1-1-16,-1-2 0 15,0 0 1-15,1 1 0 0,0 0 0 16,-3 1 1-16,-5-1 0 16,0-3 0-16,-5 2 0 15,-2-2 0-15,-4-2 1 16,-4 0 1-16,-3-2-1 16,0 1 0-16,-3-1-1 0,-8 2-1 15,-5 1-1-15,-4 1 0 16,1 3 0-16,-4 2 0 15,3 2 0-15,4 2-1 16,-2 3 2-16,9 3-3 16,1 1 2-16,6 0-3 0,2 2-4 15,0 6-35-15,3 0-13 16,7 2-34-16,5-3 4 16,-1 2-47-16</inkml:trace>
  <inkml:trace contextRef="#ctx0" brushRef="#br0" timeOffset="56461.11">25305 8307 183 0,'0'0'36'0,"0"0"28"0,0 0 0 0,0 0 0 0,0 0-27 15,0 0-25-15,0 0-6 16,0 0 9-16,0 0-1 16,12 49-2-16,-10-27-5 15,1 0-5-15,-3 0-2 16,2-1 0-16,0 0-3 0,-1-5-58 15,1-8-45-15,-2-8-212 16</inkml:trace>
  <inkml:trace contextRef="#ctx0" brushRef="#br0" timeOffset="59185.65">29321 8004 1 0,'0'-3'13'0,"0"3"4"16,0-3 12-16,0 2-6 15,0-2 2-15,0 2 6 0,0-2-3 16,0 1 0-16,0-2-15 15,0 3 11-15,0-1-4 16,0 1-3-16,-1-2 3 16,1 3-3-16,-1 0-2 15,1 0 1-15,0 0 2 0,0-1-3 16,4-1-4-16,8 2-7 16,7 0 0-16,3 0 3 15,5 0 4-15,3 9 2 16,3 2 1-16,-1 6-5 15,0 2-2-15,-2 2-2 0,-6 5-2 16,-5 3 1-16,-5 1-2 16,-6 1 0-16,-4-2-2 15,-4-4 1-15,0-3 0 16,-5-4 0-16,-3-4 2 16,-4-4 0-16,1-3 3 0,1-2-4 15,0-2 1-15,1-3-2 16,5 0 0-16,-2 0 2 15,6-3 1-15,0-2-1 16,3-4 0-16,7 0-1 16,2-1-4-16,5 2 4 15,3-2-1-15,-3 0-1 16,4-2 0-16,0 1 0 0,-3-2 0 16,1-1 2-16,-5 2-2 15,1-4 1-15,-6 1 0 16,-2-2 0-16,-1 0 1 15,-1 0-2-15,-4-1 1 0,-1-2 0 16,0 4-1-16,-7-1 1 16,-5 0-1-16,-5 3 0 15,-3 1 0-15,-3 3 1 16,-1 0-2-16,1 6 1 16,2 2 0-16,2 2 0 0,8 0-1 15,2 1-1-15,6 6-22 16,3 1-37-16,3-1-39 15,8-4 5-15</inkml:trace>
  <inkml:trace contextRef="#ctx0" brushRef="#br0" timeOffset="59719.82">29850 8247 201 0,'0'0'5'0,"0"0"44"0,0 0-16 0,0 0 2 0,0 0 9 15,0 0-2-15,0 0-8 16,0 0-14-16,11-40-11 0,-3 36-1 16,1 0-4-16,4 2-2 15,-4 1-2-15,4 1 1 16,-1 0 0-16,-3 3-1 16,0 4 0-16,-3 4 0 15,0-1 1-15,-3 5-2 0,-3-3 2 16,0 2-1-16,0 0 0 15,-5 1 0-15,-4-4 1 16,-1 2-1-16,0-5 0 16,-1 1 1-16,3-5-1 15,3 0 0-15,1-1 0 16,4-1 1-16,0-2-1 0,9 0-1 16,9 0 3-16,5 0-2 15,5 0 0-15,5-2 2 16,2-1-2-16,-3-1 0 15,-3 4 0-15,-3-3-6 0,-5 0-64 16,-10-4-91-16</inkml:trace>
  <inkml:trace contextRef="#ctx0" brushRef="#br0" timeOffset="61952.81">26059 15712 186 0,'13'-19'27'0,"-4"3"-26"0,-5 7 16 16,-3 6 20-16,-1 3 4 0,0 7-33 15,0 13 9-15,0 7 36 16,0 8-15-16,0 4-13 16,9 4-15-16,3 0-7 15,1-3-1-15,-1-3-2 16,0-4 0-16,-2-5-27 0,-1-8-28 15,-2-6-23-15,-5-4 7 16,-1-8-69-16</inkml:trace>
  <inkml:trace contextRef="#ctx0" brushRef="#br0" timeOffset="62685.99">26080 15884 163 0,'0'0'60'0,"0"0"-24"16,0 0 15-16,0 0-22 15,0 0-12-15,0 0 3 16,0 0-5-16,-6 41-4 16,-12-22-1-16,-5 2-4 15,-3 0-1-15,-7 0-3 0,-3-1 0 16,-3 0-2-16,-4-2 0 15,-1-2 2-15,0 0-2 16,1-5 0-16,4 1 0 16,6-3 0-16,7-2 0 15,10-2 0-15,5-1 0 0,11-2 0 16,7 0 0-16,17-2 0 16,7 0 0-16,9 0 1 15,7 0-1-15,0 2 0 16,2 2 0-16,-5 3 1 15,-5 4 0-15,-10 2 0 0,-8 6-1 16,-12 2 0-16,-9 3 0 16,-2 3 1-16,-18 0-1 15,-10 0 0-15,-8 0 0 16,-10 1 0-16,-5-2 0 16,-5 2-1-16,-4-5 2 15,-1 4-1-15,1-3-1 0,3 0 1 16,4-1 1-16,12-3-1 15,5-1 0-15,12-6 1 16,11-2-2-16,11-3 1 16,4-2 0-16,13-3 0 0,14-3 1 15,9 0 0-15,13 0 10 16,10 0 7-16,9-7-2 16,6-3-4-16,3-2-5 15,0 0-4-15,-4-1 1 16,-7 0-1-16,-11 3 1 15,-7 1 0-15,-9 5 2 0,-11 2 5 16,-8 2-2-16,-4 0 0 16,-8 6-4-16,-3 11-2 15,-5-1-2-15,0 5 1 16,0 1-1-16,-4 2-1 16,0 1 1-16,0-3-1 0,1 1 0 15,-2-4-2-15,3 0-41 16,0-8-37-16,0-4-80 15,2-7 0-15</inkml:trace>
  <inkml:trace contextRef="#ctx0" brushRef="#br0" timeOffset="63311.7">26515 16011 265 0,'0'0'14'0,"0"0"22"0,0 0 35 0,0 0-18 16,0 0-28-16,0 0-21 0,0 0 1 16,54 6 6-16,-25 23-2 15,3 6-2-15,-2 6-3 16,-3 2-1-16,-7 1-2 16,-5-1 0-16,-6-4-1 15,-9-5 0-15,0-5 0 16,-5-8 1-16,-9-8-1 0,-4-3 1 15,1-4-2-15,2-5 2 16,0-1 0-16,5 0-1 16,5-6 1-16,5-3 0 15,0-6 0-15,14 3 0 16,8-4 1-16,6-1 1 0,8-2-1 16,3-1 1-16,2-1 2 15,-1 1 1-15,-1-1 2 16,-9-2-4-16,-4 3 0 15,-7-4 5-15,-9 2 2 16,-7-4-3-16,-3-4-1 16,0 2 0-16,-11-2-4 0,-9-2-1 15,-3 3 0-15,0 3-1 16,-1 5-2-16,1 5 2 16,5 8 0-16,5 6-3 15,3 2-6-15,7 9-32 0,3 5-7 16,0 3-39-16,4 0-42 15,8-1-24-15</inkml:trace>
  <inkml:trace contextRef="#ctx0" brushRef="#br0" timeOffset="63561.22">27159 16367 308 0,'0'0'24'0,"0"0"40"0,16 41-15 0,-16-18-16 15,0 2-4-15,-1 5-15 16,-5 4-9-16,-6 0 0 16,0-4-4-16,3 1-1 15,0-3 0-15,-2-5-11 0,4-7-32 16,1-6-27-16,1-7-60 15,1-3 51-15</inkml:trace>
  <inkml:trace contextRef="#ctx0" brushRef="#br0" timeOffset="63764.93">27164 16193 409 0,'0'0'9'15,"0"0"19"-15,0 0-18 16,0 0-9-16,0 0-1 16,0 0 0-16,0 0-1 15,0 0-25-15,18 2-35 16,-15 4-40-16,1-6-61 0</inkml:trace>
  <inkml:trace contextRef="#ctx0" brushRef="#br0" timeOffset="64248.08">27836 15962 415 0,'0'0'4'15,"-37"-17"28"-15,1 17-7 16,-6 0-8-16,-3 6 4 0,-3 6 3 15,6 5-8-15,7 2-9 16,6-1-3-16,7 2-3 16,9 2 0-16,6-1-1 15,7 0 0-15,8 0 1 16,14-2-1-16,9 1 0 16,11-2 0-16,2 3 0 0,5-2-1 15,-2 2-1-15,-4 0-1 16,-6 1 2-16,-8 1 1 15,-7-1-2-15,-12 0 2 16,-8-3 0-16,-2 0 2 0,-16-5-1 16,-8 0 1-16,-7-1 0 15,-5-4-1-15,-1-2 0 16,-2-3-1-16,3-1 0 16,1 0 1-16,4-2-1 15,4-1 0-15,6 0 0 0,8 0 0 16,5 0 1-16,6-1-3 15,2-2-4-15,4 0-16 16,13 1-29-16,6-2-9 16,8-5-64-16,6 0-16 15</inkml:trace>
  <inkml:trace contextRef="#ctx0" brushRef="#br0" timeOffset="64420.94">27980 16375 393 0,'0'0'14'0,"0"0"25"0,22 41-4 16,-18-17-16-16,-3-1-7 0,-1 4-1 16,0 2-2-16,0 2-5 15,-1-4-3-15,-5 1-1 16,0-1-6-16,-1-2-37 16,1-7-36-16,-2-7-69 15</inkml:trace>
  <inkml:trace contextRef="#ctx0" brushRef="#br0" timeOffset="64593.16">28066 16147 295 0,'0'0'161'15,"0"0"-155"-15,0 0 2 16,0 0-7-16,0 0-2 15,0 0-30-15,0 0-53 0,0 0-73 16</inkml:trace>
  <inkml:trace contextRef="#ctx0" brushRef="#br0" timeOffset="65028.06">25732 17213 437 0,'0'0'21'0,"0"0"-2"16,0 0 4-16,0 0-11 15,89-14-2-15,-8 12 12 16,28-2 5-16,19-2 1 0,24-1-11 16,15-1-6-16,16-2-5 15,11-3-2-15,4 0-3 16,5-4 2-16,0 0-2 15,-5 0 1-15,-14-1-2 16,-19 2 3-16,-22 5-3 0,-27 1 0 16,-26 3 0-16,-29 2-1 15,-24 4-20-15,-28-3-46 16,-15 1-71-16,-32-3-117 16</inkml:trace>
  <inkml:trace contextRef="#ctx0" brushRef="#br0" timeOffset="65325">26630 17302 477 0,'0'0'-3'0,"0"0"24"0,22 46-15 16,-11-11 16-16,-1 8 8 15,0 6-1-15,-2 4-13 16,0 0-11-16,-5-1-4 16,0-2 0-16,-2-3-1 0,-1-7-3 15,0-2-24-15,0-11-36 16,-4-11-28-16,-1-13-71 15</inkml:trace>
  <inkml:trace contextRef="#ctx0" brushRef="#br0" timeOffset="65949.03">26743 17638 384 0,'0'0'5'16,"0"0"6"-16,0 0 4 15,-50 14 17-15,29-3 2 0,-6 5-2 16,-2 2 0-16,-5 2-1 16,-1 3-17-16,-5-2-6 15,-1 4-3-15,-1-3-3 16,0 2-1-16,2-4 0 16,6-2-1-16,5-2 1 0,11-6-1 15,5-1 0-15,10-3 0 16,3-1-1-16,15-2 1 15,11-2 0-15,5 2 0 16,7 1 0-16,2-1 0 16,-2 3 0-16,-4 3 0 15,-7 4 1-15,-7-1-2 0,-11 5 1 16,-9 4 0-16,-9-1 0 16,-19 4 0-16,-11 1 1 15,-11 1-1-15,-8-3 0 16,-3 0 0-16,1 0 0 0,6-7 1 15,8 0-2-15,11-4 2 16,12-1-1-16,14-4 0 16,9 0 0-16,11-4 0 15,20 1 0-15,15-4 0 16,14 0 0-16,13-2 0 0,6-7 0 16,1 2 1-16,1 0-1 15,-6 4 0-15,-12 4 0 16,-8-1 0-16,-9 5 5 15,-12 7-1-15,-8 6 7 16,-9 3-2-16,-4 3 2 16,-5 5-3-16,-6 5 13 0,-2-1-15 15,0 0-5-15,0-3 0 16,-6 0-2-16,-2-6-1 16,0-4-5-16,1-6-13 15,-1-3-34-15,-2-5-38 16,5-6-22-16,1-5-62 0</inkml:trace>
  <inkml:trace contextRef="#ctx0" brushRef="#br0" timeOffset="66524.48">27142 17815 408 0,'0'0'8'0,"0"0"42"0,0 0-17 0,0 0-20 16,40 17-3-16,-23 10 5 15,2 7-1-15,-4 2-3 16,-1 4-5-16,-7-1-4 16,-3-6 0-16,-4 3-2 15,0-5 1-15,-6-5-1 0,-7-7 1 16,1-6-1-16,1-6 0 16,-2-7 1-16,5 0 1 15,3-10-1-15,5-4 0 16,0-4 5-16,10-4 1 15,12 0-1-15,8-2-2 0,10-1 0 16,9 1-1-16,5 1 1 16,2-2 1-16,-1-1-1 15,-3 2-2-15,-10 0 1 16,-7-2 0-16,-11-2 4 16,-6-2 14-16,-12-2-9 0,-6-1-9 15,-5-1-1-15,-15 1 1 16,-9 2-2-16,-4 5 0 15,-1 6 0-15,-1 6-2 16,1 4 1-16,5 7-1 16,8 3-7-16,6 0-19 0,4 7-16 15,8 4-23-15,3 1-22 16,1-2-56-16,12-3-26 16</inkml:trace>
  <inkml:trace contextRef="#ctx0" brushRef="#br0" timeOffset="66787.19">27897 18132 514 0,'0'0'16'0,"2"45"13"0,-2-17 3 16,0 9-4-16,-4 5-18 0,-7 1-6 16,1-2-2-16,-1-3-1 15,0-2-1-15,0-7 0 16,-1-6-17-16,0-7-24 16,1-8-53-16,1-8-60 15</inkml:trace>
  <inkml:trace contextRef="#ctx0" brushRef="#br0" timeOffset="66935.19">27966 17831 507 0,'0'0'15'0,"14"-41"24"15,-7 32-27-15,2 8-11 16,1-3-27-16,-1-14-87 15,2-20-283-15</inkml:trace>
  <inkml:trace contextRef="#ctx0" brushRef="#br0" timeOffset="80750.73">24278 16567 204 0,'0'0'60'0,"0"0"-19"0,0 0-16 0,0 0-1 16,0 0 4-16,0 0-2 16,0 0 7-16,0 0-18 15,0 0-8-15,0 0 3 0,28 5 1 16,-2-4-5-16,3 0-3 15,3-1-1-15,-1 3-2 16,0 1 0-16,-4-2 1 16,-4 2-2-16,-6 0-4 15,-1 2-16-15,-9 1-25 0,-6-2-47 16,-1-2-74-16</inkml:trace>
  <inkml:trace contextRef="#ctx0" brushRef="#br0" timeOffset="80950.85">24167 16865 338 0,'0'0'44'0,"0"0"13"16,0 0-30-16,59-4-15 0,-19 0-5 15,9 2-1-15,2 1-2 16,5 1-3-16,0 1 1 15,-2-1-20-15,-6 0-71 16,-5-4-112-16</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38:51.691"/>
    </inkml:context>
    <inkml:brush xml:id="br0">
      <inkml:brushProperty name="width" value="0.05292" units="cm"/>
      <inkml:brushProperty name="height" value="0.05292" units="cm"/>
      <inkml:brushProperty name="color" value="#FF0000"/>
    </inkml:brush>
  </inkml:definitions>
  <inkml:trace contextRef="#ctx0" brushRef="#br0">13121 5000 16 0,'0'0'4'0,"0"3"-1"0,0-3 1 15,0 2 3-15,0-1 10 16,0 0 8-16,0 1 33 16,0-2-45-16,0 0-8 0,0 0 1 15,0 0 1-15,0 0 0 16,0 0 3-16,0 0-4 15,0 0-1-15,0 0 0 16,0 0-3-16,0-2 0 16,0 2 0-16,0 0-1 15,0-1 0-15,0 1-1 0,0 0 0 16,0 0 0-16,0 0 0 16,0 0 0-16,0 0-1 15,0 0 1-15,0 0 0 16,0 0 0-16,0 0 1 15,0 0-1-15,0 0 0 0,0 0 0 16,0 0 0-16,0 0 0 16,0 0 0-16,0 0 0 15,0 0 0-15,2 1 0 16,-2 2-1-16,1 0 0 16,1 1-1-16,-2-1-35 0,1-1-89 15</inkml:trace>
  <inkml:trace contextRef="#ctx0" brushRef="#br0" timeOffset="1474.03">6394 3178 208 0,'-18'-7'17'0,"-2"-1"49"0,2 0-25 0,0 3-14 15,0 3-12-15,2 0-5 16,3 2-2-16,-2 0-4 16,1 4-1-16,0 7-1 0,1 3 0 15,-1 5-2-15,2 4 0 16,1 5 0-16,1 2 0 16,4 2 1-16,3 0-1 15,3-1 0-15,0-3-1 16,1-5-1-16,11-2-2 0,5-5-6 15,5-3 4-15,0-3 4 16,5 1-1-16,0-2-3 16,-2 3 2-16,-1 1 1 15,-1 1-3-15,-8 2 5 16,-4 2 1-16,-6-1-1 0,-5 5 0 16,-3-1-1-16,-12 3 1 15,-6 3 0-15,-6-3 3 16,-2 3-2-16,-4-3 5 15,-1-2-1-15,1-2-5 16,2-5 0-16,4-5 1 0,3-3 4 16,8-7-4-16,5 0-4 15,4-17-54-15,7-11-133 16</inkml:trace>
  <inkml:trace contextRef="#ctx0" brushRef="#br0" timeOffset="1956.25">6611 3361 193 0,'0'0'6'0,"0"0"5"0,0 0 13 15,0 0-2-15,0 0 7 16,-41-11-6-16,28 12-1 15,-5 1-13-15,0 9-4 16,2 6 0-16,1 3 2 0,1 4-3 16,3 2-1-16,3 1-2 15,2 1-1-15,6-4 0 16,0-1-1-16,0-2 3 16,10-5-3-16,1-6-2 15,5-3 5-15,-1-7 1 0,3 0-3 16,0-14-1-16,0-5-4 15,-5-5 0-15,-1 0 4 16,-3-3 0-16,-3 2 2 16,-4 2 0-16,-2 3-2 15,0 6 2-15,0 4 1 0,0 8 9 16,-4 2 6-16,0 3-12 16,1 10-3-16,1 7-2 15,2 2 1-15,0 3-1 16,0 0 0-16,9-2 0 15,3-2-1-15,3-2-1 0,1-5-12 16,1-4-15-16,0-7-79 16,2-3 36-16,-3-5-70 15</inkml:trace>
  <inkml:trace contextRef="#ctx0" brushRef="#br0" timeOffset="2549.61">6785 3404 279 0,'0'0'7'0,"0"0"-1"0,0 0-6 0,0 0 1 0,0 42-1 15,0-26 2-15,2 2 1 16,3-2 0-16,-3 4-2 16,3-2 0-16,-1-2-1 15,-2 0 1-15,0-5-1 16,0-1 0-16,-2-6 1 15,0-4 0-15,0 0 4 0,0-3 30 16,0-8-30-16,0-7-3 16,0-2-1-16,0-2 0 15,0 0 0-15,3 2 3 16,3 4 0-16,4 2-1 0,-2 7-1 16,1 3-1-16,5 4-1 15,-3 0-1-15,3 1 2 16,-3 9-2-16,-1 2 1 15,2 0 0-15,-5 1 1 16,1 0-1-16,-1-2-1 16,-3-1 2-16,0-3-1 0,0 0 0 15,-2-3 0-15,-2-3 0 16,0-1 1-16,0 0 3 16,0-1-1-16,-2-8-2 15,-3 0 0-15,0-4-1 16,1-1 0-16,1 1 1 0,3 1 0 15,0-1 4-15,0 1 4 16,5 1-4-16,5 1-2 16,1 3-1-16,2 1-2 15,2 2 1-15,-2 4-2 16,2 0 1-16,-1 0 0 0,0 6-2 16,-2 3 2-16,1 0 0 15,-4 0-2-15,0 2-4 16,-3-1-15-16,-1-2-29 15,0-2-41-15,-3-3-27 16</inkml:trace>
  <inkml:trace contextRef="#ctx0" brushRef="#br0" timeOffset="3018.12">7210 3278 351 0,'0'0'4'0,"0"0"2"0,0 0-4 16,0 52-1-16,0-23 2 16,4 4 2-16,2 3-2 15,2 0 1-15,-2-1-2 0,1 1 0 16,-1-4-1-16,-1 0-1 16,0-4 1-16,-3-5-1 15,0-6 1-15,-2-5-1 16,0-6 1-16,0-3 1 15,0-3 0-15,-2 0 1 0,-5-16 0 16,0-5 0-16,-1-6-1 16,1-10 0-16,3-8-2 15,-1-8 2-15,5-2-1 16,0 2 0-16,0 4 1 16,11 7 0-16,-2 11 6 15,5 11-2-15,-1 9-3 0,2 5-3 16,1 6 0-16,0 0 0 15,-3 9 0-15,0 3 0 16,-3 4 0-16,-4 3 0 16,-4 2 0-16,-2-1 0 15,0 1 0-15,-2 0-4 0,-6-2 0 16,-6-3 6-16,1 0-7 16,-1-4-10-16,1-2-17 15,-3-5-5-15,5-2-5 16,2-3-15-16,2 0 1 15,2-14-84-15</inkml:trace>
  <inkml:trace contextRef="#ctx0" brushRef="#br0" timeOffset="3251.31">7471 2934 334 0,'0'0'3'0,"0"0"1"16,-5 44 1-16,8-16-2 0,-3 5 1 15,5 4 0-15,1-3-1 16,1 0-2-16,1-3-1 16,0 3 2-16,-1 0-2 15,-3-1 0-15,0-2-18 16,-4-6-135-16</inkml:trace>
  <inkml:trace contextRef="#ctx0" brushRef="#br0" timeOffset="3601.17">7597 3282 330 0,'0'0'-4'16,"0"0"9"-16,33-52-4 15,-18 35 1-15,1-1 0 16,-3 0 0-16,1 2 1 0,-3 0 4 16,-2 2-1-16,-5 4 3 15,-2 2-4-15,-2 2 2 16,0 2 14-16,-4 1-11 16,-7 3-7-16,-2 0 1 15,-1 4 0-15,1 9-4 16,-1 5 3-16,4 4 1 0,5 2-2 15,1 2-2-15,4-1 0 16,0-1 1-16,6 0-1 16,5-5 0-16,5-5-1 15,4-3-5-15,0-1-5 16,3-7-13-16,-1-2-12 0,2-1-25 16,-1-1-94-16</inkml:trace>
  <inkml:trace contextRef="#ctx0" brushRef="#br0" timeOffset="4219.95">7983 2999 338 0,'0'0'14'16,"0"0"-15"-16,0 0 2 15,2 41 0-15,2-18-1 0,-2 4 0 16,1-1 1-16,0-1 0 15,-1-2 0-15,0-2 0 16,2-5 1-16,-3-1-1 16,-1-3 2-16,4-5-3 15,-4-3 0-15,0-4 0 0,0 0 3 16,0-4 1-16,0-8-5 16,0-6 0-16,0-6 2 15,0-2 0-15,4 1-2 16,8 0-3-16,-1 3 9 15,-1 6-4-15,2 8-1 0,1 2 0 16,1 6-1-16,-1 0 1 16,0 6-1-16,1 5 2 15,-1 3-1-15,-3 2 0 16,-1 0 1-16,-1-1-1 16,-2-2 1-16,0-2 2 15,-2-2-3-15,-2-4 1 0,0-2-1 16,1-1 1-16,-3-2-1 15,0 0 4-15,0 0 2 16,0-10-1-16,-2-3-3 16,0-4 0-16,2-4-4 0,0-1 4 15,2-2-4-15,6 2 4 16,1 3-2-16,0 5 0 16,2 7 0-16,0 7 0 15,-1 0-2-15,0 11 2 16,1 6 2-16,1 5 0 0,-1 0-1 15,-2 1 3-15,0 1-3 16,-2-3 1-16,2 1 0 16,2-4-2-16,2-2-5 15,-2-1-57-15,1-10-58 16</inkml:trace>
  <inkml:trace contextRef="#ctx0" brushRef="#br0" timeOffset="4610.17">8528 3077 389 0,'0'0'7'0,"0"0"-5"0,0 0 0 16,0 0 2-16,0 0 0 15,-2-38-2-15,9 29 1 0,1-2 2 16,4-2 0-16,-1 0-4 15,3 1 0-15,-3-1-1 16,-3 2 0-16,-1-1 0 16,0 5 1-16,-7-1 0 15,0 2 3-15,0 2-4 16,-11 3-1-16,0 1-2 0,-5 2 3 16,-1 12-1-16,0 3 6 15,2 4-3-15,1 4-1 16,5 0 0-16,1-2 1 15,5 1 0-15,3-4 0 16,0-3-2-16,11 0 0 0,6-7 0 16,4 0-2-16,6-8 4 15,5-2 0-15,3 0 0 16,2-5-3-16,1-6-29 16,1-6-50-16,-3-6 4 15,-3-6-91-15</inkml:trace>
  <inkml:trace contextRef="#ctx0" brushRef="#br0" timeOffset="5034.04">9004 2825 368 0,'0'0'6'0,"0"0"-2"16,-55 19-1-16,32-6 2 15,1 7 3-15,1-1 11 16,6 1-3-16,-1-2-7 15,7-1-4-15,5 0-2 0,2-3-2 16,2-3-1-16,0-1 0 16,2-1 0-16,7-5-2 15,2-4-5-15,2 0 2 16,3-3 2-16,2-9-3 16,0-5 6-16,-1-1 0 15,-2-3 0-15,-2 1 0 0,-2 5 0 16,-8 3 1-16,1 4 0 15,-4 3 4-15,0 4 8 16,0 1-3-16,0 0-8 16,0 4-1-16,0 6 4 0,4 2-3 15,2 2 0-15,3 0-2 16,3-1 1-16,1 2-1 16,1-3-3-16,1-4 3 15,1 1-11-15,-5-3-35 16,-2-6-60-16,0 0-74 15</inkml:trace>
  <inkml:trace contextRef="#ctx0" brushRef="#br0" timeOffset="5349.49">9127 2860 346 0,'0'0'17'0,"0"0"-4"15,0 0-11-15,0 0-1 16,0 0 1-16,0 0 3 15,0 0 6-15,-4 47-1 16,10-36-3-16,-1-1-3 16,0-3-1-16,-3 0 1 0,2-1-3 15,-4-5-1-15,2 0 1 16,-2-1 1-16,0 0 2 16,0-2 9-16,1-11-2 15,0-4-8-15,2-3-1 16,1-2-2-16,1-1-2 0,4 3-2 15,0 7 8-15,2 3-2 16,4 9-2-16,3 1 1 16,2 4 0-16,3 10 0 15,4 5 1-15,0 2 1 16,-1 3-2-16,-2-1 1 0,-3-2-5 16,-4-8-71-16</inkml:trace>
  <inkml:trace contextRef="#ctx0" brushRef="#br0" timeOffset="6372.29">12876 3162 210 0,'0'0'21'0,"0"0"16"0,0 0-1 16,-43-38 0-16,25 38-22 16,-5 3-7-16,-2 11-2 15,-2 3 0-15,2 3-1 0,2 3-3 16,3 0-2-16,7-2 0 15,8 0-1-15,5-7-1 16,0 2-1-16,17-2 3 16,8-4 3-16,3 0 2 15,5 3 2-15,0-3-4 0,-4 3 0 16,-4 1 0-16,-7 0-2 16,-7 1-1-16,-7 0 0 15,-4-1-5-15,-2 0-1 16,-11 0 7-16,-5 0 8 15,-4-1-9-15,0 2 4 16,-5-4-3-16,0 2 2 0,0-2-5 16,0-4 6-16,4 2-4 15,6-5-3-15,5-3 1 16,10-1-4-16,2-1-39 16,14-13-62-16,11-7-57 0</inkml:trace>
  <inkml:trace contextRef="#ctx0" brushRef="#br0" timeOffset="6801.22">13234 3236 237 0,'0'0'5'16,"0"0"17"-16,-44 0-6 15,21 2 12-15,0 6-11 16,-4 5 3-16,2 1 0 15,0 3-5-15,3 2-6 0,5 2-5 16,5-1 3-16,5 0-6 16,5 0-2-16,2-2-1 15,2-2 2-15,10-2-1 16,1-4 1-16,3-3-1 16,1-4 5-16,0-3-6 0,0-1-2 15,-1-12 4-15,-3-4 4 16,-3-2-3-16,-4 2 1 15,-4-1-2-15,-2 4 2 16,0 4 1-16,-2 4 0 16,-3 1-1-16,1 3 0 0,-3 0 1 15,3 2 0-15,4 0 3 16,0 0-5-16,0 9-1 16,4-1 1-16,7 4-4 15,1 0-1-15,4 1 10 16,1-1-3-16,3-1-5 0,0-3 0 15,1-2-14-15,1-3-30 16,-1-3-29-16,-2 0-17 16,-1-7-93-16</inkml:trace>
  <inkml:trace contextRef="#ctx0" brushRef="#br0" timeOffset="7347.18">13380 3255 198 0,'0'0'29'0,"0"0"21"0,0 0-16 0,0 0-34 16,0 0 4-16,0 0-1 0,0 0 1 16,25 47 1-16,-19-30 2 15,2-2-3-15,-4 0-2 16,0-3 0-16,1 0 0 16,-3-4-5-16,0-2 2 15,-2-5 1-15,0-1 5 16,0 0 25-16,-6-1 4 0,-1-9-30 15,-1-6 0-15,2-1 4 16,4-1 1-16,2-2-6 16,0 3-1-16,2 1 0 15,10 6 0-15,3 3-1 16,3 7-1-16,3 0 0 0,1 3 0 16,0 7 0-16,-2-1 1 15,-2 2-1-15,-4 0 0 16,-5-2 1-16,-1-2-2 15,-4-3 1-15,-1-1 0 0,0-2 0 16,-3-1 0-16,0 0 1 16,-4 0 1-16,-2-3-1 15,-4-5 0-15,0-2-1 16,1-4 1-16,-1 0-2 16,5 1 2-16,-1-1-1 0,5 1 2 15,1 4 0-15,0 4-1 16,9 2-1-16,4 2-1 15,3 1 1-15,2 0 0 16,4-1 0-16,1 4 0 16,-1-1 0-16,0-1 0 15,-2 0-3-15,1-1-28 16,-4 0-33-16,-1-5-22 0,-5-6 5 16,-2-4-87-16</inkml:trace>
  <inkml:trace contextRef="#ctx0" brushRef="#br0" timeOffset="7779.06">13805 3093 166 0,'0'0'37'0,"0"0"22"0,0 0-30 0,0 0-27 0,0 0 8 15,27 38 5-15,-11-10 19 16,-1 5-9-16,4 5-9 16,-2 2-2-16,1 0-6 0,-3-1-3 15,-1-7-2-15,-5-5 0 16,-2-7-9-16,-3-7 7 15,-1-8 5-15,-3-3-4 16,0-2 15-16,-5-3 49 16,-2-11-54-16,-4-8 3 0,-3-6-7 15,1-7-7-15,0-8-1 16,2-1 1-16,8-2-6 16,3 4 0-16,0 2 5 15,0 12 0-15,9 7-1 16,3 9 0-16,-2 9 1 0,2 3-2 15,1 5 0-15,0 5 2 16,-3 2 0-16,-2 1-1 16,-5 1-2-16,-3-1-4 15,0 1 2-15,-9 0 0 16,-5-1 4-16,-3-1 0 0,-1-4-2 16,0-1-24-16,0-4-10 15,2-3-6-15,3 0-18 16,2-10-31-16,2-7-47 15</inkml:trace>
  <inkml:trace contextRef="#ctx0" brushRef="#br0" timeOffset="7980.9">14024 2775 337 0,'0'0'1'0,"0"0"17"0,0 0-14 16,0 0 0-16,23 44 9 0,-13-15 4 15,4 4-7-15,-1 3-4 16,3-2-3-16,-1 3-2 16,1-3-1-16,2-3 0 15,-2-4 0-15,-1-7-2 16,-1-6-35-16,-5-7-71 0,-3-7-33 16</inkml:trace>
  <inkml:trace contextRef="#ctx0" brushRef="#br0" timeOffset="8289.04">14259 3010 379 0,'0'0'0'15,"0"0"3"-15,37-37-2 16,-16 22 2-16,4 1-2 16,-5-2 5-16,2 1-1 15,-4 2 3-15,-5 2-1 0,-4 3 1 16,-4 1 0-16,-5 4-3 15,0 0 10-15,-5 3 2 16,-10 0-16-16,-3 3-2 16,-2 7 0-16,-2 5 4 15,3 3-2-15,6 3 0 0,2 3-1 16,6-2 1-16,5-1-1 16,0-1 1-16,8-3-1 15,9-3 0-15,3-4-2 16,5-3 6-16,1-3-6 15,3-4-16-15,2 0-27 16,-2-10-31-16,-1-8-34 0</inkml:trace>
  <inkml:trace contextRef="#ctx0" brushRef="#br0" timeOffset="9754.4">14726 2688 426 0,'0'0'1'0,"0"0"-3"16,8 40 4-16,0-16-2 16,-1 2 2-16,-1-1-2 0,1 0 1 15,0-3-1-15,-3-1 0 16,0-4 0-16,1-5 0 16,-3-5 0-16,0-4 0 15,-2-3-1-15,0 0 5 16,0-12 16-16,0-6-20 0,0-6 1 15,1-5 0-15,3 1-2 16,5-2 2-16,-2 6 1 16,1 4-2-16,3 7-1 15,1 9 1-15,1 4 1 16,1 4-2-16,-1 9 1 16,3 7 0-16,-3 1 0 0,-2-1 1 15,0 0 2-15,-2-3-1 16,-4-3-2-16,-1-3 0 15,0-5 1-15,-2-3 0 16,-1 0-1-16,-1-3 1 0,0 0 2 16,0-4 7-16,0-8 1 15,-3-5-8-15,-1-4 0 16,-2-5-2-16,4-1-1 16,2 1 0-16,0 0 0 15,1 6 1-15,8 3-1 16,1 7-2-16,1 6 3 0,3 4-1 15,0 1-1-15,3 11 1 16,-2 3 0-16,1 2 0 16,-3 0 0-16,-2-1 1 15,1-1 0-15,0-3 0 0,-2-1 1 16,3-2-1-16,-2-2-1 16,3-3 2-16,1-4-1 15,1 0 1-15,0-6 1 16,4-8 1-16,-2-3-1 15,2-4-2-15,0-2 0 16,-4-4 0-16,0 0 0 0,-4 2-1 16,-3 2-1-16,-6 3 1 15,-3 7 0-15,0 3 1 16,-8 7-3-16,-4 3 0 16,-4 3-3-16,1 11 4 15,-2 5 1-15,4 2 0 0,3 2 0 16,4-3 0-16,4 1 0 15,2-4 0-15,2-2-1 16,12-3 1-16,4-2-1 16,6-7 4-16,7-2-3 15,5-1 2-15,5-5 2 0,1-12-3 16,0-3 1-16,1-6-3 16,-5 1 2-16,-8-2-1 15,-2 4 0-15,-12 3 0 16,-5 3 1-16,-10 5 0 15,-1 5 1-15,-10 2-4 16,-7 5-1-16,-2 0 0 0,-3 6 2 16,0 7 3-16,3 2-1 15,5 2-2-15,4 1 2 16,4-2-1-16,5-3-2 16,1-2 1-16,2-4 0 0,10-1 2 15,-1-4-2-15,1-2 2 16,1 0 1-16,0-5 1 15,-1-8-2-15,-3-4 1 16,1-1-1-16,-4-2 0 16,0 0 0-16,-4 3 1 0,-2 6-1 15,2 1-1-15,-2 4 1 16,0 3 0-16,0 3 0 16,2 0-3-16,2 3 0 15,3 4 2-15,3 4 0 16,1 1-2-16,2 1 2 15,1-2 2-15,-1 1-4 0,1-3 2 16,-2 0-2-16,0-3 1 16,-3-2-1-16,-2-4 0 15,3 0-3-15,0-3 4 16,-3-8 4-16,3-5-4 16,2-4 2-16,1-3-1 0,-4 2 0 15,1 1 1-15,0 3 0 16,-3 6-1-16,2 6 1 15,-3 3 0-15,3 2-2 16,2 3 0-16,1 8 2 16,-1 6-1-16,3 0 0 0,-4 1 0 15,-1-2 0-15,-2-3-1 16,0-2 2-16,-5-5 0 16,0-4-1-16,-1-2 2 15,1 0 4-15,0-8 15 16,0-9-8-16,0-4-10 0,2-2-1 15,3-4 0-15,1 0-1 16,3 0-1-16,1 3 0 16,3 6 0-16,4 5-1 15,3 3 1-15,1 7-1 16,2 3 1-16,-1 10-3 0,0 7 0 16,-3 12-6-16,-12 7-8 15,-9 8-16-15,-3 5-46 16,-24 0-94-16</inkml:trace>
  <inkml:trace contextRef="#ctx0" brushRef="#br0" timeOffset="10072.33">14457 3195 577 0,'-28'-13'-27'0,"2"2"31"0,7 11-3 0,8 4-5 16,1 20 3-16,4 9 2 0,2 8 0 16,4 6 0-16,0 4 1 15,4 5 1-15,10 2-2 16,-1 0 1-16,0 3-1 15,1-3 0-15,-6-4-3 0,2-4-10 16,-10-10-20-16,0-9-34 16,-7-10-29-16,-6-8-25 15</inkml:trace>
  <inkml:trace contextRef="#ctx0" brushRef="#br0" timeOffset="10644.93">14219 3745 279 0,'0'0'12'15,"0"-64"37"-15,11 31-13 16,11 3-4-16,6 3-20 16,5 7-1-16,-2 5-3 15,0 5-1-15,-4 10-1 16,-5 0-3-16,-3 7 0 0,-4 9 1 16,-1 2-2-16,-4-1-1 15,-3 0 1-15,2 0 2 16,-4-1-2-16,1-3 0 15,1-5 0-15,2-1 1 0,0-1-1 16,0-5 1-16,4-1 0 16,-2 0-1-16,0-7 3 15,-1-4-4-15,-3-5 1 16,-3 1-2-16,-2-1 2 16,-2 2 1-16,-4 0-3 0,-5 4-4 15,-5 1 3-15,1 1 1 16,-1 2-1-16,1 0 4 15,2-1-2-15,2 0 2 16,4 1 1-16,3 1 0 16,2-1 4-16,0 2-3 0,9 0-2 15,6 2-3-15,3 2 2 16,3 0-1-16,3 0-1 16,-1 0-1-16,-3 5 1 15,2 1 1-15,-7 3-3 16,-1-2 1-16,-3-1-1 15,-6-2 1-15,0-1 0 0,-1 0-2 16,-4-3 2-16,0 0 0 16,0 0 3-16,0-9 2 15,0-4-4-15,-4-7-1 16,4-4 3-16,0-7-3 16,8-3 1-16,5 0-7 0,12 1-11 15,4 2-9-15,5 4-20 16,4 8-39-16,4 5-22 15,-1 0-46-15</inkml:trace>
  <inkml:trace contextRef="#ctx0" brushRef="#br0" timeOffset="11036.23">15091 3234 152 0,'0'0'66'0,"0"0"-50"0,-10 39 27 16,1-13 15-16,1 2-23 15,3 2-9-15,3 1-13 16,2-2-4-16,0-4-6 0,4-4 0 15,9-4-2-15,1-4 0 16,3-4 2-16,4-5-2 16,0-4 2-16,3 0 2 15,-2-14-4-15,-1-7 3 16,-1-8-2-16,-1-6-1 16,-7-8-1-16,-3-1-1 0,-3-1 0 15,-4 2-5-15,-2 9 4 16,0 6-2-16,-4 9 6 15,-1 12 13-15,1 7 4 16,0 2-15-16,2 16-5 0,2 9 0 16,0 5 3-16,0 4 2 15,6 1 3-15,5 1-3 16,5-4-2-16,-2-4-2 16,5-6 0-16,1-4 0 15,-1-7-4-15,5-6-18 0,3-7-37 16,0 0-38-16,2-13-36 15</inkml:trace>
  <inkml:trace contextRef="#ctx0" brushRef="#br0" timeOffset="11756">15651 3235 306 0,'0'0'15'16,"-40"-10"27"-16,14 10-9 15,-2 0-5-15,-1 13-11 16,0 2 2-16,2 2-1 15,4 2-1-15,8-2-8 0,3-3-3 16,7 0-5-16,5-2-1 16,0-1-1-16,0-4 1 15,11 0-1-15,4-4-1 16,3-3-2-16,5 0 1 16,-3-11 2-16,2-4-5 0,-1 1 4 15,-6-3 2-15,-2 3 1 16,-6 3-1-16,-4 3 1 15,-2 2 1-15,-1 3 2 16,0 1 1-16,0 2 3 16,0 0-2-16,0 0 1 15,-1 0-2-15,1 0-5 0,0 0-1 16,0 4 0-16,0 3 1 16,5 2 1-16,3 0-1 15,3 0-1-15,0-1 2 16,-2-3-1-16,3 1-1 15,0-2-1-15,0-4 2 0,-3 0-1 16,1-2 4-16,3-10 1 16,-1-3 0-16,-1-5-1 15,1-2-2-15,-1 2 0 16,-2 2 0-16,0 5-1 16,-4 2 1-16,1 5-1 0,0 6 0 15,2 0-2-15,-2 0 1 16,1 10-3-16,1 1 0 15,2 1 3-15,-3-1 1 16,-1 1 0-16,-1-4 1 16,1 0-1-16,1-2 0 0,0-2 1 15,-1-3-1-15,3-1 0 16,3 0 4-16,1-7 0 16,5-6-2-16,-2-4 0 15,3-2-1-15,-1-1-1 16,0 3 1-16,-1 3 1 0,-3 1-2 15,-1 6 1-15,-1 4-1 16,-3 3-1-16,-2 0 0 16,0 7-4-16,-5 4-1 15,0 1 2-15,-2 2-1 16,0-1-1-16,0 1-6 0,0-1-34 16,-4-4-35-16,1-5-83 15</inkml:trace>
  <inkml:trace contextRef="#ctx0" brushRef="#br0" timeOffset="12113.21">16239 3043 423 0,'0'0'3'0,"33"-50"10"0,-14 28-4 15,3 6 6-15,2 3-6 0,-2 9-6 16,-1 4-2-16,-6 1 0 15,1 15-2-15,-7 2 0 16,-4 4-3-16,-3 2 0 16,-2 0-1-16,0-1 0 15,-3-2 5-15,-7-3-1 16,1 0-1-16,-3-3-5 0,-1-2 6 16,3-1 0-16,2-4 1 15,1-2 5-15,3-3 3 16,4-2 11-16,0-1-1 15,0 0-1-15,15 0-5 16,12-1 14-16,7-7 3 0,13-2-6 16,9-4-9-16,8 3-7 15,8-5-2-15,-3 6-4 16,-3 0-1-16,-9 2-2 16,-10-8-64-16,-18-8-237 15</inkml:trace>
  <inkml:trace contextRef="#ctx0" brushRef="#br0" timeOffset="12878.19">8151 3337 270 0,'0'0'19'0,"-54"68"-10"0,31-24 3 0,6 10 0 16,5 7 6-16,10 3-8 16,2-1-8-16,0-2 0 0,14-2 0 15,3-6-2-15,2-5 1 16,0-5-2-16,2-10-21 16,-7-9-54-16,-6-13-57 15</inkml:trace>
  <inkml:trace contextRef="#ctx0" brushRef="#br0" timeOffset="13483.9">7966 3880 317 0,'0'0'13'0,"-6"-39"22"0,6 19-6 16,18 2-26-16,5-1 3 15,4 1-3-15,4 0-2 16,-1 4-1-16,3 3 2 15,-6 4-3-15,-5 7 1 16,0 0 0-16,-6 0 0 16,-3 5 2-16,-4 6 0 0,-5 2 0 15,1 1 2-15,-4 3 4 16,1-2 1-16,0 1 2 16,-2-2-6-16,2-1-2 15,2-6-1-15,3 1 2 0,-1-4-2 16,2-3-1-16,1-1 1 15,3 0 0-15,0-4 1 16,-3-5 0-16,0-1 1 16,-3-4-1-16,-1 0-2 15,-5 0 0-15,0 1 2 16,0 0-1-16,-10 1 0 0,0 0-1 16,-3 3-1-16,-1-2 2 15,-1 1 1-15,3 2-3 16,3-2 1-16,3 1 0 15,2 1 1-15,4 1 3 16,2 2-3-16,9 1-2 0,7 4 1 16,4 0-1-16,4 0 0 15,-1 4-1-15,0 5-1 16,0 4-1-16,-6-3 3 16,-3 1-2-16,-5-4-2 15,-4-1-2-15,-3-3 4 0,-1-2 0 16,-3-1 3-16,0 0 2 15,-9-6-1-15,0-5 0 16,-2-3-3-16,1-5 2 16,4 0-3-16,1 0 0 15,5-4-1-15,1 2-10 0,14 0-34 16,5 2-49-16,5 3-56 16</inkml:trace>
  <inkml:trace contextRef="#ctx0" brushRef="#br0" timeOffset="13909.24">8760 3481 364 0,'0'0'6'0,"0"0"-7"0,-40 21 9 0,25-7 5 0,3 7 8 15,2 1 2-15,3 1-8 16,5 0-4-16,2 0-5 15,0-1-2-15,8-1-3 16,6-4 1-16,4-4-2 16,3-5 1-16,2-5-2 15,2-3 1-15,0-11 0 0,-2-8 3 16,-2-6-7-16,-3-8 7 16,-7-2-1-16,-5-4-2 15,-6-2 0-15,0 0-1 16,-4 4-1-16,-7 4 0 15,-1 6 1-15,0 7 7 0,3 10 13 16,5 6-5-16,0 4 1 16,4 6-20-16,0 12 3 15,10 5 0-15,4 4 2 16,3 1 1-16,2 2-2 16,2 0 0-16,2-1 1 0,0-4-2 15,1-2-13-15,-4-8-67 16,2-7-25-16,-1-8-26 15</inkml:trace>
  <inkml:trace contextRef="#ctx0" brushRef="#br0" timeOffset="14708.03">9217 3404 289 0,'0'0'5'15,"0"0"27"-15,0 0 16 16,0 0-23-16,-36-17-12 0,19 18-6 15,0 9 19-15,-3 3 1 16,2 0-8-16,2 2-3 16,4 1-8-16,3-2-6 15,1 1-1-15,4-3-2 16,4 1 0-16,0-3 2 0,0 1-1 16,4-2-1-16,4-3 0 15,0-2-1-15,1-3-1 16,2-1 3-16,-1 0-3 15,1-1 0-15,2-8 8 16,-4-1-3-16,0-1-1 0,-1 1-1 16,-2-3 1-16,-4 3 0 15,0 2 0-15,0-1 0 16,-2 1 0-16,0-1 1 16,0 5 0-16,0 0 2 15,0 1 3-15,0 1-1 0,0 2 2 16,0 0-4-16,0 0-5 15,0 0-1-15,2 0 2 16,5 6-1-16,-1 1 1 16,4 2 0-16,1-1 1 15,-2 1-1-15,4-1 0 0,0-1 0 16,-2-2-1-16,1-4 1 16,-1-1 0-16,1 0 0 15,-1-1 0-15,1-11 2 16,2-3 0-16,-1-6-1 15,-1-1 0-15,-1 1-1 16,-3 2 1-16,2 2-1 0,-3 7 0 16,-1 3 1-16,1 6-1 15,1 1-1-15,2 0-2 16,1 10 0-16,1 2 1 16,-3 4-2-16,1 0 2 15,-4-2 1-15,2 0 2 0,-3-4-1 16,-1-4 0-16,0-2-2 15,1-3 0-15,1-1-2 16,1-1 4-16,2-9 0 16,0-7 1-16,3 0 0 15,0-6-1-15,1-1 1 0,2 3-2 16,-3 2 2-16,2 5 0 16,-3 4 0-16,-2 6-1 15,-1 4-1-15,0 3 1 16,-4 7-2-16,-1 4-1 15,1 2-1-15,-4 2-5 0,0-1-7 16,0 1-14-16,0-2-35 16,-6-3-51-16,1-6-26 15</inkml:trace>
  <inkml:trace contextRef="#ctx0" brushRef="#br0" timeOffset="15125.98">9964 2931 112 0,'0'0'309'0,"0"0"-305"0,0 0-2 15,0 0-4-15,-19 55 1 16,9-29 12-16,-2-2 6 0,1-3-3 15,-1-5-5-15,4-2-2 16,3-5-4-16,1-1-2 16,2-5-1-16,2-1 0 15,0-2 2-15,0-2 3 16,4-11-1-16,3-4-4 16,6-4 1-16,1-5 4 0,1-3-5 15,-2 3 1-15,-1 3 1 16,-3 6-1-16,-4 6 0 15,-1 7 1-15,-2 4-3 16,0 1-2-16,0 13 3 16,1 6 3-16,3 6 10 0,-1 2 0 15,0 2-4-15,3 0-4 16,1-1-3-16,1-1 0 16,0-3-1-16,3-1-1 15,-3 2-6-15,-4-4-38 0,-4-6-106 16</inkml:trace>
  <inkml:trace contextRef="#ctx0" brushRef="#br0" timeOffset="15319.15">9931 3437 471 0,'0'0'25'15,"0"0"9"-15,0 0-17 16,0 0 12-16,0 0 1 15,0 0 0-15,64-57-9 16,-18 27-12-16,10-4-6 0,11 0-2 16,2-2-4-16,-4-5-46 15,-9-9-295-15</inkml:trace>
  <inkml:trace contextRef="#ctx0" brushRef="#br0" timeOffset="29992.2">7507 9221 223 0,'0'0'-27'0,"0"0"58"0,0 0 24 0,0 0-29 15,22-38-16-15,-6 31-6 16,7-2 6-16,6 2 6 16,8-6-3-16,8 1 7 0,9-4 6 15,6-2-6-15,7-1-2 16,2-2-1-16,5-2-8 16,-3 2 0-16,-2 0-3 15,-3 2-4-15,-7 3-1 16,-5 4 0-16,-12 2 0 0,-7 3-1 15,-10 4 1-15,-6 1 0 16,-10 2-3-16,-4 0-1 16,-5 2-29-16,-2 8-10 15,-12 4 7-15,-8 0-24 16,-6 2-16-16,-7 2-5 0,-3 1-41 16</inkml:trace>
  <inkml:trace contextRef="#ctx0" brushRef="#br0" timeOffset="30253.52">7655 9376 104 0,'0'0'42'16,"0"0"-13"-16,0 0 8 15,0 0-14-15,0 0 6 16,0 0 25-16,0 0-11 0,40 16-4 15,0-29-10-15,11-3-9 16,10-5-1-16,8-2-6 16,6-2-4-16,2-2-1 15,-2 0 3-15,-2 4-5 0,-8 3-2 16,-5 4-3-16,-12 4 1 16,-5 5-2-16,-7 3-7 15,-7 3-33-15,-12 0-39 16,-5-5-88-16</inkml:trace>
  <inkml:trace contextRef="#ctx0" brushRef="#br0" timeOffset="31299.3">7704 16279 59 0,'0'0'65'0,"0"0"7"0,0 0-70 16,45 11 3-16,-16-10 16 15,7 2-3-15,10-3 2 0,10 0 1 16,7 0 0-16,10 0-8 15,6-4 4-15,6-3-6 16,6-2-3-16,1-1-2 16,2 0-2-16,-7 0 0 0,-5-1-1 15,-3 3-1-15,-10 0-2 16,-7 0 2-16,-6 1-5 16,-6 3-2-16,-8-2 2 15,-11 2-8-15,-4 2-2 16,-14 2-9-16,-8 0-13 0,-5 7-29 15,-11 6-16-15,-16 0-18 16</inkml:trace>
  <inkml:trace contextRef="#ctx0" brushRef="#br0" timeOffset="31688.21">8001 16622 166 0,'0'0'40'15,"0"0"18"-15,0 0-14 16,0 0-14-16,0 0-29 0,0 0 4 15,40-11 14-15,2 13 9 16,10-2-2-16,15 0-11 16,9 1-3-16,6-3-6 15,4-3-2-15,1 0-3 16,-2 0-1-16,-5-1 5 0,-2-1-7 16,-6-3 6-16,-2-1-3 15,-8-3 0-15,-5-1 0 16,-5 0-2-16,-7 2-1 15,-9 0-17-15,-5 0-14 16,-11 5-14-16,-6-4-21 0,-8-1-34 16</inkml:trace>
  <inkml:trace contextRef="#ctx0" brushRef="#br0" timeOffset="33006.76">15960 9353 19 0,'0'0'135'0,"0"0"-113"0,0 0-13 0,41-2-1 0,-13-4 15 15,12-3-3-15,7-3-4 16,7-1-2-16,8-3-2 15,5 0 1-15,6-2-2 0,4 1-4 16,2 0 1-16,-4 1-2 16,-5 1-2-16,-3 2 1 15,-12 2-3-15,-9 4-1 16,-8 2 1-16,-10 5-1 16,-9 0-1-16,-8 0-1 0,-5 0-23 15,-6 7-23-15,-5 0-28 16,-15-5-116-16</inkml:trace>
  <inkml:trace contextRef="#ctx0" brushRef="#br0" timeOffset="33459.41">16092 9497 112 0,'0'0'3'0,"0"0"-2"0,0 0 0 15,0 0 2-15,0 0 0 16,0 0 1-16,0 0 8 15,-36 38 2-15,35-35 3 16,0-2-2-16,1 0 0 16,0-1 3-16,11 0 18 0,8 0 7 15,9-5-16-15,14-5-2 16,11-2-3-16,12-3-2 16,12-3-12-16,6-4 4 15,3 3-2-15,0-3-4 16,-1 4-1-16,-8-1 1 0,-9 5 2 15,-15 4-3-15,-10 3-1 16,-12 6-3-16,-13 1 0 16,-8 0-2-16,-10 8-32 15,0-1-42-15,-17-7-32 16</inkml:trace>
  <inkml:trace contextRef="#ctx0" brushRef="#br0" timeOffset="34704.21">15884 16412 144 0,'0'0'10'0,"0"0"4"0,0 0 5 16,0 0-17-16,0 0-2 16,44-8 2-16,-15 8 13 0,12 0 6 15,12-3-3-15,12-5 1 16,9-3-2-16,9 1-1 16,8-4-5-16,2 3 1 15,4-5-2-15,0 3-8 16,-3-5-1-16,-5 1 5 0,-7-2-5 15,-7 1 1-15,-8 2-2 16,-10 1 0-16,-10 5 0 16,-13 3 2-16,-10 4-6 15,-15 3-19-15,-9 0-38 16,-7 0-46-16</inkml:trace>
  <inkml:trace contextRef="#ctx0" brushRef="#br0" timeOffset="35081.32">15924 16754 130 0,'0'0'24'16,"0"0"26"-16,40-5-4 15,-15-4-4-15,10-1-4 0,9-3-5 16,12-2-2-16,12-1-2 16,12-2-7-16,12-5-7 15,10 0-8-15,4-2-2 16,4 0-2-16,-6 0 0 15,-3 0 1-15,-5 2-2 16,-5 4-1-16,-7 1 0 0,-6 5 0 16,-6 0-1-16,-7 5-4 15,-10-2-42-15,-12-7-68 16,-11-9-145-16</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39:49.354"/>
    </inkml:context>
    <inkml:brush xml:id="br0">
      <inkml:brushProperty name="width" value="0.05292" units="cm"/>
      <inkml:brushProperty name="height" value="0.05292" units="cm"/>
      <inkml:brushProperty name="color" value="#FF0000"/>
    </inkml:brush>
  </inkml:definitions>
  <inkml:trace contextRef="#ctx0" brushRef="#br0">16434 12404 62 0,'0'0'27'0,"0"0"43"0,0 0-53 0,0 0-17 16,0 0 6-16,69 11 0 15,-25-11 4-15,12-5 4 0,13-7 3 16,10-2-4-16,7-1 4 15,11-2-2-15,6-3-4 16,5-2 1-16,1 1-5 16,5-3 5-16,-7 1 7 15,-2-2-12-15,-9 2 0 16,-2 0-5-16,-11 1 1 0,-8 3-1 16,-9 3 1-16,-6 1-3 15,-11 5 0-15,-11 3 0 16,-9 4 0-16,-12 1-6 15,-7 2-12-15,-10 0-48 0,-2 6-26 16,-20 0-14-16</inkml:trace>
  <inkml:trace contextRef="#ctx0" brushRef="#br0" timeOffset="355.92">16483 12822 234 0,'0'0'10'0,"78"4"-3"0,-15-11-4 0,16-5 0 15,16-3 1-15,13-5 6 0,12-6 2 16,7-2 2-16,5-5 1 16,1-1 11-16,-2-1-8 15,-3-1 1-15,-4 2-9 16,-7 0-3-16,-10 4-3 16,-2 0-4-16,-11 3 1 0,-12 3-1 15,-9 6 0-15,-9 2-4 16,-10 3-32-16,-10-5-46 15,-6-6-116-15</inkml:trace>
  <inkml:trace contextRef="#ctx0" brushRef="#br0" timeOffset="1386.44">24864 4010 141 0,'0'0'37'0,"0"0"7"0,0 0-24 16,0 0-4-16,-53 19 4 0,30 1-1 15,-3 4 1-15,1 3-4 16,5 1-5-16,-3-1-5 16,3 0-3-16,4-3-3 15,1-2 1-15,4-4-1 16,3-2 1-16,0-4-1 0,5-2 2 15,3-7-3-15,0-1 1 16,3-2 4-16,11-5 7 16,5-10-8-16,2-5-2 15,6-10 0-15,3-2-1 16,4-5 0-16,-4-2 1 16,1-2-1-16,-3 5 0 0,-6 4 0 15,-5 6-1-15,-5 8 10 16,-6 5 18-16,-2 10 5 15,-4 3-4-15,0 3-20 16,0 13-6-16,0 8 7 16,-6 8 4-16,2 8 0 0,0 7 3 15,-3 6-5-15,3 3-6 16,0 4-3-16,-1 1 0 16,3-3-2-16,2-1 2 15,0-6 1-15,0-4-3 16,0-7 0-16,3-7-7 0,1-5-8 15,-2-1-9-15,0-6-12 16,-2-3-31-16,0-7-19 16,0-6-19-16</inkml:trace>
  <inkml:trace contextRef="#ctx0" brushRef="#br0" timeOffset="1650.83">24533 4780 327 0,'0'0'-15'0,"0"0"47"0,0 0-2 0,0 0-2 0,0 0-3 16,0 0 11-16,0 0-3 15,52-3-6-15,0-4-8 0,17-4-5 16,15-1-3-16,12 0-5 15,4 0-4-15,2 1-1 16,-10 2 1-16,-8 2 0 16,-9 0-27-16,-13-3-78 15,-13-7-83-15</inkml:trace>
  <inkml:trace contextRef="#ctx0" brushRef="#br0" timeOffset="3026.11">28956 5455 235 0,'0'0'1'0,"0"0"40"0,0 0-16 16,0 0-6-16,0 0-4 16,0 0 21-16,0 0 1 15,0 0-25-15,54-57-2 0,-29 24 3 16,4-8 3-16,1-6-4 15,-2-7-4-15,-2 2-5 16,-7-5 0-16,-8 3-1 16,-6 7-1-16,-5 6-1 15,-11 7-1-15,-9 10 1 0,-5 10 1 16,-4 14 5-16,-1 5-1 16,2 21-1-16,0 13 0 15,5 11 2-15,5 11-3 16,6 3-1-16,9 1 0 15,3-1 0-15,2-3-1 16,14-8 3-16,8-5-2 0,3-9-3 16,6-10-5-16,2-6-11 15,-1-12-8-15,2-8-4 16,-2-3-13-16,-4-20-11 16,-1-4 12-16,-5-6 16 15,-6-1 8-15,-4 0 18 0,-8 5 1 16,-3 6 4-16,-3 5 27 15,0 8 30-15,0 6-6 16,2 1-33-16,2 9-22 16,4 6-1-16,1 4 5 15,-1 1 1-15,1 1-3 0,1-3-2 16,-2 0 0-16,-1-1-1 16,-3-2 0-16,3-3 0 15,-4-3-1-15,-1-6 1 16,1-3 0-16,2-3 6 15,-1-14-5-15,5-5-1 0,5-9 0 16,4 1-1-16,4-1 1 16,1 3-1-16,2 7 2 15,-1 9-1-15,2 10-1 16,-7 2-1-16,3 9-1 16,-4 8 2-16,1 5-1 15,-1 2 1-15,-2 0 0 0,-3 2 0 16,-1-1 1-16,-1-1-9 15,-4-1-37-15,2-5-33 16,-5-4-21-16,2-7-27 16</inkml:trace>
  <inkml:trace contextRef="#ctx0" brushRef="#br0" timeOffset="3337.88">30243 4973 279 0,'0'0'-22'0,"0"0"55"0,-43-34 12 0,17 34 16 0,-5 10-25 15,-4 13-14-15,-2 10 6 16,2 9-6-16,4 4 0 15,6 6-6-15,9 1-5 16,8-1-3-16,7 0-7 16,1-4 1-16,11-3 1 15,11-5-3-15,6-4-16 0,3-4-4 16,5-6-13-16,0-8-26 16,0-9-27-16,-3-9-24 15</inkml:trace>
  <inkml:trace contextRef="#ctx0" brushRef="#br0" timeOffset="3554.06">30450 5152 426 0,'0'0'-3'0,"0"0"34"0,0 0-22 15,0 0-7-15,-10 53 3 16,10-26 2-16,0 1-2 15,2-1-3-15,4 3 0 16,-1-2 1-16,0-2-2 0,-1 1-11 16,0-5-37-16,2-7-50 15,0-7-5-15,2-8-92 16</inkml:trace>
  <inkml:trace contextRef="#ctx0" brushRef="#br0" timeOffset="3808.09">30723 4973 492 0,'0'0'-57'16,"0"0"90"-16,44 4-30 16,-25 21-2-16,-3 7 2 15,1 8 9-15,-4 7-7 16,-5 3-1-16,-2 2-2 15,-6 4 1-15,-5 1 2 16,-12-1 0-16,-6-5-3 0,-2-5 1 16,-2-6-9-16,1-9-12 15,2-6-21-15,4-10-27 16,1-4-4-16,1-11-31 16,8 0-115-16</inkml:trace>
  <inkml:trace contextRef="#ctx0" brushRef="#br0" timeOffset="4014.13">31178 5213 349 0,'0'0'5'0,"60"-34"4"15,-28 25-3-15,-1 1 0 16,-2 7-1-16,1 1-2 15,0 0-3-15,-2 7 1 16,-2 4-2-16,-7 5-1 0,-7 0-64 16,-9-1-62-16</inkml:trace>
  <inkml:trace contextRef="#ctx0" brushRef="#br0" timeOffset="4183.35">31207 5357 271 0,'0'0'-2'16,"0"0"60"-16,0 0-36 15,0 0-15-15,0 0 20 16,0 0-13-16,77 4-9 16,-19-6-3-16,11-7-2 15,9 0-11-15,10-9-83 0,6-8-90 16</inkml:trace>
  <inkml:trace contextRef="#ctx0" brushRef="#br0" timeOffset="4469.95">32127 5091 466 0,'0'0'-6'0,"-39"11"27"16,19 4-13-16,0 5 0 15,1 6 2-15,2 4 0 16,4 0 2-16,10 2-5 16,3-1-1-16,1-1 2 0,14-4-2 15,9-3-1-15,6-6-2 16,7-4 1-16,6-10-1 15,2-3 2-15,4-10-2 16,-1-11-1-16,-4-11-1 16,-7-6-3-16,-14-6-2 0,-16-4-1 15,-10 1 2-15,-26 3-3 16,-20 7 2-16,-11 9 1 16,-8 11-1-16,-4 11 5 15,0 6-24-15,4 6-41 16,10 5-42-16,14-2-36 0</inkml:trace>
  <inkml:trace contextRef="#ctx0" brushRef="#br0" timeOffset="42996.08">11650 16390 47 0,'0'0'10'0,"0"0"-7"0,0 0 10 16,0 0-12-16,0 0 28 15,0 0-21-15,0 0-6 16,0 0 30-16,0 0-28 15,0 0-4-15,0 0 0 0,0 0 1 16,28 7 6-16,-28-6-6 16,0 0 0-16,0-1 3 15,-1 0 18-15,1 0 17 16,-2 0 2-16,2 0-13 16,0 0 0-16,0 0 0 0,0 0-6 15,0 0-8-15,0 0-2 16,0 0 2-16,0 0 5 15,0 0-7-15,0 0-6 16,0-4-5-16,0 0 1 16,-2-3-2-16,0-2 2 0,-2 1-1 15,1-2 0-15,-1-2 1 16,-5-2 3-16,2 1-1 16,-2-4 3-16,-2 0 2 15,2-1-4-15,-2-4 1 16,-5 0 0-16,1-1 2 0,-4 0 0 15,0-1 0-15,-2 0 0 16,-5 1-2-16,-1 1-3 16,-3 2-1-16,-5 0-1 15,-3 4-1-15,-5-1-1 16,-6 2 1-16,-4 2 2 16,-4 1-1-16,-1 1 0 0,-7 1-4 15,-3 0 5-15,-1 2-2 16,-6 0 1-16,-2 1-1 15,-4 2-1-15,-2-4 2 16,-2 2-2-16,-2 0 2 16,-2-4-1-16,-3-1 0 0,0-1 0 15,-1-2 1-15,-1-2-3 16,-3 1 3-16,0-4-2 16,2-1 2-16,-3 1-2 15,0-3 2-15,1-1 0 16,1 0 0-16,-4 0-2 0,2-2 2 15,-1 1 0-15,1-2-5 16,0 1 8-16,-1-2-5 16,5 1 9-16,-3 0-6 15,-1-1-1-15,3 2 1 0,3 0-2 16,-2 2 1-16,-2 3 0 16,0 0 0-16,2 5 0 15,-4 2 0-15,0 1 1 16,-3 6-2-16,4 1 1 15,-3 5 0-15,-5 0-2 16,2 1 1-16,-1 2 0 0,-2 8 0 16,-1 2-4-16,1 2 6 15,-2 2-4-15,-2 3 4 16,3 1-2-16,-1 2-1 16,-1 0 0-16,-1 2 0 15,1 2-8-15,-1-1 15 0,-1 2-6 16,-1 0-3-16,2-1 4 15,3-1-1-15,1-2 0 16,6 1 2-16,2-2-2 16,2 0 0-16,2 0-3 15,2 2 4-15,1 1-7 0,-1 0 9 16,3 0 0-16,1 1-1 16,3-1-2-16,1-1 0 15,1 0 1-15,4-1-2 16,6-3-2-16,0 2 6 15,2-3-3-15,5 3 0 16,1-2 0-16,2 1 0 0,1 2 0 16,1-1 0-16,1 4 0 15,4-1 0-15,1 3 0 16,-1 1 1-16,4 2-2 16,0-1 1-16,6 4-2 0,1 2 4 15,5 1-4-15,0 2 2 16,4 2 2-16,3 2-2 15,2 2 0-15,4 1 0 16,2-2 0-16,6 2-2 16,5 1 2-16,4 0 0 0,3 2-1 15,7 2-1-15,0 3 2 16,0 0 0-16,5 0-1 16,11 0 1-16,-1-2-1 15,7 1 0-15,3-2 0 16,4 3 1-16,3 0 1 15,1 2-1-15,3 1-1 0,1-1 1 16,0-1 0-16,3 0 0 16,2-4 0-16,3 0 0 15,2-3 1-15,4-4-1 16,3-1 0-16,5-3 0 16,0-1 0-16,4-3 0 0,4 1 1 15,-2-2-1-15,2-1 0 16,-2-2 0-16,-1-1 1 15,-1-3 2-15,4-1-2 16,3 0 1-16,3-1-4 16,3-3 4-16,5 2-2 0,0-2 0 15,-2 1-2-15,0 0 2 16,-1 0 0-16,0-1 0 16,-2 1 0-16,7 1 0 15,2-1 2-15,5 0-4 16,-1 0 4-16,1 1-2 15,-2-1 0-15,0-1 0 0,-1 1 0 16,2 0 0-16,3-1 0 16,4-1 2-16,-2-1-1 15,-1 0 1-15,-1-2-2 16,-2 0 0-16,-3-3 0 0,-2 1 0 16,7-1 0-16,0-2 0 15,3 0 0-15,-3 0 0 16,0 1 0-16,-1 1 1 15,-8-2-2-15,2 1 2 16,0-1-2-16,2 2 1 0,1-2 1 16,0-2-2-16,-3 0 2 15,0 0-2-15,-2-2 0 16,-5 1 2-16,1-1-2 16,0-2 3-16,4 0-2 15,0-8 0-15,-1 0 0 0,-1 0 1 16,-2 0-1-16,-6 0 0 15,-1 0 0-15,-2 0 0 16,1 0 0-16,0 0 0 16,4 0 0-16,0 0 0 15,0 0 1-15,0 0-1 16,-2 0 0-16,-3 0 0 0,-5 0 1 16,-2 0 0-16,-1 0-1 15,3 0 1-15,0 0-1 16,1 0 2-16,3 0-2 15,1 0 0-15,-2 0 1 16,0 0 0-16,-3 0-1 0,-4 0-1 16,-1 0 4-16,-2-9 1 15,0 1 4-15,-2-1-2 16,0-1-5-16,4 1 0 16,-2-2-1-16,2 0 1 15,-3-2-1-15,3-1 0 0,-6 0 1 16,-2-2-3-16,0-1 5 15,-4 3-2-15,-4-2 0 16,1-1-1-16,-3 3 1 16,-1-3-1-16,2 1 1 15,-1 2 0-15,-1-2 9 0,1 2-8 16,0-2 0-16,-2 1 0 16,0 1-1-16,0-2 1 15,-4 0 0-15,-2-1-2 16,1 1 0-16,-6-1 1 15,2 1-1-15,-4-1 1 0,-2 4 0 16,0-3-2-16,-2 5 3 16,0-1-2-16,0 1 0 15,-3 1 1-15,2 2-1 16,-1-1 0-16,1-2 0 16,-3 2 1-16,4-2-2 0,-2-2 2 15,1 3-1-15,0-1 0 16,0-1 0-16,1-2 1 15,0 2-2-15,-2 0 2 16,0 0-2-16,-1-3 1 16,0 2 0-16,0 0 1 0,-2-2-1 15,2 1 1-15,-1 0 0 16,0 1-1-16,1-4 1 16,-3 2 0-16,2 1-1 15,-1-3 1-15,-3 4 1 16,1-4-2-16,-3 1 1 0,2 0 1 15,-2-1-2-15,-1 0 2 16,0-2-2-16,-1 1 1 16,1-1-1-16,-3-2 1 15,1 3-1-15,0-2 0 16,-3-2 1-16,1 1-1 0,-2-1 1 16,1 1 0-16,-2 0-1 15,-2-3 0-15,1 1 1 16,-2-4 0-16,0 2 3 15,2-2-1-15,-3-2-1 16,3 1 1-16,-2-1-2 0,0 1 0 16,0 0-1-16,-2-1 0 15,0 1 1-15,0 1-1 16,0 1 0-16,-4-1 1 16,-3 0-1-16,-1 1 1 15,-4-1-1-15,1 1 1 16,-2-4-1-16,-1 4 1 0,1 0-1 15,-5 0 1-15,3 2 0 16,-6 0 0-16,3 0 0 16,-4 1 1-16,0 1 0 15,-1 1 1-15,-2 0 0 16,0-1-2-16,-1-1 2 0,2 0-2 16,-3 0 1-16,2-1-2 15,1-2 0-15,0 2 1 16,-1-1 0-16,0 1-1 15,0 1 0-15,1 1 1 0,-3 0-1 16,-2 2 0-16,2 1 0 16,-2 0 0-16,-2 1 0 15,0 0-1-15,1 0 2 16,2 3-1-16,-1-3 0 16,1 1 1-16,2-2 1 0,-1 1-2 15,5-2 2-15,-3 0 1 16,3-3-1-16,2 0 1 15,2 1 2-15,-1-1-3 16,2 1-1-16,1 0 0 16,3 2-1-16,1 4 1 15,1-2-1-15,-1 1-1 0,4 4 2 16,-1-2-1-16,3 1 0 16,0 1 1-16,3 0-1 15,-1 0 0-15,0 0 0 16,3 2-1-16,-1-3 1 15,2 0 1-15,0-1-1 0,0 0 0 16,3-2 0-16,5-2 1 16,-3 5-1-16,3-4 0 15,1-1 0-15,0 4-1 16,0-1 1-16,2 2 1 16,-2-1-2-16,2 1 1 0,2 1 1 15,-1 2-2-15,1-1 2 16,3 6-2-16,-1 1-2 15,-3 3-37-15,-12-7-72 16,-5-12-189-16</inkml:trace>
  <inkml:trace contextRef="#ctx0" brushRef="#br0" timeOffset="49069.09">14749 16242 45 0,'0'0'6'0,"0"0"-3"0,0 0 12 0,0 0-17 16,0 0 11-16,0 0 18 16,0 0-20-16,0-37 16 15,-2 31-18-15,2-2 5 16,-1 3 4-16,-1-2 0 0,0 3 3 16,0 1 8-16,-4 3-4 15,2 0 2-15,-6 0-18 16,0 6 0-16,-3 7-1 15,-2 2 3-15,-3 6 2 0,0 2 0 16,-3 2 3-16,1 2 0 16,-2 2-2-16,2 1 0 15,-2 0-1-15,4 1 3 16,0 3-4-16,-2 0-3 16,6 0-1-16,-2 2-1 15,1-1 1-15,1-1 0 0,3 2 4 16,1-1 1-16,2 2 0 15,0-1 0-15,5 2 1 16,-1 1 2-16,4 1-5 16,0 0-3-16,0 0-1 15,0 2-1-15,0-3 0 0,0 1-1 16,2-4 0-16,0 2 0 16,1-1 0-16,-2 1 1 15,-1 2-1-15,0 2 1 16,0 1 0-16,0 0 0 15,0-2 1-15,0 0 0 0,2-3 2 16,3 1 0-16,0-1 1 16,0 1 0-16,3-1-3 15,3 0 1-15,-1 2 0 16,1-2-1-16,3 0 1 16,-1 0-2-16,0-1 0 0,3 1-1 15,-1-3 0-15,1-1-1 16,-1 2 0-16,1-5 1 15,2 0 0-15,0-1 0 16,2-3-1-16,-1-1 2 16,4-1-1-16,0 0 2 15,4 0-1-15,0-4 1 0,-1 1-1 16,5-2 2-16,0-1-2 16,2-1 3-16,2-1-4 15,1-2 1-15,-1-1-1 16,1 0 1-16,0-3 0 0,2 0 0 15,-2-1-1-15,-1-2 1 16,3 1 1-16,0-2-2 16,1 0 1-16,-1 1-1 15,2-2 0-15,1 0 0 16,5 0 0-16,-2-1 1 0,3 0 1 16,5-1 0-16,-1 0 1 15,3 0-1-15,0-1 0 16,-1 0-2-16,1-2 0 15,-1 1 0-15,0-1-1 16,-1-1 1-16,0 1-1 16,0 1 0-16,1 0 1 0,3-1-1 15,2 0 1-15,2 1-1 16,2-2 1-16,1 1-1 16,0-1 1-16,-3 0 1 15,1 0-2-15,1 0 2 16,-1 0-2-16,3 0 1 0,1 0 1 15,3 0-1-15,1 2 0 16,4-2 1-16,0-2 0 16,-2 1 2-16,0-2-1 15,0 2-1-15,-3 0 0 16,-2 1 1-16,-1 0-2 0,0 0 2 16,-2 0-1-16,0 1 1 15,-1-1-3-15,-2 0 2 16,-1 4-2-16,1-1 1 15,-4-1 0-15,0 0 0 16,-1-1 0-16,1 1 0 0,-2 0 1 16,2 1-1-16,-3-1 0 15,1 2-1-15,0-1 1 16,0 1-1-16,-1 2 0 16,3-2 2-16,0 0-4 15,-2 1 4-15,-1-1-2 0,1-2 0 16,-1 0 0-16,1 1 1 15,2-2-1-15,-1-1 2 16,4 0-2-16,1 0 1 16,1 0 0-16,3 0-1 15,-1 0 1-15,1 1 0 0,-1-1-1 16,2 0 0-16,0-2 1 16,2-1 0-16,0-1-1 15,4-2 1-15,2 1 0 16,2-1 0-16,2 0-1 15,0 2 0-15,-1 4 1 0,0-3 0 16,-3 3 0-16,4-1 0 16,-6 2 0-16,4-1 0 15,2-1 1-15,4 1-1 16,-1 0-1-16,1-2 2 16,1 2-1-16,-1-1-1 0,0-1 2 15,0-1-2-15,-2 1 1 16,2-1 1-16,1-1-1 15,1-1-1-15,0 1 0 16,-5-2 1-16,1 2-1 16,-4-2 2-16,-1 1-2 0,-4-2 0 15,-3 1 2-15,1 0-1 16,-2-1 1-16,-2 2-1 16,-1-1 0-16,-3 0 0 15,-1-1 0-15,-4 0 0 16,-1-2 0-16,-3 2 0 0,-2-1 0 15,0-1 1-15,-1 0-1 16,-2 1 1-16,-1 1-1 16,0-3-1-16,-3 3 1 15,-1-1 0-15,-4 0-1 16,0 1 1-16,1 0-1 16,-1-3 0-16,-2 2 0 0,0-2 1 15,-4 0-1-15,-2 3 0 16,-1-3 1-16,-3 0-1 15,-4 3 0-15,0-4 0 16,-4 2 0-16,0-1 1 16,-1-1 0-16,0-1-1 0,-3-2 1 15,3 1 1-15,-2-2 0 16,2-1 0-16,-1 0-1 16,0-1 0-16,-1 2-1 15,0-1 0-15,-1-1 0 16,0 0 0-16,-2-1 1 0,2-1-1 15,1 2 1-15,-3-4-1 16,3 2-1-16,-1 1 2 16,-2-2 0-16,1 0-1 15,-1-3 0-15,-1 1 1 16,-2-2 0-16,-2-1-1 0,-2 0 1 16,0-1-1-16,-1 4 0 15,-3-3 1-15,0 1 0 16,0 2-1-16,0-2 1 15,0 2 0-15,0-1-1 16,0 2 2-16,0-2-2 0,0 3 0 16,0-1 1-16,0 1-1 15,0-1 1-15,0-2-1 16,2 3 0-16,-1-2 1 16,1-1-1-16,-1 0 0 15,1-1 0-15,-2 3 0 0,0-3 1 16,0 2-1-16,0 0 0 15,0 0 0-15,-2 0 0 16,-1 0 0-16,0 2 0 16,-3 0 1-16,2-1-1 15,1 0 1-15,-3-2 0 0,3 0 0 16,0-1 0-16,-1 0-1 16,0 0 0-16,1-2 1 15,1-1-2-15,-5 0 1 16,1-1 1-16,-4 1-1 15,2-3 0-15,-3 2 0 0,-2-1-1 16,1 1 2-16,-3 1 0 16,1 0-1-16,-4 1 1 15,1 1 0-15,-3 0 0 16,-1 0 1-16,-1 1-1 16,-3 0 1-16,0-2-2 0,-2 2 1 15,-2 0-2-15,-1 0 2 16,-2 0-1-16,-4 1 0 15,-1 0-1-15,-2-1 1 16,-1 4 0-16,0-4 0 16,-2 0 0-16,1 1 0 0,-3 0-2 15,1-2 4-15,-3 2-2 16,1 0 0-16,-5 1 0 16,-1-1 0-16,0 3 0 15,-1 0 0-15,-2-1-3 16,-1 2 6-16,-1 0-3 15,0 0 0-15,0-1 0 0,-4 2 0 16,3 1 0-16,-2-1 0 16,0 0 0-16,-3 1 0 15,1 0 0-15,-3 1 0 16,0 0 0-16,-2 1 0 16,-3 1 0-16,-3 3 0 0,2 0 0 15,-3 2 0-15,-1 1 0 16,-3 2 0-16,-1 1 0 15,-1 1 0-15,-4 1 0 16,-3 1 0-16,1 0 0 16,-1-1 0-16,-3 3 0 0,-3-1 0 15,1 1 0-15,-3-2 0 16,0 2 0-16,-4 0 0 16,-1 0 0-16,3 0 0 15,-2 0 0-15,-1-1 0 16,1 1 0-16,-3 0 0 0,2 0 0 15,-3-3 0-15,0 3 0 16,1 0 0-16,0 0 0 16,-1 0 0-16,0 0 0 15,0 4 0-15,-1 2 0 16,-2 0 0-16,5 1 0 0,-1 1 0 16,-4 2 0-16,6-1 0 15,-1-1 0-15,-1 3 0 16,0-1 0-16,5-1 0 15,1 1 0-15,0-1 0 16,2 0 1-16,3 0 0 0,-1 1-3 16,1 0 2-16,-1-2 0 15,8 2 0-15,0-1 0 16,3-1 0-16,4 0 0 16,3-1 0-16,1-2 0 15,3 1 0-15,2 0 0 16,0-2 0-16,1-1 0 0,3 0 0 15,-3-1 0-15,5-2-2 16,1 0 2-16,2 0 2 16,3 0-2-16,1 0 0 15,0 0 0-15,5-1 0 16,-3 1 0-16,3-1 0 0,2-1 0 16,0 2 0-16,0 0-2 15,0 0 4-15,1 0-4 16,-1 0 2-16,4 4 0 15,-4-1 2-15,7 4-4 16,0-2 4-16,-1 2-2 0,1 0-2 16,0 0 2-16,1 0 2 15,-1 3-4-15,1-3 2 16,3 2 0-16,0 1 0 16,-1-2 0-16,4 2 0 15,2-1 0-15,-2 2 0 0,2 0 0 16,3-1 0-16,-1 2 0 15,2 0 0-15,1 0 0 16,1-1 0-16,3 0 0 16,1-1-1-16,4-1 1 15,1 0 1-15,1 0-1 0,1-2 0 16,3 2 0-16,0-2 0 16,-2 0 0-16,2 0 0 15,2-1 2-15,-1-1-2 16,0 0 0-16,0-1-2 15,1 2 2-15,1-3 2 0,1-2-4 16,-1 2 4-16,0-2-2 16,1-1 0-16,-2 0 0 15,3 0 0-15,-4 0 0 16,4 0 1-16,-3 0-1 16,1 0 0-16,1 0 1 0,0 0-1 15,0 0-1-15,1-2 2 16,-2-3-1-16,-1 1 1 15,3-2-1-15,-3 1 1 16,2-1-2-16,0 0 2 16,3 3-2-16,0-1 1 0,0 2 0 15,3 2-3-15,0 0-46 16,-2-8-67-16,-6-17-79 16</inkml:trace>
  <inkml:trace contextRef="#ctx0" brushRef="#br0" timeOffset="62869.69">21546 18115 85 0,'0'0'-2'0,"2"0"-5"0,2 0 4 16,-2 0 0-16,-1-1 0 15,1-1 2-15,0 1-2 16,0 1 2-16,-1 0 0 15,2 0-3-15,-3 0-3 16,0 0-16-16</inkml:trace>
  <inkml:trace contextRef="#ctx0" brushRef="#br0" timeOffset="79547.91">10775 15141 102 0,'0'0'-16'0,"0"0"104"0,-4-41-71 15,1 22 23-15,-2 1-7 16,3 0-11-16,0 2-1 16,2 0-1-16,0 5-7 0,2 0-2 15,7 3-5-15,2 0-2 16,6 2-2-16,2 3-1 15,3 3 0-15,1 0 0 16,1 3 0-16,-4 14-1 16,-3 3 2-16,-5 7 4 0,-3 3-1 15,-4 4-2-15,-5 0 0 16,0-1-2-16,-10-1 3 16,-4 1-2-16,-5-2-1 15,-4 0 1-15,-2-1-4 16,-2 0 4-16,-4-3-1 0,-1-1-1 15,3-2 0-15,0-2 1 16,0-4-3-16,4-3-1 16,2-3-6-16,6-3-7 15,1-6-11-15,7-3-17 16,7-5-4-16,2-14-36 0</inkml:trace>
  <inkml:trace contextRef="#ctx0" brushRef="#br0" timeOffset="79978.92">11012 15062 161 0,'0'0'12'0,"0"0"13"0,0 0 13 0,0 0-9 16,0 0-10-16,0 0-5 16,0 0-4-16,0 0 0 15,-41-5 2-15,28 22-3 16,1 0 0-16,1 0-2 0,0 6 1 16,2-2-1-16,0 3 2 15,3 2-4-15,1 0 0 16,3 0-2-16,2 1-1 15,0-2 0-15,0 0-1 0,2-2 0 16,3-3 0-16,3-2 0 16,1-1 0-16,1-2 1 15,-1-5-1-15,4-1 2 16,-2-2-3-16,0-2-6 16,1-1-17-16,3-4-31 0,-4 0-2 15,3 0-8-15,-4-9-139 16</inkml:trace>
  <inkml:trace contextRef="#ctx0" brushRef="#br0" timeOffset="80402">11175 15379 102 0,'0'0'72'15,"0"0"-42"-15,0 0 7 0,0 0-6 16,0 0-10-16,0 0-8 16,0 0-6-16,0 0 3 15,0 0 5-15,-36 22-1 16,28-5-7-16,4-1-2 16,2 1-1-16,0 1 0 0,2-1 0 15,0-3-1-15,7 1 2 16,5-4 4-16,2-1 1 15,5-3 1-15,0-4-2 16,4-3-2-16,0 0 1 16,1 0 0-16,-2-10-4 15,-1-3-2-15,-1-3 1 0,-7-4 0 16,3-2 2-16,-7-2-3 16,-1-2-1-16,-6-1 1 15,-2 2-2-15,0 1 1 16,-15 3-2-16,-3 5 1 15,-4 5-2-15,-5 7 1 0,-2 4-4 16,2 0-17-16,0 7-17 16,3 3-12-16,4-3-42 15,6-4-32-15</inkml:trace>
  <inkml:trace contextRef="#ctx0" brushRef="#br0" timeOffset="80774.71">11192 14929 177 0,'0'0'32'0,"0"0"-16"0,0 0 9 0,-53-25 6 16,29 26-19-16,-3 16-8 15,-2 9 5-15,1 12 5 16,-3 2-7-16,2 4-3 15,7 4-2-15,4-1 0 16,2-11-7-16,5-14-103 0</inkml:trace>
  <inkml:trace contextRef="#ctx0" brushRef="#br0" timeOffset="82230.8">16257 15042 114 0,'0'0'64'0,"0"0"-50"0,0 0-1 15,42-32 6-15,-28 26-9 0,-1 2-4 16,4 0 2-16,2 3-2 16,2 1 4-16,3 0 3 15,3 3-5-15,-1 8-1 16,1 3-2-16,0 6 2 15,-6 1 0-15,-4 3-1 0,-3 3 0 16,-8 0-3-16,-6 1 1 16,-2 1-1-16,-13 1 1 15,-6-2-1-15,-8-1 3 16,-5 0-1-16,-3-4 1 16,-4 0 0-16,-1-3-2 15,0-3 1-15,5-6-6 0,4-1-6 16,8-6-23-16,10-4-29 15,6 0-48-15</inkml:trace>
  <inkml:trace contextRef="#ctx0" brushRef="#br0" timeOffset="82607.92">16726 15074 179 0,'0'0'8'0,"0"0"16"15,0 0 6-15,0 0-14 16,0 0-2-16,0 0 1 0,-50-32 5 16,31 34 5-16,-3 8-1 15,1 2-3-15,4 6-5 16,-3 2-8-16,5 3-1 15,1 2-3-15,4 5 0 16,2 0-1-16,3 1-1 16,4 2 2-16,1-1-2 0,4-1 3 15,7-2 3-15,4-6-2 16,6-3-1-16,3-6-1 16,5-6 0-16,0-3 0 15,1-4-4-15,-1-1-9 16,-1 0-15-16,-4 0-21 0,-1-3-26 15,-5-6-30-15</inkml:trace>
  <inkml:trace contextRef="#ctx0" brushRef="#br0" timeOffset="82830.08">16878 15373 231 0,'0'0'22'0,"0"0"27"16,0 0-24-16,0 0-4 15,0 0 0-15,9 56-3 16,-9-30-8-16,0 1-7 16,0 1-2-16,0 1 1 0,2 0 1 15,-2-2 0-15,0 0 0 16,0-4-4-16,0 0-30 16,0-5-23-16,0-5-71 15</inkml:trace>
  <inkml:trace contextRef="#ctx0" brushRef="#br0" timeOffset="84123.9">15991 14898 61 0,'-3'-3'8'0,"1"-1"30"0,0-1-4 0,0 1 3 16,0 0 0-16,2 3 7 15,0 1 13-15,9 0-29 16,11 0-12-16,9 1 5 16,9 4-5-16,7-1-5 15,8-3-5-15,3-1-3 0,2 0-1 16,0 0 0-16,-3-2 0 16,-4-3 0-16,-4-1-2 15,-9 1 1-15,-5 3 0 16,-10 0 1-16,-4 2-2 0,-10 0-2 15,-4 0-17-15,-5 0-59 16,-2 0-77-16</inkml:trace>
  <inkml:trace contextRef="#ctx0" brushRef="#br0" timeOffset="85784.76">20482 15091 128 0,'2'-8'-5'0,"-2"-4"26"0,2 3-6 15,-1 1 3-15,0-2 0 16,1 3-3-16,0-1 3 0,3-1 5 16,0 2 0-16,3 1-12 15,3-1-3-15,3 0-3 16,4 3-2-16,4 1-2 15,2 3 0-15,1 0-1 16,-2 0 1-16,1 9-1 0,-3 5 0 16,-1 4 0-16,-10 3 0 15,-2 4 1-15,-7 0-1 16,-1 2 0-16,-6-1 1 16,-12-2 0-16,0 0-1 15,-8-4 1-15,0-1 0 0,-1-3 2 16,1-1 1-16,4-5-8 15,0-2-5-15,6-2-10 16,5-5-12-16,8-1-13 16,3 0-3-16,0-10-42 15</inkml:trace>
  <inkml:trace contextRef="#ctx0" brushRef="#br0" timeOffset="86034.68">20911 14948 225 0,'0'0'11'16,"0"0"30"-16,-61 8 1 15,34 15-15-15,-2 7-10 16,2 5-3-16,4 2-5 16,6-2-3-16,2 0 1 0,5 0 1 15,4-6-2-15,5-1-2 16,1-5-1-16,3 0 1 15,11-5-3-15,3-7-18 16,4-2-22-16,4-6-33 16,1-3-23-16,3-3-97 0</inkml:trace>
  <inkml:trace contextRef="#ctx0" brushRef="#br0" timeOffset="86373.12">20989 15281 234 0,'0'0'22'0,"0"0"7"15,0 0-17-15,0 0-3 16,0 0-6-16,45-26 0 0,-33 26 3 16,2 0-2-16,-5 2-2 15,-2 7-1-15,0 5 0 16,-7 1 0-16,0 3 2 15,-5 2-2-15,-8 2 4 16,-4 2 6-16,-2-1-4 0,-5 3-2 16,1 0-1-16,1-2-2 15,2-2 0-15,5-2 0 16,7-3-1-16,8-4 3 16,0-6 0-16,20-1-2 15,7-6 2-15,6 0-2 16,7 0 1-16,2-6-1 0,4 0 0 15,-6-4-27-15,-6 0-19 16,-5-6-63-16</inkml:trace>
  <inkml:trace contextRef="#ctx0" brushRef="#br0" timeOffset="86763.74">20388 14846 217 0,'0'0'2'0,"0"0"19"0,0 0 46 15,-12-42-25-15,13 36-4 0,13 2-6 16,10 0-18-16,13 1-8 16,9 0-1-16,10 1-2 15,10-1-1-15,3 1 0 16,1 1 1-16,0 1 0 15,-5-3 0-15,-7-6-74 0,-5-12-212 16</inkml:trace>
  <inkml:trace contextRef="#ctx0" brushRef="#br0" timeOffset="88930.74">9925 14969 81 0,'0'20'71'0,"-2"4"-65"0,-9 6 6 0,-5 4 3 15,-3 4 2-15,-2 4 5 16,-6 1-4-16,-2 6-5 16,-5-1 1-16,1 2-4 0,-3-2-1 15,3-4-4-15,0-5 0 16,3-8 4-16,3-6 2 16,0-8-2-16,5-5 0 15,-3-6-1-15,3-5-1 16,0-1-1-16,-1-6 1 15,4-11-3-15,1-6 4 16,5-8 0-16,5-4-5 0,8-5-1 16,0-1-4-16,8 1 2 15,9 4 0-15,5 4 0 16,5 4 2-16,0 7-5 16,2 9 2-16,-1 6 1 0,3 6 1 15,0 3 0-15,-3 14 8 16,1 6-2-16,-2 4 0 15,0 5-5-15,-6 2 11 16,1 3-2-16,-5 0 0 0,2 0-5 16,-2-4-15-16,1-5-19 15,-1-7-22-15,2-8-69 16</inkml:trace>
  <inkml:trace contextRef="#ctx0" brushRef="#br0" timeOffset="90218.15">15363 14975 168 0,'0'0'10'0,"0"0"10"0,0 0-13 0,0 0-2 15,-23 47 2-15,9-22 14 16,-3 3-3-16,0 5-5 16,-5 0-1-16,-1 1-5 15,-2 0-2-15,-2 0-1 16,1-1-4-16,-3-5 0 0,0-1 1 15,0-4 0-15,-2-5-1 16,-1-3 2-16,1-3-1 16,-6-2-1-16,0-4 0 15,1-3 0-15,1-3 0 0,5 0 0 16,5-11 1-16,8-5-1 16,8-5 1-16,9-2 2 15,1-5 3-15,20 0-6 16,8-1 2-16,9 4-5 15,5 3 2-15,3 3 0 16,2 11 2-16,-2 6 1 0,-2 2 6 16,-4 12 7-16,-3 9 2 15,-5 7-2-15,-3 4-7 16,-2 2-2-16,-1 4 1 16,-6-1 3-16,1-1 0 15,-2-4 1-15,3-5-14 0,-1-10-46 16,6-13-74-16</inkml:trace>
  <inkml:trace contextRef="#ctx0" brushRef="#br0" timeOffset="91186.04">19963 15025 109 0,'0'0'16'0,"0"0"-14"0,2-39 6 0,0 29 10 15,0 6 2-15,-2 3-7 16,0 1 14-16,0 2-25 16,-4 11 30-16,-5 5-9 15,-4 5-1-15,-8 4-6 16,-1 3-6-16,-8 1-1 0,-2 2 2 16,-4 1-5-16,-2-3-2 15,-7 1 0-15,-2-1-1 16,-4 0-2-16,-5-1 0 15,-3-2-1-15,-1-3 2 16,-1-3-2-16,4-2 0 0,4-7 0 16,5-6 0-16,10-5 0 15,9-2 0-15,12-8 2 16,10-10 2-16,7-6 1 16,18-5-3-16,13-2 0 15,9-4 0-15,8 2-1 0,6 2 0 16,2 5-1-16,0 6 2 15,-1 10-2-15,-2 9 0 16,-8 1 1-16,-2 18 0 16,-3 9 2-16,-2 6 1 15,-1 5 3-15,-1 5 5 0,0 1-2 16,-2-6-3-16,-1-12-67 16,0-22-151-16</inkml:trace>
  <inkml:trace contextRef="#ctx0" brushRef="#br0" timeOffset="97578.43">14155 15255 87 0,'0'0'22'0,"0"0"-1"0,0 0-4 16,0 0 28-16,0 0-41 16,0 0-1-16,0 0 10 15,0 0 9-15,56 15-6 0,-21-15-4 16,5-4-3-16,4-4 1 15,1-1 0-15,-4-2-4 16,0 3-5-16,-6 1 2 16,-7 0-2-16,-5 4 0 15,-5 2 1-15,-5-2 0 16,-3 2-1-16,-6-5-25 0,-4 0-78 16</inkml:trace>
  <inkml:trace contextRef="#ctx0" brushRef="#br0" timeOffset="98182.82">15459 15104 149 0,'0'0'-32'0,"0"0"107"0,0 0-54 0,0 0 22 16,0 0-27-16,0 0-13 16,0 0 14-16,0 0 2 15,0 58-7-15,-8-25-4 16,-2 4-4-16,-1 4-1 0,-2 6-1 15,1 1 0-15,-1 3 2 16,-1-1 0-16,3-3 1 16,3-7-19-16,0-7-24 15,4-10-10-15,4-10-24 16</inkml:trace>
  <inkml:trace contextRef="#ctx0" brushRef="#br0" timeOffset="98555.97">15475 15486 208 0,'0'0'16'0,"0"0"18"15,18-50-7-15,-7 33-7 16,5 3-5-16,-1 3 0 0,1 4 0 15,-1 4-6-15,-3 3-5 16,-3 8-3-16,-1 9 1 16,-6 7 1-16,-2 4-1 15,0 0 2-15,-4 6-2 16,-5-3-1-16,-2-1-2 0,2-1-5 16,-2-4-2-16,2-2-1 15,3-5 4-15,2-3 3 16,4-4 0-16,0-5-1 15,12-4-3-15,4-2 5 16,7 0 1-16,6 0-1 0,8-5 1 16,6-3 1-16,3 0-27 15,2-3 5-15,-1-2-150 16</inkml:trace>
  <inkml:trace contextRef="#ctx0" brushRef="#br0" timeOffset="99601.88">18510 15398 138 0,'0'0'72'0,"7"-1"-44"0,11-8-8 16,7 0-7-16,10 0 6 15,5-1-10-15,8-2-2 16,2 3-3-16,0 1-2 0,0 2-1 16,-4 1 3-16,-2 1-2 15,-9-2-28-15,-5-4-59 16</inkml:trace>
  <inkml:trace contextRef="#ctx0" brushRef="#br0" timeOffset="100108.46">20097 15164 81 0,'0'0'18'0,"0"0"38"0,0 0-26 0,0 0 12 0,0 0-14 15,0 0-1-15,0 0 7 16,0 0-8-16,0 0-24 16,0 0 10-16,-14 30 9 0,1 6-4 15,-5 7-7-15,-4 8-2 16,-2 6-4-16,1 0-1 16,-4-2 2-16,3-2-2 15,6-10 1-15,2-7-5 16,5-6-21-16,2-9-19 0,6-8-38 15,3-6-39-15</inkml:trace>
  <inkml:trace contextRef="#ctx0" brushRef="#br0" timeOffset="100505.8">20061 15566 215 0,'0'0'10'15,"0"0"37"-15,22-46-24 16,-11 32-2-16,5 1-7 16,-2 2 2-16,5 4-3 15,-2 4-3-15,0 3-4 16,-3 1-5-16,-5 12 0 0,-2 5 0 15,-4 2 0-15,-3 3 2 16,0 2 0-16,-3 0-2 16,-6 0 0-16,2-3 1 15,-3-2-2-15,4-2-2 16,2-2 1-16,2-5-1 0,2-4 0 16,0-1 1-16,8-5-3 15,8-1 2-15,8 0 2 16,5 0 1-16,4-4 0 15,6-3 0-15,-3-6-71 16,-2-5-152-16</inkml:trace>
  <inkml:trace contextRef="#ctx0" brushRef="#br0" timeOffset="181342.87">3287 17132 101 0,'0'0'-23'0,"0"0"111"15,0 0-72-15,-45-45 13 0,34 37 3 16,1 3-1-16,2 1-11 16,2-1-2-16,-1 3 2 15,5 1-2-15,0 1-2 16,0-1-2-16,2 1-11 15,0 0-4-15,0 0 1 16,0-3 1-16,0-1 1 0,4-6 3 16,5-1-3-16,3-6 0 15,3-4 1-15,1-1 1 16,1 1-4-16,3 0 5 16,-4 3-4-16,2 7 0 0,-1 2-1 15,1 7-1-15,-1 2 1 16,0 2-4-16,1 14 1 15,-5 10-1-15,3 6 8 16,-5 5 8-16,-4 6 1 16,-1 2-3-16,-1 1-2 0,0-1-9 15,-1-4 11 1,3-1-7-16,1-4-2 0,4-7 3 16,3-4-2-16,3-10-1 15,5-5 1-15,3-10 2 16,5-4 0-16,4-13 1 15,7-12-2-15,0-3 0 0,1-4-2 16,-1 2 0-16,-2 2-6 16,-6 4 8-16,-1 6-1 15,-4 8-2-15,-2 5 0 16,-2 9-2-16,-2 0-2 16,-1 9-2-16,-5 12 1 0,0 7 2 15,-4 5 1-15,-3 8 1 16,0 4 5-16,-4 0-7 15,-1-4 7-15,1-6-2 16,2-7-2-16,2-9 0 16,3-11 0-16,8-8 1 0,6-5 3 15,4-18-1-15,9-15 5 16,5-7-9-16,4-8 3 16,3-2 0-16,-4 1-1 15,-3 7-1-15,-5 7 1 16,-4 9-1-16,-9 9 0 0,-6 11 0 15,-1 7-2-15,-7 4-4 16,-4 8 0-16,-2 11 2 16,-3 7-1-16,-4 7 0 15,0 6 16-15,-4 4-5 16,-4 3-3-16,0 1 1 0,3-7-2 16,5-5-1-16,0-6-2 15,5-8 0-15,11-4-1 16,1-8 3-16,8-5-1 15,6-4 0-15,3-1 2 16,3-12 1-16,5-6 0 0,0-2-3 16,0 2 3-16,-3 1-3 15,-2 8 0-15,-5 7 0 16,-1 3-1-16,-7 16-3 16,-4 12 2-16,-4 7-1 15,-7 7 1-15,-5 8 3 0,-4 1-2 16,0-1 4-16,0-4 0 15,0-6-2-15,10-8 1 16,3-11-4-16,11-11 1 16,8-10 1-16,6-13 3 15,6-14 0-15,5-10-3 0,5-10 2 16,0-4-3-16,-1-3 2 16,-1 2-3-16,-1 0 7 15,-4 4-2-15,-5 10-3 16,-7 7 1-16,-4 11-1 15,-8 10-1-15,-4 9-4 0,-6 1 2 16,-4 16 0-16,-4 7 1 16,-5 7 1-16,0 4 2 15,0 4-1-15,-3-1 5 16,-1-1-6-16,2-5 2 16,2-5 0-16,2-6-2 0,13-8-1 15,8-9-4-15,11-3 2 16,7-18 2-16,7-11 11 15,4-9-7-15,5-9-2 16,-1-7 0-16,-2 1 1 16,-2 2-1-16,-6 6 1 0,-6 11-1 15,-9 8 1-15,-6 14-1 16,-7 9-1-16,-9 3-4 16,-7 17 1-16,-2 12 4 15,-4 11 9-15,-15 8 4 16,-2 8-10-16,-4-1-3 15,0-2 15-15,3-3-13 0,6-7-3 16,12-13 2-16,4-10 1 16,9-11-4-16,13-9 2 15,10-10-1-15,8-16-2 16,7-9 3-16,4-8-2 16,5-6 0-16,2-3 0 0,-2-3-5 15,-2 5 8-15,-3 3 0 16,-6 9-1-16,-7 6 1 15,-7 11 0-15,-4 12-1 16,-10 9 1-16,-5 2-3 16,-5 18 2-16,-5 7 3 0,-2 7 1 15,0 4-2-15,0 1-3 16,-4 0 2-16,3-3 0 16,1-6 1-16,5-4-2 15,11-11 0-15,4-8-4 0,8-7 1 16,8-1 1-16,5-15 0 15,1-8-1-15,3-3 3 16,2-4-1-16,-5 1-1 16,-1 3 2-16,-8 9 0 15,-4 5 1-15,-5 10-1 16,-6 3-1-16,-3 19 1 0,-5 9 2 16,-3 7 8-16,-5 5-3 15,2 6-3-15,-4 1-1 16,0-2-1-16,2-4-1 15,6-5-1-15,5-8 1 16,7-6-1-16,9-13 1 0,3-9-1 16,10-7 2-16,2-14-2 15,6-10-3-15,3-6 1 16,1-3 0-16,-1-4 2 16,-1 0-4-16,-6 4 6 15,-5 5-1-15,-7 7-1 0,-7 12 0 16,-8 9 0-16,-7 7-1 15,-3 11-1-15,-7 12 2 16,-2 9 7-16,0 9-6 16,-11 4 7-16,-5 4-2 15,-1 1-3-15,0-2-3 0,5-6 3 16,7-4-1-16,5-10-3 16,4-12 0-16,16-6 1 15,13-10 1-15,8-6 0 16,2-15-2-16,10-6 0 15,-1-7-6-15,1-3 6 0,-3 0 0 16,-1 0 1-16,-7 4-1 16,-6 9 1-16,-5 8 1 15,-10 8-1-15,-7 8-1 16,-7 8-1-16,-7 15 2 16,-4 10 6-16,-12 8 2 15,-6 7-3-15,-1 2-2 0,-2 1-1 16,4-3-6-16,5-6 8 15,5-9-3-15,9-8-1 16,2-9-2-16,8-12-1 16,13-4 1-16,8-19-1 15,7-12 8-15,6-10-5 0,5-10 1 16,5-6-2-16,3-4 1 16,-1 0 1-16,-2 1-1 15,-4 3 0-15,-3 8 0 16,-11 10 1-16,-7 12 0 15,-10 10-1-15,-7 14 0 0,-8 3-3 16,-2 20 1-16,-10 10 3 16,-9 7 0-16,-6 4 2 15,-2 2-2-15,0-3-3 16,2-6 4-16,8-6-5 16,5-9 7-16,8-8-4 0,4-10-3 15,7-1 2-15,13-13 3 16,7-11-1-16,4-7 1 15,7-6-2-15,3-7 1 16,1-4-1-16,-4 1-1 16,-1 3 2-16,-7 4-1 0,-2 8 0 15,-7 8 0-15,-10 9 0 16,-4 7 0-16,-6 5 0 16,-1 3 0-16,-6 0 0 15,-5 7 0-15,-4 4 1 16,-3 1-3-16,-1 2 6 0,2-2-2 15,-1 0-1-15,3-1 0 16,-2-2 0-16,7-2-1 16,1-2 1-16,-2-3 0 15,6 1-1-15,-1-2 1 16,1-2 1-16,1 1 1 0,1 0 2 16,-1 0-1-16,3 0-1 15,1 0-1-15,-2-3 0 16,2 2-2-16,0-2 1 15,0-3-1-15,0 0 0 16,2-3 0-16,8-3 1 0,1-3-1 16,7-4 0-16,1-1 0 15,6-1 0-15,5-2 0 16,1 3 0-16,2 0 1 16,1 6-2-16,1 6 2 15,-4 2-2-15,-1 6 2 16,-4 3-1-16,-3 15-1 0,-6 9 0 15,-4 10 0-15,-7 10 0 16,-4 7-3-16,-2 3 1 16,2-2 1-16,-9-4 0 15,3-5 1-15,4-13 0 16,0-5-1-16,7-11 2 0,11-10-3 16,11-7 2-16,9-4 2 15,8-17 0-15,15-8-3 16,4-8 6-16,9-4-4 15,1-6 0-15,-3 3 0 0,-4 4 0 16,-8 6-1-16,-11 10 2 16,-8 10-1-16,-8 10 0 15,-12 4 0-15,-7 5-1 16,-9 15 0-16,-5 3 0 16,-5 8 0-16,-13 3-1 0,-2 3 5 15,-6-1-7-15,1-1 2 16,2-3 5-16,4-7-3 15,5-7 1-15,7-2-1 16,7-10-2-16,1-6 0 16,15 0 3-16,7-13 2 15,6-5-2-15,7-7 0 0,7-4 0 16,-3-3-1-16,2 3 1 16,-6 4-2-16,-4 4 2 15,-8 8-1-15,-6 7 0 16,-10 6 0-16,-3 0-1 15,-5 5 0-15,0 8 0 0,-4-1 1 16,-3 1 2-16,1 1-1 16,1-3 0-16,3-3-1 15,2-2 0-15,0-1 0 16,7-3-2-16,6-1 2 16,9-1-1-16,3 0-1 0,6 0-22 15,-4 2-27-15,-5-2-51 16,-6 0-95-16</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43.595"/>
    </inkml:context>
    <inkml:brush xml:id="br0">
      <inkml:brushProperty name="width" value="0.035" units="cm"/>
      <inkml:brushProperty name="height" value="0.035" units="cm"/>
    </inkml:brush>
  </inkml:definitions>
  <inkml:trace contextRef="#ctx0" brushRef="#br0">0 3 0,'67'-2'0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45.457"/>
    </inkml:context>
    <inkml:brush xml:id="br0">
      <inkml:brushProperty name="width" value="0.035" units="cm"/>
      <inkml:brushProperty name="height" value="0.035" units="cm"/>
    </inkml:brush>
  </inkml:definitions>
  <inkml:trace contextRef="#ctx0" brushRef="#br0">0 0 32,'0'0'3043,"7"24"2588,-4-10-9340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47.037"/>
    </inkml:context>
    <inkml:brush xml:id="br0">
      <inkml:brushProperty name="width" value="0.035" units="cm"/>
      <inkml:brushProperty name="height" value="0.035" units="cm"/>
    </inkml:brush>
  </inkml:definitions>
  <inkml:trace contextRef="#ctx0" brushRef="#br0">294 73 1890,'2'-4'579,"-1"0"1,1 0-1,-1 0 0,0 0 1,0 0-1,-1-1 0,1 1 1,-1 0-1,0-8 1,-1 11-465,0-1 0,0 1 1,1 0-1,-1 0 0,0 0 1,0-1-1,0 1 0,0 0 0,0 0 1,-1 0-1,1 1 0,0-1 1,0 0-1,-1 0 0,1 1 1,0-1-1,-1 0 0,1 1 1,-1 0-1,1-1 0,-1 1 1,1 0-1,-1 0 0,1 0 1,-1-1-1,1 2 0,-1-1 1,1 0-1,-1 0 0,-1 1 1,-51-3 61,37 0-74,0 1 1,0 1-1,-1 1 1,1 0 0,0 1-1,-17 4 1,32-5-98,1 0 0,-1 0-1,1 1 1,-1-1 0,1 0 0,0 0 0,-1 1 0,1-1 0,0 0 0,0 1-1,0-1 1,0 1 0,0 0 0,0-1 0,1 1 0,-1 0 0,0-1-1,0 4 1,-8 40 29,7-32-16,-15 94 766,6 1-1,2 122 0,24 219 235,-3-196-819,81 641 1425,-67-699-1467,-24-179-126,0-1 20,0 0 0,1 0 0,7 22 0,-8-32-26,0 0 0,0-1 0,1 1 0,0 0 0,0-1 0,0 0 0,0 0-1,1 0 1,-1 0 0,1 0 0,0-1 0,0 0 0,9 6 0,11 3 5,-1 0 1,2-2-1,-1 0 0,1-2 0,1-1 1,27 5-1,162 12 92,-131-17-59,-46-3-136,189 9-4052,-145-15-601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49.895"/>
    </inkml:context>
    <inkml:brush xml:id="br0">
      <inkml:brushProperty name="width" value="0.035" units="cm"/>
      <inkml:brushProperty name="height" value="0.035" units="cm"/>
    </inkml:brush>
  </inkml:definitions>
  <inkml:trace contextRef="#ctx0" brushRef="#br0">35 134 1954,'15'-19'2269,"5"8"-1392,0 1 1,1 1 0,-1 0 0,2 2-1,40-9 1,116-11 544,-156 25-1197,113-13 568,248 7-1,-376 8-772,0 0-1,1 1 1,-1 0-1,0 0 1,0 1-1,0 0 1,0 0-1,0 1 1,-1 0-1,1 0 1,-1 1-1,1-1 1,-1 1-1,0 1 1,-1-1-1,9 9 0,-7-5 38,-1 2 0,0-1 0,0 0 0,-1 1-1,0 0 1,-1 1 0,0-1 0,0 1-1,-1 0 1,2 12 0,8 73 382,-3-1 1,-5 2 0,-8 111-1,1-52-174,20 897 1337,-15-974-1480,2 212 157,-7-242-203,-3 0 0,-1 0 0,-23 86-1,24-121-43,0-1 0,-1 0 0,0 0 0,-1-1 0,0 0 0,-1 0 0,0 0-1,-1-1 1,-1-1 0,1 0 0,-2 0 0,1 0 0,-1-2 0,-1 1 0,0-1 0,0-1-1,0 0 1,-17 6 0,-22 7 44,0-3-1,-1-2 1,-81 12-1,35-7-64,-305 73-1255,389-90 873,-41 8-1049,52-11 1056,-1 1 0,1-1 0,0 0 0,-1 0 0,1 0 0,0-1 0,-1 1 0,1-1 0,0 0-1,0 0 1,-1 0 0,-3-2 0,4 1-421,1 0-1,0 0 0,0-1 1,0 1-1,0-1 0,1 1 1,-1-1-1,0 1 1,1-1-1,0 0 0,-1-4 1</inkml:trace>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42:55.317"/>
    </inkml:context>
    <inkml:brush xml:id="br0">
      <inkml:brushProperty name="width" value="0.05292" units="cm"/>
      <inkml:brushProperty name="height" value="0.05292" units="cm"/>
      <inkml:brushProperty name="color" value="#FF0000"/>
    </inkml:brush>
  </inkml:definitions>
  <inkml:trace contextRef="#ctx0" brushRef="#br0">23188 6196 134 0,'0'0'19'0,"0"0"13"0,0 0-15 0,0 0 12 15,0 0-21-15,0 0 11 16,44 3 21-16,-8-3-26 16,9 0 8-16,5-1 0 15,10-4 1-15,3-2 2 16,1 3-9-16,-7-3-4 0,-5 2-2 15,-9 0-5-15,-13 2-2 16,-7 2-1-16,-8 1-1 16,-3 0 0-16,-8 0-1 15,-3 0-7-15,-1 5-44 16,-7 4 1-16,-15-1 9 0,-4 2-13 16,-6 0-18-16,-8-1 6 15</inkml:trace>
  <inkml:trace contextRef="#ctx0" brushRef="#br0" timeOffset="251.8">23134 6416 103 0,'0'0'29'16,"-40"23"7"-16,30-16 11 16,4 3-22-16,4-4 40 15,2-2-31-15,18-4 12 0,14 0-1 16,14 0-15-16,16-9-12 15,13-2-3-15,8-2-5 16,6-2-4-16,-2-1 1 16,-6 2-1-16,-9-2-3 15,-9 4 1-15,-11 2-3 0,-12 4 0 16,-8 0 0-16,-6 3 0 16,-7 2-5-16,-9 1-29 15,-9-3-46-15,-1-1-58 16,-10-8-27-16</inkml:trace>
  <inkml:trace contextRef="#ctx0" brushRef="#br0" timeOffset="5286.74">12849 6306 42 0,'0'-2'-19'0,"0"2"25"0,-1 0 86 16,-3 0-72-16,-4 0 10 0,3 0 7 15,0 4-10-15,1 3-9 16,1 1-5-16,1 3 0 15,2 2-3-15,0 1-1 16,0 3 1-16,0 0 1 16,4 1-4-16,4 2-1 0,-1 0-1 15,1 2-3-15,1 0 0 16,3-1 1-16,0 0-2 16,3-2 2-16,4 0 1 15,1-2-1-15,7-2-1 16,0-3 4-16,4-1-3 15,7-4 0-15,0-1 0 0,4-4 0 16,3-1-2-16,2-1 0 16,3 0 0-16,3-1 0 15,3-5 0-15,-1-1 0 16,2-2-1-16,3-1 1 16,0 2 0-16,-3-1 0 0,1 0 0 15,0 1 0-15,0-2-1 16,0 4 3-16,-2-3-2 15,4 1 1-15,0 1 0 16,0 0 0-16,3 1-1 16,-4 1 0-16,5-1-1 0,-3 2 2 15,3-2-1-15,-3 2-1 16,1 1 1-16,1-1 0 16,1 1-1-16,-1 0 1 15,1 2-1-15,4-2 0 16,0 1 2-16,0 1-2 0,2-2 0 15,0 2 1-15,-2-1-1 16,0 2 0-16,0-1 0 16,0 0 1-16,1-1-1 15,0 2 1-15,0-1 1 16,3-1 0-16,-2 2 0 0,-1 0 0 16,0 0 0-16,-4 0 3 15,0 0-2-15,-7 2 1 16,0 5 1-16,-3 3 1 15,-2 1-1-15,-5 3 1 16,-1 1-3-16,-4 3 3 16,-1 2-5-16,-4 2 0 0,-4 4-1 15,-3 1 1-15,-4 1-1 16,-4-2 0-16,0 1 1 16,-3-6-1-16,1-2 0 15,-4-4 1-15,1-5 0 0,-4-4 0 16,-1-3 0-16,-2 1 0 15,-2-4-1-15,1 0 1 16,-6 0 2-16,3 0-1 16,-1-4-1-16,-1-2 1 15,2-4-1-15,-2-3-1 0,3-1 1 16,0-2-1-16,5-2 0 16,0 1 0-16,4-1 0 15,5 1-1-15,1 1 1 16,4 2 0-16,6-2 0 15,3 4 0-15,5 0 0 16,6 2-1-16,8 0 2 0,8 2-2 16,6 3 1-16,8 0 0 15,4 3 0-15,5 2 0 16,1 0 0-16,0 0 1 16,5 9-1-16,0 2 0 15,1-1-1-15,6 4 2 0,5-2-1 16,0-4 0-16,4 1 0 15,4-6 0-15,5-2 0 16,-3-1 1-16,7 0-1 16,-1 0 0-16,-1-1 0 15,0-4 1-15,-1 1-1 0,-4-3 0 16,-5 4 0-16,1-3 1 16,-5-1-1-16,-3 0 0 15,-6-3 0-15,3 0 0 16,-7-4 0-16,-4 3 0 15,-3-3 1-15,-5 0-1 0,-7-1 0 16,-7 0 0-16,-7-1 0 16,-6-4 1-16,-5-3-1 15,-6-4 0-15,-6 0 1 16,-5-5-1-16,-4-1 1 16,-6-1 0-16,-8 0 1 0,-7 0-2 15,-6 1 1-15,0 3-2 16,-13 3-8-16,-8 2-43 15,-6-1-33-15,-4-1-61 16</inkml:trace>
  <inkml:trace contextRef="#ctx0" brushRef="#br0" timeOffset="6187.92">18387 7354 31 0,'9'-13'13'0,"1"-1"20"0,-2 0 9 15,-3-1-20-15,1 0 5 16,-2 2 3-16,0-3 3 0,-3-2-3 16,-1 3 2-16,0 0 7 15,0 0-4-15,-5 3-3 16,-6 7-5-16,-4 5-12 16,-9 0-6-16,-4 10-3 15,-3 12 2-15,-6 2-1 0,0 7 0 16,4 4-2-16,5 1-1 15,4 0-1-15,7 4 0 16,8-2-1-16,4-3-1 16,5-2 1-16,0-6 0 15,4-4 1-15,7-9-2 16,6-4 1-16,4-10 0 0,4 0-1 16,2-16 2-16,4-9-2 15,1-8 0-15,3-7 0 16,-3-5-1-16,-1 1 0 15,-5 1 0-15,-3 7 0 0,-8 7 0 16,-5 6 0-16,-5 9 1 16,-4 8 5-16,-1 6 11 15,0 4-13-15,0 14-2 16,-2 5 1-16,0 5 1 16,0 3-1-16,2-1-2 15,4 1 2-15,7-3 0 0,7-3-1 16,5-5 1-16,3-4-8 15,3-5-12-15,-2-4-11 16,2-6-31-16,-4-1-24 16,-5-7-6-16,-4-12-10 0,-4-6 4 15</inkml:trace>
  <inkml:trace contextRef="#ctx0" brushRef="#br0" timeOffset="6722.71">18325 6929 81 0,'0'0'72'0,"0"0"-51"16,0 0 5-16,0 0 5 0,0 0-10 15,0 0-11-15,-38 1 2 16,26 15 0-16,-1 1-4 16,0 1-4-16,1 0-3 15,2-3 1-15,2-2-2 16,2-5 0-16,3-2 0 0,3-6 0 15,0 0 1-15,0-3 12 16,5-11-9-16,6-3-2 16,2-4-1-16,1 1 0 15,1-3-1-15,0 0 1 16,-1 2-1-16,1 1 0 0,-5 5 0 16,-1 3 0-16,-5 5 1 15,-1 6 5-15,2 1 9 16,-1 1-14-16,-1 11 6 15,3 3 2-15,3 2-6 16,4 2-1-16,3-4-1 0,6 1 1 16,-1-3-1-16,4-5-10 15,0-1-45-15,0-7-40 16</inkml:trace>
  <inkml:trace contextRef="#ctx0" brushRef="#br0" timeOffset="7597.96">18875 6852 146 0,'0'0'26'0,"0"0"20"16,-11 12-21-16,-3 5-1 16,-3 4-6-16,0 3-5 0,-3 6-4 15,3 0-8-15,0 1 0 16,2-3-3-16,-1-6-38 16,3-9-114-16</inkml:trace>
  <inkml:trace contextRef="#ctx0" brushRef="#br0" timeOffset="9842.69">19523 7061 41 0,'0'0'16'0,"-3"0"-4"0,-1 0 18 0,0 0 10 15,-1 0 10-15,3 0-39 16,1 0-1-16,1-1-1 16,0-1 14-16,0-2-7 15,3 0-6-15,6-1-1 16,0 0 0-16,4-1 2 0,7 2 4 15,3 3 6-15,4 1-9 16,4 1 0-16,0 12 2 16,1 5 1-16,-1 5-2 15,-2 5-3-15,-8 2-3 16,-4 2-2-16,-7-4 0 16,-7-1-2-16,-3-5-2 0,-5-2 1 15,-10-3 0-15,-7-3 0 16,-1-1-1-16,-2 0 0 15,-1-3-3-15,-1 1-11 16,1-4-14-16,7-1-8 16,0-3-3-16,5-3-5 0,7 0-13 15,5-8-16-15,2-8-45 16</inkml:trace>
  <inkml:trace contextRef="#ctx0" brushRef="#br0" timeOffset="10213.51">20123 6936 82 0,'0'0'35'0,"0"0"2"0,0 0 18 0,0 0-26 16,-40-18-3-16,27 18-5 0,-5 0-2 16,-4 0 3-16,2 11 0 15,-3 3 4-15,-1 6-4 16,1 3-5-16,4 2 1 16,2 7 1-16,6 0-3 15,7 2-6-15,4 2 1 0,3-6-3 16,14-2-3-16,10-5 2 15,8-5-4-15,4-6-1 16,5-5-1-16,4-4-16 16,3-3-16-16,2 0-27 15,-4-12-32-15,-2-8-61 16</inkml:trace>
  <inkml:trace contextRef="#ctx0" brushRef="#br0" timeOffset="11284.69">21214 6084 6 0,'0'0'13'0,"0"0"-9"0,0 0-1 16,0 0-2-16,0 0 46 15,0 0-25-15,0 0 1 16,0 0-5-16,0 0-2 0,0 0 1 15,0 0 3-15,0 0 2 16,0 0-3-16,34-23 4 16,-34 23-1-16,0 0-9 15,0 0-12-15,0 7 2 16,0 5 12-16,-2 5 10 0,-2 7-7 16,-1 7-1-16,-4 6 2 15,-3 10 1-15,-5 6-11 16,-5 3-5-16,-5 2 5 15,-6-1-6-15,-6-6-1 0,-2-4-1 16,-2-7 0-16,-1-3 0 16,2-6 0-16,0-1 0 15,1-6-1-15,4-1 3 16,5-3-3-16,5-5 1 16,6-3 0-16,7-1-1 15,7-5 0-15,2 0 0 0,5-2-7 16,0-3-17-16,7-1-17 15,4 0-1-15,3 0-34 16,-1-11-48-16</inkml:trace>
  <inkml:trace contextRef="#ctx0" brushRef="#br0" timeOffset="11625.73">20719 6652 165 0,'0'0'19'0,"0"0"29"16,0 0-14-16,0 0-9 16,-43 14 1-16,27 3 5 0,-4 6-10 15,0 0-3-15,-4 2-1 16,0 2-3-16,2-1-3 15,2-1-4-15,2-3-2 16,5-5-1-16,3-3-3 16,5-4 3-16,4-4-1 0,1-4 0 15,9-1 3-15,10-1 4 16,10 0-1-16,10-2-5 16,11-4-2-16,2 1 0 15,3-1-26-15,-3-5-72 16,-5-7-136-16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31.725"/>
    </inkml:context>
    <inkml:brush xml:id="br0">
      <inkml:brushProperty name="width" value="0.035" units="cm"/>
      <inkml:brushProperty name="height" value="0.035" units="cm"/>
    </inkml:brush>
  </inkml:definitions>
  <inkml:trace contextRef="#ctx0" brushRef="#br0">708 118 1345,'0'0'4490,"-5"-7"-4100,-17-20-91,19 25-264,0 0 1,0 0-1,0 1 1,-1-1 0,1 1-1,0 0 1,-1 0 0,1 0-1,-1 0 1,1 1 0,-1-1-1,1 1 1,-1 0 0,0 0-1,1 0 1,-1 1 0,1-1-1,-5 2 1,-1-1 2,-1 1-4,-1 1-1,1 0 1,0 0 0,0 1 0,0 0-1,0 1 1,-8 6 0,-27 11 395,28-13-275,0 0-1,1 1 1,0 1 0,1 1-1,0 0 1,1 1 0,0 0-1,-15 20 1,-7 9 58,2 2 0,2 1 0,2 1 1,1 2-1,3 1 0,2 1 0,-26 82 0,33-62 160,3 0-1,4 1 0,-3 111 1,22 221 1058,1-131-1303,-16-65 72,1-125-11,4 0 0,16 145 1,-5-148-220,-5-41 97,12 55 0,-14-80-37,1-1-1,1 1 1,0-1-1,1 0 1,0 0-1,1-1 0,0 0 1,10 13-1,29 33-24,-33-39-1,0 0-1,2-1 1,0 0-1,1-1 1,0-1-1,23 16 1,-27-23 1,0 0-1,0 0 1,0-2 0,1 1 0,0-1 0,1-1-1,-1 0 1,1-1 0,0-1 0,0 0 0,0-1-1,0 0 1,16-1 0,-19-2 15,-1 0 0,1-1 0,-1 0 0,0-1-1,0 0 1,0-1 0,0 0 0,0 0 0,-1-1 0,0 0 0,0-1 0,15-12-1,10-11 148,52-56 0,-59 57-140,-9 10-17,-6 7 6,0 0-1,-1-1 0,0 0 1,-1-1-1,-1 0 1,0 0-1,0-1 0,-1 0 1,-1-1-1,-1 0 0,6-16 1,34-121 121,4-15 11,-25 72-152,-11 46-1,-2 0 1,6-56-1,16-173 38,-23 184 49,-1-118-1,-9 103-75,-8-180 27,1 12-47,1 9-7,2 233 17,-2 0 0,-13-46 0,15 69 3,-2-1-1,1 1 1,-2-1 0,0 1 0,0 1-1,-1-1 1,0 1 0,-1 1 0,-14-16-1,4 8-25,15 13 38,-1 0 0,0 1 0,0-1 0,0 1 0,-1 0 0,1 1 0,-1-1-1,0 1 1,0 0 0,0 0 0,0 0 0,-1 1 0,1 0 0,-1 0 0,0 0 0,1 1 0,-1 0-1,-10-1 1,-15 3-33,27 0 41,-1-1 1,1 1-1,-1-1 0,1 0 1,-1 0-1,1 0 1,-1-1-1,1 1 0,-1-1 1,1 0-1,0-1 0,0 1 1,-1-1-1,1 0 1,0 0-1,0 0 0,0 0 1,-5-5-1,2 0 46,-1 1 0,0 0 0,0 0-1,-16-9 1,22 14-63,0 1-1,1-1 1,-1 0-1,1 1 1,-1-1-1,0 1 1,0-1-1,1 1 1,-1 0-1,0 0 1,0 0-1,1 0 1,-1 0-1,0 0 1,0 0-1,1 0 1,-1 1-1,0-1 1,0 1-1,1-1 0,-1 1 1,1 0-1,-1 0 1,0 0-1,1 0 1,-1 0-1,1 0 1,0 0-1,-1 0 1,1 0-1,0 1 1,0-1-1,0 0 1,-2 3-1,-1 4-215,-17 19-636,20-26 565,0-1 0,0 1 0,0 0 0,0-1 0,0 1 0,0-1 0,0 0 0,0 1 0,0-1 0,0 0 0,0 1 0,0-1 0,0 0 0,0 0 0,0 0 0,0 0 0,-2 0 0,-17-7-9211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55.400"/>
    </inkml:context>
    <inkml:brush xml:id="br0">
      <inkml:brushProperty name="width" value="0.035" units="cm"/>
      <inkml:brushProperty name="height" value="0.035" units="cm"/>
    </inkml:brush>
  </inkml:definitions>
  <inkml:trace contextRef="#ctx0" brushRef="#br0">0 21 0,'8'-4'32,"-2"3"32,-4 1-96,1 0 32,2 0 0,-2 0-32,1-1 64,1 0-32,-1-2-32,2-1 0,0-2 32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3:57.554"/>
    </inkml:context>
    <inkml:brush xml:id="br0">
      <inkml:brushProperty name="width" value="0.035" units="cm"/>
      <inkml:brushProperty name="height" value="0.035" units="cm"/>
    </inkml:brush>
  </inkml:definitions>
  <inkml:trace contextRef="#ctx0" brushRef="#br0">0 15 1794,'38'-5'96,"-2"0"-32,-3 3-64,-3 0 0,-5 2-160,0 0-897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11.556"/>
    </inkml:context>
    <inkml:brush xml:id="br0">
      <inkml:brushProperty name="width" value="0.035" units="cm"/>
      <inkml:brushProperty name="height" value="0.035" units="cm"/>
    </inkml:brush>
  </inkml:definitions>
  <inkml:trace contextRef="#ctx0" brushRef="#br0">0 41 96,'5'-6'433,"-2"2"-11,-1 1-1,0-1 0,1 1 0,0 0 0,0 0 0,0 0 0,0 1 0,0-1 0,6-3 0,3 26-1819,-10-17-791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11.866"/>
    </inkml:context>
    <inkml:brush xml:id="br0">
      <inkml:brushProperty name="width" value="0.035" units="cm"/>
      <inkml:brushProperty name="height" value="0.035" units="cm"/>
    </inkml:brush>
  </inkml:definitions>
  <inkml:trace contextRef="#ctx0" brushRef="#br0">1 1 288,'0'0'1281,"4"8"-1184,-4-6-65,0 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18.651"/>
    </inkml:context>
    <inkml:brush xml:id="br0">
      <inkml:brushProperty name="width" value="0.035" units="cm"/>
      <inkml:brushProperty name="height" value="0.035" units="cm"/>
    </inkml:brush>
  </inkml:definitions>
  <inkml:trace contextRef="#ctx0" brushRef="#br0">0 25 320,'0'-3'289,"0"-3"-65,3 1 0,2 2-128,-2 0 96,2 1-32,-2 0-96,-3 1-31,1 1-66,1 0 1,-2 5-384,0 0-705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24.494"/>
    </inkml:context>
    <inkml:brush xml:id="br0">
      <inkml:brushProperty name="width" value="0.035" units="cm"/>
      <inkml:brushProperty name="height" value="0.035" units="cm"/>
    </inkml:brush>
  </inkml:definitions>
  <inkml:trace contextRef="#ctx0" brushRef="#br0">1 0 384,'0'0'673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23.944"/>
    </inkml:context>
    <inkml:brush xml:id="br0">
      <inkml:brushProperty name="width" value="0.035" units="cm"/>
      <inkml:brushProperty name="height" value="0.035" units="cm"/>
    </inkml:brush>
  </inkml:definitions>
  <inkml:trace contextRef="#ctx0" brushRef="#br0">0 8 96,'3'-4'416,"-1"3"-63,1 0-97,-3-1-96,1 2-96,1 0-224,-2 4-609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26.778"/>
    </inkml:context>
    <inkml:brush xml:id="br0">
      <inkml:brushProperty name="width" value="0.035" units="cm"/>
      <inkml:brushProperty name="height" value="0.035" units="cm"/>
    </inkml:brush>
  </inkml:definitions>
  <inkml:trace contextRef="#ctx0" brushRef="#br0">0 534 288,'6'0'3261,"25"-1"-3191,18 1 512,35 1 531,155-19 0,633-114 996,-508 83-1289,650-5-1,538 32 761,-783-50-891,-196-7-129,-165 10-498,-197 31 597,-189 38-551,-18 6-2848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27.883"/>
    </inkml:context>
    <inkml:brush xml:id="br0">
      <inkml:brushProperty name="width" value="0.035" units="cm"/>
      <inkml:brushProperty name="height" value="0.035" units="cm"/>
    </inkml:brush>
  </inkml:definitions>
  <inkml:trace contextRef="#ctx0" brushRef="#br0">35 354 4484,'-27'-27'2028,"26"27"-1989,1 0 0,-1-1 0,1 1 0,-1-1 0,1 1 0,-1-1 0,1 1 0,-1-1 0,1 1 0,0-1 0,-1 1 0,1-1 0,0 0 0,-1 1 0,1-1 0,0 0 0,0 1 0,0-1 0,-1 0 0,1 1 0,0-1 0,0 0 0,0 1 0,0-1 0,0 0 0,0 1 0,0-1 0,0 0 0,1 1 0,-1-1 1,0 0-1,0 1 0,1-1 0,-1 0 0,0 1 0,1-1 0,-1 1 0,0-1 0,1 1 0,-1-1 0,1 1 0,-1-1 0,1 1 0,-1-1 0,1 1 0,-1-1 0,1 1 0,0-1 0,184-34 1671,-73 16-713,411-52 1503,6 35-1719,-68 5-283,749-10 927,-605 106-775,10 0-376,-343-63-34,375-43 0,-580 33-225,530-37 109,-440 50-81,0 8 0,199 41-1,-296-43 17,98 4-1,-132-14-34,-1-1 0,1-2-1,-1-1 1,0-1 0,0-1 0,39-13-1,33-21 9,38-14 126,-116 47-189,1 1-1,-1 1 0,1 0 1,0 2-1,20-1 0,-39 3-48,-1 0-1,1 0 1,-1 0 0,0 0-1,1 0 1,-1 0-1,1 0 1,-1 0-1,0 0 1,1-1-1,-1 1 1,1 0 0,-1 0-1,0 0 1,1-1-1,-1 1 1,0 0-1,1 0 1,-1-1-1,0 1 1,0 0 0,1-1-1,-1 1 1,0 0-1,0-1 1,0 1-1,1 0 1,-1-1 0,0 1-1,0-1 1,0 1-1,0 0 1,0-1-1,0 1 1,0-1-1,0 1 1,0-1 0,0 1-1,0 0 1,0-1-1,0 1 1,0-1-1,0 1 1,0 0-1,0-1 1,0 1 0,-1-1-1,1 1 1,-1-6-1285,-1-28-6237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30.192"/>
    </inkml:context>
    <inkml:brush xml:id="br0">
      <inkml:brushProperty name="width" value="0.035" units="cm"/>
      <inkml:brushProperty name="height" value="0.035" units="cm"/>
    </inkml:brush>
  </inkml:definitions>
  <inkml:trace contextRef="#ctx0" brushRef="#br0">1 277 3812,'0'0'4126,"8"3"-3843,-2-1-213,0 0-1,1-1 0,-1 0 1,0 0-1,1 0 1,-1-1-1,0 0 0,1 0 1,-1 0-1,1-1 1,-1 0-1,0 0 0,0-1 1,1 0-1,9-4 0,315-159 1021,-136 62-1256,-173 96 11,-22 7 151,0 1 1,0-1-1,0 0 0,0 0 1,1 0-1,-1 0 1,0 0-1,0 1 0,0-1 1,0 0-1,0 0 0,0 0 1,1 0-1,-1 1 1,0-1-1,0 0 0,0 0 1,0 0-1,0 1 1,0-1-1,0 0 0,0 0 1,0 0-1,0 1 1,0-1-1,0 0 0,0 0 1,0 0-1,0 1 0,0-1 1,0 0-1,0 0 1,0 0-1,-1 1 0,1-1 1,0 0-1,0 0 1,0 0-1,0 1 0,0-1 1,0 0-1,-1 0 1,1 0-1,0 0 0,0 1 1,-29 28-1160,5-10-684,-5 0-1009</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30.456"/>
    </inkml:context>
    <inkml:brush xml:id="br0">
      <inkml:brushProperty name="width" value="0.035" units="cm"/>
      <inkml:brushProperty name="height" value="0.035" units="cm"/>
    </inkml:brush>
  </inkml:definitions>
  <inkml:trace contextRef="#ctx0" brushRef="#br0">1 162 4676,'0'0'1735,"12"-4"-1185,172-53 714,145-39-723,-321 94-2095,-4-1-1398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32.082"/>
    </inkml:context>
    <inkml:brush xml:id="br0">
      <inkml:brushProperty name="width" value="0.035" units="cm"/>
      <inkml:brushProperty name="height" value="0.035" units="cm"/>
    </inkml:brush>
  </inkml:definitions>
  <inkml:trace contextRef="#ctx0" brushRef="#br0">1 152 673,'25'9'2988,"-21"-7"-2456,0-1 1,0 1-1,0-1 0,0 0 0,0 0 0,0 0 0,0 0 0,8-1 1,8-2-299,0-1 0,-1-1-1,1-1 1,-1 0 0,35-16 0,-3 2 23,26-8-157,-22 7-11,1 2 1,0 2 0,89-13 0,-144 29-140,-1 0 0,0 0 0,1-1 0,-1 1 0,1 0 0,-1 0 0,1 0 0,-1 0 0,0 0 0,1 0 0,-1 0 0,1 0 0,-1 0 0,1 0 0,-1 0 0,1 0 0,-1 0 0,1 0 0,-1 0 0,0 0 0,1 0 0,-1 1 0,1-1 0,-1 0 0,0 0 0,1 0 0,-1 1 0,1-1 0,-1 0-1,0 1 1,1-1 0,-1 0 0,0 1 0,0-1 0,1 0 0,-1 1 0,0-1 0,0 1 0,1-1 0,-1 0 0,0 1 0,0-1 0,0 2 0,-14 13-3616,-4-6-108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32.361"/>
    </inkml:context>
    <inkml:brush xml:id="br0">
      <inkml:brushProperty name="width" value="0.035" units="cm"/>
      <inkml:brushProperty name="height" value="0.035" units="cm"/>
    </inkml:brush>
  </inkml:definitions>
  <inkml:trace contextRef="#ctx0" brushRef="#br0">0 148 3844,'0'0'3843,"67"-15"-3554,-29 4-97,11-2-96,6-2-64,7 0 64,3-3-32,1-7-224,-1-10-4004</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4.602"/>
    </inkml:context>
    <inkml:brush xml:id="br0">
      <inkml:brushProperty name="width" value="0.035" units="cm"/>
      <inkml:brushProperty name="height" value="0.035" units="cm"/>
    </inkml:brush>
  </inkml:definitions>
  <inkml:trace contextRef="#ctx0" brushRef="#br0">129 8 4388,'0'0'5621,"-9"-3"-5044,3 2-511,1 0 0,-1 0 0,0 0 0,0 1 0,1 0 0,-1 0 0,0 1 0,0-1 0,1 1 0,-9 3 1,12-4-56,-1 1 1,0 0 0,1 0 0,-1 1-1,1-1 1,-1 0 0,1 1 0,0-1-1,-1 1 1,1 0 0,0 0 0,0 0-1,0 0 1,1 0 0,-1 1 0,0-1 0,1 0-1,-1 1 1,1-1 0,0 1 0,0-1-1,0 1 1,0 0 0,1-1 0,-1 1-1,1 0 1,-1 0 0,1 4 0,0-5-10,0 0 1,1 1-1,-1-1 1,1 0-1,-1 0 1,1 0-1,0 1 1,0-1-1,0 0 1,0 0-1,0 0 1,1-1-1,-1 1 1,0 0-1,1 0 1,0-1 0,-1 1-1,1-1 1,0 1-1,0-1 1,-1 0-1,1 1 1,0-1-1,0 0 1,3 0-1,8 5 8,0-1 0,0-1 0,15 3 0,-11-3-9,0 1 5,116 36 41,-121-36-50,0 0 1,-1 1 0,1 0 0,-1 1-1,-1 0 1,1 0 0,-1 1 0,13 14-1,-21-20 3,0 0 0,0 0 0,0 1 0,-1-1 0,1 1 0,0-1 0,-1 1 0,0 0 0,0-1 0,0 1 0,0 0 0,0 0 0,0 0 0,-1 0 0,0 0 0,1 0 0,-1 0 0,0 0 0,0 0 0,-1 3 0,0-2 1,-1 1-1,1-1 1,-1 0 0,0 0-1,-1 0 1,1 0 0,0-1 0,-1 1-1,0 0 1,0-1 0,0 0-1,-4 3 1,-10 8 3,-1-1-1,0-1 1,-1-1-1,-27 11 1,40-19-4,-7 4 1,-6 3-5,0 0-1,0-2 0,0 0 0,-1-1 0,0-1 0,-1-1 1,-29 3-1,50-8-42,0 0 1,0 0 0,-1 0-1,1-1 1,0 1-1,0 0 1,-1 0-1,1 0 1,0-1-1,0 1 1,0 0 0,0 0-1,-1-1 1,1 1-1,0 0 1,0-1-1,0 1 1,0 0-1,0 0 1,0-1 0,0 1-1,0 0 1,0-1-1,0 1 1,0 0-1,0-1 1,0 1 0,0 0-1,0-1 1,0 1-1,0 0 1,0 0-1,0-1 1,1 1-1,-1 0 1,0 0 0,0-1-1,0 1 1,0 0-1,1 0 1,-1-1-1,0 1 1,0 0 0,1 0-1,-1 0 1,0-1-1,0 1 1,1 0-1,-1 0 1,0 0-1,0 0 1,1-1 0,14-15-1759,15-11-1291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5.021"/>
    </inkml:context>
    <inkml:brush xml:id="br0">
      <inkml:brushProperty name="width" value="0.035" units="cm"/>
      <inkml:brushProperty name="height" value="0.035" units="cm"/>
    </inkml:brush>
  </inkml:definitions>
  <inkml:trace contextRef="#ctx0" brushRef="#br0">220 11 5862,'0'0'1169,"-12"0"53,3 1-1019,0 0-1,0 0 1,0 0-1,0 1 1,0 1-1,0-1 1,0 1 0,1 1-1,-1 0 1,1 0-1,0 1 1,0 0-1,1 0 1,-1 0-1,1 1 1,-12 13-1,12-11-87,0 0 0,1 0-1,-1 1 1,-7 14-1,12-19-99,0 0-1,1-1 1,-1 1-1,1 0 1,0 0-1,0 0 1,0 0-1,0 1 1,1-1-1,0 0 1,0 0-1,0 0 1,0 0-1,2 9 0,-1-11-13,1-1-1,-1 1 0,0 0 0,1 0 1,-1 0-1,1-1 0,0 1 0,0-1 0,0 0 1,-1 1-1,1-1 0,0 0 0,1 0 0,-1 0 1,0 0-1,0 0 0,0-1 0,0 1 0,1-1 1,-1 1-1,0-1 0,1 0 0,-1 0 0,4 0 1,2 0 7,1 0 0,0 0 0,0 0 0,-1-1 0,12-3 0,-12 1 1,-1 0-1,0 0 1,0-1 0,0 0 0,0 0-1,-1 0 1,1-1 0,-1 0 0,-1 0-1,1-1 1,-1 1 0,1-1-1,-2 0 1,1-1 0,7-13 0,-7 10-39,0 0-1,-1-1 1,0 0 0,0 0 0,-1 0 0,-1-1-1,0 1 1,-1-1 0,0 1 0,0-15 0,-1 27 36,-1-1 1,1 1 0,0-1 0,0 1 0,0-1-1,-1 0 1,1 1 0,0-1 0,-1 1 0,1-1-1,0 0 1,-1 1 0,1-1 0,-1 0-1,1 0 1,0 1 0,-1-1 0,1 0 0,-1 0-1,1 0 1,-1 1 0,1-1 0,-1 0 0,1 0-1,0 0 1,-1 0 0,1 0 0,-1 0-1,1 0 1,-1 0 0,1 0 0,-1 0 0,1 0-1,-1 0 1,1 0 0,-1-1 0,1 1 0,-1 0-1,1 0 1,-1 0 0,1-1 0,0 1-1,-1 0 1,1-1 0,-1 1 0,1 0 0,0-1-1,-1 1 1,1 0 0,0-1 0,0 1 0,-1-1-1,1 1 1,0 0 0,0-1 0,0 1-1,-1-1 1,1 0 0,1 6 10,0 1 1,0 0-1,0-1 0,1 0 1,0 1-1,0-1 0,0 0 1,1 0-1,0 0 0,0 0 0,0-1 1,0 1-1,1-1 0,0 1 1,0-1-1,0-1 0,0 1 1,0 0-1,1-1 0,0 0 1,0 0-1,8 3 0,10 5-207,-1-1 0,1-1-1,46 12 1,0-10-6376,-58-11 4078</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5.583"/>
    </inkml:context>
    <inkml:brush xml:id="br0">
      <inkml:brushProperty name="width" value="0.035" units="cm"/>
      <inkml:brushProperty name="height" value="0.035" units="cm"/>
    </inkml:brush>
  </inkml:definitions>
  <inkml:trace contextRef="#ctx0" brushRef="#br0">16 225 4773,'0'0'1345,"-3"-10"299,-9-31-64,12 41-1537,0-1 1,0 0-1,0 1 0,0-1 0,0 1 1,0-1-1,0 0 0,0 1 0,0-1 0,0 1 1,0-1-1,0 0 0,1 1 0,-1-1 1,0 1-1,0-1 0,1 0 0,-1 1 0,0-1 1,1 1-1,-1-1 0,0 1 0,1-1 1,-1 1-1,1 0 0,-1-1 0,1 1 0,-1-1 1,1 1-1,-1 0 0,1-1 0,-1 1 1,1 0-1,-1 0 0,1 0 0,0-1 0,-1 1 1,1 0-1,-1 0 0,1 0 0,0 0 1,-1 0-1,1 0 0,0 0 0,-1 0 0,1 0 1,-1 0-1,1 1 0,0-1 0,-1 0 1,1 0-1,0 1 0,33 8 319,-22-4-215,0 1-1,-1 1 0,22 14 1,-30-19-125,0 1 1,-1-1-1,1 1 1,-1-1 0,1 1-1,-1 0 1,0 0-1,0 0 1,0 0-1,0 0 1,-1 1 0,1-1-1,-1 0 1,0 1-1,0-1 1,0 1-1,0 0 1,0 6 0,-15-27 142,11 9-160,1 0-1,0 0 1,0-1 0,1 1-1,0-1 1,0 1 0,1-1 0,0 1-1,1-1 1,0 1 0,0-1-1,1 1 1,0 0 0,3-9-1,-4 14-5,1 0-1,-1 0 1,1 0 0,-1 1-1,1-1 1,0 0-1,0 1 1,0-1 0,0 1-1,1 0 1,-1-1-1,1 1 1,-1 0 0,1 1-1,0-1 1,4-2-1,-4 3 1,1 0-1,-1 1 0,1-1 1,0 1-1,-1-1 0,1 1 1,0 1-1,-1-1 0,1 0 1,0 1-1,-1-1 0,1 1 1,-1 0-1,1 1 0,-1-1 0,1 0 1,5 4-1,8 5 6,0 1 0,-1 1 0,0 0 0,-1 2 0,-1-1 0,0 2 0,22 28 0,-30-34 37,-11-12 86,-12-15-39,14 12-76,0-1-1,0 0 0,1 1 0,0-1 0,0 0 1,1 0-1,-1 0 0,1 0 0,1 0 0,0 0 1,0 0-1,0 0 0,1 0 0,0 0 0,0 0 0,4-11 1,-4 13 7,1 1 1,0 0 0,0-1 0,1 1 0,-1 0-1,1 0 1,0 0 0,0 1 0,0-1 0,0 1-1,1-1 1,0 1 0,-1 0 0,1 1-1,0-1 1,0 1 0,1-1 0,-1 1 0,0 0-1,1 1 1,-1-1 0,1 1 0,0 0 0,-1 0-1,7 0 1,-3 0-15,0 1-1,1 0 1,-1 0-1,0 1 1,0 0-1,0 1 1,0 0-1,0 0 1,0 0-1,9 5 1,1 2-6,0 2 1,27 19-1,12 8-303,-34-26-1203,-22-12 1244,0 0-1,0 1 1,0-1-1,-1 0 0,1 1 1,0-1-1,0 0 1,0 0-1,0 0 0,0 0 1,-1 0-1,1 0 1,0 0-1,0 0 0,0 0 1,0 0-1,0 0 1,0 0-1,-1-1 0,1 1 1,0 0-1,0-1 1,0 1-1,-1-1 1,2 0-1,4-13-4759</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6.005"/>
    </inkml:context>
    <inkml:brush xml:id="br0">
      <inkml:brushProperty name="width" value="0.035" units="cm"/>
      <inkml:brushProperty name="height" value="0.035" units="cm"/>
    </inkml:brush>
  </inkml:definitions>
  <inkml:trace contextRef="#ctx0" brushRef="#br0">1 84 5894,'0'0'3699,"1"9"-2994,1 1-442,1 1 1,0-1-1,1 0 1,0 0-1,0 0 0,1-1 1,0 1-1,1-1 1,12 14-1,78 84 756,-30-37-909,-63-66-103,17 19 29,0 0 0,-2 2-1,19 34 1,-58-95 71,-1 1 1,-40-47 0,28 40-121,-27-48 1,53 77-6,1 0 0,0-1 1,1 0-1,1 0 0,0-1 1,1 1-1,0-1 0,-1-17 1,4 28 15,1 1 1,0 0 0,0 0-1,0-1 1,0 1 0,1 0-1,0 0 1,-1 0 0,1-1 0,0 1-1,0 0 1,1 0 0,-1 0-1,0 1 1,1-1 0,0 0-1,0 0 1,0 1 0,0-1-1,0 1 1,0 0 0,1 0 0,-1 0-1,1 0 1,0 0 0,-1 0-1,1 0 1,0 1 0,0 0-1,0-1 1,0 1 0,0 0 0,0 1-1,1-1 1,-1 0 0,0 1-1,6 0 1,4-1 4,1 0-1,-1 1 1,0 1-1,0 0 1,0 1-1,0 1 1,0 0-1,16 6 1,-12-3 5,-1 1 1,-1 1 0,1 0-1,19 14 1,-31-19-7,0 0 1,0 0-1,0 0 0,-1 1 1,1 0-1,-1-1 1,1 1-1,-1 0 0,-1 1 1,1-1-1,0 0 1,-1 1-1,0-1 0,0 1 1,-1 0-1,1 0 0,-1 0 1,0 0-1,1 7 1,-3-10-6,0 1 1,1 0 0,-1 0 0,0-1 0,-1 1 0,1-1-1,0 1 1,-1-1 0,1 1 0,-1-1 0,0 0 0,0 0-1,0 0 1,0 0 0,0 0 0,0 0 0,0-1 0,-1 1-1,1-1 1,-1 1 0,1-1 0,-1 0 0,0 0 0,1 0-1,-1-1 1,0 1 0,0 0 0,-2-1 0,-10 4-539,0-2 0,0 0 0,-29 1 1,41-3 331,1-1 0,-1 1 0,0 0 0,0-1 0,0 1 0,1-1 0,-1 0 0,0 0 1,1 0-1,-1 0 0,0 0 0,1-1 0,0 1 0,-1-1 0,1 0 0,0 1 0,0-1 1,0 0-1,0 0 0,0 0 0,0-1 0,0 1 0,1 0 0,-1-1 0,1 1 0,0-1 1,0 0-1,0 1 0,0-1 0,-1-3 0,-8-36-2556</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6.222"/>
    </inkml:context>
    <inkml:brush xml:id="br0">
      <inkml:brushProperty name="width" value="0.035" units="cm"/>
      <inkml:brushProperty name="height" value="0.035" units="cm"/>
    </inkml:brush>
  </inkml:definitions>
  <inkml:trace contextRef="#ctx0" brushRef="#br0">1 1 8008,'0'0'3416,"9"13"-2487,-2-5-742,5 9 155,0 0-1,-2 1 1,13 26-1,10 26-255,2-2-1,51 73 1,-61-112-1636,-10-19-964,-14-9 2396,-1-1 0,0 0 1,1 0-1,-1 0 0,0 0 1,1 0-1,-1 0 0,0 0 1,1 0-1,-1 0 0,0 0 1,1-1-1,-1 1 0,0 0 1,1 0-1,-1 0 0,0 0 1,0 0-1,1-1 0,-1 1 1,0 0-1,0 0 0,1 0 1,-1-1-1,0 1 0,0 0 1,1 0-1,-1-1 0,0 1 1,0 0-1,0 0 0,0-1 1,1 1-1,-1 0 0,0-1 1,0 1-1,0 0 1,0-1-1,0 1 0,0 0 1,0-1-1,2-16-3149</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6.520"/>
    </inkml:context>
    <inkml:brush xml:id="br0">
      <inkml:brushProperty name="width" value="0.035" units="cm"/>
      <inkml:brushProperty name="height" value="0.035" units="cm"/>
    </inkml:brush>
  </inkml:definitions>
  <inkml:trace contextRef="#ctx0" brushRef="#br0">0 272 4036,'0'0'4436,"7"-10"-2989,0 0-1184,1 1 0,-1 0 0,1 1 0,1 0 1,0 0-1,0 1 0,0 0 0,1 0 0,20-9 1,13-4 369,-21 12-539,-1-2-1,0 0 1,-1-1 0,0-1-1,-1-1 1,0-1 0,18-16-1,-36 29-88,0 0 1,0 0-1,0 0 0,0 0 1,0-1-1,0 1 0,0 0 0,0 0 1,0-1-1,-1 1 0,1 0 0,0-1 1,-1 1-1,1-1 0,-1 1 1,0-1-1,1 1 0,-1-1 0,0 1 1,0-1-1,0-2 0,-1 3 1,0 0 0,1 0 0,-1 0-1,0 1 1,0-1 0,1 0 0,-1 0-1,0 1 1,0-1 0,0 1 0,0-1 0,0 0-1,0 1 1,0 0 0,0-1 0,0 1-1,0 0 1,0-1 0,-1 1 0,1 0 0,-2 0-1,-5-1 12,-1 1 1,1 1-1,-1-1 0,1 1 0,-1 1 0,-12 3 0,8 0 11,-1 0 1,1 1-1,0 1 0,1 1 1,-1-1-1,2 2 0,-1 0 0,1 0 1,0 1-1,1 0 0,0 1 0,1 0 1,0 1-1,1 0 0,0 0 1,1 1-1,1 0 0,-1 0 0,2 0 1,0 1-1,1 0 0,0 0 0,1 0 1,1 1-1,0-1 0,0 26 1,2-36-29,1 0-1,-1 0 1,1-1 0,0 1 0,0 0 0,0-1 0,0 1 0,1-1 0,-1 1 0,1-1 0,0 0 0,0 0 0,1 0 0,-1 0 0,0 0 0,1 0 0,0 0-1,5 3 1,-3-2 6,1-1 0,0 0 0,0 0-1,0-1 1,0 0 0,0 0 0,0 0 0,1-1-1,-1 0 1,8 1 0,2-1-155,0-1-1,0-1 1,0 0 0,0-1-1,0-1 1,-1 0 0,1-1 0,18-8-1,-19 5-561,0-1 1,0 0-1,-1-1 0,0 0 0,12-12 0,19-21-3517</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7.083"/>
    </inkml:context>
    <inkml:brush xml:id="br0">
      <inkml:brushProperty name="width" value="0.035" units="cm"/>
      <inkml:brushProperty name="height" value="0.035" units="cm"/>
    </inkml:brush>
  </inkml:definitions>
  <inkml:trace contextRef="#ctx0" brushRef="#br0">1 40 11339,'0'0'-144,"2"12"389,9 16 22,1 0 0,1 0 0,1-1 0,30 43 0,-27-41-249,-1-4 350,-13-31-190,-5-21-96,0 15-80,0 0 0,1-1 0,0 1 0,1-1 0,1 1 0,0-1 0,1 1 0,0 0 0,1 0 0,0 0 0,1 0 0,0 0 0,1 1 0,0-1 0,9-13 0,-13 23-3,1 0 0,-1 0-1,0 1 1,1-1 0,-1 0 0,1 1 0,0-1 0,-1 1 0,1-1 0,0 1 0,0 0 0,0 0 0,0 0-1,0 0 1,0 0 0,0 0 0,0 1 0,1-1 0,-1 1 0,0 0 0,0-1 0,5 1 0,-4 1-3,0 0 0,1 0 0,-1 0 0,0 0 0,1 1 0,-1-1 0,0 1 0,0 0 0,0 0 0,0 0 0,0 0 1,-1 0-1,3 4 0,7 7-12,-1 1 0,0 0 0,-1 0 0,12 25 0,17 42 26,-44-123 359,-1 16-345,2 0 0,0 0 0,1-51 0,3 76-24,0 0-1,0 0 1,0 0 0,0 0 0,1 0 0,-1 0 0,0 0 0,1 0-1,-1 0 1,0 0 0,1 0 0,-1 0 0,1 0 0,0 0 0,-1 0-1,1 0 1,0 1 0,-1-1 0,1 0 0,0 1 0,0-1 0,0 0 0,-1 1-1,1-1 1,0 1 0,0-1 0,0 1 0,0-1 0,0 1 0,0 0-1,0 0 1,0-1 0,0 1 0,0 0 0,0 0 0,0 0 0,1 0-1,-1 0 1,0 0 0,0 1 0,0-1 0,0 0 0,0 0 0,0 1-1,0-1 1,0 1 0,0-1 0,0 0 0,0 2 0,6 0-3,0 1 1,0 0 0,0 1-1,-1 0 1,11 8-1,26 22 59,76 49 0,-44-42-2762,-43-33-3236,-18-8 1020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7.735"/>
    </inkml:context>
    <inkml:brush xml:id="br0">
      <inkml:brushProperty name="width" value="0.035" units="cm"/>
      <inkml:brushProperty name="height" value="0.035" units="cm"/>
    </inkml:brush>
  </inkml:definitions>
  <inkml:trace contextRef="#ctx0" brushRef="#br0">69 366 3619,'0'0'1912,"0"-11"250,0-4-1491,0 0 0,1 0 0,0 0 0,2 0 0,-1 0 0,2 0 0,0 1 0,1-1 0,11-23 0,22-9-56,-31 40-565,-1 0 1,0 0-1,0-1 0,0 0 0,-1 0 0,6-14 0,-10 22-46,-1-1-1,0 1 0,0 0 0,0-1 1,0 1-1,0 0 0,0-1 1,0 1-1,1 0 0,-1-1 1,0 1-1,0-1 0,0 1 1,0 0-1,0-1 0,-1 1 1,1 0-1,0-1 0,0 1 1,0 0-1,0-1 0,0 1 1,0 0-1,-1-1 0,1 1 0,0 0 1,0-1-1,0 1 0,-1 0 1,1 0-1,0-1 0,-1 1 1,1 0-1,0 0 0,0-1 1,-1 1-1,1 0 0,0 0 1,-1 0-1,-20-1 50,-21 12-47,32-6-4,0 1 0,1 0-1,0 1 1,0 0 0,1 0-1,0 0 1,0 1-1,-12 17 1,16-20-1,0 0 1,1 0-1,0 1 0,0 0 0,0-1 1,1 1-1,0 0 0,0 0 0,1 0 1,-1 0-1,1 0 0,1 1 0,-1-1 1,1 0-1,0 1 0,0-1 1,2 8-1,-1-11-2,0 0 0,1 0 0,-1 0 0,1 0 0,-1 0 0,1-1 0,0 1 0,0-1 0,1 1 0,-1-1 0,0 1 0,1-1 0,-1 0 0,1 0 0,0-1 0,0 1 0,0 0 0,0-1 0,0 0 0,0 1 0,0-1 0,0-1 0,0 1 0,0 0 0,5 0 0,10 1-6,1 0 0,-1-1 0,22-1 1,-36 0 5,24-3-20,-1 0-1,1-2 0,-1-1 1,0-1-1,-1-2 0,1 0 0,-2-2 1,1 0-1,-2-2 0,0-1 1,0-1-1,-1-1 0,-1-1 0,29-29 1,-45 40 21,-1 0 0,0-1 0,0 0 0,0 0 0,-1 0 0,0-1 0,0 0 0,3-12 0,-6 18 1,0 0 0,-1 1 0,0-1 0,1 0 0,-1 1 0,0-1 0,0 0 0,0 0 0,0 1 0,0-1 0,-1 0 0,1 1 0,0-1 0,-1 0 1,1 1-1,-1-1 0,0 0 0,1 1 0,-1-1 0,0 1 0,0-1 0,0 1 0,0 0 0,0-1 0,0 1 0,-1 0 0,1 0 0,0 0 0,-1 0 0,1 0 0,-1 0 0,1 0 0,-1 0 0,1 0 0,-1 1 0,0-1 0,1 1 0,-1-1 1,0 1-1,1 0 0,-1-1 0,0 1 0,1 0 0,-1 0 0,-3 1 0,-8-2 25,0 1 1,0 0 0,0 1 0,0 1-1,0 0 1,0 1 0,-21 7-1,30-8-18,-1-1-1,1 1 0,-1 0 0,1 0 1,0 1-1,0-1 0,0 1 0,0 0 1,0 0-1,1 0 0,-1 1 0,1-1 1,0 1-1,0 0 0,0-1 0,1 1 1,-1 1-1,1-1 0,0 0 1,0 1-1,1-1 0,-1 1 0,1-1 1,-1 7-1,2-10-7,0 1 0,0-1 0,0 0 0,0 0 0,0 1 0,0-1 1,0 0-1,1 0 0,-1 1 0,1-1 0,-1 0 0,1 0 0,-1 0 0,1 0 0,-1 0 1,1 0-1,0 0 0,0 0 0,0 0 0,-1 0 0,1 0 0,0 0 0,0 0 0,2 0 0,0 1 1,1 0 0,0 0 0,0-1 0,0 1 0,-1-1-1,1 0 1,8 1 0,2-1 3,0 0 1,0-1-1,27-3 1,-38 2-3,0 0 0,-1 0 0,1 0 0,0 0 1,0-1-1,-1 1 0,1-1 0,-1 1 0,1-1 1,-1 0-1,0 0 0,0 0 0,0 0 0,0-1 1,0 1-1,0-1 0,0 1 0,-1-1 1,1 1-1,-1-1 0,2-4 0,-3 5 2,1 0 0,0 0 0,-1 0-1,1 0 1,-1 0 0,1 0 0,-1 0 0,0 0 0,0 0-1,0 0 1,0 0 0,0 0 0,-1 0 0,1 0-1,-1 0 1,1 0 0,-1 0 0,1 0 0,-1 0 0,0 0-1,0 0 1,0 0 0,0 1 0,-1-1 0,1 0-1,0 1 1,-1-1 0,1 1 0,-1 0 0,1-1 0,-4-1-1,5 3 0,0 0 0,-1 0-1,1 1 1,0-1 0,0 0 0,-1 0-1,1 0 1,0 0 0,0 0-1,0 1 1,-1-1 0,1 0-1,0 0 1,0 0 0,0 0-1,0 1 1,-1-1 0,1 0 0,0 0-1,0 1 1,0-1 0,0 0-1,0 0 1,0 1 0,0-1-1,0 0 1,0 0 0,0 1 0,0-1-1,0 0 1,0 0 0,0 1-1,0-1 1,0 0 0,0 0-1,0 1 1,0-1 0,0 0-1,0 0 1,0 1 0,0-1 0,0 0-1,1 0 1,-1 0 0,0 1-1,0-1 1,0 0 0,1 0-1,3 16-6,3-7-57,-1 0 0,2-1 1,-1-1-1,1 1 0,0-1 0,0 0 0,1-1 0,0 0 0,0-1 0,1 1 0,-1-2 0,1 1 0,19 4 0,-19-6-1596,0 0-1,0-1 1,1-1 0,17 1 0,-9-2-4359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8.247"/>
    </inkml:context>
    <inkml:brush xml:id="br0">
      <inkml:brushProperty name="width" value="0.035" units="cm"/>
      <inkml:brushProperty name="height" value="0.035" units="cm"/>
    </inkml:brush>
  </inkml:definitions>
  <inkml:trace contextRef="#ctx0" brushRef="#br0">0 180 7623,'0'0'7693,"19"17"-7608,-17-14-83,0 0 1,0 0-1,0 0 0,0 0 0,0 0 1,1-1-1,-1 1 0,1-1 0,5 3 1,-7-4-1,0-1 0,0 0 0,0 1 1,0-1-1,0 0 0,0 0 0,1 0 1,-1 0-1,0 0 0,0 0 0,0-1 0,0 1 1,1 0-1,-1 0 0,0-1 0,0 1 1,0-1-1,0 1 0,0-1 0,0 1 1,0-1-1,0 0 0,0 0 0,0 1 0,-1-1 1,1 0-1,0 0 0,0 0 0,-1 0 1,1 0-1,0 0 0,0-1 0,102-156 36,-103 157-39,0 0 0,1 0 1,-1 0-1,1 1 1,-1-1-1,1 0 0,-1 0 1,1 1-1,-1-1 1,1 0-1,0 1 0,-1-1 1,1 1-1,0-1 0,0 1 1,-1-1-1,1 1 1,0 0-1,0-1 0,0 1 1,0 0-1,-1-1 1,1 1-1,0 0 0,0 0 1,0 0-1,0 0 0,0 0 1,0 0-1,0 0 1,0 0-1,-1 0 0,1 0 1,0 1-1,0-1 1,0 0-1,0 1 0,0-1 1,-1 0-1,1 1 0,0-1 1,0 1-1,-1-1 1,1 1-1,0 0 0,-1-1 1,1 1-1,0 0 1,-1-1-1,1 1 0,-1 0 1,1 0-1,-1 0 0,1 1 1,4 8-13,1 1 0,-2 0 0,6 19 0,-2-7 3,-7-20 9,1 0 1,-1 0-1,1 0 1,0 0-1,0 0 1,0 0 0,0 0-1,1 0 1,-1-1-1,1 1 1,0-1-1,-1 0 1,1 0 0,0 0-1,0 0 1,1 0-1,5 2 1,-6-4 0,0 1 1,0-1 0,0 0-1,0 0 1,0 0-1,0 0 1,0-1 0,0 1-1,0-1 1,0 1-1,0-1 1,0 0 0,0-1-1,-1 1 1,1 0-1,0-1 1,-1 1 0,1-1-1,-1 0 1,1 0-1,2-3 1,42-42 3,-29 27-1,2 1 1,39-31-1,-54 47 7,0-1-1,1 1 0,-1 0 0,1 0 1,-1 0-1,1 1 0,0 0 1,0 0-1,0 1 0,0-1 0,0 1 1,0 1-1,1-1 0,-1 1 1,0 0-1,0 0 0,10 2 0,-14-1-7,0 0-1,-1 0 1,1 0-1,-1-1 0,1 1 1,-1 1-1,1-1 1,-1 0-1,0 0 0,0 0 1,1 1-1,-1-1 1,0 1-1,0-1 1,0 1-1,-1-1 0,1 1 1,0-1-1,0 1 1,-1 0-1,1-1 0,-1 1 1,0 0-1,1 0 1,-1 0-1,0-1 0,0 1 1,0 3-1,0 0-11,-1 1-1,1 0 1,-1-1-1,0 1 1,0-1-1,0 1 1,-1-1 0,-3 9-1,-2-4-565,-1 0 0,0 0 0,0-1 0,-1 0 0,0 0 0,0-1 0,-1 0 0,-19 12 0,-50 29-9364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3.714"/>
    </inkml:context>
    <inkml:brush xml:id="br0">
      <inkml:brushProperty name="width" value="0.035" units="cm"/>
      <inkml:brushProperty name="height" value="0.035" units="cm"/>
    </inkml:brush>
  </inkml:definitions>
  <inkml:trace contextRef="#ctx0" brushRef="#br0">15 489 0,'0'0'8066,"-4"6"-6667,-7 13-479,11-18-907,1-1 0,-1 0-1,0 0 1,0 0 0,0 1 0,0-1 0,0 0-1,0 0 1,0 0 0,0 1 0,1-1 0,-1 0-1,0 0 1,0 0 0,0 0 0,0 1 0,1-1-1,-1 0 1,0 0 0,0 0 0,0 0 0,1 0-1,-1 0 1,0 0 0,0 1 0,0-1 0,1 0-1,-1 0 1,0 0 0,0 0 0,1 0 0,-1 0-1,0 0 1,0 0 0,0 0 0,1 0 0,-1 0-1,0 0 1,0-1 0,1 1 0,-1 0 0,0 0-1,0 0 1,1 0 0,46-21 386,-24 11-420,152-73 214,403-177 126,-546 247-431,0 1-219,0-2 0,0-1 0,-2-1 0,31-22 0,-59 37 133,-1 1 0,0-1-1,0 0 1,0 0 0,0 0 0,0 0-1,0 0 1,0 0 0,0 0-1,0 0 1,0-1 0,-1 1 0,1 0-1,0 0 1,-1-1 0,1 1-1,-1 0 1,1-1 0,-1 1 0,0-3-1,1-6-2934</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3.963"/>
    </inkml:context>
    <inkml:brush xml:id="br0">
      <inkml:brushProperty name="width" value="0.035" units="cm"/>
      <inkml:brushProperty name="height" value="0.035" units="cm"/>
    </inkml:brush>
  </inkml:definitions>
  <inkml:trace contextRef="#ctx0" brushRef="#br0">0 110 2594,'0'0'1052,"14"-12"197,-10 8-1178,14-11 621,37-26 0,-47 36-427,1 0 1,0 1-1,0-1 1,1 2 0,-1-1-1,1 1 1,-1 1 0,1 0-1,14-2 1,-14 4-84,1 0-1,-1 0 1,0 1 0,0 0 0,0 0 0,0 1-1,0 1 1,0 0 0,0 0 0,12 7 0,-17-8-145,-1 1 1,0 0 0,0 0-1,0 0 1,0 0 0,0 1 0,-1 0-1,0-1 1,0 1 0,0 1-1,0-1 1,0 0 0,-1 1-1,0-1 1,0 1 0,0 0-1,0-1 1,-1 1 0,0 0 0,0 0-1,0 0 1,0 9 0,-2-4 2,0 0 0,0-1 0,-1 1 0,0 0 0,0-1 0,-1 0 0,-1 0 0,0 0 0,0 0 0,0 0 0,-1-1 0,-1 1 0,1-1 0,-8 7 0,-7 9-519,-1-2 1,-1 0 0,-29 21-1,13-15-3129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8.949"/>
    </inkml:context>
    <inkml:brush xml:id="br0">
      <inkml:brushProperty name="width" value="0.035" units="cm"/>
      <inkml:brushProperty name="height" value="0.035" units="cm"/>
    </inkml:brush>
  </inkml:definitions>
  <inkml:trace contextRef="#ctx0" brushRef="#br0">71 2467 769,'0'0'774,"-8"9"774,-55 75 3881,67-90-4992,-1 0 0,0 0 0,0 0-1,-1-1 1,3-10 0,3-7-106,170-458 3551,138-361-2360,36 16-1032,-338 798-467,63-126 169,-62 130-161,0 0-1,2 2 0,36-42 0,-52 64-58,-1 0-1,1 1 1,-1-1-1,1 0 1,0 0-1,0 0 1,-1 0 0,1 0-1,0 1 1,0-1-1,0 0 1,0 1-1,0-1 1,0 1-1,0-1 1,0 1 0,0-1-1,0 1 1,0 0-1,0 0 1,0-1-1,0 1 1,0 0-1,1 0 1,-1 0 0,0 0-1,2 1 1,-2 0-76,0 0 1,-1 0-1,1 0 1,0 1-1,-1-1 1,1 0-1,-1 1 0,0-1 1,1 0-1,-1 1 1,0-1-1,0 1 1,0-1-1,0 0 1,0 1-1,0-1 1,0 3-1,-1 3-315,0 0 0,0 0 0,0-1-1,-1 1 1,0-1 0,0 1 0,-1-1 0,-6 11-1,1-10-2185,-1-1-358</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9.245"/>
    </inkml:context>
    <inkml:brush xml:id="br0">
      <inkml:brushProperty name="width" value="0.035" units="cm"/>
      <inkml:brushProperty name="height" value="0.035" units="cm"/>
    </inkml:brush>
  </inkml:definitions>
  <inkml:trace contextRef="#ctx0" brushRef="#br0">0 28 5926,'0'0'3854,"11"-5"-2973,-5 1-688,-2 1-125,-1 1-1,0 0 1,1 0-1,-1 1 1,1-1-1,-1 1 1,1 0-1,0 0 0,0 0 1,-1 0-1,1 0 1,0 1-1,0 0 1,0 0-1,0 0 1,0 0-1,-1 1 1,1-1-1,4 2 1,0 1 19,0 1 0,-1 0 0,0 0 0,0 1 0,0 0-1,0 0 1,-1 0 0,0 1 0,0 0 0,0 0 0,-1 1 0,6 8 0,-4-3-19,-1-1 0,0 1-1,-1 0 1,0 1 0,-1-1-1,-1 1 1,3 16 0,-2-4-33,-2 1 1,-1 0 0,-1-1 0,-1 1 0,-1-1 0,-1 1 0,-11 39 0,9-45-299,-1 0 1,0 0 0,-2 0-1,0-1 1,-2 0 0,-20 33-1,3-25-3959</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0.581"/>
    </inkml:context>
    <inkml:brush xml:id="br0">
      <inkml:brushProperty name="width" value="0.035" units="cm"/>
      <inkml:brushProperty name="height" value="0.035" units="cm"/>
    </inkml:brush>
  </inkml:definitions>
  <inkml:trace contextRef="#ctx0" brushRef="#br0">1 393 1826,'373'-163'5295,"194"-57"-3832,-561 218-1433,1 0 1,0 0-1,0 1 0,0 0 0,13-1 1,-27 13-501,-16 2-1025,-10 2-1046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40.768"/>
    </inkml:context>
    <inkml:brush xml:id="br0">
      <inkml:brushProperty name="width" value="0.035" units="cm"/>
      <inkml:brushProperty name="height" value="0.035" units="cm"/>
    </inkml:brush>
  </inkml:definitions>
  <inkml:trace contextRef="#ctx0" brushRef="#br0">0 310 3203,'0'0'4837,"79"-20"-4613,-17-5 416,12-8-415,16-1-97,4 0-64,6 2 0,1-3 64,-4-8-128,-4-10-4740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4:50.932"/>
    </inkml:context>
    <inkml:brush xml:id="br0">
      <inkml:brushProperty name="width" value="0.035" units="cm"/>
      <inkml:brushProperty name="height" value="0.035" units="cm"/>
    </inkml:brush>
  </inkml:definitions>
  <inkml:trace contextRef="#ctx0" brushRef="#br0">727 38 2242,'0'0'2808,"-6"-7"-2765,-20-18-22,25 24-20,0 0-1,0 1 1,0-1-1,-1 1 1,1-1-1,0 1 1,0-1-1,-1 1 1,1 0-1,0 0 1,-1 0-1,1-1 0,0 1 1,-1 1-1,1-1 1,0 0-1,-1 0 1,1 0-1,0 1 1,0-1-1,-1 0 1,0 2-1,-29 15 18,20-10-15,-164 67-14,126-57 6,0 3-1,-73 42 0,107-52 8,1 0 1,-1 0-1,2 2 0,-1 0 1,2 0-1,0 2 0,0-1 1,1 1-1,1 1 0,0 0 1,-12 27-1,9-12 156,2 1 0,1 1-1,1-1 1,2 1 0,-5 45 0,7-1 583,4 91 0,3-129-604,1 1 0,3-1 0,0-1 1,3 1-1,1-1 0,2-1 0,1 1 0,28 53 0,-30-71-58,1-1 0,0 0 0,1 0 0,1-2 0,1 0 0,0 0 0,21 15 0,-24-21 26,2-1 1,-1-1 0,1 0-1,1-1 1,-1 0-1,1-1 1,1-1-1,-1 0 1,0-1-1,26 3 1,-23-5-26,-1-1 0,0-1 0,0-1 0,1 0 0,-1-1 0,0-1 0,0-1 0,-1 0 0,1-1 0,31-14 0,-17 2 37,0-1 1,-1-1 0,-1-1-1,35-33 1,-33 25-61,-1 0-1,-2-2 1,-1-1-1,-1-1 1,-2-1 0,-1-1-1,21-43 1,-34 56-97,0-1 1,-2-1-1,0 0 1,-1 0-1,-2 0 0,0 0 1,-2-1-1,0 0 1,-2 0-1,0 0 0,-2 0 1,0 0-1,-9-40 1,4 43-28,0 1-1,-2 0 1,0 0 0,-1 1 0,-1 0 0,-1 0 0,0 1 0,-1 1 0,-1 0 0,-1 1 0,-1 0-1,-26-22 1,2 7 9,-2 1 0,0 3-1,-2 1 1,-59-25 0,100 50 56,-4-2-268,0 1-1,1-1 1,-1-1 0,1 1 0,-1-1-1,1 0 1,0 0 0,-5-6 0,-5-13-2880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23.853"/>
    </inkml:context>
    <inkml:brush xml:id="br0">
      <inkml:brushProperty name="width" value="0.035" units="cm"/>
      <inkml:brushProperty name="height" value="0.035" units="cm"/>
    </inkml:brush>
  </inkml:definitions>
  <inkml:trace contextRef="#ctx0" brushRef="#br0">1 74 2498,'77'-4'1416,"-1"-4"-1,79-17 1,-76 11-1308,139-8 0,-208 21-59,42 4 327,-51-3-374,0 0 0,0 0 0,-1 0 0,1 0 1,0 1-1,0-1 0,0 0 0,-1 0 0,1 1 0,0-1 0,0 1 0,-1-1 0,1 1 0,0-1 0,-1 1 1,1-1-1,-1 1 0,1 0 0,-1-1 0,1 1 0,-1 0 0,1-1 0,-1 1 0,1 0 0,-1 0 1,0-1-1,1 1 0,-1 0 0,0 0 0,0 0 0,0-1 0,0 1 0,0 0 0,0 0 0,0 0 1,0 0-1,0-1 0,0 1 0,0 0 0,0 0 0,0 0 0,-1 0 0,1-1 0,0 1 0,-1 0 1,1 0-1,-1-1 0,1 1 0,0 0 0,-1-1 0,0 2 0,-3 2-129,0 1 0,-1-1 0,1 0 0,-1 0 0,0 0 0,0-1 0,0 0 0,0 0 0,-10 4 0,-35 16-1966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24.053"/>
    </inkml:context>
    <inkml:brush xml:id="br0">
      <inkml:brushProperty name="width" value="0.035" units="cm"/>
      <inkml:brushProperty name="height" value="0.035" units="cm"/>
    </inkml:brush>
  </inkml:definitions>
  <inkml:trace contextRef="#ctx0" brushRef="#br0">0 60 4420,'0'0'2659,"70"11"-2499,-23-11 0,13-4 0,9-6-32,4-4-64,8 2-64,-1 0 32,1 4 225,-10 2 95,-6 5-64,-11 1-256,-13-4-1313</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26.713"/>
    </inkml:context>
    <inkml:brush xml:id="br0">
      <inkml:brushProperty name="width" value="0.035" units="cm"/>
      <inkml:brushProperty name="height" value="0.035" units="cm"/>
    </inkml:brush>
  </inkml:definitions>
  <inkml:trace contextRef="#ctx0" brushRef="#br0">20 276 2434,'5'-17'1319,"-5"17"-1266,0 0 0,-1-1 1,1 1-1,0 0 0,0-1 1,-1 1-1,1 0 0,0 0 0,-1-1 1,1 1-1,0 0 0,0 0 0,-1 0 1,1-1-1,0 1 0,-1 0 1,1 0-1,-1 0 0,1 0 0,0 0 1,-1 0-1,1 0 0,0 0 0,-1 0 1,1 0-1,-1 0 0,1 0 1,0 0-1,-1 0 0,1 0 0,0 0 1,-1 0-1,1 0 0,0 0 0,-1 1 1,1-1-1,0 0 0,-1 0 1,1 0-1,0 1 0,-1-1 0,1 0 1,0 0-1,0 1 0,-1-1 0,1 0 1,0 1-1,-1 0-38,0-1 0,0 1 0,1 0 0,-1-1 0,0 1 0,1 0 0,-1 0 0,1 0 0,-1 0 0,1-1 0,-1 1 0,1 0 0,-1 0 0,1 0 0,0 0 0,0 0 0,-1 0 0,1 0 0,0 0 0,0 0 0,0 0 0,0 0 0,0 0 0,0 0 0,1 0 0,-1 0 0,0 0 0,0 0 0,1 0 0,-1 0 0,1 2 0,0-1 14,0 1 0,0 0 0,1-1 0,-1 1-1,0 0 1,1-1 0,0 0 0,0 1 0,3 3 0,5 0 42,1 0 1,-1-1-1,1 0 1,0 0 0,0-1-1,1 0 1,-1-1-1,1-1 1,21 2-1,12-1 114,57-3 0,-42-2-107,114-5 45,288-49 0,-205 5 177,-123 22 188,175-15 0,728 26 1294,-689 20-1333,583 46-152,-738-23-186,-1 9 0,332 105 0,-510-135-105,91 31 97,-1 4 0,119 63 0,-222-102-75,0 0 0,0 0 0,0 0-1,0 0 1,-1-1 0,1 1 0,0 0-1,0 0 1,0-1 0,0 1 0,-1-1 0,1 1-1,0-1 1,-1 1 0,1-1 0,0 1-1,-1-1 1,1 0 0,0 1 0,-1-1 0,1 0-1,-1 0 1,1 1 0,-1-1 0,0 0-1,1 0 1,-1 1 0,0-1 0,0 0-1,1-1 1,17-41-5,-9 21 11,-3 8-35,1 1-1,1 0 0,0 0 0,0 1 0,1 0 0,1 0 0,0 1 0,0 0 0,1 1 0,1 0 0,-1 1 0,2 1 0,-1-1 1,1 2-1,0 0 0,1 0 0,0 2 0,0-1 0,0 2 0,0 0 0,1 0 0,0 2 0,-1 0 0,19-1 0,129 6 1,241 36-1,-37-1-5,300-15-25,171 13-48,-250 21 47,599 32-36,-528-92 94,-462-8-22,261-48 1,-295 27 21,-1-8-1,-3-6 1,-1-7-1,178-88 1,-182 57-1131,-59 16-3751,-43 24-807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33.250"/>
    </inkml:context>
    <inkml:brush xml:id="br0">
      <inkml:brushProperty name="width" value="0.035" units="cm"/>
      <inkml:brushProperty name="height" value="0.035" units="cm"/>
    </inkml:brush>
  </inkml:definitions>
  <inkml:trace contextRef="#ctx0" brushRef="#br0">3 1 256,'-1'1'353,"-1"0"-65,2 0-128,0 1-128,0 0-64,0 3-192,9 0 32,4 5-1,9-1 514,5-1-161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17.482"/>
    </inkml:context>
    <inkml:brush xml:id="br0">
      <inkml:brushProperty name="width" value="0.035" units="cm"/>
      <inkml:brushProperty name="height" value="0.035" units="cm"/>
    </inkml:brush>
  </inkml:definitions>
  <inkml:trace contextRef="#ctx0" brushRef="#br0">65 189 2659,'-3'2'450,"-25"17"2160,27-18-2385,0-1-1,0 1 1,0 0 0,1-1-1,-1 1 1,0-1 0,0 0 0,0 1-1,0-1 1,0 0 0,0 1-1,0-1 1,0 0 0,0 0 0,0 0-1,0 0 1,0 0 0,0 0-1,1 0 1,-1 0 0,0 0 0,0 0-1,0-1 1,0 1 0,0 0-1,0-1 1,0 1 0,-1-1 0,1-1-172,0 0 0,1 0 1,-1 0-1,1 1 0,-1-1 1,1 0-1,-1 0 0,1 0 1,0 0-1,0 0 1,0 0-1,0 0 0,0 0 1,1 0-1,-1 0 0,0 0 1,1 0-1,0 1 1,-1-1-1,1 0 0,1-2 1,23-35-38,-17 28-1,2 0 0,0 0 0,0 1 0,1 1 0,0 0 0,1 0 0,0 1 0,0 1 0,0 0 0,1 0 0,0 1 0,1 1 0,-1 0 0,1 1 0,0 1 0,0 0 0,0 1 0,1 0 0,-1 1 0,17 1 0,-26 0-15,0 1 0,0 0 0,0 0 0,0 0 0,0 1 0,0 0 0,-1-1 0,1 2 0,-1-1 0,1 0 0,-1 1 0,0 0 0,0 0 0,5 5 0,-3-1 0,0-1 0,-1 1 0,0 1 0,0-1 0,0 1 0,-1 0 0,5 12 0,0 5 0,-2 1 0,-1-1 0,-1 1 0,3 41 0,-3-11 1,-2-1 1,-3 1-1,-12 103 0,10-154 32,1 1 0,-1-1 0,0 1 0,0-1 0,-1 0-1,-4 8 1,6-12-13,1-1-1,0 0 0,0 1 0,-1-1 0,1 1 1,0-1-1,-1 0 0,1 1 0,0-1 0,-1 0 1,1 1-1,0-1 0,-1 0 0,1 1 1,-1-1-1,1 0 0,-1 0 0,1 0 0,-1 1 1,1-1-1,-1 0 0,1 0 0,-1 0 1,1 0-1,-1 0 0,1 0 0,-1 0 0,1 0 1,-1 0-1,0-1 17,0 0-1,0-1 1,0 1 0,0 0 0,0 0-1,1-1 1,-1 1 0,0 0 0,1-1 0,-1 1-1,1 0 1,0-1 0,-1 1 0,1-1-1,0 1 1,0-3 0,-3-20-18,2 0 1,1 0-1,1-1 0,1 1 1,1 0-1,1 0 0,13-43 1,-4 25-2,3 1-1,1 1 1,33-56 0,-45 86-20,2 0 1,-1 1 0,1-1-1,1 1 1,0 1 0,0-1-1,10-6 1,-14 11 0,1 1 0,-1 0 0,1 1 0,0-1 0,0 1 0,0 0 0,0 0 0,1 1-1,-1-1 1,0 1 0,1 0 0,-1 1 0,1-1 0,-1 1 0,1 0 0,9 2 0,-12-1 0,1 0 0,-1 0 0,0 1-1,1-1 1,-1 1 0,0 0 0,0 0 0,0 0 0,0 0-1,-1 1 1,1-1 0,-1 1 0,1 0 0,-1-1 0,0 1-1,0 0 1,0 1 0,3 5 0,1 4 0,0 1 0,-1 0 1,5 17-1,-1 15 7,-1 0-1,-3 0 0,-1 83 1,-2-43 153,-3-117-150,2-1 0,1 1 0,2 0 0,1 0 0,1 0 0,12-35 0,-11 46-7,1-1 0,1 1 0,0 1 0,2 0-1,0 0 1,1 1 0,1 1 0,0 0 0,31-29-1,-42 44 1,0 0 0,0 0 0,0 0 0,0 0 0,0 0 0,0 0 0,1 1 0,-1 0 0,0-1 0,1 1-1,-1 0 1,1 0 0,0 0 0,-1 0 0,1 1 0,0-1 0,-1 1 0,1-1 0,0 1 0,0 0 0,0 0 0,-1 0 0,1 1-1,0-1 1,0 1 0,-1-1 0,1 1 0,2 1 0,-1 1 3,0 1 0,0-1 0,0 1 0,-1-1 0,0 1 0,0 0-1,0 0 1,0 1 0,0-1 0,-1 1 0,0-1 0,0 1 0,0 0 0,1 5 0,11 43 111,-2 0 0,9 94 1,3 20-783,-20-142-1653,-3-8-2155,-1-13 893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18.093"/>
    </inkml:context>
    <inkml:brush xml:id="br0">
      <inkml:brushProperty name="width" value="0.035" units="cm"/>
      <inkml:brushProperty name="height" value="0.035" units="cm"/>
    </inkml:brush>
  </inkml:definitions>
  <inkml:trace contextRef="#ctx0" brushRef="#br0">72 23 5349,'-2'1'108,"0"0"1,0-1-1,1 1 1,-1 0-1,0 0 0,1 0 1,-1 0-1,1 0 0,-1 0 1,1 1-1,-1-1 0,1 0 1,0 1-1,0-1 1,0 1-1,0 0 0,0-1 1,0 1-1,0 0 0,0-1 1,1 1-1,-1 0 0,1 0 1,-1 0-1,1 2 1,-14 61-5,12-50 76,-2 9-92,4-15-41,-1-1 1,0 0 0,0 1 0,-1-1-1,-1 0 1,1 0 0,-1-1 0,-5 10-1,11-60 920,34-71-788,-5 42 2871,-31 71-2993,-1 0 0,1 0 0,0 0 0,-1 0-1,1 0 1,0 0 0,0 0 0,-1 0-1,1 0 1,0 0 0,0 1 0,0-1-1,0 0 1,0 0 0,0 1 0,0-1-1,0 1 1,1-1 0,-1 1 0,0 0-1,0-1 1,0 1 0,1 0 0,-1 0-1,0 0 1,0 0 0,0 0 0,1 0 0,-1 0-1,0 0 1,0 0 0,0 0 0,1 1-1,-1-1 1,0 1 0,0-1 0,0 1-1,0-1 1,0 1 0,2 1 0,5 3-28,0 1 1,0 0-1,0 1 1,7 9-1,-1-3 166,5 4-197,0-2 1,1 0 0,0-2-1,1 0 1,29 13 0,-38-21-725,0-1 1,1 0 0,23 4-1,0-5-3422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44.930"/>
    </inkml:context>
    <inkml:brush xml:id="br0">
      <inkml:brushProperty name="width" value="0.035" units="cm"/>
      <inkml:brushProperty name="height" value="0.035" units="cm"/>
    </inkml:brush>
  </inkml:definitions>
  <inkml:trace contextRef="#ctx0" brushRef="#br0">872 260 2114,'6'-7'428,"-1"0"1,0 0-1,0 0 1,-1-1-1,0 1 1,0-1-1,-1 0 1,0 0-1,0 0 1,-1-1-1,0 1 1,0-1-1,-1 1 1,0-1-1,-1 0 1,0 1-1,0-1 1,-2-9-1,1 14-348,-1 1 0,1-1 0,-1 1 0,0-1 0,0 1 0,0 0-1,0 0 1,-1 0 0,1 0 0,-1 0 0,0 0 0,0 1 0,0-1 0,0 1 0,0 0 0,0 0 0,-1 0 0,1 0 0,-1 1-1,1-1 1,-1 1 0,0 0 0,1 0 0,-5 0 0,-10-3 129,0 1 0,0 1 1,-30 1-1,21 2-95,1 1 0,0 1 0,0 2 0,0 0 0,1 2-1,0 1 1,0 1 0,1 1 0,0 1 0,0 1 0,1 1 0,1 1 0,0 2 0,-23 21 0,6-2 25,2 2-1,1 1 1,3 2 0,1 2-1,2 1 1,-30 56 0,46-74-32,2 0 0,0 1 0,2 0 1,1 1-1,1 0 0,1 0 1,1 1-1,2-1 0,1 1 1,1 1-1,1-1 0,2 0 1,0 0-1,2 0 0,1 0 0,2 0 1,0-1-1,2 0 0,1 0 1,1-1-1,2 0 0,0-1 1,1 0-1,2-1 0,0 0 0,2-2 1,1 0-1,0 0 0,42 35 1,-27-31 61,1-2 1,1-1-1,1-2 1,1-2-1,1-1 1,0-2-1,1-2 1,1-1-1,0-2 1,1-2-1,75 8 1,-100-16-82,-1-1 0,1-1 1,-1 0-1,0-1 1,1 0-1,-1-2 1,0 1-1,0-2 1,22-10-1,-17 5 3,-1 0 0,0-2 0,-1-1 0,0 0 0,-1-1 0,18-19 0,-1-1-16,-2-2 0,-1-1 1,-1-1-1,-3-2 0,-1-1 0,30-63 1,-46 83-75,-2-1 1,0 0 0,-1 0 0,-1 0-1,-2-1 1,0 0 0,-1 1 0,-1-2 0,-1 1-1,-2 0 1,0 0 0,-1 0 0,-1 0 0,-2 1-1,-10-35 1,1 14-130,-3 0 1,-1 2-1,-3 0 0,0 1 0,-3 1 1,-1 2-1,-2 0 0,-2 2 1,-1 1-1,-1 1 0,-2 2 0,-1 1 1,-44-29-1,54 44-742,-29-22-1059,50 34 1484,0 1-1,1 0 1,-1-1 0,1 0-1,0 0 1,0 1 0,0-1-1,0 0 1,1-1 0,-1 1-1,1 0 1,0 0 0,-1-1-1,2 1 1,-2-4 0,1-26-6490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49.490"/>
    </inkml:context>
    <inkml:brush xml:id="br0">
      <inkml:brushProperty name="width" value="0.035" units="cm"/>
      <inkml:brushProperty name="height" value="0.035" units="cm"/>
    </inkml:brush>
  </inkml:definitions>
  <inkml:trace contextRef="#ctx0" brushRef="#br0">1157 186 1057,'0'-161'8050,"-3"160"-7986,0 0 0,0 0 0,0 0 1,0 1-1,0-1 0,0 1 0,0 0 0,0 0 0,0 0 0,0 0 0,-4 1 0,3-1-11,-175 12 615,0 0-471,162-12-146,0 2-1,0 0 1,0 1 0,0 0-1,0 2 1,1 0-1,-1 0 1,1 2 0,1 0-1,-1 1 1,1 0-1,1 2 1,-1-1 0,2 2-1,-1 0 1,1 0-1,-20 25 1,7-3 113,1 0 0,2 2 1,1 0-1,2 2 0,2 0 1,-18 51-1,11-15 284,3 0 1,-15 95-1,-7 155 619,28-179-645,-52 217 0,-5-119 59,73-241-466,0-1 1,0 1 0,0-1 0,0 1-1,0-1 1,0 1 0,0 0 0,0-1-1,0 1 1,0-1 0,0 1-1,0-1 1,1 1 0,-1-1 0,0 1-1,0-1 1,1 1 0,-1-1-1,0 1 1,1-1 0,-1 1 0,0-1-1,1 0 1,-1 1 0,1-1 0,-1 1-1,1-1 1,-1 0 0,1 1-1,24 7 139,35-4-136,-49-4 59,397 3 1361,-279-4-1279,351-34 575,-158 6-363,-265 28-297,-57 1-42,0-2-16,0-1 0,0 0 0,0 1 0,0-1 0,1 1 0,-1-1 0,1 1-1,-1 0 1,1-1 0,0 1 0,0-1 0,0 1 0,0 0 0,1 0 0,-1 0-1,1 0 1,-1 0 0,1 0 0,0 0 0,-1 0 0,5-2 0,-4 2 1,0-1 0,1 1 0,-1 0 0,0-1 1,0 1-1,0-1 0,-1 0 0,1 0 1,-1 0-1,1 0 0,-1 0 0,0 0 0,0 0 1,0 0-1,0-4 0,9-196-32,-4 126-2,-3-1 1,-9-92 0,0 116-33,-22-301 33,28 308-66,2 0-1,2 0 0,3 0 1,1 1-1,22-71 0,-26 104-123,0 1-1,-1-1 0,0 0 0,1-19 0,-4 26 94,0 0-1,0-1 1,-1 1-1,0 0 0,0 0 1,0 0-1,-1 0 1,0 0-1,0 0 1,-1 0-1,-3-6 0,3 6 44,1-1-1,-1 1 1,1-1-1,0 0 1,-1-9-1,2 9-48,0 0 0,-1 0 0,0 0 0,0 1 0,-6-13 0,2 8-203,-1-1 0,0 1 0,-1 1 0,0-1 0,-19-17 0,20 23 207,1 1 0,-1-1 0,0 1 1,-1 0-1,1 1 0,-1 0 0,1 0 1,-1 1-1,0-1 0,0 2 0,-8-2 1,-55-4-1239,-141 5 1,109 4 394,92-2 826,7 0 74,0 1 1,0-1-1,-1 0 1,1 0-1,0 0 1,0-1-1,0 1 1,0-1-1,1 0 1,-1 0-1,0-1 1,0 1-1,0-1 1,1 0-1,-1 0 1,-6-4-1,-8-28-310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1.003"/>
    </inkml:context>
    <inkml:brush xml:id="br0">
      <inkml:brushProperty name="width" value="0.035" units="cm"/>
      <inkml:brushProperty name="height" value="0.035" units="cm"/>
    </inkml:brush>
  </inkml:definitions>
  <inkml:trace contextRef="#ctx0" brushRef="#br0">0 0 0,'0'0'96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4.096"/>
    </inkml:context>
    <inkml:brush xml:id="br0">
      <inkml:brushProperty name="width" value="0.035" units="cm"/>
      <inkml:brushProperty name="height" value="0.035" units="cm"/>
    </inkml:brush>
  </inkml:definitions>
  <inkml:trace contextRef="#ctx0" brushRef="#br0">0 17 128,'4'-4'64,"0"1"-64,1-2-64,1 0-64</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6.123"/>
    </inkml:context>
    <inkml:brush xml:id="br0">
      <inkml:brushProperty name="width" value="0.035" units="cm"/>
      <inkml:brushProperty name="height" value="0.035" units="cm"/>
    </inkml:brush>
  </inkml:definitions>
  <inkml:trace contextRef="#ctx0" brushRef="#br0">0 11 545,'27'0'512,"6"0"417,2 0-256,0 0-257,3-1-192,-2 0-64,1-1-128,-2 0 0,-4 1 0,-4-1 0,-5 1-32,-6 0 32,-2 1-32,-9 0 0,-13 0-192,-16 4-320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6.497"/>
    </inkml:context>
    <inkml:brush xml:id="br0">
      <inkml:brushProperty name="width" value="0.035" units="cm"/>
      <inkml:brushProperty name="height" value="0.035" units="cm"/>
    </inkml:brush>
  </inkml:definitions>
  <inkml:trace contextRef="#ctx0" brushRef="#br0">1 48 2947,'0'0'2418,"12"1"-1633,72-1 365,0-3 0,113-19 1,-22 2-881,-86 17-56,-77 3-1082,-19 0-1313,-11 0-435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6.824"/>
    </inkml:context>
    <inkml:brush xml:id="br0">
      <inkml:brushProperty name="width" value="0.035" units="cm"/>
      <inkml:brushProperty name="height" value="0.035" units="cm"/>
    </inkml:brush>
  </inkml:definitions>
  <inkml:trace contextRef="#ctx0" brushRef="#br0">1 54 5445,'0'0'1858,"13"-6"-1362,-3 2-362,-2 0-13,1 0 0,-1 0 0,1 1 0,0 1 0,1-1 0,-1 2 0,0-1 0,13 0 0,109 0 859,255-13-604,-357 14-591,-22 3-730,-18 6-682,-10-1-775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7.137"/>
    </inkml:context>
    <inkml:brush xml:id="br0">
      <inkml:brushProperty name="width" value="0.035" units="cm"/>
      <inkml:brushProperty name="height" value="0.035" units="cm"/>
    </inkml:brush>
  </inkml:definitions>
  <inkml:trace contextRef="#ctx0" brushRef="#br0">1 66 1954,'0'0'3411,"13"-2"-2402,12-2-572,335-42 4431,-112 32-8155,-261 14 1141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5:57.435"/>
    </inkml:context>
    <inkml:brush xml:id="br0">
      <inkml:brushProperty name="width" value="0.035" units="cm"/>
      <inkml:brushProperty name="height" value="0.035" units="cm"/>
    </inkml:brush>
  </inkml:definitions>
  <inkml:trace contextRef="#ctx0" brushRef="#br0">0 61 6534,'0'0'593,"11"-2"-310,40-6 265,0 3 0,0 2 1,80 5-1,67-3-350,-176-1-220,33-1-127,106-22 0,-144 19-1255,-11-2-2061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4.227"/>
    </inkml:context>
    <inkml:brush xml:id="br0">
      <inkml:brushProperty name="width" value="0.035" units="cm"/>
      <inkml:brushProperty name="height" value="0.035" units="cm"/>
    </inkml:brush>
  </inkml:definitions>
  <inkml:trace contextRef="#ctx0" brushRef="#br0">275 1 1666,'6'35'2076,"-3"-18"596,-3-17-2588,0 0-1,1 0 1,-1 0-1,0 0 0,1 0 1,-1 0-1,0 0 0,1 0 1,-1 0-1,0 0 1,0 0-1,1 0 0,-1 0 1,0 0-1,1 0 0,-1 0 1,0 0-1,0-1 1,1 1-1,-1 0 0,0 0 1,0 0-1,1-1 0,-1 1 1,0 0-1,0 0 1,0-1-1,1 1 0,-1 0 1,0 0-1,0-1 0,0 1 1,0 0-1,0-1 1,1 1-1,-1 0 0,0 0 1,0-1-1,0 1 0,0 0 1,0-1-1,0 1 1,0 0-1,0-1 0,0 1 1,11-15-378,-2 22-475,-3 30 732,-6-6-177,-20 406 3476,-102 579-561,25-183-1745,93-792-876,2-8 231,-2 1 0,-1 0 0,-16 53 0,21-86-261,0-1 1,0 1-1,0-1 0,0 1 1,0-1-1,0 1 0,-1-1 1,1 1-1,0-1 0,0 0 1,-1 1-1,1-1 0,0 1 1,0-1-1,-1 0 0,1 1 1,-1-1-1,1 0 0,0 1 1,-1-1-1,1 0 1,-1 1-1,1-1 0,0 0 1,-1 0-1,1 0 0,-1 1 1,1-1-1,-1 0 0,1 0 1,-1 0-1,1 0 0,-1 0 1,0 0-1,-13-12 609,11 8-899,1 0-1,0 1 0,0-1 1,0 0-1,0 0 1,1 0-1,-2-8 0,3-4-5791,0 2-454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5.320"/>
    </inkml:context>
    <inkml:brush xml:id="br0">
      <inkml:brushProperty name="width" value="0.035" units="cm"/>
      <inkml:brushProperty name="height" value="0.035" units="cm"/>
    </inkml:brush>
  </inkml:definitions>
  <inkml:trace contextRef="#ctx0" brushRef="#br0">0 9 5189,'11'-3'14,"1"1"1,-1 0-1,0 1 0,1 0 1,-1 1-1,1 0 1,-1 1-1,0 0 0,1 1 1,14 4-1,-21-4 16,0 0 0,0 0 0,0 1 1,0 0-1,0 0 0,-1 0 0,1 0 0,-1 1 0,0-1 0,0 1 0,0 0 0,0 0 1,-1 1-1,0-1 0,0 1 0,0 0 0,0 0 0,-1 0 0,0 0 0,0 0 0,0 0 1,-1 0-1,2 8 0,0 8 217,0-1-1,-1 1 1,-1 0 0,-2 24 0,0-34 10,0-1 1,0 0 0,-1 0-1,-1 0 1,1 0 0,-2 0-1,1-1 1,-2 1-1,1-1 1,-8 12 0,11-20-207,1 0 1,-1-1 0,1 1-1,0 0 1,-1-1 0,1 1-1,-1 0 1,0-1 0,1 1-1,-1-1 1,0 1 0,1-1-1,-1 1 1,0-1 0,1 1-1,-1-1 1,0 1 0,0-1-1,0 0 1,1 0 0,-1 1-1,0-1 1,0 0 0,0 0-1,0 0 1,1 0 0,-1 0 0,0 0-1,0 0 1,0 0 0,0 0-1,1-1 1,-1 1 0,0 0-1,0 0 1,0-1 0,1 1-1,-1-1 1,0 1 0,0 0-1,1-1 1,-1 0 0,0 1-1,1-1 1,-1 1 0,1-1-1,-1 0 1,1 1 0,-1-1-1,1 0 1,-1 1 0,1-1-1,0 0 1,-1 0 0,1 0-1,-1-1 1,-1-4 62,-1 1 0,1-1 0,0 0-1,0-1 1,0 1 0,0-8 0,1 3-78,1-1 0,0 1 0,1 0-1,1 0 1,-1 0 0,2 1 0,0-1 0,0 0 0,1 1 0,7-16 0,-8 19-39,1 1 1,0 0-1,0 0 0,0 0 1,0 1-1,1-1 0,0 1 1,0 0-1,1 1 0,0-1 1,-1 1-1,1 0 0,1 0 0,-1 1 1,0 0-1,1 0 0,10-3 1,-14 5-1,1 1-1,0-1 1,-1 1 0,1 0-1,0 0 1,-1 0 0,1 0-1,-1 1 1,1-1 0,0 1 0,-1 0-1,1 0 1,-1 0 0,0 1-1,1-1 1,-1 1 0,0 0 0,0 0-1,0 0 1,0 0 0,0 0-1,0 1 1,3 4 0,6 7-4,-2 0 1,0 0-1,15 30 0,2 1 17,-15-30 7,-6-15 59,-5-27 110,-1 3-150,2 12-20,0 0 1,1 0-1,0 1 1,1-1-1,1 1 1,0 0-1,0 1 1,1-1-1,13-18 1,-16 25-17,0 0 1,0 1 0,1-1 0,-1 1 0,1 0 0,0 0 0,0 0 0,0 0 0,0 1 0,0-1 0,0 1-1,6-2 1,-7 4-1,0-1-1,0 1 1,-1-1-1,1 1 1,0 0-1,0 0 1,0 1-1,-1-1 1,1 0-1,0 1 1,0 0 0,0 0-1,-1 0 1,1 0-1,-1 0 1,1 0-1,-1 1 1,1-1-1,-1 1 1,0-1-1,1 1 1,1 3-1,16 14 66,-1 1 0,-1 1 0,-1 0-1,21 36 1,-28-41-282,-1 0 0,-1 0-1,0 1 1,-1 0-1,-1 1 1,-1-1 0,5 31-1,-10-38-4661,-4-9 1655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5.962"/>
    </inkml:context>
    <inkml:brush xml:id="br0">
      <inkml:brushProperty name="width" value="0.035" units="cm"/>
      <inkml:brushProperty name="height" value="0.035" units="cm"/>
    </inkml:brush>
  </inkml:definitions>
  <inkml:trace contextRef="#ctx0" brushRef="#br0">127 59 3748,'0'0'8546,"-8"11"-8193,-74 103 47,82-113-397,-1 1 4,0-1 1,-1 1 0,1 0 0,0 0-1,-1-1 1,0 1 0,1-1 0,-1 0-1,0 1 1,1-1 0,-1 0-1,0 0 1,0 0 0,0 0 0,0 0-1,0 0 1,0-1 0,-3 1-1,3-42 116,6 25-99,1 0 0,1 1-1,0 0 1,1 0 0,0 0 0,1 1-1,1 0 1,17-21 0,-25 34 20,0 0 0,0 0 1,0 0-1,0 0 0,1 0 1,-1 0-1,0 0 0,1 0 1,-1 1-1,0-1 0,1 1 1,-1-1-1,1 1 0,-1-1 0,1 1 1,-1 0-1,1 0 0,-1 0 1,1 0-1,0 0 0,-1 0 1,1 0-1,-1 0 0,1 0 1,-1 1-1,1-1 0,-1 1 0,1-1 1,1 2-1,44 27 596,-28-16-367,3 0-205,1-2 0,0 0-1,1-2 1,0-1 0,1 0 0,40 6 0,28-7-2609,-66-10-1842,-7-16-2477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6.946"/>
    </inkml:context>
    <inkml:brush xml:id="br0">
      <inkml:brushProperty name="width" value="0.035" units="cm"/>
      <inkml:brushProperty name="height" value="0.035" units="cm"/>
    </inkml:brush>
  </inkml:definitions>
  <inkml:trace contextRef="#ctx0" brushRef="#br0">135 0 7399,'-3'1'19,"1"-1"0,0 1-1,-1 0 1,1 0 0,0 1 0,0-1 0,0 0-1,0 1 1,0-1 0,0 1 0,0-1 0,1 1-1,-1 0 1,0 0 0,1 0 0,0 0 0,-1 0-1,1 0 1,0 0 0,0 1 0,-1 4-1,-18 57 647,17-52-563,-19 83 420,4 2-1,3 0 1,-1 145 0,16-241-519,0 0 0,1 0-1,-1 0 1,0 0 0,0 0 0,1 0-1,-1 0 1,1-1 0,-1 1 0,1 0-1,0 0 1,-1 0 0,1 0 0,0-1-1,-1 1 1,1 0 0,0-1 0,0 1-1,0 0 1,-1-1 0,1 1-1,0-1 1,0 0 0,0 1 0,0-1-1,0 0 1,0 1 0,0-1 0,0 0-1,0 0 1,0 0 0,0 0 0,0 0-1,0 0 1,0 0 0,0 0 0,0 0-1,0 0 1,0-1 0,2 0 0,45-11 76,-37 7-47,174-74-3587,-146 57 608</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7.194"/>
    </inkml:context>
    <inkml:brush xml:id="br0">
      <inkml:brushProperty name="width" value="0.035" units="cm"/>
      <inkml:brushProperty name="height" value="0.035" units="cm"/>
    </inkml:brush>
  </inkml:definitions>
  <inkml:trace contextRef="#ctx0" brushRef="#br0">1 0 8840,'0'0'4645,"24"75"-4101,-13-40-159,4 3-257,-3 6-32,-8 2-64,-1 2 32,-3-3-128,0-4-833,0-4-1249,0-16-865,0-13-1281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7.443"/>
    </inkml:context>
    <inkml:brush xml:id="br0">
      <inkml:brushProperty name="width" value="0.035" units="cm"/>
      <inkml:brushProperty name="height" value="0.035" units="cm"/>
    </inkml:brush>
  </inkml:definitions>
  <inkml:trace contextRef="#ctx0" brushRef="#br0">1 1 9033,'0'0'282,"1"10"1,24 130 2566,10 68-1267,-25-68-6269,-10-128 1399</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7.629"/>
    </inkml:context>
    <inkml:brush xml:id="br0">
      <inkml:brushProperty name="width" value="0.035" units="cm"/>
      <inkml:brushProperty name="height" value="0.035" units="cm"/>
    </inkml:brush>
  </inkml:definitions>
  <inkml:trace contextRef="#ctx0" brushRef="#br0">1 158 8680,'0'0'1313,"61"-38"-1216,-5 28-33,15-4-32,13 0 0,7-1-32,-2-3-353,-2-3-1216,-7-6-2371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7.956"/>
    </inkml:context>
    <inkml:brush xml:id="br0">
      <inkml:brushProperty name="width" value="0.035" units="cm"/>
      <inkml:brushProperty name="height" value="0.035" units="cm"/>
    </inkml:brush>
  </inkml:definitions>
  <inkml:trace contextRef="#ctx0" brushRef="#br0">441 24 9673,'0'0'-11,"-14"-5"481,0 1-46,0 0 0,0 0 0,0 2 0,-1-1-1,1 2 1,-25 0 0,35 1-369,0 0 1,0 0-1,0 1 1,0 0-1,0-1 1,0 1-1,0 1 1,1-1-1,-1 0 1,0 1-1,1 0 1,-1 0-1,1 0 1,-1 0-1,1 1 0,0-1 1,0 1-1,0 0 1,0 0-1,1 0 1,-1 0-1,1 0 1,0 1-1,0-1 1,0 1-1,0-1 1,0 1-1,1 0 1,0 0-1,0 0 0,0-1 1,0 1-1,0 8 1,0-7-55,1 0 1,0 1 0,-1-1-1,2 0 1,-1 0-1,1 0 1,0 1-1,0-1 1,0 0-1,1 0 1,-1 0 0,1-1-1,1 1 1,-1 0-1,1-1 1,-1 1-1,1-1 1,5 5-1,1-1 4,-1 0-1,2-1 0,-1-1 1,1 1-1,0-2 0,0 1 1,13 4-1,-4-2 2,54 27-7,-71-33 4,1-1 0,0 1 0,-1 0 0,1 0 1,-1 0-1,0 0 0,0 0 0,1 1 0,-1-1 0,-1 0 0,1 1 0,0 0 0,-1-1 0,1 1 0,-1 0 0,0 0 0,0 0 0,0 0 0,0 0 0,1 5 0,-3-6 3,1-1-1,-1 1 0,1 0 0,-1-1 1,0 1-1,1 0 0,-1-1 1,0 1-1,0-1 0,0 1 0,0-1 1,0 1-1,-1-1 0,1 0 1,0 0-1,-1 1 0,1-1 0,-1 0 1,1 0-1,-1 0 0,-2 1 1,-43 17 62,35-15-55,-239 73-61,168-54-1340,58-16-1265,13-6-1463</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8.723"/>
    </inkml:context>
    <inkml:brush xml:id="br0">
      <inkml:brushProperty name="width" value="0.035" units="cm"/>
      <inkml:brushProperty name="height" value="0.035" units="cm"/>
    </inkml:brush>
  </inkml:definitions>
  <inkml:trace contextRef="#ctx0" brushRef="#br0">276 0 10602,'-3'11'91,"-13"43"285,3 1-1,-7 59 1,-15 70 218,28-158-566,-1 0 1,-1-1-1,-1 0 1,-26 45-1,31-63-25,0 0 0,0 0 0,0-1 0,-1 0 0,0 0 0,-11 8 0,16-13 6,0 0 0,0 0 1,0 0-1,0-1 0,0 1 0,-1 0 1,1-1-1,0 1 0,0-1 0,-1 1 1,1-1-1,0 1 0,-1-1 0,1 0 1,0 0-1,-1 1 0,1-1 0,0 0 0,-1-1 1,1 1-1,0 0 0,-1 0 0,1 0 1,0-1-1,-1 1 0,1-1 0,0 1 1,0-1-1,-1 1 0,1-1 0,0 0 1,0 0-1,0 1 0,0-1 0,0 0 1,0 0-1,0 0 0,0 0 0,0 0 0,0-1 1,1 1-1,-1 0 0,0 0 0,1 0 1,-1-1-1,1 1 0,-1-3 0,-3-9 73,0-1 1,1 0-1,1 0 0,0 0 0,1 0 0,0 0 0,1 0 1,1 0-1,0 0 0,1 0 0,1 0 0,0 0 0,9-22 0,-1 4-39,2 1-1,1 1 0,2 1 0,32-47 1,-36 59-20,1 0 0,0 1 1,32-28-1,-41 40-21,0 1 0,0-1 0,0 1 0,1 0 0,-1 0 0,1 1 0,0-1 1,0 1-1,0 0 0,0 1 0,0-1 0,0 1 0,0 0 0,1 0 0,-1 1 0,0-1 0,1 1 0,-1 0 0,0 1 0,1-1 0,5 2 0,-7 0-3,0 0-1,0 1 0,0-1 1,0 1-1,-1 0 0,1-1 1,-1 2-1,0-1 0,0 0 0,0 1 1,0-1-1,0 1 0,-1 0 1,0 0-1,0 0 0,0 0 1,0 0-1,0 0 0,-1 1 1,0-1-1,0 0 0,0 1 0,0-1 1,-1 1-1,0 5 0,1-1-3,-1 0 0,0 0 0,0-1-1,-1 1 1,0 0 0,0 0 0,-1 0-1,0-1 1,-1 1 0,0-1 0,-1 1 0,-4 7-1,3-9-18,-2 0 0,1 0 0,-1 0 0,0-1 0,0 0 0,-1 0 0,0-1 0,0 0 0,0 0 0,-1-1-1,1 0 1,-16 4 0,-30 17-36,53-25 59,0 0 1,1 1 0,-1-1 0,0 1 0,0-1 0,1 0 0,-1 1 0,0 0-1,0-1 1,1 1 0,-1-1 0,1 1 0,-1 0 0,1-1 0,-1 1-1,1 0 1,-1-1 0,1 1 0,-1 0 0,1 0 0,0 0 0,0-1-1,-1 1 1,1 0 0,0 0 0,0 0 0,0 0 0,0 0 0,0-1 0,0 1-1,0 0 1,0 0 0,0 0 0,0 0 0,1 0 0,-1-1 0,0 1-1,0 0 1,1 0 0,-1 0 0,1-1 0,-1 1 0,1 0 0,-1-1 0,1 1-1,-1 0 1,1-1 0,1 2 0,2 2 12,0-1-1,0 1 1,1-1-1,-1 0 1,1 0 0,6 3-1,28 11-103,0-3-1,0-1 1,1-2 0,74 11-1,-78-18-1317,0-1 0,0-2 0,42-4 1,-46-5-1383,-6-8-1815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8.910"/>
    </inkml:context>
    <inkml:brush xml:id="br0">
      <inkml:brushProperty name="width" value="0.035" units="cm"/>
      <inkml:brushProperty name="height" value="0.035" units="cm"/>
    </inkml:brush>
  </inkml:definitions>
  <inkml:trace contextRef="#ctx0" brushRef="#br0">0 0 8040,'0'0'3779,"25"80"-3042,-11-43-289,1 1-256,-2 0-63,0-4-97,-4 0-32,-3-5-1218,-2-5-1216,-1-12-288,3-12-3428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9.115"/>
    </inkml:context>
    <inkml:brush xml:id="br0">
      <inkml:brushProperty name="width" value="0.035" units="cm"/>
      <inkml:brushProperty name="height" value="0.035" units="cm"/>
    </inkml:brush>
  </inkml:definitions>
  <inkml:trace contextRef="#ctx0" brushRef="#br0">0 0 7751,'0'0'2403,"19"61"-802,-9-17-352,3 4-384,2 2-416,0-3-321,-1 1 0,-3-2-64,-4-2-160,-4-3-1250,-3-10-1696,0-12-1026</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9.255"/>
    </inkml:context>
    <inkml:brush xml:id="br0">
      <inkml:brushProperty name="width" value="0.035" units="cm"/>
      <inkml:brushProperty name="height" value="0.035" units="cm"/>
    </inkml:brush>
  </inkml:definitions>
  <inkml:trace contextRef="#ctx0" brushRef="#br0">1 58 9321,'0'0'-160,"69"-35"224,-23 33-64,8 0 0,7 0-64,5-3-1057,3-7-1634</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09.567"/>
    </inkml:context>
    <inkml:brush xml:id="br0">
      <inkml:brushProperty name="width" value="0.035" units="cm"/>
      <inkml:brushProperty name="height" value="0.035" units="cm"/>
    </inkml:brush>
  </inkml:definitions>
  <inkml:trace contextRef="#ctx0" brushRef="#br0">659 26 8520,'0'0'811,"-11"-5"-127,2 1-437,0 1-1,-1 0 1,1 0 0,-1 0 0,0 2 0,0-1-1,-17 0 1,22 2-168,0 1-1,0-1 0,-1 1 1,1 0-1,0 0 0,1 1 1,-1-1-1,0 1 0,0 0 1,1 0-1,-1 1 0,1-1 1,-1 1-1,1 0 0,0 0 1,0 1-1,1-1 0,-1 1 1,1 0-1,-4 4 0,4-4-72,0 0 0,0 0 0,0 1-1,1-1 1,0 0 0,0 1 0,0 0-1,0 0 1,1-1 0,0 1 0,0 0 0,0 0-1,0 0 1,1 0 0,0 0 0,0 0-1,0 0 1,1 0 0,-1 0 0,1 0 0,0 0-1,1 0 1,-1 0 0,1 0 0,0-1-1,0 1 1,4 4 0,6 8 11,2 0-1,-1-1 1,2-1 0,0 0 0,24 17-1,-22-19 48,-1 1 0,-1 1 0,18 21 0,-32-34-55,1 0 0,-1 1 0,1 0 0,-1-1 0,0 1 1,0 0-1,0 0 0,0 0 0,0 0 0,-1 0 0,1 0 0,-1 0 0,0-1 0,0 1 0,0 0 0,0 0 1,-1 0-1,1 0 0,-1 0 0,0 0 0,0 0 0,0 0 0,0 0 0,0-1 0,0 1 0,-1 0 0,1-1 0,-1 1 1,0-1-1,0 0 0,0 0 0,0 1 0,0-1 0,-1-1 0,-3 4 0,-10 7 19,0 0 0,-1-1 0,0-1 0,-21 9 0,25-12-25,-227 98-1096,74-49-4332,71-28-533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0.018"/>
    </inkml:context>
    <inkml:brush xml:id="br0">
      <inkml:brushProperty name="width" value="0.035" units="cm"/>
      <inkml:brushProperty name="height" value="0.035" units="cm"/>
    </inkml:brush>
  </inkml:definitions>
  <inkml:trace contextRef="#ctx0" brushRef="#br0">145 0 9513,'0'0'673,"-48"58"-385,35-7 1057,2 13-288,3 8-320,3 7-161,2 2-287,3 0-129,-3-2-64,0-3-32,-1-7-128,-5-8-32,-1-7-801,-2-13-1569,-4-16-1666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0.452"/>
    </inkml:context>
    <inkml:brush xml:id="br0">
      <inkml:brushProperty name="width" value="0.035" units="cm"/>
      <inkml:brushProperty name="height" value="0.035" units="cm"/>
    </inkml:brush>
  </inkml:definitions>
  <inkml:trace contextRef="#ctx0" brushRef="#br0">1 318 8136,'5'-16'-694,"1"-3"897,1-1 0,1 1 1,1 0-1,0 0 1,2 1-1,0 0 0,1 1 1,0 0-1,23-22 1,-21 28-89,0 1 0,1 0 0,0 0 0,0 2 0,1 0 0,1 0 0,-1 2 0,1 0 0,0 1 0,0 0 0,1 2 0,-1 0 1,1 1-1,0 1 0,0 0 0,0 1 0,26 4 0,-38-2-106,1-1 1,-1 1 0,0 0-1,0 1 1,0-1-1,0 1 1,0 1-1,0-1 1,-1 1-1,0 0 1,1 0 0,-1 0-1,-1 1 1,1 0-1,-1 0 1,0 0-1,0 0 1,0 1-1,-1-1 1,0 1 0,0 0-1,0 0 1,-1 0-1,0 1 1,0-1-1,2 11 1,-3-9-7,0-1 0,0 1 0,0 0 0,-1 0 0,0 0 0,-1 0-1,0 0 1,0-1 0,0 1 0,-1 0 0,-1-1 0,1 1 0,-1-1 0,0 0 0,-1 0 0,1 0 0,-1 0 0,-1 0 0,0-1 0,1 0 0,-2 0 0,-6 6 0,0-3-3,0 0 0,-1-1 1,0 0-1,0-1 0,-1-1 1,-22 8-1,-90 17 35,102-26-19,23-5-16,0 0 0,0 0 0,0 0 0,0 1 0,0-1 0,0 0 0,0 0 0,0 1 1,0-1-1,0 0 0,0 1 0,0-1 0,0 1 0,0-1 0,1 1 0,-1 0 0,0-1 0,0 1 0,1 0 0,-1-1 0,0 1 0,1 0 0,-1 0 1,1 0-1,-1 0 0,0 1 0,1 0 1,0-1 0,1 0-1,-1 1 1,0-1 0,1 0 0,-1 0 0,1 1 0,0-1 0,-1 0 0,1 0 0,0 0 0,0 0-1,0 0 1,0 0 0,-1 0 0,1 0 0,2 1 0,57 40 56,-50-37-41,351 230-854,-292-194-2873,-43-30 1304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0.688"/>
    </inkml:context>
    <inkml:brush xml:id="br0">
      <inkml:brushProperty name="width" value="0.035" units="cm"/>
      <inkml:brushProperty name="height" value="0.035" units="cm"/>
    </inkml:brush>
  </inkml:definitions>
  <inkml:trace contextRef="#ctx0" brushRef="#br0">1 59 6662,'0'0'2274,"24"-54"1,-21 49 1408,-1 11-3074,-2 20-449,2 6 32,-1 8-96,4 4-32,1 1-64,-3-3 0,4-5-1153,-1-13-2851,4-13-3971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1.091"/>
    </inkml:context>
    <inkml:brush xml:id="br0">
      <inkml:brushProperty name="width" value="0.035" units="cm"/>
      <inkml:brushProperty name="height" value="0.035" units="cm"/>
    </inkml:brush>
  </inkml:definitions>
  <inkml:trace contextRef="#ctx0" brushRef="#br0">1 1 7976,'0'0'3747,"-1"71"-2626,1-25-160,0 3-352,4 2-289,9-2-224,4 0-32,2-4-64,-5-5-64,1-4-1121,-3-12-1121,-2-13-1634,1-11-3363</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1.311"/>
    </inkml:context>
    <inkml:brush xml:id="br0">
      <inkml:brushProperty name="width" value="0.035" units="cm"/>
      <inkml:brushProperty name="height" value="0.035" units="cm"/>
    </inkml:brush>
  </inkml:definitions>
  <inkml:trace contextRef="#ctx0" brushRef="#br0">6 1 12075,'0'0'161,"-5"57"287,5-14 289,0 8-129,13 3-287,2-2-193,1 1-64,0-1-32,-4-1-32,-5-3 0,-7-3-673,0-4-1345,-4-16-2050,-9-12-2562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1.562"/>
    </inkml:context>
    <inkml:brush xml:id="br0">
      <inkml:brushProperty name="width" value="0.035" units="cm"/>
      <inkml:brushProperty name="height" value="0.035" units="cm"/>
    </inkml:brush>
  </inkml:definitions>
  <inkml:trace contextRef="#ctx0" brushRef="#br0">0 177 9673,'0'0'96,"86"-42"321,-17 27 63,19-1 97,12-4 159,12 0-191,5 3-289,0 1-192,-13 4-32,-7 7 0,-20 1-384,-17 2-2531,-16-5-1217</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1.811"/>
    </inkml:context>
    <inkml:brush xml:id="br0">
      <inkml:brushProperty name="width" value="0.035" units="cm"/>
      <inkml:brushProperty name="height" value="0.035" units="cm"/>
    </inkml:brush>
  </inkml:definitions>
  <inkml:trace contextRef="#ctx0" brushRef="#br0">1 1 11339,'0'0'2498,"27"67"-1537,-18-33-609,1 3-192,-1 6-63,0-1-97,-3-3-129,-5-4-960,1-12-3010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3.339"/>
    </inkml:context>
    <inkml:brush xml:id="br0">
      <inkml:brushProperty name="width" value="0.035" units="cm"/>
      <inkml:brushProperty name="height" value="0.035" units="cm"/>
    </inkml:brush>
  </inkml:definitions>
  <inkml:trace contextRef="#ctx0" brushRef="#br0">333 8 4805,'5'-3'1761,"-1"-1"225,1 4-384,0 0-385,1 0-32,3 10-96,-3 9-256,-5 4-129,-1 6-159,-6 5-65,-20 4-191,-13 5-161,-10 2-64,-8-1-64,-8-5-545,-3-12-1953,5-15-5830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4.370"/>
    </inkml:context>
    <inkml:brush xml:id="br0">
      <inkml:brushProperty name="width" value="0.035" units="cm"/>
      <inkml:brushProperty name="height" value="0.035" units="cm"/>
    </inkml:brush>
  </inkml:definitions>
  <inkml:trace contextRef="#ctx0" brushRef="#br0">1 1 7207,'0'0'4580,"0"85"-3491,0-35-192,2 4-417,5 4-191,0 0-161,4 1 0,-3 0-128,0-4 0,-4-4-384,0-3-737,-2-10-1090,-2-7-767,0-14-578</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4.944"/>
    </inkml:context>
    <inkml:brush xml:id="br0">
      <inkml:brushProperty name="width" value="0.035" units="cm"/>
      <inkml:brushProperty name="height" value="0.035" units="cm"/>
    </inkml:brush>
  </inkml:definitions>
  <inkml:trace contextRef="#ctx0" brushRef="#br0">72 298 3908,'0'0'768,"-7"-9"551,-3-6-618,1 1 1,0-1-1,1-1 0,-9-25 1,15 37-563,0-1 1,0 1-1,1-1 1,0 0-1,0 1 1,0-1-1,0 0 1,1 0-1,0 0 0,0 0 1,0 0-1,1 1 1,-1-1-1,1 0 1,0 0-1,1 1 1,-1-1-1,1 0 1,0 1-1,0-1 0,0 1 1,1 0-1,0 0 1,5-7-1,0 4-105,0 1-1,0 0 0,1 0 0,0 1 1,0 0-1,0 1 0,0 0 1,1 0-1,0 1 0,16-4 1,-5 4-22,0 0 0,1 2 0,-1 0 0,25 2 0,-41 0-11,1-1-1,-1 1 1,0 0 0,0 1-1,0-1 1,0 1-1,0 0 1,0 0-1,-1 0 1,1 1 0,0 0-1,-1 0 1,0 0-1,0 0 1,0 1-1,0-1 1,-1 1 0,1 0-1,-1 0 1,0 1-1,0-1 1,0 1-1,-1-1 1,1 1 0,-1 0-1,0 0 1,-1 0-1,1 0 1,-1 0-1,1 10 1,-1-6 2,0 1-1,0-1 1,-1 0 0,-1 1 0,1-1-1,-2 0 1,1 1 0,-1-1 0,0 0-1,-1 0 1,0 0 0,-1 0-1,0-1 1,0 0 0,-1 1 0,-10 13-1,0-7 4,-1 0 1,0-1-1,-1-1 0,-1 0 0,-22 12 0,19-12 27,21-13-33,0 1 0,0-1 0,-1 0 0,1 1 0,0-1 0,0 1 0,0-1 0,0 1 1,0-1-1,0 1 0,0-1 0,0 1 0,0-1 0,0 1 0,0-1 0,0 0 0,0 1 0,0-1 0,0 1 0,0-1 0,1 1 1,-1-1-1,0 1 0,0-1 0,0 0 0,1 1 0,-1-1 0,0 1 0,1-1 0,-1 0 0,0 1 0,1-1 0,-1 0 0,0 0 1,1 1-1,-1-1 0,1 0 0,-1 0 0,1 0 0,-1 1 0,0-1 0,1 0 0,-1 0 0,2 0 0,26 17 35,-22-14-14,26 18 64,-1 1 1,-1 2 0,29 30-1,27 21-3705,-66-62 577,-3-5-1906</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5.320"/>
    </inkml:context>
    <inkml:brush xml:id="br0">
      <inkml:brushProperty name="width" value="0.035" units="cm"/>
      <inkml:brushProperty name="height" value="0.035" units="cm"/>
    </inkml:brush>
  </inkml:definitions>
  <inkml:trace contextRef="#ctx0" brushRef="#br0">1 159 8104,'0'0'736,"5"-11"791,2-6-760,2 1 0,0 0 0,0 1-1,14-17 1,-20 28-663,1 0-1,-1 0 1,1 0 0,0 0-1,0 1 1,0 0-1,0-1 1,1 1-1,-1 1 1,1-1-1,0 1 1,0 0 0,0 0-1,0 0 1,0 1-1,0-1 1,1 1-1,-1 1 1,0-1-1,1 1 1,9 0 0,-12 1-103,-1 0 1,1 0-1,-1 1 0,1-1 1,-1 0-1,1 1 1,-1 0-1,0 0 1,0 0-1,0 0 1,0 0-1,0 0 1,0 0-1,-1 0 1,1 1-1,-1-1 1,1 1-1,-1-1 1,0 1-1,0 0 1,0-1-1,0 1 1,-1 0-1,1 0 1,-1 0-1,0-1 0,0 1 1,0 3-1,2 10 1,-2 0-1,0-1 0,-4 29 1,1-29-60,-1-1 0,-1 0 1,-1 0-1,0 0 1,0 0-1,-2-1 0,1 0 1,-2-1-1,-16 20 1,11-14-75,1 2 0,-22 39 0,35-58 122,-1-1 1,1 1-1,0-1 0,0 1 0,-1-1 1,1 1-1,0-1 0,0 1 0,0 0 1,0-1-1,0 1 0,0-1 0,0 1 1,0-1-1,0 1 0,0 0 0,0-1 1,0 1-1,0-1 0,0 1 0,0-1 1,1 1-1,-1-1 0,0 1 0,0-1 1,1 1-1,-1-1 0,0 1 0,1-1 1,-1 1-1,0-1 0,1 1 0,-1-1 1,1 0-1,-1 1 0,1-1 0,-1 0 1,1 1-1,-1-1 0,1 0 0,-1 0 1,1 1-1,36 2-34,41-17-566,-60 8-519,1 0 0,-1-1 0,0-1 0,0 0 0,18-14 0,2-6-5075</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5.524"/>
    </inkml:context>
    <inkml:brush xml:id="br0">
      <inkml:brushProperty name="width" value="0.035" units="cm"/>
      <inkml:brushProperty name="height" value="0.035" units="cm"/>
    </inkml:brush>
  </inkml:definitions>
  <inkml:trace contextRef="#ctx0" brushRef="#br0">79 0 9225,'0'0'320,"0"61"449,0-27 192,0 10-449,-1-1-256,-8-1-160,-2 5-96,-6-4-160,-2-5-1986,-2-8-352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5.867"/>
    </inkml:context>
    <inkml:brush xml:id="br0">
      <inkml:brushProperty name="width" value="0.035" units="cm"/>
      <inkml:brushProperty name="height" value="0.035" units="cm"/>
    </inkml:brush>
  </inkml:definitions>
  <inkml:trace contextRef="#ctx0" brushRef="#br0">1 0 10826,'0'0'3203,"17"84"-2658,-7-40 63,0 5-223,1 0-225,0-1-96,3-3 0,-3-4-64,1-4 0,-2-8-961,0-10-833,1-13-1537,0-6-288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6.087"/>
    </inkml:context>
    <inkml:brush xml:id="br0">
      <inkml:brushProperty name="width" value="0.035" units="cm"/>
      <inkml:brushProperty name="height" value="0.035" units="cm"/>
    </inkml:brush>
  </inkml:definitions>
  <inkml:trace contextRef="#ctx0" brushRef="#br0">1 0 12620,'0'0'288,"0"57"545,0-16 256,8 5-384,6 5-289,2-2-32,3-2-191,0 0-129,-3-4-32,-1-4-32,-6-3-417,-3-7-1472,-6-11-1667,0-12-1569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6.338"/>
    </inkml:context>
    <inkml:brush xml:id="br0">
      <inkml:brushProperty name="width" value="0.035" units="cm"/>
      <inkml:brushProperty name="height" value="0.035" units="cm"/>
    </inkml:brush>
  </inkml:definitions>
  <inkml:trace contextRef="#ctx0" brushRef="#br0">0 317 11211,'0'0'3331,"56"-42"-2723,1 23-31,17-5-289,14-2-64,12-1-96,8-3-95,3 0-1,-7 2-32,-10 5-32,-12 1-1250,-15 1-1729,-15-3-3010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16.728"/>
    </inkml:context>
    <inkml:brush xml:id="br0">
      <inkml:brushProperty name="width" value="0.035" units="cm"/>
      <inkml:brushProperty name="height" value="0.035" units="cm"/>
    </inkml:brush>
  </inkml:definitions>
  <inkml:trace contextRef="#ctx0" brushRef="#br0">0 77 8264,'9'-1'891,"4"-1"-209,-1-1 0,1 0 0,0-1 0,-1-1 0,0 0 0,14-8 0,-15 7-418,0 0 0,0 1 1,0 0-1,1 1 1,-1 0-1,1 1 1,0 1-1,0 0 0,0 0 1,17 0-1,-28 3-261,0-1 0,1 1 0,-1 0 0,0-1 0,0 1 0,1 0 0,-1 0 0,0 0 0,0 0 1,0 0-1,0 0 0,0 0 0,0 0 0,0 0 0,-1 0 0,1 0 0,0 1 0,-1-1 0,1 0 0,-1 1 0,1-1 0,-1 0 0,1 1 0,-1-1 0,0 1 0,0-1 0,0 0 0,0 1 0,0-1 0,0 3 0,-5 47-17,-5-28-53,0 1 0,-2-1 0,-1-1 0,0 0 0,-2 0-1,-17 19 1,-15 23-333,36-47 346,4-9 39,2 0 0,-1 1-1,1 0 1,0 0 0,1 0 0,-5 15 0,10-24 15,-1 1 1,1-1-1,0 1 0,0-1 1,0 0-1,0 1 0,0-1 1,0 0-1,0 0 1,0 0-1,0 0 0,0 0 1,0 0-1,0 0 0,0 0 1,0 0-1,2-1 0,-2 1 5,22-4 23,0-1 0,0-1 1,0-1-1,42-20 1,-5 3-27,106-45-1166,-86 25-2087</inkml:trace>
</inkml:ink>
</file>

<file path=ppt/ink/ink2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50:35.412"/>
    </inkml:context>
    <inkml:brush xml:id="br0">
      <inkml:brushProperty name="width" value="0.05292" units="cm"/>
      <inkml:brushProperty name="height" value="0.05292" units="cm"/>
      <inkml:brushProperty name="color" value="#FF0000"/>
    </inkml:brush>
  </inkml:definitions>
  <inkml:trace contextRef="#ctx0" brushRef="#br0">13523 12847 20 0,'0'0'11'15,"0"0"7"-15,0 0 11 16,1-49-24-16,3 36 7 16,-2 1 73-16,-4 1-63 15,2-1 4-15,0 1 4 0,0 1-7 16,-6 2-2-16,1 1 1 16,-4-2 4-16,-2 2-8 15,-3 3-7-15,-4 2-6 16,-3 2-2-16,-4 0 0 0,-6 9-1 15,0 4-1-15,-1 5 0 16,-3 4 1-16,2 3 0 16,-2 1 2-16,3 3-2 15,-4 3 0-15,1 2 1 16,-2 3-1-16,1 4 0 16,-1 4 2-16,0 7 0 0,5 3 1 15,3 5-1-15,2 0 0 16,3 4-1-16,4-1 2 15,1 4 2-15,7-2 0 16,3 3-1-16,4 2-6 16,5-2 2-16,0-1 6 0,7-3 3 15,8-2-3-15,5-6 0 16,5-4-3-16,4-4-1 16,5-5-1-16,2-6 0 15,4-6-1-15,1-5 2 16,3-8-1-16,0-4 4 0,1-8 0 15,1-5 3-15,4-1-2 16,4-7 1-16,-3-7-1 16,3-3-5-16,-2-3 4 15,-2-2-2-15,-3-4-2 16,-4-2-2-16,-3-2 2 0,-4-4-2 16,-3-1 0-16,-3 0 0 15,-1-5 0-15,-8-1-1 16,2-3 0-16,-5-6 0 15,-2-7 0-15,0-8 1 16,-1-6-3-16,-5-4 2 0,0-6-2 16,-7-1 2-16,-3-1-1 15,0 4-1-15,-3 2 4 16,-13 0-4-16,-5 6 2 16,-6 3 0-16,-3 4 0 15,-5 6 2-15,-3 3-2 0,-3 9 1 16,-3 12 0-16,-8 8 1 15,-4 14-1-15,-8 10-1 16,-1 2 1-16,0 19-1 16,0 5-1-16,7 6-3 15,6 1-41-15,10-8-42 16,9-14-139-16</inkml:trace>
</inkml:ink>
</file>

<file path=ppt/ink/ink2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50:22.579"/>
    </inkml:context>
    <inkml:brush xml:id="br0">
      <inkml:brushProperty name="width" value="0.05292" units="cm"/>
      <inkml:brushProperty name="height" value="0.05292" units="cm"/>
      <inkml:brushProperty name="color" value="#FF0000"/>
    </inkml:brush>
  </inkml:definitions>
  <inkml:trace contextRef="#ctx0" brushRef="#br0">23828 13925 27 0,'0'0'15'16,"0"0"1"-16,0 0-12 16,0 0-4-16,0 0-8 15,0 0 6-15,0 0-50 0</inkml:trace>
  <inkml:trace contextRef="#ctx0" brushRef="#br0" timeOffset="19104.14">21431 4635 82 0,'0'0'66'16,"0"0"-28"-16,0 0-13 16,-49-28 3-16,37 18-5 0,-3-2-7 15,4 3-1-15,-4-3-1 16,0 5 1-16,1 0 2 16,-1 1-7-16,1 5-6 15,-4 1-2-15,-1 0-1 16,-2 14-1-16,-1 5 0 0,-4 7-2 15,-1 7 1-15,-3 11 3 16,0 13 12-16,-1 11 6 16,1 12-1-16,2 9 12 15,6 8-3-15,5 5-19 16,9 0-7-16,8-2 0 0,8-4-1 16,15-10 3-16,8-10 3 15,9-11-2-15,5-12 4 16,6-12-2-16,3-11 1 15,2-10 1-15,2-9-4 16,-3-11 3-16,-1-7 2 0,-4-17 0 16,-3-13-4-16,-6-11 0 15,-2-10-4-15,-6-12 0 16,-2-9-3-16,-5-8 1 16,-8-5-1-16,-10-1-1 0,-8 4 1 15,0 0-1-15,-16 5 0 16,-3 3 0-16,-6 10 1 15,-4 3 0-15,-4 7 2 16,-1 11-2-16,-4 10 2 16,-7 13-1-16,-5 10 1 15,-4 13-1-15,-4 4-16 16,-1 19-20-16,0 11-13 0,8 6-41 16,6-2-33-16,11-15-130 15</inkml:trace>
  <inkml:trace contextRef="#ctx0" brushRef="#br0" timeOffset="19911.41">24413 5739 192 0,'0'0'50'0,"0"0"-16"15,0 0-2-15,47-34-4 16,-15 18-9-16,11 0-6 16,10-3 0-16,9-3-2 15,8 1-1-15,3 1-4 0,0 0-4 16,-1 3 0-16,-9 7-2 15,-5 4 1-15,-9 6 1 16,-10 0-6-16,-14 6-58 16,-16 4-43-16</inkml:trace>
  <inkml:trace contextRef="#ctx0" brushRef="#br0" timeOffset="20103.11">24349 6073 480 0,'0'0'-17'16,"0"0"17"-16,40-8 3 16,28-13 1-16,28-9 0 15,30-7-2-15,23-8 0 16,18-2 0-16,16 0-2 16,-3-7-17-16,-7-8-153 0</inkml:trace>
  <inkml:trace contextRef="#ctx0" brushRef="#br0" timeOffset="22619.4">24278 14628 136 0,'0'0'-67'0,"0"0"72"0,-49 6 29 0,36-6-31 15,4 0-2-15,1-2 0 16,5 0 0-16,1-1-1 16,2 0 0-16,0 0-2 0,0 2 3 15,2-3-1-15,4-1-3 16,1 1-33-16</inkml:trace>
  <inkml:trace contextRef="#ctx0" brushRef="#br0" timeOffset="23024.01">24374 14165 48 0,'0'0'22'15,"-28"41"-22"-15,8 6 19 16,-1 18-16-16,-6 25 0 16,-2 25 2-16,-4 26 2 0,0 22 0 15,1 23 0-15,-1 20-2 16,2 13 4-16,-1 15 0 15,5 1-13-15,-3 3-11 16,6-4 19-16,-1-1-3 16,5-12 2-16,3-18 0 0,5-9-1 15,2-16-1-15,1-21-1 16,0-25 2-16,2-19 2 16,-3-20-3-16,0-20 1 15,3-22-2-15,-1-18 0 0,3-14-1 16,-5-16-2-1,6-8-8-15,-3-24-22 0,2-18 18 16,2-16-17-16</inkml:trace>
  <inkml:trace contextRef="#ctx0" brushRef="#br0" timeOffset="23415.11">24103 15695 140 0,'35'-118'-43'16,"-3"6"50"-16,-2 5 26 15,0 8-30-15,-2 9 4 16,-3 12-5-16,-2 10-1 16,-4 11-1-16,-5 12 1 15,-3 11-1-15,-2 8 0 0,-6 6 2 16,-2 10 3-16,-1 10 11 15,-7 17 23-15,-12 37-25 16,-8 39-2-16,-7 46 5 16,-8 54 11-16,-3 57 1 15,0 33-2-15,4 26-17 16,4 12-1-16,13-9 0 0,5-19 3 16,7-33-10-16,5-33 1 15,4-39 2-15,-3-28-3 16,1-27-2-16,-1-24-1 15,0-22-14-15,0-14-9 0,1-17-2 16,1-21-8-16,-5-20-26 16,-2-15-60-16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46:55.090"/>
    </inkml:context>
    <inkml:brush xml:id="br0">
      <inkml:brushProperty name="width" value="0.035" units="cm"/>
      <inkml:brushProperty name="height" value="0.035" units="cm"/>
    </inkml:brush>
  </inkml:definitions>
  <inkml:trace contextRef="#ctx0" brushRef="#br0">1 9 256,'19'-9'592,"-9"15"-423,4 4-204,-12-10-338</inkml:trace>
</inkml:ink>
</file>

<file path=ppt/ink/ink2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47:15.012"/>
    </inkml:context>
    <inkml:brush xml:id="br0">
      <inkml:brushProperty name="width" value="0.05292" units="cm"/>
      <inkml:brushProperty name="height" value="0.05292" units="cm"/>
      <inkml:brushProperty name="color" value="#FF0000"/>
    </inkml:brush>
  </inkml:definitions>
  <inkml:trace contextRef="#ctx0" brushRef="#br0">6367 5831 24 0,'0'-7'10'0</inkml:trace>
  <inkml:trace contextRef="#ctx0" brushRef="#br0" timeOffset="495.27">6353 6835 24 0,'0'0'7'16,"0"0"-4"-16,0 0 14 0,0 0 3 15,0 0 21-15,0 0-26 16,0 0 18-16,27-41-11 16,-25 33-18-16,1 1-4 15,-3 1-10-15,0 0-11 16,2 3 5-16,-2 2 3 15,0 1 4-15,2 0 0 0,1 0 3 16,-1 0 5-16,2 1 2 16,3 5-2-16,-1-5 10 15,-1-1 4-15</inkml:trace>
  <inkml:trace contextRef="#ctx0" brushRef="#br0" timeOffset="2605.48">9927 7163 110 0,'0'0'-32'0,"0"0"107"0,0 0-53 15,0 0-2-15,0 0-1 0,0 0-6 16,0 0-9-16,0 0-1 15,0 0 3-15,0 0 1 16,41-25 1-16,-36 32-4 16,1 1 1-16,0 2 2 15,-3 3-1-15,1 1 0 0,-1 3 3 16,-3 0-4-16,0 1-3 16,0-1 1-16,0-2-1 15,0 2-1-15,-5-4 1 16,0 1 0-16,1-1 1 15,0-3 3-15,0-2-2 0,-1-1-2 16,3-5 1-16,-3-1 1 16,2-1 3-16,1 0 19 15,2-10-5-15,0-8-12 16,3-6-6-16,10-5-1 16,0-6-2-16,6-5 2 0,0 0-1 15,4 3 0-15,-1 2-2 16,-1 8 1-16,-2 6 2 15,-2 9 3-15,-3 7 0 16,-2 5 0-16,-3 3-3 16,-2 13 4-16,-3 3-3 15,0 5 1-15,-4 3-3 0,2 1 0 16,-2 0 0-16,0-2-1 16,0-1-1-16,0-1 2 15,0-3-1-15,-4-4 0 16,-1 2 0-16,1-2 1 0,-2-2-6 15,1 1-18-15,1-4-24 16,-1-1-8-16,3-4-2 16,2-3-33-16</inkml:trace>
  <inkml:trace contextRef="#ctx0" brushRef="#br0" timeOffset="2873.03">10346 7308 154 0,'0'0'18'0,"0"0"0"0,0 0 16 16,0 0 4-16,0 0-18 16,0 0-8-16,0 0-1 15,0 0-4-15,6 44-2 16,-11-22-2-16,2 3-2 0,2 1 0 15,-1 2 0-15,-2-1 2 16,4-3 2-16,-3-1-23 16,2-6-31-16,1-7-53 15</inkml:trace>
  <inkml:trace contextRef="#ctx0" brushRef="#br0" timeOffset="3557.95">10558 7170 92 0,'0'0'-28'0,"0"0"113"0,0 0-41 15,0 0-13-15,0 0-2 16,0 0-4-16,0 0-6 15,0 0-14-15,0 0-3 0,0 0 5 16,44-25 4-16,-17 23-2 16,4 2-5-16,3 0-1 15,-3 0-2-15,1 0 0 16,-2 0 0-16,-2 0 2 16,-2 0 0-16,-3 2-3 0,-3-1-35 15,-2 1-13-15,-5-2-26 16,-1-3-90-16</inkml:trace>
  <inkml:trace contextRef="#ctx0" brushRef="#br0" timeOffset="3844.91">11238 6913 88 0,'0'0'78'0,"0"0"-65"16,0 0 14-16,0 0 11 16,0 0-12-16,0 0-10 15,0 0-3-15,0 0 5 16,8 30-2-16,-10-6-4 0,-2 6-5 16,1 2-4-16,1 4-1 15,0 1 1-15,0 0 1 16,-2 1-1-16,0-2-46 15,-2-5-17-15,-1-9-160 16</inkml:trace>
  <inkml:trace contextRef="#ctx0" brushRef="#br0" timeOffset="4736.81">10212 7822 22 0,'0'0'14'0,"0"0"40"15,0 0-33-15,0 0 5 16,0 0-1-16,0 0-5 15,0 0-2-15,0 0-7 0,0 0 3 16,0 0-1-16,0 0-2 16,-37-14-9-16,37 21 0 15,-2 6 2-15,0 4-3 16,0 3 0-16,0 7 2 16,0 0 5-16,-1 0 4 0,1 1 3 15,-4-1-3-15,3-4-6 16,-2-2-2-16,-2-5-1 15,3-2-1-15,0-4 1 16,2-5 0-16,-3-3-2 16,3-2 2-16,2 0 4 0,0 0 5 15,0-10-5-15,0-5-4 16,2-3-2-16,5-4 0 16,4-2 0-16,0-5 2 15,2-2-1-15,4 0-2 16,0-2 0-16,1 6 0 0,-2 3 0 15,4 4-4-15,-2 7-8 16,-3 4 4-16,1 7 2 16,-1 2 3-16,0 0 0 15,-3 11 2-15,1 2 0 16,-3 4 0-16,-3 2 2 0,-1 2 1 16,-2 2 1-16,-3 1 0 15,-1 0 2-15,0 1-2 16,-7 0 1-16,-4 0-4 15,-3-1-26-15,1-2-8 16,1-1-7-16,-1-4-31 0,1-6-104 16</inkml:trace>
  <inkml:trace contextRef="#ctx0" brushRef="#br0" timeOffset="5159.85">10469 8051 250 0,'0'0'16'0,"0"0"-16"15,0 0 1-15,37-47 4 16,-31 39 2-16,2 1 6 0,-1 0 6 16,-1 2-6-16,3 2-7 15,-2 3-6-15,2 0 1 16,-2 0-2-16,1 6 1 15,-4 3 1-15,2 3-1 16,-6 1 2-16,0 4-1 0,0 0 1 16,-3 4 0-16,-6 0-1 15,0 2 1-15,-4 0 1 16,-1-1-2-16,2 0 0 16,0-2 0-16,3-3 0 15,2-1-1-15,3-3 0 0,4-3-1 16,0-5 1-16,2-2-1 15,9-3 1-15,5 0 0 16,2-3 1-16,4-5-1 16,1-1-1-16,-2-1-7 15,2 2-9-15,-3 1-22 0,-2-2 11 16,-5 3-16-16,-2-2-55 16</inkml:trace>
  <inkml:trace contextRef="#ctx0" brushRef="#br0" timeOffset="5438.88">10817 7950 223 0,'0'0'49'0,"0"0"-47"16,0 0 2-16,56-3 3 16,-34 3-1-16,3 0-2 0,-1 0-1 15,1 2 0-15,2 0-1 16,0 0 0-16,0-2 1 16,4 0-1-16,-4 0-26 15,2 0-21-15,-5-8-52 16</inkml:trace>
  <inkml:trace contextRef="#ctx0" brushRef="#br0" timeOffset="5733.7">11365 7778 51 0,'0'0'25'15,"0"0"26"-15,0 0-6 16,0 0-6-16,6-42 1 0,-6 36-8 16,0 0 3-16,0 4 3 15,0 2-3-15,0 0-28 16,0 12-6-16,0 8 1 16,0 4 0-16,0 9 2 15,0 5-1-15,-2 5-1 16,0 4 0-16,-2 4 1 0,1-3-13 15,-1-5-94-15,-2-10-83 16</inkml:trace>
  <inkml:trace contextRef="#ctx0" brushRef="#br0" timeOffset="7868.17">16606 8345 3 0,'12'0'16'0,"0"0"-1"0,-1-3-2 0,3-4 0 16,-3-3 0-16,-1 0 23 16,1-4-28-16,-1 1 5 15,-5-5 4-15,2 1-1 16,-5-3 0-16,-2 3-3 16,0 0 5-16,-5 1 0 0,-10 7-7 15,-6 0 2-15,-8 7-12 16,-6 2-28-16,-6 4-8 15,-3 9-7-15,-1 4-11 16,3 3-3-16,1 3 16 16</inkml:trace>
  <inkml:trace contextRef="#ctx0" brushRef="#br0" timeOffset="8108.27">16311 8361 31 0,'0'0'41'0,"0"0"9"16,57 48 3-16,-16-37-12 15,3-1-17-15,6-1-17 16,-4 2-4-16,-3 0-2 15,-7 4 1-15,-11 2 0 0,-6 0 2 16,-7 1 1-16,-10 1-2 16,-2 1 2-16,-11 1 2 15,-9-1 3-15,-9 1-2 16,-7 2-3-16,-6-1 0 16,-5-2-2-16,-3 0 0 0,0-3 2 15,2-3-2-15,1-2 0 16,7-5-1-16,6-1 2 15,6-5-8-15,12-1-16 16,4 0-4-16,12-6-14 16,0-8-29-16,15-6-84 0</inkml:trace>
  <inkml:trace contextRef="#ctx0" brushRef="#br0" timeOffset="8399.69">16759 8545 134 0,'0'0'8'0,"0"0"12"16,48 0 6-16,-37 6 0 15,-6 10 0-15,0 6-2 16,-1 5-2-16,-4 9 1 0,0 2-2 16,0 6-10-16,-5 4-1 15,0 2-4-15,-3 0 1 16,3-1-3-16,-1-3 0 15,-1-5 1-15,2-7-3 16,-1-7 1-16,3-7-1 0,-1-6-17 16,-1-8-21-16,2-3-22 15,-1-3-16-15,2-7-58 16</inkml:trace>
  <inkml:trace contextRef="#ctx0" brushRef="#br0" timeOffset="8693.7">16818 8714 184 0,'0'0'-12'0,"21"-54"20"16,-8 27 5-16,3 7 13 16,1 4-7-16,-1 7 0 15,-1 3-4-15,-1 6-1 16,-1 0-3-16,-6 10-3 15,0 4-1-15,-7 2 0 16,0 5-1-16,-2-1 0 0,-10 1-1 16,-1-1-2-16,-5-2 2 15,0-2-2-15,-2-3-2 16,-2-1-10-16,-1-4-12 16,3 1-9-16,0-4-3 0,3-2-5 15,5-3-14-15,5 0-37 16</inkml:trace>
  <inkml:trace contextRef="#ctx0" brushRef="#br0" timeOffset="9383.03">17061 8620 198 0,'0'0'17'0,"0"0"-10"16,0 0 9-16,0 0 2 15,0 0 1-15,0 0 13 0,-35 34-6 16,28-22-13-16,5-2-7 16,2 3-3-16,0-5-1 15,9 2 0-15,2-3-1 16,7-3 2-16,-3-2-3 16,2-2 1-16,0 0 1 0,-1-3 0 15,-3-3 0-15,-4-4 0 16,-4 1 2-16,-3-2-2 15,-2 2 1-15,-2 0-9 16,-10-1-10-16,-3 2-4 16,-2 1 2-16,3-1 2 0,0 3 3 15,7-1 3-15,1-2 8 16,6 1 1-16,0 2-4 16,8-2 1-16,7 0 4 15,6 3 4-15,-1 0-1 16,1 2 2-16,-2 2 3 0,1 0-3 15,-3 0-1-15,-2 7-1 16,-4 0 0-16,-1 3-1 16,0-3 0-16,-4 2 0 15,2-2 0-15,-5 0 1 16,1-1 1-16,0 1-2 0,-1 0 0 16,1-2-1-16,2 1 0 15,-2-1 0-15,4 0 2 16,-2-3-2-16,1 2 0 15,-1-3 1-15,-3 1-1 16,4-2 1-16,-5 0 0 16,0 0 1-16,-2 0 1 0,0-4 0 15,0-2 0-15,-6-3-1 16,-2-2-1-16,-2 0-2 16,1-2 0-16,-5-2-2 15,5 3 0-15,-1-1-4 0,2 2-2 16,2 1 2-16,3 3 1 15,1 1-7-15,0 4-11 16,2 0-2-16,0 2-11 16,0-3-19-16,0-1-46 15</inkml:trace>
  <inkml:trace contextRef="#ctx0" brushRef="#br0" timeOffset="9600.31">17377 8444 208 0,'0'0'-2'0,"0"0"20"16,0 0-5-16,0 0 2 15,0 0 5-15,0 0-1 16,0 44 0-16,0-24-9 16,1 3-5-16,-1 0 0 15,5 4-1-15,0-2 1 0,-2-2-6 16,3-1-35-16,-2-3-9 15,3-6-11-15,-3-3-38 16</inkml:trace>
  <inkml:trace contextRef="#ctx0" brushRef="#br0" timeOffset="9930.92">17495 8658 184 0,'0'0'12'15,"0"0"0"-15,54-54 11 0,-32 36-1 16,3 1-10-16,2-1 4 16,-3 2-2-16,-1 2-3 15,-8 3-5-15,1 2-2 16,-8 1-2-16,-3 2 1 16,-3 2-2-16,-2 1 3 0,-2 0 3 15,-11 3-4-15,-7 0-1 16,-1 0 0-16,-3 4-3 15,-1 4 3-15,5 3-2 16,1 2 0-16,5 1 1 16,7 2-1-16,7-1 0 15,0 1 0-15,3-1 0 0,10-3 2 16,7 0-1-16,0-3 1 16,2-2-5-16,2 1-34 15,0-3-12-15,2-4 2 16,-3-1-25-16</inkml:trace>
  <inkml:trace contextRef="#ctx0" brushRef="#br0" timeOffset="10362.04">17860 8560 195 0,'0'0'16'16,"0"0"12"-16,-45-10-9 0,30 10-6 15,1 0 6-15,2 7 8 16,6 3-7-16,1-2-13 15,5 5-5-15,0-3-1 16,1 0 1-16,8 0-1 0,1-3 1 16,2-3 0-16,1-3-1 15,-1-1 0-15,1 0 2 16,-1-10-1-16,3-4 0 16,-3-7 0-16,1-3-1 15,-3-3 1-15,-1-6-2 16,-1 1-12-16,-2-4 2 0,-4 2-18 15,-2 0 3-15,0 4 15 16,0 3 9-16,0 9 0 16,-4 5 0-16,1 12 3 15,0 1 17-15,3 14-19 16,0 8 4-16,0 8 8 0,1 3 1 16,8 0-8-16,-2 2-1 15,6-2-1-15,-1-1 2 16,0-2-1-16,3-3-13 15,-2-3-24-15,2-7-23 16,-1-8-20-16,2-8 23 0</inkml:trace>
  <inkml:trace contextRef="#ctx0" brushRef="#br0" timeOffset="10550.96">18253 8325 256 0,'0'0'-9'0,"0"0"12"16,47-43 1-16,-25 36-1 16,-3 3-2-16,0 4 0 15,-3 0-1-15,0 0 0 16,0 0 0-16,-3 6 2 0,-1 1 1 16,-4-1-22-16,-4-1-59 15</inkml:trace>
  <inkml:trace contextRef="#ctx0" brushRef="#br0" timeOffset="10713.76">18235 8453 255 0,'0'0'-2'0,"0"0"16"16,0 0-11-16,0 0 4 15,0 0 8-15,42-3 8 0,-15-1-13 16,2-2-5-16,2 1-5 15,-2 0 3-15,-1-1-41 16,-2-5-66-16</inkml:trace>
  <inkml:trace contextRef="#ctx0" brushRef="#br0" timeOffset="11091.81">19487 7790 227 0,'0'0'-79'0,"0"0"-11"0</inkml:trace>
  <inkml:trace contextRef="#ctx0" brushRef="#br0" timeOffset="11204.83">19525 7853 6 0,'6'35'71'16,"-2"-1"-2"-16,-2 1-7 16,-1-2-34-16,-1-3-22 0,0-7 0 15,0-5-9-15,-3-5-31 16,-1-8-35-16,-4-5-45 15</inkml:trace>
  <inkml:trace contextRef="#ctx0" brushRef="#br0" timeOffset="11716.73">19481 8018 168 0,'0'0'6'0,"0"0"4"16,-44-1 7-16,20 5-1 15,-1 7-7-15,-5 4 1 0,-1 0-2 16,3 1 2-16,-1-2 0 15,5-2 0-15,5-1-2 16,8-4 1-16,7-3-3 16,4-3-2-16,5-1-4 15,17 1 3-15,4-4 1 16,8-2 0-16,2 0 1 0,-2 3-2 16,-4 2 1-16,-7 0-2 15,-12 9-1-15,-11 8 2 16,-4 7 0-16,-17 3 1 15,-10 3 0-15,-5 1-1 16,-3-1-1-16,-3 1 0 0,1-4 1 16,2-3-2-16,4-2 0 15,3-4 0-15,8-4-1 16,8-2 0-16,12-4 0 16,4-5-1-16,18-3-2 15,9 0 3-15,7 0 1 0,7-5 0 16,2-4-2-16,6 0 3 15,-4 1 5-15,-2 2-2 16,-4 2-1-16,-5 1-2 16,-7 3 3-16,-5 0 0 15,-8 0-3-15,-1 6 6 16,-4 1-2-16,-3 6-2 0,-1-2-1 16,0 2 0-16,-1-2-1 15,0 4-2-15,1-3 2 16,-1 1-1-16,-2-2-1 15,5-2-22-15,-2-5-32 0,4-4-43 16,0 0 15-16</inkml:trace>
  <inkml:trace contextRef="#ctx0" brushRef="#br0" timeOffset="12152.17">19914 7957 351 0,'0'0'-32'0,"0"0"-3"0,0 0 12 15,46 17 17-15,-32 9 4 16,-5 1 23-16,-2 0 3 16,-4 4-11-16,-3-2-6 15,0 2-1-15,-2-2 1 16,-6-4-3-16,-4-4-1 15,2-3-1-15,0-9 2 0,2-3-2 16,1-6 0-16,6 0-2 16,1-3 1-16,0-7-1 15,13 0 0-15,5-3 0 16,6-4 0-16,3 2-2 16,4-3 3-16,4-3-2 0,-3 3 0 15,-1-2 1-15,-2 1 1 16,-9 1-1-16,-5 1 1 15,-5-1-1-15,-9 0 1 16,-1-2 1-16,-7 1 0 16,-7 0 2-16,-4 2-2 0,-2 1-4 15,1 6-18-15,3 4-5 16,5 6 2-16,5 0-30 16,4 0-28-16</inkml:trace>
  <inkml:trace contextRef="#ctx0" brushRef="#br0" timeOffset="12388.98">20354 8084 235 0,'0'0'24'0,"0"0"-22"0,9 38 15 16,-9-20 17-16,0 4-15 15,0 2-9-15,-1 0-4 16,-3 2-2-16,-2-1 0 15,0-2 1-15,0 0-2 16,-5-5-3-16,3-1-27 0,1-7-28 16,-2-4-12-16,2-6-48 15</inkml:trace>
  <inkml:trace contextRef="#ctx0" brushRef="#br0" timeOffset="12545.26">20369 7939 311 0,'0'0'1'0,"0"0"-2"15,0 0 1-15,0 0-1 0,0 0-41 16,41-26-24-16,-37 33-33 16</inkml:trace>
  <inkml:trace contextRef="#ctx0" brushRef="#br0" timeOffset="13056.99">20593 8146 274 0,'0'0'1'0,"0"0"17"16,57-37 13-16,-32 20-7 15,4-4-7-15,1-2 1 16,3-4-3-16,-4-1-9 16,-2-1-1-16,-6-2-3 15,-6 1 0-15,-3 2 0 0,-6 1 1 16,-6 3-2-16,0 3-13 16,-14 3-17-16,-3 7 3 15,-3 1 4-15,0 7 10 16,0 3 7-16,3 0 2 15,6 0 0-15,5 10 1 0,4 3-2 16,2 1 0-16,4 3 0 16,6 3 4-16,5 1 5 15,4 1 1-15,-1-1-1 16,3 2 1-16,-4-5 0 16,0 1 3-16,-5-4-1 0,-3-5 0 15,-2-2-5-15,-2-2-2 16,-5-1 1-16,0-1 0 15,-6 2 1-15,-8-1 3 16,-2 2-4-16,-7-1 0 16,-1 1 0-16,-3 0 0 0,0-1 1 15,3 1-6-15,2 0-12 16,4 0-15-16,7-2-28 16,6-1-18-16,3-4-92 15</inkml:trace>
  <inkml:trace contextRef="#ctx0" brushRef="#br0" timeOffset="13279.81">21053 8042 301 0,'0'0'5'0,"0"0"28"0,0 0-27 0,0 0-2 16,0 0-1-16,11 37 0 15,-10-21-2-15,-1 0 2 16,0 1-3-16,0 1 1 16,0 1 2-16,0-1-18 0,-2-2-40 15,-1-6-20-15,-1-5-17 16</inkml:trace>
  <inkml:trace contextRef="#ctx0" brushRef="#br0" timeOffset="14166.98">20951 7804 122 0,'0'0'13'0,"0"0"15"0,0 0-7 16,19-44-7-16,-16 38-6 15,-1 2-1-15,-2-1-3 16,2 4 1-16,-2-1 0 16,0 0 2-16,0 1-1 15,0-2-1-15,0 3 2 0,0-2 0 16,-4 0 0-16,-2 0 1 15,-1 1-5-15,-3-1 0 16,-5 2-2-16,-3 0 0 16,-2 0 1-16,-4 0 6 15,1 6 8-15,-1 3 2 0,6 2-3 16,0 0-7-16,6 3-7 16,3 0 0-16,5-2 0 15,4 5 0-15,0-4 2 16,4 1 0-16,10 0-1 15,1 1 0-15,1 3 0 0,2 0-1 16,0 1 2-16,-2 1 0 16,-1-2 1-16,-4 1-2 15,-2-2 1-15,-2-2 0 16,-3-2-1-16,-2-2 1 16,-2-2-1-16,0 2 0 0,-5-4 1 15,-6-1 0-15,-6 1-1 16,-4-2 0-16,-2 0-1 15,-2-1 1-15,-2 1-1 16,-2 0 1-16,2-1-2 0,0-2 2 16,3 2-9-16,4-1-10 15,2 0-13-15,5-1-22 16,6 0-13-16,2-2-24 16</inkml:trace>
  <inkml:trace contextRef="#ctx0" brushRef="#br0" timeOffset="14431.74">21098 7854 285 0,'0'0'3'0,"0"0"36"0,0 0-7 15,0 0-20-15,0 0-11 16,0 0 1-16,0 0 0 16,0 0-11-16,0 0-97 15</inkml:trace>
  <inkml:trace contextRef="#ctx0" brushRef="#br0" timeOffset="14915.44">21471 7561 187 0,'0'0'-10'0,"0"0"34"0,0 0 1 0,0 0-20 16,0 0-7-16,-19 72-6 15,-1-29 11-15,-3 8 18 0,-2 6 17 16,1 4 5-16,-1 1-13 16,1 2-23-16,1 0-4 15,4-2 0-15,2-3 0 16,2-2-3-16,1-6-19 16,1-7-33-16,2-7-22 0,4-13-44 15</inkml:trace>
  <inkml:trace contextRef="#ctx0" brushRef="#br0" timeOffset="15355">21648 7767 75 0,'0'0'55'0,"13"-43"-20"15,-7 32-29-15,-4 5-15 16,-1 6-18-16,0 3-42 16,0 11 36-16</inkml:trace>
  <inkml:trace contextRef="#ctx0" brushRef="#br0" timeOffset="15458.78">21708 7889 33 0,'0'0'63'0,"20"64"-1"15,-12-36-35-15,-2-6-29 16,-2-7-48-16,-2-9-73 15</inkml:trace>
  <inkml:trace contextRef="#ctx0" brushRef="#br0" timeOffset="15980.69">21665 7957 203 0,'0'0'6'16,"-40"12"1"-16,15-4 0 15,-1 5-3-15,-2 0 0 16,1-2 4-16,2-1 3 16,4-2-2-16,6-2-3 15,4 0-2-15,8-3-3 16,3 1-1-16,0-3-4 0,12 1 6 16,5-2 0-16,4 0-1 15,4 3 0-15,2-2-1 16,-3 2 2-16,-2 1 2 15,-4 5 1-15,-5-1-2 0,-10 2 0 16,-3 2-2-16,-2 2 6 16,-14-1-1-16,-8 2 2 15,-3 1-1-15,-1-2-3 16,0 0-2-16,3-1 0 16,7-2-1-16,4-1 2 0,7-5-3 15,7-1 0-15,0-3-5 16,12-1 5-16,8 0 2 15,4 0 1-15,6 0-2 16,-1 4 4-16,0 0 5 16,-4 4-5-16,-3 3 3 15,-2 3 0-15,-5 3 0 0,-3-1 0 16,-5 3-1-16,-1 0-1 16,-4-2-3-16,0 2 4 15,-1-3-4-15,-1-1-2 16,2 1 0-16,-1-2 1 15,3 0-1-15,-2-2-2 0,2-4-26 16,1-4-29-16,3-4-30 16,-1-4 7-16</inkml:trace>
  <inkml:trace contextRef="#ctx0" brushRef="#br0" timeOffset="16501.5">22021 7895 163 0,'0'0'14'0,"0"0"8"16,0 0 0-16,0 0-15 0,0 0-13 15,0 0-8-15,0 0-7 16,0 0 19-16,0 0 0 16,43 18 2-16,-19-2 1 15,-2 4 5-15,-1 1 8 16,-6-1 6-16,-1 3 5 16,-5-3 14-16,-4-2-28 15,-1 0-6-15,-2-5-1 0,-2-3-1 16,0-1-1-16,0-6 1 15,0 1-1-15,1-4-1 16,4 0 4-16,2 0-4 16,4-9 0-16,6 2 0 0,4-7 2 15,4 1 1-15,4-3 3 16,0 0-1-16,0 1-2 16,-2-2-1-16,-6 0 0 15,-4 0-1-15,-4-1 0 16,-7-3 1-16,-6-1 1 0,0-2-1 15,-10 0-23-15,-5-2-27 16,-6 4-16-16,-4 0 9 16,-1 4-19-16,4 2-3 15</inkml:trace>
  <inkml:trace contextRef="#ctx0" brushRef="#br0" timeOffset="16763.62">22714 7998 349 0,'0'0'-12'0,"0"0"38"0,0 0-26 16,0 0 1-16,1 50 3 15,-1-31-3-15,-1-1 1 16,-2 3-1-16,1-2 1 16,0 2-1-16,-2 0-1 15,0-2-9-15,-3 2-49 16,0-4-35-16,2-10-30 0</inkml:trace>
  <inkml:trace contextRef="#ctx0" brushRef="#br0" timeOffset="16937.87">22748 7783 435 0,'0'0'-122'16,"0"0"66"-16,0 0 46 0,0 0-80 15</inkml:trace>
  <inkml:trace contextRef="#ctx0" brushRef="#br0" timeOffset="23679.94">13879 10684 114 0,'0'-5'20'16,"0"-1"33"-16,0 0-27 15,0 0-3-15,0 2-5 16,-10 1-5-16,2-1 0 15,-5 4 2-15,-3-3 1 16,1 3-2-16,-5 0-3 0,1 0-5 16,-1 0-1-16,0 6-2 15,-1 1-1-15,2 2-1 16,-1 2 0-16,3 2-1 16,2 1 0-16,1 0 0 0,2 0 0 15,5 2 1-15,2-2-2 16,3 0 2-16,2-2-1 15,0-2 0-15,9-3 1 16,2-4 0-16,7-3-1 16,5 0 0-16,4 0 2 0,2-6-2 15,0 0-2-15,2-1 2 16,-4 7 0-16,-1 0 0 16,-3 0-1-16,-5 9 1 15,-3 8 0-15,-1 1 0 16,-5 3 1-16,-3 2 1 15,-2 4-2-15,-1-4 1 0,-3 0-1 16,0-2 0-16,0-3 1 16,0-5-1-16,-7-1 2 15,-3-4-2-15,-4-2 1 16,0-1 0-16,-3-3-1 16,-1-1 1-16,-2-1 0 0,-1 0-1 15,0 0 1-15,-2-3 0 16,0-7 0-16,-1-1 0 15,2-3 0-15,-3-2 2 16,-2 2-2-16,-2 3 2 0,2 2-4 16,-2 7-13-16,2 2-1 15,0 0-8-15,5 5 9 16,4 5 5-16,1 0-10 16,5-3-4-16,1 3-9 15,3-4 1-15,4-1-10 16,0-2-44-16</inkml:trace>
  <inkml:trace contextRef="#ctx0" brushRef="#br0" timeOffset="24355.95">13886 10556 59 0,'0'0'27'0,"0"-1"-2"16,0 0 2-16,0-2-8 16,0-1 1-16,2 0-2 15,3 0 1-15,5 1-10 0,2-2-1 16,1 2-1-16,3-1 3 16,3 1-3-16,2 0 0 15,2 0-4-15,1 3-2 16,-2 0-1-16,-3 0 1 15,3 0-1-15,-5 0 2 0,-1 0-5 16,-3 3-25-16,-1-3-24 16,-7 0-56-16</inkml:trace>
  <inkml:trace contextRef="#ctx0" brushRef="#br0" timeOffset="24711.45">14355 10301 83 0,'0'0'57'0,"0"0"-8"16,0 0-16-16,0 0-10 16,0 0-4-16,0 0-17 15,0 0 1-15,0 0 16 16,0 0 2-16,-17 52-9 0,12-26-6 16,2 5 3-16,1-1-3 15,0 2-2-15,2-2-2 16,0-3 0-16,0-3 0 15,0-5-5-15,0-12-80 16,0-7-70-16</inkml:trace>
  <inkml:trace contextRef="#ctx0" brushRef="#br0" timeOffset="25578.18">13959 11079 12 0,'0'0'29'0,"0"0"1"16,0 0-4-16,0 0 4 16,14-38-2-16,-14 32-6 0,0 0-8 15,0 2-2-15,0 2-5 16,0 1-2-16,0 0 2 16,0 1-2-16,0 0 5 15,0 0-6-15,2 2-11 16,-1 7 14-16,1 8 11 0,2 3-6 15,0 4 0-15,-2 9 9 16,1 1-14-16,1 2-3 16,-1-1-1-16,1 3-1 15,-1-4-2-15,-1-6 1 16,-1 0 0-16,0-8-4 16,-1-5 2-16,0-3-22 0,0-4-30 15,-3-5-4-15,-1-3-24 16</inkml:trace>
  <inkml:trace contextRef="#ctx0" brushRef="#br0" timeOffset="25909.99">13991 11069 115 0,'0'0'47'0,"0"0"-16"16,0 0-2-16,27-40-8 16,-13 36-8-16,1 2-5 15,3 2-5-15,-3 0 1 16,-1 5 0-16,-4 3-3 0,-1 5-2 16,-1 0 0-16,-4 0-2 15,-2-2 9-15,-2 2-2 16,0-2-2-16,-4 0-1 15,-8-2 0-15,1 2 2 16,-5-2-3-16,3-2-4 0,-3 0-16 16,1-3-1-16,4-1 1 15,-1-1-4-15,8-2-10 16,2 0-19-16,2 0-30 16</inkml:trace>
  <inkml:trace contextRef="#ctx0" brushRef="#br0" timeOffset="26291.72">14246 11054 223 0,'0'0'17'0,"0"0"2"15,0 0-11-15,0 0-5 16,0 0 5-16,-31 39 6 15,26-28-2-15,5 0-6 16,0-3 1-16,0-1-4 0,0 0 0 16,9-1-2-16,-2-3 5 15,3-2 0-15,4-1 2 16,-1 0-2-16,-1 0-1 16,1 0 1-16,-2-4-4 15,-3-2-2-15,0-1 2 0,-2 0-1 16,-1-1-1-16,-3 0 1 15,-2-1 0-15,0 0-1 16,0-1-1-16,0 0-2 16,-9 3-2-16,-1-1-1 15,-4 3-1-15,1 2 0 0,-3 3 1 16,0 0-5-16,2 0-16 16,2 7-32-16,5-2 3 15,1-1-24-15</inkml:trace>
  <inkml:trace contextRef="#ctx0" brushRef="#br0" timeOffset="26649.15">14467 11023 213 0,'0'0'6'0,"0"0"0"16,0 0-3-16,-29 37 9 15,20-24-3-15,2 0 4 16,1-2 7-16,6 0-13 16,0-2-5-16,0-3-1 15,8 0 0-15,4-5 3 0,1-1 2 16,3 0-1-16,-1 0 2 16,-1-4-2-16,-1-5 1 15,-2 2 1-15,-4 0-3 16,-2-3-1-16,-3 3 1 15,-2 0 2-15,0 0-4 0,-5 0-1 16,-7 0-2-16,-1 2-2 16,-2 0 1-16,0 3-4 15,0 0-2-15,2 2-30 16,2 0-12-16,2 0-13 16,4 0-27-16</inkml:trace>
  <inkml:trace contextRef="#ctx0" brushRef="#br0" timeOffset="26912.76">14612 10903 270 0,'0'0'27'0,"0"0"-23"16,0 0-3-16,3 51 3 0,1-31 3 15,-2 0 1-15,0-2-2 16,1 1-2-16,1-1-2 16,-2-1-2-16,0 0 0 15,-2-1-1-15,2-1-42 16,-2-3-9-16,0-2-22 16,0-9-87-16</inkml:trace>
  <inkml:trace contextRef="#ctx0" brushRef="#br0" timeOffset="27309.94">14708 11093 279 0,'0'0'32'0,"0"0"6"15,0 0-24-15,0 0-12 16,0 0 10-16,39-14 3 0,-24 8-6 15,3 2-3-15,-1-3-3 16,-1 1-2-16,-1 1-1 16,0-2 1-16,-3 0-1 15,-2-1 1-15,-4 2-2 0,-1-2 1 16,-3 1-1-16,-2 1 1 16,0 1-1-16,-6 0 1 15,-3 2-2-15,-3 3 2 16,-1 0-4-16,-1 0 6 15,1 9 1-15,-1 0-4 16,4 2 3-16,3 0-3 0,3 1 1 16,3-1-1-16,1 1 0 15,0-1 0-15,5 0-1 16,6-1 4-16,1-3-5 16,2 0-2-16,2-3-18 15,2 1-12-15,1-3-43 0,0-2 9 16,3 0 11-16</inkml:trace>
  <inkml:trace contextRef="#ctx0" brushRef="#br0" timeOffset="27730.11">15146 10996 283 0,'0'0'27'0,"0"0"2"15,-38 1-20-15,22 7-3 0,3 2 3 16,0 1 3-16,4 2-4 16,1-3-4-16,5 1-2 15,3-2-1-15,0 1 0 16,0-3-1-16,4-1 1 16,5-2-3-16,0-4 2 0,1 0-1 15,2 0-3-15,-1-4-1 16,-1-7 5-16,-3-3 2 15,1-2-1-15,-3-6-1 16,-2-3 0-16,1-8-1 16,-4-3-7-16,0-6-14 0,0-2 0 15,-7 0-9-15,0 7 25 16,0 4 12-16,1 11 10 16,2 13 10-16,2 9 0 15,2 7-24-15,0 19-2 16,6 8-1-16,3 3 4 15,4 8 2-15,4-1-3 0,2 0-1 16,-4-7 1-16,-2-7-47 16,-3-9-134-16</inkml:trace>
  <inkml:trace contextRef="#ctx0" brushRef="#br0" timeOffset="31725.96">13563 11785 71 0,'0'-6'32'16,"0"-1"-2"-16,0-3 40 0,-4 1-51 16,0-2 20-16,-1-2-10 15,3 1 3-15,0 0 9 16,2 1-12-16,0 4-7 16,0 2-6-16,11 3-13 0,3 2-2 15,3 0 0-15,2 8 0 16,3 5 0-16,0 3-1 15,-2 2 0-15,-3 2 0 16,-2 0 1-16,-5 1-1 16,-5-2-1-16,-5-2-2 0,0-2-4 15,-7-1 3-15,-4-1-3 16,-5-1 1-16,-3-2-5 16,0 0-5-16,2-2-3 15,-1-3-8-15,0-1 2 16,6-2-4-16,2-2-18 15,3 0-30-15,6-10-82 0</inkml:trace>
  <inkml:trace contextRef="#ctx0" brushRef="#br0" timeOffset="32036.89">13790 11707 99 0,'0'0'37'16,"0"0"19"-16,0 0-22 0,0 0 7 15,0 0-3-15,0 0 4 16,0 0-6-16,0 0-17 16,-38-20-5-16,22 31-3 15,-3 6-1-15,2 2 0 16,1 1-2-16,3 4 1 0,5-1-2 15,5-1 0-15,3 3-2 16,0-2-2-16,5-1-2 16,10-4 0-16,5-3-1 15,3-4 0-15,1-5-4 16,2-2-41-16,-2-4-34 0,0 0-44 16</inkml:trace>
  <inkml:trace contextRef="#ctx0" brushRef="#br0" timeOffset="32407.8">14011 11876 179 0,'0'0'47'0,"0"0"4"0,0 0-13 15,0 0 4-15,0 0-27 16,0 0-9-16,0 0 23 0,0 0-10 16,2 60-8-16,-2-36-4 15,0 1-5-15,0-1-1 16,2-1-2-16,0-6-34 16,1-4-75-16,-1-9-55 0</inkml:trace>
  <inkml:trace contextRef="#ctx0" brushRef="#br0" timeOffset="33479.94">13363 11606 224 0,'6'-7'7'0,"1"-2"51"0,4 1-21 16,7 1 2-16,4-2-1 16,7-1-7-16,5 2-9 15,1-1-8-15,4 2-9 16,2 3-3-16,0-2-1 15,-3 3 1-15,3 2-2 0,-3-1-3 16,-4 2-36-16,-1-1-47 16,-4-3-34-16</inkml:trace>
  <inkml:trace contextRef="#ctx0" brushRef="#br0" timeOffset="33782.33">14145 11765 298 0,'0'0'6'15,"0"0"70"-15,0 0-69 0,0 0-4 16,0 0-1-16,45 7 0 16,-25-4 0-16,6-3-2 15,-1 0 0-15,4 0-33 16,0 1-35-16,-2-12-56 16</inkml:trace>
  <inkml:trace contextRef="#ctx0" brushRef="#br0" timeOffset="34321.32">14578 11633 305 0,'0'0'34'0,"0"0"33"16,0 0-31-16,0 0-14 0,43-34-12 15,-28 34-2-15,2 0-3 16,-2 8-2-16,1 4-2 16,-5 1 0-16,-3 2 0 15,-1 2-1-15,-4 1 0 16,-3 1-2-16,0 0-8 0,0-3-3 16,-9 0-1-16,2-3-1 15,-2-2 5-15,-1-2 4 16,-1-2 3-16,5-5 3 15,0 0 0-15,2 0 0 16,3-2 1-16,1 0 2 0,0-2-3 16,9-5 1-16,2-3-2 15,5-4 1-15,-1-3 1 16,3-1-1-16,-5 0 0 16,1 0 0-16,-5 2 1 15,-5 2 2-15,-2 4 4 16,-2 0 10-16,0 3 3 0,-4 3-1 15,-6 1-4-15,0 3 0 16,-1 0 6-16,0 11-5 16,0 2-3-16,6 6-5 15,-1 2-2-15,6 2-2 16,0 2-2-16,0-3 0 0,6-1-1 16,5-3-1-16,2-2 0 15,2-2-11-15,2-1-31 16,1-5-33-16,-3-5-108 15,6-3-63-15</inkml:trace>
  <inkml:trace contextRef="#ctx0" brushRef="#br0" timeOffset="34776.4">14930 11856 335 0,'0'0'58'0,"0"0"-5"0,0 0-29 16,0 0 2-16,0 0 3 15,0 0-14-15,0 0-11 0,0 0-3 16,0 0 0-16,0 0-1 16,35-20 1-16,-30 30-2 15,3 1-9-15,-4-1-11 16,2-1-3-16,-2 1 3 15,-2 0 4-15,-2-2 3 0,0 2 1 16,0-3 3-16,0 0 8 16,-4 2 3-16,-2-3 0 15,0-1-1-15,2 1 2 16,0-3-1-16,3-1 4 16,1 0 0-16,0-2-3 0,3 0 1 15,6 0 8-15,6-4 0 16,6-5-5-16,-3-2-4 15,6-1 1-15,-4 1-1 16,0 0-1-16,-2 2 0 16,-4 2-2-16,-1 4-5 0,-8 1-31 15,-1 0-87-15,-4-2-54 16</inkml:trace>
  <inkml:trace contextRef="#ctx0" brushRef="#br0" timeOffset="35449.05">14482 11529 60 0,'0'0'30'0,"0"0"37"0,0 0-32 15,0 0 2-15,14-42 16 0,-14 36 7 16,0 3-28-16,0-1-15 15,0 1 15-15,0 2 0 16,0 1-18-16,4 0-13 16,7 0-2-16,6 0 4 15,6 0 2-15,6 0 1 16,2 0-4-16,6-3-2 0,-1-3 1 16,-1 2-4-16,-3-3-43 15,-3-5-87-15,0-1-109 16</inkml:trace>
  <inkml:trace contextRef="#ctx0" brushRef="#br0" timeOffset="35712.26">15124 11261 99 0,'0'0'231'0,"0"0"-147"16,45-3-36-16,-23 7-21 16,5 15-1-16,0 9 0 0,0 3-5 15,-1 9-1-15,-4 8-6 16,-6 3-7-16,-5 6-3 16,-7 5-3-16,-4 0 0 15,-10-4-4-15,-13-2-29 16,-10-7-32-16,-9-5-21 15,-12-10-97-15</inkml:trace>
  <inkml:trace contextRef="#ctx0" brushRef="#br0" timeOffset="36229.06">13411 11492 253 0,'0'0'-3'0,"-44"0"45"0,15 9-2 0,0 16 8 15,-4 11-15-15,4 9-3 16,1 8-10-16,2 2-8 16,8 5-3-16,6 1-5 15,12-4-3-15,1-6 0 0,21-4-1 16,15-10 0-16,14-12 0 15,15-12-4-15,9-7-26 16,13-6-39-16,9-17-30 16,10-13-30-16</inkml:trace>
  <inkml:trace contextRef="#ctx0" brushRef="#br0" timeOffset="36673.62">15478 11115 205 0,'0'0'62'0,"0"0"3"0,0 0 10 16,0 0-20-16,0 0-9 15,0 0-25-15,0 0-16 16,0 0 4-16,-56 72-1 16,33-21-5-16,-7 0-3 0,-3-4-28 15,-6-13-178-15</inkml:trace>
  <inkml:trace contextRef="#ctx0" brushRef="#br0" timeOffset="39108.81">13159 12541 74 0,'0'0'58'0,"48"15"13"0,-8-11-25 16,15 0-10-16,13-2 1 15,14-2 9-15,12 0-18 16,13 0-11-16,9-1-4 16,10-7 4-16,13-6-6 15,11-3-3-15,8-6-1 16,1-4-1-16,4-5-3 0,-1 0 0 15,-2-2-1-15,-11 0-1 16,-2 2 1-16,-10 3 1 16,-11 2 0-16,-8 6 0 15,-16 4-2-15,-10 6 1 16,-15 4-1-16,-13 4 0 0,-13 3-1 16,-15 0 0-16,-11 7 0 15,-9 1 0-15,-8 4-1 16,-6-4 0-16,-2 2-4 15,0-4-19-15,-4-1-7 16,-4-3-28-16,2-2-23 0,4 0 6 16,-1-9-88-16</inkml:trace>
  <inkml:trace contextRef="#ctx0" brushRef="#br0" timeOffset="39407.12">16155 11951 251 0,'0'0'32'0,"0"0"67"15,0 0-51-15,0 0-24 0,48-23-11 16,-14 36 9-16,8 4 0 16,5 7-5-16,1 3-8 15,0 3 0-15,-7 4-4 16,-7 2-3-16,-10-2-1 15,-10 1 0-15,-12-4-1 16,-3-4 0-16,-17-2-2 0,-9-3 2 16,-10-3-2-16,-3-3-1 15,-8-2-24-15,-5-3-26 16,-5-4-63-16,0-7-24 16</inkml:trace>
  <inkml:trace contextRef="#ctx0" brushRef="#br0" timeOffset="40140.76">17621 11968 157 0,'0'0'29'0,"4"-38"30"16,-4 22-9-16,-5 6-5 15,-12 4 13-15,-6 6-27 16,-6 0-12-16,-6 10-3 0,-3 10 4 15,-6 3 0-15,3 8 1 16,0 1-4-16,5 2-6 16,5 0-3-16,6-2-2 15,7-2-2-15,8-1-1 16,7-5-2-16,6-3 1 0,6-4-1 16,13-5-1-16,4-4 0 15,9-8 1-15,3 0-1 16,1-8 0-16,1-9 1 15,-6-4-1-15,-3-6 0 16,-8-1 0-16,-3-3 1 0,-9-2-2 16,-7 5-2-16,-4 2 0 15,0 6 2-15,-7 6 0 16,-6 8 2-16,-3 6-1 16,2 0 0-16,2 13 2 15,5 4 1-15,5 6 6 0,2 1 5 16,4 2-2-16,14-1-5 15,8-2-3-15,5-3-1 16,4-2-3-16,3-5 0 16,-1-2 0-16,2-8-14 15,0-3-47-15,-6-8-55 16,0-19-182-16</inkml:trace>
  <inkml:trace contextRef="#ctx0" brushRef="#br0" timeOffset="40859.74">17185 11515 165 0,'0'0'17'0,"0"0"16"0,0 0-17 0,0 0 20 16,-48 52-6-16,35-28-8 15,-2 1-2-15,1 2-10 16,3-2-2-16,0-1-2 16,4-1-4-16,-2-6 0 0,5-1-1 15,0-6-1-15,2-6 1 16,0 0-1-16,2-4 0 16,0 0 5-16,2-9 6 15,6-6-9-15,1-2 1 16,-2-4-3-16,4-1 1 15,-2-2 0-15,-1 2-1 0,-1 1 0 16,0 3 0-16,-4 6 1 16,-2 3 8-16,0 2 21 15,-1 6-5-15,2 1-5 16,0 0-16-16,0 1-3 16,2 9 1-16,5-2 1 0,3 4 1 15,3 1 1-15,3-1-3 16,7 1-1-16,0 3-2 15,3-2 2-15,1-1-9 16,0-2-60-16,-2-4-70 16</inkml:trace>
  <inkml:trace contextRef="#ctx0" brushRef="#br0" timeOffset="41623.36">17957 11524 128 0,'0'0'37'0,"0"0"-9"0,0 0 6 16,-35 34 4-16,19-16 2 15,3 3 5-15,-3 3-6 16,3 2-14-16,0 2-9 0,1-2-3 16,1 1-5-16,-2-4-4 15,6-5-1-15,-1-1-1 16,3-5 0-16,-1-4-2 15,3-2 0-15,3-4 0 0,-3-1 0 16,3-1 1-16,0 0 1 16,0-4-1-16,7-5 0 15,2-3-2-15,2-3 1 16,5-5 0-16,-1-3 0 16,1 0-1-16,-1-4 1 0,0 2-1 15,-2 0-1-15,-3 3 0 16,-2 5 0-16,-2 0 2 15,-2 6 0-15,-1 1 0 16,-1 3 0-16,-2 2 0 16,0 1 2-16,0 4-2 15,0 0 0-15,0 0-2 0,0 0 2 16,0 7 2-16,0 3-2 16,-4 2 0-16,-3 2 0 15,-2 1 2-15,0 2-2 16,-2-1 0-16,0 5 0 15,-3 1 0-15,2 2 0 0,0-4-4 16,-2-5-99-16,1-5-153 16</inkml:trace>
  <inkml:trace contextRef="#ctx0" brushRef="#br0" timeOffset="44482.4">11727 13393 120 0,'0'0'10'15,"58"10"18"-15,-11-5 7 0,11-1-4 16,5-1-5-16,7-3 4 16,7 0-16-16,-3 0 1 15,2-5-1-15,-7-2-3 16,2-1-6-16,-6 1-2 15,-2-1-3-15,-3 3 0 0,-4 1-1 16,-2-1-6-16,-10 0-59 16,-3-2-40-16</inkml:trace>
  <inkml:trace contextRef="#ctx0" brushRef="#br0" timeOffset="45330.75">13586 13019 200 0,'0'0'25'16,"0"0"32"-16,0 0 8 0,-44-16-18 15,38 25-32-15,4 7 0 16,2 2 4-16,2 4-9 16,11 0-1-16,5-1-6 15,3-2-1-15,4-1-1 16,2-5 0-16,0-2-1 0,2-6 1 16,2-5-2-16,-2-2 0 15,-2-13 0-15,-3-7-4 16,-3-4-2-16,-5-1 6 15,-7 1-1-15,-3 2 0 16,-4 4 1-16,-2 5 1 16,0 6 0-16,0 7 0 0,-4 2 2 15,2 11-2-15,2 8 1 16,0 5 3-16,0 6 3 16,0 3-3-16,8 1-1 15,1 1-1-15,-2-1 2 0,2-1 0 16,-4-2-3-16,-2-2 0 15,0-4 0-15,-3-5-1 16,0 1 0-16,-11-5 1 16,-2 1 0-16,-7-3-1 15,-3 0 0-15,-4-1 0 0,-6 0-1 16,1 1 0-16,-1-1 0 16,2-2-3-16,6-1-19 15,5 2-6-15,4-5-33 16,8-6-19-16,6-1-23 15</inkml:trace>
  <inkml:trace contextRef="#ctx0" brushRef="#br0" timeOffset="45550.96">13986 13369 245 0,'0'0'30'0,"0"0"27"16,0 0-4-16,0 0-19 15,0 0 1-15,0 0-4 16,0 0-4-16,33 54-13 16,-33-29-7-16,0 2-5 0,-1 0-1 15,0 1 0-15,1-1-2 16,-2 0-1-16,0-4-39 16,0-7-49-16,-2-5-49 15</inkml:trace>
  <inkml:trace contextRef="#ctx0" brushRef="#br0" timeOffset="46015.79">13497 12816 292 0,'0'0'-6'0,"0"0"27"16,0 0 35-16,0 0-11 16,-38-20-37-16,31 31-4 15,-4 4 1-15,6 0-4 16,-1 1 2-16,2-2-2 0,3-1 0 15,1-3 0-15,0-2-1 16,0-3-1-16,0-3 2 16,0-2-2-16,3 0 1 15,3-1 0-15,-1-10 0 0,4-4 0 16,-2-3 0-16,1-2 0 16,1 3 0-16,0 1 0 15,-2 2 1-15,-1 6-1 16,3 2 1-16,3 6-1 15,3 0 1-15,1 0 0 16,3 3-1-16,7 1 1 0,3 3-1 16,2 0-1-16,0-1 0 15,0-4-51-15,-6-2-95 16</inkml:trace>
  <inkml:trace contextRef="#ctx0" brushRef="#br0" timeOffset="46792.82">13606 14165 172 0,'0'0'3'0,"0"0"15"16,0 0 39-16,0 0-4 15,0 0-25-15,0 0-17 16,0 0 22-16,-35 53-11 15,32-19-9-15,3 0-7 0,0-4-3 16,9-3-2-16,4-7 0 16,1-6-1-16,3-9 2 15,4-5-2-15,0-1 0 16,3-15 0-16,0-6 0 16,-5-3 0-16,0-3 0 0,-7 2 0 15,-4 1 0-15,-1 2-2 16,-7 5 2-16,0 6 0 15,0 3 0-15,0 9 2 16,0 0-2-16,0 14 0 0,0 4 1 16,0 9-1-16,4 1 1 15,0 3 0-15,2 0 2 16,-2 0 9-16,-1-5-8 16,-1-4-1-16,-2-3 2 15,0-4 2-15,-3-3-4 16,-7-1 3-16,-5-4 0 0,0 0-3 15,-3-3 0-15,-3 0-3 16,2-2-1-16,1-2 1 16,2 0-2-16,5 0 1 15,4-3-1-15,7-2-19 16,0-1-24-16,7 0-55 0,9-2 3 16</inkml:trace>
  <inkml:trace contextRef="#ctx0" brushRef="#br0" timeOffset="47152.95">13979 14447 227 0,'0'0'10'0,"0"0"35"0,0 0-3 0,25-47-2 15,-16 35 2-15,-3 1-14 16,4 4-9-16,1 3-7 0,0 4-8 15,0 0-3-15,-1 5-1 16,-2 10 0-16,-3 1 0 16,-3 3 0-16,-2 2 0 15,0 3-1-15,-3-1 1 0,-3-2 0 16,-1 0-2-16,1-5 1 16,2 0 1-16,4-9-2 15,0-3 1-15,1-2 0 16,11-2 1-16,3-4 1 15,7-5-1-15,3-6-1 0,6 1 2 16,1-2-2-16,3 0-17 16,-3 0-17-16,-1 1-30 15,-5-1-14-15,-7 0-80 16</inkml:trace>
  <inkml:trace contextRef="#ctx0" brushRef="#br0" timeOffset="47622.39">13565 13884 326 0,'0'0'4'0,"0"0"-2"16,-40 30-1-16,30-10 0 16,1 1-1-16,-2 2 2 0,6-3-1 15,-2-2 0-15,5-4-1 16,0-4 0-16,2-4 0 15,0-5 0-15,0-1 0 16,2-3 1-16,5-11-1 16,0-3 1-16,4-5-1 15,0-3 0-15,-2 0 0 0,2 2 0 16,0 2 1-16,-2 6 0 16,1 4 6-16,1 8 16 15,2 3-13-15,5 2-8 16,4 8-2-16,7 4 1 15,3 0-1-15,4-1 0 0,1-5-4 16,-5-8-71-16,-2 0-146 16</inkml:trace>
  <inkml:trace contextRef="#ctx0" brushRef="#br0" timeOffset="49039">8019 13719 9 0,'0'-6'1'15,"0"-2"12"-15,0 0-2 16,0 0-1-16,0 1 2 0,0 3-9 15,0 1-2-15,0 1 0 16,2 1-2-16,1 1 1 16,1 0 0-16,-2 0-1 15,2 0 1-15,1 2 0 0,1-1 0 16,1 1-1-16,2-1-7 16</inkml:trace>
  <inkml:trace contextRef="#ctx0" brushRef="#br0" timeOffset="49982.43">8883 13552 31 0,'0'0'5'0,"0"0"17"0,0 0 7 16,37-12 8-16,-31 9 4 16,-4 2-13-16,1 0 2 0,-1 1 1 15,0-2-5-15,-2 2-4 16,0 0-3-16,0 0 9 15,0 0 0-15,0 0-5 16,0 0-7-16,0 0-3 16,0-1-1-16,0-1-6 0,0 1-4 15,0-2-1-15,0 3-1 16,0-3 1-16,0 3 0 16,0-1-1-16,0-1 1 15,0 1-1-15,0 1 1 16,0 0-1-16,0-1 0 0,0 1 0 15,0-2 0-15,0 2 0 16,0 0 0-16,0 0 0 16,0 0 0-16,0 0-1 15,0 0 2-15,0 0-2 16,0 3 1-16,0-3 0 0,0 3 0 16,0-2 0-16,0-1 0 15,0 2-1-15,0-1 1 16,0-1-1-16,0 3 0 15,0 0 0-15,0 0-3 16,0 2-30-16,0 1-28 0,0-2-9 16,0-4-30-16</inkml:trace>
  <inkml:trace contextRef="#ctx0" brushRef="#br0" timeOffset="50829.67">10850 13464 160 0,'0'0'30'0,"0"0"1"0,0 0-3 0,0 0-9 16,0 0-1-16,0 0 4 0,0 0-6 16,0 0-4-16,0 0 0 15,0 0 0-15,0 0 6 16,0 0 5-16,0 0-5 16,7-13-4-16,-7 13 3 15,0-3-5-15,0 3-10 16,0-2 0-16,0 1 1 0,0-2-2 15,0 2-1-15,0-1 1 16,0 0-1-16,0 2 0 16,0-2 0-16,0 1 1 15,0 1-1-15,0-2-1 16,0 2 1-16,3 0 0 0,-1 0-1 16,-2 0-1-16,2 0-4 15,0 0-27-15,-2 6-29 16,0-2-15-16,0 0-10 15</inkml:trace>
  <inkml:trace contextRef="#ctx0" brushRef="#br0" timeOffset="51526.74">8278 14370 119 0,'0'0'5'0,"0"0"4"0,0 0-5 15,0 0 0-15,0 0 3 16,0 0-3-16,0 0 1 16,0 0-3-16,0 0-3 0,0 0-3 15,0 0-1-15,0 0-2 16,2 3 1-16,-2-3-2 15,0 0 2-15,0 0-1 16,0 0 4-16,0 0-1 16,0 1-1-16,1 0-2 0,5 0-7 15,1 1 4-15,4 2 1 16,0 1 8-16,2-2 2 16,1 0-2-16</inkml:trace>
  <inkml:trace contextRef="#ctx0" brushRef="#br0" timeOffset="51821.07">9062 14324 125 0,'0'0'7'15,"0"0"6"-15,0 0 15 16,0 0-6-16,0 0-13 16,0 0-3-16,0 0-3 0,0 0-2 15,0 0-1-15,-6-2 0 16,6 6 0-16,0-1 0 16,0 1-1-16,0 0-1 15,0 2-22-15,0-3-66 0</inkml:trace>
  <inkml:trace contextRef="#ctx0" brushRef="#br0" timeOffset="52545.91">10245 14368 117 0,'0'0'23'0,"0"0"13"16,0 0 9-16,0 0-7 15,0 0-11-15,0 0-3 0,0 0-1 16,0 0 1-16,0 0 3 16,11 25-4-16,-11-21-5 15,0-3 1-15,0 2-1 16,0-3-5-16,0 1-2 15,0-1-1-15,0 0 2 0,0 0-3 16,0 0-2-16,0 0 2 16,0 0 3-16,0 0-2 15,0 0-2-15,0 0-5 16,0 0-3-16,0 0 1 16,0 0 0-16,0 0-1 15,0 0 0-15,0 0 0 0,0 0 0 16,0 0 1-16,0 0-1 15,0 0 0-15,0 0 1 16,0 0-1-16,0 0 0 16,0 0 0-16,0-1 0 0,0 0 1 15,0-1-1-15,0 2-1 16,0 0 2-16,-2 0-1 16,2 0 0-16,0 0 0 15,-2-1 0-15,1 1 0 16,0 0 0-16,1 0 0 15,0-2-1-15,0 2 1 0,0 0 0 16,-1 0 0-16,1 0 0 16,0 0 0-16,0 0 0 15,0 0-1-15,0-1 1 16,0 1 0-16,7-1-3 16,-1 1-1-16,4 0-26 0,-4 1-40 15,-5-1-94-15</inkml:trace>
  <inkml:trace contextRef="#ctx0" brushRef="#br0" timeOffset="55368.84">6081 15269 19 0,'0'0'14'0,"0"0"3"16,0 0 16-16,0 0-2 0,0 0-4 16,0 0-5-16,0 0-1 15,0 0-5-15,0 0-4 16,0 0-6-16,11-31-5 15,-6 31-1-15,-1 0 2 0,3 1-2 16,2 5 1-16,0 1-2 16,0 0 2-16,4 0-1 15,1 0 0-15,2 0 1 16,3-1-1-16,3-2 0 16,3 0 1-16,4-1 0 15,3-3 0-15,3 0 0 0,1 0 1 16,-1 0 0-16,5-4 1 15,1-2-2-15,1 3 0 16,4 0 1-16,2-1-1 16,2 0-1-16,-1 3 1 15,4-1 0-15,-1 2 2 0,2-1 2 16,-1-2 0-16,1 3 2 16,2-3 0-16,-2 2 1 15,1-2 0-15,-1-1-3 16,-1 1-1-16,2 1-2 15,-2-1 2-15,2 3 1 0,0 0-1 16,0 0 0-16,-4 0 1 16,3 5-2-16,-6 2 2 15,2 0 0-15,0 6-2 16,-1-3-3-16,-2 1 1 16,2-1-1-16,0-2 1 0,3 0 0 15,1-3 0-15,6-2 0 16,1 0 0-16,3-3 0 15,1 0 3-15,3 0 2 16,2-1 3-16,-2-2-1 16,0 0-1-16,1 0 2 0,-1 1-2 15,0 0-3-15,-3 2 2 16,3 0 0-16,-2-2-2 16,3 1-1-16,1-5-1 15,0 0 1-15,0-3 5 16,3-3 1-16,-1 2-1 0,0-1-2 15,4-1-2-15,-2 1-3 16,-1 1 2-16,2 3 0 16,-1 0-1-16,0 1-1 15,0 2 0-15,-6 0 0 16,2-1 0-16,1 1-1 0,-1 3 1 16,-2-1 1-16,0-2-2 15,-1 1 1-15,-1-1 0 16,1 1 0-16,-3 0 1 15,1-2-1-15,-1-1 0 16,1-1 1-16,-1-2 1 16,-1-2-2-16,1 1 0 0,-1 0 0 15,1 0-1-15,-3 2 0 16,1-2 0-16,-3 1 0 16,0 2 0-16,-5 1 0 15,-3 1 1-15,-1 3-2 16,-7 1 1-16,-4 1-1 0,-7 1 2 15,-2-1-2-15,-4 1 0 16,-2 3 0-16,-5 1 0 16,2-1-23-16,-7-4-20 15,-4-2-79-15</inkml:trace>
  <inkml:trace contextRef="#ctx0" brushRef="#br0" timeOffset="87118.68">28077 6460 117 0,'0'0'104'0,"0"0"-102"0,0 0 3 16,0 0-2-16,0 0-3 15,0 0 0-15,0 0 3 16,0 0-1-16,-12 50 3 15,12-29 2-15,0 4-3 16,-1 0-3-16,0 3-1 0,0-2 0 16,-3-2 0-16,0-1 1 15,-1-6-1-15,-2-3 0 16,-1-4 1-16,0-3 1 16,0-3-1-16,-1-4 2 15,3-5 0-15,3-11 4 0,0-8-2 16,3-6-3-16,0-4-1 15,1 0-2-15,7 0 1 16,0 4 0-16,3 3 1 16,0 7 2-16,3 10 3 15,0 5 3-15,5 5 0 0,2 0-2 16,4 8 2-16,2 5-1 16,2-2-4-16,1 3-3 15,-2 1-1-15,-1-3 0 16,-2 0-1-16,-7-1 0 15,0-2-1-15,-5-1-8 0,-5-1-37 16,-6-1-26-16,-2-4-38 16</inkml:trace>
  <inkml:trace contextRef="#ctx0" brushRef="#br0" timeOffset="87394.73">28087 6541 206 0,'0'0'13'0,"0"0"16"16,0 0 12-16,0 0-7 0,0 0-31 0,0 0 4 0,0 0 17 16,36 47 15-16,-5-6-15 15,5 12-8-15,5 8-4 16,1 10-7-16,0 6-4 15,2 4-1-15,-2-1 0 0,1-3-1 16,-3 0 0-16,-3-6-2 16,-2-7-7-16,-8-9-50 15,-6-15-28-15,-7-19-121 16</inkml:trace>
  <inkml:trace contextRef="#ctx0" brushRef="#br0" timeOffset="87847.1">28017 8017 184 0,'0'0'59'16,"0"0"25"-16,0 0-27 16,0 0-41-16,-3 51 5 0,23-18 11 15,8 8-12-15,4 7-9 16,4 4-8-16,0 1-2 16,-1-1-1-16,-3-3-1 15,-6-6-1-15,-8-8-26 0,-4-8-11 16,-9-7-20-16,-5-6 7 15,-1-11-7-15,-17-3-57 16</inkml:trace>
  <inkml:trace contextRef="#ctx0" brushRef="#br0" timeOffset="88342.05">28000 8098 188 0,'0'0'11'16,"-9"-71"13"-16,9 38 11 15,3 3 4-15,17 1-14 16,5 3 0-16,6 3-3 0,7 8 0 16,1 6-3-16,0 8-8 15,-2 1-5-15,-3 4-2 16,-6 12-3-16,-5 2-2 16,-5 3 1-16,-7 2-1 15,-6 0 0-15,-5 1 1 0,0 0 0 16,-9 0 1-16,-8 0 0 15,-1 2 0-15,-4-5-1 16,1-1 1-16,7-6-1 16,1-4 1-16,5-4 0 15,8-2-1-15,8-4 0 0,12 0 6 16,13 0-4-16,8 0 1 16,2-4-2-16,6 4 0 15,-2 0-1-15,-2 10 1 16,-8 3-1-16,-8 4 0 15,-10 1-1-15,-7 3 1 0,-9-1-1 16,-3 2 2-16,-7-1 1 16,-13 0 4-16,-3 2 0 15,-9 0-4-15,-2-1-1 16,-2 1-1-16,0-3 1 16,2-3-1-16,4-3 0 0,8-4 0 15,6-4-1-15,8-5 0 16,8-1-14-16,0-5-38 15,12-11-55-15,5-7 0 16</inkml:trace>
  <inkml:trace contextRef="#ctx0" brushRef="#br0" timeOffset="89081.03">28666 8136 243 0,'0'0'-1'0,"0"0"10"0,0 0 6 0,-19 47 17 16,17-30 2-16,2 0-3 16,0-3-12-16,7-2 1 15,7-1-8-15,1-4-5 16,5-3-3-16,2-2-2 16,-1-2 0-16,2 0-5 0,-1-6 4 15,-2-8 1-15,-3-2-1 16,-3-2-1-16,-3-3 2 15,-7-1-2-15,-4 1-1 16,0 1 1-16,-8 3-2 0,-11 1 2 16,-2 5-4-16,-3 3 4 15,-3 3 4-15,0 2-6 16,0 3 2-16,2 0 0 16,6 0 2-16,3 0 0 15,5 0 0-15,7 0 6 16,4 0 2-16,2-4-3 0,12-3-1 15,11 0-4-15,5-6-1 16,7 0 1-16,5-2-1 16,0 0 0-16,-1 3-1 15,-1 1 0-15,-8 3 1 16,-5 4-1-16,-6 4 0 0,-4 0 0 16,-8 0 0-16,-2 7 1 15,-3 3 1-15,-1-1 4 16,0 2 1-16,-1-1 0 15,1 1-2-15,0-2 1 16,5 0-3-16,-3-1 0 0,7-3 0 16,1-2-2-16,4-1 2 15,1-2-2-15,2 0 1 16,0-5 0-16,-1-2-1 16,-1-4 0-16,-5 4-1 15,1-6 0-15,-4 3 0 0,-5-5 2 16,-2 0-2-16,-3-2-2 15,0-1 2-15,-10 1-1 16,-7 0 0-16,-1 4 0 16,-6 2 0-16,0 5 0 15,-3 6 1-15,0 0-2 16,-2 2 1-16,2 7 2 0,1 3-3 16,4-1-3-16,4 0-10 15,7-1-10-15,6-2-20 16,5-7-37-16,2-1-35 15</inkml:trace>
  <inkml:trace contextRef="#ctx0" brushRef="#br0" timeOffset="89633.03">29202 7459 375 0,'0'0'0'16,"0"0"3"-16,0 0-2 15,14 61 16-15,6-31-1 0,5 1-4 16,4 1-3-16,0 1-5 16,0 1-2-16,-2-1 0 15,-4 1-2-15,-4-4 0 16,-5-3 0-16,-4-6 0 15,-4-8-3-15,-3-6 3 0,-3-7 0 16,0-1 4-16,0-15-3 16,-8-5-2-16,-2-5 2 15,1-2-1-15,1-3 0 16,3 1 0-16,1 3 1 16,4 3-2-16,0 5 5 0,8 3 2 15,8 2 3-15,4 7-6 16,-1 6-2-16,3 1 0 15,-4 0-1-15,-3 8-1 16,-5 7 1-16,-4 0-1 16,-3 2 1-16,-3 2 0 0,0-2 0 15,-3 1-1-15,-6-1 1 16,-2-3-1-16,0-2 1 16,2-1 0-16,2-4 0 15,1-4 1-15,6-2-1 16,0-1 1-16,13 0-2 0,7-1 2 15,2-5 1-15,9-2-1 16,2-1 0-16,4 2-1 16,-3 4 0-16,-3-1-3 15,0 4-47-15,-9-3-33 16,0-1-14-16</inkml:trace>
  <inkml:trace contextRef="#ctx0" brushRef="#br0" timeOffset="90107.7">30344 6851 84 0,'0'0'134'0,"-6"-44"-112"15,-8 27 26-15,-6 8-6 16,-3 6-15-16,-5 3-8 15,-3 5 2-15,-2 9-3 0,0 6-4 16,3 1-6-16,3 6-1 16,8 4-3-16,4 2-1 15,7 5 0-15,8 4 0 16,0 6 2-16,6 4-1 16,10 1-1-16,3 2-2 15,0-1-1-15,3 0 1 0,-4-4-1 16,2-1-1-16,-3-7-13 15,-3-5-34-15,-5-9-9 16,-4-7-27-16,-3-11-51 16</inkml:trace>
  <inkml:trace contextRef="#ctx0" brushRef="#br0" timeOffset="90308.7">30159 7338 289 0,'0'0'16'16,"0"0"48"-16,18-50-15 15,6 30-26-15,8-2-2 16,6-4-8-16,4-1-4 16,5 5-6-16,-5 0-2 15,-2 7-2-15,-4-1-11 0,-4 2-95 16,-10-8-35-16</inkml:trace>
  <inkml:trace contextRef="#ctx0" brushRef="#br0" timeOffset="90900.91">30620 7031 308 0,'0'0'57'0,"-19"47"-53"16,14-23 7-16,4 0 23 0,1 2-22 15,1-2-3-15,10-4 1 16,1-4-4-16,4-1-2 16,-1-6-2-16,2-1-2 15,0-5-1-15,1-3 0 16,-5 0 2-16,-1-3 0 16,-5-10 4-16,-3-3-5 0,-3-3-4 15,-1-2-6-15,-1-1-5 16,-8-2 0-16,-3 4 0 15,-2 2-8-15,-1 2 8 16,2 2 6-16,1 4 4 16,0 0 2-16,4 0 4 0,4 3-1 15,3-3 2-15,1 0 10 16,6 2 21-16,10 2-5 16,6 0-15-16,6 3 2 15,6 3-3-15,1 0-6 16,2 0-3-16,-3 5-2 0,-2 3 2 15,-3 1-2-15,-8 1 2 16,-2-2-2-16,-5 4-1 16,-2-2 2-16,-7 1-2 15,-2-1 0-15,-3 0-1 16,0-3 1-16,0 0 0 0,-5-4 1 16,-4 0 0-16,-1-3 1 15,-1-2-1-15,1-9 0 16,0-9 1-16,5-3 0 15,3-4 0-15,2-1-2 16,0-2 0-16,7 6-3 0,7 4-3 16,1 3-28-16,6 6-59 15,-2 1-14-15,1-2-72 16</inkml:trace>
  <inkml:trace contextRef="#ctx0" brushRef="#br0" timeOffset="91510.21">31227 6856 375 0,'0'0'9'0,"0"0"7"0,0 0-14 0,0 0 3 16,38 35 5-16,-27-23 2 16,-1 1-4-16,-1 0-1 15,-2 0-5-15,0 1-1 16,-4-3-1-16,-2 1 0 15,-1-2 1-15,0-5-2 0,0-2 2 16,-3-3 0-16,-3 0 1 16,2-8-1-16,-1-11 0 15,1-2-1-15,3-7 1 16,1 0-1-16,0 3 2 16,0 2 0-16,0 6 3 15,7 7-2-15,2 6 1 0,1 4-3 16,3 3-1-16,4 8 0 15,0 2 1-15,0 4 0 16,-1-1 0-16,0-1-1 16,-2 0 1-16,-2-3-1 15,-1 0 0-15,-4-4 1 0,0 1-2 16,-1-4 1-16,-4-2 0 16,0 0 0-16,-2-3-1 15,0 0 5-15,0-7-1 16,-7-4-3-16,-2-4 1 15,1-2-2-15,1-3 2 0,3-1-1 16,0 3 0-16,3-1 1 16,1 2-1-16,0 6 2 15,9 2 2-15,4 3-2 16,5 5-1-16,1 0 0 16,4 1 1-16,0 0-2 0,2 0 0 15,0 1 1-15,-2 3-1 16,-2 1 0-16,0-1 0 15,-3 3 0-15,-1-1 0 16,-3-1-4-16,-1 2-33 16,-4-1-46-16,-4 1 15 15,-3-4-32-15</inkml:trace>
  <inkml:trace contextRef="#ctx0" brushRef="#br0" timeOffset="92076.69">31728 6763 245 0,'0'0'26'0,"0"0"52"0,0 0-3 16,0 0-27-16,0 0-33 15,0 0-12-15,0 0 2 16,0 0-1-16,0 0 3 0,0 0-4 16,44-3-2-16,-29 10 0 15,-1-3 0-15,-1-2-1 16,-2-2 0-16,2 0 0 15,-2-2 2-15,1-12-3 16,-2 0 3-16,-1-4-1 16,-2-1-1-16,-2 2 0 0,-3 3 0 15,0 4 1-15,-2 4-1 16,0 3 0-16,0 3 1 16,1 0-3-16,3 0 2 15,2 9 0-15,2-2 0 0,4 3 0 16,1-3 1-16,2-1 0 15,0-2 0-15,2-3-1 16,1-1 1-16,0 0-1 16,-3-7 0-16,2-4 1 15,-4-6-1-15,0-2 0 0,-2-5 0 16,-4-3 0-16,-1-3-1 16,0-4 0-16,-4-1-1 15,-2-2-6-15,0 0-2 16,-2 4 4-16,-6 3 2 15,2 6 3-15,1 10 1 0,2 7 0 16,3 7 2-16,0 4-3 16,5 18 2-16,8 6 0 15,2 6 3-15,3 0-4 16,1 3 1-16,3-3 0 16,0-2-1-16,-1-6-1 15,0-6-4-15,1-1-36 0,-3-8-46 16,1-5 15-16,-2-5 0 15,1-1-32-15</inkml:trace>
  <inkml:trace contextRef="#ctx0" brushRef="#br0" timeOffset="92413.81">32514 6468 242 0,'0'0'5'0,"0"0"53"0,0 0 5 0,0 0-13 16,-40-25-22-16,25 27 4 15,2 6-10-15,0 2-8 0,5 0-7 16,4 2-4-16,4-1-2 16,0-3 0-16,2 1 1 15,5-2 0-15,4-4-1 16,5-2-1-16,-2-1 1 16,2 0 0-16,0-7 0 15,0-4-1-15,-3-2 0 0,-2 0 0 16,0 1 1-16,-1 6-1 15,-2 0 1-15,2 3 0 16,2 3-1-16,7 0 1 16,2 0 0-16,8 7 0 0,7-1 0 15,5-2-1-15,0-4-2 16,-2-7-101-16,-4-17-199 16</inkml:trace>
  <inkml:trace contextRef="#ctx0" brushRef="#br0" timeOffset="101868.07">7802 5084 39 0,'2'-6'27'0,"-2"-1"11"16,0 3-9-16,0 1-18 16,0 0 2-16,0-1-4 15,0 1 25-15,-2-2-23 16,-1-1-7-16,-1-1 3 0,0 1 9 15,-3 0-4-15,3-1-3 16,-5 3 0-16,2-2-2 16,-4 1-1-16,-3 0 3 15,1 1-1-15,-3 0-1 16,-1 1-1-16,-2 2-1 0,0 1 0 16,-2 0-1-16,1 0 1 15,-1 0-5-15,0 4 1 16,-2 2-1-16,-2 2 0 15,4 2-1-15,0 0 3 16,-4 1-3-16,3 1 2 0,1 2-1 16,-2 0-1-16,2 2 3 15,0 1-4-15,0 1 2 16,-1-1 4-16,4 2-3 16,-5 1-1-16,5 1 1 15,-1 0 0-15,-2-1-1 0,1 4 1 16,-2-1 0-16,0 0 3 15,-1 0-3-15,0-1 0 16,4-1 1-16,-3 0-1 16,4 1 1-16,0 1-1 15,2-1 1-15,3 3 0 0,0-1 2 16,1-1-3-16,5 2 1 16,-1-1-2-16,3 3 1 15,0-1 0-15,3 1 0 16,2 0-1-16,-2 1 1 15,2 2-1-15,0 1 1 16,0 6 1-16,2 2 4 0,2 4-4 16,4 3 11-16,0 0 13 15,1 0-18-15,1-2-6 16,3-1 0-16,-2 0-2 16,3-1 0-16,-1-2 0 0,2 3 1 15,1-4-1-15,0-2 1 16,1-3 1-16,1-1-1 15,0-6-1-15,0-3 1 16,2-3 0-16,-4-1-1 16,4-4 0-16,-3-2 3 0,2-4-1 15,-1 0 0-15,1-6 1 16,4-4 9-16,0 0 10 16,1 0-13-16,-2-4-6 15,3-2 0-15,0-2-3 16,-1 1 1-16,-2 0 0 15,1-2 0-15,-1 3 0 0,1-4-1 16,-3 0 4-16,4 1-3 16,-1-3 1-16,-2 3 1 15,2-6-2-15,-3 5 1 16,0-1 1-16,-2-2-1 16,-1 0 1-16,0 0 1 0,-1-1 3 15,-1-1 0-15,1-2-1 16,-1-1-1-16,1 0 0 15,2-2-3-15,-2-2 0 16,-1-1-1-16,1 0 1 16,-3 0-2-16,1-1 1 0,-3 3-1 15,-3-2 0-15,2 3 1 16,-3-2-1-16,-3 0-1 16,0 1 2-16,1-1-2 15,-3 0 1-15,-2 1 0 16,0-1-1-16,0 1 2 0,0-2-2 15,0 3 1-15,0-4 0 16,-2 2 0-16,-2-3-2 16,1 0 1-16,-1-4-1 15,-2 1 1-15,3-3 1 16,-4-3 0-16,2-2 0 0,1-2 0 16,0-1 0-16,-3-3-1 15,3 2 1-15,-4 0-1 16,4 0 0-16,-4 2 1 15,3 1-1-15,-3 2 1 16,0-1-1-16,0 1 1 0,3-1-3 16,-3 5 4-16,2 1-1 15,-1 3 0-15,1 6 0 16,-2 2 0-16,0 1 0 16,-3 4-1-16,0 2 0 15,-3 0 1-15,-1 3 2 0,1 1-5 16,-3 2 4-16,3 2-4 15,1 1 1-15,2 0 2 16,4 3 1-16,3 0-10 16,4-3-24-16,0-7-83 15,0-14-94-15</inkml:trace>
  <inkml:trace contextRef="#ctx0" brushRef="#br0" timeOffset="104639.66">29241 8781 277 0,'0'0'-26'0,"-20"-41"39"0,-7 32 13 16,-3 9 0-16,-3 2-9 15,-4 19 3-15,-2 7 13 16,0 11-1-16,3 6-6 16,4 6-8-16,5 4-10 15,8 4-3-15,9-2-3 16,10-3 1-16,1-6-2 0,20-5-1 15,6-9 1-15,5-6-1 16,6-9-1-16,3-8 0 16,3-10-5-16,2-1-21 15,4-11-20-15,1-12-30 0,-4-9-10 16,0-8-34-16</inkml:trace>
  <inkml:trace contextRef="#ctx0" brushRef="#br0" timeOffset="105307.84">29499 8913 129 0,'0'0'159'0,"0"0"-140"16,0 0 37-16,-45-3-13 16,39 22-29-16,2 5-2 15,4 2-1-15,0 2-2 16,0 0-5-16,7-5 0 16,6 0-2-16,0-5-1 15,1-4 0-15,1-6-1 0,2-7 0 16,0-1-1-16,3-3 2 15,-5-13 0-15,-1-8 1 16,-5-3-2-16,-5-4 0 16,-4 2-1-16,-6-2 1 15,-13 7-2-15,-6 7 1 0,-7 7 0 16,-5 3 1-16,1 4 0 16,4 3 0-16,5 0 0 15,7-1 0-15,8-3 0 16,11-4 0-16,2-4 1 15,19-7 0-15,12-2-1 0,8-3 1 16,8-2-1-16,3 2 0 16,1 6 1-16,-2 4-1 15,-7 7 1-15,-6 7 0 16,-6 0 0-16,-5 12-1 16,-4 4 2-16,-7-1 0 0,-1 2-1 15,-5 0 0-15,0-2 0 16,-3-2-1-16,-2-1 1 15,-2-2-1-15,-2 1 1 16,0-8-2-16,0 0 1 16,0-3 0-16,-1 0 3 0,-3-10-2 15,2-7 0-15,2-4-1 16,0-9 0-16,11-4 0 16,9 0 0-16,-2-3-1 15,7 7 2-15,1 5-1 16,-1 10 3-16,-1 10 0 0,0 5-2 15,-1 2-2-15,-4 10 2 16,0 4-1-16,-1-1 0 16,-2 2 1-16,-2-4-1 15,1 1-1-15,0-4-7 16,-1-3-24-16,2-1-25 0,3-6-23 16,1-6-15-16,3-14-13 15</inkml:trace>
  <inkml:trace contextRef="#ctx0" brushRef="#br0" timeOffset="105556.89">30587 8114 291 0,'0'0'3'0,"-48"-3"1"0,24 11 17 15,5 12-4-15,2 8 2 0,5 7 4 16,6 5-2-16,6 2-5 15,0 5-2-15,11 4-5 16,5 4-1-16,2 3-6 16,1 1-1-16,0 0-1 15,-2-3-1-15,-2-7-10 16,-5-4-18-16,-3-6-13 0,-6-6-2 16,-1-8-23-16,-4-6-38 15</inkml:trace>
  <inkml:trace contextRef="#ctx0" brushRef="#br0" timeOffset="106354.95">30271 8815 320 0,'0'0'-1'0,"7"-64"9"16,19 29 10-16,8-2-2 15,11 1-3-15,2-1-2 0,4 3 3 16,-3 4-1-16,-1 3-5 15,-4 5-1-15,-7 5-4 16,-1 2 0-16,-6 6-2 16,-4 3-1-16,-8 2 0 15,-4 4 0-15,-2 0 1 0,-6 0-2 16,0 8 2-16,-1 5-1 16,-1 1 1-16,0 3 0 15,1 0 0-15,1 3-1 16,0-2 0-16,3-3 1 15,-3-4-1-15,4-4 0 0,4-7 2 16,-2 0-1-16,3-10 1 16,0-8-2-16,3-5 0 15,-4-4 0-15,-3 0 1 16,-1 0-2-16,-5 3 1 16,0 4 0-16,-4 3 1 0,0 4-1 15,0 6 0-15,0 3 0 16,0 4 1-16,0 0-2 15,0 4 1-15,0 6 1 16,3 3 1-16,1-2 1 16,4 1 1-16,2-1-2 0,0-2 1 15,3-1-1-15,0-1 1 16,5-4-2-16,0-3 1 16,4 0-1-16,1-6 0 15,3-10 0-15,3-6 1 16,1-2-1-16,1-3-1 15,0 0 0-15,-2 0 0 0,-2 8 0 16,-4 4 1-16,-3 8-2 16,-3 7 1-16,-2 0-1 15,-5 14 0-15,-4 4 0 16,-2 2 0-16,-4 3 1 16,0-2-1-16,0-1 2 0,0-3-1 15,-4-1 0-15,2-4 1 16,-1-4-1-16,1-1 0 15,0-7 0-15,0 0 1 16,2 0 1-16,0-10-1 16,0-6 0-16,5-1 0 0,8-4-1 15,6-5 0-15,5 2 0 16,5 0 0-16,4 1 1 16,1 6-1-16,0 6 4 15,-1 6-1-15,-4 5-2 16,-5 5-1-16,-10 9 1 0,-1 5-2 15,-8 2 0-15,-4-3-10 16,-1 2-45-16,-3-6-29 16,-7-5-39-16</inkml:trace>
  <inkml:trace contextRef="#ctx0" brushRef="#br0" timeOffset="106507.82">31584 8126 319 0,'0'0'-29'0,"11"-42"30"0,5 30-1 16,3 7-23-16,1 3-111 15</inkml:trace>
  <inkml:trace contextRef="#ctx0" brushRef="#br0" timeOffset="107201.05">31838 8222 350 0,'0'0'10'16,"0"0"12"-16,0 0-17 15,0 0 8-15,0 0-2 16,43 42-5-16,-30-32 0 0,-4-3-3 16,1 2 0-16,-5-4-3 15,0 0 0-15,-1-4 0 16,-3-1 0-16,1 0 1 15,0-9 1-15,2-8-1 0,3-5-1 16,5-7 0-16,3 1 0 16,0 1 0-16,0 3 0 15,0 7 0-15,-1 8 2 16,-2 9 0-16,1 0-1 16,-1 9-1-16,4 6 0 0,-1 0 0 15,3 1 1-15,-1-1-1 16,3-4 0-16,3-2 0 15,2-5 0-15,-1-4 0 16,6 0-1-16,1-6-4 16,0-9-2-16,-1-3-3 15,-4-3 2-15,-3-3 6 0,-9 3 0 16,-7-1 2-16,-6 5 0 16,-3 2 3-16,-12 8 9 15,-3 5 3-15,-2 2-8 16,-2 6-5-16,4 8-2 15,3 2 0-15,6 0 0 0,5-1 1 16,3-2-1-16,5-2 0 16,9-2 1-16,8-4 1 15,5 2 0-15,3-1-1 16,2 7 1-16,2 4-1 16,-1 11 3-16,-2 9 9 0,-4 6-1 15,0 8-1-15,-6 6-6 16,-5 1 1-16,-8-3-3 15,-5-2-1-15,-3-6-1 16,-4-7 4-16,-13-12 8 16,-6-8 3-16,-9-14 1 0,-5-6-2 15,-9-9-5-15,1-17-5 16,3-9-1-16,10-9-3 16,10-9 1-16,17-6-1 15,5-5-1-15,27-4-2 16,10 4-23-16,12 3-24 0,6 4-45 15,1 3-83-15</inkml:trace>
  <inkml:trace contextRef="#ctx0" brushRef="#br0" timeOffset="109764.86">24890 3784 37 0,'0'0'-15'0,"0"0"16"16,0 0 3-16,0 0 2 0,0 0 7 15,0 0-5-15,0 0 10 16,0 0 2-16,32-33-4 16,-32 33-7-16,2 0-3 15,-1 0-6-15,1 5 0 0,0 5-8 16,-2-6-48-16</inkml:trace>
  <inkml:trace contextRef="#ctx0" brushRef="#br0" timeOffset="110249.92">25124 6129 309 0,'0'0'8'0,"19"-38"1"0,-8 24 7 15,3 4 5-15,2 3-17 16,-1 3-4-16,2 2-1 16,0 2 0-16,-1 0-8 0,-4-1-40 15,-3-9-88-15</inkml:trace>
</inkml:ink>
</file>

<file path=ppt/ink/ink2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49:35.324"/>
    </inkml:context>
    <inkml:brush xml:id="br0">
      <inkml:brushProperty name="width" value="0.05292" units="cm"/>
      <inkml:brushProperty name="height" value="0.05292" units="cm"/>
      <inkml:brushProperty name="color" value="#FF0000"/>
    </inkml:brush>
  </inkml:definitions>
  <inkml:trace contextRef="#ctx0" brushRef="#br0">27783 9697 176 0,'0'0'40'0,"0"0"22"15,0 0 8-15,-2 41-54 16,20 3 18-16,0 16-6 16,2 11-16-16,1 8-3 0,-7 4-6 15,-2-2-1-15,-3-6-1 16,-4-8-2-16,-3-12 2 15,-1-12 0-15,-1-15-1 16,0-9 0-16,-4-12 2 16,-8-7 14-16,-2-14 0 0,-3-15-9 15,-2-13-5-15,0-17 0 16,2-16-1-16,-3-14-1 16,6-13 0-16,1-5 0 15,6 5 0-15,1 13 0 16,5 23 0-16,1 20 0 0,4 26 1 15,14 20 2-15,10 9-4 16,6 17 2-16,9 8 3 16,5 4-1-16,5 3 2 15,1 0 0-15,3 3-3 16,-2-4 0-16,1-2 2 16,-1-4-1-16,-3-8-2 0,-7-3 0 15,-6-9-1-15,-4-7 0 16,-10-7 0-16,-4-10 0 15,-7-13 1-15,-10-9-1 16,-4-15 1-16,-2-6-1 16,-16-8 0-16,-7-7 0 0,-9 0 1 15,-3-2-1-15,-1 2-1 16,-4 6 2-16,8 9-1 16,5 9 2-16,10 11-2 15,8 14-5-15,11 10-36 16,3 8-66-16,13 1-26 0</inkml:trace>
  <inkml:trace contextRef="#ctx0" brushRef="#br0" timeOffset="858.22">28608 9860 360 0,'0'0'9'0,"0"0"33"0,13-49-16 0,2 20-10 16,3-2-2-16,3-6-6 15,2 1-1-15,-1-2-2 16,-5 4-4-16,-2 3 0 16,-7 3 0-16,-6 5-1 15,-2 4 2-15,-12 4 3 0,-9 10 5 16,-4 5-2-16,-3 2-2 15,-1 16 1-15,1 8-2 16,8 5-2-16,0 5 1 16,9-1-2-16,5 2 0 15,6-2 0-15,11-5 1 0,7-4 0 16,8-6-1-16,5-6-1 16,5-6 0-16,4-5 2 15,0-3-3-15,1-11 0 16,2-10-10-16,-2-9 8 15,-3-4-4-15,-8-2 1 16,-6-1 7-16,-7 8-1 0,-9 6-1 16,-8 7 0-16,0 9 1 15,-6 7 1-15,-8 2 0 16,-1 12-1-16,1 3 1 16,3 3 1-16,6-2 0 0,2 2 0 15,3-6 0-15,9-3 0 16,7-5 0-16,6-4-1 15,4-2-1-15,2-4 1 16,0-11-2-16,1-7 0 16,1-4-1-16,-2-1 1 15,-4-3 1-15,-6 6-1 16,-2 3 0-16,-7 5 1 0,-6 7-2 16,-3 7 2-16,0 2-1 15,-4 2-2-15,-4 11 1 16,1 4 1-16,0 1 1 15,5 0 1-15,2 0 1 0,3-2-1 16,14-3 1-16,3-6 2 16,5-3-1-16,4-3-1 15,2-1 0-15,3-2-2 16,1-12 1-16,-2-5-1 16,-5-2 0-16,-4-6-1 0,-6-6 1 15,-5-1 0-15,-10-2-1 16,-3-3-2-16,-3-2 0 15,-17 4 1-15,-2 5 0 16,-12 5-2-16,-7 6 1 16,-4 8-4-16,1 6-8 0,2 6-2 15,4 1-5-15,10 0-16 16,12 0-15-16,12 0-13 16,4-3-10-16,15-15-75 15</inkml:trace>
  <inkml:trace contextRef="#ctx0" brushRef="#br0" timeOffset="1092.04">30140 8426 350 0,'0'0'13'0,"0"0"20"0,0 0-20 0,36 58 23 16,-29-14-14-16,0 7-13 15,3 2-4-15,3 1 2 16,-1-2 1-16,3 2-1 16,0-4-15-16,0-6-31 0,-3-6-17 15,-2-9-65-15,-6-15-144 16</inkml:trace>
  <inkml:trace contextRef="#ctx0" brushRef="#br0" timeOffset="1325.79">29629 8693 356 0,'0'0'12'16,"-32"-74"31"-16,35 32-13 0,29 0-9 16,17-3-13-16,18-6-3 15,20-6 1-15,12-6-1 16,15-2 1-16,7 1-2 15,2 3-2-15,-8 7 0 16,-9 10-6-16,-13 9-35 0,-22 9-40 16,-17 5-56-16,-14 8-58 15</inkml:trace>
  <inkml:trace contextRef="#ctx0" brushRef="#br0" timeOffset="1824.58">30433 8608 26 0,'-19'57'172'0,"9"-15"-156"16,10-14 2-16,11-6 15 15,11-10-1-15,8-10-5 0,4-2 17 16,7-14 1-16,3-12-19 16,5-8-9-16,1-7-8 15,1-7-4-15,-1-2-3 16,-8 0 1-16,-7 2-3 15,-12 8 2-15,-12 7-1 0,-11 11-2 16,-1 13 0-16,-24 9 3 16,-5 10-2-16,-6 17 5 15,-2 10-4-15,3 5-2 16,5 3 3-16,7-4-1 16,11-1-1-16,10-9 0 0,2-4-2 15,14-11-2-15,7-6 1 16,7-8 2-16,4-2-1 15,6-8 1-15,0-12-1 16,8-8 1-16,4-7-4 16,6-4-4-16,5-2-9 0,3 0 0 15,-6 9 24-15,-8 7 0 16,-10 13-1-16,-12 11-1 16,-14 2-2-16,-9 20 1 15,-5 8 2-15,-5 5-1 16,-11 3-4-16,-9 1 3 15,-5-1 5-15,-4-1-12 16,-4-6-13-16,1-5-15 0,2-5-14 16,2-9-30-16,9-11-40 15</inkml:trace>
  <inkml:trace contextRef="#ctx0" brushRef="#br0" timeOffset="2073.96">31462 7916 408 0,'0'0'16'0,"38"8"-13"0,-22 17-1 0,-3 12 7 16,0 8-1-16,-2 1 0 15,-2 4 0-15,1 0-5 16,-3 4 2-16,2-3-1 0,-2-1-1 15,1-3-3-15,-2-7-25 16,0-12-17-16,-4-9-31 16,-2-11-32-16,0-8-78 15</inkml:trace>
  <inkml:trace contextRef="#ctx0" brushRef="#br0" timeOffset="2230.15">31491 8345 294 0,'0'0'11'0,"-7"-41"80"15,15 18-32-15,16 2-26 16,16-1-17-16,11 0-9 0,11-1-5 16,11 0 0-16,2 1 1 15,0 2-3-15,-10 1-40 16,-11-5-77-16,-13-4-188 16</inkml:trace>
  <inkml:trace contextRef="#ctx0" brushRef="#br0" timeOffset="2683.95">29210 10599 4 0,'23'-56'180'0,"-9"7"-165"15,-13 8 34-15,-4 16 7 16,-19 17 14-16,-10 11-14 16,-7 31-24-16,-6 20-10 15,-7 21 1-15,-3 22-5 0,-2 12 2 16,1 7-4-16,7 0-11 16,15-7-1-16,14-12-1 15,19-21-2-15,9-18 0 16,28-21 1-16,17-21 0 15,13-16 0-15,13-24 4 0,12-20-6 16,12-12-10-16,1-11-18 16,4-8-25-16,-6-7-35 15,-14-2-62-15</inkml:trace>
  <inkml:trace contextRef="#ctx0" brushRef="#br0" timeOffset="3608.88">29864 10640 286 0,'0'0'8'0,"0"0"33"15,-45-10-2-15,27 10 7 16,-2 0-6-16,-6 3-2 16,-3 8-4-16,1 3-7 15,-3 6-9-15,4 3-8 16,3 6-3-16,3-1-4 0,4 1 0 15,5 2 0-15,6-3-1 16,0-4 1-16,6-3-2 16,0-5-1-16,10-6-2 15,6-6-1-15,7-4-1 16,3-11 1-16,3-10 1 0,1-8-5 16,-1-5-1-16,-3 0-4 15,-5-3 0-15,-3 3 4 16,-6 7 6-16,-5 4 2 15,-3 6 0-15,-1 6 1 16,-3 4 2-16,0 4 8 0,0 3-2 16,0 3-6-16,0 8 0 15,0 3 6-15,0 3 1 16,0 2-4-16,4-1-1 16,5-2-1-16,1-1 0 15,4-6-1-15,2 0 0 16,1-8-1-16,4-1-1 0,3-8 1 15,2-14 0-15,3-8-2 16,3-9 0-16,3-10-6 16,1-6 6-16,4-3 0 15,-1 1 1-15,0 10-3 16,-5 10 1-16,-4 16-1 0,-6 14 2 16,-6 7-2-16,-5 13 0 15,-5 11 1-15,-3 4 1 16,-4 2 0-16,-1 4 1 15,-1 1 1-15,-12-3 1 0,-1-3 0 16,-5-3-1-16,1-4-2 16,-1-4 0-16,-3-4-3 15,4-4-1-15,-3-3 1 16,5-3 0-16,2-2 0 16,6-2 2-16,6 0 1 15,2-5-1-15,7-6-5 0,14-3 3 16,8-7 1-16,9-5 0 15,11-5 0-15,2-3 1 16,7-3-2-16,-2 0 1 16,-1 1 3-16,-7 4-2 15,-6 3 2-15,-10 5-2 0,-10 4 1 16,-8 3 1-16,-11 6 0 16,-3 4 0-16,-15 7 0 15,-6 0-2-15,-5 8 2 16,-2 9 1-16,3 3 4 15,5 3-1-15,7 3 0 0,7-2-2 16,6-2 0-16,0 0-1 16,14-4 0-16,10-6-1 15,9-5 1-15,14-7 0 16,17-9 0-16,21-18-11 16,26-15-18-16,28-17-6 15,27-20-17-15,29-19-101 0</inkml:trace>
</inkml:ink>
</file>

<file path=ppt/ink/ink2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8-11T11:49:47.149"/>
    </inkml:context>
    <inkml:brush xml:id="br0">
      <inkml:brushProperty name="width" value="0.05292" units="cm"/>
      <inkml:brushProperty name="height" value="0.05292" units="cm"/>
      <inkml:brushProperty name="color" value="#FF0000"/>
    </inkml:brush>
  </inkml:definitions>
  <inkml:trace contextRef="#ctx0" brushRef="#br0">4405 3111 63 0,'0'0'-1'0,"0"0"2"15,0 0 2-15,0 0 6 16,42 6 1-16,-28-3 6 16,-1-3 4-16,1 1-6 0,1-1 2 15,-1 0 3-15,1 2-6 16,1-1-14-16,1 2 12 15,-1 0 19-15,4 1-27 16,0 2-2-16,3 2 0 16,0 1-1-16,-2 2 3 0,4 2-3 15,0 1 0-15,0 0 0 16,-4 2 1-16,2-2 2 16,-3-1-3-16,-4 1 1 15,2-5-1-15,-5 0 0 16,-1 1 2-16,-4-4-2 0,1 3 1 15,-5-2 0-15,4 0 0 16,-4-2-1-16,0 1 1 16,-2 3 1-16,1-3 2 15,-1 2-1-15,-2 2-1 16,2 0 1-16,-2 3 0 0,0 0 2 16,0 3-3-16,0 0 0 15,0 1 0-15,-2 2-1 16,0-1-1-16,2 1 1 15,0-2 1-15,0 1-2 16,0 2 0-16,0 1 0 16,4 1 0-16,0 3 0 0,1 2 0 15,2 6 0-15,-2 2 1 16,1 5 0-16,-2 3 2 16,-1 3 4-16,1 4-1 15,1 4-3-15,-3 1-1 16,0 5-1-16,1 1 0 0,-1 2 3 15,-2-1-1-15,2 5-1 16,-2-1 0-16,0 2-1 16,0 1 4-16,0 1 1 15,0 2 2-15,2 2-3 0,2-3-1 16,-1 1-1-16,3 2 0 16,1-1-2-16,0 2-1 15,2 0 1-15,-1 2 0 16,0 2 0-16,0 3 1 15,1 0 0-15,-2-2 0 16,2 0-1-16,0 3 2 0,-1-1 2 16,4 0 1-16,-3 0-1 15,2 1 3-15,-1 4-2 16,2-2-1-16,-1 3-2 16,1-3 0-16,-3 8-1 15,-1 3 0-15,0 4 1 0,-4 1 19 16,-2 2-5-16,0 2-13 15,1-4-3-15,-3-2 0 16,4 1 0-16,-2-1 1 16,0 2-1-16,-2 2 0 15,0 2 0-15,2 1 1 0,-2-1 0 16,0 2-2-16,-2 0 0 16,-6 3 1-16,1-2 0 15,-4 3-1-15,2-2 0 16,-4 0 1-16,1 1 0 15,-1-4-1-15,1-2 0 0,-1 0 0 16,0-2 1-16,1-3-1 16,2-5 1-16,-1-1-1 15,1-3 0-15,-1 0 0 16,3-5 2-16,-2 3-3 16,1-1 1-16,-2-1 1 15,2-2 0-15,0-2-2 0,-2-3 2 16,0-3 0-16,2 1 0 15,-2-3-1-15,-1-2 1 16,0 0 0-16,3-3 1 16,-3-4-1-16,1-2 1 0,-1-8-1 15,4-4 0-15,-1-7 1 16,0-5 0-16,2-11 0 16,1-5 5-16,3-8-4 15,1-3-1-15,2-6 1 16,-2-2-2-16,2-3-1 15,0-1 2-15,0 0 1 0,0 0 1 16,0 0 2-16,0 0 5 16,0 0-4-16,-2 0 1 15,-2 0-3-15,1-4-3 16,-4 1-1-16,0-3 1 16,-1-3-1-16,-5 0 2 0,-4-1 1 15,-1-3 4-15,-1-1 5 16,-6 1-10-16,0 0 6 15,-2 3-1-15,0 2-6 16,3 2-1-16,4 2-1 16,2 1 0-16,5 2-2 0,8-5-21 15,5-11-16-15,0-9-89 16,0-13-174-16</inkml:trace>
  <inkml:trace contextRef="#ctx0" brushRef="#br0" timeOffset="8954.1">5536 10444 110 0,'0'-7'9'15,"0"1"18"-15,2 3-7 16,9-1-14-16,5 0-4 16,8 1 3-16,1 2 14 0,6 1 0 15,0 0-11-15,0 12-8 16,-2 4 4-16,-2 4 4 15,-4 4 3-15,-5 2-7 16,-5-1-3-16,-4 2 0 16,-7 0 0-16,-2-2 5 0,-6 0 4 15,-12 0 3-15,-2 3-3 16,-7 0-1-16,-2-1-3 16,-2 0-2-16,1-4 0 15,1-2-1-15,5-7 0 16,6-4-1-16,4-6-2 0,8-4-20 15,6 0-28-15,0-10-24 16,13-7-38-16</inkml:trace>
  <inkml:trace contextRef="#ctx0" brushRef="#br0" timeOffset="9322.45">6030 10430 168 0,'0'0'4'16,"0"0"7"-16,-12-50 9 0,3 39 3 15,-6-1 5-15,-3 5 7 16,-5 3-9-16,2 1 5 16,-4 3-8-16,-2 15-3 15,2 9-8-15,0 7 0 16,6 7-6-16,-2 5-2 0,8-1-1 15,4 0 0-15,7-3-2 16,2-6 5-16,6-7 4 16,8-2 1-16,6-6-2 15,4-6-3-15,-1-3-1 0,4-1 0 16,-2-4-9-16,2-1-7 16,-4-2-6-16,0 2-9 15,2-3-23-15,-8 0-27 16,1 0-22-16,-3 0-63 15</inkml:trace>
  <inkml:trace contextRef="#ctx0" brushRef="#br0" timeOffset="9687.41">6195 10726 195 0,'0'0'9'0,"0"0"48"16,0 0-14-16,0 0-17 15,0 0 1-15,0 0 5 16,0 0-11-16,-45-9-13 16,34 27-1-16,2 2-1 15,3 5 0-15,1 0-2 0,1-1-1 16,4-1-2-16,0-3 3 16,4-2 1-16,5-4-1 15,4-4 1-15,1-4-1 16,3-5 0-16,4-1 0 15,-1-4 3-15,0-10-4 16,4-5 0-16,-5 0-1 0,-4 0 0 16,-4-4 1-16,-4 1-3 15,-7 0 1-15,-4 1 0 16,-12 4-3-16,-9 2 0 16,1 6 0-16,-7 3 0 15,4 6-1-15,0 2 1 0,6 9-4 16,9-2-25-16,5-5-59 15,4-4-102-15</inkml:trace>
  <inkml:trace contextRef="#ctx0" brushRef="#br0" timeOffset="10809.07">6203 9995 12 0,'0'0'16'0,"0"0"3"0,23-44 6 16,-16 30-1-16,0 0-4 15,-2 1 1-15,1-1 4 16,-4 4 0-16,0 0-1 15,-2 3-1-15,0 6 4 16,0 1-8-16,0 2-22 0,0 13 6 16,-8 6 19-16,1 4-5 15,-3 5-2-15,-2 6 0 16,3 2-7-16,-3 0-1 16,1 1-4-16,1-2-1 15,2-5 0-15,-1-2-1 0,0-7 1 16,5-6 0-16,-1-5-1 15,1-7 1-15,2-1 0 16,2-4 4-16,0 0 6 16,0-14-4-16,8-2-2 15,4-9-3-15,1-5-2 0,3-4 1 16,-1-2-1-16,1 1 0 16,-3 2 2-16,-3 6-3 15,-1 6-3-15,-3 7-10 16,-4 5-24-16,-2 5-50 15,-8-1-155-15</inkml:trace>
  <inkml:trace contextRef="#ctx0" brushRef="#br0" timeOffset="79941.89">4427 12043 72 0,'0'0'-14'0,"0"0"25"16,0 0 4-16,0 0-5 16,0 0 2-16,40 12 7 15,-31-12-9-15,5 0 6 16,-1 0 11-16,3 0-14 16,1-6 2-16,2-1-3 0,3 0-4 15,0 0-3-15,0 0 0 16,3 1-1-16,2 2-1 15,0 1-1-15,2 0 1 16,-1-1 1-16,7 1-1 16,-2-1 3-16,5-1 0 0,0-2 9 15,-1 0-2-15,5 0-6 16,-1 0-4-16,2-3-1 16,4 2-1-16,-1-1 1 15,4-2 0-15,0 2 1 16,0-1 0-16,0 0 0 0,-1 3 0 15,0 0-1-15,3 1 2 16,-2 3-1-16,0-1 0 16,0 1-1-16,0-1 1 15,-2 3 0-15,0-2-2 16,-2 1 0-16,0-2-1 0,1 1 1 16,-2-1 0-16,0 0 0 15,-5-2 0-15,0 1 2 16,-4-1-3-16,-2 0 1 15,-5 2-1-15,-5 2 1 16,-1-2-1-16,-3 3 0 16,-5-1 1-16,-3 1-1 0,-3 0 0 15,-3-1 0-15,-2 2 1 16,-2 0-1-16,-1 0 2 16,-1 0-1-16,0 0 0 15,0 0 1-15,1 0-5 16,3 0-11-16,-4 0-53 0,0-5-33 15</inkml:trace>
  <inkml:trace contextRef="#ctx0" brushRef="#br0" timeOffset="90271.67">5661 12350 8 0,'0'0'12'0,"0"0"-6"15,0 0 1-15,0 0-5 16,0 0 0-16,0 0 0 15,0 0-1-15,0 0 0 16,0 0 3-16,0 0-1 0,0 0-1 16,0 0 0-16,2 0-2 15,0 0 0-15,0 0-1 16,1 0 1-16,-3-10-41 16</inkml:trace>
  <inkml:trace contextRef="#ctx0" brushRef="#br0" timeOffset="94236.66">3725 16310 83 0,'0'-9'33'0,"0"2"-109"16</inkml:trace>
  <inkml:trace contextRef="#ctx0" brushRef="#br0" timeOffset="100733.26">15153 6379 223 0,'-13'0'-53'0,"-1"0"100"0,1-7-43 0,-1 1-2 16,3 1 0-16,-3 0-1 0,1-1 0 15,-2 0 1-15,-5 0 3 16,-3-1 3-16,-2-1 3 15,-4 0 0-15,-2-1-1 16,-4 0 1-16,1 2-1 16,-4 1 0-16,-2 1 1 0,-3 3-3 15,-1 2 1-15,-4 0-2 16,0 0 5-16,-2 4-5 16,-1 3 1-16,2 0 2 15,-1 2-4-15,2 0 0 16,0 1-2-16,-1 2-1 0,2 0-1 15,3 2 0-15,-1 2 0 16,5-1-2-16,-1 5 1 16,4 1-1-16,-1-1 0 15,2 0 1-15,0 3-1 16,-2-2 2-16,6 2-4 0,-3-2 4 16,4 3-2-16,3 1 0 15,3 0 0-15,2 3 0 16,0 2 1-16,1 4-1 15,2 2 1-15,-3 3 0 16,3 4-1-16,-1 1 2 16,0 5-1-16,1 2 1 0,2 3 2 15,0 2 4-15,1 1-1 16,2 0 2-16,3 4-2 16,2 0-2-16,1 3 1 15,3 0-3-15,-3 4-2 16,2 5-1-16,0 3 0 0,-2 4 0 15,1 0 1-15,-2 4-1 16,-1-1 0-16,3 2 0 16,0-3 1-16,2 1 0 15,0 2 1-15,5-1-1 0,1 5-1 16,0-1 1-16,0-2 1 16,0 2-1-16,1 1-1 15,5-1 1-15,-2 0-1 16,-2 3 0-16,-2 6 0 15,0-1 0-15,1-2 1 0,-2 1-1 16,-7 0 0-16,1-2-1 16,-3-2 2-16,0 1-1 15,1 0 0-15,0 1 1 16,2-6-1-16,-1 1 3 16,3-3-1-16,3 1 3 15,-2-3 0-15,2 3-1 0,1 6 0 16,-1 2-1-16,2 0-2 15,-2 1 1-15,-3 2-1 16,1 1-1-16,1-2 2 16,-3-2 1-16,2 0 8 15,1-2-5-15,3-1 0 0,0 0 2 16,0-2-3-16,0 1-2 16,2 2-1-16,5 2 1 15,0 1 5-15,4 3-4 16,0 1-2-16,0 1-1 15,1-5 0-15,-1 1 0 0,0-2-1 16,2-3 0-16,-2-1 0 16,3 0 1-16,-3-3-1 15,0 0 1-15,1-2-1 16,1-2 1-16,0-1-1 16,0-7 1-16,3 0 2 15,2-1 0-15,2-1-1 0,0 2-1 16,0-3-1-16,3 4 1 15,-4 0-2-15,-2 0 2 16,3-1-1-16,-3 0 0 16,1-1 0-16,2-2 1 0,0-3-2 15,5-4 2-15,-2-4-1 16,1-6 0-16,3-3 0 16,1-7 1-16,2 0 0 15,1-5-1-15,1-4 1 16,3 2-1-16,1-4 3 0,2 2-5 15,2 0 4-15,2-4-1 16,2-1 0-16,4-5 0 16,-1-4-1-16,3-3 1 15,-1-5 0-15,3-3-1 16,3-6 1-16,-2-2 0 0,3-3 0 16,0 0 0-16,-2-1 0 15,-1-6 0-15,1 0 0 16,0-1-1-16,0-1 2 15,2 1-1-15,-3-1 1 16,1 1-2-16,1-1 1 0,0-1 0 16,-3 0-1-16,1-1 0 15,0 0 0-15,-2-1 0 16,-2-1 1-16,-1-1-1 16,-2-3 0-16,-5-3 0 15,1-1 0-15,-2-2 0 16,-2 2 0-16,-4-2 0 0,2 2 1 15,-4 1-1-15,-1 0 0 16,-3-1 0-16,-1 1 0 16,-2 0 0-16,-1-1 0 15,-4 1 0-15,0-1 0 0,-1 2 0 16,0 1 0-16,-1-1 1 16,-1 1-1-16,0-2 0 15,-1-1 0-15,-1-1 0 16,1-2 0-16,-5-2 0 15,2-2 1-15,-4 0-1 16,0-1 0-16,0-1 0 0,-4-2 0 16,0-1 0-16,-1 2 0 15,-2-2 0-15,-2 2 0 16,0-2 0-16,0 2 0 16,0-2 1-16,0 1-1 15,0-1 0-15,0-1 0 0,-2 4 0 16,2 0 0-16,0 1 0 15,0 3 0-15,0 0 2 16,0 1 2-16,0-1-1 16,0 1-3-16,4-1 2 0,-2-1-1 15,-1 2 0-15,1-2-1 16,-1 2 0-16,1-1 1 16,1-1-1-16,-3 2 2 15,2 0 2-15,0-1 1 16,1 1 2-16,0-1-1 15,1 1-1-15,0-1-1 16,0 0-2-16,1-2-1 0,1 1 0 16,-3-3 0-16,4 0-1 15,-3-1 0-15,-1 1 1 16,1-4-1-16,-2 3 0 16,0 0 0-16,0 1 0 0,-2 1 0 15,0-2 0-15,0 1 0 16,0 2 1-16,-2-1-1 15,-5-2 0-15,1 0 0 16,-5-2 0-16,2-1 1 16,0-2-1-16,-3-1 0 0,0 0-1 15,0-1 2-15,0-1-2 16,2-1 2-16,1 2-1 16,-2 1 0-16,4 1 0 15,-1-2 0-15,3 1 0 16,-3-1 0-16,4-2 0 15,2-3 0-15,-2 1 0 0,3-2 0 16,0-2 0-16,0-4 0 16,1-3 0-16,0-3 0 15,0 2 0-15,0 0 0 16,1 3-1-16,5 2 2 16,-2 3-1-16,0 3 0 0,2 1 0 15,-1 0 0-15,0 0 0 16,0-1 0-16,-1 0 0 15,-1-2 0-15,1 1-1 16,-1 0 0-16,-1 0 0 16,-2 0 1-16,2 2-1 0,0-1 1 15,1 5 0-15,1-1 0 16,-2 1 0-16,1 2 0 16,3-2 1-16,-1-2-2 15,1 3 2-15,1-4-1 16,-2 2 0-16,3-3 0 0,-2-2-1 15,0 0 1-15,-2-3 0 16,0-4 0-16,1-4 0 16,-3-5 0-16,0-1 0 15,-2 0 0-15,0 1 0 16,0-1-1-16,-2 3 1 0,-6 1 0 16,1 0 0-16,-3-1 0 15,0 0-1-15,1 0 1 16,-5-1 0-16,1 0 0 15,-1-2 0-15,1-2 0 16,0-1 0-16,-1-2 0 0,1 0 0 16,1-2 0-16,-1 2 0 15,2 0 0-15,-3 2 0 16,2 0 0-16,0 7 0 16,1 3 1-16,0 2-1 15,-1 6 0-15,2 1-1 0,3 4 2 16,-3 1-1-16,2 3-1 15,4-1 2-15,1 1-1 16,1-1 0-16,-1 1 0 16,3-2-1-16,0-1 1 15,0-1-1-15,0 0 0 0,5-2-3 16,-3 1 3-16,-1-4-3 16,1 0 1-16,-2-1-1 15,0-1 2-15,0-1 1 16,-2 1-1-16,-3 0 2 15,-2 1 0-15,2 0 0 16,1 1-1-16,-2 1 2 0,5-2-2 16,1 4 2-16,0 1-1 15,0 2 0-15,0 3-1 16,0 3 2-16,1 4-1 16,1 3-1-16,0 0 0 15,0 0-1-15,-2 2-2 0,2-1 1 16,-2-2 2-16,0-1 0 15,0 2 0-15,0 0 1 16,-2 3 0-16,-1 0 0 16,0 1 0-16,2 3 0 15,-3 2 0-15,4 2 0 0,-2 2 0 16,2 1 0-16,0-1 0 16,0 0 0-16,0-3-1 15,0-2 1-15,0 0 0 16,2-3-1-16,-2 1 1 15,0-2 0-15,0 0 0 0,0 1 0 16,0-1 0-16,-2 0-1 16,-2 3 2-16,-1-1-1 15,0 1 0-15,-2 2 0 16,1-2 0-16,-1 4-1 16,-2-1 1-16,0 0 0 0,-2 3 0 15,-2-2 0-15,1 2 0 16,-2 0 0-16,0 1 0 15,0-3 0-15,-1 1 0 16,2-1 0-16,-1 1 0 16,0-1 0-16,0 2 0 0,2-2 0 15,-1 2 0-15,-1 0 0 16,1 1 0-16,-3-3 0 16,2 2 0-16,-2 1 0 15,1-1 0-15,-1 0 0 16,1 0 0-16,-4-1 0 15,2 3 1-15,-3-1-1 0,-1 1 0 16,-3 0 0-16,-1-1 1 16,-3 0-1-16,-1 2 0 15,-3-2 1-15,-3 2-1 16,0-2 0-16,-3 2 0 16,-4 1 0-16,-1-1 0 0,-3-1-1 15,-1-1-1-15,4-2 0 16,5-4-6-16,7-2-8 15,11-7-11-15,14-8-25 16,6-12-56-16,6-15-108 16</inkml:trace>
  <inkml:trace contextRef="#ctx0" brushRef="#br0" timeOffset="101339.33">15166 5652 294 0,'0'-2'5'0,"-2"-3"-2"16,-2-1 1-16,4 6 3 16,0 0-5-16,0 0 0 15,9 0-1-15,2 2 2 16,4 1-1-16,7-2 1 0,4-1 2 16,5 0-1-16,4 0-1 15,1 0 0-15,-1 0 0 16,2 0-2-16,-5 3-1 15,-3-1 1-15,-4 3-2 16,-4 3 2-16,-5 3-1 0,-9 1 1 16,-6 5 0-16,-1 5 16 15,-6 3 21-15,-12 4-22 16,-3 6-6-16,0 3-7 16,-2 5-3-16,1-2-1 15,5 2-1-15,2-5-1 0,7-6-2 16,4-7-4-16,4-8-61 15,0-13-21-15,10-4-97 16</inkml:trace>
  <inkml:trace contextRef="#ctx0" brushRef="#br0" timeOffset="101712.21">15973 5499 337 0,'0'0'3'16,"-44"32"3"-16,20-6-3 15,5 2 1-15,-2 4 11 16,7 0 0-16,4-2-6 16,6-4-1-16,4-2-4 0,2-3-1 15,16-4 0-15,5-5 2 16,10-3-1-16,3-9 3 15,6 0 4-15,1-8-3 16,-1-9-4-16,-5-6-3 16,-3-6 1-16,-11-3 0 0,-7-3-1 15,-10-2 2-15,-6 0 1 16,-14 5 1-16,-19 4 2 16,-11 10-1-16,-14 11-5 15,-3 7 3-15,-3 15-7 16,5 15-1-16,10 7 3 0,15-1-5 15,14-11-94-15,13-22-126 16</inkml:trace>
  <inkml:trace contextRef="#ctx0" brushRef="#br0" timeOffset="105097.53">16836 6203 102 0,'0'0'-7'0,"0"0"33"15,0 0-9-15,-47-24 11 16,36 24 4-16,-3 2-8 0,3 13-5 15,-2 7 1 1,-1 9-5-16,4 8-1 0,3 4 3 16,4 4-1-16,3 0-5 15,0-2-1-15,7-5-7 16,8-5-2-16,4-7 0 0,4-8-1 16,3-9 0-16,4-9 0 15,4-2-1-15,0-17 1 16,2-7-1-16,-5-5 0 15,-1-5-3-15,-3-5-8 16,-4-6-83-16,-7-2-107 0</inkml:trace>
  <inkml:trace contextRef="#ctx0" brushRef="#br0" timeOffset="105362.17">17043 6088 257 0,'0'0'2'16,"0"0"3"-16,0 0-5 15,0 0 2-15,0 0 1 0,-10 41 7 16,14-18 5-16,2 4-4 16,0 7-4-16,0 3-2 15,-1 7-4-15,3 0-1 16,-4 3-1-16,2-3 0 15,0-1-2-15,-2-5-1 0,3-8-3 16,-2-5-66-16,4-10-137 16</inkml:trace>
  <inkml:trace contextRef="#ctx0" brushRef="#br0" timeOffset="106298.9">17374 6313 221 0,'0'0'4'0,"0"0"12"16,0 0 31-16,-4-40-22 16,-3 38-7-16,1-1 4 15,-5 2 4-15,2 1-5 16,0 0-7-16,-3 9-5 15,1 3-6-15,-2 4 0 0,2 1-3 16,0 4 1-16,1-1-1 16,3 3 0-16,1-2 0 15,4-1 0-15,2-3-1 16,0 0 1-16,0-5 0 16,4-1-3-16,1-5 1 15,5-2-1-15,-2-4 0 0,1 0 2 16,5-7 2-16,-2-11-1 15,1-5-1-15,0-4 0 16,-1-3 1-16,-2 1 0 16,-6 4 0-16,-2 4 0 0,-2 4 1 15,0 5-1-15,0 5 2 16,-1 3 0-16,-4 4 6 16,0 0 7-16,1 4-8 15,3 7-3-15,-1 4 1 16,2 0-3-16,0 5-1 0,0-4 1 15,2 1-1-15,8-3 0 16,-3 0-1-16,4-2 0 16,2-5-2-16,0 0 2 15,3-6 1-15,1-1 0 16,2-4-2-16,-2-9 1 16,1-2-1-16,-2-7 1 0,0-1-1 15,-5-3 0-15,3 0 0 16,-5 2 1-16,-1 1 0 15,-2 6 0-15,-1 1 0 16,2 4 1-16,0 5 0 0,1 2 0 16,4 5 0-16,1 0 1 15,3 0 0-15,-1 7 0 16,-1 6-1-16,-3 3 0 16,-3 1-1-16,-1 1 0 15,-2 2-2-15,-4-1 2 0,-1-4-1 16,0 2 0-16,0-2 0 15,-1-3-1-15,-4-3-2 16,-1-5 3-16,0-1-5 16,3-3 3-16,-1-3-1 15,4-8-4-15,0-5-3 0,2-4 2 16,9-2 6-16,5-1 0 16,-1 0 2-16,2 1 1 15,0 2 1-15,0 5 0 16,-1 5 0-16,-5 3 0 15,-1 4 1-15,-2 3 1 16,-1 0-1-16,-2 5 0 0,-5 6 1 16,0 0-1-16,0 6-1 15,-4 0-2-15,-4 2 1 16,-2 1-2-16,1 0-1 16,-1-3-6-16,-1-3-102 15,0-6-50-15</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2:58.752"/>
    </inkml:context>
    <inkml:brush xml:id="br0">
      <inkml:brushProperty name="width" value="0.035" units="cm"/>
      <inkml:brushProperty name="height" value="0.035" units="cm"/>
    </inkml:brush>
  </inkml:definitions>
  <inkml:trace contextRef="#ctx0" brushRef="#br0">1 1250 3619,'0'3'326,"1"0"0,-1 0 0,1 0-1,0-1 1,0 1 0,1 0 0,-1-1-1,0 1 1,1-1 0,-1 1 0,1-1-1,0 0 1,0 1 0,0-1 0,0 0 0,0 0-1,1-1 1,-1 1 0,4 2 0,-3-3-165,0 1 0,0-1 0,0 0 0,-1 0 0,1 0-1,0 0 1,0-1 0,0 1 0,1-1 0,-1 0 0,0 0 0,0 0 0,0 0 0,0 0 0,0-1 0,0 1 0,0-1 0,0 0 0,0 0 0,0 0 0,0 0 0,-1-1 0,1 1 0,0-1 0,-1 1 0,1-1 0,-1 0 0,3-2 0,6-10 107,-1 1 0,0-1-1,-1-1 1,-1 1 0,0-2-1,-1 1 1,-1-1 0,8-26-1,23-138 511,-36 173-740,22-159 102,-8-2 1,-9-213-1,-7 351 115,-1 1-1,-2-1 1,0 1-1,-2 0 1,-17-46-1,23 75-242,0 0 0,1 0 0,-1 0 0,0-1 0,0 1 0,0 0 0,0 0 0,0 0 0,0 0 0,0-1 0,0 1 0,0 0 0,0 0 0,0 0 0,0-1 0,0 1 0,0 0 0,0 0 0,-1 0 0,1 0 0,0 0 0,0-1 0,0 1 0,0 0 0,0 0 0,0 0 0,0 0 0,0 0 0,0-1 0,-1 1 0,1 0 0,0 0 0,0 0 0,0 0 0,0 0 0,-1 0 0,1 0 0,0 0 0,0 0 0,0 0 0,0-1 0,0 1 0,-1 0 0,1 0 0,0 0 0,0 0 0,0 0 0,-1 0 0,1 0 0,0 0 0,0 0 0,0 1 0,0-1 0,-1 0 0,1 0 0,0 0 0,0 0 0,0 0 0,0 0 0,-1 0 0,-2 15 105,0 24-181,21 604 468,-1 0-210,-15-596-186,0-35-3,-1 0 0,-1 1 0,0-1 0,-1 1 0,0-1 0,-4 13 0,5-25 4,0 0 0,0 0 0,0-1 0,0 1 1,0 0-1,0 0 0,0-1 0,0 1 1,0 0-1,0 0 0,0 0 0,0-1 0,0 1 1,0 0-1,0 0 0,-1 0 0,1-1 1,0 1-1,0 0 0,0 0 0,0 0 0,0 0 1,-1-1-1,1 1 0,0 0 0,0 0 1,0 0-1,-1 0 0,1 0 0,0 0 0,0 0 1,-1 0-1,1 0 0,0-1 0,0 1 1,0 0-1,-1 0 0,1 0 0,0 0 0,0 0 1,-1 0-1,1 1 0,0-1 0,0 0 0,-1 0 1,1 0-1,0 0 0,0 0 0,0 0 1,-1 0-1,1 0 0,0 0 0,0 1 0,0-1 1,0 0-1,-1 0 0,1 0 0,0 0 1,0 1-1,0-1 0,0 0 0,0 0 0,-1 0 1,1 1-1,0-1 0,0 0 0,0 1 1,-8-20 756,-10-62-693,3-1-1,3 0 1,4-1-1,6-152 1,2 224-79,0 0-1,1 0 1,0-1 0,1 1 0,1 0 0,-1 1-1,2-1 1,6-14 0,-9 21 4,1 1-1,0 1 1,0-1 0,0 0 0,1 0-1,-1 1 1,1-1 0,-1 1 0,1 0-1,0 0 1,0 0 0,0 0 0,0 1-1,0-1 1,0 1 0,1-1 0,-1 1-1,0 0 1,1 0 0,-1 1 0,0-1-1,1 1 1,-1 0 0,1 0 0,-1 0-1,1 0 1,-1 0 0,1 1 0,-1 0-1,1-1 1,3 3 0,1-1-4,0 1 1,0 1-1,0 0 1,-1 0-1,1 0 1,-1 1-1,0 0 1,0 1-1,0-1 1,-1 1-1,0 1 0,0-1 1,-1 1-1,1 0 1,-2 0-1,1 1 1,-1-1-1,6 14 1,-5-10-40,-1 0 1,0 1 0,0-1-1,-1 1 1,-1 0 0,0 0-1,0 0 1,-2 0 0,1 0-1,-1 0 1,-1 0-1,0 0 1,-3 14 0,0-18 3,1 1 1,-1-1-1,-1 0 1,1-1-1,-1 1 1,-1-1-1,1 0 1,-1 0-1,0-1 1,-1 0 0,0 0-1,0 0 1,0-1-1,0 0 1,-1 0-1,0-1 1,-15 7-1,-11 3-134,0-2 0,-70 16-1,69-22 170,-20 5 7,63-12-19,0 1 0,0-1 0,0 1 1,0 1-1,-1 0 0,1 0 0,10 3 0,-1-1 1,15 2-221,-1 2 1,0 2 0,-1 0-1,56 27 1,106 73-2149,-163-91 2030,4-3-6157,-21-14 1612</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2:59.286"/>
    </inkml:context>
    <inkml:brush xml:id="br0">
      <inkml:brushProperty name="width" value="0.035" units="cm"/>
      <inkml:brushProperty name="height" value="0.035" units="cm"/>
    </inkml:brush>
  </inkml:definitions>
  <inkml:trace contextRef="#ctx0" brushRef="#br0">260 77 9097,'0'0'3443,"1"-10"-1548,-1-33-470,0 41-1348,0 1 0,-1 0 1,1 0-1,0 0 0,-1-1 0,0 1 0,1 0 0,-1 0 0,0 0 0,1 0 0,-1 0 0,0 0 0,0 0 0,0 0 0,0 1 0,0-1 0,0 0 0,0 0 1,0 1-1,0-1 0,0 1 0,0-1 0,-1 1 0,1-1 0,0 1 0,0 0 0,-1 0 0,1-1 0,-2 1 0,-39 1 1048,35-1-985,-2 2-98,1-1 1,0 1-1,0 1 0,0 0 1,0 0-1,1 0 1,-1 1-1,1 0 0,0 0 1,0 1-1,0 0 0,1 0 1,-1 1-1,1-1 0,1 1 1,-1 1-1,1-1 0,0 1 1,0 0-1,-4 9 0,3-6-39,1 0 0,1 0-1,-1 0 1,1 1 0,1 0-1,0-1 1,1 1 0,0 0-1,0 0 1,1 0-1,1 1 1,0-1 0,0 0-1,4 21 1,-3-29-10,0 0 0,0 0-1,0 0 1,1 0 0,-1 0 0,1-1 0,-1 1-1,1 0 1,0-1 0,0 1 0,0-1 0,1 1-1,-1-1 1,0 0 0,1 0 0,0 0 0,-1-1 0,1 1-1,0-1 1,0 1 0,0-1 0,0 0 0,0 0-1,0 0 1,0 0 0,0-1 0,0 1 0,1-1-1,-1 0 1,0 0 0,0 0 0,0 0 0,1-1-1,-1 1 1,0-1 0,0 0 0,0 0 0,0 0-1,0 0 1,0 0 0,0-1 0,0 1 0,-1-1 0,1 0-1,0 0 1,-1 0 0,0 0 0,3-3 0,4-6 6,-1-1 0,-1 0 0,0 0 1,0-1-1,-1 0 0,-1 0 1,0-1-1,-1 0 0,0 0 0,-1 0 1,-1 0-1,0 0 0,-1 0 1,-1-24-1,1 38 10,-1-1 0,0 1-1,0 0 1,0-1 0,0 1 0,0 0 0,0-1-1,0 1 1,0-1 0,1 1 0,-1 0 0,0-1-1,-1 1 1,1 0 0,0-1 0,0 1 0,0-1-1,0 1 1,0 0 0,0-1 0,0 1 0,0 0-1,-1-1 1,1 1 0,0 0 0,0-1 0,-1 1-1,1 0 1,0 0 0,0-1 0,-1 1 0,1 0-1,0 0 1,0-1 0,-1 1 0,1 0 0,0 0-1,-1 0 1,1 0 0,-1 0 0,1-1 0,0 1-1,-1 0 1,1 0 0,-1 0 0,1 1-3,-1-1-1,0 1 1,1-1 0,-1 1 0,1-1 0,-1 1 0,1 0 0,-1-1 0,1 1-1,0 0 1,-1 0 0,1-1 0,0 1 0,-1 0 0,1 0 0,0-1-1,0 1 1,0 0 0,0 0 0,0-1 0,0 3 0,0 9 33,1 0 1,0 0 0,1 0 0,1-1-1,0 1 1,1 0 0,0-1-1,0 0 1,1 0 0,1 0 0,0 0-1,0-1 1,8 10 0,-8-13-173,0 0-1,0-1 1,0 0 0,1 0 0,0 0 0,0-1 0,1 0-1,9 5 1,-12-7-361,1-1 0,-1 0-1,1 0 1,0 0 0,0-1 0,0 0-1,0 0 1,0-1 0,0 1 0,0-1-1,0 0 1,11-2 0,1-6-2950,-2-10-1008</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2:59.708"/>
    </inkml:context>
    <inkml:brush xml:id="br0">
      <inkml:brushProperty name="width" value="0.035" units="cm"/>
      <inkml:brushProperty name="height" value="0.035" units="cm"/>
    </inkml:brush>
  </inkml:definitions>
  <inkml:trace contextRef="#ctx0" brushRef="#br0">1 0 9897,'0'0'9577,"1"13"-9411,34 183-337,-38-212 175,0-1 0,1 0 0,0 0 0,2 0 0,0 0 0,0 0 0,5-20 0,-5 35-3,1 0 0,0 0 0,0 0 0,0-1 0,0 1-1,0 0 1,0 0 0,0 1 0,1-1 0,-1 0 0,1 0 0,-1 1 0,1-1 0,0 0-1,0 1 1,0 0 0,0-1 0,0 1 0,0 0 0,3-1 0,-1 1 2,1 0-1,-1 0 1,1 0 0,-1 0 0,1 1 0,-1 0-1,1 0 1,0 0 0,-1 1 0,5 0 0,0 1 0,0 0 1,-1 1 0,1-1 0,-1 2-1,0-1 1,0 1 0,0 0 0,-1 1-1,1 0 1,9 8 0,-3 5-1827,0 1-1,-1 1 1,-1 0 0,-1 0-1,16 42 1,-24-55 1440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0.175"/>
    </inkml:context>
    <inkml:brush xml:id="br0">
      <inkml:brushProperty name="width" value="0.035" units="cm"/>
      <inkml:brushProperty name="height" value="0.035" units="cm"/>
    </inkml:brush>
  </inkml:definitions>
  <inkml:trace contextRef="#ctx0" brushRef="#br0">1 2 10858,'0'0'5969,"9"0"-5521,-4 0-401,-3-1-26,0 1 0,0 0 1,0 0-1,0 0 0,1 0 0,-1 0 1,0 0-1,0 1 0,0-1 0,0 0 0,0 1 1,0 0-1,0 0 0,0-1 0,-1 1 1,1 0-1,0 1 0,0-1 0,-1 0 0,1 0 1,-1 1-1,1-1 0,-1 1 0,1-1 1,-1 1-1,0 0 0,0-1 0,0 1 0,0 0 1,0 0-1,0 0 0,1 2 0,4 17-85,-1-1 0,0 1 0,-2 1 0,0-1 0,0 35 0,-3-56 61,0 0 0,0 1 0,0-1 1,-1 0-1,1 1 0,0-1 0,0 0 0,0 1 0,0-1 0,0 0 0,0 0 0,-1 1 1,1-1-1,0 0 0,0 0 0,0 1 0,-1-1 0,1 0 0,0 0 0,0 0 1,-1 1-1,1-1 0,0 0 0,0 0 0,-1 0 0,1 0 0,0 0 0,-1 1 0,1-1 1,0 0-1,-1 0 0,1 0 0,0 0 0,-1 0 0,1 0 0,0 0 0,0 0 1,-1 0-1,1 0 0,0 0 0,-1-1 0,1 1 0,0 0 0,-1 0 0,1 0 1,0 0-1,0 0 0,-1-1 0,1 1 0,0 0 0,0 0 0,-1 0 0,1-1 0,0 1 1,0 0-1,-1-1 0,-15-14 66,14 10-51,0 0 1,1 0-1,-1 0 1,1 0 0,0 0-1,0 0 1,1 0 0,0-1-1,0 1 1,0 0-1,0 0 1,1-1 0,0 1-1,0 0 1,0 0 0,1 0-1,0 0 1,0 0-1,0 0 1,0 1 0,1-1-1,0 1 1,0-1-1,0 1 1,0 0 0,1 0-1,-1 1 1,1-1 0,0 1-1,0-1 1,1 1-1,7-4 1,-7 4 1,0 0 1,0 1-1,0-1 0,1 1 0,-1 0 0,1 1 1,-1-1-1,1 1 0,0 0 0,-1 1 1,1-1-1,0 1 0,0 0 0,-1 1 1,1-1-1,0 1 0,-1 0 0,1 0 0,0 1 1,-1 0-1,1 0 0,-1 0 0,0 1 1,0 0-1,0 0 0,0 0 0,0 0 1,-1 1-1,6 5 0,1 4-68,-1 1 1,0 0-1,-1 1 1,15 30-1,-4 2-9212,-18-41 4552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0.694"/>
    </inkml:context>
    <inkml:brush xml:id="br0">
      <inkml:brushProperty name="width" value="0.035" units="cm"/>
      <inkml:brushProperty name="height" value="0.035" units="cm"/>
    </inkml:brush>
  </inkml:definitions>
  <inkml:trace contextRef="#ctx0" brushRef="#br0">244 14 10090,'0'0'4083,"-10"-3"-3042,5 1-914,-1 0 1,0 0-1,0 1 0,0 0 0,0 0 0,1 0 0,-1 1 0,0 0 0,0 0 0,0 0 0,0 1 0,0 0 0,0 0 0,0 1 0,0-1 0,1 1 0,-1 0 0,1 1 0,-10 5 0,5-2-56,0 1-1,0 1 0,1 0 0,0 0 0,0 1 0,-14 19 1,20-23-51,-1 0-1,1 1 1,0-1 0,0 1 0,1 0 0,0 0 0,0 0 0,0 0 0,1 0 0,-1 1 0,2-1 0,-1 0 0,1 1 0,0 11 0,1-16-23,0 1 1,0-1 0,0 0-1,0 1 1,0-1 0,1 0-1,-1 0 1,1 0 0,-1 0-1,1 0 1,0 0 0,0-1-1,0 1 1,0 0 0,0-1-1,0 0 1,0 1 0,0-1-1,1 0 1,-1 0 0,0 0-1,1 0 1,-1-1 0,1 1-1,-1-1 1,1 1 0,-1-1-1,1 0 1,-1 0 0,6-1-1,-3 2-2,0-1-1,0 0 0,1-1 0,-1 1 0,0-1 0,0 0 0,0 0 1,0-1-1,0 0 0,0 0 0,0 0 0,-1 0 0,1-1 0,6-4 0,-5 0 13,-1 1 0,0-1 0,0-1 0,0 1 0,-1-1 0,0 0 0,-1 0 0,0 0 0,0 0-1,-1-1 1,0 1 0,0-1 0,-1 1 0,0-1 0,0 0 0,-2-16 0,1 24 25,0 1 0,0-1 0,0 0 0,-1 0 0,1 0 0,0 1 0,0-1 0,-1 0 0,1 0 0,-1 0 0,1 1 0,0-1 0,-1 0 0,1 1 0,-1-1 0,0 1 0,1-1 0,-1 0 0,1 1 0,-1-1 0,0 1 1,0 0-1,1-1 0,-1 1 0,0-1 0,0 1 0,1 0 0,-1 0 0,0-1 0,0 1 0,0 0 0,1 0 0,-1 0 0,0 0 0,0 0 0,0 0 0,0 0 0,1 0 0,-1 0 0,0 1 0,0-1 0,0 0 0,1 0 0,-1 1 0,0-1 0,0 1 0,1-1 0,-1 0 0,0 1 0,1-1 0,-1 1 0,0 0 0,1-1 0,-1 1 1,1 0-1,-1-1 0,1 1 0,-1 0 0,1-1 0,0 1 0,-1 0 0,0 1 0,1 5-7,-1 0 0,1 0 0,0 0 0,0 0 0,0 0 0,1 0 0,1 0-1,-1-1 1,1 1 0,0 0 0,0-1 0,1 1 0,0-1 0,0 0 0,0 0 0,7 9 0,-7-11-267,1 0-1,-1 0 1,1-1 0,0 1-1,0-1 1,1 1 0,-1-1-1,1-1 1,7 5 0,-7-5-496,-1-1 1,1 1 0,0-1-1,-1 0 1,1-1-1,0 1 1,-1-1 0,1 1-1,0-2 1,0 1 0,8-2-1,4-4-3073</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1.065"/>
    </inkml:context>
    <inkml:brush xml:id="br0">
      <inkml:brushProperty name="width" value="0.035" units="cm"/>
      <inkml:brushProperty name="height" value="0.035" units="cm"/>
    </inkml:brush>
  </inkml:definitions>
  <inkml:trace contextRef="#ctx0" brushRef="#br0">1 38 7143,'0'0'11152,"2"9"-10752,19 70 65,-18-69-443,0 0 0,1 0 0,0 0 0,1 0 0,0-1 0,11 15 0,-16-24-18,0 1-1,0-1 0,0 0 1,0 0-1,0 0 0,1 0 0,-1 0 1,0 1-1,0-1 0,0 0 1,0 0-1,1 0 0,-1 0 1,0 0-1,0 0 0,0 0 1,1 0-1,-1 0 0,0 0 0,0 0 1,0 0-1,1 0 0,-1 0 1,0 0-1,0 0 0,0 0 1,1 0-1,-1 0 0,0 0 1,0 0-1,0 0 0,1 0 0,-1 0 1,0 0-1,0 0 0,0 0 1,1-1-1,-1 1 0,0 0 1,0 0-1,0 0 0,0 0 1,0 0-1,1-1 0,-1 1 0,0 0 1,0 0-1,7-16 75,0-25-18,-6 37-42,0 0-15,14-66 42,-14 64-43,1 1 0,0 0 0,0-1 0,1 1 0,-1 0 0,1 0 0,0 0 0,1 1 0,-1-1 0,6-4 0,-8 7 1,1 1 0,-1 0 0,1 0 0,0-1 0,0 1 0,0 1 0,0-1 0,0 0 0,0 0 0,0 1 0,0-1 0,0 1 0,0-1 0,0 1 0,0 0 0,0 0 0,0 0 0,0 0 0,1 0 0,-1 1 0,0-1 0,0 0 0,0 1 0,0 0 0,0-1 0,0 1 0,0 0 0,-1 0 0,1 0 0,0 0 0,0 1 0,-1-1 0,1 0 0,0 1 0,-1-1 0,3 4 0,5 5 28,0 2 0,0-1 0,-1 1-1,8 15 1,-9-15-19,1 1 56,0 0-1,1 0 1,20 22-1,7-11-1939,-31-22 985,0 0-1,-1-1 1,1 0-1,0 0 1,0 0 0,0 0-1,7-1 1,13 0-5648</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2.092"/>
    </inkml:context>
    <inkml:brush xml:id="br0">
      <inkml:brushProperty name="width" value="0.035" units="cm"/>
      <inkml:brushProperty name="height" value="0.035" units="cm"/>
    </inkml:brush>
  </inkml:definitions>
  <inkml:trace contextRef="#ctx0" brushRef="#br0">584 765 12684,'0'0'4522,"-10"-8"-3444,-35-22-608,43 29-445,0 0 0,-1 1 0,1-1 0,0 1 0,0 0 1,0-1-1,0 1 0,0 0 0,-1 0 0,1 1 0,0-1 1,0 0-1,0 1 0,0-1 0,0 1 0,0-1 0,0 1 0,0 0 1,0 0-1,0 0 0,-3 2 0,-32 30 586,31-26-467,-1 1-106,0 0 1,1 1-1,0 0 0,0 0 1,1 0-1,0 1 1,0 0-1,1 0 1,1 0-1,0 0 0,0 1 1,1 0-1,0-1 1,1 1-1,0 0 1,1 0-1,0-1 1,0 1-1,3 12 0,-3-21-41,1 0 0,-1-1 0,0 1-1,1 0 1,-1 0 0,1 0 0,0-1-1,0 1 1,0 0 0,0 0 0,0-1-1,0 1 1,0-1 0,0 1 0,0-1-1,1 0 1,-1 1 0,1-1 0,-1 0-1,1 0 1,-1 0 0,1 0 0,0 0-1,0 0 1,-1-1 0,1 1 0,0 0-1,0-1 1,0 0 0,0 1 0,2-1-1,-2 0 0,1 0 1,0 0-1,-1-1 0,1 1 0,-1-1 0,1 1 0,-1-1 1,1 0-1,-1 0 0,0 0 0,1 0 0,-1-1 0,0 1 1,0 0-1,0-1 0,0 0 0,0 1 0,0-1 1,0 0-1,0 0 0,-1 0 0,3-3 0,2-6 18,-1 0-1,0 0 1,-1-1 0,0 1-1,0-1 1,-1 0-1,-1 0 1,0 0-1,0 0 1,-1-20 0,1 39-13,0 0-1,1 0 1,0 0 0,1 0 0,-1 0 0,1-1 0,0 0 0,9 10-1,-10-13-2,3 5 5,0 0 0,1-1 0,0 0 0,1-1 0,0 0 0,0 0 0,0 0 0,0-1 0,1 0 0,0-1 0,0 0 0,0 0 0,16 3 0,-19-5-1,-1-1-1,1 0 1,0 0 0,-1-1-1,1 0 1,0 0 0,-1 0-1,1-1 1,-1 0 0,1 0-1,0 0 1,-1-1 0,0 1-1,1-1 1,-1-1 0,0 1-1,0-1 1,0 0 0,-1 0-1,1 0 1,0 0 0,-1-1-1,0 0 1,0 0 0,3-5-1,-1 1-1,0 0 0,-1-1-1,0 0 1,-1 0-1,0 0 1,-1 0-1,1 0 1,-2-1-1,1 0 1,-2 1 0,1-1-1,-1 0 1,-1 0-1,1 0 1,-2 0-1,1 0 1,-2 0-1,1 1 1,-1-1 0,-1 0-1,1 1 1,-8-16-1,3 9-7,-1 0-1,0 1 0,-1 0 1,-1 1-1,0 0 0,-1 0 1,0 1-1,-1 1 0,-1 0 1,0 1-1,0 0 0,-20-12 1,13 12 6,0 1-1,-1 1 1,-1 1 0,1 0 0,-2 2 0,1 0 0,0 2 0,-1 1 0,0 0 0,0 2 0,0 0-1,-44 6 1,48-3 26,0 1-1,1 1 1,0 0 0,0 1-1,0 2 1,0 0-1,1 0 1,0 2 0,1 0-1,0 1 1,0 0-1,1 1 1,0 1 0,1 1-1,1 0 1,-14 17-1,20-21-15,1 1 0,0 0-1,0 0 1,1 0-1,0 1 1,1-1 0,0 1-1,1 1 1,0-1-1,0 0 1,2 1-1,-2 14 1,3-8 11,1 0 1,1 0-1,0 0 0,1 0 1,1-1-1,1 1 1,8 20-1,6 5 15,2-1 0,2 0 1,2-2-1,2 0 0,34 38 0,-42-55-53,0-1-1,2 0 0,1-2 1,1-1-1,0 0 0,1-2 0,1 0 1,52 24-1,-63-35 11,0-1 1,0 0 0,1-1-1,0 0 1,-1-1-1,1-1 1,0 0-1,0-1 1,0-1-1,0-1 1,0 0-1,0 0 1,0-2-1,0 0 1,-1 0-1,1-1 1,-1-1-1,0-1 1,19-10-1,-10 3 24,-2-2 0,0 0 0,-1-2 0,0 0 0,-1-1 0,-1 0 0,-1-2 0,-1 0 0,-1-1 0,0-1 0,-2 0 0,0-1 0,-2 0 0,16-44 0,-12 17 39,-1-1 0,-3 0 0,-2-1 0,-2 0 0,-2 0 1,-4-72-1,-2 90-43,-1 1 1,-2-1 0,-2 0-1,-1 1 1,-1 0 0,-2 0 0,-20-44-1,19 55-3,0 1 0,-1 1 0,-1 0-1,-1 0 1,-1 1 0,0 1 0,-2 1-1,0 0 1,0 1 0,-2 1 0,-29-19 0,15 17-4,0 1 1,-1 1-1,-1 2 1,0 2-1,-1 1 1,0 2 0,0 1-1,-1 2 1,0 2-1,0 1 1,0 1-1,0 3 1,-55 8 0,83-8-42,-1 0 1,1 1-1,0 0 1,0 1 0,1 0-1,-1 0 1,1 1 0,-9 5-1,15-9-54,1 0 0,-1 1 0,0-1 0,1 0 1,-1 0-1,1 1 0,-1-1 0,1 1 0,0 0 0,-1-1 0,1 1 0,0 0 0,0 0 0,0-1 0,1 1 0,-1 0 0,0 0 0,1 0 0,-1 0 0,1 0 0,0 0 0,-1 0 0,1 0 0,0 0 0,0 0 0,0 0 0,1 0 0,-1 0 0,0 0 0,1 0 0,0 0 0,-1 0 1,1 0-1,0 0 0,0 0 0,0 0 0,0 0 0,0-1 0,0 1 0,0-1 0,1 1 0,1 1 0,1 1-302,-1-1 0,1 0 0,0 0 0,0-1 0,1 1 0,-1-1 0,10 4 0,45 12-4807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2.955"/>
    </inkml:context>
    <inkml:brush xml:id="br0">
      <inkml:brushProperty name="width" value="0.035" units="cm"/>
      <inkml:brushProperty name="height" value="0.035" units="cm"/>
    </inkml:brush>
  </inkml:definitions>
  <inkml:trace contextRef="#ctx0" brushRef="#br0">62 170 10442,'0'-8'427,"-1"0"-1,1 0 1,1 0 0,0 0-1,0 0 1,0 0 0,1 0-1,1 0 1,-1 0 0,1 1-1,7-14 1,-7 17-370,0-1 0,0 1 0,1 0 0,0 0 0,0 0 0,0 0 0,0 1 0,0 0 0,1 0 0,-1 0 0,1 0 0,0 1 0,0-1 0,0 1 0,0 1 0,0-1 0,1 1 0,9-2 0,-11 2-48,0 0 0,0 0-1,0 1 1,0 0 0,0 0-1,1 0 1,-1 0 0,0 0 0,0 1-1,0 0 1,0 0 0,0 0-1,0 0 1,0 0 0,0 1 0,-1 0-1,1 0 1,0 0 0,-1 0 0,1 1-1,-1-1 1,0 1 0,0 0-1,0 0 1,0 0 0,-1 0 0,1 0-1,-1 1 1,0-1 0,0 1 0,0 0-1,0-1 1,-1 1 0,1 0-1,-1 0 1,0 0 0,0 0 0,-1 0-1,1 0 1,-1 7 0,1-1-8,-1 0 1,0 0 0,0-1-1,-1 1 1,-1 0-1,1 0 1,-2-1 0,1 1-1,-1-1 1,-1 0 0,0 0-1,0 0 1,-1 0-1,-11 15 1,1-5 6,-1-1 0,-1 0 0,0-2 0,-39 29 0,49-40-7,-21 19 6,28-24-8,0 1 1,-1-1-1,1 1 0,-1 0 1,1-1-1,0 1 1,0-1-1,-1 1 0,1 0 1,0-1-1,0 1 0,0 0 1,0-1-1,0 1 0,0 0 1,0-1-1,0 1 0,0 0 1,0 0-1,0-1 1,0 1-1,0 0 0,0-1 1,1 1-1,-1 0 0,0-1 1,1 1-1,-1-1 0,0 1 1,1-1-1,-1 1 0,1 0 1,-1-1-1,1 1 1,-1-1-1,1 0 0,-1 1 1,1-1-1,-1 1 0,1-1 1,-1 0-1,1 1 0,0-1 1,-1 0-1,2 0 0,29 16 9,-1 0 0,-1 2-1,-1 1 1,0 1 0,-2 2-1,27 26 1,-36-29-8,0 0 0,-2 2 1,0-1-1,-1 2 0,-2 0 1,0 0-1,-1 2 0,-1-1 1,-2 1-1,0 0 0,-1 1 0,-2 0 1,0 0-1,-2 0 0,-1 0 1,0 1-1,-5 41 0,2-57 73,-1 0 0,0 0 1,-1 0-1,0 0 0,-1-1 0,0 1 0,0-1 0,-1 0 0,0 0 1,-1 0-1,0-1 0,0 0 0,-1 0 0,0-1 0,0 1 0,0-1 1,-1-1-1,-1 0 0,-16 10 0,10-8 62,0-1 0,-1 0 1,0-2-1,0 0 0,-1 0 0,0-2 1,1 0-1,-1-1 0,0 0 0,0-2 1,-22-1-1,33 1-107,-1-1 1,0 1 0,1-1 0,-1-1-1,1 1 1,0-1 0,0-1-1,-1 1 1,1-1 0,0 0 0,1 0-1,-1 0 1,1-1 0,-1 0-1,1 0 1,0-1 0,0 1-1,1-1 1,0 0 0,0 0 0,0-1-1,0 1 1,1-1 0,0 0-1,0 0 1,0 0 0,1 0-1,0 0 1,0 0 0,-1-9 0,1 2-11,1 0 1,0-1-1,1 1 1,0 0 0,1 0-1,0 0 1,2 0 0,-1 0-1,1 0 1,1 1-1,1-1 1,-1 1 0,2 0-1,10-17 1,4-2-141,3 2 0,0 0 0,2 1 0,1 2 0,56-45 0,163-94-5162,-146 105 31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3.625"/>
    </inkml:context>
    <inkml:brush xml:id="br0">
      <inkml:brushProperty name="width" value="0.035" units="cm"/>
      <inkml:brushProperty name="height" value="0.035" units="cm"/>
    </inkml:brush>
  </inkml:definitions>
  <inkml:trace contextRef="#ctx0" brushRef="#br0">6 0 13325,'0'0'1142,"8"14"-656,-1-1-340,0 0 1,-1 1-1,0 0 1,-1 0-1,-1 0 1,0 0-1,-1 1 1,2 18-1,-4-13-2,-2 81 228,1-92-354,-2 0 0,1 0 0,-1 0 0,0 0 0,-1 0 0,0 0 0,0-1 0,-8 14 0,10-21-1,1-1 0,0 0 0,0 1 0,0-1 0,0 0 0,-1 1 0,1-1 0,0 0 0,0 1 0,-1-1 0,1 0 0,0 0 0,-1 1 0,1-1 0,0 0 0,0 0 0,-1 0 0,1 0 0,-1 1 0,1-1 0,0 0 0,-1 0 0,1 0 0,0 0 0,-1 0 0,1 0 0,0 0 0,-1 0 0,1 0-1,-1 0 1,1 0 0,0 0 0,-1 0 0,1 0 0,0 0 0,-1-1 0,1 1 0,0 0 0,-1 0 0,1 0 0,0 0 0,-1-1 0,1 1 0,0 0 0,-1 0 0,1-1 0,0 1 0,0 0 0,0-1 0,-1 1 0,1 0 0,0-1 0,0 1 0,0 0 0,-1-1 0,1 1 0,0 0 0,0-1 0,0 1 0,0 0 0,0-1 0,0 1-1,0-1 1,-8-24 360,5 11-333,1-1-1,0 0 1,1 0-1,0 0 1,1 0-1,1 0 1,4-22-1,-4 33-42,0 0-1,0 0 1,0 0-1,0 0 1,1 0-1,0 1 0,-1-1 1,1 1-1,1-1 1,-1 1-1,0 0 1,1 0-1,0 0 1,0 0-1,0 0 1,0 0-1,0 1 1,0 0-1,1-1 1,-1 1-1,1 1 0,0-1 1,-1 0-1,1 1 1,0 0-1,0 0 1,0 0-1,0 0 1,0 1-1,0-1 1,8 1-1,-5 1 0,-1 0 0,1 1 0,-1-1 0,1 1-1,-1 1 1,0-1 0,1 1 0,-1 0 0,-1 0 0,1 1 0,0 0-1,-1 0 1,0 0 0,0 1 0,0-1 0,0 1 0,4 7 0,4 5 0,0 0 1,-1 0-1,-1 1 1,10 24-1,-17-33 3,-1-1-1,0 1 1,-1-1 0,1 1-1,-2 0 1,1 0 0,-2 0-1,1 0 1,-1 14 0,-1-22-2,1-1 1,0 1-1,0 0 1,0-1-1,-1 1 1,1-1 0,0 1-1,-1-1 1,1 1-1,0-1 1,-1 1-1,1-1 1,0 1-1,-1-1 1,1 0-1,-1 1 1,1-1-1,-1 1 1,1-1 0,-1 0-1,1 0 1,-1 1-1,0-1 1,1 0-1,-1 0 1,1 0-1,-1 0 1,1 0-1,-1 1 1,0-1-1,1 0 1,-1 0 0,0-1-1,1 1 1,-1 0-1,1 0 1,-1 0-1,1 0 1,-1 0-1,0-1 1,1 1-1,-1 0 1,1 0-1,-1-1 1,1 1-1,-1-1 1,-27-16 75,21 8-4,1-1-1,1 0 1,-1 0-1,2 0 1,-1 0-1,2-1 1,-1 1 0,1-1-1,1 0 1,0 0-1,1 0 1,0 0-1,0-1 1,1 1-1,1 0 1,2-16-1,-2 23-65,0 1 0,0 0-1,0 0 1,0 0-1,0 0 1,1 0-1,-1 0 1,1 0 0,0 0-1,0 0 1,0 1-1,0-1 1,1 1-1,-1 0 1,1-1-1,-1 1 1,6-3 0,-2 2-3,-1 0 1,1 1 0,1 0 0,-1 0 0,0 0 0,0 0 0,1 1-1,11-1 1,-7 2-5,0 0 0,0 0 0,0 1 0,-1 0 0,1 1-1,0 1 1,-1-1 0,1 1 0,-1 1 0,19 9 0,-15-3 14,1 1 1,-2 0 0,1 1-1,-2 0 1,0 1 0,0 0 0,-1 1-1,-1 1 1,0-1 0,11 24-1,-2 5-3791,-5 2-4074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4.341"/>
    </inkml:context>
    <inkml:brush xml:id="br0">
      <inkml:brushProperty name="width" value="0.035" units="cm"/>
      <inkml:brushProperty name="height" value="0.035" units="cm"/>
    </inkml:brush>
  </inkml:definitions>
  <inkml:trace contextRef="#ctx0" brushRef="#br0">284 40 11659,'0'0'5974,"-10"-8"-5323,4 4-571,2 1-20,1 1 1,-1-1-1,1 0 1,-1 1-1,0 0 0,0 0 1,0 0-1,0 0 1,-1 1-1,1 0 1,0 0-1,-1 0 0,1 0 1,0 0-1,-1 1 1,1 0-1,-1 0 1,1 0-1,-1 1 0,1-1 1,-8 3-1,-1 3 29,1 0-1,0 0 0,0 1 0,1 1 1,0 0-1,0 0 0,1 1 0,-17 19 0,21-22-87,1 1 0,0-1 0,1 1-1,0 0 1,0 0 0,0 0 0,1 1-1,0-1 1,0 1 0,1 0 0,0 0-1,0 0 1,1 0 0,0 0 0,0 16-1,2-21-12,-1-1-1,1 0 1,0 0-1,-1 0 1,1 1 0,0-1-1,0 0 1,1 0-1,-1 0 1,0 0-1,1 0 1,-1-1-1,1 1 1,-1 0-1,1-1 1,0 1-1,0-1 1,0 0-1,0 1 1,0-1-1,0 0 1,0 0-1,0 0 1,0 0-1,1-1 1,-1 1-1,0-1 1,0 1-1,1-1 1,-1 0-1,0 0 1,1 0-1,3 0 1,2 0-29,0-1 0,-1 1 0,1-1 1,0 0-1,-1-1 0,1 0 0,-1 0 0,0-1 0,8-3 1,-3-1 193,0-1 1,0-1-1,-1 0 1,11-10-1,-18 15-89,0 1 1,-1-1-1,0 1 1,0-1-1,0 0 1,0-1-1,-1 1 1,1 0-1,-1-1 1,0 1-1,-1-1 1,1 1-1,-1-1 1,0 0-1,1-6 1,-2 11-47,0 0 0,0 0 0,0-1 0,-1 1-1,1 0 1,0 0 0,0 0 0,0-1 0,-1 1 0,1 0 0,0 0 0,0 0 0,0-1 0,-1 1 0,1 0 0,0 0 0,0 0 0,-1 0 0,1 0 0,0 0 0,-1 0 0,1 0 0,0 0 0,0 0 0,-1 0 0,1 0 0,0 0 0,-1 0 0,1 0 0,0 0 0,0 0 0,-1 0 0,1 0 0,0 0 0,-1 0 0,1 0 0,0 0 0,0 0 0,-1 1 0,1-1-1,0 0 1,0 0 0,0 0 0,-1 1 0,1-1 0,0 0 0,-14 9 8,12-6-15,-1 0 1,0 0-1,1 0 0,0 0 1,0 1-1,0-1 1,0 1-1,0-1 1,1 1-1,0 0 0,0 0 1,0 0-1,0-1 1,0 1-1,1 0 1,0 0-1,-1 0 0,2 0 1,-1 0-1,0 0 1,1 0-1,0 0 0,-1 0 1,2 0-1,2 7 1,-1-5-13,0-1 1,1 1-1,0-1 1,0 0-1,0 0 0,1 0 1,-1 0-1,1-1 1,0 0-1,1 0 1,-1 0-1,1-1 1,-1 0-1,1 0 1,7 2-1,-6-2 3,0-1 0,1 1 0,-1-2 0,1 1 0,0-1 0,0-1-1,-1 1 1,1-1 0,0-1 0,0 1 0,-1-1 0,1-1 0,0 0 0,-1 0 0,1 0 0,-1-1-1,0 0 1,0 0 0,0 0 0,0-1 0,-1 0 0,1-1 0,-1 0 0,8-8 0,-6 6 11,-1 0 0,-1 0 0,0-1-1,0 0 1,0-1 0,-1 1 0,0-1 0,-1 0 0,0 0 0,0-1 0,-1 1 0,0-1 0,0 1 0,-2-1 0,1 0 0,-1 0 0,0 0 0,-2-18 0,1 28-4,0 1 0,0-1 0,0 0 0,0 0 0,0 0 0,0 0 0,0 1 0,0-1 0,0 0 0,0 0 0,0 0-1,0 0 1,0 1 0,0-1 0,0 0 0,0 0 0,0 0 0,0 0 0,0 0 0,0 1 0,0-1 0,-1 0 0,1 0 0,0 0 0,0 0 0,0 0 0,0 0 0,0 1 0,-1-1 0,1 0 0,0 0 0,0 0 0,0 0 0,0 0 0,0 0 0,-1 0 0,1 0 0,0 0 0,0 0 0,0 0 0,-1 0 0,1 0 0,0 0 0,0 0 0,0 0 0,0 0 0,-1 0 0,1 0 0,0 0 0,0 0 0,0 0 0,0 0 0,-1 0 0,1 0 0,0-1 0,0 1 0,0 0 0,0 0 0,0 0 0,0 0 0,-1 0 0,1 0 0,0 0 0,0-1 0,0 1 0,0 0 0,0 0 0,0 0 0,0-1 0,-8 15-19,7-4 31,1 1 1,0-1-1,0 0 1,1 0-1,1 1 1,0-1-1,0 0 0,0 0 1,2-1-1,-1 1 1,1 0-1,0-1 1,1 0-1,8 12 0,-8-14-137,0-1-1,1 1 0,0-1 0,0 1 0,0-2 1,1 1-1,12 7 0,-14-9-308,1-1 1,0 0-1,1-1 0,-1 1 0,0-1 1,1-1-1,-1 1 0,1-1 0,-1 0 1,12 0-1,-16-1 60,-1 0 0,1 0-1,0 0 1,0 0 0,0 0 0,0 0 0,0-1-1,0 1 1,0-1 0,0 1 0,0-1 0,0 0-1,-1 0 1,1 1 0,0-1 0,-1-1 0,1 1-1,-1 0 1,1 0 0,-1-1 0,2 0 0,12-24-6970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4.528"/>
    </inkml:context>
    <inkml:brush xml:id="br0">
      <inkml:brushProperty name="width" value="0.035" units="cm"/>
      <inkml:brushProperty name="height" value="0.035" units="cm"/>
    </inkml:brush>
  </inkml:definitions>
  <inkml:trace contextRef="#ctx0" brushRef="#br0">1 0 13485,'0'0'256</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4.824"/>
    </inkml:context>
    <inkml:brush xml:id="br0">
      <inkml:brushProperty name="width" value="0.035" units="cm"/>
      <inkml:brushProperty name="height" value="0.035" units="cm"/>
    </inkml:brush>
  </inkml:definitions>
  <inkml:trace contextRef="#ctx0" brushRef="#br0">10 0 8680,'0'0'5915,"1"10"-4687,-6 160 3339,-1-3-3662,14 35-976,6-118-5762,-12-78 1562</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05.073"/>
    </inkml:context>
    <inkml:brush xml:id="br0">
      <inkml:brushProperty name="width" value="0.035" units="cm"/>
      <inkml:brushProperty name="height" value="0.035" units="cm"/>
    </inkml:brush>
  </inkml:definitions>
  <inkml:trace contextRef="#ctx0" brushRef="#br0">1 1 16656,'0'0'4228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19.697"/>
    </inkml:context>
    <inkml:brush xml:id="br0">
      <inkml:brushProperty name="width" value="0.035" units="cm"/>
      <inkml:brushProperty name="height" value="0.035" units="cm"/>
    </inkml:brush>
  </inkml:definitions>
  <inkml:trace contextRef="#ctx0" brushRef="#br0">21 39 8296,'0'0'2343,"-3"-9"2206,-2-9-3380,6 17-1164,0 0 0,0 0 0,-1 0 0,1 0 0,0 1 0,0-1 0,0 0 0,0 0 0,0 1 0,0-1 0,0 1 0,0-1 0,0 1 0,1 0 0,-1-1 0,0 1 0,0 0 0,0 0 0,0-1 0,1 1 0,-1 0 0,0 0 0,0 0 0,0 1 0,0-1 0,1 0-1,-1 0 1,0 1 0,0-1 0,0 0 0,0 1 0,0-1 0,2 2 0,-1-1-2,1 1-1,-1 0 0,1-1 0,-1 1 0,0 0 0,1 0 0,-1 0 1,-1 0-1,1 1 0,0-1 0,0 1 0,1 2 0,-1-2-3,-1 0 0,0 0 0,0 0 0,0 0 0,0 0 0,0 0 0,-1 0 0,1 0 0,-1 0 0,0 1 0,0-1 0,0 0 0,0 0 0,0 0 0,-1 0 0,0 0 0,1 1 0,-1-1 0,0 0 0,-1-1 0,1 1 0,-3 4 0,2-4 20,0-1 0,-1 1-1,1-1 1,-1 0 0,0 0 0,0 0 0,1-1-1,-1 1 1,0-1 0,0 0 0,-1 1-1,1-1 1,0-1 0,0 1 0,0 0-1,-1-1 1,1 1 0,0-1 0,-1 0 0,1 0-1,-5-1 1,8 0 10,-1 1 0,1 0 1,-1 0-1,1-1 0,-1 1 0,1 0 1,-1-1-1,1 1 0,-1-1 0,1 1 0,0 0 1,-1-1-1,1 1 0,0-1 0,0 1 1,-1-1-1,1 1 0,0-1 0,0 1 0,0-1 1,-1 0-1,1 1 0,0-1 0,0 1 1,0-1-1,0 1 0,0-1 0,0 0 1,0 1-1,0-1 0,0 1 0,1-1 0,-1 1 1,0-1-1,0 1 0,0-1 0,1 1 1,-1-1-1,0 1 0,1-2 0,12-22 241,-10 22-256,1-1 0,-1 1 0,1-1 1,-1 1-1,1 0 0,0 1 0,0-1 0,0 1 0,0-1 0,0 1 0,0 0 0,0 1 1,8-1-1,-12 2-101,1 1 0,-1 0 0,0 0 0,0 0 0,0 0 0,0 0 0,0 0 0,0 0 0,0 0 0,-1 0 0,1-1 0,-1 1 0,1 0 0,-1 0 0,0 0 0,-1 1 0,-6 2-2694,0-4-2504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0.084"/>
    </inkml:context>
    <inkml:brush xml:id="br0">
      <inkml:brushProperty name="width" value="0.035" units="cm"/>
      <inkml:brushProperty name="height" value="0.035" units="cm"/>
    </inkml:brush>
  </inkml:definitions>
  <inkml:trace contextRef="#ctx0" brushRef="#br0">22 0 11659,'0'0'4068,"-14"51"-3780,9-16 321,2 6-33,3 2-159,0 0-161,0-1-160,0-6-96,8-6 0,3-6 32,3-8-769,0-11-608,-1-3-1345,1-9-2531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0.346"/>
    </inkml:context>
    <inkml:brush xml:id="br0">
      <inkml:brushProperty name="width" value="0.035" units="cm"/>
      <inkml:brushProperty name="height" value="0.035" units="cm"/>
    </inkml:brush>
  </inkml:definitions>
  <inkml:trace contextRef="#ctx0" brushRef="#br0">30 86 13997,'0'0'3299,"-27"-65"-1921,24 53-385,3 3 256,0 24-1249,0 8-224,3 2-1314,1-4-1216,0-10-3300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0.705"/>
    </inkml:context>
    <inkml:brush xml:id="br0">
      <inkml:brushProperty name="width" value="0.035" units="cm"/>
      <inkml:brushProperty name="height" value="0.035" units="cm"/>
    </inkml:brush>
  </inkml:definitions>
  <inkml:trace contextRef="#ctx0" brushRef="#br0">53 0 13100,'0'0'5542,"-7"12"-5115,0-1-333,1 0 1,1 1-1,0 0 1,0 0-1,1 0 1,1 0-1,0 1 1,0 0-1,0 17 1,2-14-47,1 1 1,0-1 0,1 0-1,1 1 1,7 26 0,-9-39-208,1-1 0,1 0 0,-1 1 0,1-1 0,-1 0 0,1 1 0,0-1 0,0 0 0,0-1 0,0 1 0,1 0 0,-1 0 0,1-1 0,0 0 0,0 1 0,0-1 0,0 0 0,0 0 0,0-1 0,0 1 0,1-1 0,-1 1 0,0-1 0,1 0 0,-1 0 0,1-1 0,0 1 0,-1-1 0,1 0 0,-1 0 1,1 0-1,4-1 0,19-5-3279,-1-12-1169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0.904"/>
    </inkml:context>
    <inkml:brush xml:id="br0">
      <inkml:brushProperty name="width" value="0.035" units="cm"/>
      <inkml:brushProperty name="height" value="0.035" units="cm"/>
    </inkml:brush>
  </inkml:definitions>
  <inkml:trace contextRef="#ctx0" brushRef="#br0">0 3 14510,'0'0'2210,"41"-3"-4420,-38 12-2018</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1.262"/>
    </inkml:context>
    <inkml:brush xml:id="br0">
      <inkml:brushProperty name="width" value="0.035" units="cm"/>
      <inkml:brushProperty name="height" value="0.035" units="cm"/>
    </inkml:brush>
  </inkml:definitions>
  <inkml:trace contextRef="#ctx0" brushRef="#br0">0 0 13773,'0'0'1052,"1"11"-177,11 418 4156,-10-251-4942,-2-163-78,1 1 1,1 0 0,0-1 0,1 1-1,1-1 1,6 18 0,-8-28-196,1 0-1,-1-1 1,1 1-1,0 0 1,0-1 0,0 1-1,1-1 1,-1 0-1,7 5 1,-8-7-215,1 0-1,0 0 1,0-1 0,0 1-1,1 0 1,-1-1-1,0 0 1,0 0 0,1 0-1,-1 0 1,1-1 0,-1 1-1,1-1 1,-1 0-1,7 0 1,8-5-3738,-1-12-1639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1.494"/>
    </inkml:context>
    <inkml:brush xml:id="br0">
      <inkml:brushProperty name="width" value="0.035" units="cm"/>
      <inkml:brushProperty name="height" value="0.035" units="cm"/>
    </inkml:brush>
  </inkml:definitions>
  <inkml:trace contextRef="#ctx0" brushRef="#br0">0 40 9353,'0'0'8392,"55"-16"-8008,-20 14-256,3-1-96,2 3 0,-1 0-96,-1-2-1281,-6-3-1730,-5-6-3043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2.180"/>
    </inkml:context>
    <inkml:brush xml:id="br0">
      <inkml:brushProperty name="width" value="0.035" units="cm"/>
      <inkml:brushProperty name="height" value="0.035" units="cm"/>
    </inkml:brush>
  </inkml:definitions>
  <inkml:trace contextRef="#ctx0" brushRef="#br0">0 0 14061,'0'0'1869,"7"12"-1432,-1 2-285,0 0 0,0 0 0,-2 1 0,1 0 0,-2 0 0,0 0-1,-1 0 1,0 20 0,-1-2-70,-3 1 0,-6 42 0,11-116 517,-2 31-594,-1-1 0,2 1 1,-1 0-1,1-1 0,4-11 0,-2 10-1,1 1 1,0-1-1,1 1 1,-1 1-1,14-17 1,-18 24-4,0 1-1,0 0 1,0-1 0,0 1-1,0 0 1,1 0 0,-1 0-1,0 0 1,1 0 0,-1 0-1,1 0 1,-1 0 0,1 0-1,0 1 1,-1-1 0,1 1-1,0-1 1,-1 1 0,1 0-1,0-1 1,-1 1 0,1 0-1,0 0 1,0 0 0,-1 0-1,1 1 1,0-1 0,-1 0-1,1 1 1,0-1 0,-1 1-1,1 0 1,0-1 0,-1 1-1,1 0 1,-1 0 0,0 0-1,1 0 1,-1 0 0,0 0-1,1 1 1,-1-1 0,0 0-1,0 1 1,0-1 0,1 3-1,8 10 15,-1 1 0,-1 0-1,-1 0 1,0 1 0,-1 0-1,0 0 1,-1 1 0,-1-1-1,-1 1 1,0 0 0,0 23-1,-3-40 56,-11-24 111,9 17-150,0 0-1,0 0 0,1-1 0,0 1 0,0 0 0,1-1 1,0 1-1,0 0 0,1-1 0,0 1 0,0 0 1,3-10-1,-3 14-2,1-1-1,-1 1 1,1 0 0,-1 0 0,1 0-1,0 0 1,0 0 0,0 0 0,1 0 0,-1 1-1,1-1 1,0 1 0,-1-1 0,1 1-1,0 0 1,0 0 0,0 1 0,1-1 0,-1 1-1,0-1 1,1 1 0,-1 0 0,1 0-1,-1 1 1,1-1 0,6 0 0,-4 1 10,1-1 1,0 1-1,-1 1 0,1-1 1,0 1-1,-1 1 1,1-1-1,-1 1 0,1 0 1,-1 0-1,0 1 1,0 0-1,0 0 0,0 0 1,0 1-1,-1 0 1,0 0-1,0 0 0,0 1 1,0 0-1,0 0 1,-1 0-1,4 6 0,-3-2-286,1 0 1,-1 0-1,-1 1 0,0-1 0,5 20 0,-6-14-1989,0-1 0,-1 1 1,0 26-1,-2-29-3940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2.352"/>
    </inkml:context>
    <inkml:brush xml:id="br0">
      <inkml:brushProperty name="width" value="0.035" units="cm"/>
      <inkml:brushProperty name="height" value="0.035" units="cm"/>
    </inkml:brush>
  </inkml:definitions>
  <inkml:trace contextRef="#ctx0" brushRef="#br0">0 21 9033,'0'0'6726,"55"-21"-6726,-50 21-449,-2 0-2081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2.893"/>
    </inkml:context>
    <inkml:brush xml:id="br0">
      <inkml:brushProperty name="width" value="0.035" units="cm"/>
      <inkml:brushProperty name="height" value="0.035" units="cm"/>
    </inkml:brush>
  </inkml:definitions>
  <inkml:trace contextRef="#ctx0" brushRef="#br0">192 11 8296,'0'0'6267,"-10"-2"-4863,0-1-938,-1 1 0,0 0 1,0 1-1,0 1 0,-18 0 0,25 1-389,0-1 0,-1 1 1,1 0-1,0 0 0,0 0 0,0 1 0,1-1 1,-1 1-1,0 0 0,0 0 0,1 0 0,-1 1 0,1-1 1,0 1-1,0 0 0,0 0 0,0 0 0,0 0 0,1 1 1,0-1-1,-3 5 0,2-1-69,-1 0-1,2 0 1,-1 0-1,1 0 1,0 1-1,1-1 1,0 1-1,0-1 1,0 1 0,1 0-1,0-1 1,1 1-1,-1 0 1,3 7-1,-2-12-21,0 1 0,-1-1 0,1 0 0,1 0-1,-1 0 1,0 0 0,1 0 0,0 0 0,-1-1 0,1 1-1,0 0 1,1-1 0,-1 1 0,0-1 0,1 0 0,-1 0-1,1 0 1,0 0 0,-1 0 0,1-1 0,0 1 0,0-1-1,0 0 1,0 0 0,1 0 0,-1 0 0,0 0 0,0-1 0,0 1-1,1-1 1,-1 0 0,0 0 0,5-1 0,-4 0 10,0 0 0,-1 0 0,1 0-1,0-1 1,-1 0 0,1 0 0,-1 0 0,1 0 0,-1 0 0,0-1 0,0 0 0,0 1 0,-1-1 0,1 0 0,0 0 0,-1-1 0,0 1 0,0 0 0,0-1 0,0 1 0,-1-1 0,3-6 0,0-1 71,0-1 1,-1 1-1,0-1 0,0 0 1,-1 0-1,0-17 1,-2 28 231,0 32-241,-1-16-548,1 0-1,1-1 0,1 1 0,0 0 0,1 0 1,0-1-1,11 28 0,-12-38 272,0 1 0,0-1 0,1 0 0,-1 0 0,1 0 0,0 0 0,0-1 0,0 1 0,0-1 0,1 0 0,-1 1 0,1-2 0,0 1 1,0 0-1,0-1 0,0 0 0,0 0 0,1 0 0,-1 0 0,1-1 0,-1 1 0,1-1 0,0-1 0,-1 1 0,1 0 0,0-1 0,-1 0 0,1 0 0,6-2 0,10-2-5792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3.158"/>
    </inkml:context>
    <inkml:brush xml:id="br0">
      <inkml:brushProperty name="width" value="0.035" units="cm"/>
      <inkml:brushProperty name="height" value="0.035" units="cm"/>
    </inkml:brush>
  </inkml:definitions>
  <inkml:trace contextRef="#ctx0" brushRef="#br0">183 2 8584,'0'0'5066,"-11"-1"-3534,5 1-1314,-1 0-1,0 0 0,1 1 0,-1-1 1,0 2-1,1-1 0,-1 1 1,1 0-1,0 0 0,0 0 0,0 1 1,0 0-1,0 1 0,0-1 0,1 1 1,-1 0-1,1 0 0,0 1 1,-7 8-1,8-8-168,-1 0 1,1 1 0,0 0-1,0 0 1,1 0-1,0 0 1,0 0 0,0 1-1,1-1 1,0 1-1,0 0 1,1 0 0,-1 0-1,2 0 1,-1 12-1,1-15-49,1 0 0,-1 0 0,1 1 0,1-1 0,-1 0 0,0 0-1,1 0 1,0 0 0,0-1 0,0 1 0,0 0 0,1-1 0,-1 1 0,1-1-1,0 0 1,0 0 0,0 0 0,1 0 0,-1-1 0,0 1 0,1-1 0,0 0-1,0 0 1,0 0 0,-1 0 0,7 1 0,2 1-374,0-1 0,1 0 0,-1-1 0,1-1 0,23 1 0,-28-2-471,0-1 1,0 0-1,-1 0 0,1 0 0,-1-1 1,11-4-1,11-8-3821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3.377"/>
    </inkml:context>
    <inkml:brush xml:id="br0">
      <inkml:brushProperty name="width" value="0.035" units="cm"/>
      <inkml:brushProperty name="height" value="0.035" units="cm"/>
    </inkml:brush>
  </inkml:definitions>
  <inkml:trace contextRef="#ctx0" brushRef="#br0">1 0 8040,'0'0'10794,"2"15"-11082,0-11-1250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3.672"/>
    </inkml:context>
    <inkml:brush xml:id="br0">
      <inkml:brushProperty name="width" value="0.035" units="cm"/>
      <inkml:brushProperty name="height" value="0.035" units="cm"/>
    </inkml:brush>
  </inkml:definitions>
  <inkml:trace contextRef="#ctx0" brushRef="#br0">2 0 16720,'0'0'2883,"-1"66"-2819,2-40 32,2 2 32,0 2-96,-1-1 0,-2 1 0,0-3-96,0-3-609,0-2-1345,0-11-1153,0-4-2722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3.874"/>
    </inkml:context>
    <inkml:brush xml:id="br0">
      <inkml:brushProperty name="width" value="0.035" units="cm"/>
      <inkml:brushProperty name="height" value="0.035" units="cm"/>
    </inkml:brush>
  </inkml:definitions>
  <inkml:trace contextRef="#ctx0" brushRef="#br0">0 75 8808,'0'0'4356,"42"-60"-2850,-23 50-994,-3 5-448,-1 5-32,0 0-32,-4 0-832,-3 9-1859,-3-3-864,-2 2-3972</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1:53:24.311"/>
    </inkml:context>
    <inkml:brush xml:id="br0">
      <inkml:brushProperty name="width" value="0.035" units="cm"/>
      <inkml:brushProperty name="height" value="0.035" units="cm"/>
    </inkml:brush>
  </inkml:definitions>
  <inkml:trace contextRef="#ctx0" brushRef="#br0">1 43 10602,'0'0'2557,"8"7"-1334,2 0-1084,-1 1 0,-1 0 1,1 1-1,-1 0 1,-1 1-1,0-1 1,0 1-1,-1 1 0,0-1 1,-1 1-1,0 0 1,-1 0-1,0 1 1,-1-1-1,0 1 0,1 12 1,-3-14-117,-1 23-10,0-32-8,0-1-1,0 1 1,0 0 0,0 0-1,0-1 1,-1 1-1,1 0 1,0 0-1,0-1 1,-1 1 0,1 0-1,0-1 1,-1 1-1,1-1 1,-1 1 0,1 0-1,-1-1 1,1 1-1,-1-1 1,1 1-1,-1-1 1,1 1 0,-1-1-1,0 0 1,1 1-1,-1-1 1,0 0 0,0 1-1,1-1 1,-1 0-1,0 0 1,1 0-1,-2 0 1,1-1 3,0 0 1,0-1-1,0 1 1,1 0-1,-1-1 1,0 1-1,1-1 0,-1 1 1,1-1-1,0 1 1,0-1-1,-1 0 1,1 1-1,0-1 0,0 1 1,0-1-1,1 1 1,-1-3-1,0 1 3,1-11 91,1 0-1,0 1 1,1-1 0,1 1-1,0 0 1,0 0-1,1 0 1,1 0 0,0 1-1,1 0 1,0 0 0,13-15-1,-16 21-44,1 0-1,-1 1 0,1-1 0,1 1 1,-1-1-1,1 2 0,0-1 0,0 1 1,0 0-1,1 0 0,-1 0 0,1 1 1,0 0-1,0 1 0,0-1 1,1 1-1,-1 1 0,0-1 0,1 1 1,-1 0-1,1 1 0,-1 0 0,1 0 1,10 2-1,-12 1-30,1 0 0,0 0 1,-1 0-1,0 1 0,0 0 0,0 0 1,0 0-1,0 1 0,-1 0 0,0 0 1,0 0-1,0 1 0,-1-1 0,0 1 1,0 0-1,0 1 0,-1-1 0,5 14 1,-1-4-382,-2 0 0,1 0 0,-2 1 0,-1-1 0,0 1 0,1 33 0,-4-38-3569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5.300"/>
    </inkml:context>
    <inkml:brush xml:id="br0">
      <inkml:brushProperty name="width" value="0.035" units="cm"/>
      <inkml:brushProperty name="height" value="0.035" units="cm"/>
    </inkml:brush>
  </inkml:definitions>
  <inkml:trace contextRef="#ctx0" brushRef="#br0">23 0 6150,'0'0'6593,"-4"12"-5883,-1 4-389,1 1 1,1 0 0,0 0-1,1 0 1,1 0 0,0 0-1,4 31 1,13 83 684,21 339-758,-36-418-840,0 20-1618,-4-28-3054,-1-29-779</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5.844"/>
    </inkml:context>
    <inkml:brush xml:id="br0">
      <inkml:brushProperty name="width" value="0.035" units="cm"/>
      <inkml:brushProperty name="height" value="0.035" units="cm"/>
    </inkml:brush>
  </inkml:definitions>
  <inkml:trace contextRef="#ctx0" brushRef="#br0">371 68 12620,'0'0'790,"-6"-10"507,-18-28-304,22 36-938,-1 0-1,1 0 0,0 0 1,-1 1-1,1-1 0,-1 1 1,0 0-1,1-1 0,-1 1 1,0 0-1,0 1 0,0-1 1,0 1-1,0-1 0,0 1 1,0 0-1,0 0 1,-3 0-1,-49 10 563,39-4-570,0 1 0,1 0 1,0 1-1,0 1 0,1 0 0,1 1 1,-1 0-1,-12 14 0,19-17-55,0 0 0,1 0 0,0 0-1,0 1 1,1-1 0,0 2 0,0-1-1,1 0 1,0 1 0,1 0 0,0 0-1,0 0 1,1 0 0,0 0 0,-1 18-1,3-22-2,1 1-1,0-1 1,0 0-1,0 0 1,1 0-1,0 0 1,0 0-1,0 0 0,0 0 1,1 0-1,0-1 1,0 1-1,0-1 1,1 0-1,3 4 1,11 10-7,1-2 1,21 16-1,0-1-1,-28-19 2,0 0 0,-1 0-1,0 1 1,-1 1 0,-1-1-1,0 2 1,-1-1 0,0 1-1,-2 0 1,1 1 0,-2 0 0,0 0-1,5 33 1,-8-41 31,-2 1 1,1-1-1,-1 1 0,0-1 0,0 1 0,-1-1 1,0 1-1,-1-1 0,0 1 0,0-1 1,-1 0-1,0 0 0,-1 0 0,1 0 1,-1-1-1,-1 1 0,0-1 0,0 0 1,0 0-1,-1-1 0,1 0 0,-2 0 0,1 0 1,-1-1-1,0 0 0,0 0 0,0 0 1,-15 6-1,15-8 71,0 0-1,1-1 1,-1 1 0,0-2-1,-1 1 1,1-1 0,0 0 0,0 0-1,-1-1 1,1 0 0,0 0-1,-1-1 1,-11-2 0,16 2-37,-1 0 0,0-1 0,1 1 1,0-1-1,-1 0 0,1 0 0,0 0 0,0 0 1,0 0-1,0-1 0,0 0 0,1 1 0,-1-1 1,1 0-1,0 0 0,-1 0 0,2-1 1,-1 1-1,0 0 0,1-1 0,-1 1 0,1-1 1,0 0-1,0 1 0,0-1 0,1 0 0,-1-6 1,1-8-22,0 0 1,1 0 0,1 0 0,1 0 0,1 0 0,0 0-1,1 1 1,1-1 0,1 1 0,0 1 0,12-19-1,10-14-76,2 1 0,46-54 1,-42 59-571,2 1 0,44-37 0,-61 62-590,1 1 0,29-17 1,-35 25-529,1 0 0,0 1-1,0 0 1,22-5 0,-13 9-3510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6.184"/>
    </inkml:context>
    <inkml:brush xml:id="br0">
      <inkml:brushProperty name="width" value="0.035" units="cm"/>
      <inkml:brushProperty name="height" value="0.035" units="cm"/>
    </inkml:brush>
  </inkml:definitions>
  <inkml:trace contextRef="#ctx0" brushRef="#br0">61 89 6534,'0'0'4516,"-7"10"-2877,0 0-1175,1 1-1,0 0 1,0 1-1,1-1 1,0 1-1,1 0 1,0 0-1,1 0 1,1 1-1,-2 17 0,3-6-133,1-1 0,1 1-1,0 0 1,2 0 0,12 43-1,-14-61-317,1 0 0,0 0 0,1 0 0,0 0 0,0 0 0,0-1 0,0 1 0,1-1 0,0 0 0,0 0 0,0 0 0,1 0 0,0-1 0,0 0 0,0 0 0,0 0 0,1 0 0,-1-1 0,1 0 0,0 0 0,0-1-1,0 1 1,0-2 0,0 1 0,1 0 0,9 0 0,-7-1 4,-1-1-1,0 0 1,0-1-1,1 0 1,-1 0-1,0-1 1,0 1-1,0-2 1,0 1-1,-1-1 1,1-1-1,-1 1 1,11-8-1,-8 4-6,0-1 0,0 0 0,-1 0 0,0-1 0,-1-1 0,0 1 0,0-1 0,9-16 0,-9 12-4,-1 0 0,0-1 0,-1 1 0,0-1 0,-2 0 0,1-1 0,-2 1 0,0-1 0,-1 0 1,-1 1-1,0-1 0,-1 0 0,0 0 0,-6-27 0,4 34-14,-1 1 1,-1-1-1,0 1 0,0-1 0,0 1 1,-1 0-1,0 1 0,-1-1 0,1 1 1,-2 0-1,1 1 0,-1-1 0,0 1 1,0 1-1,0-1 0,-1 1 0,0 0 1,0 1-1,0 0 0,-1 0 0,-9-2 1,8 2-322,-1 1 0,1 0 0,-1 1 0,0 0 1,0 1-1,0 0 0,0 1 0,0 0 1,0 1-1,0 0 0,1 1 0,-1 0 0,0 0 1,1 1-1,-1 1 0,1-1 0,-14 9 1,-5 5-3456,6-4-1703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6.824"/>
    </inkml:context>
    <inkml:brush xml:id="br0">
      <inkml:brushProperty name="width" value="0.035" units="cm"/>
      <inkml:brushProperty name="height" value="0.035" units="cm"/>
    </inkml:brush>
  </inkml:definitions>
  <inkml:trace contextRef="#ctx0" brushRef="#br0">1 638 9257,'0'0'1350,"12"2"-896,14-1-10,0-1 1,0-1-1,0-1 0,-1-1 1,1-1-1,34-11 1,162-60 1614,-193 63-1901,471-186 1965,338-118-354,-784 301-1930,-49 18-2426,-12 6 1201,-13 7-588,-19 7-1698,-15 2-1768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7.387"/>
    </inkml:context>
    <inkml:brush xml:id="br0">
      <inkml:brushProperty name="width" value="0.035" units="cm"/>
      <inkml:brushProperty name="height" value="0.035" units="cm"/>
    </inkml:brush>
  </inkml:definitions>
  <inkml:trace contextRef="#ctx0" brushRef="#br0">1 156 10826,'0'0'5638,"10"-4"-5030,125-52 199,101-35-370,-233 90-439,0 0 1,1 0-1,-1 1 0,1-1 0,-1 1 1,1 0-1,-1 0 0,1 0 0,0 0 1,3 1-1,-6-1 11,0 1 0,1-1-1,-1 1 1,0-1 0,1 1 0,-1 0 0,0 0 0,0-1-1,0 1 1,0 0 0,0 0 0,0 0 0,0 0 0,0 0-1,0 0 1,0 1 0,1 1 0,0 4 109,0 0 0,0 1 0,-1-1-1,0 0 1,0 0 0,0 1 0,-2 13 0,1-10 64,-32 347 1969,3-82-2348,23-239-2252,-2-29-1930,-5-23-1498,0-8-2953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7.635"/>
    </inkml:context>
    <inkml:brush xml:id="br0">
      <inkml:brushProperty name="width" value="0.035" units="cm"/>
      <inkml:brushProperty name="height" value="0.035" units="cm"/>
    </inkml:brush>
  </inkml:definitions>
  <inkml:trace contextRef="#ctx0" brushRef="#br0">0 329 8136,'0'0'9321,"80"-34"-8745,-31 7-256,6-4-159,2-3-129,2 1 0,-1-4-32,-4 3-129,-4 2-1376,-7-2-2915,-10 1-1826</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8.053"/>
    </inkml:context>
    <inkml:brush xml:id="br0">
      <inkml:brushProperty name="width" value="0.035" units="cm"/>
      <inkml:brushProperty name="height" value="0.035" units="cm"/>
    </inkml:brush>
  </inkml:definitions>
  <inkml:trace contextRef="#ctx0" brushRef="#br0">42 0 11659,'0'0'4458,"-1"10"-3273,-3 39 166,-1-11-476,1 69 0,5-105-871,-1 0 1,1 0-1,0 0 0,0 0 0,0 0 0,0 0 0,0 0 1,0 0-1,0-1 0,0 1 0,1 0 0,-1-1 0,1 1 1,-1-1-1,1 1 0,-1-1 0,1 0 0,0 0 0,0 0 1,0 0-1,0 0 0,0 0 0,0 0 0,0 0 0,0-1 1,0 1-1,0-1 0,0 0 0,0 0 0,3 0 0,11 2 53,1-1-1,32-3 0,-24 1-33,-17 1-32,0 0 0,0 0 0,-1 1 0,1 0 0,0 0 0,-1 0 0,9 4 0,-14-4 5,0 0 1,0 1-1,0-1 1,0 1 0,0-1-1,0 1 1,0 0-1,0-1 1,-1 1 0,1 0-1,-1 0 1,1 0-1,-1 1 1,0-1 0,0 0-1,0 0 1,0 1 0,0-1-1,0 1 1,-1-1-1,1 1 1,-1-1 0,0 1-1,0-1 1,0 4-1,-1 2-22,0 0 0,0 0 0,-1-1 1,0 1-1,0-1 0,0 1 0,-1-1 0,-1 0 0,1 0 0,-1 0 0,0 0 0,-1-1 0,1 0 0,-1 0 0,-1 0 0,1 0 0,-1-1 0,-8 6 0,-4 4-865,-1-1 1,0-2 0,-1 0 0,0 0 0,-24 8 0,-8-6-5260,31-13 1126</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1:58.317"/>
    </inkml:context>
    <inkml:brush xml:id="br0">
      <inkml:brushProperty name="width" value="0.035" units="cm"/>
      <inkml:brushProperty name="height" value="0.035" units="cm"/>
    </inkml:brush>
  </inkml:definitions>
  <inkml:trace contextRef="#ctx0" brushRef="#br0">1 322 12300,'0'0'7014,"90"-63"-6149,-38 33-352,10-5-289,3 0-128,2 2-96,-3-1-160,-11-6-2435,-12-11-5669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1.395"/>
    </inkml:context>
    <inkml:brush xml:id="br0">
      <inkml:brushProperty name="width" value="0.035" units="cm"/>
      <inkml:brushProperty name="height" value="0.035" units="cm"/>
    </inkml:brush>
  </inkml:definitions>
  <inkml:trace contextRef="#ctx0" brushRef="#br0">2 69 2626,'-2'-2'11580,"6"-2"-10321,34-10-1207,1 2-1,-1 1 1,70-9-1,-9 14-5825,-89 6 2539</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1.612"/>
    </inkml:context>
    <inkml:brush xml:id="br0">
      <inkml:brushProperty name="width" value="0.035" units="cm"/>
      <inkml:brushProperty name="height" value="0.035" units="cm"/>
    </inkml:brush>
  </inkml:definitions>
  <inkml:trace contextRef="#ctx0" brushRef="#br0">0 146 5926,'0'0'7303,"77"-14"-6855,-31-3-288,9-3-32,8-2-96,2-1-32,-4 0-1377,-6-3-3716</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3.592"/>
    </inkml:context>
    <inkml:brush xml:id="br0">
      <inkml:brushProperty name="width" value="0.035" units="cm"/>
      <inkml:brushProperty name="height" value="0.035" units="cm"/>
    </inkml:brush>
  </inkml:definitions>
  <inkml:trace contextRef="#ctx0" brushRef="#br0">172 102 3171,'1'-1'279,"-1"0"0,1-1 0,-1 1 0,1 0-1,-1-1 1,1 1 0,0 0 0,-1 0 0,1 0 0,0 0 0,0 0 0,0 0 0,0 0-1,0 0 1,0 0 0,0 0 0,0 0 0,1 1 0,-1-1 0,0 0 0,0 1-1,1-1 1,-1 1 0,0-1 0,1 1 0,-1 0 0,0 0 0,1-1 0,-1 1 0,0 0-1,3 0 1,-3 1-208,0 0-1,1-1 0,-1 1 1,0 0-1,0 0 1,1 0-1,-1 0 0,0 0 1,0 0-1,0 0 0,0 1 1,0-1-1,-1 0 1,1 0-1,0 1 0,0-1 1,-1 1-1,1-1 0,-1 0 1,1 1-1,-1-1 0,0 1 1,0-1-1,1 1 1,-1-1-1,0 1 0,0-1 1,-1 3-1,1 0-38,0 0 1,-1 1-1,0-1 1,0 1-1,0-1 1,0 0-1,-1 1 1,1-1-1,-1 0 0,0 0 1,-1 0-1,1-1 1,-1 1-1,1 0 1,-1-1-1,0 0 1,-1 1-1,1-1 0,0 0 1,-1-1-1,0 1 1,1-1-1,-7 4 1,0-2 4,1 1 0,-1-2-1,0 1 1,0-1 0,-1-1 0,1 0 0,-1 0 0,1-1 0,-13 0 0,23-1-15,-1-1 1,0 1 0,0 0 0,0-1-1,1 1 1,-1-1 0,0 1-1,1-1 1,-1 0 0,0 1 0,1-1-1,-1 0 1,1 1 0,-1-1-1,1 0 1,-1 0 0,1 1-1,0-1 1,-1 0 0,1 0 0,0 0-1,-1 1 1,1-1 0,0 0-1,0 0 1,0 0 0,0 0-1,0 0 1,0 0 0,0-1 0,0-36 275,1 27-222,-2 6-38,1-1 0,0 0-1,0 1 1,1-1 0,-1 1 0,1-1-1,1 1 1,-1-1 0,1 1-1,0-1 1,0 1 0,0 0 0,1 0-1,0 0 1,0 0 0,0 1-1,0-1 1,1 1 0,0 0 0,0 0-1,0 0 1,0 1 0,1-1 0,-1 1-1,1 0 1,0 0 0,0 0-1,0 1 1,6-2 0,6-2 36,0 1 1,0 1-1,0 1 1,1 0-1,-1 1 1,21 0-1,-33 2-63,1 1 0,-1-1 0,1 1 0,-1 0 0,0 0 0,1 0 0,-1 1 0,0 0 0,0 0 0,0 0 0,0 0 0,-1 1 0,1 0 0,-1 0 0,1 0 0,-1 1 0,0-1 0,0 1 0,-1 0 0,1 0-1,-1 1 1,0-1 0,0 1 0,3 5 0,1 8 68,0 1 0,-1-1 0,-1 1 0,-1 0-1,-1 1 1,-1-1 0,0 1 0,-1-1 0,-1 1-1,-1-1 1,-6 33 0,-1-14 87,-1 0 1,-1 0-1,-2-1 1,-33 67-1,25-65 29,0-1 0,-3-2 1,-1 0-1,-2-1 0,-1-2 0,-62 60 1,87-91-184,0 0 0,-1 0 1,1 0-1,-1 0 1,0 0-1,1-1 1,-1 1-1,0-1 0,0 0 1,0 0-1,0 0 1,0 0-1,0 0 1,0-1-1,0 0 0,0 1 1,-6-1-1,7-1-2,0 0 0,0 0 1,0 0-1,0 0 0,0 0 0,0 0 0,0 0 0,1-1 0,-1 1 0,1 0 0,-1-1 1,1 0-1,-1 1 0,1-1 0,0 0 0,0 0 0,0 1 0,0-1 0,0 0 0,0 0 0,0 0 1,1 0-1,-1 0 0,1-1 0,0 1 0,-1-2 0,-2-16-1,0 0 1,0-34-1,2 49-10,1 1 0,0-1 0,1 0 0,-1 0 0,1 1 0,0-1 0,0 0 0,0 1 0,1-1 0,-1 1 0,1-1 0,0 1 1,1 0-1,-1 0 0,1 0 0,-1 0 0,6-5 0,-6 7-3,1 1-1,0-1 1,0 1 0,0 0 0,0 0-1,1 0 1,-1 0 0,0 0 0,0 1-1,1-1 1,-1 1 0,0 0 0,0 0-1,1 0 1,-1 1 0,0-1 0,1 1-1,-1-1 1,0 1 0,0 0 0,0 1-1,0-1 1,0 0 0,0 1 0,3 2-1,10 6 1,0 0-1,-1 1 0,17 16 0,-21-17 12,8 7 73,1-2 0,0-1 0,38 21 1,-51-31-368,1-1 0,-1 0 0,1 0 0,0 0 0,0-1 0,0 0 0,1-1 1,-1 0-1,0 0 0,0-1 0,1 0 0,-1 0 0,0-1 0,16-3 1,-22 3-167,0 0 1,0 0 0,0 0 0,0 0 0,0 0-1,0-1 1,-1 1 0,1-1 0,-1 1 0,1-1-1,-1 0 1,1 1 0,-1-1 0,0 0 0,0 0-1,1-3 1,9-15-9023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4.322"/>
    </inkml:context>
    <inkml:brush xml:id="br0">
      <inkml:brushProperty name="width" value="0.035" units="cm"/>
      <inkml:brushProperty name="height" value="0.035" units="cm"/>
    </inkml:brush>
  </inkml:definitions>
  <inkml:trace contextRef="#ctx0" brushRef="#br0">0 46 6919,'0'-1'318,"0"1"0,1-1 0,-1 0 1,0 0-1,0 0 0,1 0 1,-1 0-1,0 0 0,1 0 1,-1 1-1,1-1 0,-1 0 1,1 0-1,-1 0 0,1 1 0,-1-1 1,1 0-1,0 1 0,1-2 1,21-8 1510,-18 9-1762,0 0 0,1 0 1,-1 0-1,0 1 0,0 0 1,0 0-1,8 1 0,-13-1-56,1 1 1,0-1-1,-1 0 0,1 1 0,-1-1 0,1 0 0,-1 1 1,1-1-1,-1 1 0,1-1 0,-1 1 0,1-1 1,-1 1-1,1-1 0,-1 1 0,0 0 0,1-1 1,-1 1-1,0 0 0,0-1 0,1 1 0,-1 0 1,0-1-1,0 1 0,0 0 0,0-1 0,0 1 0,0 0 1,0-1-1,0 1 0,0 0 0,0 0 0,0-1 1,-1 1-1,1 0 0,0 0 0,-1 1 26,1-1-1,-1 1 0,1 0 1,-1-1-1,1 1 1,-1-1-1,0 1 0,0-1 1,0 0-1,0 1 1,0-1-1,0 0 0,-2 2 1,-3 0 30,-1 0 1,1-1 0,-1 0 0,0 0 0,0-1-1,0 0 1,0 0 0,0-1 0,-9 0 0,15 0 92,2-3-121,0 0-1,1-1 1,-1 1 0,1 0 0,-1 0-1,1 0 1,0 0 0,0 1 0,0-1-1,0 0 1,1 1 0,-1-1 0,1 1-1,-1 0 1,1 0 0,4-2 0,-3 1-41,0-1 1,1 1 0,-1 1-1,1-1 1,0 1 0,0 0 0,0 0-1,0 0 1,10-1 0,-15 5-184,1 0 0,-1 0 0,1 0-1,-1 0 1,0 0 0,0 0 0,0 0 0,0 1 0,0-1 0,0 0 0,-1 0 0,1 0 0,-1 0 0,-1 3 0,-9 7-4732,-3-3-5450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5.492"/>
    </inkml:context>
    <inkml:brush xml:id="br0">
      <inkml:brushProperty name="width" value="0.035" units="cm"/>
      <inkml:brushProperty name="height" value="0.035" units="cm"/>
    </inkml:brush>
  </inkml:definitions>
  <inkml:trace contextRef="#ctx0" brushRef="#br0">13 94 4869,'-1'-1'184,"0"-1"0,-1 1 0,1-1 0,0 0 0,0 1 0,0-1 0,1 0 0,-1 0 0,0 0 0,1 1 0,-1-1 0,1 0 0,-1 0 0,1 0 0,0 0 0,0 0 0,0 0 0,0 0 0,0 0 0,0 0 0,1 0 0,-1 0 1,1-2-1,1 1-94,-1 1 0,1 0 1,0 0-1,0 0 0,-1 0 1,1 0-1,1 0 1,-1 0-1,0 1 0,0-1 1,1 1-1,-1-1 1,1 1-1,3-2 0,6-1-45,0 1 0,0 0-1,0 0 1,0 1 0,1 1 0,13-1-1,-21 2-48,1 0 0,-1 0 0,1 1 0,-1-1 0,1 1 0,-1 0 0,0 1 1,1-1-1,-1 1 0,0 0 0,9 6 0,-11-6-8,-1 0 0,1 0 0,-1 1 1,0-1-1,0 1 0,0 0 1,0-1-1,-1 1 0,1 0 1,-1 0-1,1 0 0,-1 0 0,0 0 1,0 1-1,0-1 0,-1 0 1,1 0-1,-1 1 0,0-1 0,0 7 1,-1-5 27,1 0 1,-1 0-1,0 0 1,-1 0-1,1 0 1,-1 0-1,-3 7 1,3-10-6,1 0-1,0 0 1,0 0 0,0 0 0,0 0-1,0 1 1,0-1 0,0 0-1,1 1 1,-1-1 0,1 0 0,0 1-1,-1-1 1,1 1 0,0-1-1,1 1 1,-1-1 0,0 1 0,1-1-1,-1 0 1,1 1 0,0-1-1,0 0 1,0 1 0,0-1 0,0 0-1,0 0 1,1 0 0,-1 0-1,1 0 1,-1 0 0,4 2 0,12 10 71,-10-9-79,0 1 1,0 0-1,0 0 0,-1 1 1,8 10-1,-13-16 0,0 0-1,0 0 1,-1 1 0,1-1 0,0 0 0,-1 1-1,0-1 1,1 0 0,-1 1 0,0-1-1,1 0 1,-1 1 0,0-1 0,0 1 0,0-1-1,0 1 1,-1-1 0,1 0 0,0 1-1,0-1 1,-1 0 0,1 1 0,-1-1-1,0 0 1,1 1 0,-1-1 0,0 0 0,1 0-1,-1 0 1,0 0 0,0 0 0,0 0-1,0 0 1,0 0 0,0 0 0,-1 0 0,1 0-1,0-1 1,0 1 0,0 0 0,-2 0-1,-13 8-155,0 0 0,-1 0 0,0-2 0,0 0 0,-1-1 0,1 0 0,-1-2 0,-36 5 0,63-28-4368,10-5-946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5.865"/>
    </inkml:context>
    <inkml:brush xml:id="br0">
      <inkml:brushProperty name="width" value="0.035" units="cm"/>
      <inkml:brushProperty name="height" value="0.035" units="cm"/>
    </inkml:brush>
  </inkml:definitions>
  <inkml:trace contextRef="#ctx0" brushRef="#br0">77 70 6951,'0'0'1094,"-9"6"-309,2 0-401,-1-1 0,1 1 1,0 1-1,0-1 1,1 1-1,-9 11 1,14-16-315,0-1 0,0 1 0,0 0 0,0-1 0,0 1 0,0 0 0,0 0 0,1 0 0,-1 0 1,1-1-1,-1 1 0,1 0 0,0 0 0,0 0 0,0 0 0,0 0 0,0 0 0,0 0 0,0 0 1,1 0-1,-1 0 0,1 0 0,-1 0 0,1 0 0,0-1 0,0 1 0,0 0 0,0 0 1,0-1-1,0 1 0,0-1 0,1 1 0,-1-1 0,0 1 0,1-1 0,-1 0 0,1 0 0,0 0 1,-1 0-1,1 0 0,0 0 0,0 0 0,-1 0 0,4 0 0,2 2-28,0 0 1,0-1-1,0 0 0,1 0 0,-1 0 1,0-1-1,1 0 0,-1-1 0,1 0 1,-1 0-1,1 0 0,-1-1 0,1 0 1,-1-1-1,13-4 0,-16 5-34,1-1 0,-1 1 1,0-1-1,0-1 0,0 1 0,-1-1 0,1 1 0,0-1 1,-1 0-1,0 0 0,1 0 0,-1-1 0,-1 1 1,1-1-1,0 0 0,-1 0 0,0 0 0,0 0 1,0 0-1,0 0 0,-1-1 0,0 1 0,0 0 1,0-1-1,0 1 0,0-9 0,0 9-81,-1 0 1,0 0-1,0-1 0,0 1 1,-1 0-1,1 0 0,-1-1 1,0 1-1,0 0 0,0 0 1,-1 0-1,1 0 0,-1 0 0,0 1 1,0-1-1,0 0 0,-1 1 1,1 0-1,-1-1 0,0 1 1,0 0-1,0 0 0,0 1 1,-1-1-1,1 1 0,-1-1 1,1 1-1,-1 0 0,0 0 1,0 1-1,0-1 0,0 1 0,0 0 1,0 0-1,0 0 0,-1 1 1,1-1-1,-8 1 0,-44 5-885,55-5 883,-1 0 0,1 1 0,0-1 0,-1 1 0,1-1 0,0 1 1,-1-1-1,1 1 0,0 0 0,0 0 0,0-1 0,-1 1 0,1 0 0,0 0 0,-1 2 0,2-2-58,-1 0-1,1 0 1,0 0-1,0 0 0,0 0 1,0 0-1,0 0 0,0 0 1,0-1-1,0 1 0,0 0 1,1 0-1,-1 0 0,0 0 1,0 0-1,1 0 1,-1 0-1,1-1 0,-1 1 1,1 0-1,-1 0 0,1 0 1,-1-1-1,1 1 0,0 0 1,-1-1-1,3 2 0,7 6-1782,6-4-1116</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6.643"/>
    </inkml:context>
    <inkml:brush xml:id="br0">
      <inkml:brushProperty name="width" value="0.035" units="cm"/>
      <inkml:brushProperty name="height" value="0.035" units="cm"/>
    </inkml:brush>
  </inkml:definitions>
  <inkml:trace contextRef="#ctx0" brushRef="#br0">77 32 2466,'0'0'4303,"-2"-4"-4218,1 2-50,1 1-24,0 1 0,0-1 0,0 0 0,0 0 0,-1 0 0,1 0-1,0 0 1,0 0 0,-1 0 0,1 0 0,-1 1 0,1-1 0,-1 0 0,1 0 0,-1 1 0,0-1 0,1 0 0,-1 1 0,0-1 0,1 0 0,-1 1 0,0-1 0,0 1 0,0-1 0,0 1 0,1 0 0,-1-1 0,-1 1 0,0 1 20,0-1 0,0 1 1,0 1-1,1-1 0,-1 0 1,0 0-1,1 1 0,-1-1 0,1 1 1,-1-1-1,1 1 0,0 0 1,0-1-1,0 1 0,-2 4 0,-15 28 702,16-27-614,-1 0-1,1 0 1,0 0-1,1 1 1,-1-1 0,1 0-1,1 1 1,-1-1 0,2 13-1,0-17-58,-1-1 0,0 1 0,1-1 0,0 1 0,0-1 0,0 0 0,0 0 0,0 1 0,0-1 0,0 0 0,1 0 1,-1 0-1,1 0 0,-1 0 0,1 0 0,0-1 0,0 1 0,0 0 0,0-1 0,0 1 0,0-1 0,0 0 0,1 0 0,-1 0 0,0 0 0,1 0 0,-1-1 0,0 1 0,1-1 0,-1 1 0,5-1 0,1 1 89,-1-1 1,1-1-1,-1 1 1,1-1-1,-1 0 1,0-1-1,1 0 1,-1 0-1,0 0 1,0-1-1,0 0 1,-1-1-1,9-5 1,-11 7-138,-2 0 0,1 0 0,0-1 0,0 1-1,-1-1 1,1 0 0,-1 0 0,0 0 0,0 0 0,0 0 0,0 0 0,0 0 0,-1-1 0,0 1 0,0 0-1,1-1 1,-2 0 0,1 1 0,0-1 0,-1 1 0,0-1 0,0 0 0,0 1 0,0-1 0,0 0 0,-1 1 0,0-1-1,1 0 1,-4-6 0,3 7-27,-1 0 0,1 0-1,-1 0 1,0 0-1,0 0 1,0 0 0,0 1-1,-1-1 1,1 1 0,-1 0-1,1-1 1,-1 1 0,0 0-1,0 0 1,0 1 0,0-1-1,0 1 1,0-1 0,-4 0-1,-8-2-765,1 1-1,-1 0 1,-18-1 0,1-1-3020,12 1-433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8.516"/>
    </inkml:context>
    <inkml:brush xml:id="br0">
      <inkml:brushProperty name="width" value="0.035" units="cm"/>
      <inkml:brushProperty name="height" value="0.035" units="cm"/>
    </inkml:brush>
  </inkml:definitions>
  <inkml:trace contextRef="#ctx0" brushRef="#br0">45 1 6406,'0'51'5184,"1"43"-3946,-23 32-109,12-81-933,-3 50 1,13-94-152,0-1 1,0 1 0,1-1-1,-1 1 1,0-1 0,1 1-1,-1-1 1,0 1 0,1-1-1,-1 0 1,1 1 0,-1-1-1,1 1 1,-1-1 0,1 0-1,-1 0 1,1 1 0,-1-1-1,1 0 1,-1 0 0,1 0-1,-1 0 1,1 1 0,0-1-1,-1 0 1,1 0 0,-1 0-1,1 0 1,-1 0 0,1 0-1,0-1 1,-1 1 0,1 0-1,-1 0 1,1 0 0,-1 0-1,1-1 1,-1 1 0,1 0-1,-1-1 1,1 1 0,34-12-112,-29 10 189,386-129-1479,-390 130 1131,-1 1-49,1-1 0,-1 1 0,0 0 0,0-1 0,0 1 0,0-1-1,0 1 1,0-1 0,0 0 0,0 1 0,0-1 0,0 0 0,0 0 0,0 1-1,0-1 1,0-1 0,0-5-3372</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08.735"/>
    </inkml:context>
    <inkml:brush xml:id="br0">
      <inkml:brushProperty name="width" value="0.035" units="cm"/>
      <inkml:brushProperty name="height" value="0.035" units="cm"/>
    </inkml:brush>
  </inkml:definitions>
  <inkml:trace contextRef="#ctx0" brushRef="#br0">36 1 9385,'0'0'3619,"-23"67"-2241,18-23-353,2 11-321,0 8-383,2 9-129,1 5-64,0 1-384,0-8-2691,0-14-4997</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2.811"/>
    </inkml:context>
    <inkml:brush xml:id="br0">
      <inkml:brushProperty name="width" value="0.035" units="cm"/>
      <inkml:brushProperty name="height" value="0.035" units="cm"/>
    </inkml:brush>
  </inkml:definitions>
  <inkml:trace contextRef="#ctx0" brushRef="#br0">0 4 2691,'0'0'6955,"0"-4"-6303,2 200 1650,3 147-1668,-2-278-667,3 87-726,-4-51-5474,-2-77 1305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3.169"/>
    </inkml:context>
    <inkml:brush xml:id="br0">
      <inkml:brushProperty name="width" value="0.035" units="cm"/>
      <inkml:brushProperty name="height" value="0.035" units="cm"/>
    </inkml:brush>
  </inkml:definitions>
  <inkml:trace contextRef="#ctx0" brushRef="#br0">2 204 8264,'0'-10'251,"0"5"-228,-1-2 179,0 0 1,1 0 0,0-1 0,0 1 0,1 0-1,0-1 1,0 1 0,1 0 0,0 0-1,0 0 1,1 0 0,0 0 0,0 1-1,0-1 1,1 1 0,6-9 0,-3 9-116,0 0 1,0 0-1,0 0 1,1 1-1,-1 1 0,1-1 1,1 1-1,-1 0 1,0 1-1,1 0 1,0 0-1,0 1 1,0 0-1,0 1 1,0 0-1,0 0 1,0 1-1,0 0 1,12 2-1,-15-1-79,0 0 0,0 0 0,-1 0 0,1 1 0,0 0 0,-1 0 0,0 0 0,1 1 0,-1 0 0,0 0 0,0 0 0,0 0 0,-1 1 0,1 0 0,-1 0 0,0 0 0,0 1 0,0-1 0,-1 1 0,0 0-1,1 0 1,-2 0 0,1 0 0,-1 1 0,1-1 0,-2 1 0,1 0 0,0-1 0,-1 1 0,0 8 0,0-1 45,-1-1 1,0 0-1,-2 1 0,1-1 0,-1 0 0,-1 0 0,0 0 0,-1-1 1,0 1-1,-1-1 0,0 0 0,0 0 0,-2 0 0,1-1 0,-14 17 1,-5 2-825,-1-2 1,-1 0-1,-56 41 1,60-54-4270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3.683"/>
    </inkml:context>
    <inkml:brush xml:id="br0">
      <inkml:brushProperty name="width" value="0.035" units="cm"/>
      <inkml:brushProperty name="height" value="0.035" units="cm"/>
    </inkml:brush>
  </inkml:definitions>
  <inkml:trace contextRef="#ctx0" brushRef="#br0">4 282 12396,'0'0'320,"6"-12"80,13-23-66,34-68 810,-48 92-1076,0-1-1,-1 1 1,-1-1-1,0 0 1,0 0-1,-2 0 1,2-19-1,-3 30-54,0 0-1,0 1 1,0-1-1,0 0 1,0 0-1,-1 1 1,1-1 0,0 0-1,0 1 1,-1-1-1,1 0 1,0 0-1,-1 1 1,1-1-1,-1 1 1,1-1-1,-1 0 1,1 1-1,-1-1 1,1 1-1,-1-1 1,0 1-1,1-1 1,-1 1-1,0 0 1,1-1 0,-1 1-1,0 0 1,1 0-1,-1-1 1,0 1-1,0 0 1,1 0-1,-1 0 1,0 0-1,0 0 1,0 0-1,1 0 1,-1 0-1,0 0 1,0 0-1,1 0 1,-1 1 0,0-1-1,1 0 1,-2 1-1,-1 0-9,0-1 0,1 2 0,-1-1 0,1 0 0,-1 0 0,0 1 0,1-1 0,0 1 0,-1 0 0,1 0 0,-4 4 0,-1 8 4,0 0 0,0 0 0,2 1 0,0 0 1,0 0-1,1 0 0,1 1 0,1-1 0,0 1 0,1 0 0,1-1 0,0 1 0,1 0 1,4 19-1,-4-30 2,1 0 0,-1 0 0,1 0 1,0 0-1,0-1 0,0 1 0,1-1 0,0 1 1,-1-1-1,1 0 0,1 0 0,-1-1 0,1 1 1,-1-1-1,1 1 0,0-1 0,0 0 1,9 4-1,-10-5-1,0-1 0,0 0 0,0 0 0,0 0 0,0 0 0,0-1 0,0 1 0,0-1 0,0 0 0,1 0 0,-1 0 0,0 0 0,0 0 0,0-1 0,0 1 0,0-1 0,0 0 1,0 0-1,0 0 0,0 0 0,0-1 0,0 1 0,0-1 0,-1 0 0,1 0 0,-1 0 0,1 0 0,-1 0 0,0 0 0,0-1 0,2-2 0,7-11-12,-1 0-1,-1-1 1,-1 0-1,0 0 1,-1-1-1,-1 0 1,0 0-1,-2-1 1,0 0 0,-1 0-1,1-30 1,-4 65 57,1 0 1,1-1-1,1 1 0,0 0 1,1-1-1,1 1 1,7 18-1,-9-28-56,0-1 1,0 1-1,1-1 0,-1 1 0,1-1 1,0 0-1,0-1 0,1 1 0,6 5 0,-8-8-106,0 0 0,0 0-1,1-1 1,-1 1-1,0-1 1,1 1 0,-1-1-1,1 0 1,0 0-1,-1-1 1,1 1 0,0-1-1,-1 0 1,1 0-1,0 0 1,-1 0 0,5-1-1,18-10-2682,-1-13-2237</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4.920"/>
    </inkml:context>
    <inkml:brush xml:id="br0">
      <inkml:brushProperty name="width" value="0.035" units="cm"/>
      <inkml:brushProperty name="height" value="0.035" units="cm"/>
    </inkml:brush>
  </inkml:definitions>
  <inkml:trace contextRef="#ctx0" brushRef="#br0">1 112 8584,'0'0'2926,"6"11"-2302,5 18-317,-2 0 0,0 0 0,-2 0 0,-1 1 0,2 43 0,2 35 285,-7-106-209,1-13-224,2-18-33,1-14-31,2-1 0,1 2 1,3-1-1,1 1 0,2 1 1,31-56-1,-44 92-51,1-1-1,-1 2 1,1-1-1,0 0 1,0 1 0,0 0-1,1 0 1,5-4-1,-8 7-39,-1 0 0,0 0-1,0 1 1,0-1-1,1 0 1,-1 1-1,0 0 1,1-1-1,-1 1 1,0 0-1,1-1 1,-1 1-1,1 0 1,-1 0 0,0 0-1,1 0 1,-1 0-1,1 1 1,-1-1-1,0 0 1,1 1-1,-1-1 1,0 1-1,1-1 1,-1 1-1,0-1 1,0 1-1,0 0 1,1 0 0,-1 0-1,0 0 1,0 0-1,0 0 1,0 0-1,-1 0 1,1 0-1,0 0 1,0 0-1,1 3 1,4 9 28,1 0-1,-2 0 1,1 1 0,-2-1-1,0 1 1,-1 0 0,4 28 0,-3 106 581,-5-99-370,0-84 169,0 13-449,1 0 0,0 0 1,2 0-1,0 0 0,2 1 1,8-33-1,-10 50 31,6-17 13,0 0 0,12-20 0,-18 37-6,0 1 1,0-1-1,0 1 1,0-1-1,1 1 1,0 0-1,-1 0 1,1 0-1,0 0 1,0 1-1,1-1 0,-1 1 1,0 0-1,1 0 1,-1 0-1,1 0 1,0 0-1,8-1 1,-10 3-4,1 0 0,0 1 0,0-1 0,-1 1 0,1 0 0,0 0-1,-1 0 1,1 0 0,-1 0 0,1 1 0,-1-1 0,0 1 0,1-1 0,-1 1 0,0 0 0,0 0 0,0 0 0,0 0 0,-1 0 0,1 1 0,0-1 0,-1 1 0,0-1 0,2 4 0,5 10 68,0 1 1,8 26-1,-11-29 31,5 14 129,1-1 0,18 34 0,-29-61-224,1 1 0,-1 0-1,0-1 1,1 1-1,-1-1 1,0 1 0,1-1-1,-1 1 1,1-1 0,-1 1-1,1-1 1,-1 1 0,1-1-1,0 1 1,-1-1-1,1 0 1,0 1 0,-1-1-1,1 0 1,0 0 0,-1 1-1,1-1 1,0 0-1,-1 0 1,1 0 0,0 0-1,-1 0 1,1 0 0,0 0-1,0 0 1,-1 0-1,1 0 1,0 0 0,-1-1-1,1 1 1,0 0 0,-1 0-1,1-1 1,0 1-1,-1 0 1,1-1 0,-1 1-1,1-1 1,-1 1 0,1-1-1,-1 1 1,1-1 0,-1 1-1,1-2 1,23-33 25,-21 30-40,98-186-568,-103 206 690,1 0 1,1 1 0,2 27 0,0 5 177,-2-42-232,0 0-1,0 0 1,1 0 0,0-1 0,0 1 0,0 0 0,1 0 0,0 0 0,0-1 0,1 1 0,3 6 0,-4-9-144,1 0 0,-1 0-1,1 0 1,-1-1 0,1 1-1,0-1 1,0 0 0,0 0-1,0 0 1,0 0 0,1 0 0,-1-1-1,1 1 1,-1-1 0,1 0-1,-1 0 1,1 0 0,0-1-1,5 1 1,20-2-2591,-4-6-1660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5.091"/>
    </inkml:context>
    <inkml:brush xml:id="br0">
      <inkml:brushProperty name="width" value="0.035" units="cm"/>
      <inkml:brushProperty name="height" value="0.035" units="cm"/>
    </inkml:brush>
  </inkml:definitions>
  <inkml:trace contextRef="#ctx0" brushRef="#br0">57 41 15695,'0'0'160,"-57"-39"-256,57 38-32,0 3 128,0 12 32,7 5-224,5 2-1922,0-1-2787</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5.496"/>
    </inkml:context>
    <inkml:brush xml:id="br0">
      <inkml:brushProperty name="width" value="0.035" units="cm"/>
      <inkml:brushProperty name="height" value="0.035" units="cm"/>
    </inkml:brush>
  </inkml:definitions>
  <inkml:trace contextRef="#ctx0" brushRef="#br0">1 64 13549,'0'0'347,"9"4"-246,4 2-61,0 0 0,-1 1 0,0 1 0,0 0 0,-1 0 0,0 1 1,0 1-1,-1 0 0,-1 0 0,1 1 0,11 19 0,-18-27-6,-1 1 0,0 0 0,-1 0 1,1 0-1,0 0 0,-1 1 0,0-1 1,0 0-1,-1 1 0,1-1 1,-1 6-1,0-10-29,0 0 1,0-1 0,0 1-1,0 0 1,0 0 0,0 0 0,0 0-1,0 0 1,0-1 0,0 1-1,0 0 1,0 0 0,0 0-1,0 0 1,0 0 0,0 0-1,0-1 1,-1 1 0,1 0-1,0 0 1,0 0 0,0 0-1,0 0 1,0 0 0,0 0-1,0 0 1,-1 0 0,1 0-1,0 0 1,0-1 0,0 1-1,0 0 1,0 0 0,-1 0 0,1 0-1,0 0 1,0 0 0,0 0-1,0 0 1,0 0 0,-1 0-1,1 0 1,0 0 0,0 1-1,0-1 1,0 0 0,0 0-1,0 0 1,-1 0 0,1 0-1,0 0 1,0 0 0,0 0-1,0 0 1,0 0 0,0 0-1,0 1 1,-1-1 0,1 0-1,0 0 1,0 0 0,0 0 0,0 0-1,0 0 1,0 1 0,0-1-1,-8-12 90,6 1-65,-1 1 0,2-1 1,-1 0-1,1 1 0,1-1 0,0 0 1,1 0-1,0 0 0,0 1 0,1-1 0,0 1 1,1-1-1,5-11 0,-6 18 12,0-1 0,0 1-1,0 0 1,0 0 0,1 0-1,0 0 1,0 1 0,0-1-1,0 1 1,0-1 0,1 1-1,-1 0 1,1 0 0,0 1-1,0-1 1,0 1 0,0 0 0,1 0-1,-1 0 1,1 1 0,-1-1-1,1 1 1,-1 0 0,1 1-1,0-1 1,-1 1 0,1 0-1,0 0 1,-1 0 0,1 0 0,0 1-1,6 2 1,-3-1-1,0 2 0,0-1 0,0 1 0,-1 0 1,1 1-1,-1-1 0,0 2 0,0-1 0,-1 1 0,1 0 0,-1 0 1,-1 0-1,1 1 0,5 10 0,-3-5-146,0-1-1,-1 2 1,-1-1 0,0 1-1,-1 0 1,0 0 0,-1 0-1,3 17 1,-5 3-2559,-2-7-2696</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6.310"/>
    </inkml:context>
    <inkml:brush xml:id="br0">
      <inkml:brushProperty name="width" value="0.035" units="cm"/>
      <inkml:brushProperty name="height" value="0.035" units="cm"/>
    </inkml:brush>
  </inkml:definitions>
  <inkml:trace contextRef="#ctx0" brushRef="#br0">1 139 11339,'0'0'1521,"2"12"-1323,11 60 554,7 116 1,-20-125-523,0-95 294,-2 13-480,2-1 1,0 0 0,2 0-1,0 0 1,1 1-1,1-1 1,12-33 0,-11 41-27,1 0 0,0 0 1,1 0-1,1 1 1,0 0-1,0 0 1,11-10-1,-14 16-3,0 1 0,0 0 0,1 0 0,-1 0 0,1 0-1,0 1 1,0 0 0,0 1 0,0-1 0,0 1 0,1 0 0,-1 0-1,1 1 1,-1 0 0,1 0 0,8 1 0,-12 0 11,0 1 0,1 0 0,-1 0 0,-1 0 0,1 0 0,0 0 0,0 1 0,0-1 0,-1 1 0,1 0 0,0 0-1,-1 0 1,0 0 0,0 0 0,1 1 0,-1-1 0,0 1 0,-1-1 0,1 1 0,0 0 0,-1 0 0,0-1 0,1 1 0,-1 0 0,-1 0 0,1 0 0,0 0 0,0 5 0,3 9 146,-1 0 0,-1 0 0,0 31 0,-1-36-100,-1 25 44,0-36-109,0 0 0,0 0 0,-1-1-1,1 1 1,0 0 0,0 0 0,0-1 0,0 1 0,-1 0 0,1-1-1,0 1 1,-1 0 0,1-1 0,-1 1 0,1 0 0,0-1 0,-1 1-1,1-1 1,-1 1 0,0-1 0,1 1 0,-1-1 0,1 1 0,-1-1-1,0 0 1,1 1 0,-1-1 0,0 0 0,1 0 0,-1 1 0,0-1-1,0 0 1,1 0 0,-1 0 0,0 0 0,0 0 0,-1 0 0,1-1 0,0 1 0,0-1 0,-1 0 0,1 0 0,0 0 0,0 0 1,0 0-1,0 0 0,0 0 0,0 0 0,0-1 0,0 1 0,0 0 1,1 0-1,-1-1 0,0 1 0,1-1 0,-1 1 0,1 0 0,0-1 1,-1 1-1,1-1 0,0-1 0,-5-38-18,5 28-17,1 1 1,0-1-1,1 1 1,1 0-1,0 0 1,0 0-1,1 0 1,1 0-1,0 1 1,0-1-1,1 1 1,1 1-1,0-1 0,15-16 1,-17 21 55,0-1 0,1 2-1,0-1 1,0 1 0,0 0 0,1 0 0,0 0 0,0 1-1,0 0 1,0 1 0,1 0 0,-1 0 0,1 0 0,0 1-1,0 0 1,0 1 0,0-1 0,0 2 0,0-1 0,0 1-1,0 0 1,0 1 0,0 0 0,9 2 0,-11-1 36,0 1 0,0 0 0,-1 1 0,1-1 0,-1 1-1,0 0 1,0 0 0,0 1 0,0-1 0,-1 1 0,0 0 0,0 0 0,0 1 0,5 9 0,1 3-940,-1 0-1,0 1 1,8 26-1,-11-22-2016,-1-5-1298</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6.931"/>
    </inkml:context>
    <inkml:brush xml:id="br0">
      <inkml:brushProperty name="width" value="0.035" units="cm"/>
      <inkml:brushProperty name="height" value="0.035" units="cm"/>
    </inkml:brush>
  </inkml:definitions>
  <inkml:trace contextRef="#ctx0" brushRef="#br0">325 51 10602,'0'0'1367,"-11"-9"-268,4 5-1033,1-1-1,0 1 0,-1-1 1,0 2-1,0-1 0,0 1 1,0 0-1,-1 1 0,1-1 1,-1 2-1,0-1 0,1 1 0,-1 0 1,0 0-1,0 1 0,-12 1 1,9 1 40,0 1 1,0 0-1,0 1 1,0 0-1,0 1 1,1 0 0,0 0-1,0 1 1,0 0-1,-16 15 1,22-18-94,1 0 0,-1 0 0,1 1 0,-1-1 0,1 1 1,0 0-1,0 0 0,1 0 0,-1 0 0,1 1 0,0-1 1,0 1-1,0-1 0,1 1 0,0 0 0,0-1 0,0 1 0,0 0 1,1 0-1,0 0 0,0 0 0,0-1 0,0 1 0,1 0 1,0 0-1,0 0 0,0-1 0,2 6 0,-1-7 2,0 0-1,0 0 1,1 0-1,-1 0 1,1-1 0,-1 1-1,1-1 1,0 0-1,0 0 1,0 0-1,0 0 1,0 0 0,0-1-1,1 1 1,-1-1-1,0 0 1,1 0-1,-1 0 1,1 0 0,-1-1-1,1 1 1,0-1-1,4 0 1,-2 0 3,0 0 1,-1 0-1,1-1 1,0 1-1,0-1 1,0-1-1,0 1 1,-1-1-1,1 0 1,-1 0-1,1-1 1,-1 1-1,9-7 1,-3-1-20,0-1 1,0 0 0,-1-1-1,17-25 1,-22 30 88,-1 0 0,0-1 0,-1 1 0,1-1 0,-1 0 0,-1 0 0,0-1 0,0 1 0,0 0 0,0-14 0,-2 21-82,0 1-1,0 0 0,0 0 1,0 0-1,0-1 1,0 1-1,0 0 1,-1 0-1,1 0 1,0 0-1,0-1 1,0 1-1,0 0 1,0 0-1,0 0 1,0 0-1,-1-1 1,1 1-1,0 0 1,0 0-1,0 0 0,0 0 1,-1 0-1,1 0 1,0 0-1,0 0 1,0 0-1,0-1 1,-1 1-1,1 0 1,0 0-1,0 0 1,0 0-1,-1 0 1,1 0-1,0 0 1,0 0-1,0 0 1,-1 0-1,1 1 0,0-1 1,0 0-1,0 0 1,-1 0-1,1 0 1,0 0-1,0 0 1,0 0-1,0 0 1,-1 0-1,1 1 1,0-1-1,0 0 1,0 0-1,0 0 1,0 0-1,0 1 1,0-1-1,-1 0 1,1 0-1,0 0 0,0 0 1,0 1-1,-10 8-19,8-5 21,0 0 0,0 0-1,0 1 1,1-1 0,-1 0-1,1 0 1,0 1 0,0-1-1,1 1 1,-1-1 0,1 1-1,0-1 1,0 1 0,1-1-1,-1 0 1,1 1 0,0-1-1,0 1 1,0-1 0,1 0-1,0 0 1,-1 0 0,1 0-1,1 0 1,-1 0 0,1 0-1,-1-1 1,1 1 0,0-1-1,0 0 1,1 0 0,5 5-1,-6-5 5,1-1 0,-1 1-1,1-1 1,0 0 0,0 0-1,-1 0 1,1 0-1,1 0 1,-1-1 0,0 0-1,0 0 1,0 0 0,1-1-1,-1 1 1,0-1 0,1 0-1,-1 0 1,0-1 0,1 1-1,-1-1 1,0 0 0,0 0-1,0 0 1,0 0-1,1-1 1,-2 0 0,1 0-1,0 0 1,0 0 0,-1-1-1,1 1 1,-1-1 0,5-4-1,47-68-153,-9 11-253,-45 63 396,0 0 1,0-1-1,0 1 0,1 0 0,-1 0 1,0 0-1,0 0 0,1 0 0,-1 0 1,1 0-1,-1 1 0,1-1 0,-1 0 1,1 1-1,0-1 0,-1 1 0,1 0 1,-1-1-1,1 1 0,0 0 0,-1 0 0,1 0 1,0 0-1,-1 0 0,1 1 0,0-1 1,-1 0-1,1 1 0,-1 0 0,1-1 1,0 1-1,-1 0 0,0-1 0,1 1 1,-1 0-1,1 0 0,0 1 0,7 6 57,0 0-1,0 1 1,-1 0-1,10 13 0,3 4-256,11-4-2729,-6-18-2983,-12-4-301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7.464"/>
    </inkml:context>
    <inkml:brush xml:id="br0">
      <inkml:brushProperty name="width" value="0.035" units="cm"/>
      <inkml:brushProperty name="height" value="0.035" units="cm"/>
    </inkml:brush>
  </inkml:definitions>
  <inkml:trace contextRef="#ctx0" brushRef="#br0">19 1 12492,'0'0'763,"-2"11"-822,-5 23 511,2 1 0,2-1 0,1 64 0,19 117 340,-1 28 479,-13-269-1122,1 0 1,2 0-1,0 0 1,13-33-1,3-1-640,32-64 0,-46 109 323,33-59-262,-38 69 432,0 0 1,1 0 0,0 1 0,-1-1 0,2 1 0,-1 0 0,0 0 0,1 0 0,0 1 0,9-6 0,-13 8-3,-1 1-1,1 0 1,-1-1 0,1 1-1,-1 0 1,1 0 0,-1-1-1,1 1 1,-1 0-1,1 0 1,0 0 0,-1 0-1,1 0 1,-1 0 0,1 0-1,0 0 1,-1 0 0,1 0-1,-1 0 1,1 0 0,-1 0-1,1 1 1,-1-1-1,1 0 1,-1 0 0,1 1-1,-1-1 1,1 0 0,-1 1-1,1-1 1,-1 0 0,1 1-1,-1-1 1,1 1-1,-1-1 1,0 0 0,1 1-1,-1 0 1,1 28 92,-19 30 300,-2-25-516,-2-1 1,-1 0-1,-2-2 1,-1-1-1,-1-2 1,-42 36-1,75-63 81,1 1-1,0-1 1,-1 0-1,1-1 1,0 1-1,7-2 1,14 0 74,1 2 0,-1 1-1,1 0 1,-1 3 0,0 0 0,0 2 0,-1 1 0,0 1 0,0 1 0,-1 1-1,-1 2 1,0 0 0,26 19 0,-31-19-2999,-4-9-6091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19.830"/>
    </inkml:context>
    <inkml:brush xml:id="br0">
      <inkml:brushProperty name="width" value="0.035" units="cm"/>
      <inkml:brushProperty name="height" value="0.035" units="cm"/>
    </inkml:brush>
  </inkml:definitions>
  <inkml:trace contextRef="#ctx0" brushRef="#br0">679 3 7591,'0'0'1666,"-8"-1"-1522,-1 0-118,1 0-1,0 1 1,-1 0 0,1 1 0,0 0-1,-1 0 1,-12 5 0,-70 23 398,35-9-211,-3-1 280,0-1-1,-1-4 0,-1-2 0,-118 7 0,179-17-493,-1-1 0,0 1 0,0-1 0,1 1 0,-1-1 0,1 1 0,-1-1 0,1 1 0,0 0 0,0-1 0,-1 1 0,1 0 0,0-1 0,1 1 0,-1-1 0,1 4 0,-1 1 2,-5 198 41,-12 172 1283,19-379-1172,0-1 0,0 0 0,0 0 0,1 1 0,-1-1 0,1 1 0,0-1 0,0 1 0,0 0 0,0 0 0,1 1 0,-1-1 0,6-2 0,56-36-250,-46 31 91,-1 1 1,1 1 0,0 1 0,1 0 0,-1 2 0,1 0 0,1 1 0,-1 1 0,34 0 0,-46 3 3,-1 0-1,1 0 1,-1 1 0,1 0 0,-1 1 0,1-1-1,-1 2 1,0-1 0,0 1 0,0 0-1,0 0 1,-1 1 0,1 0 0,-1 0-1,0 0 1,0 1 0,0 0 0,-1 0 0,0 0-1,0 1 1,0 0 0,-1 0 0,1 0-1,-1 1 1,-1-1 0,1 1 0,-1 0 0,-1 0-1,3 9 1,-1-4 11,-1 0 0,-1-1 0,0 1 0,-1 0 0,0 0 1,-1 0-1,0 0 0,-1-1 0,0 1 0,-1 0 0,0 0 0,-1-1 0,0 1 0,-9 19 0,5-18 4,-1 0 0,0-1-1,0 0 1,-1 0 0,-1-1-1,0 0 1,0-1 0,-1 0-1,0-1 1,-1 0 0,-22 12-1,9-6 14,0-2 0,-50 18 0,61-26-19,0-1 1,0-1 0,0 0-1,-1-1 1,1 0 0,-1-1 0,-21-2-1,35 1-6,-1 0-1,1 0 0,-1 0 1,1 0-1,0 0 1,-1-1-1,1 1 1,-1-1-1,1 1 0,0-1 1,-1 1-1,1-1 1,0 0-1,0 0 1,0 0-1,-1 0 0,1 0 1,0 0-1,0 0 1,0 0-1,0 0 1,1 0-1,-1 0 0,0 0 1,0-1-1,1 1 1,-1 0-1,1-1 0,-1 1 1,1-1-1,0 1 1,-1 0-1,1-1 1,0 1-1,0-1 0,0 1 1,0-1-1,0 1 1,0-1-1,0 1 1,1 0-1,-1-1 0,1-1 1,0-2-1,1 0 0,0 0 1,0 0-1,0 0 0,0 0 0,1 1 1,0-1-1,0 1 0,0-1 0,6-5 1,-2 3-5,1 2 1,0-1-1,0 1 1,0 0 0,0 0-1,1 1 1,0 0 0,0 1-1,0 0 1,0 0 0,0 1-1,1 0 1,18-1-1,-23 3 5,0 0-1,0 0 1,0 0 0,0 1-1,0 0 1,0 0-1,0 0 1,-1 1-1,1-1 1,0 1-1,0 0 1,-1 0-1,0 1 1,1 0 0,-1-1-1,0 1 1,0 1-1,0-1 1,-1 1-1,1-1 1,-1 1-1,0 0 1,0 0-1,0 0 1,-1 1-1,1-1 1,2 9 0,-2-4-142,0 1 0,0 0 1,-1 0-1,-1 0 1,0 0-1,0 0 0,-1 1 1,-1 9-1,-3 2-4135</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2.028"/>
    </inkml:context>
    <inkml:brush xml:id="br0">
      <inkml:brushProperty name="width" value="0.035" units="cm"/>
      <inkml:brushProperty name="height" value="0.035" units="cm"/>
    </inkml:brush>
  </inkml:definitions>
  <inkml:trace contextRef="#ctx0" brushRef="#br0">56 45 10442,'-8'-27'32,"-1"10"128,1 17 224,5 14-127,0 24-257,3 20 96,-2 8 416,2 6-31,0 3 63,0 0-256,0 2-127,0-5-33,0-1 32,0-6-64,-3-6 0,-2-13-1249,-1-17-1794,-2-20-4388</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3.039"/>
    </inkml:context>
    <inkml:brush xml:id="br0">
      <inkml:brushProperty name="width" value="0.035" units="cm"/>
      <inkml:brushProperty name="height" value="0.035" units="cm"/>
    </inkml:brush>
  </inkml:definitions>
  <inkml:trace contextRef="#ctx0" brushRef="#br0">1 0 12204,'0'0'304,"9"9"-144,-3-4-122,0 0 1,-1 1-1,0-1 0,0 1 1,0 0-1,-1 1 1,0-1-1,0 1 0,-1 0 1,1 0-1,-2 0 0,1 0 1,-1 0-1,0 1 1,2 12-1,-3-4 8,1-8-6,-1 0 0,0 1-1,-1-1 1,0 1 0,0-1-1,-1 0 1,0 1 0,0-1-1,-6 16 1,7-24-37,0 1 1,0-1-1,0 1 0,-1 0 1,1-1-1,0 1 0,-1-1 1,1 1-1,0-1 0,-1 1 1,1-1-1,-1 1 0,1-1 1,0 1-1,-1-1 0,0 1 1,1-1-1,-1 0 0,1 1 0,-1-1 1,1 0-1,-1 0 0,0 1 1,1-1-1,-1 0 0,1 0 1,-1 0-1,0 0 0,1 0 1,-1 0-1,0 0 0,1 0 1,-1 0-1,0 0 0,1 0 1,-1 0-1,0 0 0,1-1 1,-1 1-1,1 0 0,-1 0 1,0-1-1,1 1 0,-1 0 1,1-1-1,-1 1 0,1-1 1,-1 1-1,1-1 0,-1 1 1,1 0-1,0-1 0,-1 0 1,1 1-1,0-1 0,-1 1 1,1-1-1,0 1 0,0-1 0,-1 0 1,1 1-1,0-1 0,0 0 1,0 0-1,-14-43-27,14 39-36,0-1 0,0 1-1,0 0 1,1-1 0,0 1 0,0 0 0,0 0-1,1 0 1,0 0 0,-1 0 0,2 0-1,-1 0 1,1 1 0,-1-1 0,1 1 0,0-1-1,1 1 1,-1 0 0,1 0 0,0 1-1,0-1 1,0 1 0,0 0 0,1 0-1,-1 0 1,1 1 0,0-1 0,0 1 0,0 0-1,0 1 1,0-1 0,0 1 0,0 0-1,0 0 1,1 1 0,-1-1 0,0 1 0,7 1-1,-9-1 84,0 0-1,0 0 1,0 0-1,0 0 1,0 1-1,0 0 1,0 0-1,0-1 1,0 2-1,0-1 1,0 0-1,0 1 0,-1-1 1,1 1-1,-1 0 1,1-1-1,-1 1 1,0 1-1,1-1 1,-1 0-1,3 4 1,-3-1 31,1 0 1,-1 0-1,0 0 1,0 0-1,0 1 0,-1-1 1,0 0-1,0 1 1,0-1-1,-1 1 1,0 7-1,0-12-47,-1 0-1,0 1 1,1-1 0,-1 0 0,0 0-1,0 1 1,0-1 0,0 0-1,0 0 1,0 0 0,0 0-1,0-1 1,-1 1 0,1 0 0,0 0-1,0-1 1,-1 1 0,1-1-1,0 1 1,-1-1 0,1 1 0,-1-1-1,1 0 1,-1 0 0,1 0-1,0 0 1,-1 0 0,-1 0-1,1 0-4,1 1-1,-1-1 0,0 0 0,1 0 1,-1 0-1,0 0 0,0 0 0,1 0 1,-1 0-1,0-1 0,1 1 0,-1 0 1,0-1-1,1 0 0,-1 1 0,1-1 1,-1 0-1,1 0 0,-1 0 0,1 0 1,0 0-1,-1 0 0,-1-2 0,3-2-39,-1 1 1,0-1-1,1 0 0,0 0 0,0 1 0,1-1 0,-1 0 1,1 0-1,0 1 0,0-1 0,1 1 0,-1-1 1,1 1-1,0-1 0,3-4 0,-3 6-145,-1 0 0,1 0 0,0 0 1,0 0-1,0 1 0,1-1 0,-1 1 0,0 0 0,1-1 0,0 1 0,-1 0 1,1 0-1,0 1 0,0-1 0,0 1 0,0-1 0,1 1 0,-1 0 0,0 0 1,0 0-1,7 0 0,-5 1-3741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3.789"/>
    </inkml:context>
    <inkml:brush xml:id="br0">
      <inkml:brushProperty name="width" value="0.035" units="cm"/>
      <inkml:brushProperty name="height" value="0.035" units="cm"/>
    </inkml:brush>
  </inkml:definitions>
  <inkml:trace contextRef="#ctx0" brushRef="#br0">68 202 6374,'0'0'1682,"1"-14"-358,-1 7-1213,0 0 1,1 0 0,0 1 0,0-1 0,0 0 0,1 0 0,0 0-1,0 1 1,1-1 0,0 1 0,0 0 0,1 0 0,-1 0 0,1 0-1,1 0 1,-1 1 0,1 0 0,0 0 0,0 0 0,0 1 0,9-7 0,-1 4-67,1 0 1,0 0-1,0 1 1,0 1-1,18-4 1,-24 7-14,0 0 1,0 1 0,-1 0 0,1 0 0,0 1 0,0 0 0,0 0-1,0 1 1,0 0 0,0 0 0,14 5 0,-18-4-22,-1 1-1,1-1 1,-1 1 0,1 0 0,-1 0-1,0 0 1,0 0 0,0 0 0,0 1-1,-1-1 1,1 1 0,-1 0 0,0 0-1,0 0 1,0 0 0,-1 0 0,0 0-1,1 0 1,-1 1 0,-1-1 0,1 6-1,2 11 62,-2-1 0,0 1-1,-3 23 1,-1-20-29,-1 0 0,0 0-1,-3 0 1,0 0 0,-1-1 0,-1 0 0,-1-1-1,-24 39 1,15-31-20,0-2 0,-2 0 0,-2-2 0,0 0 0,-47 39 0,63-58-20,0-1-1,-1 0 1,0 0 0,-1-1 0,1 0-1,-1 0 1,0-1 0,0 0-1,-1-1 1,1 0 0,-1 0-1,1-1 1,-15 1 0,23-3 15,1 0 1,-1 0 0,1-1 0,-1 1 0,1 0 0,-1-1 0,1 1 0,-1 0 0,1-1 0,-1 1 0,1 0 0,0-1 0,-1 1 0,1-1 0,-1 1 0,1-1 0,0 1 0,0-1 0,-1 1 0,1-1 0,0 0-1,0 1 1,0-1 0,0 1 0,-1-1 0,1 1 0,0-1 0,0 0 0,0 1 0,0-1 0,0 1 0,1-1 0,-1 0 0,0 1 0,0-1 0,0 1 0,0-1 0,1 1 0,-1-1 0,0 0 0,12-27 266,-7 23-274,0-1 0,1 1 1,0 0-1,0 0 0,0 1 0,1 0 1,-1 0-1,1 0 0,0 1 1,0 0-1,1 0 0,14-2 0,-17 3 4,1 1-1,-1 0 1,1 0-1,0 1 1,0-1-1,-1 1 1,1 1-1,0-1 1,-1 1-1,1 0 1,0 0-1,-1 1 1,0 0-1,1-1 1,-1 2-1,0-1 1,0 1-1,6 3 1,2 7 87,0 0 1,-1 1-1,-1 1 0,0-1 1,-1 2-1,-1-1 1,0 1-1,10 27 1,-7-18-1204,0 0 0,24 33 0,-23-44-1830,-3-8-1612</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4.606"/>
    </inkml:context>
    <inkml:brush xml:id="br0">
      <inkml:brushProperty name="width" value="0.035" units="cm"/>
      <inkml:brushProperty name="height" value="0.035" units="cm"/>
    </inkml:brush>
  </inkml:definitions>
  <inkml:trace contextRef="#ctx0" brushRef="#br0">3 122 7399,'0'0'288,"0"-9"396,-1-3-268,0 7-201,1 1 1,-1 0 0,1-1 0,0 1 0,1-1 0,-1 1 0,1 0 0,2-8 0,-3 12-184,0-1 0,0 1 1,0 0-1,0 0 0,0-1 0,0 1 0,0 0 0,0-1 0,0 1 1,0 0-1,0 0 0,1-1 0,-1 1 0,0 0 0,0 0 0,0-1 1,0 1-1,1 0 0,-1 0 0,0 0 0,0-1 0,0 1 1,1 0-1,-1 0 0,0 0 0,0 0 0,1-1 0,-1 1 0,0 0 1,1 0-1,-1 0 0,0 0 0,0 0 0,1 0 0,-1 0 0,0 0 1,1 0-1,8 9 246,2 16-288,-3-1 88,-2 2 0,-1-1 0,0 1 0,-2-1 0,-1 1 0,-2 0 0,-2 27 0,-1-48 41,-2-12-15,-3-11-1,6 3-22,2-1 1,0 1 0,0 0-1,1 0 1,1 0 0,1 0-1,0 1 1,9-27 0,-10 35-51,1 0 0,-1 1 1,1-1-1,1 0 0,-1 1 0,1 0 1,0 0-1,0 0 0,0 0 1,8-6-1,-9 9-22,0 0 1,0 0-1,0 1 0,1-1 0,-1 0 1,0 1-1,1 0 0,0 0 1,-1 0-1,1 0 0,0 1 1,-1-1-1,1 1 0,0 0 0,0 0 1,-1 1-1,1-1 0,0 1 1,3 0-1,-3 1 24,1 0 1,-1 0-1,-1 0 1,1 1-1,0-1 1,0 1-1,-1 0 1,0 0-1,1 0 1,-1 1-1,0-1 1,-1 1-1,1 0 1,-1-1-1,1 1 1,-1 0 0,2 7-1,3 6 58,-1-1 0,0 1-1,4 20 1,-3 34 176,-25-72-91,15-2-178,0 0-1,1-1 0,0 1 1,0 0-1,0-1 1,0 1-1,0-1 0,1 0 1,0 1-1,0-1 0,0 0 1,0 0-1,0 0 1,1 0-1,-1 0 0,2-7 1,-2 1-26,2 0 1,-1 0 0,1 0 0,1 0-1,4-16 1,-2 17 20,-1 0 0,2 0 0,-1 1 0,1 0 0,0 0-1,1 0 1,0 1 0,0 0 0,8-7 0,-10 10 12,0 0 0,1 1-1,0-1 1,-1 1 0,1 0 0,0 0 0,1 1 0,-1-1-1,0 1 1,1 1 0,-1-1 0,1 1 0,0 0-1,-1 0 1,1 0 0,6 1 0,-9 0 21,0 1 1,0 0-1,0 0 0,0 0 1,0 1-1,-1-1 1,1 1-1,0-1 0,-1 1 1,1 0-1,-1 0 0,1 0 1,-1 0-1,0 1 1,0-1-1,0 1 0,0-1 1,-1 1-1,1 0 1,-1-1-1,2 4 0,29 72 484,-25-56-346,-5-16-152,1 1 0,0-1 0,0 0 0,1 0 0,-1 0 0,6 6-1,-8-11-325,1 1-1,-1 0 0,1-1 0,0 1 0,0-1 1,-1 0-1,1 0 0,0 0 0,0 0 0,0 0 1,0 0-1,0 0 0,0 0 0,4 0 0,9-1-4708</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4.796"/>
    </inkml:context>
    <inkml:brush xml:id="br0">
      <inkml:brushProperty name="width" value="0.035" units="cm"/>
      <inkml:brushProperty name="height" value="0.035" units="cm"/>
    </inkml:brush>
  </inkml:definitions>
  <inkml:trace contextRef="#ctx0" brushRef="#br0">27 1 11755,'0'0'384,"-5"71"65,2-44-225,2-1-128,-1-2 0,2-1-32,-1-4 32,-4 1 1,1-6-322,-2-5-4803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4.934"/>
    </inkml:context>
    <inkml:brush xml:id="br0">
      <inkml:brushProperty name="width" value="0.035" units="cm"/>
      <inkml:brushProperty name="height" value="0.035" units="cm"/>
    </inkml:brush>
  </inkml:definitions>
  <inkml:trace contextRef="#ctx0" brushRef="#br0">1 66 9417,'0'0'0,"10"-55"-96,0 45 96,0 10 32,0 0-1089,-1 5-3171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5.308"/>
    </inkml:context>
    <inkml:brush xml:id="br0">
      <inkml:brushProperty name="width" value="0.035" units="cm"/>
      <inkml:brushProperty name="height" value="0.035" units="cm"/>
    </inkml:brush>
  </inkml:definitions>
  <inkml:trace contextRef="#ctx0" brushRef="#br0">1 8 12011,'0'0'43,"1"9"-150,2 13 184,1 5 141,-1 1 1,0 34-1,-2-69-209,0 1 1,1-1-1,0 1 1,0-1-1,1 1 1,-1 0-1,2 0 1,-1 1-1,7-10 0,40-44-66,-47 57 55,-1 0 0,0 0 0,0-1 0,1 1 0,-1 1-1,1-1 1,0 0 0,0 1 0,-1-1 0,1 1 0,0 0 0,0 0 0,0 0 0,0 0 0,0 1-1,1-1 1,-1 1 0,3-1 0,-3 2 5,-1 0 1,0 0-1,1 0 0,-1 0 1,0 0-1,1 1 0,-1-1 0,0 1 1,0-1-1,0 1 0,0 0 0,0 0 1,-1 0-1,1 0 0,0 0 0,-1 0 1,0 0-1,1 0 0,-1 1 1,0-1-1,1 3 0,11 31 79,5 8 115,0-19-3113,-10-19-2935</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5.866"/>
    </inkml:context>
    <inkml:brush xml:id="br0">
      <inkml:brushProperty name="width" value="0.035" units="cm"/>
      <inkml:brushProperty name="height" value="0.035" units="cm"/>
    </inkml:brush>
  </inkml:definitions>
  <inkml:trace contextRef="#ctx0" brushRef="#br0">1 443 10378,'0'0'1249,"3"9"-731,-1-3-422,0 1 1,1 0-1,0-1 1,1 0-1,-1 0 1,1 0-1,0 0 1,8 7-1,-10-10-80,0-1 0,1 0 0,-1 0 0,1 0 0,-1-1-1,1 1 1,0 0 0,-1-1 0,1 0 0,0 0 0,0 0 0,0 0 0,0 0 0,1 0-1,-1-1 1,0 1 0,0-1 0,0 0 0,0 0 0,0 0 0,1-1 0,-1 1 0,0-1-1,0 0 1,0 1 0,3-3 0,3-2 2,0-1-1,0 0 0,-1 0 1,0-1-1,0-1 1,-1 1-1,0-1 1,0 0-1,-1-1 1,6-9-1,-12 18-16,1 0 1,-1-1-1,0 1 0,1 0 0,-1-1 0,0 1 1,1 0-1,-1-1 0,0 1 0,1 0 0,-1 0 1,1 0-1,-1-1 0,1 1 0,-1 0 0,1 0 1,-1 0-1,0 0 0,1 0 0,-1 0 0,1 0 1,-1 0-1,1 0 0,-1 0 0,1 0 0,-1 0 1,1 0-1,-1 0 0,1 0 0,-1 0 0,0 1 1,1-1-1,-1 0 0,1 0 0,-1 1 0,0-1 1,1 0-1,-1 0 0,1 1 0,-1-1 0,0 0 1,0 1-1,1-1 0,-1 1 0,0-1 0,0 0 1,1 1-1,-1-1 0,0 1 0,0 0 0,19 32 122,-8-13-40,-9-18-42,1 1-1,-1-1 1,1 0-1,0 1 1,0-1 0,0-1-1,0 1 1,0 0-1,0-1 1,0 1-1,1-1 1,6 1 0,-7-1-329,-1-1 1,1-1 0,0 1 0,-1 0-1,1-1 1,0 1 0,-1-1 0,1 0-1,-1 0 1,1 0 0,-1 0 0,1 0-1,-1 0 1,0-1 0,1 1 0,-1-1-1,0 0 1,0 0 0,0 0 0,0 0-1,1-2 1,3-4-810,0 0-1,0-1 1,-1 1-1,-1-1 1,7-15-1,3-21 1154,30-191 869,-19 82 3531,-21 172 1110,7 104-4197,0 243-334,-11-356-1754,-1 0-1,0 0 0,0 0 0,0-1 0,-1 1 0,-5 13 0,-3 2-5489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6.304"/>
    </inkml:context>
    <inkml:brush xml:id="br0">
      <inkml:brushProperty name="width" value="0.035" units="cm"/>
      <inkml:brushProperty name="height" value="0.035" units="cm"/>
    </inkml:brush>
  </inkml:definitions>
  <inkml:trace contextRef="#ctx0" brushRef="#br0">1 153 3011,'0'0'5461,"9"-12"-4153,6-5-891,0 1 0,1 1 1,1 1-1,0 0 0,29-18 1,14 0 286,-69 54-688,-22 21 69,16-24-12,0 1 0,-14 27 0,27-42-66,-1 0 1,1 0-1,0 0 0,0 0 1,0 0-1,1 0 1,0 1-1,0-1 0,0 1 1,1-1-1,0 0 0,0 1 1,0-1-1,1 1 1,1 8-1,0-12 5,-1 1 0,0-1 0,1 1 0,-1-1 0,1 0 0,0 0 1,0 1-1,0-1 0,0 0 0,0-1 0,1 1 0,-1 0 0,0-1 0,1 1 0,-1-1 0,1 0 0,0 0 0,-1 0 0,1 0 1,0 0-1,0-1 0,-1 1 0,1-1 0,0 1 0,0-1 0,0 0 0,0 0 0,0-1 0,3 0 0,3 1 19,0-1-1,-1-1 0,1 1 1,0-1-1,0-1 0,-1 0 1,1 0-1,8-5 0,167-122-3,-183 129-14,0 0-1,0 0 1,0 0 0,1 0 0,-1 1-1,0-1 1,1 0 0,-1 1 0,1-1-1,-1 1 1,0 0 0,1-1-1,-1 1 1,1 0 0,-1 0 0,1 0-1,-1 0 1,1 0 0,-1 0 0,4 1-1,-4 0-4,-1 0 1,1-1-1,0 1 0,0 0 0,0 0 0,0 0 0,-1-1 0,1 1 0,0 0 1,-1 0-1,1 0 0,-1 0 0,1 0 0,-1 0 0,0 0 0,1 1 0,-1-1 1,0 0-1,0 0 0,1 2 0,-1 1 16,0 1 1,0-1-1,0 0 1,-1 1-1,0-1 0,1 0 1,-1 0-1,-1 0 0,1 0 1,-1 0-1,1 0 1,-1 0-1,-3 4 0,-9 10 138,-1-1-1,-21 18 0,5-11-6277</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1T12:02:26.429"/>
    </inkml:context>
    <inkml:brush xml:id="br0">
      <inkml:brushProperty name="width" value="0.035" units="cm"/>
      <inkml:brushProperty name="height" value="0.035" units="cm"/>
    </inkml:brush>
  </inkml:definitions>
  <inkml:trace contextRef="#ctx0" brushRef="#br0">1 0 12204,'0'0'-801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8293BF-2D60-4F90-B0D3-4F7A1C37D7EA}" type="datetimeFigureOut">
              <a:rPr lang="en-IN" smtClean="0"/>
              <a:t>11-08-2026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0357C-22B3-4CEE-AA8D-502C960AAA16}" type="slidenum">
              <a:rPr lang="en-IN" smtClean="0"/>
              <a:t>‹#›</a:t>
            </a:fld>
            <a:endParaRPr lang="en-IN" dirty="0"/>
          </a:p>
        </p:txBody>
      </p:sp>
    </p:spTree>
    <p:extLst>
      <p:ext uri="{BB962C8B-B14F-4D97-AF65-F5344CB8AC3E}">
        <p14:creationId xmlns:p14="http://schemas.microsoft.com/office/powerpoint/2010/main" val="2595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66"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60958" indent="0" algn="r">
              <a:buNone/>
              <a:defRPr>
                <a:solidFill>
                  <a:schemeClr val="tx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11-08-2026</a:t>
            </a:fld>
            <a:endParaRPr lang="en-IN" dirty="0"/>
          </a:p>
        </p:txBody>
      </p:sp>
      <p:sp>
        <p:nvSpPr>
          <p:cNvPr id="5" name="Footer Placeholder 18"/>
          <p:cNvSpPr>
            <a:spLocks noGrp="1"/>
          </p:cNvSpPr>
          <p:nvPr>
            <p:ph type="ftr" sz="quarter" idx="11"/>
          </p:nvPr>
        </p:nvSpPr>
        <p:spPr/>
        <p:txBody>
          <a:bodyPr/>
          <a:lstStyle>
            <a:lvl1pPr>
              <a:defRPr>
                <a:solidFill>
                  <a:srgbClr val="EEECE1">
                    <a:shade val="90000"/>
                  </a:srgbClr>
                </a:solidFill>
              </a:defRPr>
            </a:lvl1pPr>
          </a:lstStyle>
          <a:p>
            <a:endParaRPr lang="en-IN" dirty="0"/>
          </a:p>
        </p:txBody>
      </p:sp>
      <p:sp>
        <p:nvSpPr>
          <p:cNvPr id="6" name="Slide Number Placeholder 26"/>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87970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85640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7466"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5"/>
            <a:ext cx="10363200" cy="1509712"/>
          </a:xfrm>
        </p:spPr>
        <p:txBody>
          <a:bodyPr lIns="45720" rIns="45720"/>
          <a:lstStyle>
            <a:lvl1pPr marL="0" indent="0">
              <a:buNone/>
              <a:defRPr sz="2933">
                <a:solidFill>
                  <a:schemeClr val="tx1"/>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11-08-2026</a:t>
            </a:fld>
            <a:endParaRPr lang="en-IN" dirty="0"/>
          </a:p>
        </p:txBody>
      </p:sp>
      <p:sp>
        <p:nvSpPr>
          <p:cNvPr id="5" name="Footer Placeholder 4"/>
          <p:cNvSpPr>
            <a:spLocks noGrp="1"/>
          </p:cNvSpPr>
          <p:nvPr>
            <p:ph type="ftr" sz="quarter" idx="11"/>
          </p:nvPr>
        </p:nvSpPr>
        <p:spPr/>
        <p:txBody>
          <a:bodyPr/>
          <a:lstStyle>
            <a:lvl1pPr>
              <a:defRPr>
                <a:solidFill>
                  <a:srgbClr val="EEECE1">
                    <a:shade val="90000"/>
                  </a:srgbClr>
                </a:solidFill>
              </a:defRPr>
            </a:lvl1pPr>
          </a:lstStyle>
          <a:p>
            <a:endParaRPr lang="en-IN" dirty="0"/>
          </a:p>
        </p:txBody>
      </p:sp>
      <p:sp>
        <p:nvSpPr>
          <p:cNvPr id="6" name="Slide Number Placeholder 5"/>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4213393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3467"/>
            </a:lvl1pPr>
            <a:lvl2pPr>
              <a:defRPr sz="3200"/>
            </a:lvl2pPr>
            <a:lvl3pPr>
              <a:defRPr sz="2667"/>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3467"/>
            </a:lvl1pPr>
            <a:lvl2pPr>
              <a:defRPr sz="3200"/>
            </a:lvl2pPr>
            <a:lvl3pPr>
              <a:defRPr sz="2667"/>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6" name="Footer Placeholder 21"/>
          <p:cNvSpPr>
            <a:spLocks noGrp="1"/>
          </p:cNvSpPr>
          <p:nvPr>
            <p:ph type="ftr" sz="quarter" idx="11"/>
          </p:nvPr>
        </p:nvSpPr>
        <p:spPr/>
        <p:txBody>
          <a:bodyPr/>
          <a:lstStyle>
            <a:lvl1pPr>
              <a:defRPr/>
            </a:lvl1pPr>
          </a:lstStyle>
          <a:p>
            <a:endParaRPr lang="en-IN" dirty="0"/>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940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3200" b="1" cap="none" baseline="0">
                <a:solidFill>
                  <a:schemeClr val="tx2"/>
                </a:solidFill>
                <a:effectLst/>
              </a:defRPr>
            </a:lvl1pPr>
            <a:lvl2pPr>
              <a:buNone/>
              <a:defRPr sz="2667" b="1"/>
            </a:lvl2pPr>
            <a:lvl3pPr>
              <a:buNone/>
              <a:defRPr sz="2400" b="1"/>
            </a:lvl3pPr>
            <a:lvl4pPr>
              <a:buNone/>
              <a:defRPr sz="2133" b="1"/>
            </a:lvl4pPr>
            <a:lvl5pPr>
              <a:buNone/>
              <a:defRPr sz="2133" b="1"/>
            </a:lvl5pPr>
          </a:lstStyle>
          <a:p>
            <a:pPr lvl="0"/>
            <a:r>
              <a:rPr lang="en-US"/>
              <a:t>Click to edit Master text styles</a:t>
            </a:r>
          </a:p>
        </p:txBody>
      </p:sp>
      <p:sp>
        <p:nvSpPr>
          <p:cNvPr id="4" name="Text Placeholder 3"/>
          <p:cNvSpPr>
            <a:spLocks noGrp="1"/>
          </p:cNvSpPr>
          <p:nvPr>
            <p:ph type="body" sz="half" idx="3"/>
          </p:nvPr>
        </p:nvSpPr>
        <p:spPr>
          <a:xfrm>
            <a:off x="6193378" y="1859757"/>
            <a:ext cx="5389033" cy="654843"/>
          </a:xfrm>
        </p:spPr>
        <p:txBody>
          <a:bodyPr lIns="45720" tIns="0" rIns="45720" bIns="0" anchor="ctr"/>
          <a:lstStyle>
            <a:lvl1pPr marL="0" indent="0">
              <a:buNone/>
              <a:defRPr sz="3200" b="1" cap="none" baseline="0">
                <a:solidFill>
                  <a:schemeClr val="tx2"/>
                </a:solidFill>
                <a:effectLst/>
              </a:defRPr>
            </a:lvl1pPr>
            <a:lvl2pPr>
              <a:buNone/>
              <a:defRPr sz="2667" b="1"/>
            </a:lvl2pPr>
            <a:lvl3pPr>
              <a:buNone/>
              <a:defRPr sz="2400" b="1"/>
            </a:lvl3pPr>
            <a:lvl4pPr>
              <a:buNone/>
              <a:defRPr sz="2133" b="1"/>
            </a:lvl4pPr>
            <a:lvl5pPr>
              <a:buNone/>
              <a:defRPr sz="2133"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933"/>
            </a:lvl1pPr>
            <a:lvl2pPr>
              <a:defRPr sz="2667"/>
            </a:lvl2pPr>
            <a:lvl3pPr>
              <a:defRPr sz="2400"/>
            </a:lvl3pPr>
            <a:lvl4pPr>
              <a:defRPr sz="2133"/>
            </a:lvl4pPr>
            <a:lvl5pPr>
              <a:defRPr sz="21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8" y="2514600"/>
            <a:ext cx="5389033" cy="3845720"/>
          </a:xfrm>
        </p:spPr>
        <p:txBody>
          <a:bodyPr tIns="0"/>
          <a:lstStyle>
            <a:lvl1pPr>
              <a:defRPr sz="2933"/>
            </a:lvl1pPr>
            <a:lvl2pPr>
              <a:defRPr sz="2667"/>
            </a:lvl2pPr>
            <a:lvl3pPr>
              <a:defRPr sz="2400"/>
            </a:lvl3pPr>
            <a:lvl4pPr>
              <a:defRPr sz="2133"/>
            </a:lvl4pPr>
            <a:lvl5pPr>
              <a:defRPr sz="21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8" name="Footer Placeholder 21"/>
          <p:cNvSpPr>
            <a:spLocks noGrp="1"/>
          </p:cNvSpPr>
          <p:nvPr>
            <p:ph type="ftr" sz="quarter" idx="11"/>
          </p:nvPr>
        </p:nvSpPr>
        <p:spPr/>
        <p:txBody>
          <a:bodyPr/>
          <a:lstStyle>
            <a:lvl1pPr>
              <a:defRPr/>
            </a:lvl1pPr>
          </a:lstStyle>
          <a:p>
            <a:endParaRPr lang="en-IN" dirty="0"/>
          </a:p>
        </p:txBody>
      </p:sp>
      <p:sp>
        <p:nvSpPr>
          <p:cNvPr id="9"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266908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67"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4" name="Footer Placeholder 21"/>
          <p:cNvSpPr>
            <a:spLocks noGrp="1"/>
          </p:cNvSpPr>
          <p:nvPr>
            <p:ph type="ftr" sz="quarter" idx="11"/>
          </p:nvPr>
        </p:nvSpPr>
        <p:spPr/>
        <p:txBody>
          <a:bodyPr/>
          <a:lstStyle>
            <a:lvl1pPr>
              <a:defRPr/>
            </a:lvl1pPr>
          </a:lstStyle>
          <a:p>
            <a:endParaRPr lang="en-IN" dirty="0"/>
          </a:p>
        </p:txBody>
      </p:sp>
      <p:sp>
        <p:nvSpPr>
          <p:cNvPr id="5"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4117282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3" name="Footer Placeholder 21"/>
          <p:cNvSpPr>
            <a:spLocks noGrp="1"/>
          </p:cNvSpPr>
          <p:nvPr>
            <p:ph type="ftr" sz="quarter" idx="11"/>
          </p:nvPr>
        </p:nvSpPr>
        <p:spPr/>
        <p:txBody>
          <a:bodyPr/>
          <a:lstStyle>
            <a:lvl1pPr>
              <a:defRPr/>
            </a:lvl1pPr>
          </a:lstStyle>
          <a:p>
            <a:endParaRPr lang="en-IN" dirty="0"/>
          </a:p>
        </p:txBody>
      </p:sp>
      <p:sp>
        <p:nvSpPr>
          <p:cNvPr id="4"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13764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3"/>
            <a:ext cx="3657600" cy="1162051"/>
          </a:xfrm>
        </p:spPr>
        <p:txBody>
          <a:bodyPr>
            <a:noAutofit/>
          </a:bodyPr>
          <a:lstStyle>
            <a:lvl1pPr algn="l" rtl="0">
              <a:spcBef>
                <a:spcPct val="0"/>
              </a:spcBef>
              <a:buNone/>
              <a:defRPr sz="3467"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867"/>
            </a:lvl1pPr>
            <a:lvl2pPr indent="0" algn="l">
              <a:buNone/>
              <a:defRPr sz="1600"/>
            </a:lvl2pPr>
            <a:lvl3pPr indent="0" algn="l">
              <a:buNone/>
              <a:defRPr sz="1333"/>
            </a:lvl3pPr>
            <a:lvl4pPr indent="0" algn="l">
              <a:buNone/>
              <a:defRPr sz="1200"/>
            </a:lvl4pPr>
            <a:lvl5pPr indent="0" algn="l">
              <a:buNone/>
              <a:defRPr sz="12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3733"/>
            </a:lvl1pPr>
            <a:lvl2pPr>
              <a:defRPr sz="3467"/>
            </a:lvl2pPr>
            <a:lvl3pPr>
              <a:defRPr sz="3200"/>
            </a:lvl3pPr>
            <a:lvl4pPr>
              <a:defRPr sz="2667"/>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6" name="Footer Placeholder 21"/>
          <p:cNvSpPr>
            <a:spLocks noGrp="1"/>
          </p:cNvSpPr>
          <p:nvPr>
            <p:ph type="ftr" sz="quarter" idx="11"/>
          </p:nvPr>
        </p:nvSpPr>
        <p:spPr/>
        <p:txBody>
          <a:bodyPr/>
          <a:lstStyle>
            <a:lvl1pPr>
              <a:defRPr/>
            </a:lvl1pPr>
          </a:lstStyle>
          <a:p>
            <a:endParaRPr lang="en-IN" dirty="0"/>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1008842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4220633" y="1109133"/>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solidFill>
                <a:prstClr val="white"/>
              </a:solidFill>
            </a:endParaRPr>
          </a:p>
        </p:txBody>
      </p:sp>
      <p:sp>
        <p:nvSpPr>
          <p:cNvPr id="6" name="Right Triangle 5"/>
          <p:cNvSpPr/>
          <p:nvPr/>
        </p:nvSpPr>
        <p:spPr>
          <a:xfrm rot="420000" flipV="1">
            <a:off x="10672237" y="5359402"/>
            <a:ext cx="207433" cy="156633"/>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solidFill>
                <a:prstClr val="white"/>
              </a:solidFill>
            </a:endParaRPr>
          </a:p>
        </p:txBody>
      </p:sp>
      <p:sp>
        <p:nvSpPr>
          <p:cNvPr id="7" name="Freeform 6"/>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8" name="Freeform 7"/>
          <p:cNvSpPr>
            <a:spLocks/>
          </p:cNvSpPr>
          <p:nvPr/>
        </p:nvSpPr>
        <p:spPr bwMode="auto">
          <a:xfrm flipV="1">
            <a:off x="5842000" y="6220886"/>
            <a:ext cx="6350000" cy="63711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2" name="Title 1"/>
          <p:cNvSpPr>
            <a:spLocks noGrp="1"/>
          </p:cNvSpPr>
          <p:nvPr>
            <p:ph type="title"/>
          </p:nvPr>
        </p:nvSpPr>
        <p:spPr>
          <a:xfrm>
            <a:off x="812800" y="1176996"/>
            <a:ext cx="2950464" cy="1582621"/>
          </a:xfrm>
        </p:spPr>
        <p:txBody>
          <a:bodyPr lIns="45720" rIns="45720" bIns="45720"/>
          <a:lstStyle>
            <a:lvl1pPr algn="l">
              <a:buNone/>
              <a:defRPr sz="2667"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7"/>
            <a:ext cx="2946400" cy="2179320"/>
          </a:xfrm>
        </p:spPr>
        <p:txBody>
          <a:bodyPr lIns="64008" rIns="45720"/>
          <a:lstStyle>
            <a:lvl1pPr marL="0" indent="0" algn="l">
              <a:spcBef>
                <a:spcPts val="333"/>
              </a:spcBef>
              <a:buFontTx/>
              <a:buNone/>
              <a:defRPr sz="1733"/>
            </a:lvl1pPr>
            <a:lvl2pPr>
              <a:defRPr sz="1600"/>
            </a:lvl2pPr>
            <a:lvl3pPr>
              <a:defRPr sz="1333"/>
            </a:lvl3pPr>
            <a:lvl4pPr>
              <a:defRPr sz="1200"/>
            </a:lvl4pPr>
            <a:lvl5pPr>
              <a:defRPr sz="12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4267"/>
            </a:lvl1pPr>
          </a:lstStyle>
          <a:p>
            <a:pPr lvl="0"/>
            <a:r>
              <a:rPr lang="en-US" noProof="0" dirty="0"/>
              <a:t>Click icon to add picture</a:t>
            </a:r>
          </a:p>
        </p:txBody>
      </p:sp>
      <p:sp>
        <p:nvSpPr>
          <p:cNvPr id="9" name="Date Placeholder 4"/>
          <p:cNvSpPr>
            <a:spLocks noGrp="1"/>
          </p:cNvSpPr>
          <p:nvPr>
            <p:ph type="dt" sz="half" idx="10"/>
          </p:nvPr>
        </p:nvSpPr>
        <p:spPr/>
        <p:txBody>
          <a:bodyPr/>
          <a:lstStyle>
            <a:lvl1pPr>
              <a:defRPr smtClean="0"/>
            </a:lvl1pPr>
          </a:lstStyle>
          <a:p>
            <a:fld id="{FA7F876A-8D22-4A02-9D2C-4A4EF0784A46}" type="datetimeFigureOut">
              <a:rPr lang="en-IN" smtClean="0"/>
              <a:pPr/>
              <a:t>11-08-2026</a:t>
            </a:fld>
            <a:endParaRPr lang="en-IN" dirty="0"/>
          </a:p>
        </p:txBody>
      </p:sp>
      <p:sp>
        <p:nvSpPr>
          <p:cNvPr id="10" name="Footer Placeholder 5"/>
          <p:cNvSpPr>
            <a:spLocks noGrp="1"/>
          </p:cNvSpPr>
          <p:nvPr>
            <p:ph type="ftr" sz="quarter" idx="11"/>
          </p:nvPr>
        </p:nvSpPr>
        <p:spPr/>
        <p:txBody>
          <a:bodyPr/>
          <a:lstStyle>
            <a:lvl1pPr>
              <a:defRPr/>
            </a:lvl1pPr>
          </a:lstStyle>
          <a:p>
            <a:endParaRPr lang="en-IN" dirty="0"/>
          </a:p>
        </p:txBody>
      </p:sp>
      <p:sp>
        <p:nvSpPr>
          <p:cNvPr id="11" name="Slide Number Placeholder 6"/>
          <p:cNvSpPr>
            <a:spLocks noGrp="1"/>
          </p:cNvSpPr>
          <p:nvPr>
            <p:ph type="sldNum" sz="quarter" idx="12"/>
          </p:nvPr>
        </p:nvSpPr>
        <p:spPr>
          <a:xfrm>
            <a:off x="10769600" y="6356353"/>
            <a:ext cx="812800" cy="366183"/>
          </a:xfrm>
        </p:spPr>
        <p:txBody>
          <a:bodyPr/>
          <a:lstStyle>
            <a:lvl1pPr>
              <a:defRPr smtClean="0"/>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02921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711171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11-08-2026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95476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12700" y="-6349"/>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8" name="Freeform 7"/>
          <p:cNvSpPr>
            <a:spLocks/>
          </p:cNvSpPr>
          <p:nvPr/>
        </p:nvSpPr>
        <p:spPr bwMode="auto">
          <a:xfrm>
            <a:off x="5842000" y="-6351"/>
            <a:ext cx="6350000" cy="637117"/>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1028" name="Title Placeholder 8"/>
          <p:cNvSpPr>
            <a:spLocks noGrp="1"/>
          </p:cNvSpPr>
          <p:nvPr>
            <p:ph type="title"/>
          </p:nvPr>
        </p:nvSpPr>
        <p:spPr bwMode="auto">
          <a:xfrm>
            <a:off x="609600" y="704851"/>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609600" y="1934635"/>
            <a:ext cx="10972800" cy="438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09600" y="6356353"/>
            <a:ext cx="2844800" cy="366183"/>
          </a:xfrm>
          <a:prstGeom prst="rect">
            <a:avLst/>
          </a:prstGeom>
        </p:spPr>
        <p:txBody>
          <a:bodyPr vert="horz" lIns="0" tIns="0" rIns="0" bIns="0" anchor="b"/>
          <a:lstStyle>
            <a:lvl1pPr algn="l" eaLnBrk="1" fontAlgn="auto" latinLnBrk="0" hangingPunct="1">
              <a:spcBef>
                <a:spcPts val="0"/>
              </a:spcBef>
              <a:spcAft>
                <a:spcPts val="0"/>
              </a:spcAft>
              <a:defRPr kumimoji="0" sz="1600" smtClean="0">
                <a:solidFill>
                  <a:srgbClr val="1F497D">
                    <a:shade val="90000"/>
                  </a:srgbClr>
                </a:solidFill>
                <a:latin typeface="+mn-lt"/>
                <a:cs typeface="+mn-cs"/>
              </a:defRPr>
            </a:lvl1pPr>
          </a:lstStyle>
          <a:p>
            <a:fld id="{FA7F876A-8D22-4A02-9D2C-4A4EF0784A46}" type="datetimeFigureOut">
              <a:rPr lang="en-IN" smtClean="0"/>
              <a:pPr/>
              <a:t>11-08-2026</a:t>
            </a:fld>
            <a:endParaRPr lang="en-IN" dirty="0"/>
          </a:p>
        </p:txBody>
      </p:sp>
      <p:sp>
        <p:nvSpPr>
          <p:cNvPr id="22" name="Footer Placeholder 21"/>
          <p:cNvSpPr>
            <a:spLocks noGrp="1"/>
          </p:cNvSpPr>
          <p:nvPr>
            <p:ph type="ftr" sz="quarter" idx="3"/>
          </p:nvPr>
        </p:nvSpPr>
        <p:spPr>
          <a:xfrm>
            <a:off x="3556000" y="6356353"/>
            <a:ext cx="4470400" cy="366183"/>
          </a:xfrm>
          <a:prstGeom prst="rect">
            <a:avLst/>
          </a:prstGeom>
        </p:spPr>
        <p:txBody>
          <a:bodyPr vert="horz" lIns="0" tIns="0" rIns="0" bIns="0" anchor="b"/>
          <a:lstStyle>
            <a:lvl1pPr algn="l" eaLnBrk="1" fontAlgn="auto" latinLnBrk="0" hangingPunct="1">
              <a:spcBef>
                <a:spcPts val="0"/>
              </a:spcBef>
              <a:spcAft>
                <a:spcPts val="0"/>
              </a:spcAft>
              <a:defRPr kumimoji="0" sz="1600">
                <a:solidFill>
                  <a:srgbClr val="1F497D">
                    <a:shade val="90000"/>
                  </a:srgbClr>
                </a:solidFill>
                <a:latin typeface="+mn-lt"/>
                <a:cs typeface="+mn-cs"/>
              </a:defRPr>
            </a:lvl1pPr>
          </a:lstStyle>
          <a:p>
            <a:endParaRPr lang="en-IN" dirty="0"/>
          </a:p>
        </p:txBody>
      </p:sp>
      <p:sp>
        <p:nvSpPr>
          <p:cNvPr id="18" name="Slide Number Placeholder 17"/>
          <p:cNvSpPr>
            <a:spLocks noGrp="1"/>
          </p:cNvSpPr>
          <p:nvPr>
            <p:ph type="sldNum" sz="quarter" idx="4"/>
          </p:nvPr>
        </p:nvSpPr>
        <p:spPr>
          <a:xfrm>
            <a:off x="10566400" y="6356353"/>
            <a:ext cx="1016000" cy="366183"/>
          </a:xfrm>
          <a:prstGeom prst="rect">
            <a:avLst/>
          </a:prstGeom>
        </p:spPr>
        <p:txBody>
          <a:bodyPr vert="horz" lIns="0" tIns="0" rIns="0" bIns="0" anchor="b"/>
          <a:lstStyle>
            <a:lvl1pPr algn="r" eaLnBrk="1" fontAlgn="auto" latinLnBrk="0" hangingPunct="1">
              <a:spcBef>
                <a:spcPts val="0"/>
              </a:spcBef>
              <a:spcAft>
                <a:spcPts val="0"/>
              </a:spcAft>
              <a:defRPr kumimoji="0" sz="1600" smtClean="0">
                <a:solidFill>
                  <a:srgbClr val="1F497D">
                    <a:shade val="90000"/>
                  </a:srgbClr>
                </a:solidFill>
                <a:latin typeface="+mn-lt"/>
                <a:cs typeface="+mn-cs"/>
              </a:defRPr>
            </a:lvl1pPr>
          </a:lstStyle>
          <a:p>
            <a:fld id="{299AB1CD-1EC5-41A8-8F0A-41E0CC9B8AC3}" type="slidenum">
              <a:rPr lang="en-IN" smtClean="0"/>
              <a:pPr/>
              <a:t>‹#›</a:t>
            </a:fld>
            <a:endParaRPr lang="en-IN" dirty="0"/>
          </a:p>
        </p:txBody>
      </p:sp>
      <p:grpSp>
        <p:nvGrpSpPr>
          <p:cNvPr id="1033" name="Group 1"/>
          <p:cNvGrpSpPr>
            <a:grpSpLocks/>
          </p:cNvGrpSpPr>
          <p:nvPr/>
        </p:nvGrpSpPr>
        <p:grpSpPr bwMode="auto">
          <a:xfrm>
            <a:off x="-25399" y="203202"/>
            <a:ext cx="12240684"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mn-lt"/>
                <a:cs typeface="+mn-cs"/>
              </a:endParaRPr>
            </a:p>
          </p:txBody>
        </p:sp>
      </p:grpSp>
    </p:spTree>
    <p:extLst>
      <p:ext uri="{BB962C8B-B14F-4D97-AF65-F5344CB8AC3E}">
        <p14:creationId xmlns:p14="http://schemas.microsoft.com/office/powerpoint/2010/main" val="9887366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p:titleStyle>
    <p:bodyStyle>
      <a:lvl1pPr marL="364058" indent="-364058" algn="l" rtl="0" eaLnBrk="1" fontAlgn="base" hangingPunct="1">
        <a:spcBef>
          <a:spcPct val="20000"/>
        </a:spcBef>
        <a:spcAft>
          <a:spcPct val="0"/>
        </a:spcAft>
        <a:buClr>
          <a:srgbClr val="9BBB59"/>
        </a:buClr>
        <a:buSzPct val="95000"/>
        <a:buFont typeface="Wingdings 2" pitchFamily="18" charset="2"/>
        <a:buChar char=""/>
        <a:defRPr sz="3467" kern="1200">
          <a:solidFill>
            <a:schemeClr val="tx1"/>
          </a:solidFill>
          <a:latin typeface="+mn-lt"/>
          <a:ea typeface="+mn-ea"/>
          <a:cs typeface="+mn-cs"/>
        </a:defRPr>
      </a:lvl1pPr>
      <a:lvl2pPr marL="852996" indent="-328076" algn="l" rtl="0" eaLnBrk="1" fontAlgn="base" hangingPunct="1">
        <a:spcBef>
          <a:spcPct val="20000"/>
        </a:spcBef>
        <a:spcAft>
          <a:spcPct val="0"/>
        </a:spcAft>
        <a:buClr>
          <a:schemeClr val="accent1"/>
        </a:buClr>
        <a:buSzPct val="85000"/>
        <a:buFont typeface="Wingdings 2" pitchFamily="18" charset="2"/>
        <a:buChar char=""/>
        <a:defRPr sz="3200" kern="1200">
          <a:solidFill>
            <a:schemeClr val="tx1"/>
          </a:solidFill>
          <a:latin typeface="+mn-lt"/>
          <a:ea typeface="+mn-ea"/>
          <a:cs typeface="+mn-cs"/>
        </a:defRPr>
      </a:lvl2pPr>
      <a:lvl3pPr marL="1219170" indent="-328076" algn="l" rtl="0" eaLnBrk="1" fontAlgn="base" hangingPunct="1">
        <a:spcBef>
          <a:spcPct val="20000"/>
        </a:spcBef>
        <a:spcAft>
          <a:spcPct val="0"/>
        </a:spcAft>
        <a:buClr>
          <a:schemeClr val="accent2"/>
        </a:buClr>
        <a:buSzPct val="70000"/>
        <a:buFont typeface="Wingdings 2" pitchFamily="18" charset="2"/>
        <a:buChar char=""/>
        <a:defRPr sz="2800" kern="1200">
          <a:solidFill>
            <a:schemeClr val="tx1"/>
          </a:solidFill>
          <a:latin typeface="+mn-lt"/>
          <a:ea typeface="+mn-ea"/>
          <a:cs typeface="+mn-cs"/>
        </a:defRPr>
      </a:lvl3pPr>
      <a:lvl4pPr marL="1583227" indent="-279393" algn="l" rtl="0" eaLnBrk="1" fontAlgn="base" hangingPunct="1">
        <a:spcBef>
          <a:spcPct val="20000"/>
        </a:spcBef>
        <a:spcAft>
          <a:spcPct val="0"/>
        </a:spcAft>
        <a:buClr>
          <a:srgbClr val="9BBB59"/>
        </a:buClr>
        <a:buSzPct val="65000"/>
        <a:buFont typeface="Wingdings 2" pitchFamily="18" charset="2"/>
        <a:buChar char=""/>
        <a:defRPr sz="2667" kern="1200">
          <a:solidFill>
            <a:schemeClr val="tx1"/>
          </a:solidFill>
          <a:latin typeface="+mn-lt"/>
          <a:ea typeface="+mn-ea"/>
          <a:cs typeface="+mn-cs"/>
        </a:defRPr>
      </a:lvl4pPr>
      <a:lvl5pPr marL="1949402" indent="-279393" algn="l" rtl="0" eaLnBrk="1" fontAlgn="base" hangingPunct="1">
        <a:spcBef>
          <a:spcPct val="20000"/>
        </a:spcBef>
        <a:spcAft>
          <a:spcPct val="0"/>
        </a:spcAft>
        <a:buClr>
          <a:srgbClr val="8064A2"/>
        </a:buClr>
        <a:buSzPct val="65000"/>
        <a:buFont typeface="Wingdings 2" pitchFamily="18" charset="2"/>
        <a:buChar char=""/>
        <a:defRPr sz="2667" kern="1200">
          <a:solidFill>
            <a:schemeClr val="tx1"/>
          </a:solidFill>
          <a:latin typeface="+mn-lt"/>
          <a:ea typeface="+mn-ea"/>
          <a:cs typeface="+mn-cs"/>
        </a:defRPr>
      </a:lvl5pPr>
      <a:lvl6pPr marL="2316422" indent="-280409" algn="l" rtl="0" eaLnBrk="1" latinLnBrk="0" hangingPunct="1">
        <a:spcBef>
          <a:spcPct val="20000"/>
        </a:spcBef>
        <a:buClr>
          <a:schemeClr val="accent5"/>
        </a:buClr>
        <a:buSzPct val="80000"/>
        <a:buFont typeface="Wingdings 2"/>
        <a:buChar char=""/>
        <a:defRPr kumimoji="0" sz="2400" kern="1200">
          <a:solidFill>
            <a:schemeClr val="tx1"/>
          </a:solidFill>
          <a:latin typeface="+mn-lt"/>
          <a:ea typeface="+mn-ea"/>
          <a:cs typeface="+mn-cs"/>
        </a:defRPr>
      </a:lvl6pPr>
      <a:lvl7pPr marL="2560256" indent="-243834" algn="l" rtl="0" eaLnBrk="1" latinLnBrk="0" hangingPunct="1">
        <a:spcBef>
          <a:spcPct val="20000"/>
        </a:spcBef>
        <a:buClr>
          <a:schemeClr val="accent6"/>
        </a:buClr>
        <a:buSzPct val="80000"/>
        <a:buFont typeface="Wingdings 2"/>
        <a:buChar char=""/>
        <a:defRPr kumimoji="0" sz="2133" kern="1200" baseline="0">
          <a:solidFill>
            <a:schemeClr val="tx1"/>
          </a:solidFill>
          <a:latin typeface="+mn-lt"/>
          <a:ea typeface="+mn-ea"/>
          <a:cs typeface="+mn-cs"/>
        </a:defRPr>
      </a:lvl7pPr>
      <a:lvl8pPr marL="2926007" indent="-243834" algn="l" rtl="0" eaLnBrk="1" latinLnBrk="0" hangingPunct="1">
        <a:spcBef>
          <a:spcPct val="20000"/>
        </a:spcBef>
        <a:buClr>
          <a:schemeClr val="tx2"/>
        </a:buClr>
        <a:buChar char="•"/>
        <a:defRPr kumimoji="0" sz="2133" kern="1200">
          <a:solidFill>
            <a:schemeClr val="tx1"/>
          </a:solidFill>
          <a:latin typeface="+mn-lt"/>
          <a:ea typeface="+mn-ea"/>
          <a:cs typeface="+mn-cs"/>
        </a:defRPr>
      </a:lvl8pPr>
      <a:lvl9pPr marL="3291758" indent="-243834" algn="l" rtl="0" eaLnBrk="1" latinLnBrk="0" hangingPunct="1">
        <a:spcBef>
          <a:spcPct val="20000"/>
        </a:spcBef>
        <a:buClr>
          <a:schemeClr val="tx2"/>
        </a:buClr>
        <a:buFontTx/>
        <a:buChar char="•"/>
        <a:defRPr kumimoji="0" sz="1867"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585" algn="l" rtl="0" eaLnBrk="1" latinLnBrk="0" hangingPunct="1">
        <a:defRPr kumimoji="0" kern="1200">
          <a:solidFill>
            <a:schemeClr val="tx1"/>
          </a:solidFill>
          <a:latin typeface="+mn-lt"/>
          <a:ea typeface="+mn-ea"/>
          <a:cs typeface="+mn-cs"/>
        </a:defRPr>
      </a:lvl2pPr>
      <a:lvl3pPr marL="1219170" algn="l" rtl="0" eaLnBrk="1" latinLnBrk="0" hangingPunct="1">
        <a:defRPr kumimoji="0" kern="1200">
          <a:solidFill>
            <a:schemeClr val="tx1"/>
          </a:solidFill>
          <a:latin typeface="+mn-lt"/>
          <a:ea typeface="+mn-ea"/>
          <a:cs typeface="+mn-cs"/>
        </a:defRPr>
      </a:lvl3pPr>
      <a:lvl4pPr marL="1828754" algn="l" rtl="0" eaLnBrk="1" latinLnBrk="0" hangingPunct="1">
        <a:defRPr kumimoji="0" kern="1200">
          <a:solidFill>
            <a:schemeClr val="tx1"/>
          </a:solidFill>
          <a:latin typeface="+mn-lt"/>
          <a:ea typeface="+mn-ea"/>
          <a:cs typeface="+mn-cs"/>
        </a:defRPr>
      </a:lvl4pPr>
      <a:lvl5pPr marL="2438339" algn="l" rtl="0" eaLnBrk="1" latinLnBrk="0" hangingPunct="1">
        <a:defRPr kumimoji="0" kern="1200">
          <a:solidFill>
            <a:schemeClr val="tx1"/>
          </a:solidFill>
          <a:latin typeface="+mn-lt"/>
          <a:ea typeface="+mn-ea"/>
          <a:cs typeface="+mn-cs"/>
        </a:defRPr>
      </a:lvl5pPr>
      <a:lvl6pPr marL="3047924" algn="l" rtl="0" eaLnBrk="1" latinLnBrk="0" hangingPunct="1">
        <a:defRPr kumimoji="0" kern="1200">
          <a:solidFill>
            <a:schemeClr val="tx1"/>
          </a:solidFill>
          <a:latin typeface="+mn-lt"/>
          <a:ea typeface="+mn-ea"/>
          <a:cs typeface="+mn-cs"/>
        </a:defRPr>
      </a:lvl6pPr>
      <a:lvl7pPr marL="3657509" algn="l" rtl="0" eaLnBrk="1" latinLnBrk="0" hangingPunct="1">
        <a:defRPr kumimoji="0" kern="1200">
          <a:solidFill>
            <a:schemeClr val="tx1"/>
          </a:solidFill>
          <a:latin typeface="+mn-lt"/>
          <a:ea typeface="+mn-ea"/>
          <a:cs typeface="+mn-cs"/>
        </a:defRPr>
      </a:lvl7pPr>
      <a:lvl8pPr marL="4267093" algn="l" rtl="0" eaLnBrk="1" latinLnBrk="0" hangingPunct="1">
        <a:defRPr kumimoji="0" kern="1200">
          <a:solidFill>
            <a:schemeClr val="tx1"/>
          </a:solidFill>
          <a:latin typeface="+mn-lt"/>
          <a:ea typeface="+mn-ea"/>
          <a:cs typeface="+mn-cs"/>
        </a:defRPr>
      </a:lvl8pPr>
      <a:lvl9pPr marL="487667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customXml" Target="../ink/ink15.xml"/><Relationship Id="rId26" Type="http://schemas.openxmlformats.org/officeDocument/2006/relationships/customXml" Target="../ink/ink19.xml"/><Relationship Id="rId39" Type="http://schemas.openxmlformats.org/officeDocument/2006/relationships/image" Target="../media/image27.png"/><Relationship Id="rId21" Type="http://schemas.openxmlformats.org/officeDocument/2006/relationships/image" Target="../media/image18.png"/><Relationship Id="rId34" Type="http://schemas.openxmlformats.org/officeDocument/2006/relationships/customXml" Target="../ink/ink23.xml"/><Relationship Id="rId42" Type="http://schemas.openxmlformats.org/officeDocument/2006/relationships/customXml" Target="../ink/ink27.xml"/><Relationship Id="rId47" Type="http://schemas.openxmlformats.org/officeDocument/2006/relationships/image" Target="../media/image31.png"/><Relationship Id="rId50" Type="http://schemas.openxmlformats.org/officeDocument/2006/relationships/customXml" Target="../ink/ink31.xml"/><Relationship Id="rId55" Type="http://schemas.openxmlformats.org/officeDocument/2006/relationships/image" Target="../media/image35.png"/><Relationship Id="rId7" Type="http://schemas.openxmlformats.org/officeDocument/2006/relationships/image" Target="../media/image11.png"/><Relationship Id="rId2" Type="http://schemas.openxmlformats.org/officeDocument/2006/relationships/customXml" Target="../ink/ink7.xml"/><Relationship Id="rId16" Type="http://schemas.openxmlformats.org/officeDocument/2006/relationships/customXml" Target="../ink/ink14.xml"/><Relationship Id="rId29" Type="http://schemas.openxmlformats.org/officeDocument/2006/relationships/image" Target="../media/image22.png"/><Relationship Id="rId11" Type="http://schemas.openxmlformats.org/officeDocument/2006/relationships/image" Target="../media/image13.png"/><Relationship Id="rId24" Type="http://schemas.openxmlformats.org/officeDocument/2006/relationships/customXml" Target="../ink/ink18.xml"/><Relationship Id="rId32" Type="http://schemas.openxmlformats.org/officeDocument/2006/relationships/customXml" Target="../ink/ink22.xml"/><Relationship Id="rId37" Type="http://schemas.openxmlformats.org/officeDocument/2006/relationships/image" Target="../media/image26.png"/><Relationship Id="rId40" Type="http://schemas.openxmlformats.org/officeDocument/2006/relationships/customXml" Target="../ink/ink26.xml"/><Relationship Id="rId45" Type="http://schemas.openxmlformats.org/officeDocument/2006/relationships/image" Target="../media/image30.png"/><Relationship Id="rId53" Type="http://schemas.openxmlformats.org/officeDocument/2006/relationships/image" Target="../media/image34.png"/><Relationship Id="rId5" Type="http://schemas.openxmlformats.org/officeDocument/2006/relationships/image" Target="../media/image10.png"/><Relationship Id="rId10" Type="http://schemas.openxmlformats.org/officeDocument/2006/relationships/customXml" Target="../ink/ink11.xml"/><Relationship Id="rId19" Type="http://schemas.openxmlformats.org/officeDocument/2006/relationships/image" Target="../media/image17.png"/><Relationship Id="rId31" Type="http://schemas.openxmlformats.org/officeDocument/2006/relationships/image" Target="../media/image23.png"/><Relationship Id="rId44" Type="http://schemas.openxmlformats.org/officeDocument/2006/relationships/customXml" Target="../ink/ink28.xml"/><Relationship Id="rId52" Type="http://schemas.openxmlformats.org/officeDocument/2006/relationships/customXml" Target="../ink/ink32.xml"/><Relationship Id="rId4" Type="http://schemas.openxmlformats.org/officeDocument/2006/relationships/customXml" Target="../ink/ink8.xml"/><Relationship Id="rId9" Type="http://schemas.openxmlformats.org/officeDocument/2006/relationships/image" Target="../media/image12.png"/><Relationship Id="rId14" Type="http://schemas.openxmlformats.org/officeDocument/2006/relationships/customXml" Target="../ink/ink13.xml"/><Relationship Id="rId22" Type="http://schemas.openxmlformats.org/officeDocument/2006/relationships/customXml" Target="../ink/ink17.xml"/><Relationship Id="rId27" Type="http://schemas.openxmlformats.org/officeDocument/2006/relationships/image" Target="../media/image21.png"/><Relationship Id="rId30" Type="http://schemas.openxmlformats.org/officeDocument/2006/relationships/customXml" Target="../ink/ink21.xml"/><Relationship Id="rId35" Type="http://schemas.openxmlformats.org/officeDocument/2006/relationships/image" Target="../media/image25.png"/><Relationship Id="rId43" Type="http://schemas.openxmlformats.org/officeDocument/2006/relationships/image" Target="../media/image29.png"/><Relationship Id="rId48" Type="http://schemas.openxmlformats.org/officeDocument/2006/relationships/customXml" Target="../ink/ink30.xml"/><Relationship Id="rId8" Type="http://schemas.openxmlformats.org/officeDocument/2006/relationships/customXml" Target="../ink/ink10.xml"/><Relationship Id="rId51" Type="http://schemas.openxmlformats.org/officeDocument/2006/relationships/image" Target="../media/image33.png"/><Relationship Id="rId3" Type="http://schemas.openxmlformats.org/officeDocument/2006/relationships/image" Target="../media/image9.png"/><Relationship Id="rId12" Type="http://schemas.openxmlformats.org/officeDocument/2006/relationships/customXml" Target="../ink/ink12.xml"/><Relationship Id="rId17" Type="http://schemas.openxmlformats.org/officeDocument/2006/relationships/image" Target="../media/image16.png"/><Relationship Id="rId25" Type="http://schemas.openxmlformats.org/officeDocument/2006/relationships/image" Target="../media/image20.png"/><Relationship Id="rId33" Type="http://schemas.openxmlformats.org/officeDocument/2006/relationships/image" Target="../media/image24.png"/><Relationship Id="rId38" Type="http://schemas.openxmlformats.org/officeDocument/2006/relationships/customXml" Target="../ink/ink25.xml"/><Relationship Id="rId46" Type="http://schemas.openxmlformats.org/officeDocument/2006/relationships/customXml" Target="../ink/ink29.xml"/><Relationship Id="rId20" Type="http://schemas.openxmlformats.org/officeDocument/2006/relationships/customXml" Target="../ink/ink16.xml"/><Relationship Id="rId41" Type="http://schemas.openxmlformats.org/officeDocument/2006/relationships/image" Target="../media/image28.png"/><Relationship Id="rId54" Type="http://schemas.openxmlformats.org/officeDocument/2006/relationships/customXml" Target="../ink/ink33.xml"/><Relationship Id="rId1" Type="http://schemas.openxmlformats.org/officeDocument/2006/relationships/slideLayout" Target="../slideLayouts/slideLayout1.xml"/><Relationship Id="rId6" Type="http://schemas.openxmlformats.org/officeDocument/2006/relationships/customXml" Target="../ink/ink9.xml"/><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20.xml"/><Relationship Id="rId36" Type="http://schemas.openxmlformats.org/officeDocument/2006/relationships/customXml" Target="../ink/ink24.xml"/><Relationship Id="rId49"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customXml" Target="../ink/ink3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6" Type="http://schemas.openxmlformats.org/officeDocument/2006/relationships/customXml" Target="../ink/ink46.xml"/><Relationship Id="rId117" Type="http://schemas.openxmlformats.org/officeDocument/2006/relationships/customXml" Target="../ink/ink92.xml"/><Relationship Id="rId21" Type="http://schemas.openxmlformats.org/officeDocument/2006/relationships/image" Target="../media/image180.png"/><Relationship Id="rId42" Type="http://schemas.openxmlformats.org/officeDocument/2006/relationships/customXml" Target="../ink/ink54.xml"/><Relationship Id="rId47" Type="http://schemas.openxmlformats.org/officeDocument/2006/relationships/image" Target="../media/image310.png"/><Relationship Id="rId63" Type="http://schemas.openxmlformats.org/officeDocument/2006/relationships/image" Target="../media/image39.png"/><Relationship Id="rId68" Type="http://schemas.openxmlformats.org/officeDocument/2006/relationships/customXml" Target="../ink/ink67.xml"/><Relationship Id="rId84" Type="http://schemas.openxmlformats.org/officeDocument/2006/relationships/customXml" Target="../ink/ink75.xml"/><Relationship Id="rId89" Type="http://schemas.openxmlformats.org/officeDocument/2006/relationships/image" Target="../media/image52.png"/><Relationship Id="rId112" Type="http://schemas.openxmlformats.org/officeDocument/2006/relationships/image" Target="../media/image63.png"/><Relationship Id="rId16" Type="http://schemas.openxmlformats.org/officeDocument/2006/relationships/customXml" Target="../ink/ink41.xml"/><Relationship Id="rId107" Type="http://schemas.openxmlformats.org/officeDocument/2006/relationships/customXml" Target="../ink/ink87.xml"/><Relationship Id="rId11" Type="http://schemas.openxmlformats.org/officeDocument/2006/relationships/image" Target="../media/image139.png"/><Relationship Id="rId32" Type="http://schemas.openxmlformats.org/officeDocument/2006/relationships/customXml" Target="../ink/ink49.xml"/><Relationship Id="rId37" Type="http://schemas.openxmlformats.org/officeDocument/2006/relationships/image" Target="../media/image261.png"/><Relationship Id="rId53" Type="http://schemas.openxmlformats.org/officeDocument/2006/relationships/image" Target="../media/image340.png"/><Relationship Id="rId58" Type="http://schemas.openxmlformats.org/officeDocument/2006/relationships/customXml" Target="../ink/ink62.xml"/><Relationship Id="rId74" Type="http://schemas.openxmlformats.org/officeDocument/2006/relationships/customXml" Target="../ink/ink70.xml"/><Relationship Id="rId79" Type="http://schemas.openxmlformats.org/officeDocument/2006/relationships/image" Target="../media/image47.png"/><Relationship Id="rId102" Type="http://schemas.openxmlformats.org/officeDocument/2006/relationships/image" Target="../media/image58.png"/><Relationship Id="rId123" Type="http://schemas.openxmlformats.org/officeDocument/2006/relationships/customXml" Target="../ink/ink95.xml"/><Relationship Id="rId90" Type="http://schemas.openxmlformats.org/officeDocument/2006/relationships/customXml" Target="../ink/ink78.xml"/><Relationship Id="rId95" Type="http://schemas.openxmlformats.org/officeDocument/2006/relationships/image" Target="../media/image55.png"/><Relationship Id="rId22" Type="http://schemas.openxmlformats.org/officeDocument/2006/relationships/customXml" Target="../ink/ink44.xml"/><Relationship Id="rId27" Type="http://schemas.openxmlformats.org/officeDocument/2006/relationships/image" Target="../media/image211.png"/><Relationship Id="rId43" Type="http://schemas.openxmlformats.org/officeDocument/2006/relationships/image" Target="../media/image290.png"/><Relationship Id="rId48" Type="http://schemas.openxmlformats.org/officeDocument/2006/relationships/customXml" Target="../ink/ink57.xml"/><Relationship Id="rId64" Type="http://schemas.openxmlformats.org/officeDocument/2006/relationships/customXml" Target="../ink/ink65.xml"/><Relationship Id="rId69" Type="http://schemas.openxmlformats.org/officeDocument/2006/relationships/image" Target="../media/image42.png"/><Relationship Id="rId113" Type="http://schemas.openxmlformats.org/officeDocument/2006/relationships/customXml" Target="../ink/ink90.xml"/><Relationship Id="rId118" Type="http://schemas.openxmlformats.org/officeDocument/2006/relationships/image" Target="../media/image66.png"/><Relationship Id="rId80" Type="http://schemas.openxmlformats.org/officeDocument/2006/relationships/customXml" Target="../ink/ink73.xml"/><Relationship Id="rId85" Type="http://schemas.openxmlformats.org/officeDocument/2006/relationships/image" Target="../media/image50.png"/><Relationship Id="rId12" Type="http://schemas.openxmlformats.org/officeDocument/2006/relationships/customXml" Target="../ink/ink39.xml"/><Relationship Id="rId17" Type="http://schemas.openxmlformats.org/officeDocument/2006/relationships/image" Target="../media/image160.png"/><Relationship Id="rId33" Type="http://schemas.openxmlformats.org/officeDocument/2006/relationships/image" Target="../media/image240.png"/><Relationship Id="rId38" Type="http://schemas.openxmlformats.org/officeDocument/2006/relationships/customXml" Target="../ink/ink52.xml"/><Relationship Id="rId59" Type="http://schemas.openxmlformats.org/officeDocument/2006/relationships/image" Target="../media/image37.png"/><Relationship Id="rId103" Type="http://schemas.openxmlformats.org/officeDocument/2006/relationships/customXml" Target="../ink/ink85.xml"/><Relationship Id="rId108" Type="http://schemas.openxmlformats.org/officeDocument/2006/relationships/image" Target="../media/image61.png"/><Relationship Id="rId124" Type="http://schemas.openxmlformats.org/officeDocument/2006/relationships/image" Target="../media/image69.png"/><Relationship Id="rId54" Type="http://schemas.openxmlformats.org/officeDocument/2006/relationships/customXml" Target="../ink/ink60.xml"/><Relationship Id="rId70" Type="http://schemas.openxmlformats.org/officeDocument/2006/relationships/customXml" Target="../ink/ink68.xml"/><Relationship Id="rId75" Type="http://schemas.openxmlformats.org/officeDocument/2006/relationships/image" Target="../media/image45.png"/><Relationship Id="rId91" Type="http://schemas.openxmlformats.org/officeDocument/2006/relationships/image" Target="../media/image53.png"/><Relationship Id="rId96" Type="http://schemas.openxmlformats.org/officeDocument/2006/relationships/customXml" Target="../ink/ink81.xml"/><Relationship Id="rId1" Type="http://schemas.openxmlformats.org/officeDocument/2006/relationships/slideLayout" Target="../slideLayouts/slideLayout1.xml"/><Relationship Id="rId23" Type="http://schemas.openxmlformats.org/officeDocument/2006/relationships/image" Target="../media/image190.png"/><Relationship Id="rId28" Type="http://schemas.openxmlformats.org/officeDocument/2006/relationships/customXml" Target="../ink/ink47.xml"/><Relationship Id="rId49" Type="http://schemas.openxmlformats.org/officeDocument/2006/relationships/image" Target="../media/image321.png"/><Relationship Id="rId114" Type="http://schemas.openxmlformats.org/officeDocument/2006/relationships/image" Target="../media/image64.png"/><Relationship Id="rId119" Type="http://schemas.openxmlformats.org/officeDocument/2006/relationships/customXml" Target="../ink/ink93.xml"/><Relationship Id="rId44" Type="http://schemas.openxmlformats.org/officeDocument/2006/relationships/customXml" Target="../ink/ink55.xml"/><Relationship Id="rId60" Type="http://schemas.openxmlformats.org/officeDocument/2006/relationships/customXml" Target="../ink/ink63.xml"/><Relationship Id="rId65" Type="http://schemas.openxmlformats.org/officeDocument/2006/relationships/image" Target="../media/image40.png"/><Relationship Id="rId81" Type="http://schemas.openxmlformats.org/officeDocument/2006/relationships/image" Target="../media/image48.png"/><Relationship Id="rId86" Type="http://schemas.openxmlformats.org/officeDocument/2006/relationships/customXml" Target="../ink/ink76.xml"/><Relationship Id="rId4" Type="http://schemas.openxmlformats.org/officeDocument/2006/relationships/customXml" Target="../ink/ink36.xml"/><Relationship Id="rId9" Type="http://schemas.openxmlformats.org/officeDocument/2006/relationships/image" Target="../media/image1210.png"/><Relationship Id="rId13" Type="http://schemas.openxmlformats.org/officeDocument/2006/relationships/image" Target="../media/image140.png"/><Relationship Id="rId18" Type="http://schemas.openxmlformats.org/officeDocument/2006/relationships/customXml" Target="../ink/ink42.xml"/><Relationship Id="rId39" Type="http://schemas.openxmlformats.org/officeDocument/2006/relationships/image" Target="../media/image270.png"/><Relationship Id="rId109" Type="http://schemas.openxmlformats.org/officeDocument/2006/relationships/customXml" Target="../ink/ink88.xml"/><Relationship Id="rId34" Type="http://schemas.openxmlformats.org/officeDocument/2006/relationships/customXml" Target="../ink/ink50.xml"/><Relationship Id="rId50" Type="http://schemas.openxmlformats.org/officeDocument/2006/relationships/customXml" Target="../ink/ink58.xml"/><Relationship Id="rId55" Type="http://schemas.openxmlformats.org/officeDocument/2006/relationships/image" Target="../media/image350.png"/><Relationship Id="rId76" Type="http://schemas.openxmlformats.org/officeDocument/2006/relationships/customXml" Target="../ink/ink71.xml"/><Relationship Id="rId97" Type="http://schemas.openxmlformats.org/officeDocument/2006/relationships/image" Target="../media/image56.png"/><Relationship Id="rId104" Type="http://schemas.openxmlformats.org/officeDocument/2006/relationships/image" Target="../media/image59.png"/><Relationship Id="rId120" Type="http://schemas.openxmlformats.org/officeDocument/2006/relationships/image" Target="../media/image67.png"/><Relationship Id="rId125" Type="http://schemas.openxmlformats.org/officeDocument/2006/relationships/customXml" Target="../ink/ink96.xml"/><Relationship Id="rId7" Type="http://schemas.openxmlformats.org/officeDocument/2006/relationships/image" Target="../media/image1110.png"/><Relationship Id="rId71" Type="http://schemas.openxmlformats.org/officeDocument/2006/relationships/image" Target="../media/image43.png"/><Relationship Id="rId92" Type="http://schemas.openxmlformats.org/officeDocument/2006/relationships/customXml" Target="../ink/ink79.xml"/><Relationship Id="rId2" Type="http://schemas.openxmlformats.org/officeDocument/2006/relationships/customXml" Target="../ink/ink35.xml"/><Relationship Id="rId29" Type="http://schemas.openxmlformats.org/officeDocument/2006/relationships/image" Target="../media/image221.png"/><Relationship Id="rId24" Type="http://schemas.openxmlformats.org/officeDocument/2006/relationships/customXml" Target="../ink/ink45.xml"/><Relationship Id="rId40" Type="http://schemas.openxmlformats.org/officeDocument/2006/relationships/customXml" Target="../ink/ink53.xml"/><Relationship Id="rId45" Type="http://schemas.openxmlformats.org/officeDocument/2006/relationships/image" Target="../media/image300.png"/><Relationship Id="rId66" Type="http://schemas.openxmlformats.org/officeDocument/2006/relationships/customXml" Target="../ink/ink66.xml"/><Relationship Id="rId87" Type="http://schemas.openxmlformats.org/officeDocument/2006/relationships/image" Target="../media/image51.png"/><Relationship Id="rId110" Type="http://schemas.openxmlformats.org/officeDocument/2006/relationships/image" Target="../media/image62.png"/><Relationship Id="rId115" Type="http://schemas.openxmlformats.org/officeDocument/2006/relationships/customXml" Target="../ink/ink91.xml"/><Relationship Id="rId61" Type="http://schemas.openxmlformats.org/officeDocument/2006/relationships/image" Target="../media/image38.png"/><Relationship Id="rId82" Type="http://schemas.openxmlformats.org/officeDocument/2006/relationships/customXml" Target="../ink/ink74.xml"/><Relationship Id="rId19" Type="http://schemas.openxmlformats.org/officeDocument/2006/relationships/image" Target="../media/image170.png"/><Relationship Id="rId14" Type="http://schemas.openxmlformats.org/officeDocument/2006/relationships/customXml" Target="../ink/ink40.xml"/><Relationship Id="rId30" Type="http://schemas.openxmlformats.org/officeDocument/2006/relationships/customXml" Target="../ink/ink48.xml"/><Relationship Id="rId35" Type="http://schemas.openxmlformats.org/officeDocument/2006/relationships/image" Target="../media/image250.png"/><Relationship Id="rId56" Type="http://schemas.openxmlformats.org/officeDocument/2006/relationships/customXml" Target="../ink/ink61.xml"/><Relationship Id="rId77" Type="http://schemas.openxmlformats.org/officeDocument/2006/relationships/image" Target="../media/image46.png"/><Relationship Id="rId100" Type="http://schemas.openxmlformats.org/officeDocument/2006/relationships/image" Target="../media/image57.png"/><Relationship Id="rId105" Type="http://schemas.openxmlformats.org/officeDocument/2006/relationships/customXml" Target="../ink/ink86.xml"/><Relationship Id="rId126" Type="http://schemas.openxmlformats.org/officeDocument/2006/relationships/image" Target="../media/image70.png"/><Relationship Id="rId8" Type="http://schemas.openxmlformats.org/officeDocument/2006/relationships/customXml" Target="../ink/ink37.xml"/><Relationship Id="rId51" Type="http://schemas.openxmlformats.org/officeDocument/2006/relationships/image" Target="../media/image330.png"/><Relationship Id="rId72" Type="http://schemas.openxmlformats.org/officeDocument/2006/relationships/customXml" Target="../ink/ink69.xml"/><Relationship Id="rId93" Type="http://schemas.openxmlformats.org/officeDocument/2006/relationships/image" Target="../media/image54.png"/><Relationship Id="rId98" Type="http://schemas.openxmlformats.org/officeDocument/2006/relationships/customXml" Target="../ink/ink82.xml"/><Relationship Id="rId121" Type="http://schemas.openxmlformats.org/officeDocument/2006/relationships/customXml" Target="../ink/ink94.xml"/><Relationship Id="rId3" Type="http://schemas.openxmlformats.org/officeDocument/2006/relationships/image" Target="../media/image911.png"/><Relationship Id="rId25" Type="http://schemas.openxmlformats.org/officeDocument/2006/relationships/image" Target="../media/image200.png"/><Relationship Id="rId46" Type="http://schemas.openxmlformats.org/officeDocument/2006/relationships/customXml" Target="../ink/ink56.xml"/><Relationship Id="rId67" Type="http://schemas.openxmlformats.org/officeDocument/2006/relationships/image" Target="../media/image41.png"/><Relationship Id="rId116" Type="http://schemas.openxmlformats.org/officeDocument/2006/relationships/image" Target="../media/image65.png"/><Relationship Id="rId20" Type="http://schemas.openxmlformats.org/officeDocument/2006/relationships/customXml" Target="../ink/ink43.xml"/><Relationship Id="rId41" Type="http://schemas.openxmlformats.org/officeDocument/2006/relationships/image" Target="../media/image280.png"/><Relationship Id="rId62" Type="http://schemas.openxmlformats.org/officeDocument/2006/relationships/customXml" Target="../ink/ink64.xml"/><Relationship Id="rId83" Type="http://schemas.openxmlformats.org/officeDocument/2006/relationships/image" Target="../media/image49.png"/><Relationship Id="rId88" Type="http://schemas.openxmlformats.org/officeDocument/2006/relationships/customXml" Target="../ink/ink77.xml"/><Relationship Id="rId111" Type="http://schemas.openxmlformats.org/officeDocument/2006/relationships/customXml" Target="../ink/ink89.xml"/><Relationship Id="rId15" Type="http://schemas.openxmlformats.org/officeDocument/2006/relationships/image" Target="../media/image150.png"/><Relationship Id="rId36" Type="http://schemas.openxmlformats.org/officeDocument/2006/relationships/customXml" Target="../ink/ink51.xml"/><Relationship Id="rId57" Type="http://schemas.openxmlformats.org/officeDocument/2006/relationships/image" Target="../media/image36.png"/><Relationship Id="rId106" Type="http://schemas.openxmlformats.org/officeDocument/2006/relationships/image" Target="../media/image60.png"/><Relationship Id="rId10" Type="http://schemas.openxmlformats.org/officeDocument/2006/relationships/customXml" Target="../ink/ink38.xml"/><Relationship Id="rId31" Type="http://schemas.openxmlformats.org/officeDocument/2006/relationships/image" Target="../media/image232.png"/><Relationship Id="rId52" Type="http://schemas.openxmlformats.org/officeDocument/2006/relationships/customXml" Target="../ink/ink59.xml"/><Relationship Id="rId73" Type="http://schemas.openxmlformats.org/officeDocument/2006/relationships/image" Target="../media/image44.png"/><Relationship Id="rId78" Type="http://schemas.openxmlformats.org/officeDocument/2006/relationships/customXml" Target="../ink/ink72.xml"/><Relationship Id="rId94" Type="http://schemas.openxmlformats.org/officeDocument/2006/relationships/customXml" Target="../ink/ink80.xml"/><Relationship Id="rId99" Type="http://schemas.openxmlformats.org/officeDocument/2006/relationships/customXml" Target="../ink/ink83.xml"/><Relationship Id="rId101" Type="http://schemas.openxmlformats.org/officeDocument/2006/relationships/customXml" Target="../ink/ink84.xml"/><Relationship Id="rId122" Type="http://schemas.openxmlformats.org/officeDocument/2006/relationships/image" Target="../media/image6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ustomXml" Target="../ink/ink97.xml"/><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3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customXml" Target="../ink/ink98.xml"/><Relationship Id="rId7" Type="http://schemas.openxmlformats.org/officeDocument/2006/relationships/customXml" Target="../ink/ink100.xml"/><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customXml" Target="../ink/ink99.xml"/><Relationship Id="rId10" Type="http://schemas.openxmlformats.org/officeDocument/2006/relationships/image" Target="../media/image85.png"/><Relationship Id="rId4" Type="http://schemas.openxmlformats.org/officeDocument/2006/relationships/image" Target="../media/image82.png"/><Relationship Id="rId9" Type="http://schemas.openxmlformats.org/officeDocument/2006/relationships/customXml" Target="../ink/ink101.xml"/></Relationships>
</file>

<file path=ppt/slides/_rels/slide45.xml.rels><?xml version="1.0" encoding="UTF-8" standalone="yes"?>
<Relationships xmlns="http://schemas.openxmlformats.org/package/2006/relationships"><Relationship Id="rId3" Type="http://schemas.openxmlformats.org/officeDocument/2006/relationships/customXml" Target="../ink/ink102.xml"/><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60.png"/></Relationships>
</file>

<file path=ppt/slides/_rels/slide46.xml.rels><?xml version="1.0" encoding="UTF-8" standalone="yes"?>
<Relationships xmlns="http://schemas.openxmlformats.org/package/2006/relationships"><Relationship Id="rId3" Type="http://schemas.openxmlformats.org/officeDocument/2006/relationships/customXml" Target="../ink/ink103.xml"/><Relationship Id="rId2" Type="http://schemas.openxmlformats.org/officeDocument/2006/relationships/image" Target="../media/image87.png"/><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4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customXml" Target="../ink/ink104.xml"/></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customXml" Target="../ink/ink105.xml"/><Relationship Id="rId7" Type="http://schemas.openxmlformats.org/officeDocument/2006/relationships/customXml" Target="../ink/ink107.xml"/><Relationship Id="rId2"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customXml" Target="../ink/ink106.xml"/><Relationship Id="rId4" Type="http://schemas.openxmlformats.org/officeDocument/2006/relationships/image" Target="../media/image95.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customXml" Target="../ink/ink10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image" Target="../media/image210.png"/><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3" Type="http://schemas.openxmlformats.org/officeDocument/2006/relationships/customXml" Target="../ink/ink110.xml"/><Relationship Id="rId2" Type="http://schemas.openxmlformats.org/officeDocument/2006/relationships/image" Target="../media/image220.png"/><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5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customXml" Target="../ink/ink111.xml"/><Relationship Id="rId7" Type="http://schemas.openxmlformats.org/officeDocument/2006/relationships/customXml" Target="../ink/ink113.xml"/><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customXml" Target="../ink/ink112.xml"/><Relationship Id="rId4" Type="http://schemas.openxmlformats.org/officeDocument/2006/relationships/image" Target="../media/image102.png"/></Relationships>
</file>

<file path=ppt/slides/_rels/slide55.xml.rels><?xml version="1.0" encoding="UTF-8" standalone="yes"?>
<Relationships xmlns="http://schemas.openxmlformats.org/package/2006/relationships"><Relationship Id="rId3" Type="http://schemas.openxmlformats.org/officeDocument/2006/relationships/customXml" Target="../ink/ink114.xml"/><Relationship Id="rId2" Type="http://schemas.openxmlformats.org/officeDocument/2006/relationships/image" Target="../media/image231.png"/><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56.xml.rels><?xml version="1.0" encoding="UTF-8" standalone="yes"?>
<Relationships xmlns="http://schemas.openxmlformats.org/package/2006/relationships"><Relationship Id="rId3" Type="http://schemas.openxmlformats.org/officeDocument/2006/relationships/customXml" Target="../ink/ink115.xml"/><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5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customXml" Target="../ink/ink11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1.png"/><Relationship Id="rId2" Type="http://schemas.openxmlformats.org/officeDocument/2006/relationships/customXml" Target="../ink/ink117.xml"/><Relationship Id="rId1" Type="http://schemas.openxmlformats.org/officeDocument/2006/relationships/slideLayout" Target="../slideLayouts/slideLayout1.xml"/><Relationship Id="rId6" Type="http://schemas.openxmlformats.org/officeDocument/2006/relationships/customXml" Target="../ink/ink119.xml"/><Relationship Id="rId5" Type="http://schemas.openxmlformats.org/officeDocument/2006/relationships/image" Target="../media/image110.png"/><Relationship Id="rId4" Type="http://schemas.openxmlformats.org/officeDocument/2006/relationships/customXml" Target="../ink/ink118.xml"/></Relationships>
</file>

<file path=ppt/slides/_rels/slide59.xml.rels><?xml version="1.0" encoding="UTF-8" standalone="yes"?>
<Relationships xmlns="http://schemas.openxmlformats.org/package/2006/relationships"><Relationship Id="rId8" Type="http://schemas.openxmlformats.org/officeDocument/2006/relationships/customXml" Target="../ink/ink123.xml"/><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customXml" Target="../ink/ink120.xml"/><Relationship Id="rId1" Type="http://schemas.openxmlformats.org/officeDocument/2006/relationships/slideLayout" Target="../slideLayouts/slideLayout2.xml"/><Relationship Id="rId6" Type="http://schemas.openxmlformats.org/officeDocument/2006/relationships/customXml" Target="../ink/ink122.xml"/><Relationship Id="rId11" Type="http://schemas.openxmlformats.org/officeDocument/2006/relationships/image" Target="../media/image116.png"/><Relationship Id="rId5" Type="http://schemas.openxmlformats.org/officeDocument/2006/relationships/image" Target="../media/image113.png"/><Relationship Id="rId10" Type="http://schemas.openxmlformats.org/officeDocument/2006/relationships/customXml" Target="../ink/ink124.xml"/><Relationship Id="rId4" Type="http://schemas.openxmlformats.org/officeDocument/2006/relationships/customXml" Target="../ink/ink121.xml"/><Relationship Id="rId9" Type="http://schemas.openxmlformats.org/officeDocument/2006/relationships/image" Target="../media/image115.png"/></Relationships>
</file>

<file path=ppt/slides/_rels/slide60.xml.rels><?xml version="1.0" encoding="UTF-8" standalone="yes"?>
<Relationships xmlns="http://schemas.openxmlformats.org/package/2006/relationships"><Relationship Id="rId8" Type="http://schemas.openxmlformats.org/officeDocument/2006/relationships/customXml" Target="../ink/ink128.xml"/><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customXml" Target="../ink/ink125.xml"/><Relationship Id="rId1" Type="http://schemas.openxmlformats.org/officeDocument/2006/relationships/slideLayout" Target="../slideLayouts/slideLayout2.xml"/><Relationship Id="rId6" Type="http://schemas.openxmlformats.org/officeDocument/2006/relationships/customXml" Target="../ink/ink127.xml"/><Relationship Id="rId11" Type="http://schemas.openxmlformats.org/officeDocument/2006/relationships/image" Target="../media/image117.png"/><Relationship Id="rId5" Type="http://schemas.openxmlformats.org/officeDocument/2006/relationships/image" Target="../media/image113.png"/><Relationship Id="rId10" Type="http://schemas.openxmlformats.org/officeDocument/2006/relationships/customXml" Target="../ink/ink129.xml"/><Relationship Id="rId4" Type="http://schemas.openxmlformats.org/officeDocument/2006/relationships/customXml" Target="../ink/ink126.xml"/><Relationship Id="rId9" Type="http://schemas.openxmlformats.org/officeDocument/2006/relationships/image" Target="../media/image115.png"/></Relationships>
</file>

<file path=ppt/slides/_rels/slide61.xml.rels><?xml version="1.0" encoding="UTF-8" standalone="yes"?>
<Relationships xmlns="http://schemas.openxmlformats.org/package/2006/relationships"><Relationship Id="rId3" Type="http://schemas.openxmlformats.org/officeDocument/2006/relationships/customXml" Target="../ink/ink130.xml"/><Relationship Id="rId2"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customXml" Target="../ink/ink131.xml"/><Relationship Id="rId4" Type="http://schemas.openxmlformats.org/officeDocument/2006/relationships/image" Target="../media/image119.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xml"/><Relationship Id="rId5" Type="http://schemas.openxmlformats.org/officeDocument/2006/relationships/image" Target="../media/image123.png"/><Relationship Id="rId4" Type="http://schemas.openxmlformats.org/officeDocument/2006/relationships/customXml" Target="../ink/ink132.xml"/></Relationships>
</file>

<file path=ppt/slides/_rels/slide6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1.png"/><Relationship Id="rId1" Type="http://schemas.openxmlformats.org/officeDocument/2006/relationships/slideLayout" Target="../slideLayouts/slideLayout1.xml"/><Relationship Id="rId5" Type="http://schemas.openxmlformats.org/officeDocument/2006/relationships/image" Target="../media/image125.png"/><Relationship Id="rId4" Type="http://schemas.openxmlformats.org/officeDocument/2006/relationships/customXml" Target="../ink/ink133.xml"/></Relationships>
</file>

<file path=ppt/slides/_rels/slide64.xml.rels><?xml version="1.0" encoding="UTF-8" standalone="yes"?>
<Relationships xmlns="http://schemas.openxmlformats.org/package/2006/relationships"><Relationship Id="rId8" Type="http://schemas.openxmlformats.org/officeDocument/2006/relationships/customXml" Target="../ink/ink136.xml"/><Relationship Id="rId3" Type="http://schemas.openxmlformats.org/officeDocument/2006/relationships/image" Target="../media/image127.png"/><Relationship Id="rId7" Type="http://schemas.openxmlformats.org/officeDocument/2006/relationships/image" Target="../media/image31.emf"/><Relationship Id="rId12" Type="http://schemas.openxmlformats.org/officeDocument/2006/relationships/image" Target="../media/image129.png"/><Relationship Id="rId2" Type="http://schemas.openxmlformats.org/officeDocument/2006/relationships/image" Target="../media/image126.png"/><Relationship Id="rId1" Type="http://schemas.openxmlformats.org/officeDocument/2006/relationships/slideLayout" Target="../slideLayouts/slideLayout1.xml"/><Relationship Id="rId6" Type="http://schemas.openxmlformats.org/officeDocument/2006/relationships/customXml" Target="../ink/ink135.xml"/><Relationship Id="rId11" Type="http://schemas.openxmlformats.org/officeDocument/2006/relationships/customXml" Target="../ink/ink137.xml"/><Relationship Id="rId5" Type="http://schemas.openxmlformats.org/officeDocument/2006/relationships/image" Target="../media/image30.emf"/><Relationship Id="rId10" Type="http://schemas.openxmlformats.org/officeDocument/2006/relationships/image" Target="../media/image128.png"/><Relationship Id="rId4" Type="http://schemas.openxmlformats.org/officeDocument/2006/relationships/customXml" Target="../ink/ink134.xml"/><Relationship Id="rId9" Type="http://schemas.openxmlformats.org/officeDocument/2006/relationships/image" Target="../media/image32.emf"/></Relationships>
</file>

<file path=ppt/slides/_rels/slide6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1.xml"/><Relationship Id="rId5" Type="http://schemas.openxmlformats.org/officeDocument/2006/relationships/image" Target="../media/image132.png"/><Relationship Id="rId4" Type="http://schemas.openxmlformats.org/officeDocument/2006/relationships/customXml" Target="../ink/ink138.xml"/></Relationships>
</file>

<file path=ppt/slides/_rels/slide66.xml.rels><?xml version="1.0" encoding="UTF-8" standalone="yes"?>
<Relationships xmlns="http://schemas.openxmlformats.org/package/2006/relationships"><Relationship Id="rId3" Type="http://schemas.openxmlformats.org/officeDocument/2006/relationships/customXml" Target="../ink/ink139.xml"/><Relationship Id="rId2" Type="http://schemas.openxmlformats.org/officeDocument/2006/relationships/image" Target="../media/image133.png"/><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67.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7.png"/><Relationship Id="rId2" Type="http://schemas.openxmlformats.org/officeDocument/2006/relationships/image" Target="../media/image230.png"/><Relationship Id="rId1" Type="http://schemas.openxmlformats.org/officeDocument/2006/relationships/slideLayout" Target="../slideLayouts/slideLayout1.xml"/><Relationship Id="rId6" Type="http://schemas.openxmlformats.org/officeDocument/2006/relationships/customXml" Target="../ink/ink140.xml"/><Relationship Id="rId5" Type="http://schemas.openxmlformats.org/officeDocument/2006/relationships/image" Target="../media/image126.png"/><Relationship Id="rId4" Type="http://schemas.openxmlformats.org/officeDocument/2006/relationships/image" Target="../media/image136.png"/></Relationships>
</file>

<file path=ppt/slides/_rels/slide68.xml.rels><?xml version="1.0" encoding="UTF-8" standalone="yes"?>
<Relationships xmlns="http://schemas.openxmlformats.org/package/2006/relationships"><Relationship Id="rId8" Type="http://schemas.openxmlformats.org/officeDocument/2006/relationships/customXml" Target="../ink/ink142.xml"/><Relationship Id="rId13" Type="http://schemas.openxmlformats.org/officeDocument/2006/relationships/image" Target="../media/image144.png"/><Relationship Id="rId3" Type="http://schemas.openxmlformats.org/officeDocument/2006/relationships/image" Target="../media/image136.png"/><Relationship Id="rId7" Type="http://schemas.openxmlformats.org/officeDocument/2006/relationships/image" Target="../media/image141.png"/><Relationship Id="rId12" Type="http://schemas.openxmlformats.org/officeDocument/2006/relationships/customXml" Target="../ink/ink144.xml"/><Relationship Id="rId2"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customXml" Target="../ink/ink141.xml"/><Relationship Id="rId11" Type="http://schemas.openxmlformats.org/officeDocument/2006/relationships/image" Target="../media/image143.png"/><Relationship Id="rId5" Type="http://schemas.openxmlformats.org/officeDocument/2006/relationships/image" Target="../media/image138.png"/><Relationship Id="rId15" Type="http://schemas.openxmlformats.org/officeDocument/2006/relationships/image" Target="../media/image145.png"/><Relationship Id="rId10" Type="http://schemas.openxmlformats.org/officeDocument/2006/relationships/customXml" Target="../ink/ink143.xml"/><Relationship Id="rId4" Type="http://schemas.openxmlformats.org/officeDocument/2006/relationships/image" Target="../media/image260.png"/><Relationship Id="rId9" Type="http://schemas.openxmlformats.org/officeDocument/2006/relationships/image" Target="../media/image142.png"/><Relationship Id="rId14" Type="http://schemas.openxmlformats.org/officeDocument/2006/relationships/customXml" Target="../ink/ink145.xml"/></Relationships>
</file>

<file path=ppt/slides/_rels/slide69.xml.rels><?xml version="1.0" encoding="UTF-8" standalone="yes"?>
<Relationships xmlns="http://schemas.openxmlformats.org/package/2006/relationships"><Relationship Id="rId13" Type="http://schemas.openxmlformats.org/officeDocument/2006/relationships/customXml" Target="../ink/ink150.xml"/><Relationship Id="rId18" Type="http://schemas.openxmlformats.org/officeDocument/2006/relationships/image" Target="../media/image156.png"/><Relationship Id="rId26" Type="http://schemas.openxmlformats.org/officeDocument/2006/relationships/image" Target="../media/image159.png"/><Relationship Id="rId39" Type="http://schemas.openxmlformats.org/officeDocument/2006/relationships/customXml" Target="../ink/ink164.xml"/><Relationship Id="rId21" Type="http://schemas.openxmlformats.org/officeDocument/2006/relationships/customXml" Target="../ink/ink155.xml"/><Relationship Id="rId34" Type="http://schemas.openxmlformats.org/officeDocument/2006/relationships/image" Target="../media/image164.png"/><Relationship Id="rId42" Type="http://schemas.openxmlformats.org/officeDocument/2006/relationships/image" Target="../media/image168.png"/><Relationship Id="rId47" Type="http://schemas.openxmlformats.org/officeDocument/2006/relationships/customXml" Target="../ink/ink168.xml"/><Relationship Id="rId50" Type="http://schemas.openxmlformats.org/officeDocument/2006/relationships/image" Target="../media/image173.png"/><Relationship Id="rId55" Type="http://schemas.openxmlformats.org/officeDocument/2006/relationships/customXml" Target="../ink/ink172.xml"/><Relationship Id="rId63" Type="http://schemas.openxmlformats.org/officeDocument/2006/relationships/customXml" Target="../ink/ink176.xml"/><Relationship Id="rId7" Type="http://schemas.openxmlformats.org/officeDocument/2006/relationships/customXml" Target="../ink/ink147.xml"/><Relationship Id="rId2" Type="http://schemas.openxmlformats.org/officeDocument/2006/relationships/image" Target="../media/image146.png"/><Relationship Id="rId16" Type="http://schemas.openxmlformats.org/officeDocument/2006/relationships/image" Target="../media/image155.png"/><Relationship Id="rId29" Type="http://schemas.openxmlformats.org/officeDocument/2006/relationships/customXml" Target="../ink/ink159.xml"/><Relationship Id="rId11" Type="http://schemas.openxmlformats.org/officeDocument/2006/relationships/customXml" Target="../ink/ink149.xml"/><Relationship Id="rId24" Type="http://schemas.openxmlformats.org/officeDocument/2006/relationships/image" Target="../media/image158.png"/><Relationship Id="rId32" Type="http://schemas.openxmlformats.org/officeDocument/2006/relationships/image" Target="../media/image163.png"/><Relationship Id="rId37" Type="http://schemas.openxmlformats.org/officeDocument/2006/relationships/customXml" Target="../ink/ink163.xml"/><Relationship Id="rId40" Type="http://schemas.openxmlformats.org/officeDocument/2006/relationships/image" Target="../media/image167.png"/><Relationship Id="rId45" Type="http://schemas.openxmlformats.org/officeDocument/2006/relationships/customXml" Target="../ink/ink167.xml"/><Relationship Id="rId53" Type="http://schemas.openxmlformats.org/officeDocument/2006/relationships/customXml" Target="../ink/ink171.xml"/><Relationship Id="rId58" Type="http://schemas.openxmlformats.org/officeDocument/2006/relationships/image" Target="../media/image177.png"/><Relationship Id="rId5" Type="http://schemas.openxmlformats.org/officeDocument/2006/relationships/customXml" Target="../ink/ink146.xml"/><Relationship Id="rId61" Type="http://schemas.openxmlformats.org/officeDocument/2006/relationships/customXml" Target="../ink/ink175.xml"/><Relationship Id="rId19" Type="http://schemas.openxmlformats.org/officeDocument/2006/relationships/customXml" Target="../ink/ink153.xml"/><Relationship Id="rId14" Type="http://schemas.openxmlformats.org/officeDocument/2006/relationships/image" Target="../media/image154.png"/><Relationship Id="rId22" Type="http://schemas.openxmlformats.org/officeDocument/2006/relationships/image" Target="../media/image157.png"/><Relationship Id="rId27" Type="http://schemas.openxmlformats.org/officeDocument/2006/relationships/customXml" Target="../ink/ink158.xml"/><Relationship Id="rId30" Type="http://schemas.openxmlformats.org/officeDocument/2006/relationships/image" Target="../media/image162.png"/><Relationship Id="rId35" Type="http://schemas.openxmlformats.org/officeDocument/2006/relationships/customXml" Target="../ink/ink162.xml"/><Relationship Id="rId43" Type="http://schemas.openxmlformats.org/officeDocument/2006/relationships/customXml" Target="../ink/ink166.xml"/><Relationship Id="rId48" Type="http://schemas.openxmlformats.org/officeDocument/2006/relationships/image" Target="../media/image172.png"/><Relationship Id="rId56" Type="http://schemas.openxmlformats.org/officeDocument/2006/relationships/image" Target="../media/image176.png"/><Relationship Id="rId64" Type="http://schemas.openxmlformats.org/officeDocument/2006/relationships/image" Target="../media/image181.png"/><Relationship Id="rId8" Type="http://schemas.openxmlformats.org/officeDocument/2006/relationships/image" Target="../media/image151.png"/><Relationship Id="rId51" Type="http://schemas.openxmlformats.org/officeDocument/2006/relationships/customXml" Target="../ink/ink170.xml"/><Relationship Id="rId3" Type="http://schemas.openxmlformats.org/officeDocument/2006/relationships/image" Target="../media/image147.png"/><Relationship Id="rId12" Type="http://schemas.openxmlformats.org/officeDocument/2006/relationships/image" Target="../media/image153.png"/><Relationship Id="rId17" Type="http://schemas.openxmlformats.org/officeDocument/2006/relationships/customXml" Target="../ink/ink152.xml"/><Relationship Id="rId25" Type="http://schemas.openxmlformats.org/officeDocument/2006/relationships/customXml" Target="../ink/ink157.xml"/><Relationship Id="rId33" Type="http://schemas.openxmlformats.org/officeDocument/2006/relationships/customXml" Target="../ink/ink161.xml"/><Relationship Id="rId38" Type="http://schemas.openxmlformats.org/officeDocument/2006/relationships/image" Target="../media/image166.png"/><Relationship Id="rId46" Type="http://schemas.openxmlformats.org/officeDocument/2006/relationships/image" Target="../media/image171.png"/><Relationship Id="rId59" Type="http://schemas.openxmlformats.org/officeDocument/2006/relationships/customXml" Target="../ink/ink174.xml"/><Relationship Id="rId20" Type="http://schemas.openxmlformats.org/officeDocument/2006/relationships/customXml" Target="../ink/ink154.xml"/><Relationship Id="rId41" Type="http://schemas.openxmlformats.org/officeDocument/2006/relationships/customXml" Target="../ink/ink165.xml"/><Relationship Id="rId54" Type="http://schemas.openxmlformats.org/officeDocument/2006/relationships/image" Target="../media/image175.png"/><Relationship Id="rId62" Type="http://schemas.openxmlformats.org/officeDocument/2006/relationships/image" Target="../media/image179.png"/><Relationship Id="rId1" Type="http://schemas.openxmlformats.org/officeDocument/2006/relationships/slideLayout" Target="../slideLayouts/slideLayout1.xml"/><Relationship Id="rId6" Type="http://schemas.openxmlformats.org/officeDocument/2006/relationships/image" Target="../media/image149.png"/><Relationship Id="rId15" Type="http://schemas.openxmlformats.org/officeDocument/2006/relationships/customXml" Target="../ink/ink151.xml"/><Relationship Id="rId23" Type="http://schemas.openxmlformats.org/officeDocument/2006/relationships/customXml" Target="../ink/ink156.xml"/><Relationship Id="rId28" Type="http://schemas.openxmlformats.org/officeDocument/2006/relationships/image" Target="../media/image161.png"/><Relationship Id="rId36" Type="http://schemas.openxmlformats.org/officeDocument/2006/relationships/image" Target="../media/image165.png"/><Relationship Id="rId49" Type="http://schemas.openxmlformats.org/officeDocument/2006/relationships/customXml" Target="../ink/ink169.xml"/><Relationship Id="rId57" Type="http://schemas.openxmlformats.org/officeDocument/2006/relationships/customXml" Target="../ink/ink173.xml"/><Relationship Id="rId10" Type="http://schemas.openxmlformats.org/officeDocument/2006/relationships/image" Target="../media/image152.png"/><Relationship Id="rId31" Type="http://schemas.openxmlformats.org/officeDocument/2006/relationships/customXml" Target="../ink/ink160.xml"/><Relationship Id="rId44" Type="http://schemas.openxmlformats.org/officeDocument/2006/relationships/image" Target="../media/image169.png"/><Relationship Id="rId52" Type="http://schemas.openxmlformats.org/officeDocument/2006/relationships/image" Target="../media/image174.png"/><Relationship Id="rId60" Type="http://schemas.openxmlformats.org/officeDocument/2006/relationships/image" Target="../media/image178.png"/><Relationship Id="rId4" Type="http://schemas.openxmlformats.org/officeDocument/2006/relationships/image" Target="../media/image148.png"/><Relationship Id="rId9" Type="http://schemas.openxmlformats.org/officeDocument/2006/relationships/customXml" Target="../ink/ink148.xml"/></Relationships>
</file>

<file path=ppt/slides/_rels/slide70.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customXml" Target="../ink/ink180.xml"/><Relationship Id="rId3" Type="http://schemas.openxmlformats.org/officeDocument/2006/relationships/image" Target="../media/image148.png"/><Relationship Id="rId7" Type="http://schemas.openxmlformats.org/officeDocument/2006/relationships/customXml" Target="../ink/ink177.xml"/><Relationship Id="rId12" Type="http://schemas.openxmlformats.org/officeDocument/2006/relationships/image" Target="../media/image186.png"/><Relationship Id="rId2" Type="http://schemas.openxmlformats.org/officeDocument/2006/relationships/image" Target="../media/image146.png"/><Relationship Id="rId1" Type="http://schemas.openxmlformats.org/officeDocument/2006/relationships/slideLayout" Target="../slideLayouts/slideLayout1.xml"/><Relationship Id="rId6" Type="http://schemas.openxmlformats.org/officeDocument/2006/relationships/image" Target="../media/image183.png"/><Relationship Id="rId11" Type="http://schemas.openxmlformats.org/officeDocument/2006/relationships/customXml" Target="../ink/ink179.xml"/><Relationship Id="rId5" Type="http://schemas.openxmlformats.org/officeDocument/2006/relationships/image" Target="../media/image182.png"/><Relationship Id="rId10" Type="http://schemas.openxmlformats.org/officeDocument/2006/relationships/image" Target="../media/image185.png"/><Relationship Id="rId4" Type="http://schemas.openxmlformats.org/officeDocument/2006/relationships/image" Target="../media/image138.png"/><Relationship Id="rId9" Type="http://schemas.openxmlformats.org/officeDocument/2006/relationships/customXml" Target="../ink/ink178.xml"/><Relationship Id="rId14" Type="http://schemas.openxmlformats.org/officeDocument/2006/relationships/image" Target="../media/image187.png"/></Relationships>
</file>

<file path=ppt/slides/_rels/slide71.xml.rels><?xml version="1.0" encoding="UTF-8" standalone="yes"?>
<Relationships xmlns="http://schemas.openxmlformats.org/package/2006/relationships"><Relationship Id="rId26" Type="http://schemas.openxmlformats.org/officeDocument/2006/relationships/image" Target="../media/image199.png"/><Relationship Id="rId21" Type="http://schemas.openxmlformats.org/officeDocument/2006/relationships/customXml" Target="../ink/ink190.xml"/><Relationship Id="rId42" Type="http://schemas.openxmlformats.org/officeDocument/2006/relationships/image" Target="../media/image208.png"/><Relationship Id="rId47" Type="http://schemas.openxmlformats.org/officeDocument/2006/relationships/customXml" Target="../ink/ink203.xml"/><Relationship Id="rId63" Type="http://schemas.openxmlformats.org/officeDocument/2006/relationships/customXml" Target="../ink/ink211.xml"/><Relationship Id="rId68" Type="http://schemas.openxmlformats.org/officeDocument/2006/relationships/image" Target="../media/image225.png"/><Relationship Id="rId16" Type="http://schemas.openxmlformats.org/officeDocument/2006/relationships/image" Target="../media/image194.png"/><Relationship Id="rId11" Type="http://schemas.openxmlformats.org/officeDocument/2006/relationships/customXml" Target="../ink/ink185.xml"/><Relationship Id="rId32" Type="http://schemas.openxmlformats.org/officeDocument/2006/relationships/image" Target="../media/image203.png"/><Relationship Id="rId37" Type="http://schemas.openxmlformats.org/officeDocument/2006/relationships/customXml" Target="../ink/ink198.xml"/><Relationship Id="rId53" Type="http://schemas.openxmlformats.org/officeDocument/2006/relationships/customXml" Target="../ink/ink206.xml"/><Relationship Id="rId58" Type="http://schemas.openxmlformats.org/officeDocument/2006/relationships/image" Target="../media/image218.png"/><Relationship Id="rId74" Type="http://schemas.openxmlformats.org/officeDocument/2006/relationships/image" Target="../media/image228.png"/><Relationship Id="rId79" Type="http://schemas.openxmlformats.org/officeDocument/2006/relationships/customXml" Target="../ink/ink219.xml"/><Relationship Id="rId5" Type="http://schemas.openxmlformats.org/officeDocument/2006/relationships/customXml" Target="../ink/ink182.xml"/><Relationship Id="rId61" Type="http://schemas.openxmlformats.org/officeDocument/2006/relationships/customXml" Target="../ink/ink210.xml"/><Relationship Id="rId82" Type="http://schemas.openxmlformats.org/officeDocument/2006/relationships/image" Target="../media/image235.png"/><Relationship Id="rId19" Type="http://schemas.openxmlformats.org/officeDocument/2006/relationships/customXml" Target="../ink/ink189.xml"/><Relationship Id="rId14" Type="http://schemas.openxmlformats.org/officeDocument/2006/relationships/image" Target="../media/image193.png"/><Relationship Id="rId22" Type="http://schemas.openxmlformats.org/officeDocument/2006/relationships/image" Target="../media/image197.png"/><Relationship Id="rId27" Type="http://schemas.openxmlformats.org/officeDocument/2006/relationships/customXml" Target="../ink/ink193.xml"/><Relationship Id="rId30" Type="http://schemas.openxmlformats.org/officeDocument/2006/relationships/image" Target="../media/image202.png"/><Relationship Id="rId35" Type="http://schemas.openxmlformats.org/officeDocument/2006/relationships/customXml" Target="../ink/ink197.xml"/><Relationship Id="rId43" Type="http://schemas.openxmlformats.org/officeDocument/2006/relationships/customXml" Target="../ink/ink201.xml"/><Relationship Id="rId48" Type="http://schemas.openxmlformats.org/officeDocument/2006/relationships/image" Target="../media/image213.png"/><Relationship Id="rId56" Type="http://schemas.openxmlformats.org/officeDocument/2006/relationships/image" Target="../media/image217.png"/><Relationship Id="rId64" Type="http://schemas.openxmlformats.org/officeDocument/2006/relationships/image" Target="../media/image223.png"/><Relationship Id="rId69" Type="http://schemas.openxmlformats.org/officeDocument/2006/relationships/customXml" Target="../ink/ink214.xml"/><Relationship Id="rId77" Type="http://schemas.openxmlformats.org/officeDocument/2006/relationships/customXml" Target="../ink/ink218.xml"/><Relationship Id="rId8" Type="http://schemas.openxmlformats.org/officeDocument/2006/relationships/image" Target="../media/image191.png"/><Relationship Id="rId51" Type="http://schemas.openxmlformats.org/officeDocument/2006/relationships/customXml" Target="../ink/ink205.xml"/><Relationship Id="rId72" Type="http://schemas.openxmlformats.org/officeDocument/2006/relationships/image" Target="../media/image227.png"/><Relationship Id="rId80" Type="http://schemas.openxmlformats.org/officeDocument/2006/relationships/image" Target="../media/image234.png"/><Relationship Id="rId3" Type="http://schemas.openxmlformats.org/officeDocument/2006/relationships/customXml" Target="../ink/ink181.xml"/><Relationship Id="rId12" Type="http://schemas.openxmlformats.org/officeDocument/2006/relationships/image" Target="../media/image155.png"/><Relationship Id="rId17" Type="http://schemas.openxmlformats.org/officeDocument/2006/relationships/customXml" Target="../ink/ink188.xml"/><Relationship Id="rId25" Type="http://schemas.openxmlformats.org/officeDocument/2006/relationships/customXml" Target="../ink/ink192.xml"/><Relationship Id="rId33" Type="http://schemas.openxmlformats.org/officeDocument/2006/relationships/customXml" Target="../ink/ink196.xml"/><Relationship Id="rId38" Type="http://schemas.openxmlformats.org/officeDocument/2006/relationships/image" Target="../media/image206.png"/><Relationship Id="rId46" Type="http://schemas.openxmlformats.org/officeDocument/2006/relationships/image" Target="../media/image212.png"/><Relationship Id="rId59" Type="http://schemas.openxmlformats.org/officeDocument/2006/relationships/customXml" Target="../ink/ink209.xml"/><Relationship Id="rId67" Type="http://schemas.openxmlformats.org/officeDocument/2006/relationships/customXml" Target="../ink/ink213.xml"/><Relationship Id="rId20" Type="http://schemas.openxmlformats.org/officeDocument/2006/relationships/image" Target="../media/image196.png"/><Relationship Id="rId41" Type="http://schemas.openxmlformats.org/officeDocument/2006/relationships/customXml" Target="../ink/ink200.xml"/><Relationship Id="rId54" Type="http://schemas.openxmlformats.org/officeDocument/2006/relationships/image" Target="../media/image216.png"/><Relationship Id="rId62" Type="http://schemas.openxmlformats.org/officeDocument/2006/relationships/image" Target="../media/image222.png"/><Relationship Id="rId70" Type="http://schemas.openxmlformats.org/officeDocument/2006/relationships/image" Target="../media/image226.png"/><Relationship Id="rId75" Type="http://schemas.openxmlformats.org/officeDocument/2006/relationships/customXml" Target="../ink/ink217.xml"/><Relationship Id="rId1" Type="http://schemas.openxmlformats.org/officeDocument/2006/relationships/slideLayout" Target="../slideLayouts/slideLayout1.xml"/><Relationship Id="rId6" Type="http://schemas.openxmlformats.org/officeDocument/2006/relationships/image" Target="../media/image189.png"/><Relationship Id="rId15" Type="http://schemas.openxmlformats.org/officeDocument/2006/relationships/customXml" Target="../ink/ink187.xml"/><Relationship Id="rId23" Type="http://schemas.openxmlformats.org/officeDocument/2006/relationships/customXml" Target="../ink/ink191.xml"/><Relationship Id="rId28" Type="http://schemas.openxmlformats.org/officeDocument/2006/relationships/image" Target="../media/image201.png"/><Relationship Id="rId36" Type="http://schemas.openxmlformats.org/officeDocument/2006/relationships/image" Target="../media/image205.png"/><Relationship Id="rId49" Type="http://schemas.openxmlformats.org/officeDocument/2006/relationships/customXml" Target="../ink/ink204.xml"/><Relationship Id="rId57" Type="http://schemas.openxmlformats.org/officeDocument/2006/relationships/customXml" Target="../ink/ink208.xml"/><Relationship Id="rId10" Type="http://schemas.openxmlformats.org/officeDocument/2006/relationships/image" Target="../media/image192.png"/><Relationship Id="rId31" Type="http://schemas.openxmlformats.org/officeDocument/2006/relationships/customXml" Target="../ink/ink195.xml"/><Relationship Id="rId44" Type="http://schemas.openxmlformats.org/officeDocument/2006/relationships/image" Target="../media/image209.png"/><Relationship Id="rId52" Type="http://schemas.openxmlformats.org/officeDocument/2006/relationships/image" Target="../media/image215.png"/><Relationship Id="rId60" Type="http://schemas.openxmlformats.org/officeDocument/2006/relationships/image" Target="../media/image219.png"/><Relationship Id="rId65" Type="http://schemas.openxmlformats.org/officeDocument/2006/relationships/customXml" Target="../ink/ink212.xml"/><Relationship Id="rId73" Type="http://schemas.openxmlformats.org/officeDocument/2006/relationships/customXml" Target="../ink/ink216.xml"/><Relationship Id="rId78" Type="http://schemas.openxmlformats.org/officeDocument/2006/relationships/image" Target="../media/image233.png"/><Relationship Id="rId81" Type="http://schemas.openxmlformats.org/officeDocument/2006/relationships/customXml" Target="../ink/ink220.xml"/><Relationship Id="rId4" Type="http://schemas.openxmlformats.org/officeDocument/2006/relationships/image" Target="../media/image188.png"/><Relationship Id="rId9" Type="http://schemas.openxmlformats.org/officeDocument/2006/relationships/customXml" Target="../ink/ink184.xml"/><Relationship Id="rId13" Type="http://schemas.openxmlformats.org/officeDocument/2006/relationships/customXml" Target="../ink/ink186.xml"/><Relationship Id="rId18" Type="http://schemas.openxmlformats.org/officeDocument/2006/relationships/image" Target="../media/image195.png"/><Relationship Id="rId39" Type="http://schemas.openxmlformats.org/officeDocument/2006/relationships/customXml" Target="../ink/ink199.xml"/><Relationship Id="rId34" Type="http://schemas.openxmlformats.org/officeDocument/2006/relationships/image" Target="../media/image204.png"/><Relationship Id="rId50" Type="http://schemas.openxmlformats.org/officeDocument/2006/relationships/image" Target="../media/image214.png"/><Relationship Id="rId55" Type="http://schemas.openxmlformats.org/officeDocument/2006/relationships/customXml" Target="../ink/ink207.xml"/><Relationship Id="rId76" Type="http://schemas.openxmlformats.org/officeDocument/2006/relationships/image" Target="../media/image229.png"/><Relationship Id="rId7" Type="http://schemas.openxmlformats.org/officeDocument/2006/relationships/customXml" Target="../ink/ink183.xml"/><Relationship Id="rId71" Type="http://schemas.openxmlformats.org/officeDocument/2006/relationships/customXml" Target="../ink/ink215.xml"/><Relationship Id="rId2" Type="http://schemas.openxmlformats.org/officeDocument/2006/relationships/image" Target="../media/image440.png"/><Relationship Id="rId29" Type="http://schemas.openxmlformats.org/officeDocument/2006/relationships/customXml" Target="../ink/ink194.xml"/><Relationship Id="rId24" Type="http://schemas.openxmlformats.org/officeDocument/2006/relationships/image" Target="../media/image198.png"/><Relationship Id="rId40" Type="http://schemas.openxmlformats.org/officeDocument/2006/relationships/image" Target="../media/image207.png"/><Relationship Id="rId45" Type="http://schemas.openxmlformats.org/officeDocument/2006/relationships/customXml" Target="../ink/ink202.xml"/><Relationship Id="rId66" Type="http://schemas.openxmlformats.org/officeDocument/2006/relationships/image" Target="../media/image224.png"/></Relationships>
</file>

<file path=ppt/slides/_rels/slide72.xml.rels><?xml version="1.0" encoding="UTF-8" standalone="yes"?>
<Relationships xmlns="http://schemas.openxmlformats.org/package/2006/relationships"><Relationship Id="rId3" Type="http://schemas.openxmlformats.org/officeDocument/2006/relationships/customXml" Target="../ink/ink221.xml"/><Relationship Id="rId2" Type="http://schemas.openxmlformats.org/officeDocument/2006/relationships/image" Target="../media/image236.png"/><Relationship Id="rId1" Type="http://schemas.openxmlformats.org/officeDocument/2006/relationships/slideLayout" Target="../slideLayouts/slideLayout1.xml"/><Relationship Id="rId4" Type="http://schemas.openxmlformats.org/officeDocument/2006/relationships/image" Target="../media/image237.png"/></Relationships>
</file>

<file path=ppt/slides/_rels/slide7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customXml" Target="../ink/ink222.xml"/><Relationship Id="rId4" Type="http://schemas.openxmlformats.org/officeDocument/2006/relationships/image" Target="../media/image148.png"/></Relationships>
</file>

<file path=ppt/slides/_rels/slide78.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242.png"/><Relationship Id="rId2" Type="http://schemas.openxmlformats.org/officeDocument/2006/relationships/image" Target="../media/image130.png"/><Relationship Id="rId1" Type="http://schemas.openxmlformats.org/officeDocument/2006/relationships/slideLayout" Target="../slideLayouts/slideLayout1.xml"/><Relationship Id="rId6" Type="http://schemas.openxmlformats.org/officeDocument/2006/relationships/customXml" Target="../ink/ink224.xml"/><Relationship Id="rId5" Type="http://schemas.openxmlformats.org/officeDocument/2006/relationships/image" Target="../media/image241.png"/><Relationship Id="rId4" Type="http://schemas.openxmlformats.org/officeDocument/2006/relationships/customXml" Target="../ink/ink223.xml"/></Relationships>
</file>

<file path=ppt/slides/_rels/slide79.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xml"/><Relationship Id="rId5" Type="http://schemas.openxmlformats.org/officeDocument/2006/relationships/image" Target="../media/image133.png"/><Relationship Id="rId4" Type="http://schemas.openxmlformats.org/officeDocument/2006/relationships/image" Target="../media/image148.png"/></Relationships>
</file>

<file path=ppt/slides/_rels/slide80.xml.rels><?xml version="1.0" encoding="UTF-8" standalone="yes"?>
<Relationships xmlns="http://schemas.openxmlformats.org/package/2006/relationships"><Relationship Id="rId3" Type="http://schemas.openxmlformats.org/officeDocument/2006/relationships/customXml" Target="../ink/ink225.xml"/><Relationship Id="rId2" Type="http://schemas.openxmlformats.org/officeDocument/2006/relationships/image" Target="../media/image238.png"/><Relationship Id="rId1" Type="http://schemas.openxmlformats.org/officeDocument/2006/relationships/slideLayout" Target="../slideLayouts/slideLayout2.xml"/><Relationship Id="rId4" Type="http://schemas.openxmlformats.org/officeDocument/2006/relationships/image" Target="../media/image243.png"/></Relationships>
</file>

<file path=ppt/slides/_rels/slide81.xml.rels><?xml version="1.0" encoding="UTF-8" standalone="yes"?>
<Relationships xmlns="http://schemas.openxmlformats.org/package/2006/relationships"><Relationship Id="rId117" Type="http://schemas.openxmlformats.org/officeDocument/2006/relationships/image" Target="../media/image305.png"/><Relationship Id="rId21" Type="http://schemas.openxmlformats.org/officeDocument/2006/relationships/customXml" Target="../ink/ink234.xml"/><Relationship Id="rId42" Type="http://schemas.openxmlformats.org/officeDocument/2006/relationships/customXml" Target="../ink/ink245.xml"/><Relationship Id="rId63" Type="http://schemas.openxmlformats.org/officeDocument/2006/relationships/image" Target="../media/image275.png"/><Relationship Id="rId84" Type="http://schemas.openxmlformats.org/officeDocument/2006/relationships/customXml" Target="../ink/ink266.xml"/><Relationship Id="rId16" Type="http://schemas.openxmlformats.org/officeDocument/2006/relationships/image" Target="../media/image249.png"/><Relationship Id="rId107" Type="http://schemas.openxmlformats.org/officeDocument/2006/relationships/image" Target="../media/image299.png"/><Relationship Id="rId11" Type="http://schemas.openxmlformats.org/officeDocument/2006/relationships/customXml" Target="../ink/ink229.xml"/><Relationship Id="rId32" Type="http://schemas.openxmlformats.org/officeDocument/2006/relationships/customXml" Target="../ink/ink240.xml"/><Relationship Id="rId37" Type="http://schemas.openxmlformats.org/officeDocument/2006/relationships/image" Target="../media/image259.png"/><Relationship Id="rId53" Type="http://schemas.openxmlformats.org/officeDocument/2006/relationships/image" Target="../media/image269.png"/><Relationship Id="rId58" Type="http://schemas.openxmlformats.org/officeDocument/2006/relationships/customXml" Target="../ink/ink253.xml"/><Relationship Id="rId74" Type="http://schemas.openxmlformats.org/officeDocument/2006/relationships/customXml" Target="../ink/ink261.xml"/><Relationship Id="rId79" Type="http://schemas.openxmlformats.org/officeDocument/2006/relationships/image" Target="../media/image284.png"/><Relationship Id="rId102" Type="http://schemas.openxmlformats.org/officeDocument/2006/relationships/customXml" Target="../ink/ink275.xml"/><Relationship Id="rId123" Type="http://schemas.openxmlformats.org/officeDocument/2006/relationships/image" Target="../media/image308.png"/><Relationship Id="rId128" Type="http://schemas.openxmlformats.org/officeDocument/2006/relationships/customXml" Target="../ink/ink288.xml"/><Relationship Id="rId5" Type="http://schemas.openxmlformats.org/officeDocument/2006/relationships/customXml" Target="../ink/ink226.xml"/><Relationship Id="rId90" Type="http://schemas.openxmlformats.org/officeDocument/2006/relationships/customXml" Target="../ink/ink269.xml"/><Relationship Id="rId95" Type="http://schemas.openxmlformats.org/officeDocument/2006/relationships/image" Target="../media/image293.png"/><Relationship Id="rId22" Type="http://schemas.openxmlformats.org/officeDocument/2006/relationships/image" Target="../media/image253.png"/><Relationship Id="rId27" Type="http://schemas.openxmlformats.org/officeDocument/2006/relationships/customXml" Target="../ink/ink237.xml"/><Relationship Id="rId43" Type="http://schemas.openxmlformats.org/officeDocument/2006/relationships/image" Target="../media/image264.png"/><Relationship Id="rId48" Type="http://schemas.openxmlformats.org/officeDocument/2006/relationships/customXml" Target="../ink/ink248.xml"/><Relationship Id="rId64" Type="http://schemas.openxmlformats.org/officeDocument/2006/relationships/customXml" Target="../ink/ink256.xml"/><Relationship Id="rId69" Type="http://schemas.openxmlformats.org/officeDocument/2006/relationships/image" Target="../media/image278.png"/><Relationship Id="rId113" Type="http://schemas.openxmlformats.org/officeDocument/2006/relationships/image" Target="../media/image303.png"/><Relationship Id="rId118" Type="http://schemas.openxmlformats.org/officeDocument/2006/relationships/customXml" Target="../ink/ink283.xml"/><Relationship Id="rId134" Type="http://schemas.openxmlformats.org/officeDocument/2006/relationships/customXml" Target="../ink/ink291.xml"/><Relationship Id="rId80" Type="http://schemas.openxmlformats.org/officeDocument/2006/relationships/customXml" Target="../ink/ink264.xml"/><Relationship Id="rId85" Type="http://schemas.openxmlformats.org/officeDocument/2006/relationships/image" Target="../media/image287.png"/><Relationship Id="rId12" Type="http://schemas.openxmlformats.org/officeDocument/2006/relationships/image" Target="../media/image247.png"/><Relationship Id="rId17" Type="http://schemas.openxmlformats.org/officeDocument/2006/relationships/customXml" Target="../ink/ink232.xml"/><Relationship Id="rId33" Type="http://schemas.openxmlformats.org/officeDocument/2006/relationships/image" Target="../media/image257.png"/><Relationship Id="rId38" Type="http://schemas.openxmlformats.org/officeDocument/2006/relationships/customXml" Target="../ink/ink243.xml"/><Relationship Id="rId59" Type="http://schemas.openxmlformats.org/officeDocument/2006/relationships/image" Target="../media/image273.png"/><Relationship Id="rId103" Type="http://schemas.openxmlformats.org/officeDocument/2006/relationships/image" Target="../media/image297.png"/><Relationship Id="rId108" Type="http://schemas.openxmlformats.org/officeDocument/2006/relationships/customXml" Target="../ink/ink278.xml"/><Relationship Id="rId124" Type="http://schemas.openxmlformats.org/officeDocument/2006/relationships/customXml" Target="../ink/ink286.xml"/><Relationship Id="rId129" Type="http://schemas.openxmlformats.org/officeDocument/2006/relationships/image" Target="../media/image312.png"/><Relationship Id="rId54" Type="http://schemas.openxmlformats.org/officeDocument/2006/relationships/customXml" Target="../ink/ink251.xml"/><Relationship Id="rId70" Type="http://schemas.openxmlformats.org/officeDocument/2006/relationships/customXml" Target="../ink/ink259.xml"/><Relationship Id="rId75" Type="http://schemas.openxmlformats.org/officeDocument/2006/relationships/image" Target="../media/image282.png"/><Relationship Id="rId91" Type="http://schemas.openxmlformats.org/officeDocument/2006/relationships/image" Target="../media/image291.png"/><Relationship Id="rId96" Type="http://schemas.openxmlformats.org/officeDocument/2006/relationships/customXml" Target="../ink/ink272.xml"/><Relationship Id="rId1" Type="http://schemas.openxmlformats.org/officeDocument/2006/relationships/slideLayout" Target="../slideLayouts/slideLayout1.xml"/><Relationship Id="rId6" Type="http://schemas.openxmlformats.org/officeDocument/2006/relationships/image" Target="../media/image244.png"/><Relationship Id="rId23" Type="http://schemas.openxmlformats.org/officeDocument/2006/relationships/customXml" Target="../ink/ink235.xml"/><Relationship Id="rId28" Type="http://schemas.openxmlformats.org/officeDocument/2006/relationships/image" Target="../media/image155.png"/><Relationship Id="rId49" Type="http://schemas.openxmlformats.org/officeDocument/2006/relationships/image" Target="../media/image267.png"/><Relationship Id="rId114" Type="http://schemas.openxmlformats.org/officeDocument/2006/relationships/customXml" Target="../ink/ink281.xml"/><Relationship Id="rId119" Type="http://schemas.openxmlformats.org/officeDocument/2006/relationships/image" Target="../media/image306.png"/><Relationship Id="rId44" Type="http://schemas.openxmlformats.org/officeDocument/2006/relationships/customXml" Target="../ink/ink246.xml"/><Relationship Id="rId60" Type="http://schemas.openxmlformats.org/officeDocument/2006/relationships/customXml" Target="../ink/ink254.xml"/><Relationship Id="rId65" Type="http://schemas.openxmlformats.org/officeDocument/2006/relationships/image" Target="../media/image276.png"/><Relationship Id="rId81" Type="http://schemas.openxmlformats.org/officeDocument/2006/relationships/image" Target="../media/image285.png"/><Relationship Id="rId86" Type="http://schemas.openxmlformats.org/officeDocument/2006/relationships/customXml" Target="../ink/ink267.xml"/><Relationship Id="rId130" Type="http://schemas.openxmlformats.org/officeDocument/2006/relationships/customXml" Target="../ink/ink289.xml"/><Relationship Id="rId13" Type="http://schemas.openxmlformats.org/officeDocument/2006/relationships/customXml" Target="../ink/ink230.xml"/><Relationship Id="rId18" Type="http://schemas.openxmlformats.org/officeDocument/2006/relationships/image" Target="../media/image251.png"/><Relationship Id="rId39" Type="http://schemas.openxmlformats.org/officeDocument/2006/relationships/image" Target="../media/image262.png"/><Relationship Id="rId109" Type="http://schemas.openxmlformats.org/officeDocument/2006/relationships/image" Target="../media/image301.png"/><Relationship Id="rId34" Type="http://schemas.openxmlformats.org/officeDocument/2006/relationships/customXml" Target="../ink/ink241.xml"/><Relationship Id="rId50" Type="http://schemas.openxmlformats.org/officeDocument/2006/relationships/customXml" Target="../ink/ink249.xml"/><Relationship Id="rId55" Type="http://schemas.openxmlformats.org/officeDocument/2006/relationships/image" Target="../media/image271.png"/><Relationship Id="rId76" Type="http://schemas.openxmlformats.org/officeDocument/2006/relationships/customXml" Target="../ink/ink262.xml"/><Relationship Id="rId97" Type="http://schemas.openxmlformats.org/officeDocument/2006/relationships/image" Target="../media/image294.png"/><Relationship Id="rId104" Type="http://schemas.openxmlformats.org/officeDocument/2006/relationships/customXml" Target="../ink/ink276.xml"/><Relationship Id="rId120" Type="http://schemas.openxmlformats.org/officeDocument/2006/relationships/customXml" Target="../ink/ink284.xml"/><Relationship Id="rId125" Type="http://schemas.openxmlformats.org/officeDocument/2006/relationships/image" Target="../media/image309.png"/><Relationship Id="rId7" Type="http://schemas.openxmlformats.org/officeDocument/2006/relationships/customXml" Target="../ink/ink227.xml"/><Relationship Id="rId71" Type="http://schemas.openxmlformats.org/officeDocument/2006/relationships/image" Target="../media/image279.png"/><Relationship Id="rId92" Type="http://schemas.openxmlformats.org/officeDocument/2006/relationships/customXml" Target="../ink/ink270.xml"/><Relationship Id="rId2" Type="http://schemas.openxmlformats.org/officeDocument/2006/relationships/image" Target="../media/image146.png"/><Relationship Id="rId29" Type="http://schemas.openxmlformats.org/officeDocument/2006/relationships/customXml" Target="../ink/ink238.xml"/><Relationship Id="rId24" Type="http://schemas.openxmlformats.org/officeDocument/2006/relationships/image" Target="../media/image254.png"/><Relationship Id="rId40" Type="http://schemas.openxmlformats.org/officeDocument/2006/relationships/customXml" Target="../ink/ink244.xml"/><Relationship Id="rId45" Type="http://schemas.openxmlformats.org/officeDocument/2006/relationships/image" Target="../media/image265.png"/><Relationship Id="rId66" Type="http://schemas.openxmlformats.org/officeDocument/2006/relationships/customXml" Target="../ink/ink257.xml"/><Relationship Id="rId87" Type="http://schemas.openxmlformats.org/officeDocument/2006/relationships/image" Target="../media/image288.png"/><Relationship Id="rId110" Type="http://schemas.openxmlformats.org/officeDocument/2006/relationships/customXml" Target="../ink/ink279.xml"/><Relationship Id="rId115" Type="http://schemas.openxmlformats.org/officeDocument/2006/relationships/image" Target="../media/image304.png"/><Relationship Id="rId131" Type="http://schemas.openxmlformats.org/officeDocument/2006/relationships/image" Target="../media/image313.png"/><Relationship Id="rId61" Type="http://schemas.openxmlformats.org/officeDocument/2006/relationships/image" Target="../media/image274.png"/><Relationship Id="rId82" Type="http://schemas.openxmlformats.org/officeDocument/2006/relationships/customXml" Target="../ink/ink265.xml"/><Relationship Id="rId19" Type="http://schemas.openxmlformats.org/officeDocument/2006/relationships/customXml" Target="../ink/ink233.xml"/><Relationship Id="rId14" Type="http://schemas.openxmlformats.org/officeDocument/2006/relationships/image" Target="../media/image248.png"/><Relationship Id="rId30" Type="http://schemas.openxmlformats.org/officeDocument/2006/relationships/image" Target="../media/image256.png"/><Relationship Id="rId35" Type="http://schemas.openxmlformats.org/officeDocument/2006/relationships/image" Target="../media/image258.png"/><Relationship Id="rId56" Type="http://schemas.openxmlformats.org/officeDocument/2006/relationships/customXml" Target="../ink/ink252.xml"/><Relationship Id="rId77" Type="http://schemas.openxmlformats.org/officeDocument/2006/relationships/image" Target="../media/image283.png"/><Relationship Id="rId100" Type="http://schemas.openxmlformats.org/officeDocument/2006/relationships/customXml" Target="../ink/ink274.xml"/><Relationship Id="rId105" Type="http://schemas.openxmlformats.org/officeDocument/2006/relationships/image" Target="../media/image298.png"/><Relationship Id="rId126" Type="http://schemas.openxmlformats.org/officeDocument/2006/relationships/customXml" Target="../ink/ink287.xml"/><Relationship Id="rId8" Type="http://schemas.openxmlformats.org/officeDocument/2006/relationships/image" Target="../media/image245.png"/><Relationship Id="rId51" Type="http://schemas.openxmlformats.org/officeDocument/2006/relationships/image" Target="../media/image268.png"/><Relationship Id="rId72" Type="http://schemas.openxmlformats.org/officeDocument/2006/relationships/customXml" Target="../ink/ink260.xml"/><Relationship Id="rId93" Type="http://schemas.openxmlformats.org/officeDocument/2006/relationships/image" Target="../media/image292.png"/><Relationship Id="rId98" Type="http://schemas.openxmlformats.org/officeDocument/2006/relationships/customXml" Target="../ink/ink273.xml"/><Relationship Id="rId121" Type="http://schemas.openxmlformats.org/officeDocument/2006/relationships/image" Target="../media/image307.png"/><Relationship Id="rId3" Type="http://schemas.openxmlformats.org/officeDocument/2006/relationships/image" Target="../media/image147.png"/><Relationship Id="rId25" Type="http://schemas.openxmlformats.org/officeDocument/2006/relationships/customXml" Target="../ink/ink236.xml"/><Relationship Id="rId46" Type="http://schemas.openxmlformats.org/officeDocument/2006/relationships/customXml" Target="../ink/ink247.xml"/><Relationship Id="rId67" Type="http://schemas.openxmlformats.org/officeDocument/2006/relationships/image" Target="../media/image277.png"/><Relationship Id="rId116" Type="http://schemas.openxmlformats.org/officeDocument/2006/relationships/customXml" Target="../ink/ink282.xml"/><Relationship Id="rId20" Type="http://schemas.openxmlformats.org/officeDocument/2006/relationships/image" Target="../media/image252.png"/><Relationship Id="rId41" Type="http://schemas.openxmlformats.org/officeDocument/2006/relationships/image" Target="../media/image263.png"/><Relationship Id="rId62" Type="http://schemas.openxmlformats.org/officeDocument/2006/relationships/customXml" Target="../ink/ink255.xml"/><Relationship Id="rId83" Type="http://schemas.openxmlformats.org/officeDocument/2006/relationships/image" Target="../media/image286.png"/><Relationship Id="rId88" Type="http://schemas.openxmlformats.org/officeDocument/2006/relationships/customXml" Target="../ink/ink268.xml"/><Relationship Id="rId111" Type="http://schemas.openxmlformats.org/officeDocument/2006/relationships/image" Target="../media/image302.png"/><Relationship Id="rId132" Type="http://schemas.openxmlformats.org/officeDocument/2006/relationships/customXml" Target="../ink/ink290.xml"/><Relationship Id="rId15" Type="http://schemas.openxmlformats.org/officeDocument/2006/relationships/customXml" Target="../ink/ink231.xml"/><Relationship Id="rId36" Type="http://schemas.openxmlformats.org/officeDocument/2006/relationships/customXml" Target="../ink/ink242.xml"/><Relationship Id="rId57" Type="http://schemas.openxmlformats.org/officeDocument/2006/relationships/image" Target="../media/image272.png"/><Relationship Id="rId106" Type="http://schemas.openxmlformats.org/officeDocument/2006/relationships/customXml" Target="../ink/ink277.xml"/><Relationship Id="rId127" Type="http://schemas.openxmlformats.org/officeDocument/2006/relationships/image" Target="../media/image311.png"/><Relationship Id="rId10" Type="http://schemas.openxmlformats.org/officeDocument/2006/relationships/image" Target="../media/image246.png"/><Relationship Id="rId31" Type="http://schemas.openxmlformats.org/officeDocument/2006/relationships/customXml" Target="../ink/ink239.xml"/><Relationship Id="rId52" Type="http://schemas.openxmlformats.org/officeDocument/2006/relationships/customXml" Target="../ink/ink250.xml"/><Relationship Id="rId73" Type="http://schemas.openxmlformats.org/officeDocument/2006/relationships/image" Target="../media/image281.png"/><Relationship Id="rId78" Type="http://schemas.openxmlformats.org/officeDocument/2006/relationships/customXml" Target="../ink/ink263.xml"/><Relationship Id="rId94" Type="http://schemas.openxmlformats.org/officeDocument/2006/relationships/customXml" Target="../ink/ink271.xml"/><Relationship Id="rId99" Type="http://schemas.openxmlformats.org/officeDocument/2006/relationships/image" Target="../media/image295.png"/><Relationship Id="rId101" Type="http://schemas.openxmlformats.org/officeDocument/2006/relationships/image" Target="../media/image296.png"/><Relationship Id="rId122" Type="http://schemas.openxmlformats.org/officeDocument/2006/relationships/customXml" Target="../ink/ink285.xml"/><Relationship Id="rId4" Type="http://schemas.openxmlformats.org/officeDocument/2006/relationships/image" Target="../media/image148.png"/><Relationship Id="rId9" Type="http://schemas.openxmlformats.org/officeDocument/2006/relationships/customXml" Target="../ink/ink228.xml"/><Relationship Id="rId26" Type="http://schemas.openxmlformats.org/officeDocument/2006/relationships/image" Target="../media/image255.png"/><Relationship Id="rId47" Type="http://schemas.openxmlformats.org/officeDocument/2006/relationships/image" Target="../media/image266.png"/><Relationship Id="rId68" Type="http://schemas.openxmlformats.org/officeDocument/2006/relationships/customXml" Target="../ink/ink258.xml"/><Relationship Id="rId89" Type="http://schemas.openxmlformats.org/officeDocument/2006/relationships/image" Target="../media/image289.png"/><Relationship Id="rId112" Type="http://schemas.openxmlformats.org/officeDocument/2006/relationships/customXml" Target="../ink/ink280.xml"/><Relationship Id="rId133" Type="http://schemas.openxmlformats.org/officeDocument/2006/relationships/image" Target="../media/image31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399398" y="401143"/>
            <a:ext cx="11571136" cy="589235"/>
          </a:xfrm>
        </p:spPr>
        <p:txBody>
          <a:bodyPr>
            <a:normAutofit fontScale="90000"/>
          </a:bodyPr>
          <a:lstStyle/>
          <a:p>
            <a:pPr algn="ctr"/>
            <a:r>
              <a:rPr lang="en-US" sz="4267" dirty="0">
                <a:solidFill>
                  <a:srgbClr val="0070C0"/>
                </a:solidFill>
                <a:latin typeface="Arial" pitchFamily="34" charset="0"/>
                <a:cs typeface="Arial" pitchFamily="34" charset="0"/>
              </a:rPr>
              <a:t>Discriminant Analysis</a:t>
            </a:r>
            <a:endParaRPr lang="en-IN" sz="4267" dirty="0">
              <a:solidFill>
                <a:srgbClr val="0070C0"/>
              </a:solidFill>
              <a:latin typeface="Arial" pitchFamily="34" charset="0"/>
              <a:cs typeface="Arial" pitchFamily="34" charset="0"/>
            </a:endParaRPr>
          </a:p>
        </p:txBody>
      </p:sp>
      <p:sp>
        <p:nvSpPr>
          <p:cNvPr id="3" name="TextBox 2">
            <a:extLst>
              <a:ext uri="{FF2B5EF4-FFF2-40B4-BE49-F238E27FC236}">
                <a16:creationId xmlns:a16="http://schemas.microsoft.com/office/drawing/2014/main" id="{348EE885-F003-2B1E-855C-BAB14CBC060F}"/>
              </a:ext>
            </a:extLst>
          </p:cNvPr>
          <p:cNvSpPr txBox="1"/>
          <p:nvPr/>
        </p:nvSpPr>
        <p:spPr>
          <a:xfrm>
            <a:off x="1245139" y="2074703"/>
            <a:ext cx="10272409" cy="2308324"/>
          </a:xfrm>
          <a:prstGeom prst="rect">
            <a:avLst/>
          </a:prstGeom>
          <a:noFill/>
        </p:spPr>
        <p:txBody>
          <a:bodyPr wrap="square">
            <a:spAutoFit/>
          </a:bodyPr>
          <a:lstStyle/>
          <a:p>
            <a:r>
              <a:rPr lang="en-US" sz="2400" dirty="0">
                <a:solidFill>
                  <a:prstClr val="black"/>
                </a:solidFill>
                <a:latin typeface="Arial" panose="020B0604020202020204" pitchFamily="34" charset="0"/>
                <a:cs typeface="Arial" panose="020B0604020202020204" pitchFamily="34" charset="0"/>
              </a:rPr>
              <a:t>Backhaus K, B </a:t>
            </a:r>
            <a:r>
              <a:rPr lang="en-US" sz="2400" dirty="0" err="1">
                <a:solidFill>
                  <a:prstClr val="black"/>
                </a:solidFill>
                <a:latin typeface="Arial" panose="020B0604020202020204" pitchFamily="34" charset="0"/>
                <a:cs typeface="Arial" panose="020B0604020202020204" pitchFamily="34" charset="0"/>
              </a:rPr>
              <a:t>Erichon</a:t>
            </a:r>
            <a:r>
              <a:rPr lang="en-US" sz="2400" dirty="0">
                <a:solidFill>
                  <a:prstClr val="black"/>
                </a:solidFill>
                <a:latin typeface="Arial" panose="020B0604020202020204" pitchFamily="34" charset="0"/>
                <a:cs typeface="Arial" panose="020B0604020202020204" pitchFamily="34" charset="0"/>
              </a:rPr>
              <a:t>, S. Gensler, R. </a:t>
            </a:r>
            <a:r>
              <a:rPr lang="en-US" sz="2400" dirty="0" err="1">
                <a:solidFill>
                  <a:prstClr val="black"/>
                </a:solidFill>
                <a:latin typeface="Arial" panose="020B0604020202020204" pitchFamily="34" charset="0"/>
                <a:cs typeface="Arial" panose="020B0604020202020204" pitchFamily="34" charset="0"/>
              </a:rPr>
              <a:t>Weiber</a:t>
            </a:r>
            <a:r>
              <a:rPr lang="en-US" sz="2400" dirty="0">
                <a:solidFill>
                  <a:prstClr val="black"/>
                </a:solidFill>
                <a:latin typeface="Arial" panose="020B0604020202020204" pitchFamily="34" charset="0"/>
                <a:cs typeface="Arial" panose="020B0604020202020204" pitchFamily="34" charset="0"/>
              </a:rPr>
              <a:t>, T. </a:t>
            </a:r>
            <a:r>
              <a:rPr lang="en-US" sz="2400" dirty="0" err="1">
                <a:solidFill>
                  <a:prstClr val="black"/>
                </a:solidFill>
                <a:latin typeface="Arial" panose="020B0604020202020204" pitchFamily="34" charset="0"/>
                <a:cs typeface="Arial" panose="020B0604020202020204" pitchFamily="34" charset="0"/>
              </a:rPr>
              <a:t>Weiber</a:t>
            </a:r>
            <a:r>
              <a:rPr lang="en-US" sz="2400" dirty="0">
                <a:solidFill>
                  <a:prstClr val="black"/>
                </a:solidFill>
                <a:latin typeface="Arial" panose="020B0604020202020204" pitchFamily="34" charset="0"/>
                <a:cs typeface="Arial" panose="020B0604020202020204" pitchFamily="34" charset="0"/>
              </a:rPr>
              <a:t>, Multivariate Analysis – An Application Oriented Introduction, 2nd ed., Springer Gabler, 2023</a:t>
            </a:r>
          </a:p>
          <a:p>
            <a:endParaRPr lang="it-IT" sz="2400" dirty="0">
              <a:solidFill>
                <a:prstClr val="black"/>
              </a:solidFill>
              <a:latin typeface="Arial" panose="020B0604020202020204" pitchFamily="34" charset="0"/>
              <a:cs typeface="Arial" panose="020B0604020202020204" pitchFamily="34" charset="0"/>
            </a:endParaRPr>
          </a:p>
          <a:p>
            <a:r>
              <a:rPr lang="it-IT" sz="2400" dirty="0">
                <a:solidFill>
                  <a:prstClr val="black"/>
                </a:solidFill>
                <a:latin typeface="Arial" panose="020B0604020202020204" pitchFamily="34" charset="0"/>
                <a:cs typeface="Arial" panose="020B0604020202020204" pitchFamily="34" charset="0"/>
              </a:rPr>
              <a:t>Johnson, R. A., Wishern, D. W., Applied Multivariate Statistical Analysis, sixth ed., </a:t>
            </a:r>
            <a:r>
              <a:rPr lang="it-IT" sz="2400" baseline="30000" dirty="0">
                <a:solidFill>
                  <a:prstClr val="black"/>
                </a:solidFill>
                <a:latin typeface="Arial" panose="020B0604020202020204" pitchFamily="34" charset="0"/>
                <a:cs typeface="Arial" panose="020B0604020202020204" pitchFamily="34" charset="0"/>
              </a:rPr>
              <a:t> </a:t>
            </a:r>
            <a:r>
              <a:rPr lang="it-IT" sz="2400" dirty="0">
                <a:solidFill>
                  <a:prstClr val="black"/>
                </a:solidFill>
                <a:latin typeface="Arial" panose="020B0604020202020204" pitchFamily="34" charset="0"/>
                <a:cs typeface="Arial" panose="020B0604020202020204" pitchFamily="34" charset="0"/>
              </a:rPr>
              <a:t>Pearson, 2024</a:t>
            </a:r>
            <a:endParaRPr lang="en-IN" sz="2400" dirty="0"/>
          </a:p>
        </p:txBody>
      </p:sp>
    </p:spTree>
    <p:extLst>
      <p:ext uri="{BB962C8B-B14F-4D97-AF65-F5344CB8AC3E}">
        <p14:creationId xmlns:p14="http://schemas.microsoft.com/office/powerpoint/2010/main" val="2607179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6A7B132-152B-BF1D-CB2B-BAC6844BAAE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EB162C0-BCBE-EA93-B1E8-D67BC5CDFF84}"/>
              </a:ext>
            </a:extLst>
          </p:cNvPr>
          <p:cNvSpPr>
            <a:spLocks noGrp="1"/>
          </p:cNvSpPr>
          <p:nvPr>
            <p:ph type="ctrTitle"/>
          </p:nvPr>
        </p:nvSpPr>
        <p:spPr>
          <a:xfrm>
            <a:off x="239349" y="164637"/>
            <a:ext cx="11571136" cy="589235"/>
          </a:xfrm>
        </p:spPr>
        <p:txBody>
          <a:bodyPr>
            <a:normAutofit/>
          </a:bodyPr>
          <a:lstStyle/>
          <a:p>
            <a:pPr algn="ctr"/>
            <a:r>
              <a:rPr lang="en-US" sz="3600" dirty="0">
                <a:solidFill>
                  <a:srgbClr val="0070C0"/>
                </a:solidFill>
                <a:latin typeface="Arial" pitchFamily="34" charset="0"/>
                <a:cs typeface="Arial" pitchFamily="34" charset="0"/>
              </a:rPr>
              <a:t>Introduction:</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7E90E62F-1595-B2CB-F559-408D5BB28762}"/>
              </a:ext>
            </a:extLst>
          </p:cNvPr>
          <p:cNvSpPr txBox="1"/>
          <p:nvPr/>
        </p:nvSpPr>
        <p:spPr>
          <a:xfrm>
            <a:off x="99413" y="739259"/>
            <a:ext cx="11853238" cy="5886996"/>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Whether multiple </a:t>
            </a:r>
            <a:r>
              <a:rPr lang="en-US" sz="2400" dirty="0">
                <a:solidFill>
                  <a:schemeClr val="accent6">
                    <a:lumMod val="75000"/>
                  </a:schemeClr>
                </a:solidFill>
                <a:latin typeface="Arial" panose="020B0604020202020204" pitchFamily="34" charset="0"/>
                <a:cs typeface="Arial" panose="020B0604020202020204" pitchFamily="34" charset="0"/>
              </a:rPr>
              <a:t>causes</a:t>
            </a:r>
            <a:r>
              <a:rPr lang="en-US" sz="2400" dirty="0">
                <a:solidFill>
                  <a:prstClr val="black"/>
                </a:solidFill>
                <a:latin typeface="Arial" panose="020B0604020202020204" pitchFamily="34" charset="0"/>
                <a:cs typeface="Arial" panose="020B0604020202020204" pitchFamily="34" charset="0"/>
              </a:rPr>
              <a:t> that are </a:t>
            </a:r>
            <a:r>
              <a:rPr lang="en-US" sz="2400" dirty="0">
                <a:solidFill>
                  <a:schemeClr val="accent6">
                    <a:lumMod val="75000"/>
                  </a:schemeClr>
                </a:solidFill>
                <a:latin typeface="Arial" panose="020B0604020202020204" pitchFamily="34" charset="0"/>
                <a:cs typeface="Arial" panose="020B0604020202020204" pitchFamily="34" charset="0"/>
              </a:rPr>
              <a:t>metric</a:t>
            </a:r>
            <a:r>
              <a:rPr lang="en-US" sz="2400" dirty="0">
                <a:solidFill>
                  <a:prstClr val="black"/>
                </a:solidFill>
                <a:latin typeface="Arial" panose="020B0604020202020204" pitchFamily="34" charset="0"/>
                <a:cs typeface="Arial" panose="020B0604020202020204" pitchFamily="34" charset="0"/>
              </a:rPr>
              <a:t> in nature influence </a:t>
            </a:r>
            <a:r>
              <a:rPr lang="en-US" sz="2400" dirty="0">
                <a:solidFill>
                  <a:srgbClr val="C00000"/>
                </a:solidFill>
                <a:latin typeface="Arial" panose="020B0604020202020204" pitchFamily="34" charset="0"/>
                <a:cs typeface="Arial" panose="020B0604020202020204" pitchFamily="34" charset="0"/>
              </a:rPr>
              <a:t>two or more different mutually exclusive outcomes</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How do voters choose different political parties? </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Draw a random sample of voters of the different parties, and collect socio-demographic, </a:t>
            </a:r>
            <a:r>
              <a:rPr lang="en-US" sz="2400" dirty="0">
                <a:solidFill>
                  <a:srgbClr val="00B0F0"/>
                </a:solidFill>
                <a:latin typeface="Arial" panose="020B0604020202020204" pitchFamily="34" charset="0"/>
                <a:cs typeface="Arial" panose="020B0604020202020204" pitchFamily="34" charset="0"/>
              </a:rPr>
              <a:t>psychographic</a:t>
            </a:r>
            <a:r>
              <a:rPr lang="en-US" sz="2400" dirty="0">
                <a:solidFill>
                  <a:prstClr val="black"/>
                </a:solidFill>
                <a:latin typeface="Arial" panose="020B0604020202020204" pitchFamily="34" charset="0"/>
                <a:cs typeface="Arial" panose="020B0604020202020204" pitchFamily="34" charset="0"/>
              </a:rPr>
              <a:t>, and attitudinal data. </a:t>
            </a:r>
          </a:p>
          <a:p>
            <a:pPr marL="380990" indent="-380990" algn="just" defTabSz="1219170">
              <a:lnSpc>
                <a:spcPct val="200000"/>
              </a:lnSpc>
              <a:buClr>
                <a:srgbClr val="0000FF"/>
              </a:buClr>
              <a:buFont typeface="Wingdings" panose="05000000000000000000" pitchFamily="2" charset="2"/>
              <a:buChar char="v"/>
            </a:pPr>
            <a:r>
              <a:rPr lang="en-US" sz="2400" b="1" dirty="0" err="1">
                <a:solidFill>
                  <a:srgbClr val="FF0000"/>
                </a:solidFill>
                <a:latin typeface="Arial" panose="020B0604020202020204" pitchFamily="34" charset="0"/>
                <a:cs typeface="Arial" panose="020B0604020202020204" pitchFamily="34" charset="0"/>
              </a:rPr>
              <a:t>Pyscho</a:t>
            </a:r>
            <a:r>
              <a:rPr lang="en-US" sz="2400" b="1" dirty="0" err="1">
                <a:solidFill>
                  <a:prstClr val="black"/>
                </a:solidFill>
                <a:latin typeface="Arial" panose="020B0604020202020204" pitchFamily="34" charset="0"/>
                <a:cs typeface="Arial" panose="020B0604020202020204" pitchFamily="34" charset="0"/>
              </a:rPr>
              <a:t>graphic</a:t>
            </a:r>
            <a:r>
              <a:rPr lang="en-US" sz="2400" dirty="0">
                <a:solidFill>
                  <a:prstClr val="black"/>
                </a:solidFill>
                <a:latin typeface="Arial" panose="020B0604020202020204" pitchFamily="34" charset="0"/>
                <a:cs typeface="Arial" panose="020B0604020202020204" pitchFamily="34" charset="0"/>
              </a:rPr>
              <a:t>: Study of people's </a:t>
            </a:r>
            <a:r>
              <a:rPr lang="en-US" sz="2400" dirty="0">
                <a:solidFill>
                  <a:srgbClr val="FF0000"/>
                </a:solidFill>
                <a:latin typeface="Arial" panose="020B0604020202020204" pitchFamily="34" charset="0"/>
                <a:cs typeface="Arial" panose="020B0604020202020204" pitchFamily="34" charset="0"/>
              </a:rPr>
              <a:t>psychological</a:t>
            </a:r>
            <a:r>
              <a:rPr lang="en-US" sz="2400" dirty="0">
                <a:solidFill>
                  <a:prstClr val="black"/>
                </a:solidFill>
                <a:latin typeface="Arial" panose="020B0604020202020204" pitchFamily="34" charset="0"/>
                <a:cs typeface="Arial" panose="020B0604020202020204" pitchFamily="34" charset="0"/>
              </a:rPr>
              <a:t> traits and behaviors - their attitudes, values, and interests. It's a market research method that helps businesses understand their customers and target them more effectively </a:t>
            </a:r>
          </a:p>
        </p:txBody>
      </p:sp>
    </p:spTree>
    <p:extLst>
      <p:ext uri="{BB962C8B-B14F-4D97-AF65-F5344CB8AC3E}">
        <p14:creationId xmlns:p14="http://schemas.microsoft.com/office/powerpoint/2010/main" val="329813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91D1CB-9573-C66B-4186-BC7F9457687B}"/>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BDE8271-617B-E8EA-23AC-1544274C037F}"/>
              </a:ext>
            </a:extLst>
          </p:cNvPr>
          <p:cNvSpPr>
            <a:spLocks noGrp="1"/>
          </p:cNvSpPr>
          <p:nvPr>
            <p:ph type="ctrTitle"/>
          </p:nvPr>
        </p:nvSpPr>
        <p:spPr>
          <a:xfrm>
            <a:off x="239349" y="164637"/>
            <a:ext cx="11571136" cy="589235"/>
          </a:xfrm>
        </p:spPr>
        <p:txBody>
          <a:bodyPr>
            <a:normAutofit/>
          </a:bodyPr>
          <a:lstStyle/>
          <a:p>
            <a:pPr algn="ctr"/>
            <a:r>
              <a:rPr lang="en-US" sz="3600" dirty="0">
                <a:solidFill>
                  <a:srgbClr val="0070C0"/>
                </a:solidFill>
                <a:latin typeface="Arial" pitchFamily="34" charset="0"/>
                <a:cs typeface="Arial" pitchFamily="34" charset="0"/>
              </a:rPr>
              <a:t>Variables </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26F23562-BDCB-7E98-563B-1F95B835EED5}"/>
              </a:ext>
            </a:extLst>
          </p:cNvPr>
          <p:cNvSpPr txBox="1"/>
          <p:nvPr/>
        </p:nvSpPr>
        <p:spPr>
          <a:xfrm>
            <a:off x="573931" y="997064"/>
            <a:ext cx="11128443" cy="5148332"/>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party of choice by the voter is a </a:t>
            </a:r>
            <a:r>
              <a:rPr lang="en-US" sz="2400" dirty="0">
                <a:solidFill>
                  <a:schemeClr val="accent6">
                    <a:lumMod val="50000"/>
                  </a:schemeClr>
                </a:solidFill>
                <a:latin typeface="Arial" panose="020B0604020202020204" pitchFamily="34" charset="0"/>
                <a:cs typeface="Arial" panose="020B0604020202020204" pitchFamily="34" charset="0"/>
              </a:rPr>
              <a:t>categorical (nominal) </a:t>
            </a:r>
            <a:r>
              <a:rPr lang="en-US" sz="2400" dirty="0">
                <a:solidFill>
                  <a:prstClr val="black"/>
                </a:solidFill>
                <a:latin typeface="Arial" panose="020B0604020202020204" pitchFamily="34" charset="0"/>
                <a:cs typeface="Arial" panose="020B0604020202020204" pitchFamily="34" charset="0"/>
              </a:rPr>
              <a:t>variable. </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party choice nominal variable may take values of different categories that are mutually exclusive (</a:t>
            </a:r>
            <a:r>
              <a:rPr lang="en-US" sz="2400" dirty="0">
                <a:solidFill>
                  <a:schemeClr val="accent6">
                    <a:lumMod val="75000"/>
                  </a:schemeClr>
                </a:solidFill>
                <a:latin typeface="Arial" panose="020B0604020202020204" pitchFamily="34" charset="0"/>
                <a:cs typeface="Arial" panose="020B0604020202020204" pitchFamily="34" charset="0"/>
              </a:rPr>
              <a:t>ME</a:t>
            </a:r>
            <a:r>
              <a:rPr lang="en-US" sz="2400" dirty="0">
                <a:solidFill>
                  <a:prstClr val="black"/>
                </a:solidFill>
                <a:latin typeface="Arial" panose="020B0604020202020204" pitchFamily="34" charset="0"/>
                <a:cs typeface="Arial" panose="020B0604020202020204" pitchFamily="34" charset="0"/>
              </a:rPr>
              <a:t>).</a:t>
            </a:r>
          </a:p>
          <a:p>
            <a:pPr marL="380990" indent="-380990" algn="just" defTabSz="1219170">
              <a:lnSpc>
                <a:spcPct val="200000"/>
              </a:lnSpc>
              <a:buClr>
                <a:srgbClr val="0000FF"/>
              </a:buClr>
              <a:buFont typeface="Wingdings" panose="05000000000000000000" pitchFamily="2" charset="2"/>
              <a:buChar char="v"/>
            </a:pPr>
            <a:r>
              <a:rPr lang="en-US" sz="2400" dirty="0">
                <a:solidFill>
                  <a:schemeClr val="accent6">
                    <a:lumMod val="75000"/>
                  </a:schemeClr>
                </a:solidFill>
                <a:latin typeface="Arial" panose="020B0604020202020204" pitchFamily="34" charset="0"/>
                <a:cs typeface="Arial" panose="020B0604020202020204" pitchFamily="34" charset="0"/>
              </a:rPr>
              <a:t>ME </a:t>
            </a:r>
            <a:r>
              <a:rPr lang="en-US" sz="2400" dirty="0">
                <a:solidFill>
                  <a:prstClr val="black"/>
                </a:solidFill>
                <a:latin typeface="Arial" panose="020B0604020202020204" pitchFamily="34" charset="0"/>
                <a:cs typeface="Arial" panose="020B0604020202020204" pitchFamily="34" charset="0"/>
              </a:rPr>
              <a:t>means that is, each person can be assigned to choose one specific party.</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a:t>
            </a:r>
            <a:r>
              <a:rPr lang="en-US" sz="2400" b="1" dirty="0">
                <a:solidFill>
                  <a:schemeClr val="accent6">
                    <a:lumMod val="75000"/>
                  </a:schemeClr>
                </a:solidFill>
                <a:latin typeface="Arial" panose="020B0604020202020204" pitchFamily="34" charset="0"/>
                <a:cs typeface="Arial" panose="020B0604020202020204" pitchFamily="34" charset="0"/>
              </a:rPr>
              <a:t>metric</a:t>
            </a:r>
            <a:r>
              <a:rPr lang="en-US" sz="2400" dirty="0">
                <a:solidFill>
                  <a:prstClr val="black"/>
                </a:solidFill>
                <a:latin typeface="Arial" panose="020B0604020202020204" pitchFamily="34" charset="0"/>
                <a:cs typeface="Arial" panose="020B0604020202020204" pitchFamily="34" charset="0"/>
              </a:rPr>
              <a:t> variables used to correlate with the decision i.e., influence the decision may be voters age, income, </a:t>
            </a:r>
            <a:r>
              <a:rPr lang="en-US" sz="2400" dirty="0">
                <a:solidFill>
                  <a:srgbClr val="00B0F0"/>
                </a:solidFill>
                <a:latin typeface="Arial" panose="020B0604020202020204" pitchFamily="34" charset="0"/>
                <a:cs typeface="Arial" panose="020B0604020202020204" pitchFamily="34" charset="0"/>
              </a:rPr>
              <a:t>consumption orientation</a:t>
            </a:r>
            <a:r>
              <a:rPr lang="en-US" sz="2400" dirty="0">
                <a:solidFill>
                  <a:prstClr val="black"/>
                </a:solidFill>
                <a:latin typeface="Arial" panose="020B0604020202020204" pitchFamily="34" charset="0"/>
                <a:cs typeface="Arial" panose="020B0604020202020204" pitchFamily="34" charset="0"/>
              </a:rPr>
              <a:t>, or attitude towards technology. </a:t>
            </a:r>
          </a:p>
        </p:txBody>
      </p:sp>
    </p:spTree>
    <p:extLst>
      <p:ext uri="{BB962C8B-B14F-4D97-AF65-F5344CB8AC3E}">
        <p14:creationId xmlns:p14="http://schemas.microsoft.com/office/powerpoint/2010/main" val="1577270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72C68E-D632-FEA0-E688-67C742374CB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C924F74E-02D4-B091-EAA2-66799B08A4E0}"/>
              </a:ext>
            </a:extLst>
          </p:cNvPr>
          <p:cNvSpPr>
            <a:spLocks noGrp="1"/>
          </p:cNvSpPr>
          <p:nvPr>
            <p:ph type="ctrTitle"/>
          </p:nvPr>
        </p:nvSpPr>
        <p:spPr>
          <a:xfrm>
            <a:off x="239349" y="164637"/>
            <a:ext cx="11571136" cy="589235"/>
          </a:xfrm>
        </p:spPr>
        <p:txBody>
          <a:bodyPr>
            <a:normAutofit/>
          </a:bodyPr>
          <a:lstStyle/>
          <a:p>
            <a:pPr algn="ctr"/>
            <a:r>
              <a:rPr lang="en-US" sz="3600" dirty="0">
                <a:solidFill>
                  <a:srgbClr val="0070C0"/>
                </a:solidFill>
                <a:latin typeface="Arial" pitchFamily="34" charset="0"/>
                <a:cs typeface="Arial" pitchFamily="34" charset="0"/>
              </a:rPr>
              <a:t>Process of Discrimination</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174AB2A6-F184-D8F0-7CD5-4CB408E41EF3}"/>
              </a:ext>
            </a:extLst>
          </p:cNvPr>
          <p:cNvSpPr txBox="1"/>
          <p:nvPr/>
        </p:nvSpPr>
        <p:spPr>
          <a:xfrm>
            <a:off x="381515" y="753872"/>
            <a:ext cx="11571136" cy="5886996"/>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Variables: Attitude towards technology, age, income, and consumption orientation</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These variables are assumed to be </a:t>
            </a:r>
            <a:r>
              <a:rPr lang="en-US" sz="2400" dirty="0">
                <a:solidFill>
                  <a:srgbClr val="00B050"/>
                </a:solidFill>
                <a:latin typeface="Arial" panose="020B0604020202020204" pitchFamily="34" charset="0"/>
                <a:cs typeface="Arial" panose="020B0604020202020204" pitchFamily="34" charset="0"/>
              </a:rPr>
              <a:t>metrically scaled </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With the help of </a:t>
            </a:r>
            <a:r>
              <a:rPr lang="en-US" sz="2400" dirty="0">
                <a:solidFill>
                  <a:srgbClr val="00B0F0"/>
                </a:solidFill>
                <a:latin typeface="Arial" panose="020B0604020202020204" pitchFamily="34" charset="0"/>
                <a:cs typeface="Arial" panose="020B0604020202020204" pitchFamily="34" charset="0"/>
              </a:rPr>
              <a:t>discriminant analysis</a:t>
            </a:r>
            <a:r>
              <a:rPr lang="en-US" sz="2400" dirty="0">
                <a:solidFill>
                  <a:prstClr val="black"/>
                </a:solidFill>
                <a:latin typeface="Arial" panose="020B0604020202020204" pitchFamily="34" charset="0"/>
                <a:cs typeface="Arial" panose="020B0604020202020204" pitchFamily="34" charset="0"/>
              </a:rPr>
              <a:t>, we identify </a:t>
            </a:r>
            <a:r>
              <a:rPr lang="en-US" sz="2400" dirty="0">
                <a:solidFill>
                  <a:srgbClr val="0033CC"/>
                </a:solidFill>
                <a:latin typeface="Arial" panose="020B0604020202020204" pitchFamily="34" charset="0"/>
                <a:cs typeface="Arial" panose="020B0604020202020204" pitchFamily="34" charset="0"/>
              </a:rPr>
              <a:t>which of the variables </a:t>
            </a:r>
            <a:r>
              <a:rPr lang="en-US" sz="2400" dirty="0">
                <a:solidFill>
                  <a:prstClr val="black"/>
                </a:solidFill>
                <a:latin typeface="Arial" panose="020B0604020202020204" pitchFamily="34" charset="0"/>
                <a:cs typeface="Arial" panose="020B0604020202020204" pitchFamily="34" charset="0"/>
              </a:rPr>
              <a:t>that describe the voters </a:t>
            </a:r>
            <a:r>
              <a:rPr lang="en-US" sz="2400" b="1" dirty="0">
                <a:solidFill>
                  <a:srgbClr val="FF0000"/>
                </a:solidFill>
                <a:latin typeface="Arial" panose="020B0604020202020204" pitchFamily="34" charset="0"/>
                <a:cs typeface="Arial" panose="020B0604020202020204" pitchFamily="34" charset="0"/>
              </a:rPr>
              <a:t>discriminate</a:t>
            </a:r>
            <a:r>
              <a:rPr lang="en-US" sz="2400" dirty="0">
                <a:solidFill>
                  <a:prstClr val="black"/>
                </a:solidFill>
                <a:latin typeface="Arial" panose="020B0604020202020204" pitchFamily="34" charset="0"/>
                <a:cs typeface="Arial" panose="020B0604020202020204" pitchFamily="34" charset="0"/>
              </a:rPr>
              <a:t> the supporters of different parties</a:t>
            </a:r>
          </a:p>
          <a:p>
            <a:pPr marL="380990" indent="-380990" algn="just" defTabSz="1219170">
              <a:lnSpc>
                <a:spcPct val="200000"/>
              </a:lnSpc>
              <a:buClr>
                <a:srgbClr val="0000FF"/>
              </a:buClr>
              <a:buFont typeface="Wingdings" panose="05000000000000000000" pitchFamily="2" charset="2"/>
              <a:buChar char="v"/>
            </a:pPr>
            <a:r>
              <a:rPr lang="en-US" sz="2400" b="1" dirty="0">
                <a:solidFill>
                  <a:prstClr val="black"/>
                </a:solidFill>
                <a:latin typeface="Arial" panose="020B0604020202020204" pitchFamily="34" charset="0"/>
                <a:cs typeface="Arial" panose="020B0604020202020204" pitchFamily="34" charset="0"/>
              </a:rPr>
              <a:t>Discrimination:</a:t>
            </a:r>
            <a:r>
              <a:rPr lang="en-US" sz="2400" dirty="0">
                <a:solidFill>
                  <a:prstClr val="black"/>
                </a:solidFill>
                <a:latin typeface="Arial" panose="020B0604020202020204" pitchFamily="34" charset="0"/>
                <a:cs typeface="Arial" panose="020B0604020202020204" pitchFamily="34" charset="0"/>
              </a:rPr>
              <a:t> Process of making distinctions between people based on the groups, classes, or other categories to which they belong or are perceived to belong such as race, gender, age, class, or religion</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Data analyst chooses which of the describing variables are relevant/significant</a:t>
            </a:r>
          </a:p>
        </p:txBody>
      </p:sp>
    </p:spTree>
    <p:extLst>
      <p:ext uri="{BB962C8B-B14F-4D97-AF65-F5344CB8AC3E}">
        <p14:creationId xmlns:p14="http://schemas.microsoft.com/office/powerpoint/2010/main" val="290747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397DBA-D1D2-2803-EFCF-B44291B73A38}"/>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7CEED6E-48E9-4FE0-8719-B8A9A80E42E1}"/>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Process of Discrimination</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F5632327-8D1F-6166-3C96-12959192C1F4}"/>
              </a:ext>
            </a:extLst>
          </p:cNvPr>
          <p:cNvSpPr txBox="1"/>
          <p:nvPr/>
        </p:nvSpPr>
        <p:spPr>
          <a:xfrm>
            <a:off x="310431" y="589235"/>
            <a:ext cx="11479175" cy="6758325"/>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Discriminant analysis: Multivariate data analysis technique </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Analyze the relationship between </a:t>
            </a:r>
            <a:r>
              <a:rPr lang="en-US" sz="2200" b="1" dirty="0">
                <a:solidFill>
                  <a:prstClr val="black"/>
                </a:solidFill>
                <a:latin typeface="Arial" panose="020B0604020202020204" pitchFamily="34" charset="0"/>
                <a:cs typeface="Arial" panose="020B0604020202020204" pitchFamily="34" charset="0"/>
              </a:rPr>
              <a:t>ONE</a:t>
            </a:r>
            <a:r>
              <a:rPr lang="en-US" sz="2200" dirty="0">
                <a:solidFill>
                  <a:prstClr val="black"/>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categorical dependent variable </a:t>
            </a:r>
            <a:r>
              <a:rPr lang="en-US" sz="2200" dirty="0">
                <a:solidFill>
                  <a:prstClr val="black"/>
                </a:solidFill>
                <a:latin typeface="Arial" panose="020B0604020202020204" pitchFamily="34" charset="0"/>
                <a:cs typeface="Arial" panose="020B0604020202020204" pitchFamily="34" charset="0"/>
              </a:rPr>
              <a:t>and a set of </a:t>
            </a:r>
            <a:r>
              <a:rPr lang="en-US" sz="2200" dirty="0">
                <a:solidFill>
                  <a:schemeClr val="accent6">
                    <a:lumMod val="50000"/>
                  </a:schemeClr>
                </a:solidFill>
                <a:latin typeface="Arial" panose="020B0604020202020204" pitchFamily="34" charset="0"/>
                <a:cs typeface="Arial" panose="020B0604020202020204" pitchFamily="34" charset="0"/>
              </a:rPr>
              <a:t>metric</a:t>
            </a:r>
            <a:r>
              <a:rPr lang="en-US" sz="2200" dirty="0">
                <a:solidFill>
                  <a:prstClr val="black"/>
                </a:solidFill>
                <a:latin typeface="Arial" panose="020B0604020202020204" pitchFamily="34" charset="0"/>
                <a:cs typeface="Arial" panose="020B0604020202020204" pitchFamily="34" charset="0"/>
              </a:rPr>
              <a:t> </a:t>
            </a:r>
            <a:r>
              <a:rPr lang="en-US" sz="2200" dirty="0">
                <a:solidFill>
                  <a:srgbClr val="0000FF"/>
                </a:solidFill>
                <a:latin typeface="Arial" panose="020B0604020202020204" pitchFamily="34" charset="0"/>
                <a:cs typeface="Arial" panose="020B0604020202020204" pitchFamily="34" charset="0"/>
              </a:rPr>
              <a:t>(normally distributed)</a:t>
            </a:r>
            <a:r>
              <a:rPr lang="en-US" sz="2200" dirty="0">
                <a:solidFill>
                  <a:prstClr val="black"/>
                </a:solidFill>
                <a:latin typeface="Arial" panose="020B0604020202020204" pitchFamily="34" charset="0"/>
                <a:cs typeface="Arial" panose="020B0604020202020204" pitchFamily="34" charset="0"/>
              </a:rPr>
              <a:t> </a:t>
            </a:r>
            <a:r>
              <a:rPr lang="en-US" sz="2200" dirty="0">
                <a:solidFill>
                  <a:schemeClr val="accent6">
                    <a:lumMod val="75000"/>
                  </a:schemeClr>
                </a:solidFill>
                <a:latin typeface="Arial" panose="020B0604020202020204" pitchFamily="34" charset="0"/>
                <a:cs typeface="Arial" panose="020B0604020202020204" pitchFamily="34" charset="0"/>
              </a:rPr>
              <a:t>independent </a:t>
            </a:r>
            <a:r>
              <a:rPr lang="en-US" sz="2200" dirty="0">
                <a:solidFill>
                  <a:prstClr val="black"/>
                </a:solidFill>
                <a:latin typeface="Arial" panose="020B0604020202020204" pitchFamily="34" charset="0"/>
                <a:cs typeface="Arial" panose="020B0604020202020204" pitchFamily="34" charset="0"/>
              </a:rPr>
              <a:t>variables </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The categorical variable (CV) is the grouping variable as its values leads to differentiating between the various groups </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CV reflects the group (e.g., party) an observation (i.e., voter) belongs to, </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Other examples, are buyers of different brands, or firms with different performances. </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For just two categoric groups, the technique is called </a:t>
            </a:r>
            <a:r>
              <a:rPr lang="en-US" sz="2200" dirty="0">
                <a:solidFill>
                  <a:schemeClr val="accent6">
                    <a:lumMod val="75000"/>
                  </a:schemeClr>
                </a:solidFill>
                <a:latin typeface="Arial" panose="020B0604020202020204" pitchFamily="34" charset="0"/>
                <a:cs typeface="Arial" panose="020B0604020202020204" pitchFamily="34" charset="0"/>
              </a:rPr>
              <a:t>two-group discriminant analysis</a:t>
            </a:r>
          </a:p>
          <a:p>
            <a:pPr marL="380990" indent="-38099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For &gt; 2 categoric groups, the technique is </a:t>
            </a:r>
            <a:r>
              <a:rPr lang="en-US" sz="2200" dirty="0">
                <a:solidFill>
                  <a:schemeClr val="accent6">
                    <a:lumMod val="75000"/>
                  </a:schemeClr>
                </a:solidFill>
                <a:latin typeface="Arial" panose="020B0604020202020204" pitchFamily="34" charset="0"/>
                <a:cs typeface="Arial" panose="020B0604020202020204" pitchFamily="34" charset="0"/>
              </a:rPr>
              <a:t>multi-group discriminant analysis</a:t>
            </a:r>
          </a:p>
          <a:p>
            <a:pPr marL="380990" indent="-380990" algn="just" defTabSz="1219170">
              <a:lnSpc>
                <a:spcPct val="200000"/>
              </a:lnSpc>
              <a:buClr>
                <a:srgbClr val="0000FF"/>
              </a:buClr>
              <a:buFont typeface="Wingdings" panose="05000000000000000000" pitchFamily="2" charset="2"/>
              <a:buChar char="v"/>
            </a:pPr>
            <a:endParaRPr lang="en-US" sz="2200" dirty="0">
              <a:solidFill>
                <a:schemeClr val="accent6">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697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A05711-1751-5776-BE15-BCA8BB600A6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EF4C5F0-278A-7D7D-C548-8612FEE08665}"/>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Application of Discriminant Analysis</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8132E272-48E1-22EB-127A-BD8195EE9B5D}"/>
              </a:ext>
            </a:extLst>
          </p:cNvPr>
          <p:cNvSpPr txBox="1"/>
          <p:nvPr/>
        </p:nvSpPr>
        <p:spPr>
          <a:xfrm>
            <a:off x="729574" y="773670"/>
            <a:ext cx="10865796" cy="5886996"/>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We can apply discriminant analysis to identify describing (independent) variables that discriminate between different groups </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It is also used to assess the discriminatory power of the describing variables </a:t>
            </a:r>
            <a:r>
              <a:rPr lang="en-US" sz="2400" dirty="0">
                <a:solidFill>
                  <a:srgbClr val="7030A0"/>
                </a:solidFill>
                <a:latin typeface="Arial" panose="020B0604020202020204" pitchFamily="34" charset="0"/>
                <a:cs typeface="Arial" panose="020B0604020202020204" pitchFamily="34" charset="0"/>
              </a:rPr>
              <a:t>(discrimination task)</a:t>
            </a:r>
            <a:r>
              <a:rPr lang="en-US" sz="2400" dirty="0">
                <a:solidFill>
                  <a:prstClr val="black"/>
                </a:solidFill>
                <a:latin typeface="Arial" panose="020B0604020202020204" pitchFamily="34" charset="0"/>
                <a:cs typeface="Arial" panose="020B0604020202020204" pitchFamily="34" charset="0"/>
              </a:rPr>
              <a:t>. </a:t>
            </a:r>
          </a:p>
          <a:p>
            <a:pPr marL="380990" indent="-38099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Next, we apply discriminant analysis to </a:t>
            </a:r>
            <a:r>
              <a:rPr lang="en-US" sz="2400" dirty="0">
                <a:solidFill>
                  <a:srgbClr val="C00000"/>
                </a:solidFill>
                <a:latin typeface="Arial" panose="020B0604020202020204" pitchFamily="34" charset="0"/>
                <a:cs typeface="Arial" panose="020B0604020202020204" pitchFamily="34" charset="0"/>
              </a:rPr>
              <a:t>predict the group membership </a:t>
            </a:r>
            <a:r>
              <a:rPr lang="en-US" sz="2400" dirty="0">
                <a:solidFill>
                  <a:prstClr val="black"/>
                </a:solidFill>
                <a:latin typeface="Arial" panose="020B0604020202020204" pitchFamily="34" charset="0"/>
                <a:cs typeface="Arial" panose="020B0604020202020204" pitchFamily="34" charset="0"/>
              </a:rPr>
              <a:t>of </a:t>
            </a:r>
            <a:r>
              <a:rPr lang="en-US" sz="2400" dirty="0">
                <a:solidFill>
                  <a:srgbClr val="00B050"/>
                </a:solidFill>
                <a:latin typeface="Arial" panose="020B0604020202020204" pitchFamily="34" charset="0"/>
                <a:cs typeface="Arial" panose="020B0604020202020204" pitchFamily="34" charset="0"/>
              </a:rPr>
              <a:t>new observations </a:t>
            </a:r>
            <a:r>
              <a:rPr lang="en-US" sz="2400" dirty="0">
                <a:solidFill>
                  <a:prstClr val="black"/>
                </a:solidFill>
                <a:latin typeface="Arial" panose="020B0604020202020204" pitchFamily="34" charset="0"/>
                <a:cs typeface="Arial" panose="020B0604020202020204" pitchFamily="34" charset="0"/>
              </a:rPr>
              <a:t>based on the describing variables  once we know </a:t>
            </a:r>
            <a:r>
              <a:rPr lang="en-US" sz="2400" dirty="0">
                <a:solidFill>
                  <a:srgbClr val="0033CC"/>
                </a:solidFill>
                <a:latin typeface="Arial" panose="020B0604020202020204" pitchFamily="34" charset="0"/>
                <a:cs typeface="Arial" panose="020B0604020202020204" pitchFamily="34" charset="0"/>
              </a:rPr>
              <a:t>which describing variables </a:t>
            </a:r>
            <a:r>
              <a:rPr lang="en-US" sz="2400" dirty="0">
                <a:solidFill>
                  <a:prstClr val="black"/>
                </a:solidFill>
                <a:latin typeface="Arial" panose="020B0604020202020204" pitchFamily="34" charset="0"/>
                <a:cs typeface="Arial" panose="020B0604020202020204" pitchFamily="34" charset="0"/>
              </a:rPr>
              <a:t>distinguish the members of the groups </a:t>
            </a:r>
            <a:r>
              <a:rPr lang="en-US" sz="2400" dirty="0">
                <a:solidFill>
                  <a:srgbClr val="7030A0"/>
                </a:solidFill>
                <a:latin typeface="Arial" panose="020B0604020202020204" pitchFamily="34" charset="0"/>
                <a:cs typeface="Arial" panose="020B0604020202020204" pitchFamily="34" charset="0"/>
              </a:rPr>
              <a:t>(classification task)</a:t>
            </a:r>
            <a:r>
              <a:rPr lang="en-US" sz="2400"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29455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EA10DB-9940-F3A1-9FB8-EBD2A8B83D7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8137226-1C70-0F6B-F1F3-ACC21239982C}"/>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Example: Credit Scoring</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1E75A2A5-D2BB-EA85-CA02-61FD9265F036}"/>
              </a:ext>
            </a:extLst>
          </p:cNvPr>
          <p:cNvSpPr txBox="1"/>
          <p:nvPr/>
        </p:nvSpPr>
        <p:spPr>
          <a:xfrm>
            <a:off x="378025" y="822309"/>
            <a:ext cx="11457562" cy="5645584"/>
          </a:xfrm>
          <a:prstGeom prst="rect">
            <a:avLst/>
          </a:prstGeom>
          <a:noFill/>
        </p:spPr>
        <p:txBody>
          <a:bodyPr wrap="square" rtlCol="0">
            <a:spAutoFit/>
          </a:bodyPr>
          <a:lstStyle/>
          <a:p>
            <a:pPr marL="380990" indent="-38099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Customers of a bank who have taken a loan may be divided into ‘good’ and ‘bad’ customers according to their payment behavior. </a:t>
            </a:r>
          </a:p>
          <a:p>
            <a:pPr marL="380990" indent="-38099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Using DA, we examine which variables (e.g., age, marital status, income, duration of current employment, or number of existing loans) differ between the two groups </a:t>
            </a:r>
          </a:p>
          <a:p>
            <a:pPr marL="380990" indent="-38099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Thus, we identify the set of </a:t>
            </a:r>
            <a:r>
              <a:rPr lang="en-US" sz="2300" dirty="0">
                <a:solidFill>
                  <a:srgbClr val="C00000"/>
                </a:solidFill>
                <a:latin typeface="Arial" panose="020B0604020202020204" pitchFamily="34" charset="0"/>
                <a:cs typeface="Arial" panose="020B0604020202020204" pitchFamily="34" charset="0"/>
              </a:rPr>
              <a:t>discriminatory variables</a:t>
            </a:r>
            <a:endParaRPr lang="en-US" sz="2300" dirty="0">
              <a:solidFill>
                <a:prstClr val="black"/>
              </a:solidFill>
              <a:latin typeface="Arial" panose="020B0604020202020204" pitchFamily="34" charset="0"/>
              <a:cs typeface="Arial" panose="020B0604020202020204" pitchFamily="34" charset="0"/>
            </a:endParaRPr>
          </a:p>
          <a:p>
            <a:pPr marL="380990" indent="-38099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When a new customer applies for a loan, the bank predicts his/her creditworthiness based on his/her attributes viz. age, marital status, income, duration of current employment, or number of existing loans </a:t>
            </a:r>
          </a:p>
        </p:txBody>
      </p:sp>
    </p:spTree>
    <p:extLst>
      <p:ext uri="{BB962C8B-B14F-4D97-AF65-F5344CB8AC3E}">
        <p14:creationId xmlns:p14="http://schemas.microsoft.com/office/powerpoint/2010/main" val="227278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E069B9-A74B-5778-47C6-CE2A30F34E3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86E76821-36F9-97F2-B7B0-4B98817C2F8B}"/>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Six Step Procedure in DA: First Step</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2609DCCB-C38A-F09E-A5D8-39382C50CF40}"/>
              </a:ext>
            </a:extLst>
          </p:cNvPr>
          <p:cNvSpPr txBox="1"/>
          <p:nvPr/>
        </p:nvSpPr>
        <p:spPr>
          <a:xfrm>
            <a:off x="541665" y="738102"/>
            <a:ext cx="11293922" cy="5766322"/>
          </a:xfrm>
          <a:prstGeom prst="rect">
            <a:avLst/>
          </a:prstGeom>
          <a:noFill/>
        </p:spPr>
        <p:txBody>
          <a:bodyPr wrap="square" rtlCol="0">
            <a:spAutoFit/>
          </a:bodyPr>
          <a:lstStyle/>
          <a:p>
            <a:pPr marL="457200" indent="-457200" algn="just" defTabSz="1219170">
              <a:lnSpc>
                <a:spcPct val="200000"/>
              </a:lnSpc>
              <a:buClr>
                <a:srgbClr val="0000FF"/>
              </a:buClr>
              <a:buFont typeface="Wingdings" panose="05000000000000000000" pitchFamily="2" charset="2"/>
              <a:buChar char="v"/>
            </a:pPr>
            <a:r>
              <a:rPr lang="en-US" sz="2350" dirty="0">
                <a:solidFill>
                  <a:prstClr val="black"/>
                </a:solidFill>
                <a:latin typeface="Arial" panose="020B0604020202020204" pitchFamily="34" charset="0"/>
                <a:cs typeface="Arial" panose="020B0604020202020204" pitchFamily="34" charset="0"/>
              </a:rPr>
              <a:t>We first </a:t>
            </a:r>
            <a:r>
              <a:rPr lang="en-US" sz="2350" b="1" dirty="0">
                <a:solidFill>
                  <a:prstClr val="black"/>
                </a:solidFill>
                <a:latin typeface="Arial" panose="020B0604020202020204" pitchFamily="34" charset="0"/>
                <a:cs typeface="Arial" panose="020B0604020202020204" pitchFamily="34" charset="0"/>
              </a:rPr>
              <a:t>define the groups </a:t>
            </a:r>
            <a:r>
              <a:rPr lang="en-US" sz="2350" dirty="0">
                <a:solidFill>
                  <a:prstClr val="black"/>
                </a:solidFill>
                <a:latin typeface="Arial" panose="020B0604020202020204" pitchFamily="34" charset="0"/>
                <a:cs typeface="Arial" panose="020B0604020202020204" pitchFamily="34" charset="0"/>
              </a:rPr>
              <a:t>and, thus, </a:t>
            </a:r>
            <a:r>
              <a:rPr lang="en-US" sz="2350" dirty="0">
                <a:solidFill>
                  <a:schemeClr val="accent6">
                    <a:lumMod val="75000"/>
                  </a:schemeClr>
                </a:solidFill>
                <a:latin typeface="Arial" panose="020B0604020202020204" pitchFamily="34" charset="0"/>
                <a:cs typeface="Arial" panose="020B0604020202020204" pitchFamily="34" charset="0"/>
              </a:rPr>
              <a:t>the categories of the dependent variable</a:t>
            </a:r>
          </a:p>
          <a:p>
            <a:pPr marL="457200" indent="-457200" algn="just" defTabSz="1219170">
              <a:lnSpc>
                <a:spcPct val="200000"/>
              </a:lnSpc>
              <a:buClr>
                <a:srgbClr val="0000FF"/>
              </a:buClr>
              <a:buFont typeface="Wingdings" panose="05000000000000000000" pitchFamily="2" charset="2"/>
              <a:buChar char="v"/>
            </a:pPr>
            <a:r>
              <a:rPr lang="en-US" sz="2350" dirty="0">
                <a:solidFill>
                  <a:prstClr val="black"/>
                </a:solidFill>
                <a:latin typeface="Arial" panose="020B0604020202020204" pitchFamily="34" charset="0"/>
                <a:cs typeface="Arial" panose="020B0604020202020204" pitchFamily="34" charset="0"/>
              </a:rPr>
              <a:t>We then specify </a:t>
            </a:r>
            <a:r>
              <a:rPr lang="en-US" sz="2350" dirty="0">
                <a:solidFill>
                  <a:srgbClr val="7030A0"/>
                </a:solidFill>
                <a:latin typeface="Arial" panose="020B0604020202020204" pitchFamily="34" charset="0"/>
                <a:cs typeface="Arial" panose="020B0604020202020204" pitchFamily="34" charset="0"/>
              </a:rPr>
              <a:t>one or more discriminant functions</a:t>
            </a:r>
            <a:r>
              <a:rPr lang="en-US" sz="2350" dirty="0">
                <a:solidFill>
                  <a:prstClr val="black"/>
                </a:solidFill>
                <a:latin typeface="Arial" panose="020B0604020202020204" pitchFamily="34" charset="0"/>
                <a:cs typeface="Arial" panose="020B0604020202020204" pitchFamily="34" charset="0"/>
              </a:rPr>
              <a:t>, which are </a:t>
            </a:r>
            <a:r>
              <a:rPr lang="en-US" sz="2350" dirty="0">
                <a:solidFill>
                  <a:srgbClr val="0000FF"/>
                </a:solidFill>
                <a:latin typeface="Arial" panose="020B0604020202020204" pitchFamily="34" charset="0"/>
                <a:cs typeface="Arial" panose="020B0604020202020204" pitchFamily="34" charset="0"/>
              </a:rPr>
              <a:t>linear combinations of the independent variables </a:t>
            </a:r>
            <a:r>
              <a:rPr lang="en-US" sz="2350" dirty="0">
                <a:solidFill>
                  <a:prstClr val="black"/>
                </a:solidFill>
                <a:latin typeface="Arial" panose="020B0604020202020204" pitchFamily="34" charset="0"/>
                <a:cs typeface="Arial" panose="020B0604020202020204" pitchFamily="34" charset="0"/>
              </a:rPr>
              <a:t>that best discriminate between the groups. </a:t>
            </a:r>
          </a:p>
          <a:p>
            <a:pPr marL="457200" indent="-457200" algn="just" defTabSz="1219170">
              <a:lnSpc>
                <a:spcPct val="200000"/>
              </a:lnSpc>
              <a:buClr>
                <a:srgbClr val="0000FF"/>
              </a:buClr>
              <a:buFont typeface="Wingdings" panose="05000000000000000000" pitchFamily="2" charset="2"/>
              <a:buChar char="v"/>
            </a:pPr>
            <a:r>
              <a:rPr lang="en-US" sz="2350" dirty="0">
                <a:solidFill>
                  <a:prstClr val="black"/>
                </a:solidFill>
                <a:latin typeface="Arial" panose="020B0604020202020204" pitchFamily="34" charset="0"/>
                <a:cs typeface="Arial" panose="020B0604020202020204" pitchFamily="34" charset="0"/>
              </a:rPr>
              <a:t>If the grouping variable represents just 2 groups, we specify 1 discriminant function. </a:t>
            </a:r>
          </a:p>
          <a:p>
            <a:pPr marL="457200" indent="-457200" algn="just" defTabSz="1219170">
              <a:lnSpc>
                <a:spcPct val="200000"/>
              </a:lnSpc>
              <a:buClr>
                <a:srgbClr val="0000FF"/>
              </a:buClr>
              <a:buFont typeface="Wingdings" panose="05000000000000000000" pitchFamily="2" charset="2"/>
              <a:buChar char="v"/>
            </a:pPr>
            <a:r>
              <a:rPr lang="en-US" sz="2350" dirty="0">
                <a:solidFill>
                  <a:prstClr val="black"/>
                </a:solidFill>
                <a:latin typeface="Arial" panose="020B0604020202020204" pitchFamily="34" charset="0"/>
                <a:cs typeface="Arial" panose="020B0604020202020204" pitchFamily="34" charset="0"/>
              </a:rPr>
              <a:t>If we observe three or more groups, we use </a:t>
            </a:r>
            <a:r>
              <a:rPr lang="en-US" sz="2350" dirty="0">
                <a:solidFill>
                  <a:srgbClr val="FF0000"/>
                </a:solidFill>
                <a:latin typeface="Arial" panose="020B0604020202020204" pitchFamily="34" charset="0"/>
                <a:cs typeface="Arial" panose="020B0604020202020204" pitchFamily="34" charset="0"/>
              </a:rPr>
              <a:t>more than one </a:t>
            </a:r>
            <a:r>
              <a:rPr lang="en-US" sz="2350" dirty="0">
                <a:solidFill>
                  <a:prstClr val="black"/>
                </a:solidFill>
                <a:latin typeface="Arial" panose="020B0604020202020204" pitchFamily="34" charset="0"/>
                <a:cs typeface="Arial" panose="020B0604020202020204" pitchFamily="34" charset="0"/>
              </a:rPr>
              <a:t>discriminant function.</a:t>
            </a:r>
          </a:p>
        </p:txBody>
      </p:sp>
    </p:spTree>
    <p:extLst>
      <p:ext uri="{BB962C8B-B14F-4D97-AF65-F5344CB8AC3E}">
        <p14:creationId xmlns:p14="http://schemas.microsoft.com/office/powerpoint/2010/main" val="30852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E9F1113-A60A-4DE4-6E5A-98913D8CDC0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E1439E0-8717-0A82-C361-A1B4F5D9BC77}"/>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Six Step Procedure: Further Steps</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5BA7A65A-7574-DF55-48F3-650DA871BEE8}"/>
              </a:ext>
            </a:extLst>
          </p:cNvPr>
          <p:cNvSpPr txBox="1"/>
          <p:nvPr/>
        </p:nvSpPr>
        <p:spPr>
          <a:xfrm>
            <a:off x="264451" y="715304"/>
            <a:ext cx="11571136" cy="5886996"/>
          </a:xfrm>
          <a:prstGeom prst="rect">
            <a:avLst/>
          </a:prstGeom>
          <a:noFill/>
        </p:spPr>
        <p:txBody>
          <a:bodyPr wrap="square" rtlCol="0">
            <a:spAutoFit/>
          </a:bodyPr>
          <a:lstStyle/>
          <a:p>
            <a:pPr marL="457200" indent="-457200" algn="just" defTabSz="1219170">
              <a:lnSpc>
                <a:spcPct val="200000"/>
              </a:lnSpc>
              <a:buClr>
                <a:srgbClr val="0000FF"/>
              </a:buClr>
              <a:buFont typeface="+mj-lt"/>
              <a:buAutoNum type="arabicPeriod" startAt="2"/>
            </a:pPr>
            <a:r>
              <a:rPr lang="en-US" sz="2400" dirty="0">
                <a:solidFill>
                  <a:prstClr val="black"/>
                </a:solidFill>
                <a:latin typeface="Arial" panose="020B0604020202020204" pitchFamily="34" charset="0"/>
                <a:cs typeface="Arial" panose="020B0604020202020204" pitchFamily="34" charset="0"/>
              </a:rPr>
              <a:t>We estimate the discriminant function(s). </a:t>
            </a:r>
          </a:p>
          <a:p>
            <a:pPr marL="457200" indent="-457200" algn="just" defTabSz="1219170">
              <a:lnSpc>
                <a:spcPct val="200000"/>
              </a:lnSpc>
              <a:buClr>
                <a:srgbClr val="0000FF"/>
              </a:buClr>
              <a:buFont typeface="+mj-lt"/>
              <a:buAutoNum type="arabicPeriod" startAt="3"/>
            </a:pPr>
            <a:r>
              <a:rPr lang="en-US" sz="2400" dirty="0">
                <a:solidFill>
                  <a:prstClr val="black"/>
                </a:solidFill>
                <a:latin typeface="Arial" panose="020B0604020202020204" pitchFamily="34" charset="0"/>
                <a:cs typeface="Arial" panose="020B0604020202020204" pitchFamily="34" charset="0"/>
              </a:rPr>
              <a:t>We assess the discriminatory power of the estimated discriminant function(s)</a:t>
            </a:r>
          </a:p>
          <a:p>
            <a:pPr marL="457200" indent="-457200" algn="just" defTabSz="1219170">
              <a:lnSpc>
                <a:spcPct val="200000"/>
              </a:lnSpc>
              <a:buClr>
                <a:srgbClr val="0000FF"/>
              </a:buClr>
              <a:buFont typeface="+mj-lt"/>
              <a:buAutoNum type="arabicPeriod" startAt="3"/>
            </a:pPr>
            <a:r>
              <a:rPr lang="en-US" sz="2400" dirty="0">
                <a:solidFill>
                  <a:prstClr val="black"/>
                </a:solidFill>
                <a:latin typeface="Arial" panose="020B0604020202020204" pitchFamily="34" charset="0"/>
                <a:cs typeface="Arial" panose="020B0604020202020204" pitchFamily="34" charset="0"/>
              </a:rPr>
              <a:t>We examine the discriminatory power of the describing (independent) variables and assess which describing variables contribute the most to explaining the differences between the groups. </a:t>
            </a:r>
          </a:p>
          <a:p>
            <a:pPr marL="457200" indent="-457200" algn="just" defTabSz="1219170">
              <a:lnSpc>
                <a:spcPct val="200000"/>
              </a:lnSpc>
              <a:buClr>
                <a:srgbClr val="0000FF"/>
              </a:buClr>
              <a:buFont typeface="+mj-lt"/>
              <a:buAutoNum type="arabicPeriod" startAt="3"/>
            </a:pPr>
            <a:r>
              <a:rPr lang="en-US" sz="2400" dirty="0">
                <a:solidFill>
                  <a:prstClr val="black"/>
                </a:solidFill>
                <a:latin typeface="Arial" panose="020B0604020202020204" pitchFamily="34" charset="0"/>
                <a:cs typeface="Arial" panose="020B0604020202020204" pitchFamily="34" charset="0"/>
              </a:rPr>
              <a:t>We describe how (new) observations are classified to one of the groups based on the observed values of the describing variables. </a:t>
            </a:r>
          </a:p>
          <a:p>
            <a:pPr marL="457200" indent="-457200" algn="just" defTabSz="1219170">
              <a:lnSpc>
                <a:spcPct val="200000"/>
              </a:lnSpc>
              <a:buClr>
                <a:srgbClr val="0000FF"/>
              </a:buClr>
              <a:buFont typeface="+mj-lt"/>
              <a:buAutoNum type="arabicPeriod" startAt="3"/>
            </a:pPr>
            <a:r>
              <a:rPr lang="en-US" sz="2400" dirty="0">
                <a:solidFill>
                  <a:prstClr val="black"/>
                </a:solidFill>
                <a:latin typeface="Arial" panose="020B0604020202020204" pitchFamily="34" charset="0"/>
                <a:cs typeface="Arial" panose="020B0604020202020204" pitchFamily="34" charset="0"/>
              </a:rPr>
              <a:t>Finally, we test the assumptions of the discriminant analysis.</a:t>
            </a:r>
          </a:p>
        </p:txBody>
      </p:sp>
    </p:spTree>
    <p:extLst>
      <p:ext uri="{BB962C8B-B14F-4D97-AF65-F5344CB8AC3E}">
        <p14:creationId xmlns:p14="http://schemas.microsoft.com/office/powerpoint/2010/main" val="1167236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4DAABF-F462-3A59-7368-00B10C99616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8571328B-8EFD-3119-B9CF-FAA81AA6DC42}"/>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Six Step Procedure: Further Steps</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DC667ED3-A1CC-2A04-6273-80C1C6282E0C}"/>
              </a:ext>
            </a:extLst>
          </p:cNvPr>
          <p:cNvSpPr txBox="1"/>
          <p:nvPr/>
        </p:nvSpPr>
        <p:spPr>
          <a:xfrm>
            <a:off x="104395" y="910248"/>
            <a:ext cx="11663098" cy="5693866"/>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320" dirty="0">
                <a:solidFill>
                  <a:prstClr val="black"/>
                </a:solidFill>
                <a:latin typeface="Arial" panose="020B0604020202020204" pitchFamily="34" charset="0"/>
                <a:cs typeface="Arial" panose="020B0604020202020204" pitchFamily="34" charset="0"/>
              </a:rPr>
              <a:t>A manager of a chocolate company wants to know whether the buyers of its own brand (here: focal brand) perceive its chocolates differently compared to the buyers</a:t>
            </a:r>
          </a:p>
          <a:p>
            <a:pPr algn="just" defTabSz="1219170">
              <a:lnSpc>
                <a:spcPct val="200000"/>
              </a:lnSpc>
              <a:buClr>
                <a:srgbClr val="0000FF"/>
              </a:buClr>
            </a:pPr>
            <a:r>
              <a:rPr lang="en-US" sz="2320" dirty="0">
                <a:solidFill>
                  <a:prstClr val="black"/>
                </a:solidFill>
                <a:latin typeface="Arial" panose="020B0604020202020204" pitchFamily="34" charset="0"/>
                <a:cs typeface="Arial" panose="020B0604020202020204" pitchFamily="34" charset="0"/>
              </a:rPr>
              <a:t>    of its main competitor brand. </a:t>
            </a:r>
          </a:p>
          <a:p>
            <a:pPr marL="342900" indent="-342900" algn="just" defTabSz="1219170">
              <a:lnSpc>
                <a:spcPct val="200000"/>
              </a:lnSpc>
              <a:buClr>
                <a:srgbClr val="0000FF"/>
              </a:buClr>
              <a:buFont typeface="Wingdings" panose="05000000000000000000" pitchFamily="2" charset="2"/>
              <a:buChar char="v"/>
            </a:pPr>
            <a:r>
              <a:rPr lang="en-US" sz="2320" dirty="0">
                <a:solidFill>
                  <a:prstClr val="black"/>
                </a:solidFill>
                <a:latin typeface="Arial" panose="020B0604020202020204" pitchFamily="34" charset="0"/>
                <a:cs typeface="Arial" panose="020B0604020202020204" pitchFamily="34" charset="0"/>
              </a:rPr>
              <a:t>The manager considers two describing variables to be relevant: ‘price’ and ‘delicious’. </a:t>
            </a:r>
          </a:p>
          <a:p>
            <a:pPr marL="342900" indent="-342900" algn="just" defTabSz="1219170">
              <a:lnSpc>
                <a:spcPct val="200000"/>
              </a:lnSpc>
              <a:buClr>
                <a:srgbClr val="0000FF"/>
              </a:buClr>
              <a:buFont typeface="Wingdings" panose="05000000000000000000" pitchFamily="2" charset="2"/>
              <a:buChar char="v"/>
            </a:pPr>
            <a:r>
              <a:rPr lang="en-US" sz="2320" dirty="0">
                <a:solidFill>
                  <a:prstClr val="black"/>
                </a:solidFill>
                <a:latin typeface="Arial" panose="020B0604020202020204" pitchFamily="34" charset="0"/>
                <a:cs typeface="Arial" panose="020B0604020202020204" pitchFamily="34" charset="0"/>
              </a:rPr>
              <a:t>We examine 12 buyers of the focal brand and 12 buyers of the main competitor brand. </a:t>
            </a:r>
          </a:p>
          <a:p>
            <a:pPr marL="342900" indent="-342900" algn="just" defTabSz="1219170">
              <a:lnSpc>
                <a:spcPct val="200000"/>
              </a:lnSpc>
              <a:buClr>
                <a:srgbClr val="0000FF"/>
              </a:buClr>
              <a:buFont typeface="Wingdings" panose="05000000000000000000" pitchFamily="2" charset="2"/>
              <a:buChar char="v"/>
            </a:pPr>
            <a:r>
              <a:rPr lang="en-US" sz="2320" dirty="0">
                <a:solidFill>
                  <a:prstClr val="black"/>
                </a:solidFill>
                <a:latin typeface="Arial" panose="020B0604020202020204" pitchFamily="34" charset="0"/>
                <a:cs typeface="Arial" panose="020B0604020202020204" pitchFamily="34" charset="0"/>
              </a:rPr>
              <a:t>All 24 respondents provided information about their perceptions using a 7-point scale (from 1 = ‘low’ to 7 = ‘high’). </a:t>
            </a:r>
          </a:p>
        </p:txBody>
      </p:sp>
    </p:spTree>
    <p:extLst>
      <p:ext uri="{BB962C8B-B14F-4D97-AF65-F5344CB8AC3E}">
        <p14:creationId xmlns:p14="http://schemas.microsoft.com/office/powerpoint/2010/main" val="383411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E75A03-A8A9-54CE-479D-8F7637D22BE2}"/>
              </a:ext>
            </a:extLst>
          </p:cNvPr>
          <p:cNvPicPr>
            <a:picLocks noChangeAspect="1"/>
          </p:cNvPicPr>
          <p:nvPr/>
        </p:nvPicPr>
        <p:blipFill>
          <a:blip r:embed="rId2"/>
          <a:stretch>
            <a:fillRect/>
          </a:stretch>
        </p:blipFill>
        <p:spPr>
          <a:xfrm>
            <a:off x="729538" y="0"/>
            <a:ext cx="1073292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966582A-BB15-339C-78BA-87BA48129350}"/>
                  </a:ext>
                </a:extLst>
              </p14:cNvPr>
              <p14:cNvContentPartPr/>
              <p14:nvPr/>
            </p14:nvContentPartPr>
            <p14:xfrm>
              <a:off x="3209040" y="3403440"/>
              <a:ext cx="7681680" cy="1995480"/>
            </p14:xfrm>
          </p:contentPart>
        </mc:Choice>
        <mc:Fallback xmlns="">
          <p:pic>
            <p:nvPicPr>
              <p:cNvPr id="2" name="Ink 1">
                <a:extLst>
                  <a:ext uri="{FF2B5EF4-FFF2-40B4-BE49-F238E27FC236}">
                    <a16:creationId xmlns:a16="http://schemas.microsoft.com/office/drawing/2014/main" id="{B966582A-BB15-339C-78BA-87BA48129350}"/>
                  </a:ext>
                </a:extLst>
              </p:cNvPr>
              <p:cNvPicPr/>
              <p:nvPr/>
            </p:nvPicPr>
            <p:blipFill>
              <a:blip r:embed="rId4"/>
              <a:stretch>
                <a:fillRect/>
              </a:stretch>
            </p:blipFill>
            <p:spPr>
              <a:xfrm>
                <a:off x="3199680" y="3394080"/>
                <a:ext cx="7700400" cy="2014200"/>
              </a:xfrm>
              <a:prstGeom prst="rect">
                <a:avLst/>
              </a:prstGeom>
            </p:spPr>
          </p:pic>
        </mc:Fallback>
      </mc:AlternateContent>
    </p:spTree>
    <p:extLst>
      <p:ext uri="{BB962C8B-B14F-4D97-AF65-F5344CB8AC3E}">
        <p14:creationId xmlns:p14="http://schemas.microsoft.com/office/powerpoint/2010/main" val="691860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0AD638-F29A-C944-FD51-7315587EB7E9}"/>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C17666C-930E-DF4B-20A3-C65C4AA290E1}"/>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Definition of Groups</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82076D7A-1229-F7EC-93C4-F50D5AAFA596}"/>
              </a:ext>
            </a:extLst>
          </p:cNvPr>
          <p:cNvSpPr txBox="1"/>
          <p:nvPr/>
        </p:nvSpPr>
        <p:spPr>
          <a:xfrm>
            <a:off x="570689" y="793516"/>
            <a:ext cx="11050621" cy="4409669"/>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grouping variable must be a categorical variable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It should reflect different mutually exclusive and collectively exhaustive groups.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We can also convert a metric variable (e.g., a firm’s profit) into a categorical variable (e.g., low vs. high performance) to form the grouping variable.</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However, we need to be aware that we lose information if we do so.</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4CAFA51-0614-4888-33F3-BA8EE547D205}"/>
                  </a:ext>
                </a:extLst>
              </p14:cNvPr>
              <p14:cNvContentPartPr/>
              <p14:nvPr/>
            </p14:nvContentPartPr>
            <p14:xfrm>
              <a:off x="2901240" y="836280"/>
              <a:ext cx="8714160" cy="3674520"/>
            </p14:xfrm>
          </p:contentPart>
        </mc:Choice>
        <mc:Fallback xmlns="">
          <p:pic>
            <p:nvPicPr>
              <p:cNvPr id="3" name="Ink 2">
                <a:extLst>
                  <a:ext uri="{FF2B5EF4-FFF2-40B4-BE49-F238E27FC236}">
                    <a16:creationId xmlns:a16="http://schemas.microsoft.com/office/drawing/2014/main" id="{94CAFA51-0614-4888-33F3-BA8EE547D205}"/>
                  </a:ext>
                </a:extLst>
              </p:cNvPr>
              <p:cNvPicPr/>
              <p:nvPr/>
            </p:nvPicPr>
            <p:blipFill>
              <a:blip r:embed="rId3"/>
              <a:stretch>
                <a:fillRect/>
              </a:stretch>
            </p:blipFill>
            <p:spPr>
              <a:xfrm>
                <a:off x="2891880" y="826920"/>
                <a:ext cx="8732880" cy="3693240"/>
              </a:xfrm>
              <a:prstGeom prst="rect">
                <a:avLst/>
              </a:prstGeom>
            </p:spPr>
          </p:pic>
        </mc:Fallback>
      </mc:AlternateContent>
    </p:spTree>
    <p:extLst>
      <p:ext uri="{BB962C8B-B14F-4D97-AF65-F5344CB8AC3E}">
        <p14:creationId xmlns:p14="http://schemas.microsoft.com/office/powerpoint/2010/main" val="4008756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DEAEC7-30D0-072D-F3A4-5E8089C3CB7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6F4F332-01DA-5A33-5535-6CE06AD76206}"/>
              </a:ext>
            </a:extLst>
          </p:cNvPr>
          <p:cNvSpPr>
            <a:spLocks noGrp="1"/>
          </p:cNvSpPr>
          <p:nvPr>
            <p:ph type="ctrTitle"/>
          </p:nvPr>
        </p:nvSpPr>
        <p:spPr>
          <a:xfrm>
            <a:off x="264451" y="0"/>
            <a:ext cx="11571136" cy="589235"/>
          </a:xfrm>
        </p:spPr>
        <p:txBody>
          <a:bodyPr>
            <a:normAutofit/>
          </a:bodyPr>
          <a:lstStyle/>
          <a:p>
            <a:pPr algn="ctr"/>
            <a:r>
              <a:rPr lang="en-US" sz="3600" dirty="0">
                <a:solidFill>
                  <a:srgbClr val="0070C0"/>
                </a:solidFill>
                <a:latin typeface="Arial" pitchFamily="34" charset="0"/>
                <a:cs typeface="Arial" pitchFamily="34" charset="0"/>
              </a:rPr>
              <a:t>Definition of Groups</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28044BC9-17F1-B368-123C-7907F0FD555E}"/>
              </a:ext>
            </a:extLst>
          </p:cNvPr>
          <p:cNvSpPr txBox="1"/>
          <p:nvPr/>
        </p:nvSpPr>
        <p:spPr>
          <a:xfrm>
            <a:off x="570689" y="705967"/>
            <a:ext cx="11264898" cy="5886996"/>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Generally, the </a:t>
            </a:r>
            <a:r>
              <a:rPr lang="en-US" sz="2400" b="1" dirty="0">
                <a:solidFill>
                  <a:srgbClr val="FF0000"/>
                </a:solidFill>
                <a:latin typeface="Arial" panose="020B0604020202020204" pitchFamily="34" charset="0"/>
                <a:cs typeface="Arial" panose="020B0604020202020204" pitchFamily="34" charset="0"/>
              </a:rPr>
              <a:t>number of groups should not be larger than the number of describing variables</a:t>
            </a:r>
            <a:r>
              <a:rPr lang="en-US" sz="2400" dirty="0">
                <a:solidFill>
                  <a:prstClr val="black"/>
                </a:solidFill>
                <a:latin typeface="Arial" panose="020B0604020202020204" pitchFamily="34" charset="0"/>
                <a:cs typeface="Arial" panose="020B0604020202020204" pitchFamily="34" charset="0"/>
              </a:rPr>
              <a:t>.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In the example above, we have two describing variables, namely ‘</a:t>
            </a:r>
            <a:r>
              <a:rPr lang="en-US" sz="2400" dirty="0">
                <a:solidFill>
                  <a:schemeClr val="accent6">
                    <a:lumMod val="50000"/>
                  </a:schemeClr>
                </a:solidFill>
                <a:latin typeface="Arial" panose="020B0604020202020204" pitchFamily="34" charset="0"/>
                <a:cs typeface="Arial" panose="020B0604020202020204" pitchFamily="34" charset="0"/>
              </a:rPr>
              <a:t>price</a:t>
            </a:r>
            <a:r>
              <a:rPr lang="en-US" sz="2400" dirty="0">
                <a:solidFill>
                  <a:prstClr val="black"/>
                </a:solidFill>
                <a:latin typeface="Arial" panose="020B0604020202020204" pitchFamily="34" charset="0"/>
                <a:cs typeface="Arial" panose="020B0604020202020204" pitchFamily="34" charset="0"/>
              </a:rPr>
              <a:t>’ and</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a:t>
            </a:r>
            <a:r>
              <a:rPr lang="en-US" sz="2400" dirty="0">
                <a:solidFill>
                  <a:schemeClr val="accent6">
                    <a:lumMod val="50000"/>
                  </a:schemeClr>
                </a:solidFill>
                <a:latin typeface="Arial" panose="020B0604020202020204" pitchFamily="34" charset="0"/>
                <a:cs typeface="Arial" panose="020B0604020202020204" pitchFamily="34" charset="0"/>
              </a:rPr>
              <a:t>delicious</a:t>
            </a:r>
            <a:r>
              <a:rPr lang="en-US" sz="2400" dirty="0">
                <a:solidFill>
                  <a:prstClr val="black"/>
                </a:solidFill>
                <a:latin typeface="Arial" panose="020B0604020202020204" pitchFamily="34" charset="0"/>
                <a:cs typeface="Arial" panose="020B0604020202020204" pitchFamily="34" charset="0"/>
              </a:rPr>
              <a:t>’.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Thus, we restrict the example to two groups: ‘</a:t>
            </a:r>
            <a:r>
              <a:rPr lang="en-US" sz="2400" dirty="0">
                <a:solidFill>
                  <a:schemeClr val="accent6">
                    <a:lumMod val="50000"/>
                  </a:schemeClr>
                </a:solidFill>
                <a:latin typeface="Arial" panose="020B0604020202020204" pitchFamily="34" charset="0"/>
                <a:cs typeface="Arial" panose="020B0604020202020204" pitchFamily="34" charset="0"/>
              </a:rPr>
              <a:t>buyers of the focal brand</a:t>
            </a:r>
            <a:r>
              <a:rPr lang="en-US" sz="2400" dirty="0">
                <a:solidFill>
                  <a:prstClr val="black"/>
                </a:solidFill>
                <a:latin typeface="Arial" panose="020B0604020202020204" pitchFamily="34" charset="0"/>
                <a:cs typeface="Arial" panose="020B0604020202020204" pitchFamily="34" charset="0"/>
              </a:rPr>
              <a:t>’ and ‘</a:t>
            </a:r>
            <a:r>
              <a:rPr lang="en-US" sz="2400" dirty="0">
                <a:solidFill>
                  <a:schemeClr val="accent6">
                    <a:lumMod val="50000"/>
                  </a:schemeClr>
                </a:solidFill>
                <a:latin typeface="Arial" panose="020B0604020202020204" pitchFamily="34" charset="0"/>
                <a:cs typeface="Arial" panose="020B0604020202020204" pitchFamily="34" charset="0"/>
              </a:rPr>
              <a:t>buyers of the competing brand</a:t>
            </a:r>
            <a:r>
              <a:rPr lang="en-US" sz="2400" dirty="0">
                <a:solidFill>
                  <a:prstClr val="black"/>
                </a:solidFill>
                <a:latin typeface="Arial" panose="020B0604020202020204" pitchFamily="34" charset="0"/>
                <a:cs typeface="Arial" panose="020B0604020202020204" pitchFamily="34" charset="0"/>
              </a:rPr>
              <a:t>’.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groups are identified by a group index g (g = 1, 2, …, G), where G is the total number of groups (here: G = 2 and g = 1, 2).</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6C31586-B372-4B2C-3193-8B029721D7D1}"/>
                  </a:ext>
                </a:extLst>
              </p14:cNvPr>
              <p14:cNvContentPartPr/>
              <p14:nvPr/>
            </p14:nvContentPartPr>
            <p14:xfrm>
              <a:off x="7860960" y="4332960"/>
              <a:ext cx="2313000" cy="840960"/>
            </p14:xfrm>
          </p:contentPart>
        </mc:Choice>
        <mc:Fallback xmlns="">
          <p:pic>
            <p:nvPicPr>
              <p:cNvPr id="3" name="Ink 2">
                <a:extLst>
                  <a:ext uri="{FF2B5EF4-FFF2-40B4-BE49-F238E27FC236}">
                    <a16:creationId xmlns:a16="http://schemas.microsoft.com/office/drawing/2014/main" id="{76C31586-B372-4B2C-3193-8B029721D7D1}"/>
                  </a:ext>
                </a:extLst>
              </p:cNvPr>
              <p:cNvPicPr/>
              <p:nvPr/>
            </p:nvPicPr>
            <p:blipFill>
              <a:blip r:embed="rId3"/>
              <a:stretch>
                <a:fillRect/>
              </a:stretch>
            </p:blipFill>
            <p:spPr>
              <a:xfrm>
                <a:off x="7851600" y="4323600"/>
                <a:ext cx="2331720" cy="859680"/>
              </a:xfrm>
              <a:prstGeom prst="rect">
                <a:avLst/>
              </a:prstGeom>
            </p:spPr>
          </p:pic>
        </mc:Fallback>
      </mc:AlternateContent>
    </p:spTree>
    <p:extLst>
      <p:ext uri="{BB962C8B-B14F-4D97-AF65-F5344CB8AC3E}">
        <p14:creationId xmlns:p14="http://schemas.microsoft.com/office/powerpoint/2010/main" val="450020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540407-3C22-59E8-05E5-FF180BBEE829}"/>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F9AEDC5-6FEC-5CD7-0133-4B7ED4A71275}"/>
              </a:ext>
            </a:extLst>
          </p:cNvPr>
          <p:cNvSpPr>
            <a:spLocks noGrp="1"/>
          </p:cNvSpPr>
          <p:nvPr>
            <p:ph type="ctrTitle"/>
          </p:nvPr>
        </p:nvSpPr>
        <p:spPr>
          <a:xfrm>
            <a:off x="310431" y="359923"/>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Recommendations related to the minimum number of observations</a:t>
            </a:r>
          </a:p>
        </p:txBody>
      </p:sp>
      <p:sp>
        <p:nvSpPr>
          <p:cNvPr id="2" name="TextBox 1">
            <a:extLst>
              <a:ext uri="{FF2B5EF4-FFF2-40B4-BE49-F238E27FC236}">
                <a16:creationId xmlns:a16="http://schemas.microsoft.com/office/drawing/2014/main" id="{62922D8B-A47C-0086-FEB6-1128803C16BB}"/>
              </a:ext>
            </a:extLst>
          </p:cNvPr>
          <p:cNvSpPr txBox="1"/>
          <p:nvPr/>
        </p:nvSpPr>
        <p:spPr>
          <a:xfrm>
            <a:off x="570688" y="1087099"/>
            <a:ext cx="11050621" cy="5148332"/>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It is important to note that the </a:t>
            </a:r>
            <a:r>
              <a:rPr lang="en-US" sz="2400" dirty="0">
                <a:solidFill>
                  <a:srgbClr val="00B050"/>
                </a:solidFill>
                <a:latin typeface="Arial" panose="020B0604020202020204" pitchFamily="34" charset="0"/>
                <a:cs typeface="Arial" panose="020B0604020202020204" pitchFamily="34" charset="0"/>
              </a:rPr>
              <a:t>reliability</a:t>
            </a:r>
            <a:r>
              <a:rPr lang="en-US" sz="2400" dirty="0">
                <a:solidFill>
                  <a:prstClr val="black"/>
                </a:solidFill>
                <a:latin typeface="Arial" panose="020B0604020202020204" pitchFamily="34" charset="0"/>
                <a:cs typeface="Arial" panose="020B0604020202020204" pitchFamily="34" charset="0"/>
              </a:rPr>
              <a:t> of the discriminant analysis depends on the </a:t>
            </a:r>
            <a:r>
              <a:rPr lang="en-US" sz="2400" dirty="0">
                <a:solidFill>
                  <a:srgbClr val="FF0000"/>
                </a:solidFill>
                <a:latin typeface="Arial" panose="020B0604020202020204" pitchFamily="34" charset="0"/>
                <a:cs typeface="Arial" panose="020B0604020202020204" pitchFamily="34" charset="0"/>
              </a:rPr>
              <a:t>number of observations</a:t>
            </a:r>
            <a:r>
              <a:rPr lang="en-US" sz="2400" dirty="0">
                <a:solidFill>
                  <a:prstClr val="black"/>
                </a:solidFill>
                <a:latin typeface="Arial" panose="020B0604020202020204" pitchFamily="34" charset="0"/>
                <a:cs typeface="Arial" panose="020B0604020202020204" pitchFamily="34" charset="0"/>
              </a:rPr>
              <a:t>.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We should have at least five observations per describing variable; 20 observations per describing variable are recommended.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Moreover, each group should have at least 20 observations to warrant statistically significant and reliable results.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Finally, the relative sizes of the groups should be comparable.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E5D6823-A938-9EF6-644E-511E2E32E5C3}"/>
                  </a:ext>
                </a:extLst>
              </p14:cNvPr>
              <p14:cNvContentPartPr/>
              <p14:nvPr/>
            </p14:nvContentPartPr>
            <p14:xfrm>
              <a:off x="5677920" y="1667160"/>
              <a:ext cx="6408000" cy="4947840"/>
            </p14:xfrm>
          </p:contentPart>
        </mc:Choice>
        <mc:Fallback xmlns="">
          <p:pic>
            <p:nvPicPr>
              <p:cNvPr id="3" name="Ink 2">
                <a:extLst>
                  <a:ext uri="{FF2B5EF4-FFF2-40B4-BE49-F238E27FC236}">
                    <a16:creationId xmlns:a16="http://schemas.microsoft.com/office/drawing/2014/main" id="{1E5D6823-A938-9EF6-644E-511E2E32E5C3}"/>
                  </a:ext>
                </a:extLst>
              </p:cNvPr>
              <p:cNvPicPr/>
              <p:nvPr/>
            </p:nvPicPr>
            <p:blipFill>
              <a:blip r:embed="rId3"/>
              <a:stretch>
                <a:fillRect/>
              </a:stretch>
            </p:blipFill>
            <p:spPr>
              <a:xfrm>
                <a:off x="5668560" y="1657800"/>
                <a:ext cx="6426720" cy="4966560"/>
              </a:xfrm>
              <a:prstGeom prst="rect">
                <a:avLst/>
              </a:prstGeom>
            </p:spPr>
          </p:pic>
        </mc:Fallback>
      </mc:AlternateContent>
    </p:spTree>
    <p:extLst>
      <p:ext uri="{BB962C8B-B14F-4D97-AF65-F5344CB8AC3E}">
        <p14:creationId xmlns:p14="http://schemas.microsoft.com/office/powerpoint/2010/main" val="288267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AE6E-D3B7-DFD4-EF94-08B034F5B549}"/>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429B11C-764E-CC0E-1333-3829FE09D86F}"/>
              </a:ext>
            </a:extLst>
          </p:cNvPr>
          <p:cNvSpPr>
            <a:spLocks noGrp="1"/>
          </p:cNvSpPr>
          <p:nvPr>
            <p:ph type="ctrTitle"/>
          </p:nvPr>
        </p:nvSpPr>
        <p:spPr>
          <a:xfrm>
            <a:off x="310431" y="359923"/>
            <a:ext cx="11571136" cy="589235"/>
          </a:xfrm>
        </p:spPr>
        <p:txBody>
          <a:bodyPr>
            <a:normAutofit/>
          </a:bodyPr>
          <a:lstStyle/>
          <a:p>
            <a:pPr algn="ctr"/>
            <a:r>
              <a:rPr lang="en-US" sz="3600" dirty="0">
                <a:solidFill>
                  <a:srgbClr val="0070C0"/>
                </a:solidFill>
                <a:latin typeface="Arial" pitchFamily="34" charset="0"/>
                <a:cs typeface="Arial" pitchFamily="34" charset="0"/>
              </a:rPr>
              <a:t>Number of Observations Within the Group</a:t>
            </a:r>
          </a:p>
        </p:txBody>
      </p:sp>
      <p:sp>
        <p:nvSpPr>
          <p:cNvPr id="2" name="TextBox 1">
            <a:extLst>
              <a:ext uri="{FF2B5EF4-FFF2-40B4-BE49-F238E27FC236}">
                <a16:creationId xmlns:a16="http://schemas.microsoft.com/office/drawing/2014/main" id="{0B7612B3-2CC9-00E3-5D62-58788D1865A7}"/>
              </a:ext>
            </a:extLst>
          </p:cNvPr>
          <p:cNvSpPr txBox="1"/>
          <p:nvPr/>
        </p:nvSpPr>
        <p:spPr>
          <a:xfrm>
            <a:off x="570688" y="1087099"/>
            <a:ext cx="11050621" cy="5886996"/>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If for all features </a:t>
            </a:r>
            <a:r>
              <a:rPr lang="en-US" sz="2400" b="1" dirty="0">
                <a:solidFill>
                  <a:prstClr val="black"/>
                </a:solidFill>
                <a:latin typeface="Arial" panose="020B0604020202020204" pitchFamily="34" charset="0"/>
                <a:cs typeface="Arial" panose="020B0604020202020204" pitchFamily="34" charset="0"/>
              </a:rPr>
              <a:t>within a group</a:t>
            </a:r>
            <a:r>
              <a:rPr lang="en-US" sz="2400" dirty="0">
                <a:solidFill>
                  <a:prstClr val="black"/>
                </a:solidFill>
                <a:latin typeface="Arial" panose="020B0604020202020204" pitchFamily="34" charset="0"/>
                <a:cs typeface="Arial" panose="020B0604020202020204" pitchFamily="34" charset="0"/>
              </a:rPr>
              <a:t>, the number of entries is the same, say 10, the number of observations n is equal to number of entries, i.e., 10</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But, if the number of entries for the features within a group is different number of entries, say 10 and 12, what is then the total number of observations?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common answer is that the features may not have missing information.  Either delete extra data or impute missing data seems to be the consensus.  We will again look more closely when we handle actual data to see why this is true. </a:t>
            </a:r>
          </a:p>
        </p:txBody>
      </p:sp>
    </p:spTree>
    <p:extLst>
      <p:ext uri="{BB962C8B-B14F-4D97-AF65-F5344CB8AC3E}">
        <p14:creationId xmlns:p14="http://schemas.microsoft.com/office/powerpoint/2010/main" val="3522245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3F44C-CC61-AC35-C417-EA2ED3C6343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4367128-BA65-8210-8733-CA3F2D3CC6E3}"/>
              </a:ext>
            </a:extLst>
          </p:cNvPr>
          <p:cNvSpPr>
            <a:spLocks noGrp="1"/>
          </p:cNvSpPr>
          <p:nvPr>
            <p:ph type="ctrTitle"/>
          </p:nvPr>
        </p:nvSpPr>
        <p:spPr>
          <a:xfrm>
            <a:off x="310431" y="359923"/>
            <a:ext cx="11571136" cy="589235"/>
          </a:xfrm>
        </p:spPr>
        <p:txBody>
          <a:bodyPr>
            <a:normAutofit/>
          </a:bodyPr>
          <a:lstStyle/>
          <a:p>
            <a:pPr algn="ctr"/>
            <a:r>
              <a:rPr lang="en-US" sz="3600" dirty="0">
                <a:solidFill>
                  <a:srgbClr val="0070C0"/>
                </a:solidFill>
                <a:latin typeface="Arial" pitchFamily="34" charset="0"/>
                <a:cs typeface="Arial" pitchFamily="34" charset="0"/>
              </a:rPr>
              <a:t>Number of Observations Across the Groups</a:t>
            </a:r>
          </a:p>
        </p:txBody>
      </p:sp>
      <p:sp>
        <p:nvSpPr>
          <p:cNvPr id="2" name="TextBox 1">
            <a:extLst>
              <a:ext uri="{FF2B5EF4-FFF2-40B4-BE49-F238E27FC236}">
                <a16:creationId xmlns:a16="http://schemas.microsoft.com/office/drawing/2014/main" id="{EC3AB0BD-6BFD-236B-043C-3951757F6859}"/>
              </a:ext>
            </a:extLst>
          </p:cNvPr>
          <p:cNvSpPr txBox="1"/>
          <p:nvPr/>
        </p:nvSpPr>
        <p:spPr>
          <a:xfrm>
            <a:off x="570688" y="1252469"/>
            <a:ext cx="11050621" cy="3671005"/>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If for all features </a:t>
            </a:r>
            <a:r>
              <a:rPr lang="en-US" sz="2400" b="1" dirty="0">
                <a:solidFill>
                  <a:prstClr val="black"/>
                </a:solidFill>
                <a:latin typeface="Arial" panose="020B0604020202020204" pitchFamily="34" charset="0"/>
                <a:cs typeface="Arial" panose="020B0604020202020204" pitchFamily="34" charset="0"/>
              </a:rPr>
              <a:t>across groups</a:t>
            </a:r>
            <a:r>
              <a:rPr lang="en-US" sz="2400" dirty="0">
                <a:solidFill>
                  <a:prstClr val="black"/>
                </a:solidFill>
                <a:latin typeface="Arial" panose="020B0604020202020204" pitchFamily="34" charset="0"/>
                <a:cs typeface="Arial" panose="020B0604020202020204" pitchFamily="34" charset="0"/>
              </a:rPr>
              <a:t>, the number of entries may be different, say 10 in group 1 and 12 in group 2</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However, the number of observations may not be too different across groups</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condition is all features should be represented in each of the groups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All groups should have the same features</a:t>
            </a:r>
          </a:p>
        </p:txBody>
      </p:sp>
    </p:spTree>
    <p:extLst>
      <p:ext uri="{BB962C8B-B14F-4D97-AF65-F5344CB8AC3E}">
        <p14:creationId xmlns:p14="http://schemas.microsoft.com/office/powerpoint/2010/main" val="3504787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FD1098D-1591-EF5E-9420-5EB1EE634B8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0DD255C2-5271-16E8-7B5F-03FD4E6712DB}"/>
              </a:ext>
            </a:extLst>
          </p:cNvPr>
          <p:cNvSpPr>
            <a:spLocks noGrp="1"/>
          </p:cNvSpPr>
          <p:nvPr>
            <p:ph type="ctrTitle"/>
          </p:nvPr>
        </p:nvSpPr>
        <p:spPr>
          <a:xfrm>
            <a:off x="310431" y="359923"/>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Recommendations related to the minimum number of observations</a:t>
            </a:r>
          </a:p>
        </p:txBody>
      </p:sp>
      <p:sp>
        <p:nvSpPr>
          <p:cNvPr id="2" name="TextBox 1">
            <a:extLst>
              <a:ext uri="{FF2B5EF4-FFF2-40B4-BE49-F238E27FC236}">
                <a16:creationId xmlns:a16="http://schemas.microsoft.com/office/drawing/2014/main" id="{D0D750C4-49A1-192F-640A-C5DD4D5DBA71}"/>
              </a:ext>
            </a:extLst>
          </p:cNvPr>
          <p:cNvSpPr txBox="1"/>
          <p:nvPr/>
        </p:nvSpPr>
        <p:spPr>
          <a:xfrm>
            <a:off x="894946" y="1523090"/>
            <a:ext cx="10087583" cy="4409669"/>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Large differences in the relative group sizes will influence the estimation of the discriminant function(s) and the classification of the observations.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Regarding these considerations, the groups in our example are actually rather small (only 12 observations for each group), but they are just meant as an illustrative example.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DB33308-14C8-0379-1FEA-3443349FCED2}"/>
                  </a:ext>
                </a:extLst>
              </p14:cNvPr>
              <p14:cNvContentPartPr/>
              <p14:nvPr/>
            </p14:nvContentPartPr>
            <p14:xfrm>
              <a:off x="3767760" y="2829960"/>
              <a:ext cx="8160480" cy="3783240"/>
            </p14:xfrm>
          </p:contentPart>
        </mc:Choice>
        <mc:Fallback xmlns="">
          <p:pic>
            <p:nvPicPr>
              <p:cNvPr id="3" name="Ink 2">
                <a:extLst>
                  <a:ext uri="{FF2B5EF4-FFF2-40B4-BE49-F238E27FC236}">
                    <a16:creationId xmlns:a16="http://schemas.microsoft.com/office/drawing/2014/main" id="{1DB33308-14C8-0379-1FEA-3443349FCED2}"/>
                  </a:ext>
                </a:extLst>
              </p:cNvPr>
              <p:cNvPicPr/>
              <p:nvPr/>
            </p:nvPicPr>
            <p:blipFill>
              <a:blip r:embed="rId3"/>
              <a:stretch>
                <a:fillRect/>
              </a:stretch>
            </p:blipFill>
            <p:spPr>
              <a:xfrm>
                <a:off x="3758400" y="2820600"/>
                <a:ext cx="8179200" cy="3801960"/>
              </a:xfrm>
              <a:prstGeom prst="rect">
                <a:avLst/>
              </a:prstGeom>
            </p:spPr>
          </p:pic>
        </mc:Fallback>
      </mc:AlternateContent>
    </p:spTree>
    <p:extLst>
      <p:ext uri="{BB962C8B-B14F-4D97-AF65-F5344CB8AC3E}">
        <p14:creationId xmlns:p14="http://schemas.microsoft.com/office/powerpoint/2010/main" val="422469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CFD8B-92A2-6D05-B231-B1FFA5767BF8}"/>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F4D28B1-E583-4261-F93C-7A2A0640A110}"/>
              </a:ext>
            </a:extLst>
          </p:cNvPr>
          <p:cNvSpPr>
            <a:spLocks noGrp="1"/>
          </p:cNvSpPr>
          <p:nvPr>
            <p:ph type="ctrTitle"/>
          </p:nvPr>
        </p:nvSpPr>
        <p:spPr>
          <a:xfrm>
            <a:off x="424773" y="0"/>
            <a:ext cx="11571136" cy="589235"/>
          </a:xfrm>
        </p:spPr>
        <p:txBody>
          <a:bodyPr>
            <a:normAutofit/>
          </a:bodyPr>
          <a:lstStyle/>
          <a:p>
            <a:pPr algn="ctr"/>
            <a:r>
              <a:rPr lang="en-US" sz="3600" dirty="0">
                <a:solidFill>
                  <a:srgbClr val="0070C0"/>
                </a:solidFill>
                <a:latin typeface="Arial" pitchFamily="34" charset="0"/>
                <a:cs typeface="Arial" pitchFamily="34" charset="0"/>
              </a:rPr>
              <a:t>Participants Doubt: Ordinal to Metric</a:t>
            </a:r>
          </a:p>
        </p:txBody>
      </p:sp>
      <p:sp>
        <p:nvSpPr>
          <p:cNvPr id="2" name="TextBox 1">
            <a:extLst>
              <a:ext uri="{FF2B5EF4-FFF2-40B4-BE49-F238E27FC236}">
                <a16:creationId xmlns:a16="http://schemas.microsoft.com/office/drawing/2014/main" id="{D6B19AD9-CAC2-2D6C-AA40-457997F7E360}"/>
              </a:ext>
            </a:extLst>
          </p:cNvPr>
          <p:cNvSpPr txBox="1"/>
          <p:nvPr/>
        </p:nvSpPr>
        <p:spPr>
          <a:xfrm>
            <a:off x="196091" y="475755"/>
            <a:ext cx="11457645" cy="6455357"/>
          </a:xfrm>
          <a:prstGeom prst="rect">
            <a:avLst/>
          </a:prstGeom>
          <a:noFill/>
        </p:spPr>
        <p:txBody>
          <a:bodyPr wrap="square" rtlCol="0">
            <a:spAutoFit/>
          </a:bodyPr>
          <a:lstStyle/>
          <a:p>
            <a:pPr algn="just" defTabSz="1219170">
              <a:lnSpc>
                <a:spcPct val="200000"/>
              </a:lnSpc>
              <a:buClr>
                <a:srgbClr val="0000FF"/>
              </a:buClr>
            </a:pPr>
            <a:r>
              <a:rPr lang="en-US" sz="2100" b="1" dirty="0">
                <a:solidFill>
                  <a:prstClr val="black"/>
                </a:solidFill>
                <a:latin typeface="Arial" panose="020B0604020202020204" pitchFamily="34" charset="0"/>
                <a:cs typeface="Arial" panose="020B0604020202020204" pitchFamily="34" charset="0"/>
              </a:rPr>
              <a:t>In choosing a chocolate brand, customers rate taste and price in a 1 to 7 scale which is an ordinal variable.  How can it be used as a metric variable in linear discriminant analysis?</a:t>
            </a:r>
          </a:p>
          <a:p>
            <a:pPr marL="457200" indent="-457200" algn="just" defTabSz="1219170">
              <a:lnSpc>
                <a:spcPct val="200000"/>
              </a:lnSpc>
              <a:buClr>
                <a:srgbClr val="0000FF"/>
              </a:buClr>
              <a:buAutoNum type="alphaLcParenR"/>
            </a:pPr>
            <a:r>
              <a:rPr lang="en-US" sz="2100" dirty="0">
                <a:solidFill>
                  <a:prstClr val="black"/>
                </a:solidFill>
                <a:latin typeface="Arial" panose="020B0604020202020204" pitchFamily="34" charset="0"/>
                <a:cs typeface="Arial" panose="020B0604020202020204" pitchFamily="34" charset="0"/>
              </a:rPr>
              <a:t>Treat 1 - 7 ordinal scale as a metric variable by directly using the numeric values (1 through 7) assuming the steps between numbers represent equal intervals.</a:t>
            </a:r>
          </a:p>
          <a:p>
            <a:pPr marL="457200" indent="-457200" algn="just" defTabSz="1219170">
              <a:lnSpc>
                <a:spcPct val="200000"/>
              </a:lnSpc>
              <a:buClr>
                <a:srgbClr val="0000FF"/>
              </a:buClr>
              <a:buAutoNum type="alphaLcParenR"/>
            </a:pPr>
            <a:r>
              <a:rPr lang="en-US" sz="2100" dirty="0">
                <a:solidFill>
                  <a:prstClr val="black"/>
                </a:solidFill>
                <a:latin typeface="Arial" panose="020B0604020202020204" pitchFamily="34" charset="0"/>
                <a:cs typeface="Arial" panose="020B0604020202020204" pitchFamily="34" charset="0"/>
              </a:rPr>
              <a:t>We assume 7 is more and 1 is less (rating not ranking)</a:t>
            </a:r>
          </a:p>
          <a:p>
            <a:pPr marL="457200" indent="-457200" algn="just" defTabSz="1219170">
              <a:lnSpc>
                <a:spcPct val="200000"/>
              </a:lnSpc>
              <a:buClr>
                <a:srgbClr val="0000FF"/>
              </a:buClr>
              <a:buAutoNum type="alphaLcParenR"/>
            </a:pPr>
            <a:r>
              <a:rPr lang="en-US" sz="2100" dirty="0">
                <a:solidFill>
                  <a:prstClr val="black"/>
                </a:solidFill>
                <a:latin typeface="Arial" panose="020B0604020202020204" pitchFamily="34" charset="0"/>
                <a:cs typeface="Arial" panose="020B0604020202020204" pitchFamily="34" charset="0"/>
              </a:rPr>
              <a:t>Scales with 5 or more categories (like 1 to 7) behave very similarly to continuous interval data in statistical practice</a:t>
            </a:r>
          </a:p>
          <a:p>
            <a:pPr marL="457200" indent="-457200" algn="just" defTabSz="1219170">
              <a:lnSpc>
                <a:spcPct val="200000"/>
              </a:lnSpc>
              <a:buClr>
                <a:srgbClr val="0000FF"/>
              </a:buClr>
              <a:buAutoNum type="alphaLcParenR"/>
            </a:pPr>
            <a:r>
              <a:rPr lang="en-US" sz="2100" dirty="0">
                <a:solidFill>
                  <a:prstClr val="black"/>
                </a:solidFill>
                <a:latin typeface="Arial" panose="020B0604020202020204" pitchFamily="34" charset="0"/>
                <a:cs typeface="Arial" panose="020B0604020202020204" pitchFamily="34" charset="0"/>
              </a:rPr>
              <a:t>Option available to mathematically convert ordinal categories into </a:t>
            </a:r>
            <a:r>
              <a:rPr lang="en-US" sz="2100" dirty="0">
                <a:solidFill>
                  <a:srgbClr val="00B0F0"/>
                </a:solidFill>
                <a:latin typeface="Arial" panose="020B0604020202020204" pitchFamily="34" charset="0"/>
                <a:cs typeface="Arial" panose="020B0604020202020204" pitchFamily="34" charset="0"/>
              </a:rPr>
              <a:t>optimized metric values</a:t>
            </a:r>
            <a:r>
              <a:rPr lang="en-US" sz="2100" dirty="0">
                <a:solidFill>
                  <a:prstClr val="black"/>
                </a:solidFill>
                <a:latin typeface="Arial" panose="020B0604020202020204" pitchFamily="34" charset="0"/>
                <a:cs typeface="Arial" panose="020B0604020202020204" pitchFamily="34" charset="0"/>
              </a:rPr>
              <a:t> before applying LDA (needs to be explored)</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44312E5-1410-D226-531A-34CD2935C41D}"/>
                  </a:ext>
                </a:extLst>
              </p14:cNvPr>
              <p14:cNvContentPartPr/>
              <p14:nvPr/>
            </p14:nvContentPartPr>
            <p14:xfrm>
              <a:off x="2203920" y="3764880"/>
              <a:ext cx="4678920" cy="2979360"/>
            </p14:xfrm>
          </p:contentPart>
        </mc:Choice>
        <mc:Fallback xmlns="">
          <p:pic>
            <p:nvPicPr>
              <p:cNvPr id="3" name="Ink 2">
                <a:extLst>
                  <a:ext uri="{FF2B5EF4-FFF2-40B4-BE49-F238E27FC236}">
                    <a16:creationId xmlns:a16="http://schemas.microsoft.com/office/drawing/2014/main" id="{744312E5-1410-D226-531A-34CD2935C41D}"/>
                  </a:ext>
                </a:extLst>
              </p:cNvPr>
              <p:cNvPicPr/>
              <p:nvPr/>
            </p:nvPicPr>
            <p:blipFill>
              <a:blip r:embed="rId3"/>
              <a:stretch>
                <a:fillRect/>
              </a:stretch>
            </p:blipFill>
            <p:spPr>
              <a:xfrm>
                <a:off x="2194560" y="3755520"/>
                <a:ext cx="4697640" cy="2998080"/>
              </a:xfrm>
              <a:prstGeom prst="rect">
                <a:avLst/>
              </a:prstGeom>
            </p:spPr>
          </p:pic>
        </mc:Fallback>
      </mc:AlternateContent>
    </p:spTree>
    <p:extLst>
      <p:ext uri="{BB962C8B-B14F-4D97-AF65-F5344CB8AC3E}">
        <p14:creationId xmlns:p14="http://schemas.microsoft.com/office/powerpoint/2010/main" val="3872505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D204-E9C0-8724-545F-EA719A54971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BC74556-8736-786A-24BF-F094EFB92991}"/>
              </a:ext>
            </a:extLst>
          </p:cNvPr>
          <p:cNvSpPr>
            <a:spLocks noGrp="1"/>
          </p:cNvSpPr>
          <p:nvPr>
            <p:ph type="ctrTitle"/>
          </p:nvPr>
        </p:nvSpPr>
        <p:spPr>
          <a:xfrm>
            <a:off x="424773" y="0"/>
            <a:ext cx="11571136" cy="589235"/>
          </a:xfrm>
        </p:spPr>
        <p:txBody>
          <a:bodyPr>
            <a:normAutofit/>
          </a:bodyPr>
          <a:lstStyle/>
          <a:p>
            <a:pPr algn="ctr"/>
            <a:r>
              <a:rPr lang="en-US" sz="3600" dirty="0">
                <a:solidFill>
                  <a:srgbClr val="0070C0"/>
                </a:solidFill>
                <a:latin typeface="Arial" pitchFamily="34" charset="0"/>
                <a:cs typeface="Arial" pitchFamily="34" charset="0"/>
              </a:rPr>
              <a:t>Participants Doubt: Ordinal to Metric</a:t>
            </a:r>
          </a:p>
        </p:txBody>
      </p:sp>
      <p:sp>
        <p:nvSpPr>
          <p:cNvPr id="2" name="TextBox 1">
            <a:extLst>
              <a:ext uri="{FF2B5EF4-FFF2-40B4-BE49-F238E27FC236}">
                <a16:creationId xmlns:a16="http://schemas.microsoft.com/office/drawing/2014/main" id="{627238FF-1AD8-CD07-D50B-42124580BA11}"/>
              </a:ext>
            </a:extLst>
          </p:cNvPr>
          <p:cNvSpPr txBox="1"/>
          <p:nvPr/>
        </p:nvSpPr>
        <p:spPr>
          <a:xfrm>
            <a:off x="367177" y="816225"/>
            <a:ext cx="11457645" cy="5536837"/>
          </a:xfrm>
          <a:prstGeom prst="rect">
            <a:avLst/>
          </a:prstGeom>
          <a:noFill/>
        </p:spPr>
        <p:txBody>
          <a:bodyPr wrap="square" rtlCol="0">
            <a:spAutoFit/>
          </a:bodyPr>
          <a:lstStyle/>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In choosing a chocolate brand, customers rate taste and price in a 1 to 7 scale which is an ordinal variable.  How can it be used as a metric variable in linear discriminant analysis?</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It is obviously an approximation</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There are several ordered categories (e.g., 7 rather than only 2–3).</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The categories are reasonably evenly spaced.</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The distribution is not extremely skewed. If the rating distribution for both taste and price is unimodal, relatively symmetrical, and lacks extreme skewness</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The sample size is reasonably large.</a:t>
            </a:r>
          </a:p>
          <a:p>
            <a:pPr marL="457200" indent="-457200" algn="just" defTabSz="1219170">
              <a:lnSpc>
                <a:spcPct val="200000"/>
              </a:lnSpc>
              <a:buClr>
                <a:srgbClr val="0000FF"/>
              </a:buClr>
              <a:buAutoNum type="alphaLcParenR"/>
            </a:pPr>
            <a:r>
              <a:rPr lang="en-US" sz="2000" dirty="0">
                <a:solidFill>
                  <a:prstClr val="black"/>
                </a:solidFill>
                <a:latin typeface="Arial" panose="020B0604020202020204" pitchFamily="34" charset="0"/>
                <a:cs typeface="Arial" panose="020B0604020202020204" pitchFamily="34" charset="0"/>
              </a:rPr>
              <a:t>The analysis is intended to capture an approximately linear relationship.</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575602-9F31-547F-AC03-CB8248884F62}"/>
                  </a:ext>
                </a:extLst>
              </p14:cNvPr>
              <p14:cNvContentPartPr/>
              <p14:nvPr/>
            </p14:nvContentPartPr>
            <p14:xfrm>
              <a:off x="2939033" y="4515360"/>
              <a:ext cx="2629080" cy="76320"/>
            </p14:xfrm>
          </p:contentPart>
        </mc:Choice>
        <mc:Fallback xmlns="">
          <p:pic>
            <p:nvPicPr>
              <p:cNvPr id="3" name="Ink 2">
                <a:extLst>
                  <a:ext uri="{FF2B5EF4-FFF2-40B4-BE49-F238E27FC236}">
                    <a16:creationId xmlns:a16="http://schemas.microsoft.com/office/drawing/2014/main" id="{2B575602-9F31-547F-AC03-CB8248884F62}"/>
                  </a:ext>
                </a:extLst>
              </p:cNvPr>
              <p:cNvPicPr/>
              <p:nvPr/>
            </p:nvPicPr>
            <p:blipFill>
              <a:blip r:embed="rId3"/>
              <a:stretch>
                <a:fillRect/>
              </a:stretch>
            </p:blipFill>
            <p:spPr>
              <a:xfrm>
                <a:off x="2934713" y="4511040"/>
                <a:ext cx="263772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76A84D0-38E6-E430-4886-73F8F4C211E8}"/>
                  </a:ext>
                </a:extLst>
              </p14:cNvPr>
              <p14:cNvContentPartPr/>
              <p14:nvPr/>
            </p14:nvContentPartPr>
            <p14:xfrm>
              <a:off x="828713" y="5023320"/>
              <a:ext cx="3632040" cy="115560"/>
            </p14:xfrm>
          </p:contentPart>
        </mc:Choice>
        <mc:Fallback xmlns="">
          <p:pic>
            <p:nvPicPr>
              <p:cNvPr id="4" name="Ink 3">
                <a:extLst>
                  <a:ext uri="{FF2B5EF4-FFF2-40B4-BE49-F238E27FC236}">
                    <a16:creationId xmlns:a16="http://schemas.microsoft.com/office/drawing/2014/main" id="{476A84D0-38E6-E430-4886-73F8F4C211E8}"/>
                  </a:ext>
                </a:extLst>
              </p:cNvPr>
              <p:cNvPicPr/>
              <p:nvPr/>
            </p:nvPicPr>
            <p:blipFill>
              <a:blip r:embed="rId5"/>
              <a:stretch>
                <a:fillRect/>
              </a:stretch>
            </p:blipFill>
            <p:spPr>
              <a:xfrm>
                <a:off x="822593" y="5017200"/>
                <a:ext cx="3644280" cy="127800"/>
              </a:xfrm>
              <a:prstGeom prst="rect">
                <a:avLst/>
              </a:prstGeom>
            </p:spPr>
          </p:pic>
        </mc:Fallback>
      </mc:AlternateContent>
      <p:grpSp>
        <p:nvGrpSpPr>
          <p:cNvPr id="8" name="Group 7">
            <a:extLst>
              <a:ext uri="{FF2B5EF4-FFF2-40B4-BE49-F238E27FC236}">
                <a16:creationId xmlns:a16="http://schemas.microsoft.com/office/drawing/2014/main" id="{87CA94B5-A201-88F9-2D61-F4C2D0F1E1FC}"/>
              </a:ext>
            </a:extLst>
          </p:cNvPr>
          <p:cNvGrpSpPr/>
          <p:nvPr/>
        </p:nvGrpSpPr>
        <p:grpSpPr>
          <a:xfrm>
            <a:off x="3124793" y="5419320"/>
            <a:ext cx="2965320" cy="428040"/>
            <a:chOff x="3124793" y="5419320"/>
            <a:chExt cx="2965320" cy="42804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A002445-AE18-B9EE-2F99-A5485C84D100}"/>
                    </a:ext>
                  </a:extLst>
                </p14:cNvPr>
                <p14:cNvContentPartPr/>
                <p14:nvPr/>
              </p14:nvContentPartPr>
              <p14:xfrm>
                <a:off x="3124793" y="5767080"/>
                <a:ext cx="1811160" cy="80280"/>
              </p14:xfrm>
            </p:contentPart>
          </mc:Choice>
          <mc:Fallback xmlns="">
            <p:pic>
              <p:nvPicPr>
                <p:cNvPr id="5" name="Ink 4">
                  <a:extLst>
                    <a:ext uri="{FF2B5EF4-FFF2-40B4-BE49-F238E27FC236}">
                      <a16:creationId xmlns:a16="http://schemas.microsoft.com/office/drawing/2014/main" id="{AA002445-AE18-B9EE-2F99-A5485C84D100}"/>
                    </a:ext>
                  </a:extLst>
                </p:cNvPr>
                <p:cNvPicPr/>
                <p:nvPr/>
              </p:nvPicPr>
              <p:blipFill>
                <a:blip r:embed="rId7"/>
                <a:stretch>
                  <a:fillRect/>
                </a:stretch>
              </p:blipFill>
              <p:spPr>
                <a:xfrm>
                  <a:off x="3118673" y="5760960"/>
                  <a:ext cx="18234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B38E1405-C992-7193-93C2-6CF34F1906BE}"/>
                    </a:ext>
                  </a:extLst>
                </p14:cNvPr>
                <p14:cNvContentPartPr/>
                <p14:nvPr/>
              </p14:nvContentPartPr>
              <p14:xfrm>
                <a:off x="5407553" y="5419320"/>
                <a:ext cx="53640" cy="308160"/>
              </p14:xfrm>
            </p:contentPart>
          </mc:Choice>
          <mc:Fallback xmlns="">
            <p:pic>
              <p:nvPicPr>
                <p:cNvPr id="6" name="Ink 5">
                  <a:extLst>
                    <a:ext uri="{FF2B5EF4-FFF2-40B4-BE49-F238E27FC236}">
                      <a16:creationId xmlns:a16="http://schemas.microsoft.com/office/drawing/2014/main" id="{B38E1405-C992-7193-93C2-6CF34F1906BE}"/>
                    </a:ext>
                  </a:extLst>
                </p:cNvPr>
                <p:cNvPicPr/>
                <p:nvPr/>
              </p:nvPicPr>
              <p:blipFill>
                <a:blip r:embed="rId9"/>
                <a:stretch>
                  <a:fillRect/>
                </a:stretch>
              </p:blipFill>
              <p:spPr>
                <a:xfrm>
                  <a:off x="5401433" y="5413200"/>
                  <a:ext cx="6588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0F622C3B-86A9-254C-8892-10EBBCF23479}"/>
                    </a:ext>
                  </a:extLst>
                </p14:cNvPr>
                <p14:cNvContentPartPr/>
                <p14:nvPr/>
              </p14:nvContentPartPr>
              <p14:xfrm>
                <a:off x="5566313" y="5455320"/>
                <a:ext cx="523800" cy="226080"/>
              </p14:xfrm>
            </p:contentPart>
          </mc:Choice>
          <mc:Fallback xmlns="">
            <p:pic>
              <p:nvPicPr>
                <p:cNvPr id="7" name="Ink 6">
                  <a:extLst>
                    <a:ext uri="{FF2B5EF4-FFF2-40B4-BE49-F238E27FC236}">
                      <a16:creationId xmlns:a16="http://schemas.microsoft.com/office/drawing/2014/main" id="{0F622C3B-86A9-254C-8892-10EBBCF23479}"/>
                    </a:ext>
                  </a:extLst>
                </p:cNvPr>
                <p:cNvPicPr/>
                <p:nvPr/>
              </p:nvPicPr>
              <p:blipFill>
                <a:blip r:embed="rId11"/>
                <a:stretch>
                  <a:fillRect/>
                </a:stretch>
              </p:blipFill>
              <p:spPr>
                <a:xfrm>
                  <a:off x="5560193" y="5449200"/>
                  <a:ext cx="536040" cy="238320"/>
                </a:xfrm>
                <a:prstGeom prst="rect">
                  <a:avLst/>
                </a:prstGeom>
              </p:spPr>
            </p:pic>
          </mc:Fallback>
        </mc:AlternateContent>
      </p:grpSp>
      <p:grpSp>
        <p:nvGrpSpPr>
          <p:cNvPr id="32" name="Group 31">
            <a:extLst>
              <a:ext uri="{FF2B5EF4-FFF2-40B4-BE49-F238E27FC236}">
                <a16:creationId xmlns:a16="http://schemas.microsoft.com/office/drawing/2014/main" id="{247C0A6E-66DD-C302-E7E1-4A369CC15AEA}"/>
              </a:ext>
            </a:extLst>
          </p:cNvPr>
          <p:cNvGrpSpPr/>
          <p:nvPr/>
        </p:nvGrpSpPr>
        <p:grpSpPr>
          <a:xfrm>
            <a:off x="9166673" y="4685640"/>
            <a:ext cx="2347200" cy="1301400"/>
            <a:chOff x="9166673" y="4685640"/>
            <a:chExt cx="2347200" cy="130140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7B736B7-F93E-8823-E82B-D012A07037E0}"/>
                    </a:ext>
                  </a:extLst>
                </p14:cNvPr>
                <p14:cNvContentPartPr/>
                <p14:nvPr/>
              </p14:nvContentPartPr>
              <p14:xfrm>
                <a:off x="9166673" y="5305560"/>
                <a:ext cx="171360" cy="274320"/>
              </p14:xfrm>
            </p:contentPart>
          </mc:Choice>
          <mc:Fallback xmlns="">
            <p:pic>
              <p:nvPicPr>
                <p:cNvPr id="9" name="Ink 8">
                  <a:extLst>
                    <a:ext uri="{FF2B5EF4-FFF2-40B4-BE49-F238E27FC236}">
                      <a16:creationId xmlns:a16="http://schemas.microsoft.com/office/drawing/2014/main" id="{F7B736B7-F93E-8823-E82B-D012A07037E0}"/>
                    </a:ext>
                  </a:extLst>
                </p:cNvPr>
                <p:cNvPicPr/>
                <p:nvPr/>
              </p:nvPicPr>
              <p:blipFill>
                <a:blip r:embed="rId13"/>
                <a:stretch>
                  <a:fillRect/>
                </a:stretch>
              </p:blipFill>
              <p:spPr>
                <a:xfrm>
                  <a:off x="9160553" y="5299440"/>
                  <a:ext cx="1836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F9CD7AE9-9AE2-4A54-3BA4-D54B4AE53B20}"/>
                    </a:ext>
                  </a:extLst>
                </p14:cNvPr>
                <p14:cNvContentPartPr/>
                <p14:nvPr/>
              </p14:nvContentPartPr>
              <p14:xfrm>
                <a:off x="9357833" y="5449560"/>
                <a:ext cx="63360" cy="100080"/>
              </p14:xfrm>
            </p:contentPart>
          </mc:Choice>
          <mc:Fallback xmlns="">
            <p:pic>
              <p:nvPicPr>
                <p:cNvPr id="10" name="Ink 9">
                  <a:extLst>
                    <a:ext uri="{FF2B5EF4-FFF2-40B4-BE49-F238E27FC236}">
                      <a16:creationId xmlns:a16="http://schemas.microsoft.com/office/drawing/2014/main" id="{F9CD7AE9-9AE2-4A54-3BA4-D54B4AE53B20}"/>
                    </a:ext>
                  </a:extLst>
                </p:cNvPr>
                <p:cNvPicPr/>
                <p:nvPr/>
              </p:nvPicPr>
              <p:blipFill>
                <a:blip r:embed="rId15"/>
                <a:stretch>
                  <a:fillRect/>
                </a:stretch>
              </p:blipFill>
              <p:spPr>
                <a:xfrm>
                  <a:off x="9351713" y="5443440"/>
                  <a:ext cx="7560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C472C208-E6DC-1224-31D3-CD39BD79A9DE}"/>
                    </a:ext>
                  </a:extLst>
                </p14:cNvPr>
                <p14:cNvContentPartPr/>
                <p14:nvPr/>
              </p14:nvContentPartPr>
              <p14:xfrm>
                <a:off x="9327233" y="5367120"/>
                <a:ext cx="9360" cy="18720"/>
              </p14:xfrm>
            </p:contentPart>
          </mc:Choice>
          <mc:Fallback xmlns="">
            <p:pic>
              <p:nvPicPr>
                <p:cNvPr id="11" name="Ink 10">
                  <a:extLst>
                    <a:ext uri="{FF2B5EF4-FFF2-40B4-BE49-F238E27FC236}">
                      <a16:creationId xmlns:a16="http://schemas.microsoft.com/office/drawing/2014/main" id="{C472C208-E6DC-1224-31D3-CD39BD79A9DE}"/>
                    </a:ext>
                  </a:extLst>
                </p:cNvPr>
                <p:cNvPicPr/>
                <p:nvPr/>
              </p:nvPicPr>
              <p:blipFill>
                <a:blip r:embed="rId17"/>
                <a:stretch>
                  <a:fillRect/>
                </a:stretch>
              </p:blipFill>
              <p:spPr>
                <a:xfrm>
                  <a:off x="9321113" y="5361000"/>
                  <a:ext cx="21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73B4BE05-6546-096D-366B-3EB2FD2EBEB7}"/>
                    </a:ext>
                  </a:extLst>
                </p14:cNvPr>
                <p14:cNvContentPartPr/>
                <p14:nvPr/>
              </p14:nvContentPartPr>
              <p14:xfrm>
                <a:off x="9421553" y="5423640"/>
                <a:ext cx="136080" cy="89280"/>
              </p14:xfrm>
            </p:contentPart>
          </mc:Choice>
          <mc:Fallback xmlns="">
            <p:pic>
              <p:nvPicPr>
                <p:cNvPr id="12" name="Ink 11">
                  <a:extLst>
                    <a:ext uri="{FF2B5EF4-FFF2-40B4-BE49-F238E27FC236}">
                      <a16:creationId xmlns:a16="http://schemas.microsoft.com/office/drawing/2014/main" id="{73B4BE05-6546-096D-366B-3EB2FD2EBEB7}"/>
                    </a:ext>
                  </a:extLst>
                </p:cNvPr>
                <p:cNvPicPr/>
                <p:nvPr/>
              </p:nvPicPr>
              <p:blipFill>
                <a:blip r:embed="rId19"/>
                <a:stretch>
                  <a:fillRect/>
                </a:stretch>
              </p:blipFill>
              <p:spPr>
                <a:xfrm>
                  <a:off x="9415433" y="5417520"/>
                  <a:ext cx="1483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0C4E0209-43AA-7C7C-BEDA-D114E23F17C3}"/>
                    </a:ext>
                  </a:extLst>
                </p14:cNvPr>
                <p14:cNvContentPartPr/>
                <p14:nvPr/>
              </p14:nvContentPartPr>
              <p14:xfrm>
                <a:off x="9573473" y="5353800"/>
                <a:ext cx="119160" cy="83520"/>
              </p14:xfrm>
            </p:contentPart>
          </mc:Choice>
          <mc:Fallback xmlns="">
            <p:pic>
              <p:nvPicPr>
                <p:cNvPr id="13" name="Ink 12">
                  <a:extLst>
                    <a:ext uri="{FF2B5EF4-FFF2-40B4-BE49-F238E27FC236}">
                      <a16:creationId xmlns:a16="http://schemas.microsoft.com/office/drawing/2014/main" id="{0C4E0209-43AA-7C7C-BEDA-D114E23F17C3}"/>
                    </a:ext>
                  </a:extLst>
                </p:cNvPr>
                <p:cNvPicPr/>
                <p:nvPr/>
              </p:nvPicPr>
              <p:blipFill>
                <a:blip r:embed="rId21"/>
                <a:stretch>
                  <a:fillRect/>
                </a:stretch>
              </p:blipFill>
              <p:spPr>
                <a:xfrm>
                  <a:off x="9567353" y="5347680"/>
                  <a:ext cx="1314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10101EC8-955E-BCFE-179B-94795EB6E80A}"/>
                    </a:ext>
                  </a:extLst>
                </p14:cNvPr>
                <p14:cNvContentPartPr/>
                <p14:nvPr/>
              </p14:nvContentPartPr>
              <p14:xfrm>
                <a:off x="9703433" y="5321040"/>
                <a:ext cx="108360" cy="77760"/>
              </p14:xfrm>
            </p:contentPart>
          </mc:Choice>
          <mc:Fallback xmlns="">
            <p:pic>
              <p:nvPicPr>
                <p:cNvPr id="14" name="Ink 13">
                  <a:extLst>
                    <a:ext uri="{FF2B5EF4-FFF2-40B4-BE49-F238E27FC236}">
                      <a16:creationId xmlns:a16="http://schemas.microsoft.com/office/drawing/2014/main" id="{10101EC8-955E-BCFE-179B-94795EB6E80A}"/>
                    </a:ext>
                  </a:extLst>
                </p:cNvPr>
                <p:cNvPicPr/>
                <p:nvPr/>
              </p:nvPicPr>
              <p:blipFill>
                <a:blip r:embed="rId23"/>
                <a:stretch>
                  <a:fillRect/>
                </a:stretch>
              </p:blipFill>
              <p:spPr>
                <a:xfrm>
                  <a:off x="9697313" y="5314920"/>
                  <a:ext cx="1206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3F829570-5FC2-8683-830E-6C9267336F0E}"/>
                    </a:ext>
                  </a:extLst>
                </p14:cNvPr>
                <p14:cNvContentPartPr/>
                <p14:nvPr/>
              </p14:nvContentPartPr>
              <p14:xfrm>
                <a:off x="9823673" y="5242920"/>
                <a:ext cx="55440" cy="90360"/>
              </p14:xfrm>
            </p:contentPart>
          </mc:Choice>
          <mc:Fallback xmlns="">
            <p:pic>
              <p:nvPicPr>
                <p:cNvPr id="15" name="Ink 14">
                  <a:extLst>
                    <a:ext uri="{FF2B5EF4-FFF2-40B4-BE49-F238E27FC236}">
                      <a16:creationId xmlns:a16="http://schemas.microsoft.com/office/drawing/2014/main" id="{3F829570-5FC2-8683-830E-6C9267336F0E}"/>
                    </a:ext>
                  </a:extLst>
                </p:cNvPr>
                <p:cNvPicPr/>
                <p:nvPr/>
              </p:nvPicPr>
              <p:blipFill>
                <a:blip r:embed="rId25"/>
                <a:stretch>
                  <a:fillRect/>
                </a:stretch>
              </p:blipFill>
              <p:spPr>
                <a:xfrm>
                  <a:off x="9817553" y="5236800"/>
                  <a:ext cx="676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42A8E160-E64B-882E-FC51-F130429DCF37}"/>
                    </a:ext>
                  </a:extLst>
                </p14:cNvPr>
                <p14:cNvContentPartPr/>
                <p14:nvPr/>
              </p14:nvContentPartPr>
              <p14:xfrm>
                <a:off x="10019873" y="5115840"/>
                <a:ext cx="116640" cy="119880"/>
              </p14:xfrm>
            </p:contentPart>
          </mc:Choice>
          <mc:Fallback xmlns="">
            <p:pic>
              <p:nvPicPr>
                <p:cNvPr id="16" name="Ink 15">
                  <a:extLst>
                    <a:ext uri="{FF2B5EF4-FFF2-40B4-BE49-F238E27FC236}">
                      <a16:creationId xmlns:a16="http://schemas.microsoft.com/office/drawing/2014/main" id="{42A8E160-E64B-882E-FC51-F130429DCF37}"/>
                    </a:ext>
                  </a:extLst>
                </p:cNvPr>
                <p:cNvPicPr/>
                <p:nvPr/>
              </p:nvPicPr>
              <p:blipFill>
                <a:blip r:embed="rId27"/>
                <a:stretch>
                  <a:fillRect/>
                </a:stretch>
              </p:blipFill>
              <p:spPr>
                <a:xfrm>
                  <a:off x="10013753" y="5109720"/>
                  <a:ext cx="1288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FFF0AF5C-0DC0-39CF-58F0-D67435798D5F}"/>
                    </a:ext>
                  </a:extLst>
                </p14:cNvPr>
                <p14:cNvContentPartPr/>
                <p14:nvPr/>
              </p14:nvContentPartPr>
              <p14:xfrm>
                <a:off x="10131473" y="4989120"/>
                <a:ext cx="107280" cy="185040"/>
              </p14:xfrm>
            </p:contentPart>
          </mc:Choice>
          <mc:Fallback xmlns="">
            <p:pic>
              <p:nvPicPr>
                <p:cNvPr id="17" name="Ink 16">
                  <a:extLst>
                    <a:ext uri="{FF2B5EF4-FFF2-40B4-BE49-F238E27FC236}">
                      <a16:creationId xmlns:a16="http://schemas.microsoft.com/office/drawing/2014/main" id="{FFF0AF5C-0DC0-39CF-58F0-D67435798D5F}"/>
                    </a:ext>
                  </a:extLst>
                </p:cNvPr>
                <p:cNvPicPr/>
                <p:nvPr/>
              </p:nvPicPr>
              <p:blipFill>
                <a:blip r:embed="rId29"/>
                <a:stretch>
                  <a:fillRect/>
                </a:stretch>
              </p:blipFill>
              <p:spPr>
                <a:xfrm>
                  <a:off x="10125353" y="4983000"/>
                  <a:ext cx="1195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940C5F39-F923-ABFD-C4C2-612473BC4768}"/>
                    </a:ext>
                  </a:extLst>
                </p14:cNvPr>
                <p14:cNvContentPartPr/>
                <p14:nvPr/>
              </p14:nvContentPartPr>
              <p14:xfrm>
                <a:off x="10258913" y="4975080"/>
                <a:ext cx="335520" cy="164880"/>
              </p14:xfrm>
            </p:contentPart>
          </mc:Choice>
          <mc:Fallback xmlns="">
            <p:pic>
              <p:nvPicPr>
                <p:cNvPr id="18" name="Ink 17">
                  <a:extLst>
                    <a:ext uri="{FF2B5EF4-FFF2-40B4-BE49-F238E27FC236}">
                      <a16:creationId xmlns:a16="http://schemas.microsoft.com/office/drawing/2014/main" id="{940C5F39-F923-ABFD-C4C2-612473BC4768}"/>
                    </a:ext>
                  </a:extLst>
                </p:cNvPr>
                <p:cNvPicPr/>
                <p:nvPr/>
              </p:nvPicPr>
              <p:blipFill>
                <a:blip r:embed="rId31"/>
                <a:stretch>
                  <a:fillRect/>
                </a:stretch>
              </p:blipFill>
              <p:spPr>
                <a:xfrm>
                  <a:off x="10252793" y="4968960"/>
                  <a:ext cx="3477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DA9CAB9F-A67E-2542-2BF4-BA3FCE554AB2}"/>
                    </a:ext>
                  </a:extLst>
                </p14:cNvPr>
                <p14:cNvContentPartPr/>
                <p14:nvPr/>
              </p14:nvContentPartPr>
              <p14:xfrm>
                <a:off x="10637273" y="4940880"/>
                <a:ext cx="27720" cy="51120"/>
              </p14:xfrm>
            </p:contentPart>
          </mc:Choice>
          <mc:Fallback xmlns="">
            <p:pic>
              <p:nvPicPr>
                <p:cNvPr id="19" name="Ink 18">
                  <a:extLst>
                    <a:ext uri="{FF2B5EF4-FFF2-40B4-BE49-F238E27FC236}">
                      <a16:creationId xmlns:a16="http://schemas.microsoft.com/office/drawing/2014/main" id="{DA9CAB9F-A67E-2542-2BF4-BA3FCE554AB2}"/>
                    </a:ext>
                  </a:extLst>
                </p:cNvPr>
                <p:cNvPicPr/>
                <p:nvPr/>
              </p:nvPicPr>
              <p:blipFill>
                <a:blip r:embed="rId33"/>
                <a:stretch>
                  <a:fillRect/>
                </a:stretch>
              </p:blipFill>
              <p:spPr>
                <a:xfrm>
                  <a:off x="10631153" y="4934760"/>
                  <a:ext cx="399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39B464C7-4560-F1DC-B928-2A452F9456D2}"/>
                    </a:ext>
                  </a:extLst>
                </p14:cNvPr>
                <p14:cNvContentPartPr/>
                <p14:nvPr/>
              </p14:nvContentPartPr>
              <p14:xfrm>
                <a:off x="10606313" y="4834680"/>
                <a:ext cx="30960" cy="36360"/>
              </p14:xfrm>
            </p:contentPart>
          </mc:Choice>
          <mc:Fallback xmlns="">
            <p:pic>
              <p:nvPicPr>
                <p:cNvPr id="20" name="Ink 19">
                  <a:extLst>
                    <a:ext uri="{FF2B5EF4-FFF2-40B4-BE49-F238E27FC236}">
                      <a16:creationId xmlns:a16="http://schemas.microsoft.com/office/drawing/2014/main" id="{39B464C7-4560-F1DC-B928-2A452F9456D2}"/>
                    </a:ext>
                  </a:extLst>
                </p:cNvPr>
                <p:cNvPicPr/>
                <p:nvPr/>
              </p:nvPicPr>
              <p:blipFill>
                <a:blip r:embed="rId35"/>
                <a:stretch>
                  <a:fillRect/>
                </a:stretch>
              </p:blipFill>
              <p:spPr>
                <a:xfrm>
                  <a:off x="10600193" y="4828560"/>
                  <a:ext cx="432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65073062-FB5D-9231-14E7-EF20DD93AA8A}"/>
                    </a:ext>
                  </a:extLst>
                </p14:cNvPr>
                <p14:cNvContentPartPr/>
                <p14:nvPr/>
              </p14:nvContentPartPr>
              <p14:xfrm>
                <a:off x="10722233" y="4787880"/>
                <a:ext cx="69840" cy="306720"/>
              </p14:xfrm>
            </p:contentPart>
          </mc:Choice>
          <mc:Fallback xmlns="">
            <p:pic>
              <p:nvPicPr>
                <p:cNvPr id="21" name="Ink 20">
                  <a:extLst>
                    <a:ext uri="{FF2B5EF4-FFF2-40B4-BE49-F238E27FC236}">
                      <a16:creationId xmlns:a16="http://schemas.microsoft.com/office/drawing/2014/main" id="{65073062-FB5D-9231-14E7-EF20DD93AA8A}"/>
                    </a:ext>
                  </a:extLst>
                </p:cNvPr>
                <p:cNvPicPr/>
                <p:nvPr/>
              </p:nvPicPr>
              <p:blipFill>
                <a:blip r:embed="rId37"/>
                <a:stretch>
                  <a:fillRect/>
                </a:stretch>
              </p:blipFill>
              <p:spPr>
                <a:xfrm>
                  <a:off x="10716113" y="4781760"/>
                  <a:ext cx="8208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EC69A408-B20A-A67E-7D7A-05A0A89ED876}"/>
                    </a:ext>
                  </a:extLst>
                </p14:cNvPr>
                <p14:cNvContentPartPr/>
                <p14:nvPr/>
              </p14:nvContentPartPr>
              <p14:xfrm>
                <a:off x="10717193" y="4938000"/>
                <a:ext cx="119880" cy="73800"/>
              </p14:xfrm>
            </p:contentPart>
          </mc:Choice>
          <mc:Fallback xmlns="">
            <p:pic>
              <p:nvPicPr>
                <p:cNvPr id="22" name="Ink 21">
                  <a:extLst>
                    <a:ext uri="{FF2B5EF4-FFF2-40B4-BE49-F238E27FC236}">
                      <a16:creationId xmlns:a16="http://schemas.microsoft.com/office/drawing/2014/main" id="{EC69A408-B20A-A67E-7D7A-05A0A89ED876}"/>
                    </a:ext>
                  </a:extLst>
                </p:cNvPr>
                <p:cNvPicPr/>
                <p:nvPr/>
              </p:nvPicPr>
              <p:blipFill>
                <a:blip r:embed="rId39"/>
                <a:stretch>
                  <a:fillRect/>
                </a:stretch>
              </p:blipFill>
              <p:spPr>
                <a:xfrm>
                  <a:off x="10711073" y="4931880"/>
                  <a:ext cx="132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43A15AC-9F8D-46CB-96FA-CFD8FA7B234D}"/>
                    </a:ext>
                  </a:extLst>
                </p14:cNvPr>
                <p14:cNvContentPartPr/>
                <p14:nvPr/>
              </p14:nvContentPartPr>
              <p14:xfrm>
                <a:off x="10783793" y="4841160"/>
                <a:ext cx="21960" cy="9000"/>
              </p14:xfrm>
            </p:contentPart>
          </mc:Choice>
          <mc:Fallback xmlns="">
            <p:pic>
              <p:nvPicPr>
                <p:cNvPr id="23" name="Ink 22">
                  <a:extLst>
                    <a:ext uri="{FF2B5EF4-FFF2-40B4-BE49-F238E27FC236}">
                      <a16:creationId xmlns:a16="http://schemas.microsoft.com/office/drawing/2014/main" id="{043A15AC-9F8D-46CB-96FA-CFD8FA7B234D}"/>
                    </a:ext>
                  </a:extLst>
                </p:cNvPr>
                <p:cNvPicPr/>
                <p:nvPr/>
              </p:nvPicPr>
              <p:blipFill>
                <a:blip r:embed="rId41"/>
                <a:stretch>
                  <a:fillRect/>
                </a:stretch>
              </p:blipFill>
              <p:spPr>
                <a:xfrm>
                  <a:off x="10777673" y="4835040"/>
                  <a:ext cx="342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8C392B67-5DFB-F832-DF96-C73CE2FE73A3}"/>
                    </a:ext>
                  </a:extLst>
                </p14:cNvPr>
                <p14:cNvContentPartPr/>
                <p14:nvPr/>
              </p14:nvContentPartPr>
              <p14:xfrm>
                <a:off x="10857593" y="4850880"/>
                <a:ext cx="234000" cy="99360"/>
              </p14:xfrm>
            </p:contentPart>
          </mc:Choice>
          <mc:Fallback xmlns="">
            <p:pic>
              <p:nvPicPr>
                <p:cNvPr id="24" name="Ink 23">
                  <a:extLst>
                    <a:ext uri="{FF2B5EF4-FFF2-40B4-BE49-F238E27FC236}">
                      <a16:creationId xmlns:a16="http://schemas.microsoft.com/office/drawing/2014/main" id="{8C392B67-5DFB-F832-DF96-C73CE2FE73A3}"/>
                    </a:ext>
                  </a:extLst>
                </p:cNvPr>
                <p:cNvPicPr/>
                <p:nvPr/>
              </p:nvPicPr>
              <p:blipFill>
                <a:blip r:embed="rId43"/>
                <a:stretch>
                  <a:fillRect/>
                </a:stretch>
              </p:blipFill>
              <p:spPr>
                <a:xfrm>
                  <a:off x="10851473" y="4844760"/>
                  <a:ext cx="2462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CD1BED74-7854-D353-FE35-F3FFC2822580}"/>
                    </a:ext>
                  </a:extLst>
                </p14:cNvPr>
                <p14:cNvContentPartPr/>
                <p14:nvPr/>
              </p14:nvContentPartPr>
              <p14:xfrm>
                <a:off x="11082233" y="4749360"/>
                <a:ext cx="178920" cy="131760"/>
              </p14:xfrm>
            </p:contentPart>
          </mc:Choice>
          <mc:Fallback xmlns="">
            <p:pic>
              <p:nvPicPr>
                <p:cNvPr id="25" name="Ink 24">
                  <a:extLst>
                    <a:ext uri="{FF2B5EF4-FFF2-40B4-BE49-F238E27FC236}">
                      <a16:creationId xmlns:a16="http://schemas.microsoft.com/office/drawing/2014/main" id="{CD1BED74-7854-D353-FE35-F3FFC2822580}"/>
                    </a:ext>
                  </a:extLst>
                </p:cNvPr>
                <p:cNvPicPr/>
                <p:nvPr/>
              </p:nvPicPr>
              <p:blipFill>
                <a:blip r:embed="rId45"/>
                <a:stretch>
                  <a:fillRect/>
                </a:stretch>
              </p:blipFill>
              <p:spPr>
                <a:xfrm>
                  <a:off x="11076113" y="4743240"/>
                  <a:ext cx="1911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3A65E119-1652-2F24-6071-68FEB4ED611D}"/>
                    </a:ext>
                  </a:extLst>
                </p14:cNvPr>
                <p14:cNvContentPartPr/>
                <p14:nvPr/>
              </p14:nvContentPartPr>
              <p14:xfrm>
                <a:off x="11172233" y="4738920"/>
                <a:ext cx="20160" cy="17640"/>
              </p14:xfrm>
            </p:contentPart>
          </mc:Choice>
          <mc:Fallback xmlns="">
            <p:pic>
              <p:nvPicPr>
                <p:cNvPr id="26" name="Ink 25">
                  <a:extLst>
                    <a:ext uri="{FF2B5EF4-FFF2-40B4-BE49-F238E27FC236}">
                      <a16:creationId xmlns:a16="http://schemas.microsoft.com/office/drawing/2014/main" id="{3A65E119-1652-2F24-6071-68FEB4ED611D}"/>
                    </a:ext>
                  </a:extLst>
                </p:cNvPr>
                <p:cNvPicPr/>
                <p:nvPr/>
              </p:nvPicPr>
              <p:blipFill>
                <a:blip r:embed="rId47"/>
                <a:stretch>
                  <a:fillRect/>
                </a:stretch>
              </p:blipFill>
              <p:spPr>
                <a:xfrm>
                  <a:off x="11166113" y="4732800"/>
                  <a:ext cx="324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D7144D62-B567-D6B6-FA89-D049115D8C38}"/>
                    </a:ext>
                  </a:extLst>
                </p14:cNvPr>
                <p14:cNvContentPartPr/>
                <p14:nvPr/>
              </p14:nvContentPartPr>
              <p14:xfrm>
                <a:off x="11283833" y="4685640"/>
                <a:ext cx="230040" cy="126000"/>
              </p14:xfrm>
            </p:contentPart>
          </mc:Choice>
          <mc:Fallback xmlns="">
            <p:pic>
              <p:nvPicPr>
                <p:cNvPr id="27" name="Ink 26">
                  <a:extLst>
                    <a:ext uri="{FF2B5EF4-FFF2-40B4-BE49-F238E27FC236}">
                      <a16:creationId xmlns:a16="http://schemas.microsoft.com/office/drawing/2014/main" id="{D7144D62-B567-D6B6-FA89-D049115D8C38}"/>
                    </a:ext>
                  </a:extLst>
                </p:cNvPr>
                <p:cNvPicPr/>
                <p:nvPr/>
              </p:nvPicPr>
              <p:blipFill>
                <a:blip r:embed="rId49"/>
                <a:stretch>
                  <a:fillRect/>
                </a:stretch>
              </p:blipFill>
              <p:spPr>
                <a:xfrm>
                  <a:off x="11277713" y="4679520"/>
                  <a:ext cx="2422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8F7DC620-99F4-ABA8-3D73-6BA5D80AFD72}"/>
                    </a:ext>
                  </a:extLst>
                </p14:cNvPr>
                <p14:cNvContentPartPr/>
                <p14:nvPr/>
              </p14:nvContentPartPr>
              <p14:xfrm>
                <a:off x="10038953" y="5553960"/>
                <a:ext cx="112320" cy="433080"/>
              </p14:xfrm>
            </p:contentPart>
          </mc:Choice>
          <mc:Fallback xmlns="">
            <p:pic>
              <p:nvPicPr>
                <p:cNvPr id="28" name="Ink 27">
                  <a:extLst>
                    <a:ext uri="{FF2B5EF4-FFF2-40B4-BE49-F238E27FC236}">
                      <a16:creationId xmlns:a16="http://schemas.microsoft.com/office/drawing/2014/main" id="{8F7DC620-99F4-ABA8-3D73-6BA5D80AFD72}"/>
                    </a:ext>
                  </a:extLst>
                </p:cNvPr>
                <p:cNvPicPr/>
                <p:nvPr/>
              </p:nvPicPr>
              <p:blipFill>
                <a:blip r:embed="rId51"/>
                <a:stretch>
                  <a:fillRect/>
                </a:stretch>
              </p:blipFill>
              <p:spPr>
                <a:xfrm>
                  <a:off x="10032833" y="5547840"/>
                  <a:ext cx="124560" cy="445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A1C68624-358A-CEBC-9373-EE721DA95C1D}"/>
                    </a:ext>
                  </a:extLst>
                </p14:cNvPr>
                <p14:cNvContentPartPr/>
                <p14:nvPr/>
              </p14:nvContentPartPr>
              <p14:xfrm>
                <a:off x="9933833" y="5676360"/>
                <a:ext cx="453240" cy="193320"/>
              </p14:xfrm>
            </p:contentPart>
          </mc:Choice>
          <mc:Fallback xmlns="">
            <p:pic>
              <p:nvPicPr>
                <p:cNvPr id="29" name="Ink 28">
                  <a:extLst>
                    <a:ext uri="{FF2B5EF4-FFF2-40B4-BE49-F238E27FC236}">
                      <a16:creationId xmlns:a16="http://schemas.microsoft.com/office/drawing/2014/main" id="{A1C68624-358A-CEBC-9373-EE721DA95C1D}"/>
                    </a:ext>
                  </a:extLst>
                </p:cNvPr>
                <p:cNvPicPr/>
                <p:nvPr/>
              </p:nvPicPr>
              <p:blipFill>
                <a:blip r:embed="rId53"/>
                <a:stretch>
                  <a:fillRect/>
                </a:stretch>
              </p:blipFill>
              <p:spPr>
                <a:xfrm>
                  <a:off x="9927713" y="5670240"/>
                  <a:ext cx="4654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64B1833C-417C-4F91-7852-78A2A44F09CE}"/>
                    </a:ext>
                  </a:extLst>
                </p14:cNvPr>
                <p14:cNvContentPartPr/>
                <p14:nvPr/>
              </p14:nvContentPartPr>
              <p14:xfrm>
                <a:off x="10465913" y="5683920"/>
                <a:ext cx="360" cy="360"/>
              </p14:xfrm>
            </p:contentPart>
          </mc:Choice>
          <mc:Fallback xmlns="">
            <p:pic>
              <p:nvPicPr>
                <p:cNvPr id="30" name="Ink 29">
                  <a:extLst>
                    <a:ext uri="{FF2B5EF4-FFF2-40B4-BE49-F238E27FC236}">
                      <a16:creationId xmlns:a16="http://schemas.microsoft.com/office/drawing/2014/main" id="{64B1833C-417C-4F91-7852-78A2A44F09CE}"/>
                    </a:ext>
                  </a:extLst>
                </p:cNvPr>
                <p:cNvPicPr/>
                <p:nvPr/>
              </p:nvPicPr>
              <p:blipFill>
                <a:blip r:embed="rId55"/>
                <a:stretch>
                  <a:fillRect/>
                </a:stretch>
              </p:blipFill>
              <p:spPr>
                <a:xfrm>
                  <a:off x="10459793" y="5677800"/>
                  <a:ext cx="12600" cy="12600"/>
                </a:xfrm>
                <a:prstGeom prst="rect">
                  <a:avLst/>
                </a:prstGeom>
              </p:spPr>
            </p:pic>
          </mc:Fallback>
        </mc:AlternateContent>
      </p:grpSp>
    </p:spTree>
    <p:extLst>
      <p:ext uri="{BB962C8B-B14F-4D97-AF65-F5344CB8AC3E}">
        <p14:creationId xmlns:p14="http://schemas.microsoft.com/office/powerpoint/2010/main" val="1370070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C00B6-5431-8587-431A-42656431BC6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52CE5E1-6568-25B4-F186-F0FE035D4CD1}"/>
              </a:ext>
            </a:extLst>
          </p:cNvPr>
          <p:cNvSpPr>
            <a:spLocks noGrp="1"/>
          </p:cNvSpPr>
          <p:nvPr>
            <p:ph type="ctrTitle"/>
          </p:nvPr>
        </p:nvSpPr>
        <p:spPr>
          <a:xfrm>
            <a:off x="424773" y="0"/>
            <a:ext cx="11571136" cy="589235"/>
          </a:xfrm>
        </p:spPr>
        <p:txBody>
          <a:bodyPr>
            <a:normAutofit/>
          </a:bodyPr>
          <a:lstStyle/>
          <a:p>
            <a:pPr algn="ctr"/>
            <a:r>
              <a:rPr lang="en-US" sz="3600" dirty="0">
                <a:solidFill>
                  <a:srgbClr val="0070C0"/>
                </a:solidFill>
                <a:latin typeface="Arial" pitchFamily="34" charset="0"/>
                <a:cs typeface="Arial" pitchFamily="34" charset="0"/>
              </a:rPr>
              <a:t>Participants Doubt: Clustering vs. LDA</a:t>
            </a:r>
          </a:p>
        </p:txBody>
      </p:sp>
      <p:sp>
        <p:nvSpPr>
          <p:cNvPr id="2" name="TextBox 1">
            <a:extLst>
              <a:ext uri="{FF2B5EF4-FFF2-40B4-BE49-F238E27FC236}">
                <a16:creationId xmlns:a16="http://schemas.microsoft.com/office/drawing/2014/main" id="{FA916691-FE44-8406-C550-77DD1E26DF7F}"/>
              </a:ext>
            </a:extLst>
          </p:cNvPr>
          <p:cNvSpPr txBox="1"/>
          <p:nvPr/>
        </p:nvSpPr>
        <p:spPr>
          <a:xfrm>
            <a:off x="424773" y="589235"/>
            <a:ext cx="11316513" cy="6152390"/>
          </a:xfrm>
          <a:prstGeom prst="rect">
            <a:avLst/>
          </a:prstGeom>
          <a:noFill/>
        </p:spPr>
        <p:txBody>
          <a:bodyPr wrap="square" rtlCol="0">
            <a:spAutoFit/>
          </a:bodyPr>
          <a:lstStyle/>
          <a:p>
            <a:pPr algn="just" defTabSz="1219170">
              <a:lnSpc>
                <a:spcPct val="200000"/>
              </a:lnSpc>
              <a:buClr>
                <a:srgbClr val="0000FF"/>
              </a:buClr>
            </a:pPr>
            <a:r>
              <a:rPr lang="en-US" sz="2000" dirty="0">
                <a:solidFill>
                  <a:prstClr val="black"/>
                </a:solidFill>
                <a:latin typeface="Arial" panose="020B0604020202020204" pitchFamily="34" charset="0"/>
                <a:cs typeface="Arial" panose="020B0604020202020204" pitchFamily="34" charset="0"/>
              </a:rPr>
              <a:t>The main difference is that clustering is an </a:t>
            </a:r>
            <a:r>
              <a:rPr lang="en-US" sz="2000" dirty="0">
                <a:solidFill>
                  <a:srgbClr val="FF0000"/>
                </a:solidFill>
                <a:latin typeface="Arial" panose="020B0604020202020204" pitchFamily="34" charset="0"/>
                <a:cs typeface="Arial" panose="020B0604020202020204" pitchFamily="34" charset="0"/>
              </a:rPr>
              <a:t>unsupervised</a:t>
            </a:r>
            <a:r>
              <a:rPr lang="en-US" sz="2000" dirty="0">
                <a:solidFill>
                  <a:prstClr val="black"/>
                </a:solidFill>
                <a:latin typeface="Arial" panose="020B0604020202020204" pitchFamily="34" charset="0"/>
                <a:cs typeface="Arial" panose="020B0604020202020204" pitchFamily="34" charset="0"/>
              </a:rPr>
              <a:t> learning method that groups data without any pre-defined labels, while discriminant analysis is a </a:t>
            </a:r>
            <a:r>
              <a:rPr lang="en-US" sz="2000" dirty="0">
                <a:solidFill>
                  <a:srgbClr val="C00000"/>
                </a:solidFill>
                <a:latin typeface="Arial" panose="020B0604020202020204" pitchFamily="34" charset="0"/>
                <a:cs typeface="Arial" panose="020B0604020202020204" pitchFamily="34" charset="0"/>
              </a:rPr>
              <a:t>supervised</a:t>
            </a:r>
            <a:r>
              <a:rPr lang="en-US" sz="2000" dirty="0">
                <a:solidFill>
                  <a:prstClr val="black"/>
                </a:solidFill>
                <a:latin typeface="Arial" panose="020B0604020202020204" pitchFamily="34" charset="0"/>
                <a:cs typeface="Arial" panose="020B0604020202020204" pitchFamily="34" charset="0"/>
              </a:rPr>
              <a:t> learning method that builds a model to classify items into pre-existing, known groups</a:t>
            </a:r>
          </a:p>
          <a:p>
            <a:pPr algn="just" defTabSz="1219170">
              <a:lnSpc>
                <a:spcPct val="200000"/>
              </a:lnSpc>
              <a:buClr>
                <a:srgbClr val="0000FF"/>
              </a:buClr>
            </a:pPr>
            <a:r>
              <a:rPr lang="en-US" sz="2000" dirty="0">
                <a:solidFill>
                  <a:prstClr val="black"/>
                </a:solidFill>
                <a:latin typeface="Arial" panose="020B0604020202020204" pitchFamily="34" charset="0"/>
                <a:cs typeface="Arial" panose="020B0604020202020204" pitchFamily="34" charset="0"/>
              </a:rPr>
              <a:t>Discriminant analysis is supervised (requires a training dataset with known group memberships).</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Group Definition: </a:t>
            </a:r>
            <a:r>
              <a:rPr lang="en-US" sz="2000" dirty="0">
                <a:solidFill>
                  <a:prstClr val="black"/>
                </a:solidFill>
                <a:latin typeface="Arial" panose="020B0604020202020204" pitchFamily="34" charset="0"/>
                <a:cs typeface="Arial" panose="020B0604020202020204" pitchFamily="34" charset="0"/>
              </a:rPr>
              <a:t>In clustering, the number of groups and their identities are unknown ahead of time. </a:t>
            </a:r>
          </a:p>
          <a:p>
            <a:pPr algn="just" defTabSz="1219170">
              <a:lnSpc>
                <a:spcPct val="200000"/>
              </a:lnSpc>
              <a:buClr>
                <a:srgbClr val="0000FF"/>
              </a:buClr>
            </a:pPr>
            <a:r>
              <a:rPr lang="en-US" sz="2000" dirty="0">
                <a:solidFill>
                  <a:prstClr val="black"/>
                </a:solidFill>
                <a:latin typeface="Arial" panose="020B0604020202020204" pitchFamily="34" charset="0"/>
                <a:cs typeface="Arial" panose="020B0604020202020204" pitchFamily="34" charset="0"/>
              </a:rPr>
              <a:t>In discriminant analysis, the groups are completely defined before the analysis begins.</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Primary Goal: </a:t>
            </a:r>
            <a:r>
              <a:rPr lang="en-US" sz="2000" dirty="0">
                <a:solidFill>
                  <a:prstClr val="black"/>
                </a:solidFill>
                <a:latin typeface="Arial" panose="020B0604020202020204" pitchFamily="34" charset="0"/>
                <a:cs typeface="Arial" panose="020B0604020202020204" pitchFamily="34" charset="0"/>
              </a:rPr>
              <a:t>Clustering aims to discover natural, hidden structures or segments in data. Discriminant analysis aims to find prediction equations or rules that best separate known groups and classify new observations.</a:t>
            </a:r>
          </a:p>
        </p:txBody>
      </p:sp>
    </p:spTree>
    <p:extLst>
      <p:ext uri="{BB962C8B-B14F-4D97-AF65-F5344CB8AC3E}">
        <p14:creationId xmlns:p14="http://schemas.microsoft.com/office/powerpoint/2010/main" val="956360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7778C-C0FB-6D28-FE58-48031C36BEE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B238E54-937A-6B55-419C-117122C48B2D}"/>
              </a:ext>
            </a:extLst>
          </p:cNvPr>
          <p:cNvSpPr>
            <a:spLocks noGrp="1"/>
          </p:cNvSpPr>
          <p:nvPr>
            <p:ph type="ctrTitle"/>
          </p:nvPr>
        </p:nvSpPr>
        <p:spPr>
          <a:xfrm>
            <a:off x="424773" y="0"/>
            <a:ext cx="11571136" cy="589235"/>
          </a:xfrm>
        </p:spPr>
        <p:txBody>
          <a:bodyPr>
            <a:normAutofit/>
          </a:bodyPr>
          <a:lstStyle/>
          <a:p>
            <a:pPr algn="ctr"/>
            <a:r>
              <a:rPr lang="en-US" sz="3600" dirty="0">
                <a:solidFill>
                  <a:srgbClr val="0070C0"/>
                </a:solidFill>
                <a:latin typeface="Arial" pitchFamily="34" charset="0"/>
                <a:cs typeface="Arial" pitchFamily="34" charset="0"/>
              </a:rPr>
              <a:t>Participants Doubt: Clustering vs. LDA</a:t>
            </a:r>
          </a:p>
        </p:txBody>
      </p:sp>
      <p:sp>
        <p:nvSpPr>
          <p:cNvPr id="2" name="TextBox 1">
            <a:extLst>
              <a:ext uri="{FF2B5EF4-FFF2-40B4-BE49-F238E27FC236}">
                <a16:creationId xmlns:a16="http://schemas.microsoft.com/office/drawing/2014/main" id="{15E3F78B-1A1D-DF8A-4C01-898A8089EF71}"/>
              </a:ext>
            </a:extLst>
          </p:cNvPr>
          <p:cNvSpPr txBox="1"/>
          <p:nvPr/>
        </p:nvSpPr>
        <p:spPr>
          <a:xfrm>
            <a:off x="424773" y="812971"/>
            <a:ext cx="11571136" cy="5536837"/>
          </a:xfrm>
          <a:prstGeom prst="rect">
            <a:avLst/>
          </a:prstGeom>
          <a:noFill/>
        </p:spPr>
        <p:txBody>
          <a:bodyPr wrap="square" rtlCol="0">
            <a:spAutoFit/>
          </a:bodyPr>
          <a:lstStyle/>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Cluster Analysis:</a:t>
            </a:r>
            <a:r>
              <a:rPr lang="en-US" sz="2000" dirty="0">
                <a:solidFill>
                  <a:prstClr val="black"/>
                </a:solidFill>
                <a:latin typeface="Arial" panose="020B0604020202020204" pitchFamily="34" charset="0"/>
                <a:cs typeface="Arial" panose="020B0604020202020204" pitchFamily="34" charset="0"/>
              </a:rPr>
              <a:t> It measures the distance or similarity between data points to maximize internal similarity (within groups) and external difference (between groups).</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Common use case: </a:t>
            </a:r>
            <a:r>
              <a:rPr lang="en-US" sz="2000" dirty="0">
                <a:solidFill>
                  <a:prstClr val="black"/>
                </a:solidFill>
                <a:latin typeface="Arial" panose="020B0604020202020204" pitchFamily="34" charset="0"/>
                <a:cs typeface="Arial" panose="020B0604020202020204" pitchFamily="34" charset="0"/>
              </a:rPr>
              <a:t>Customer segmentation or finding natural groupings in </a:t>
            </a:r>
            <a:r>
              <a:rPr lang="en-US" sz="2000" dirty="0" err="1">
                <a:solidFill>
                  <a:prstClr val="black"/>
                </a:solidFill>
                <a:latin typeface="Arial" panose="020B0604020202020204" pitchFamily="34" charset="0"/>
                <a:cs typeface="Arial" panose="020B0604020202020204" pitchFamily="34" charset="0"/>
              </a:rPr>
              <a:t>unlabelled</a:t>
            </a:r>
            <a:r>
              <a:rPr lang="en-US" sz="2000" dirty="0">
                <a:solidFill>
                  <a:prstClr val="black"/>
                </a:solidFill>
                <a:latin typeface="Arial" panose="020B0604020202020204" pitchFamily="34" charset="0"/>
                <a:cs typeface="Arial" panose="020B0604020202020204" pitchFamily="34" charset="0"/>
              </a:rPr>
              <a:t> survey data.</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Discriminant Analysis:</a:t>
            </a:r>
            <a:r>
              <a:rPr lang="en-US" sz="2000" dirty="0">
                <a:solidFill>
                  <a:prstClr val="black"/>
                </a:solidFill>
                <a:latin typeface="Arial" panose="020B0604020202020204" pitchFamily="34" charset="0"/>
                <a:cs typeface="Arial" panose="020B0604020202020204" pitchFamily="34" charset="0"/>
              </a:rPr>
              <a:t> Uses a known dependent grouping variable to find which independent variables best distinguish between the categories.</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How it works: </a:t>
            </a:r>
            <a:r>
              <a:rPr lang="en-US" sz="2000" dirty="0">
                <a:solidFill>
                  <a:prstClr val="black"/>
                </a:solidFill>
                <a:latin typeface="Arial" panose="020B0604020202020204" pitchFamily="34" charset="0"/>
                <a:cs typeface="Arial" panose="020B0604020202020204" pitchFamily="34" charset="0"/>
              </a:rPr>
              <a:t>It analyzes a training set where group membership is already known, creating a mathematical function to separate the classes.</a:t>
            </a:r>
          </a:p>
          <a:p>
            <a:pPr algn="just" defTabSz="1219170">
              <a:lnSpc>
                <a:spcPct val="200000"/>
              </a:lnSpc>
              <a:buClr>
                <a:srgbClr val="0000FF"/>
              </a:buClr>
            </a:pPr>
            <a:r>
              <a:rPr lang="en-US" sz="2000" b="1" dirty="0">
                <a:solidFill>
                  <a:prstClr val="black"/>
                </a:solidFill>
                <a:latin typeface="Arial" panose="020B0604020202020204" pitchFamily="34" charset="0"/>
                <a:cs typeface="Arial" panose="020B0604020202020204" pitchFamily="34" charset="0"/>
              </a:rPr>
              <a:t>Common use case:</a:t>
            </a:r>
            <a:r>
              <a:rPr lang="en-US" sz="2000" dirty="0">
                <a:solidFill>
                  <a:prstClr val="black"/>
                </a:solidFill>
                <a:latin typeface="Arial" panose="020B0604020202020204" pitchFamily="34" charset="0"/>
                <a:cs typeface="Arial" panose="020B0604020202020204" pitchFamily="34" charset="0"/>
              </a:rPr>
              <a:t> Predicting whether a student will succeed based on past records or diagnosing medical outcomes from historical patient data.</a:t>
            </a:r>
          </a:p>
        </p:txBody>
      </p:sp>
    </p:spTree>
    <p:extLst>
      <p:ext uri="{BB962C8B-B14F-4D97-AF65-F5344CB8AC3E}">
        <p14:creationId xmlns:p14="http://schemas.microsoft.com/office/powerpoint/2010/main" val="1997381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EE7F958-317C-C5C9-2B4C-67661A2862F3}"/>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DBDD8CE-68EE-F70F-3A3F-D658A1A89381}"/>
              </a:ext>
            </a:extLst>
          </p:cNvPr>
          <p:cNvSpPr>
            <a:spLocks noGrp="1"/>
          </p:cNvSpPr>
          <p:nvPr>
            <p:ph type="ctrTitle"/>
          </p:nvPr>
        </p:nvSpPr>
        <p:spPr>
          <a:xfrm>
            <a:off x="310432" y="242156"/>
            <a:ext cx="11571136" cy="589235"/>
          </a:xfrm>
        </p:spPr>
        <p:txBody>
          <a:bodyPr>
            <a:normAutofit/>
          </a:bodyPr>
          <a:lstStyle/>
          <a:p>
            <a:pPr algn="ctr"/>
            <a:r>
              <a:rPr lang="en-US" sz="3600" dirty="0">
                <a:solidFill>
                  <a:srgbClr val="0070C0"/>
                </a:solidFill>
                <a:latin typeface="Arial" pitchFamily="34" charset="0"/>
                <a:cs typeface="Arial" pitchFamily="34" charset="0"/>
              </a:rPr>
              <a:t>The Discriminant Function</a:t>
            </a:r>
          </a:p>
        </p:txBody>
      </p:sp>
      <p:sp>
        <p:nvSpPr>
          <p:cNvPr id="2" name="TextBox 1">
            <a:extLst>
              <a:ext uri="{FF2B5EF4-FFF2-40B4-BE49-F238E27FC236}">
                <a16:creationId xmlns:a16="http://schemas.microsoft.com/office/drawing/2014/main" id="{699665EF-B45D-5862-C45E-8AA4AE2A48F6}"/>
              </a:ext>
            </a:extLst>
          </p:cNvPr>
          <p:cNvSpPr txBox="1"/>
          <p:nvPr/>
        </p:nvSpPr>
        <p:spPr>
          <a:xfrm>
            <a:off x="492867" y="1172894"/>
            <a:ext cx="11050621" cy="5148332"/>
          </a:xfrm>
          <a:prstGeom prst="rect">
            <a:avLst/>
          </a:prstGeom>
          <a:noFill/>
        </p:spPr>
        <p:txBody>
          <a:bodyPr wrap="square" rtlCol="0">
            <a:spAutoFit/>
          </a:bodyPr>
          <a:lstStyle/>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The discriminant function is a linear combination of the describing variables:</a:t>
            </a:r>
          </a:p>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  +  . . . +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X</a:t>
            </a:r>
            <a:r>
              <a:rPr lang="en-US" sz="2400" baseline="-25000" dirty="0">
                <a:solidFill>
                  <a:prstClr val="black"/>
                </a:solidFill>
                <a:latin typeface="Arial" panose="020B0604020202020204" pitchFamily="34" charset="0"/>
                <a:cs typeface="Arial" panose="020B0604020202020204" pitchFamily="34" charset="0"/>
              </a:rPr>
              <a:t>J</a:t>
            </a:r>
          </a:p>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Where</a:t>
            </a:r>
          </a:p>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dependent variable (grouping variable)</a:t>
            </a:r>
          </a:p>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constant term</a:t>
            </a:r>
          </a:p>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discriminant coefficient of the independent (</a:t>
            </a:r>
            <a:r>
              <a:rPr lang="en-US" sz="2400" dirty="0">
                <a:solidFill>
                  <a:schemeClr val="accent6">
                    <a:lumMod val="75000"/>
                  </a:schemeClr>
                </a:solidFill>
                <a:latin typeface="Arial" panose="020B0604020202020204" pitchFamily="34" charset="0"/>
                <a:cs typeface="Arial" panose="020B0604020202020204" pitchFamily="34" charset="0"/>
              </a:rPr>
              <a:t>describing</a:t>
            </a:r>
            <a:r>
              <a:rPr lang="en-US" sz="2400" dirty="0">
                <a:solidFill>
                  <a:prstClr val="black"/>
                </a:solidFill>
                <a:latin typeface="Arial" panose="020B0604020202020204" pitchFamily="34" charset="0"/>
                <a:cs typeface="Arial" panose="020B0604020202020204" pitchFamily="34" charset="0"/>
              </a:rPr>
              <a:t>) variable j</a:t>
            </a:r>
          </a:p>
          <a:p>
            <a:pPr algn="just"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 </a:t>
            </a:r>
            <a:r>
              <a:rPr lang="en-US" sz="2400" dirty="0" err="1">
                <a:solidFill>
                  <a:prstClr val="black"/>
                </a:solidFill>
                <a:latin typeface="Arial" panose="020B0604020202020204" pitchFamily="34" charset="0"/>
                <a:cs typeface="Arial" panose="020B0604020202020204" pitchFamily="34" charset="0"/>
              </a:rPr>
              <a:t>X</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independent (</a:t>
            </a:r>
            <a:r>
              <a:rPr lang="en-US" sz="2400" dirty="0">
                <a:solidFill>
                  <a:schemeClr val="accent6">
                    <a:lumMod val="75000"/>
                  </a:schemeClr>
                </a:solidFill>
                <a:latin typeface="Arial" panose="020B0604020202020204" pitchFamily="34" charset="0"/>
                <a:cs typeface="Arial" panose="020B0604020202020204" pitchFamily="34" charset="0"/>
              </a:rPr>
              <a:t>describing</a:t>
            </a:r>
            <a:r>
              <a:rPr lang="en-US" sz="2400" dirty="0">
                <a:solidFill>
                  <a:prstClr val="black"/>
                </a:solidFill>
                <a:latin typeface="Arial" panose="020B0604020202020204" pitchFamily="34" charset="0"/>
                <a:cs typeface="Arial" panose="020B0604020202020204" pitchFamily="34" charset="0"/>
              </a:rPr>
              <a:t>) variable j</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F35CB07-DAF9-D8E3-BD96-10DAB38414F8}"/>
                  </a:ext>
                </a:extLst>
              </p14:cNvPr>
              <p14:cNvContentPartPr/>
              <p14:nvPr/>
            </p14:nvContentPartPr>
            <p14:xfrm>
              <a:off x="2836800" y="2577240"/>
              <a:ext cx="5694480" cy="630720"/>
            </p14:xfrm>
          </p:contentPart>
        </mc:Choice>
        <mc:Fallback xmlns="">
          <p:pic>
            <p:nvPicPr>
              <p:cNvPr id="3" name="Ink 2">
                <a:extLst>
                  <a:ext uri="{FF2B5EF4-FFF2-40B4-BE49-F238E27FC236}">
                    <a16:creationId xmlns:a16="http://schemas.microsoft.com/office/drawing/2014/main" id="{3F35CB07-DAF9-D8E3-BD96-10DAB38414F8}"/>
                  </a:ext>
                </a:extLst>
              </p:cNvPr>
              <p:cNvPicPr/>
              <p:nvPr/>
            </p:nvPicPr>
            <p:blipFill>
              <a:blip r:embed="rId3"/>
              <a:stretch>
                <a:fillRect/>
              </a:stretch>
            </p:blipFill>
            <p:spPr>
              <a:xfrm>
                <a:off x="2827440" y="2567880"/>
                <a:ext cx="5713200" cy="649440"/>
              </a:xfrm>
              <a:prstGeom prst="rect">
                <a:avLst/>
              </a:prstGeom>
            </p:spPr>
          </p:pic>
        </mc:Fallback>
      </mc:AlternateContent>
    </p:spTree>
    <p:extLst>
      <p:ext uri="{BB962C8B-B14F-4D97-AF65-F5344CB8AC3E}">
        <p14:creationId xmlns:p14="http://schemas.microsoft.com/office/powerpoint/2010/main" val="639322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BBA18E-DA29-3BB5-D1A2-066DD71C6FA9}"/>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D15B8E1-6AFB-A04E-DCF5-86F7F57337E6}"/>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function </a:t>
            </a:r>
          </a:p>
        </p:txBody>
      </p:sp>
      <p:sp>
        <p:nvSpPr>
          <p:cNvPr id="2" name="TextBox 1">
            <a:extLst>
              <a:ext uri="{FF2B5EF4-FFF2-40B4-BE49-F238E27FC236}">
                <a16:creationId xmlns:a16="http://schemas.microsoft.com/office/drawing/2014/main" id="{49E91DB2-AC91-E10F-DCEB-C8FDA8F48084}"/>
              </a:ext>
            </a:extLst>
          </p:cNvPr>
          <p:cNvSpPr txBox="1"/>
          <p:nvPr/>
        </p:nvSpPr>
        <p:spPr>
          <a:xfrm>
            <a:off x="710119" y="949157"/>
            <a:ext cx="10612877" cy="5886996"/>
          </a:xfrm>
          <a:prstGeom prst="rect">
            <a:avLst/>
          </a:prstGeom>
          <a:noFill/>
        </p:spPr>
        <p:txBody>
          <a:bodyPr wrap="square" rtlCol="0">
            <a:spAutoFit/>
          </a:bodyPr>
          <a:lstStyle/>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  +  . . . +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X</a:t>
            </a:r>
            <a:r>
              <a:rPr lang="en-US" sz="2400" baseline="-25000" dirty="0">
                <a:solidFill>
                  <a:prstClr val="black"/>
                </a:solidFill>
                <a:latin typeface="Arial" panose="020B0604020202020204" pitchFamily="34" charset="0"/>
                <a:cs typeface="Arial" panose="020B0604020202020204" pitchFamily="34" charset="0"/>
              </a:rPr>
              <a:t>J</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discriminant function is also called </a:t>
            </a:r>
            <a:r>
              <a:rPr lang="en-US" sz="2400" dirty="0">
                <a:solidFill>
                  <a:srgbClr val="00B0F0"/>
                </a:solidFill>
                <a:latin typeface="Arial" panose="020B0604020202020204" pitchFamily="34" charset="0"/>
                <a:cs typeface="Arial" panose="020B0604020202020204" pitchFamily="34" charset="0"/>
              </a:rPr>
              <a:t>canonical discriminant function</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discriminant variable Y is called canonical variable</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term canonical indicates that the variables are combined linearly.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It is thus assumed that the relationship between the independent and dependent variables is linear. </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For each observation that is described by some variables, the discriminant function predicts a value for the discriminant variable Y.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DE2CA1E-9B21-9C82-5CB6-563EC4FC36CB}"/>
                  </a:ext>
                </a:extLst>
              </p14:cNvPr>
              <p14:cNvContentPartPr/>
              <p14:nvPr/>
            </p14:nvContentPartPr>
            <p14:xfrm>
              <a:off x="3053880" y="1600200"/>
              <a:ext cx="799920" cy="210600"/>
            </p14:xfrm>
          </p:contentPart>
        </mc:Choice>
        <mc:Fallback xmlns="">
          <p:pic>
            <p:nvPicPr>
              <p:cNvPr id="3" name="Ink 2">
                <a:extLst>
                  <a:ext uri="{FF2B5EF4-FFF2-40B4-BE49-F238E27FC236}">
                    <a16:creationId xmlns:a16="http://schemas.microsoft.com/office/drawing/2014/main" id="{7DE2CA1E-9B21-9C82-5CB6-563EC4FC36CB}"/>
                  </a:ext>
                </a:extLst>
              </p:cNvPr>
              <p:cNvPicPr/>
              <p:nvPr/>
            </p:nvPicPr>
            <p:blipFill>
              <a:blip r:embed="rId3"/>
              <a:stretch>
                <a:fillRect/>
              </a:stretch>
            </p:blipFill>
            <p:spPr>
              <a:xfrm>
                <a:off x="3044520" y="1590840"/>
                <a:ext cx="818640" cy="229320"/>
              </a:xfrm>
              <a:prstGeom prst="rect">
                <a:avLst/>
              </a:prstGeom>
            </p:spPr>
          </p:pic>
        </mc:Fallback>
      </mc:AlternateContent>
      <p:grpSp>
        <p:nvGrpSpPr>
          <p:cNvPr id="11" name="Group 10">
            <a:extLst>
              <a:ext uri="{FF2B5EF4-FFF2-40B4-BE49-F238E27FC236}">
                <a16:creationId xmlns:a16="http://schemas.microsoft.com/office/drawing/2014/main" id="{695569A7-2DA4-AB91-AAC0-40F312DD80CA}"/>
              </a:ext>
            </a:extLst>
          </p:cNvPr>
          <p:cNvGrpSpPr/>
          <p:nvPr/>
        </p:nvGrpSpPr>
        <p:grpSpPr>
          <a:xfrm>
            <a:off x="10817633" y="3306374"/>
            <a:ext cx="844200" cy="756360"/>
            <a:chOff x="10817633" y="3306374"/>
            <a:chExt cx="844200" cy="75636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3352647-49D7-9CBD-E49A-F88D064732AC}"/>
                    </a:ext>
                  </a:extLst>
                </p14:cNvPr>
                <p14:cNvContentPartPr/>
                <p14:nvPr/>
              </p14:nvContentPartPr>
              <p14:xfrm>
                <a:off x="10829513" y="3306374"/>
                <a:ext cx="245520" cy="535680"/>
              </p14:xfrm>
            </p:contentPart>
          </mc:Choice>
          <mc:Fallback xmlns="">
            <p:pic>
              <p:nvPicPr>
                <p:cNvPr id="5" name="Ink 4">
                  <a:extLst>
                    <a:ext uri="{FF2B5EF4-FFF2-40B4-BE49-F238E27FC236}">
                      <a16:creationId xmlns:a16="http://schemas.microsoft.com/office/drawing/2014/main" id="{33352647-49D7-9CBD-E49A-F88D064732AC}"/>
                    </a:ext>
                  </a:extLst>
                </p:cNvPr>
                <p:cNvPicPr/>
                <p:nvPr/>
              </p:nvPicPr>
              <p:blipFill>
                <a:blip r:embed="rId7"/>
                <a:stretch>
                  <a:fillRect/>
                </a:stretch>
              </p:blipFill>
              <p:spPr>
                <a:xfrm>
                  <a:off x="10823393" y="3300254"/>
                  <a:ext cx="257760" cy="547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ABA55CC-83F8-C767-1F01-D9E233474E5B}"/>
                    </a:ext>
                  </a:extLst>
                </p14:cNvPr>
                <p14:cNvContentPartPr/>
                <p14:nvPr/>
              </p14:nvContentPartPr>
              <p14:xfrm>
                <a:off x="10817633" y="3954374"/>
                <a:ext cx="135000" cy="104400"/>
              </p14:xfrm>
            </p:contentPart>
          </mc:Choice>
          <mc:Fallback xmlns="">
            <p:pic>
              <p:nvPicPr>
                <p:cNvPr id="6" name="Ink 5">
                  <a:extLst>
                    <a:ext uri="{FF2B5EF4-FFF2-40B4-BE49-F238E27FC236}">
                      <a16:creationId xmlns:a16="http://schemas.microsoft.com/office/drawing/2014/main" id="{EABA55CC-83F8-C767-1F01-D9E233474E5B}"/>
                    </a:ext>
                  </a:extLst>
                </p:cNvPr>
                <p:cNvPicPr/>
                <p:nvPr/>
              </p:nvPicPr>
              <p:blipFill>
                <a:blip r:embed="rId9"/>
                <a:stretch>
                  <a:fillRect/>
                </a:stretch>
              </p:blipFill>
              <p:spPr>
                <a:xfrm>
                  <a:off x="10811513" y="3948254"/>
                  <a:ext cx="1472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0D5AFA1D-28F7-2399-3C30-036C9DD589B0}"/>
                    </a:ext>
                  </a:extLst>
                </p14:cNvPr>
                <p14:cNvContentPartPr/>
                <p14:nvPr/>
              </p14:nvContentPartPr>
              <p14:xfrm>
                <a:off x="11155673" y="3371534"/>
                <a:ext cx="224280" cy="453600"/>
              </p14:xfrm>
            </p:contentPart>
          </mc:Choice>
          <mc:Fallback xmlns="">
            <p:pic>
              <p:nvPicPr>
                <p:cNvPr id="7" name="Ink 6">
                  <a:extLst>
                    <a:ext uri="{FF2B5EF4-FFF2-40B4-BE49-F238E27FC236}">
                      <a16:creationId xmlns:a16="http://schemas.microsoft.com/office/drawing/2014/main" id="{0D5AFA1D-28F7-2399-3C30-036C9DD589B0}"/>
                    </a:ext>
                  </a:extLst>
                </p:cNvPr>
                <p:cNvPicPr/>
                <p:nvPr/>
              </p:nvPicPr>
              <p:blipFill>
                <a:blip r:embed="rId11"/>
                <a:stretch>
                  <a:fillRect/>
                </a:stretch>
              </p:blipFill>
              <p:spPr>
                <a:xfrm>
                  <a:off x="11149553" y="3365414"/>
                  <a:ext cx="23652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ABAFAA2E-08AC-C5A5-BE17-1C3960258409}"/>
                    </a:ext>
                  </a:extLst>
                </p14:cNvPr>
                <p14:cNvContentPartPr/>
                <p14:nvPr/>
              </p14:nvContentPartPr>
              <p14:xfrm>
                <a:off x="11142353" y="3942134"/>
                <a:ext cx="80640" cy="73440"/>
              </p14:xfrm>
            </p:contentPart>
          </mc:Choice>
          <mc:Fallback xmlns="">
            <p:pic>
              <p:nvPicPr>
                <p:cNvPr id="8" name="Ink 7">
                  <a:extLst>
                    <a:ext uri="{FF2B5EF4-FFF2-40B4-BE49-F238E27FC236}">
                      <a16:creationId xmlns:a16="http://schemas.microsoft.com/office/drawing/2014/main" id="{ABAFAA2E-08AC-C5A5-BE17-1C3960258409}"/>
                    </a:ext>
                  </a:extLst>
                </p:cNvPr>
                <p:cNvPicPr/>
                <p:nvPr/>
              </p:nvPicPr>
              <p:blipFill>
                <a:blip r:embed="rId13"/>
                <a:stretch>
                  <a:fillRect/>
                </a:stretch>
              </p:blipFill>
              <p:spPr>
                <a:xfrm>
                  <a:off x="11136233" y="3936014"/>
                  <a:ext cx="928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B2CA0707-D120-2319-C564-D0FECF17BC36}"/>
                    </a:ext>
                  </a:extLst>
                </p14:cNvPr>
                <p14:cNvContentPartPr/>
                <p14:nvPr/>
              </p14:nvContentPartPr>
              <p14:xfrm>
                <a:off x="11442233" y="3367574"/>
                <a:ext cx="219600" cy="501120"/>
              </p14:xfrm>
            </p:contentPart>
          </mc:Choice>
          <mc:Fallback xmlns="">
            <p:pic>
              <p:nvPicPr>
                <p:cNvPr id="9" name="Ink 8">
                  <a:extLst>
                    <a:ext uri="{FF2B5EF4-FFF2-40B4-BE49-F238E27FC236}">
                      <a16:creationId xmlns:a16="http://schemas.microsoft.com/office/drawing/2014/main" id="{B2CA0707-D120-2319-C564-D0FECF17BC36}"/>
                    </a:ext>
                  </a:extLst>
                </p:cNvPr>
                <p:cNvPicPr/>
                <p:nvPr/>
              </p:nvPicPr>
              <p:blipFill>
                <a:blip r:embed="rId15"/>
                <a:stretch>
                  <a:fillRect/>
                </a:stretch>
              </p:blipFill>
              <p:spPr>
                <a:xfrm>
                  <a:off x="11436113" y="3361454"/>
                  <a:ext cx="231840" cy="51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D844E85-4CF3-AD1F-D127-940A84B492C1}"/>
                    </a:ext>
                  </a:extLst>
                </p14:cNvPr>
                <p14:cNvContentPartPr/>
                <p14:nvPr/>
              </p14:nvContentPartPr>
              <p14:xfrm>
                <a:off x="11434673" y="4000094"/>
                <a:ext cx="81000" cy="62640"/>
              </p14:xfrm>
            </p:contentPart>
          </mc:Choice>
          <mc:Fallback xmlns="">
            <p:pic>
              <p:nvPicPr>
                <p:cNvPr id="10" name="Ink 9">
                  <a:extLst>
                    <a:ext uri="{FF2B5EF4-FFF2-40B4-BE49-F238E27FC236}">
                      <a16:creationId xmlns:a16="http://schemas.microsoft.com/office/drawing/2014/main" id="{8D844E85-4CF3-AD1F-D127-940A84B492C1}"/>
                    </a:ext>
                  </a:extLst>
                </p:cNvPr>
                <p:cNvPicPr/>
                <p:nvPr/>
              </p:nvPicPr>
              <p:blipFill>
                <a:blip r:embed="rId17"/>
                <a:stretch>
                  <a:fillRect/>
                </a:stretch>
              </p:blipFill>
              <p:spPr>
                <a:xfrm>
                  <a:off x="11428553" y="3993974"/>
                  <a:ext cx="93240" cy="74880"/>
                </a:xfrm>
                <a:prstGeom prst="rect">
                  <a:avLst/>
                </a:prstGeom>
              </p:spPr>
            </p:pic>
          </mc:Fallback>
        </mc:AlternateContent>
      </p:grpSp>
      <p:grpSp>
        <p:nvGrpSpPr>
          <p:cNvPr id="24" name="Group 23">
            <a:extLst>
              <a:ext uri="{FF2B5EF4-FFF2-40B4-BE49-F238E27FC236}">
                <a16:creationId xmlns:a16="http://schemas.microsoft.com/office/drawing/2014/main" id="{53BA06BF-9754-7394-D36B-5621A930FA64}"/>
              </a:ext>
            </a:extLst>
          </p:cNvPr>
          <p:cNvGrpSpPr/>
          <p:nvPr/>
        </p:nvGrpSpPr>
        <p:grpSpPr>
          <a:xfrm>
            <a:off x="5578913" y="558854"/>
            <a:ext cx="1465560" cy="605520"/>
            <a:chOff x="5578913" y="558854"/>
            <a:chExt cx="1465560" cy="605520"/>
          </a:xfrm>
        </p:grpSpPr>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C6D0C186-C69E-0712-516B-F7AFFC0AB8F3}"/>
                    </a:ext>
                  </a:extLst>
                </p14:cNvPr>
                <p14:cNvContentPartPr/>
                <p14:nvPr/>
              </p14:nvContentPartPr>
              <p14:xfrm>
                <a:off x="5728673" y="691334"/>
                <a:ext cx="110520" cy="306000"/>
              </p14:xfrm>
            </p:contentPart>
          </mc:Choice>
          <mc:Fallback xmlns="">
            <p:pic>
              <p:nvPicPr>
                <p:cNvPr id="12" name="Ink 11">
                  <a:extLst>
                    <a:ext uri="{FF2B5EF4-FFF2-40B4-BE49-F238E27FC236}">
                      <a16:creationId xmlns:a16="http://schemas.microsoft.com/office/drawing/2014/main" id="{C6D0C186-C69E-0712-516B-F7AFFC0AB8F3}"/>
                    </a:ext>
                  </a:extLst>
                </p:cNvPr>
                <p:cNvPicPr/>
                <p:nvPr/>
              </p:nvPicPr>
              <p:blipFill>
                <a:blip r:embed="rId19"/>
                <a:stretch>
                  <a:fillRect/>
                </a:stretch>
              </p:blipFill>
              <p:spPr>
                <a:xfrm>
                  <a:off x="5722553" y="685214"/>
                  <a:ext cx="12276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71ACC434-F3E7-2D2E-F1E8-6D7CF2E0B0E3}"/>
                    </a:ext>
                  </a:extLst>
                </p14:cNvPr>
                <p14:cNvContentPartPr/>
                <p14:nvPr/>
              </p14:nvContentPartPr>
              <p14:xfrm>
                <a:off x="5869433" y="997694"/>
                <a:ext cx="58680" cy="146160"/>
              </p14:xfrm>
            </p:contentPart>
          </mc:Choice>
          <mc:Fallback xmlns="">
            <p:pic>
              <p:nvPicPr>
                <p:cNvPr id="13" name="Ink 12">
                  <a:extLst>
                    <a:ext uri="{FF2B5EF4-FFF2-40B4-BE49-F238E27FC236}">
                      <a16:creationId xmlns:a16="http://schemas.microsoft.com/office/drawing/2014/main" id="{71ACC434-F3E7-2D2E-F1E8-6D7CF2E0B0E3}"/>
                    </a:ext>
                  </a:extLst>
                </p:cNvPr>
                <p:cNvPicPr/>
                <p:nvPr/>
              </p:nvPicPr>
              <p:blipFill>
                <a:blip r:embed="rId21"/>
                <a:stretch>
                  <a:fillRect/>
                </a:stretch>
              </p:blipFill>
              <p:spPr>
                <a:xfrm>
                  <a:off x="5863313" y="991574"/>
                  <a:ext cx="709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F145C7D1-4AE7-0198-19BA-F2525337DE81}"/>
                    </a:ext>
                  </a:extLst>
                </p14:cNvPr>
                <p14:cNvContentPartPr/>
                <p14:nvPr/>
              </p14:nvContentPartPr>
              <p14:xfrm>
                <a:off x="6010913" y="777734"/>
                <a:ext cx="182520" cy="279720"/>
              </p14:xfrm>
            </p:contentPart>
          </mc:Choice>
          <mc:Fallback xmlns="">
            <p:pic>
              <p:nvPicPr>
                <p:cNvPr id="14" name="Ink 13">
                  <a:extLst>
                    <a:ext uri="{FF2B5EF4-FFF2-40B4-BE49-F238E27FC236}">
                      <a16:creationId xmlns:a16="http://schemas.microsoft.com/office/drawing/2014/main" id="{F145C7D1-4AE7-0198-19BA-F2525337DE81}"/>
                    </a:ext>
                  </a:extLst>
                </p:cNvPr>
                <p:cNvPicPr/>
                <p:nvPr/>
              </p:nvPicPr>
              <p:blipFill>
                <a:blip r:embed="rId23"/>
                <a:stretch>
                  <a:fillRect/>
                </a:stretch>
              </p:blipFill>
              <p:spPr>
                <a:xfrm>
                  <a:off x="6004793" y="771614"/>
                  <a:ext cx="19476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91DE3496-88E6-6679-F606-5F56BA16560C}"/>
                    </a:ext>
                  </a:extLst>
                </p14:cNvPr>
                <p14:cNvContentPartPr/>
                <p14:nvPr/>
              </p14:nvContentPartPr>
              <p14:xfrm>
                <a:off x="6194873" y="821294"/>
                <a:ext cx="6480" cy="46080"/>
              </p14:xfrm>
            </p:contentPart>
          </mc:Choice>
          <mc:Fallback xmlns="">
            <p:pic>
              <p:nvPicPr>
                <p:cNvPr id="15" name="Ink 14">
                  <a:extLst>
                    <a:ext uri="{FF2B5EF4-FFF2-40B4-BE49-F238E27FC236}">
                      <a16:creationId xmlns:a16="http://schemas.microsoft.com/office/drawing/2014/main" id="{91DE3496-88E6-6679-F606-5F56BA16560C}"/>
                    </a:ext>
                  </a:extLst>
                </p:cNvPr>
                <p:cNvPicPr/>
                <p:nvPr/>
              </p:nvPicPr>
              <p:blipFill>
                <a:blip r:embed="rId25"/>
                <a:stretch>
                  <a:fillRect/>
                </a:stretch>
              </p:blipFill>
              <p:spPr>
                <a:xfrm>
                  <a:off x="6188753" y="815174"/>
                  <a:ext cx="187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DC3C9379-E1C1-1DF7-02CB-E38C2ADB7867}"/>
                    </a:ext>
                  </a:extLst>
                </p14:cNvPr>
                <p14:cNvContentPartPr/>
                <p14:nvPr/>
              </p14:nvContentPartPr>
              <p14:xfrm>
                <a:off x="6248153" y="928934"/>
                <a:ext cx="103680" cy="64800"/>
              </p14:xfrm>
            </p:contentPart>
          </mc:Choice>
          <mc:Fallback xmlns="">
            <p:pic>
              <p:nvPicPr>
                <p:cNvPr id="16" name="Ink 15">
                  <a:extLst>
                    <a:ext uri="{FF2B5EF4-FFF2-40B4-BE49-F238E27FC236}">
                      <a16:creationId xmlns:a16="http://schemas.microsoft.com/office/drawing/2014/main" id="{DC3C9379-E1C1-1DF7-02CB-E38C2ADB7867}"/>
                    </a:ext>
                  </a:extLst>
                </p:cNvPr>
                <p:cNvPicPr/>
                <p:nvPr/>
              </p:nvPicPr>
              <p:blipFill>
                <a:blip r:embed="rId27"/>
                <a:stretch>
                  <a:fillRect/>
                </a:stretch>
              </p:blipFill>
              <p:spPr>
                <a:xfrm>
                  <a:off x="6242033" y="922814"/>
                  <a:ext cx="11592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1F698D0E-31FA-094C-9413-3EDE9F571BA6}"/>
                    </a:ext>
                  </a:extLst>
                </p14:cNvPr>
                <p14:cNvContentPartPr/>
                <p14:nvPr/>
              </p14:nvContentPartPr>
              <p14:xfrm>
                <a:off x="6479633" y="733814"/>
                <a:ext cx="83880" cy="267120"/>
              </p14:xfrm>
            </p:contentPart>
          </mc:Choice>
          <mc:Fallback xmlns="">
            <p:pic>
              <p:nvPicPr>
                <p:cNvPr id="17" name="Ink 16">
                  <a:extLst>
                    <a:ext uri="{FF2B5EF4-FFF2-40B4-BE49-F238E27FC236}">
                      <a16:creationId xmlns:a16="http://schemas.microsoft.com/office/drawing/2014/main" id="{1F698D0E-31FA-094C-9413-3EDE9F571BA6}"/>
                    </a:ext>
                  </a:extLst>
                </p:cNvPr>
                <p:cNvPicPr/>
                <p:nvPr/>
              </p:nvPicPr>
              <p:blipFill>
                <a:blip r:embed="rId29"/>
                <a:stretch>
                  <a:fillRect/>
                </a:stretch>
              </p:blipFill>
              <p:spPr>
                <a:xfrm>
                  <a:off x="6473513" y="727694"/>
                  <a:ext cx="9612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134A50FE-8960-6346-39AA-5D033217F95B}"/>
                    </a:ext>
                  </a:extLst>
                </p14:cNvPr>
                <p14:cNvContentPartPr/>
                <p14:nvPr/>
              </p14:nvContentPartPr>
              <p14:xfrm>
                <a:off x="6617153" y="787094"/>
                <a:ext cx="184320" cy="124920"/>
              </p14:xfrm>
            </p:contentPart>
          </mc:Choice>
          <mc:Fallback xmlns="">
            <p:pic>
              <p:nvPicPr>
                <p:cNvPr id="18" name="Ink 17">
                  <a:extLst>
                    <a:ext uri="{FF2B5EF4-FFF2-40B4-BE49-F238E27FC236}">
                      <a16:creationId xmlns:a16="http://schemas.microsoft.com/office/drawing/2014/main" id="{134A50FE-8960-6346-39AA-5D033217F95B}"/>
                    </a:ext>
                  </a:extLst>
                </p:cNvPr>
                <p:cNvPicPr/>
                <p:nvPr/>
              </p:nvPicPr>
              <p:blipFill>
                <a:blip r:embed="rId31"/>
                <a:stretch>
                  <a:fillRect/>
                </a:stretch>
              </p:blipFill>
              <p:spPr>
                <a:xfrm>
                  <a:off x="6611033" y="780974"/>
                  <a:ext cx="196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0AF086F8-0D53-57B9-2EF9-E3409F356571}"/>
                    </a:ext>
                  </a:extLst>
                </p14:cNvPr>
                <p14:cNvContentPartPr/>
                <p14:nvPr/>
              </p14:nvContentPartPr>
              <p14:xfrm>
                <a:off x="6650273" y="782414"/>
                <a:ext cx="93240" cy="181440"/>
              </p14:xfrm>
            </p:contentPart>
          </mc:Choice>
          <mc:Fallback xmlns="">
            <p:pic>
              <p:nvPicPr>
                <p:cNvPr id="19" name="Ink 18">
                  <a:extLst>
                    <a:ext uri="{FF2B5EF4-FFF2-40B4-BE49-F238E27FC236}">
                      <a16:creationId xmlns:a16="http://schemas.microsoft.com/office/drawing/2014/main" id="{0AF086F8-0D53-57B9-2EF9-E3409F356571}"/>
                    </a:ext>
                  </a:extLst>
                </p:cNvPr>
                <p:cNvPicPr/>
                <p:nvPr/>
              </p:nvPicPr>
              <p:blipFill>
                <a:blip r:embed="rId33"/>
                <a:stretch>
                  <a:fillRect/>
                </a:stretch>
              </p:blipFill>
              <p:spPr>
                <a:xfrm>
                  <a:off x="6644153" y="776294"/>
                  <a:ext cx="1054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20EF6319-0442-4945-DD09-955210033845}"/>
                    </a:ext>
                  </a:extLst>
                </p14:cNvPr>
                <p14:cNvContentPartPr/>
                <p14:nvPr/>
              </p14:nvContentPartPr>
              <p14:xfrm>
                <a:off x="6848633" y="897974"/>
                <a:ext cx="121680" cy="98640"/>
              </p14:xfrm>
            </p:contentPart>
          </mc:Choice>
          <mc:Fallback xmlns="">
            <p:pic>
              <p:nvPicPr>
                <p:cNvPr id="20" name="Ink 19">
                  <a:extLst>
                    <a:ext uri="{FF2B5EF4-FFF2-40B4-BE49-F238E27FC236}">
                      <a16:creationId xmlns:a16="http://schemas.microsoft.com/office/drawing/2014/main" id="{20EF6319-0442-4945-DD09-955210033845}"/>
                    </a:ext>
                  </a:extLst>
                </p:cNvPr>
                <p:cNvPicPr/>
                <p:nvPr/>
              </p:nvPicPr>
              <p:blipFill>
                <a:blip r:embed="rId35"/>
                <a:stretch>
                  <a:fillRect/>
                </a:stretch>
              </p:blipFill>
              <p:spPr>
                <a:xfrm>
                  <a:off x="6842513" y="891854"/>
                  <a:ext cx="1339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C39A0D14-C815-5674-EF5F-022B81A2DB59}"/>
                    </a:ext>
                  </a:extLst>
                </p14:cNvPr>
                <p14:cNvContentPartPr/>
                <p14:nvPr/>
              </p14:nvContentPartPr>
              <p14:xfrm>
                <a:off x="6920993" y="721574"/>
                <a:ext cx="123480" cy="419040"/>
              </p14:xfrm>
            </p:contentPart>
          </mc:Choice>
          <mc:Fallback xmlns="">
            <p:pic>
              <p:nvPicPr>
                <p:cNvPr id="21" name="Ink 20">
                  <a:extLst>
                    <a:ext uri="{FF2B5EF4-FFF2-40B4-BE49-F238E27FC236}">
                      <a16:creationId xmlns:a16="http://schemas.microsoft.com/office/drawing/2014/main" id="{C39A0D14-C815-5674-EF5F-022B81A2DB59}"/>
                    </a:ext>
                  </a:extLst>
                </p:cNvPr>
                <p:cNvPicPr/>
                <p:nvPr/>
              </p:nvPicPr>
              <p:blipFill>
                <a:blip r:embed="rId37"/>
                <a:stretch>
                  <a:fillRect/>
                </a:stretch>
              </p:blipFill>
              <p:spPr>
                <a:xfrm>
                  <a:off x="6914873" y="715454"/>
                  <a:ext cx="13572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C7090D24-0489-0851-46C7-99BDEA6C8952}"/>
                    </a:ext>
                  </a:extLst>
                </p14:cNvPr>
                <p14:cNvContentPartPr/>
                <p14:nvPr/>
              </p14:nvContentPartPr>
              <p14:xfrm>
                <a:off x="5578913" y="558854"/>
                <a:ext cx="388080" cy="605520"/>
              </p14:xfrm>
            </p:contentPart>
          </mc:Choice>
          <mc:Fallback xmlns="">
            <p:pic>
              <p:nvPicPr>
                <p:cNvPr id="23" name="Ink 22">
                  <a:extLst>
                    <a:ext uri="{FF2B5EF4-FFF2-40B4-BE49-F238E27FC236}">
                      <a16:creationId xmlns:a16="http://schemas.microsoft.com/office/drawing/2014/main" id="{C7090D24-0489-0851-46C7-99BDEA6C8952}"/>
                    </a:ext>
                  </a:extLst>
                </p:cNvPr>
                <p:cNvPicPr/>
                <p:nvPr/>
              </p:nvPicPr>
              <p:blipFill>
                <a:blip r:embed="rId39"/>
                <a:stretch>
                  <a:fillRect/>
                </a:stretch>
              </p:blipFill>
              <p:spPr>
                <a:xfrm>
                  <a:off x="5572793" y="552734"/>
                  <a:ext cx="400320" cy="617760"/>
                </a:xfrm>
                <a:prstGeom prst="rect">
                  <a:avLst/>
                </a:prstGeom>
              </p:spPr>
            </p:pic>
          </mc:Fallback>
        </mc:AlternateContent>
      </p:grpSp>
      <p:grpSp>
        <p:nvGrpSpPr>
          <p:cNvPr id="41" name="Group 40">
            <a:extLst>
              <a:ext uri="{FF2B5EF4-FFF2-40B4-BE49-F238E27FC236}">
                <a16:creationId xmlns:a16="http://schemas.microsoft.com/office/drawing/2014/main" id="{5DABBEA2-DE4A-83B7-CF1C-6ABDE87E5B89}"/>
              </a:ext>
            </a:extLst>
          </p:cNvPr>
          <p:cNvGrpSpPr/>
          <p:nvPr/>
        </p:nvGrpSpPr>
        <p:grpSpPr>
          <a:xfrm>
            <a:off x="8065793" y="678374"/>
            <a:ext cx="1416600" cy="348480"/>
            <a:chOff x="8065793" y="678374"/>
            <a:chExt cx="1416600" cy="348480"/>
          </a:xfrm>
        </p:grpSpPr>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0AE3932-C039-90EA-A408-8002AA04FA7C}"/>
                    </a:ext>
                  </a:extLst>
                </p14:cNvPr>
                <p14:cNvContentPartPr/>
                <p14:nvPr/>
              </p14:nvContentPartPr>
              <p14:xfrm>
                <a:off x="8065793" y="706454"/>
                <a:ext cx="227160" cy="320400"/>
              </p14:xfrm>
            </p:contentPart>
          </mc:Choice>
          <mc:Fallback xmlns="">
            <p:pic>
              <p:nvPicPr>
                <p:cNvPr id="25" name="Ink 24">
                  <a:extLst>
                    <a:ext uri="{FF2B5EF4-FFF2-40B4-BE49-F238E27FC236}">
                      <a16:creationId xmlns:a16="http://schemas.microsoft.com/office/drawing/2014/main" id="{70AE3932-C039-90EA-A408-8002AA04FA7C}"/>
                    </a:ext>
                  </a:extLst>
                </p:cNvPr>
                <p:cNvPicPr/>
                <p:nvPr/>
              </p:nvPicPr>
              <p:blipFill>
                <a:blip r:embed="rId41"/>
                <a:stretch>
                  <a:fillRect/>
                </a:stretch>
              </p:blipFill>
              <p:spPr>
                <a:xfrm>
                  <a:off x="8059673" y="700334"/>
                  <a:ext cx="2394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503335CC-CC9B-9732-708F-FA0BA327E716}"/>
                    </a:ext>
                  </a:extLst>
                </p14:cNvPr>
                <p14:cNvContentPartPr/>
                <p14:nvPr/>
              </p14:nvContentPartPr>
              <p14:xfrm>
                <a:off x="8275673" y="783494"/>
                <a:ext cx="18720" cy="2520"/>
              </p14:xfrm>
            </p:contentPart>
          </mc:Choice>
          <mc:Fallback xmlns="">
            <p:pic>
              <p:nvPicPr>
                <p:cNvPr id="26" name="Ink 25">
                  <a:extLst>
                    <a:ext uri="{FF2B5EF4-FFF2-40B4-BE49-F238E27FC236}">
                      <a16:creationId xmlns:a16="http://schemas.microsoft.com/office/drawing/2014/main" id="{503335CC-CC9B-9732-708F-FA0BA327E716}"/>
                    </a:ext>
                  </a:extLst>
                </p:cNvPr>
                <p:cNvPicPr/>
                <p:nvPr/>
              </p:nvPicPr>
              <p:blipFill>
                <a:blip r:embed="rId43"/>
                <a:stretch>
                  <a:fillRect/>
                </a:stretch>
              </p:blipFill>
              <p:spPr>
                <a:xfrm>
                  <a:off x="8269553" y="777374"/>
                  <a:ext cx="3096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B57F561D-9332-E6B7-D47C-A2D490428CC9}"/>
                    </a:ext>
                  </a:extLst>
                </p14:cNvPr>
                <p14:cNvContentPartPr/>
                <p14:nvPr/>
              </p14:nvContentPartPr>
              <p14:xfrm>
                <a:off x="8353793" y="892214"/>
                <a:ext cx="97200" cy="63720"/>
              </p14:xfrm>
            </p:contentPart>
          </mc:Choice>
          <mc:Fallback xmlns="">
            <p:pic>
              <p:nvPicPr>
                <p:cNvPr id="27" name="Ink 26">
                  <a:extLst>
                    <a:ext uri="{FF2B5EF4-FFF2-40B4-BE49-F238E27FC236}">
                      <a16:creationId xmlns:a16="http://schemas.microsoft.com/office/drawing/2014/main" id="{B57F561D-9332-E6B7-D47C-A2D490428CC9}"/>
                    </a:ext>
                  </a:extLst>
                </p:cNvPr>
                <p:cNvPicPr/>
                <p:nvPr/>
              </p:nvPicPr>
              <p:blipFill>
                <a:blip r:embed="rId45"/>
                <a:stretch>
                  <a:fillRect/>
                </a:stretch>
              </p:blipFill>
              <p:spPr>
                <a:xfrm>
                  <a:off x="8347673" y="886094"/>
                  <a:ext cx="1094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AED936A1-159E-39C5-212D-A3028378547F}"/>
                    </a:ext>
                  </a:extLst>
                </p14:cNvPr>
                <p14:cNvContentPartPr/>
                <p14:nvPr/>
              </p14:nvContentPartPr>
              <p14:xfrm>
                <a:off x="8562953" y="713654"/>
                <a:ext cx="106920" cy="244080"/>
              </p14:xfrm>
            </p:contentPart>
          </mc:Choice>
          <mc:Fallback xmlns="">
            <p:pic>
              <p:nvPicPr>
                <p:cNvPr id="28" name="Ink 27">
                  <a:extLst>
                    <a:ext uri="{FF2B5EF4-FFF2-40B4-BE49-F238E27FC236}">
                      <a16:creationId xmlns:a16="http://schemas.microsoft.com/office/drawing/2014/main" id="{AED936A1-159E-39C5-212D-A3028378547F}"/>
                    </a:ext>
                  </a:extLst>
                </p:cNvPr>
                <p:cNvPicPr/>
                <p:nvPr/>
              </p:nvPicPr>
              <p:blipFill>
                <a:blip r:embed="rId47"/>
                <a:stretch>
                  <a:fillRect/>
                </a:stretch>
              </p:blipFill>
              <p:spPr>
                <a:xfrm>
                  <a:off x="8556833" y="707534"/>
                  <a:ext cx="1191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8D43A155-C554-3B2B-E4EB-145D2A8EC1E5}"/>
                    </a:ext>
                  </a:extLst>
                </p14:cNvPr>
                <p14:cNvContentPartPr/>
                <p14:nvPr/>
              </p14:nvContentPartPr>
              <p14:xfrm>
                <a:off x="8754113" y="757934"/>
                <a:ext cx="129240" cy="111960"/>
              </p14:xfrm>
            </p:contentPart>
          </mc:Choice>
          <mc:Fallback xmlns="">
            <p:pic>
              <p:nvPicPr>
                <p:cNvPr id="29" name="Ink 28">
                  <a:extLst>
                    <a:ext uri="{FF2B5EF4-FFF2-40B4-BE49-F238E27FC236}">
                      <a16:creationId xmlns:a16="http://schemas.microsoft.com/office/drawing/2014/main" id="{8D43A155-C554-3B2B-E4EB-145D2A8EC1E5}"/>
                    </a:ext>
                  </a:extLst>
                </p:cNvPr>
                <p:cNvPicPr/>
                <p:nvPr/>
              </p:nvPicPr>
              <p:blipFill>
                <a:blip r:embed="rId49"/>
                <a:stretch>
                  <a:fillRect/>
                </a:stretch>
              </p:blipFill>
              <p:spPr>
                <a:xfrm>
                  <a:off x="8747993" y="751814"/>
                  <a:ext cx="1414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CEFC99D2-D03B-20EB-ED28-B0D7807ECFEA}"/>
                    </a:ext>
                  </a:extLst>
                </p14:cNvPr>
                <p14:cNvContentPartPr/>
                <p14:nvPr/>
              </p14:nvContentPartPr>
              <p14:xfrm>
                <a:off x="8786513" y="764414"/>
                <a:ext cx="72360" cy="141480"/>
              </p14:xfrm>
            </p:contentPart>
          </mc:Choice>
          <mc:Fallback xmlns="">
            <p:pic>
              <p:nvPicPr>
                <p:cNvPr id="30" name="Ink 29">
                  <a:extLst>
                    <a:ext uri="{FF2B5EF4-FFF2-40B4-BE49-F238E27FC236}">
                      <a16:creationId xmlns:a16="http://schemas.microsoft.com/office/drawing/2014/main" id="{CEFC99D2-D03B-20EB-ED28-B0D7807ECFEA}"/>
                    </a:ext>
                  </a:extLst>
                </p:cNvPr>
                <p:cNvPicPr/>
                <p:nvPr/>
              </p:nvPicPr>
              <p:blipFill>
                <a:blip r:embed="rId51"/>
                <a:stretch>
                  <a:fillRect/>
                </a:stretch>
              </p:blipFill>
              <p:spPr>
                <a:xfrm>
                  <a:off x="8780393" y="758294"/>
                  <a:ext cx="846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4EAA885D-BB19-AFA9-E945-6A34B0C00C22}"/>
                    </a:ext>
                  </a:extLst>
                </p14:cNvPr>
                <p14:cNvContentPartPr/>
                <p14:nvPr/>
              </p14:nvContentPartPr>
              <p14:xfrm>
                <a:off x="8974793" y="864134"/>
                <a:ext cx="129960" cy="93960"/>
              </p14:xfrm>
            </p:contentPart>
          </mc:Choice>
          <mc:Fallback xmlns="">
            <p:pic>
              <p:nvPicPr>
                <p:cNvPr id="31" name="Ink 30">
                  <a:extLst>
                    <a:ext uri="{FF2B5EF4-FFF2-40B4-BE49-F238E27FC236}">
                      <a16:creationId xmlns:a16="http://schemas.microsoft.com/office/drawing/2014/main" id="{4EAA885D-BB19-AFA9-E945-6A34B0C00C22}"/>
                    </a:ext>
                  </a:extLst>
                </p:cNvPr>
                <p:cNvPicPr/>
                <p:nvPr/>
              </p:nvPicPr>
              <p:blipFill>
                <a:blip r:embed="rId53"/>
                <a:stretch>
                  <a:fillRect/>
                </a:stretch>
              </p:blipFill>
              <p:spPr>
                <a:xfrm>
                  <a:off x="8968673" y="858014"/>
                  <a:ext cx="1422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F3E2E18D-064A-4115-8D82-1977546492EC}"/>
                    </a:ext>
                  </a:extLst>
                </p14:cNvPr>
                <p14:cNvContentPartPr/>
                <p14:nvPr/>
              </p14:nvContentPartPr>
              <p14:xfrm>
                <a:off x="9106913" y="678374"/>
                <a:ext cx="69840" cy="296280"/>
              </p14:xfrm>
            </p:contentPart>
          </mc:Choice>
          <mc:Fallback xmlns="">
            <p:pic>
              <p:nvPicPr>
                <p:cNvPr id="32" name="Ink 31">
                  <a:extLst>
                    <a:ext uri="{FF2B5EF4-FFF2-40B4-BE49-F238E27FC236}">
                      <a16:creationId xmlns:a16="http://schemas.microsoft.com/office/drawing/2014/main" id="{F3E2E18D-064A-4115-8D82-1977546492EC}"/>
                    </a:ext>
                  </a:extLst>
                </p:cNvPr>
                <p:cNvPicPr/>
                <p:nvPr/>
              </p:nvPicPr>
              <p:blipFill>
                <a:blip r:embed="rId55"/>
                <a:stretch>
                  <a:fillRect/>
                </a:stretch>
              </p:blipFill>
              <p:spPr>
                <a:xfrm>
                  <a:off x="9100793" y="672254"/>
                  <a:ext cx="8208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D5D327D2-8DE9-E422-8740-53210BC0B975}"/>
                    </a:ext>
                  </a:extLst>
                </p14:cNvPr>
                <p14:cNvContentPartPr/>
                <p14:nvPr/>
              </p14:nvContentPartPr>
              <p14:xfrm>
                <a:off x="9330473" y="774854"/>
                <a:ext cx="125640" cy="18720"/>
              </p14:xfrm>
            </p:contentPart>
          </mc:Choice>
          <mc:Fallback xmlns="">
            <p:pic>
              <p:nvPicPr>
                <p:cNvPr id="33" name="Ink 32">
                  <a:extLst>
                    <a:ext uri="{FF2B5EF4-FFF2-40B4-BE49-F238E27FC236}">
                      <a16:creationId xmlns:a16="http://schemas.microsoft.com/office/drawing/2014/main" id="{D5D327D2-8DE9-E422-8740-53210BC0B975}"/>
                    </a:ext>
                  </a:extLst>
                </p:cNvPr>
                <p:cNvPicPr/>
                <p:nvPr/>
              </p:nvPicPr>
              <p:blipFill>
                <a:blip r:embed="rId57"/>
                <a:stretch>
                  <a:fillRect/>
                </a:stretch>
              </p:blipFill>
              <p:spPr>
                <a:xfrm>
                  <a:off x="9324353" y="768734"/>
                  <a:ext cx="1378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1752BF41-A564-9506-CEF5-AE3F815FC80C}"/>
                    </a:ext>
                  </a:extLst>
                </p14:cNvPr>
                <p14:cNvContentPartPr/>
                <p14:nvPr/>
              </p14:nvContentPartPr>
              <p14:xfrm>
                <a:off x="9334433" y="847214"/>
                <a:ext cx="147960" cy="27720"/>
              </p14:xfrm>
            </p:contentPart>
          </mc:Choice>
          <mc:Fallback xmlns="">
            <p:pic>
              <p:nvPicPr>
                <p:cNvPr id="34" name="Ink 33">
                  <a:extLst>
                    <a:ext uri="{FF2B5EF4-FFF2-40B4-BE49-F238E27FC236}">
                      <a16:creationId xmlns:a16="http://schemas.microsoft.com/office/drawing/2014/main" id="{1752BF41-A564-9506-CEF5-AE3F815FC80C}"/>
                    </a:ext>
                  </a:extLst>
                </p:cNvPr>
                <p:cNvPicPr/>
                <p:nvPr/>
              </p:nvPicPr>
              <p:blipFill>
                <a:blip r:embed="rId59"/>
                <a:stretch>
                  <a:fillRect/>
                </a:stretch>
              </p:blipFill>
              <p:spPr>
                <a:xfrm>
                  <a:off x="9328313" y="841094"/>
                  <a:ext cx="160200" cy="39960"/>
                </a:xfrm>
                <a:prstGeom prst="rect">
                  <a:avLst/>
                </a:prstGeom>
              </p:spPr>
            </p:pic>
          </mc:Fallback>
        </mc:AlternateContent>
      </p:grpSp>
      <p:grpSp>
        <p:nvGrpSpPr>
          <p:cNvPr id="39" name="Group 38">
            <a:extLst>
              <a:ext uri="{FF2B5EF4-FFF2-40B4-BE49-F238E27FC236}">
                <a16:creationId xmlns:a16="http://schemas.microsoft.com/office/drawing/2014/main" id="{06266CA7-6280-2415-4591-D3A04D67DD0A}"/>
              </a:ext>
            </a:extLst>
          </p:cNvPr>
          <p:cNvGrpSpPr/>
          <p:nvPr/>
        </p:nvGrpSpPr>
        <p:grpSpPr>
          <a:xfrm>
            <a:off x="9718193" y="405854"/>
            <a:ext cx="334080" cy="503640"/>
            <a:chOff x="9718193" y="405854"/>
            <a:chExt cx="334080" cy="503640"/>
          </a:xfrm>
        </p:grpSpPr>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B9436F2C-6D59-53B7-664A-579F53DA41CD}"/>
                    </a:ext>
                  </a:extLst>
                </p14:cNvPr>
                <p14:cNvContentPartPr/>
                <p14:nvPr/>
              </p14:nvContentPartPr>
              <p14:xfrm>
                <a:off x="9718193" y="627254"/>
                <a:ext cx="189000" cy="192600"/>
              </p14:xfrm>
            </p:contentPart>
          </mc:Choice>
          <mc:Fallback xmlns="">
            <p:pic>
              <p:nvPicPr>
                <p:cNvPr id="35" name="Ink 34">
                  <a:extLst>
                    <a:ext uri="{FF2B5EF4-FFF2-40B4-BE49-F238E27FC236}">
                      <a16:creationId xmlns:a16="http://schemas.microsoft.com/office/drawing/2014/main" id="{B9436F2C-6D59-53B7-664A-579F53DA41CD}"/>
                    </a:ext>
                  </a:extLst>
                </p:cNvPr>
                <p:cNvPicPr/>
                <p:nvPr/>
              </p:nvPicPr>
              <p:blipFill>
                <a:blip r:embed="rId61"/>
                <a:stretch>
                  <a:fillRect/>
                </a:stretch>
              </p:blipFill>
              <p:spPr>
                <a:xfrm>
                  <a:off x="9712073" y="621134"/>
                  <a:ext cx="2012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A5445F70-7EBF-F3E4-30A1-D0F9541178DE}"/>
                    </a:ext>
                  </a:extLst>
                </p14:cNvPr>
                <p14:cNvContentPartPr/>
                <p14:nvPr/>
              </p14:nvContentPartPr>
              <p14:xfrm>
                <a:off x="9725393" y="627614"/>
                <a:ext cx="132840" cy="231840"/>
              </p14:xfrm>
            </p:contentPart>
          </mc:Choice>
          <mc:Fallback xmlns="">
            <p:pic>
              <p:nvPicPr>
                <p:cNvPr id="36" name="Ink 35">
                  <a:extLst>
                    <a:ext uri="{FF2B5EF4-FFF2-40B4-BE49-F238E27FC236}">
                      <a16:creationId xmlns:a16="http://schemas.microsoft.com/office/drawing/2014/main" id="{A5445F70-7EBF-F3E4-30A1-D0F9541178DE}"/>
                    </a:ext>
                  </a:extLst>
                </p:cNvPr>
                <p:cNvPicPr/>
                <p:nvPr/>
              </p:nvPicPr>
              <p:blipFill>
                <a:blip r:embed="rId63"/>
                <a:stretch>
                  <a:fillRect/>
                </a:stretch>
              </p:blipFill>
              <p:spPr>
                <a:xfrm>
                  <a:off x="9719273" y="621494"/>
                  <a:ext cx="1450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D2A39F03-E4F6-0D92-7AFD-709863952FE2}"/>
                    </a:ext>
                  </a:extLst>
                </p14:cNvPr>
                <p14:cNvContentPartPr/>
                <p14:nvPr/>
              </p14:nvContentPartPr>
              <p14:xfrm>
                <a:off x="9941753" y="777734"/>
                <a:ext cx="110520" cy="131760"/>
              </p14:xfrm>
            </p:contentPart>
          </mc:Choice>
          <mc:Fallback xmlns="">
            <p:pic>
              <p:nvPicPr>
                <p:cNvPr id="37" name="Ink 36">
                  <a:extLst>
                    <a:ext uri="{FF2B5EF4-FFF2-40B4-BE49-F238E27FC236}">
                      <a16:creationId xmlns:a16="http://schemas.microsoft.com/office/drawing/2014/main" id="{D2A39F03-E4F6-0D92-7AFD-709863952FE2}"/>
                    </a:ext>
                  </a:extLst>
                </p:cNvPr>
                <p:cNvPicPr/>
                <p:nvPr/>
              </p:nvPicPr>
              <p:blipFill>
                <a:blip r:embed="rId65"/>
                <a:stretch>
                  <a:fillRect/>
                </a:stretch>
              </p:blipFill>
              <p:spPr>
                <a:xfrm>
                  <a:off x="9935633" y="771614"/>
                  <a:ext cx="122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BF9CBFE1-1375-EE31-6AF0-7074F1FC51F4}"/>
                    </a:ext>
                  </a:extLst>
                </p14:cNvPr>
                <p14:cNvContentPartPr/>
                <p14:nvPr/>
              </p14:nvContentPartPr>
              <p14:xfrm>
                <a:off x="9964793" y="405854"/>
                <a:ext cx="69840" cy="183600"/>
              </p14:xfrm>
            </p:contentPart>
          </mc:Choice>
          <mc:Fallback xmlns="">
            <p:pic>
              <p:nvPicPr>
                <p:cNvPr id="38" name="Ink 37">
                  <a:extLst>
                    <a:ext uri="{FF2B5EF4-FFF2-40B4-BE49-F238E27FC236}">
                      <a16:creationId xmlns:a16="http://schemas.microsoft.com/office/drawing/2014/main" id="{BF9CBFE1-1375-EE31-6AF0-7074F1FC51F4}"/>
                    </a:ext>
                  </a:extLst>
                </p:cNvPr>
                <p:cNvPicPr/>
                <p:nvPr/>
              </p:nvPicPr>
              <p:blipFill>
                <a:blip r:embed="rId67"/>
                <a:stretch>
                  <a:fillRect/>
                </a:stretch>
              </p:blipFill>
              <p:spPr>
                <a:xfrm>
                  <a:off x="9958673" y="399734"/>
                  <a:ext cx="82080" cy="19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14F571E0-A3D8-9EE7-440E-D305349F5B00}"/>
                  </a:ext>
                </a:extLst>
              </p14:cNvPr>
              <p14:cNvContentPartPr/>
              <p14:nvPr/>
            </p14:nvContentPartPr>
            <p14:xfrm>
              <a:off x="4816793" y="1209014"/>
              <a:ext cx="313560" cy="638280"/>
            </p14:xfrm>
          </p:contentPart>
        </mc:Choice>
        <mc:Fallback xmlns="">
          <p:pic>
            <p:nvPicPr>
              <p:cNvPr id="42" name="Ink 41">
                <a:extLst>
                  <a:ext uri="{FF2B5EF4-FFF2-40B4-BE49-F238E27FC236}">
                    <a16:creationId xmlns:a16="http://schemas.microsoft.com/office/drawing/2014/main" id="{14F571E0-A3D8-9EE7-440E-D305349F5B00}"/>
                  </a:ext>
                </a:extLst>
              </p:cNvPr>
              <p:cNvPicPr/>
              <p:nvPr/>
            </p:nvPicPr>
            <p:blipFill>
              <a:blip r:embed="rId69"/>
              <a:stretch>
                <a:fillRect/>
              </a:stretch>
            </p:blipFill>
            <p:spPr>
              <a:xfrm>
                <a:off x="4810673" y="1202894"/>
                <a:ext cx="325800" cy="650520"/>
              </a:xfrm>
              <a:prstGeom prst="rect">
                <a:avLst/>
              </a:prstGeom>
            </p:spPr>
          </p:pic>
        </mc:Fallback>
      </mc:AlternateContent>
      <p:grpSp>
        <p:nvGrpSpPr>
          <p:cNvPr id="46" name="Group 45">
            <a:extLst>
              <a:ext uri="{FF2B5EF4-FFF2-40B4-BE49-F238E27FC236}">
                <a16:creationId xmlns:a16="http://schemas.microsoft.com/office/drawing/2014/main" id="{E67A0F99-9E91-0753-74C7-EFD518B67FC9}"/>
              </a:ext>
            </a:extLst>
          </p:cNvPr>
          <p:cNvGrpSpPr/>
          <p:nvPr/>
        </p:nvGrpSpPr>
        <p:grpSpPr>
          <a:xfrm>
            <a:off x="3641753" y="646334"/>
            <a:ext cx="507240" cy="555480"/>
            <a:chOff x="3641753" y="646334"/>
            <a:chExt cx="507240" cy="55548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B3E78531-2FEA-8035-436E-381D49ED052E}"/>
                    </a:ext>
                  </a:extLst>
                </p14:cNvPr>
                <p14:cNvContentPartPr/>
                <p14:nvPr/>
              </p14:nvContentPartPr>
              <p14:xfrm>
                <a:off x="3641753" y="949454"/>
                <a:ext cx="325440" cy="252360"/>
              </p14:xfrm>
            </p:contentPart>
          </mc:Choice>
          <mc:Fallback xmlns="">
            <p:pic>
              <p:nvPicPr>
                <p:cNvPr id="43" name="Ink 42">
                  <a:extLst>
                    <a:ext uri="{FF2B5EF4-FFF2-40B4-BE49-F238E27FC236}">
                      <a16:creationId xmlns:a16="http://schemas.microsoft.com/office/drawing/2014/main" id="{B3E78531-2FEA-8035-436E-381D49ED052E}"/>
                    </a:ext>
                  </a:extLst>
                </p:cNvPr>
                <p:cNvPicPr/>
                <p:nvPr/>
              </p:nvPicPr>
              <p:blipFill>
                <a:blip r:embed="rId71"/>
                <a:stretch>
                  <a:fillRect/>
                </a:stretch>
              </p:blipFill>
              <p:spPr>
                <a:xfrm>
                  <a:off x="3635633" y="943334"/>
                  <a:ext cx="3376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14691EC2-4F01-AB50-D4D9-2D2C1648F968}"/>
                    </a:ext>
                  </a:extLst>
                </p14:cNvPr>
                <p14:cNvContentPartPr/>
                <p14:nvPr/>
              </p14:nvContentPartPr>
              <p14:xfrm>
                <a:off x="3944153" y="646334"/>
                <a:ext cx="127800" cy="283320"/>
              </p14:xfrm>
            </p:contentPart>
          </mc:Choice>
          <mc:Fallback xmlns="">
            <p:pic>
              <p:nvPicPr>
                <p:cNvPr id="44" name="Ink 43">
                  <a:extLst>
                    <a:ext uri="{FF2B5EF4-FFF2-40B4-BE49-F238E27FC236}">
                      <a16:creationId xmlns:a16="http://schemas.microsoft.com/office/drawing/2014/main" id="{14691EC2-4F01-AB50-D4D9-2D2C1648F968}"/>
                    </a:ext>
                  </a:extLst>
                </p:cNvPr>
                <p:cNvPicPr/>
                <p:nvPr/>
              </p:nvPicPr>
              <p:blipFill>
                <a:blip r:embed="rId73"/>
                <a:stretch>
                  <a:fillRect/>
                </a:stretch>
              </p:blipFill>
              <p:spPr>
                <a:xfrm>
                  <a:off x="3938033" y="640214"/>
                  <a:ext cx="14004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ED736A73-8805-C43B-216D-BAED0BDA05B1}"/>
                    </a:ext>
                  </a:extLst>
                </p14:cNvPr>
                <p14:cNvContentPartPr/>
                <p14:nvPr/>
              </p14:nvContentPartPr>
              <p14:xfrm>
                <a:off x="4109753" y="766574"/>
                <a:ext cx="39240" cy="82440"/>
              </p14:xfrm>
            </p:contentPart>
          </mc:Choice>
          <mc:Fallback xmlns="">
            <p:pic>
              <p:nvPicPr>
                <p:cNvPr id="45" name="Ink 44">
                  <a:extLst>
                    <a:ext uri="{FF2B5EF4-FFF2-40B4-BE49-F238E27FC236}">
                      <a16:creationId xmlns:a16="http://schemas.microsoft.com/office/drawing/2014/main" id="{ED736A73-8805-C43B-216D-BAED0BDA05B1}"/>
                    </a:ext>
                  </a:extLst>
                </p:cNvPr>
                <p:cNvPicPr/>
                <p:nvPr/>
              </p:nvPicPr>
              <p:blipFill>
                <a:blip r:embed="rId75"/>
                <a:stretch>
                  <a:fillRect/>
                </a:stretch>
              </p:blipFill>
              <p:spPr>
                <a:xfrm>
                  <a:off x="4103633" y="760454"/>
                  <a:ext cx="51480" cy="94680"/>
                </a:xfrm>
                <a:prstGeom prst="rect">
                  <a:avLst/>
                </a:prstGeom>
              </p:spPr>
            </p:pic>
          </mc:Fallback>
        </mc:AlternateContent>
      </p:grpSp>
      <p:grpSp>
        <p:nvGrpSpPr>
          <p:cNvPr id="55" name="Group 54">
            <a:extLst>
              <a:ext uri="{FF2B5EF4-FFF2-40B4-BE49-F238E27FC236}">
                <a16:creationId xmlns:a16="http://schemas.microsoft.com/office/drawing/2014/main" id="{93A1DF58-E435-B114-E4CC-C9DDC939D302}"/>
              </a:ext>
            </a:extLst>
          </p:cNvPr>
          <p:cNvGrpSpPr/>
          <p:nvPr/>
        </p:nvGrpSpPr>
        <p:grpSpPr>
          <a:xfrm>
            <a:off x="6693833" y="4914854"/>
            <a:ext cx="1388880" cy="294840"/>
            <a:chOff x="6693833" y="4914854"/>
            <a:chExt cx="1388880" cy="294840"/>
          </a:xfrm>
        </p:grpSpPr>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B6F62118-CB9E-91B4-3967-6783B122E792}"/>
                    </a:ext>
                  </a:extLst>
                </p14:cNvPr>
                <p14:cNvContentPartPr/>
                <p14:nvPr/>
              </p14:nvContentPartPr>
              <p14:xfrm>
                <a:off x="6693833" y="4971734"/>
                <a:ext cx="257040" cy="237960"/>
              </p14:xfrm>
            </p:contentPart>
          </mc:Choice>
          <mc:Fallback xmlns="">
            <p:pic>
              <p:nvPicPr>
                <p:cNvPr id="47" name="Ink 46">
                  <a:extLst>
                    <a:ext uri="{FF2B5EF4-FFF2-40B4-BE49-F238E27FC236}">
                      <a16:creationId xmlns:a16="http://schemas.microsoft.com/office/drawing/2014/main" id="{B6F62118-CB9E-91B4-3967-6783B122E792}"/>
                    </a:ext>
                  </a:extLst>
                </p:cNvPr>
                <p:cNvPicPr/>
                <p:nvPr/>
              </p:nvPicPr>
              <p:blipFill>
                <a:blip r:embed="rId77"/>
                <a:stretch>
                  <a:fillRect/>
                </a:stretch>
              </p:blipFill>
              <p:spPr>
                <a:xfrm>
                  <a:off x="6687713" y="4965614"/>
                  <a:ext cx="26928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3DD8B94D-790B-C46A-D65C-96C9E69C3E2F}"/>
                    </a:ext>
                  </a:extLst>
                </p14:cNvPr>
                <p14:cNvContentPartPr/>
                <p14:nvPr/>
              </p14:nvContentPartPr>
              <p14:xfrm>
                <a:off x="7025033" y="5046974"/>
                <a:ext cx="251280" cy="123120"/>
              </p14:xfrm>
            </p:contentPart>
          </mc:Choice>
          <mc:Fallback xmlns="">
            <p:pic>
              <p:nvPicPr>
                <p:cNvPr id="48" name="Ink 47">
                  <a:extLst>
                    <a:ext uri="{FF2B5EF4-FFF2-40B4-BE49-F238E27FC236}">
                      <a16:creationId xmlns:a16="http://schemas.microsoft.com/office/drawing/2014/main" id="{3DD8B94D-790B-C46A-D65C-96C9E69C3E2F}"/>
                    </a:ext>
                  </a:extLst>
                </p:cNvPr>
                <p:cNvPicPr/>
                <p:nvPr/>
              </p:nvPicPr>
              <p:blipFill>
                <a:blip r:embed="rId79"/>
                <a:stretch>
                  <a:fillRect/>
                </a:stretch>
              </p:blipFill>
              <p:spPr>
                <a:xfrm>
                  <a:off x="7018913" y="5040854"/>
                  <a:ext cx="2635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D66C74E4-3828-0C95-04BA-FDEF0025DD9D}"/>
                    </a:ext>
                  </a:extLst>
                </p14:cNvPr>
                <p14:cNvContentPartPr/>
                <p14:nvPr/>
              </p14:nvContentPartPr>
              <p14:xfrm>
                <a:off x="7322033" y="4914854"/>
                <a:ext cx="121680" cy="272160"/>
              </p14:xfrm>
            </p:contentPart>
          </mc:Choice>
          <mc:Fallback xmlns="">
            <p:pic>
              <p:nvPicPr>
                <p:cNvPr id="49" name="Ink 48">
                  <a:extLst>
                    <a:ext uri="{FF2B5EF4-FFF2-40B4-BE49-F238E27FC236}">
                      <a16:creationId xmlns:a16="http://schemas.microsoft.com/office/drawing/2014/main" id="{D66C74E4-3828-0C95-04BA-FDEF0025DD9D}"/>
                    </a:ext>
                  </a:extLst>
                </p:cNvPr>
                <p:cNvPicPr/>
                <p:nvPr/>
              </p:nvPicPr>
              <p:blipFill>
                <a:blip r:embed="rId81"/>
                <a:stretch>
                  <a:fillRect/>
                </a:stretch>
              </p:blipFill>
              <p:spPr>
                <a:xfrm>
                  <a:off x="7315913" y="4908734"/>
                  <a:ext cx="1339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7597E740-0E9F-0856-29F9-45AD419CD39F}"/>
                    </a:ext>
                  </a:extLst>
                </p14:cNvPr>
                <p14:cNvContentPartPr/>
                <p14:nvPr/>
              </p14:nvContentPartPr>
              <p14:xfrm>
                <a:off x="7427153" y="4986854"/>
                <a:ext cx="360" cy="360"/>
              </p14:xfrm>
            </p:contentPart>
          </mc:Choice>
          <mc:Fallback xmlns="">
            <p:pic>
              <p:nvPicPr>
                <p:cNvPr id="50" name="Ink 49">
                  <a:extLst>
                    <a:ext uri="{FF2B5EF4-FFF2-40B4-BE49-F238E27FC236}">
                      <a16:creationId xmlns:a16="http://schemas.microsoft.com/office/drawing/2014/main" id="{7597E740-0E9F-0856-29F9-45AD419CD39F}"/>
                    </a:ext>
                  </a:extLst>
                </p:cNvPr>
                <p:cNvPicPr/>
                <p:nvPr/>
              </p:nvPicPr>
              <p:blipFill>
                <a:blip r:embed="rId83"/>
                <a:stretch>
                  <a:fillRect/>
                </a:stretch>
              </p:blipFill>
              <p:spPr>
                <a:xfrm>
                  <a:off x="7421033" y="498073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D19AC3C4-227F-FF45-6DF8-5BC20A704886}"/>
                    </a:ext>
                  </a:extLst>
                </p14:cNvPr>
                <p14:cNvContentPartPr/>
                <p14:nvPr/>
              </p14:nvContentPartPr>
              <p14:xfrm>
                <a:off x="7508873" y="5068934"/>
                <a:ext cx="104400" cy="81000"/>
              </p14:xfrm>
            </p:contentPart>
          </mc:Choice>
          <mc:Fallback xmlns="">
            <p:pic>
              <p:nvPicPr>
                <p:cNvPr id="51" name="Ink 50">
                  <a:extLst>
                    <a:ext uri="{FF2B5EF4-FFF2-40B4-BE49-F238E27FC236}">
                      <a16:creationId xmlns:a16="http://schemas.microsoft.com/office/drawing/2014/main" id="{D19AC3C4-227F-FF45-6DF8-5BC20A704886}"/>
                    </a:ext>
                  </a:extLst>
                </p:cNvPr>
                <p:cNvPicPr/>
                <p:nvPr/>
              </p:nvPicPr>
              <p:blipFill>
                <a:blip r:embed="rId85"/>
                <a:stretch>
                  <a:fillRect/>
                </a:stretch>
              </p:blipFill>
              <p:spPr>
                <a:xfrm>
                  <a:off x="7502753" y="5062814"/>
                  <a:ext cx="1166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E9D0D89D-CF0F-888B-EC4E-4FF59A7678F2}"/>
                    </a:ext>
                  </a:extLst>
                </p14:cNvPr>
                <p14:cNvContentPartPr/>
                <p14:nvPr/>
              </p14:nvContentPartPr>
              <p14:xfrm>
                <a:off x="7638113" y="5050934"/>
                <a:ext cx="146160" cy="101880"/>
              </p14:xfrm>
            </p:contentPart>
          </mc:Choice>
          <mc:Fallback xmlns="">
            <p:pic>
              <p:nvPicPr>
                <p:cNvPr id="52" name="Ink 51">
                  <a:extLst>
                    <a:ext uri="{FF2B5EF4-FFF2-40B4-BE49-F238E27FC236}">
                      <a16:creationId xmlns:a16="http://schemas.microsoft.com/office/drawing/2014/main" id="{E9D0D89D-CF0F-888B-EC4E-4FF59A7678F2}"/>
                    </a:ext>
                  </a:extLst>
                </p:cNvPr>
                <p:cNvPicPr/>
                <p:nvPr/>
              </p:nvPicPr>
              <p:blipFill>
                <a:blip r:embed="rId87"/>
                <a:stretch>
                  <a:fillRect/>
                </a:stretch>
              </p:blipFill>
              <p:spPr>
                <a:xfrm>
                  <a:off x="7631993" y="5044814"/>
                  <a:ext cx="1584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E29DCE18-4B97-B1AD-9A2E-428491E06FF0}"/>
                    </a:ext>
                  </a:extLst>
                </p14:cNvPr>
                <p14:cNvContentPartPr/>
                <p14:nvPr/>
              </p14:nvContentPartPr>
              <p14:xfrm>
                <a:off x="7817033" y="5061014"/>
                <a:ext cx="119520" cy="101880"/>
              </p14:xfrm>
            </p:contentPart>
          </mc:Choice>
          <mc:Fallback xmlns="">
            <p:pic>
              <p:nvPicPr>
                <p:cNvPr id="53" name="Ink 52">
                  <a:extLst>
                    <a:ext uri="{FF2B5EF4-FFF2-40B4-BE49-F238E27FC236}">
                      <a16:creationId xmlns:a16="http://schemas.microsoft.com/office/drawing/2014/main" id="{E29DCE18-4B97-B1AD-9A2E-428491E06FF0}"/>
                    </a:ext>
                  </a:extLst>
                </p:cNvPr>
                <p:cNvPicPr/>
                <p:nvPr/>
              </p:nvPicPr>
              <p:blipFill>
                <a:blip r:embed="rId89"/>
                <a:stretch>
                  <a:fillRect/>
                </a:stretch>
              </p:blipFill>
              <p:spPr>
                <a:xfrm>
                  <a:off x="7810913" y="5054894"/>
                  <a:ext cx="1317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84925302-A69F-B5C6-7B16-9E8E568684DE}"/>
                    </a:ext>
                  </a:extLst>
                </p14:cNvPr>
                <p14:cNvContentPartPr/>
                <p14:nvPr/>
              </p14:nvContentPartPr>
              <p14:xfrm>
                <a:off x="7975793" y="5032574"/>
                <a:ext cx="106920" cy="120240"/>
              </p14:xfrm>
            </p:contentPart>
          </mc:Choice>
          <mc:Fallback xmlns="">
            <p:pic>
              <p:nvPicPr>
                <p:cNvPr id="54" name="Ink 53">
                  <a:extLst>
                    <a:ext uri="{FF2B5EF4-FFF2-40B4-BE49-F238E27FC236}">
                      <a16:creationId xmlns:a16="http://schemas.microsoft.com/office/drawing/2014/main" id="{84925302-A69F-B5C6-7B16-9E8E568684DE}"/>
                    </a:ext>
                  </a:extLst>
                </p:cNvPr>
                <p:cNvPicPr/>
                <p:nvPr/>
              </p:nvPicPr>
              <p:blipFill>
                <a:blip r:embed="rId91"/>
                <a:stretch>
                  <a:fillRect/>
                </a:stretch>
              </p:blipFill>
              <p:spPr>
                <a:xfrm>
                  <a:off x="7969673" y="5026454"/>
                  <a:ext cx="119160" cy="132480"/>
                </a:xfrm>
                <a:prstGeom prst="rect">
                  <a:avLst/>
                </a:prstGeom>
              </p:spPr>
            </p:pic>
          </mc:Fallback>
        </mc:AlternateContent>
      </p:grpSp>
      <p:grpSp>
        <p:nvGrpSpPr>
          <p:cNvPr id="13320" name="Group 13319">
            <a:extLst>
              <a:ext uri="{FF2B5EF4-FFF2-40B4-BE49-F238E27FC236}">
                <a16:creationId xmlns:a16="http://schemas.microsoft.com/office/drawing/2014/main" id="{BD3B6890-B5C5-5BC7-0B0A-8E45DDD4B476}"/>
              </a:ext>
            </a:extLst>
          </p:cNvPr>
          <p:cNvGrpSpPr/>
          <p:nvPr/>
        </p:nvGrpSpPr>
        <p:grpSpPr>
          <a:xfrm>
            <a:off x="8288273" y="4971374"/>
            <a:ext cx="621360" cy="197280"/>
            <a:chOff x="8288273" y="4971374"/>
            <a:chExt cx="621360" cy="197280"/>
          </a:xfrm>
        </p:grpSpPr>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FA1A54E7-5774-C952-DE09-0837C847081E}"/>
                    </a:ext>
                  </a:extLst>
                </p14:cNvPr>
                <p14:cNvContentPartPr/>
                <p14:nvPr/>
              </p14:nvContentPartPr>
              <p14:xfrm>
                <a:off x="8288273" y="5021054"/>
                <a:ext cx="143640" cy="147600"/>
              </p14:xfrm>
            </p:contentPart>
          </mc:Choice>
          <mc:Fallback xmlns="">
            <p:pic>
              <p:nvPicPr>
                <p:cNvPr id="56" name="Ink 55">
                  <a:extLst>
                    <a:ext uri="{FF2B5EF4-FFF2-40B4-BE49-F238E27FC236}">
                      <a16:creationId xmlns:a16="http://schemas.microsoft.com/office/drawing/2014/main" id="{FA1A54E7-5774-C952-DE09-0837C847081E}"/>
                    </a:ext>
                  </a:extLst>
                </p:cNvPr>
                <p:cNvPicPr/>
                <p:nvPr/>
              </p:nvPicPr>
              <p:blipFill>
                <a:blip r:embed="rId93"/>
                <a:stretch>
                  <a:fillRect/>
                </a:stretch>
              </p:blipFill>
              <p:spPr>
                <a:xfrm>
                  <a:off x="8282153" y="5014934"/>
                  <a:ext cx="1558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97646299-929B-732F-4B9D-B8AE397F2107}"/>
                    </a:ext>
                  </a:extLst>
                </p14:cNvPr>
                <p14:cNvContentPartPr/>
                <p14:nvPr/>
              </p14:nvContentPartPr>
              <p14:xfrm>
                <a:off x="8463593" y="5041574"/>
                <a:ext cx="138600" cy="118440"/>
              </p14:xfrm>
            </p:contentPart>
          </mc:Choice>
          <mc:Fallback xmlns="">
            <p:pic>
              <p:nvPicPr>
                <p:cNvPr id="57" name="Ink 56">
                  <a:extLst>
                    <a:ext uri="{FF2B5EF4-FFF2-40B4-BE49-F238E27FC236}">
                      <a16:creationId xmlns:a16="http://schemas.microsoft.com/office/drawing/2014/main" id="{97646299-929B-732F-4B9D-B8AE397F2107}"/>
                    </a:ext>
                  </a:extLst>
                </p:cNvPr>
                <p:cNvPicPr/>
                <p:nvPr/>
              </p:nvPicPr>
              <p:blipFill>
                <a:blip r:embed="rId95"/>
                <a:stretch>
                  <a:fillRect/>
                </a:stretch>
              </p:blipFill>
              <p:spPr>
                <a:xfrm>
                  <a:off x="8457473" y="5035454"/>
                  <a:ext cx="1508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F251D738-2B35-A53B-DE0A-CE95945300F1}"/>
                    </a:ext>
                  </a:extLst>
                </p14:cNvPr>
                <p14:cNvContentPartPr/>
                <p14:nvPr/>
              </p14:nvContentPartPr>
              <p14:xfrm>
                <a:off x="8611553" y="4971374"/>
                <a:ext cx="208800" cy="189000"/>
              </p14:xfrm>
            </p:contentPart>
          </mc:Choice>
          <mc:Fallback xmlns="">
            <p:pic>
              <p:nvPicPr>
                <p:cNvPr id="58" name="Ink 57">
                  <a:extLst>
                    <a:ext uri="{FF2B5EF4-FFF2-40B4-BE49-F238E27FC236}">
                      <a16:creationId xmlns:a16="http://schemas.microsoft.com/office/drawing/2014/main" id="{F251D738-2B35-A53B-DE0A-CE95945300F1}"/>
                    </a:ext>
                  </a:extLst>
                </p:cNvPr>
                <p:cNvPicPr/>
                <p:nvPr/>
              </p:nvPicPr>
              <p:blipFill>
                <a:blip r:embed="rId97"/>
                <a:stretch>
                  <a:fillRect/>
                </a:stretch>
              </p:blipFill>
              <p:spPr>
                <a:xfrm>
                  <a:off x="8605433" y="4965254"/>
                  <a:ext cx="2210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4C97444E-304D-EF3D-0488-61B065F76D7F}"/>
                    </a:ext>
                  </a:extLst>
                </p14:cNvPr>
                <p14:cNvContentPartPr/>
                <p14:nvPr/>
              </p14:nvContentPartPr>
              <p14:xfrm>
                <a:off x="8909273" y="5107094"/>
                <a:ext cx="360" cy="360"/>
              </p14:xfrm>
            </p:contentPart>
          </mc:Choice>
          <mc:Fallback xmlns="">
            <p:pic>
              <p:nvPicPr>
                <p:cNvPr id="59" name="Ink 58">
                  <a:extLst>
                    <a:ext uri="{FF2B5EF4-FFF2-40B4-BE49-F238E27FC236}">
                      <a16:creationId xmlns:a16="http://schemas.microsoft.com/office/drawing/2014/main" id="{4C97444E-304D-EF3D-0488-61B065F76D7F}"/>
                    </a:ext>
                  </a:extLst>
                </p:cNvPr>
                <p:cNvPicPr/>
                <p:nvPr/>
              </p:nvPicPr>
              <p:blipFill>
                <a:blip r:embed="rId83"/>
                <a:stretch>
                  <a:fillRect/>
                </a:stretch>
              </p:blipFill>
              <p:spPr>
                <a:xfrm>
                  <a:off x="8903153" y="5100974"/>
                  <a:ext cx="12600" cy="12600"/>
                </a:xfrm>
                <a:prstGeom prst="rect">
                  <a:avLst/>
                </a:prstGeom>
              </p:spPr>
            </p:pic>
          </mc:Fallback>
        </mc:AlternateContent>
      </p:grpSp>
      <p:grpSp>
        <p:nvGrpSpPr>
          <p:cNvPr id="13319" name="Group 13318">
            <a:extLst>
              <a:ext uri="{FF2B5EF4-FFF2-40B4-BE49-F238E27FC236}">
                <a16:creationId xmlns:a16="http://schemas.microsoft.com/office/drawing/2014/main" id="{16D6AB27-2088-EFC6-8AFC-9244611D408D}"/>
              </a:ext>
            </a:extLst>
          </p:cNvPr>
          <p:cNvGrpSpPr/>
          <p:nvPr/>
        </p:nvGrpSpPr>
        <p:grpSpPr>
          <a:xfrm>
            <a:off x="9223193" y="4774454"/>
            <a:ext cx="473760" cy="435600"/>
            <a:chOff x="9223193" y="4774454"/>
            <a:chExt cx="473760" cy="435600"/>
          </a:xfrm>
        </p:grpSpPr>
        <mc:AlternateContent xmlns:mc="http://schemas.openxmlformats.org/markup-compatibility/2006" xmlns:p14="http://schemas.microsoft.com/office/powerpoint/2010/main">
          <mc:Choice Requires="p14">
            <p:contentPart p14:bwMode="auto" r:id="rId99">
              <p14:nvContentPartPr>
                <p14:cNvPr id="60" name="Ink 59">
                  <a:extLst>
                    <a:ext uri="{FF2B5EF4-FFF2-40B4-BE49-F238E27FC236}">
                      <a16:creationId xmlns:a16="http://schemas.microsoft.com/office/drawing/2014/main" id="{DC90F586-9625-F28B-189D-64EF3383A34D}"/>
                    </a:ext>
                  </a:extLst>
                </p14:cNvPr>
                <p14:cNvContentPartPr/>
                <p14:nvPr/>
              </p14:nvContentPartPr>
              <p14:xfrm>
                <a:off x="9223193" y="4842494"/>
                <a:ext cx="119520" cy="221760"/>
              </p14:xfrm>
            </p:contentPart>
          </mc:Choice>
          <mc:Fallback xmlns="">
            <p:pic>
              <p:nvPicPr>
                <p:cNvPr id="60" name="Ink 59">
                  <a:extLst>
                    <a:ext uri="{FF2B5EF4-FFF2-40B4-BE49-F238E27FC236}">
                      <a16:creationId xmlns:a16="http://schemas.microsoft.com/office/drawing/2014/main" id="{DC90F586-9625-F28B-189D-64EF3383A34D}"/>
                    </a:ext>
                  </a:extLst>
                </p:cNvPr>
                <p:cNvPicPr/>
                <p:nvPr/>
              </p:nvPicPr>
              <p:blipFill>
                <a:blip r:embed="rId100"/>
                <a:stretch>
                  <a:fillRect/>
                </a:stretch>
              </p:blipFill>
              <p:spPr>
                <a:xfrm>
                  <a:off x="9217073" y="4836374"/>
                  <a:ext cx="1317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1" name="Ink 60">
                  <a:extLst>
                    <a:ext uri="{FF2B5EF4-FFF2-40B4-BE49-F238E27FC236}">
                      <a16:creationId xmlns:a16="http://schemas.microsoft.com/office/drawing/2014/main" id="{E07E852D-EE5E-F8F1-1960-30D9031E6C25}"/>
                    </a:ext>
                  </a:extLst>
                </p14:cNvPr>
                <p14:cNvContentPartPr/>
                <p14:nvPr/>
              </p14:nvContentPartPr>
              <p14:xfrm>
                <a:off x="9346313" y="4774454"/>
                <a:ext cx="116280" cy="435600"/>
              </p14:xfrm>
            </p:contentPart>
          </mc:Choice>
          <mc:Fallback xmlns="">
            <p:pic>
              <p:nvPicPr>
                <p:cNvPr id="61" name="Ink 60">
                  <a:extLst>
                    <a:ext uri="{FF2B5EF4-FFF2-40B4-BE49-F238E27FC236}">
                      <a16:creationId xmlns:a16="http://schemas.microsoft.com/office/drawing/2014/main" id="{E07E852D-EE5E-F8F1-1960-30D9031E6C25}"/>
                    </a:ext>
                  </a:extLst>
                </p:cNvPr>
                <p:cNvPicPr/>
                <p:nvPr/>
              </p:nvPicPr>
              <p:blipFill>
                <a:blip r:embed="rId102"/>
                <a:stretch>
                  <a:fillRect/>
                </a:stretch>
              </p:blipFill>
              <p:spPr>
                <a:xfrm>
                  <a:off x="9340193" y="4768334"/>
                  <a:ext cx="12852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2" name="Ink 61">
                  <a:extLst>
                    <a:ext uri="{FF2B5EF4-FFF2-40B4-BE49-F238E27FC236}">
                      <a16:creationId xmlns:a16="http://schemas.microsoft.com/office/drawing/2014/main" id="{25C9C439-4DB8-01FC-942D-2AB0595F5050}"/>
                    </a:ext>
                  </a:extLst>
                </p14:cNvPr>
                <p14:cNvContentPartPr/>
                <p14:nvPr/>
              </p14:nvContentPartPr>
              <p14:xfrm>
                <a:off x="9460073" y="4929254"/>
                <a:ext cx="236880" cy="188280"/>
              </p14:xfrm>
            </p:contentPart>
          </mc:Choice>
          <mc:Fallback xmlns="">
            <p:pic>
              <p:nvPicPr>
                <p:cNvPr id="62" name="Ink 61">
                  <a:extLst>
                    <a:ext uri="{FF2B5EF4-FFF2-40B4-BE49-F238E27FC236}">
                      <a16:creationId xmlns:a16="http://schemas.microsoft.com/office/drawing/2014/main" id="{25C9C439-4DB8-01FC-942D-2AB0595F5050}"/>
                    </a:ext>
                  </a:extLst>
                </p:cNvPr>
                <p:cNvPicPr/>
                <p:nvPr/>
              </p:nvPicPr>
              <p:blipFill>
                <a:blip r:embed="rId104"/>
                <a:stretch>
                  <a:fillRect/>
                </a:stretch>
              </p:blipFill>
              <p:spPr>
                <a:xfrm>
                  <a:off x="9453953" y="4923134"/>
                  <a:ext cx="249120" cy="200520"/>
                </a:xfrm>
                <a:prstGeom prst="rect">
                  <a:avLst/>
                </a:prstGeom>
              </p:spPr>
            </p:pic>
          </mc:Fallback>
        </mc:AlternateContent>
      </p:grpSp>
      <p:grpSp>
        <p:nvGrpSpPr>
          <p:cNvPr id="13318" name="Group 13317">
            <a:extLst>
              <a:ext uri="{FF2B5EF4-FFF2-40B4-BE49-F238E27FC236}">
                <a16:creationId xmlns:a16="http://schemas.microsoft.com/office/drawing/2014/main" id="{4C04C15D-B726-5AA7-B07D-75A1EE9222A9}"/>
              </a:ext>
            </a:extLst>
          </p:cNvPr>
          <p:cNvGrpSpPr/>
          <p:nvPr/>
        </p:nvGrpSpPr>
        <p:grpSpPr>
          <a:xfrm>
            <a:off x="9994313" y="4744214"/>
            <a:ext cx="217440" cy="455040"/>
            <a:chOff x="9994313" y="4744214"/>
            <a:chExt cx="217440" cy="455040"/>
          </a:xfrm>
        </p:grpSpPr>
        <mc:AlternateContent xmlns:mc="http://schemas.openxmlformats.org/markup-compatibility/2006" xmlns:p14="http://schemas.microsoft.com/office/powerpoint/2010/main">
          <mc:Choice Requires="p14">
            <p:contentPart p14:bwMode="auto" r:id="rId105">
              <p14:nvContentPartPr>
                <p14:cNvPr id="63" name="Ink 62">
                  <a:extLst>
                    <a:ext uri="{FF2B5EF4-FFF2-40B4-BE49-F238E27FC236}">
                      <a16:creationId xmlns:a16="http://schemas.microsoft.com/office/drawing/2014/main" id="{9311D741-49C6-F3C6-54B7-9DDCF33EE00B}"/>
                    </a:ext>
                  </a:extLst>
                </p14:cNvPr>
                <p14:cNvContentPartPr/>
                <p14:nvPr/>
              </p14:nvContentPartPr>
              <p14:xfrm>
                <a:off x="9994313" y="4744214"/>
                <a:ext cx="120240" cy="158400"/>
              </p14:xfrm>
            </p:contentPart>
          </mc:Choice>
          <mc:Fallback xmlns="">
            <p:pic>
              <p:nvPicPr>
                <p:cNvPr id="63" name="Ink 62">
                  <a:extLst>
                    <a:ext uri="{FF2B5EF4-FFF2-40B4-BE49-F238E27FC236}">
                      <a16:creationId xmlns:a16="http://schemas.microsoft.com/office/drawing/2014/main" id="{9311D741-49C6-F3C6-54B7-9DDCF33EE00B}"/>
                    </a:ext>
                  </a:extLst>
                </p:cNvPr>
                <p:cNvPicPr/>
                <p:nvPr/>
              </p:nvPicPr>
              <p:blipFill>
                <a:blip r:embed="rId106"/>
                <a:stretch>
                  <a:fillRect/>
                </a:stretch>
              </p:blipFill>
              <p:spPr>
                <a:xfrm>
                  <a:off x="9988193" y="4738094"/>
                  <a:ext cx="1324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312" name="Ink 13311">
                  <a:extLst>
                    <a:ext uri="{FF2B5EF4-FFF2-40B4-BE49-F238E27FC236}">
                      <a16:creationId xmlns:a16="http://schemas.microsoft.com/office/drawing/2014/main" id="{55FEEA8A-1753-0BC3-A32C-0B0810A276C2}"/>
                    </a:ext>
                  </a:extLst>
                </p14:cNvPr>
                <p14:cNvContentPartPr/>
                <p14:nvPr/>
              </p14:nvContentPartPr>
              <p14:xfrm>
                <a:off x="10000793" y="4780934"/>
                <a:ext cx="210960" cy="418320"/>
              </p14:xfrm>
            </p:contentPart>
          </mc:Choice>
          <mc:Fallback xmlns="">
            <p:pic>
              <p:nvPicPr>
                <p:cNvPr id="13312" name="Ink 13311">
                  <a:extLst>
                    <a:ext uri="{FF2B5EF4-FFF2-40B4-BE49-F238E27FC236}">
                      <a16:creationId xmlns:a16="http://schemas.microsoft.com/office/drawing/2014/main" id="{55FEEA8A-1753-0BC3-A32C-0B0810A276C2}"/>
                    </a:ext>
                  </a:extLst>
                </p:cNvPr>
                <p:cNvPicPr/>
                <p:nvPr/>
              </p:nvPicPr>
              <p:blipFill>
                <a:blip r:embed="rId108"/>
                <a:stretch>
                  <a:fillRect/>
                </a:stretch>
              </p:blipFill>
              <p:spPr>
                <a:xfrm>
                  <a:off x="9994673" y="4774814"/>
                  <a:ext cx="223200" cy="43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9">
            <p14:nvContentPartPr>
              <p14:cNvPr id="13313" name="Ink 13312">
                <a:extLst>
                  <a:ext uri="{FF2B5EF4-FFF2-40B4-BE49-F238E27FC236}">
                    <a16:creationId xmlns:a16="http://schemas.microsoft.com/office/drawing/2014/main" id="{3EE89F5B-8068-805C-F088-62D3CECA64C5}"/>
                  </a:ext>
                </a:extLst>
              </p14:cNvPr>
              <p14:cNvContentPartPr/>
              <p14:nvPr/>
            </p14:nvContentPartPr>
            <p14:xfrm>
              <a:off x="10404713" y="4637654"/>
              <a:ext cx="342720" cy="382320"/>
            </p14:xfrm>
          </p:contentPart>
        </mc:Choice>
        <mc:Fallback xmlns="">
          <p:pic>
            <p:nvPicPr>
              <p:cNvPr id="13313" name="Ink 13312">
                <a:extLst>
                  <a:ext uri="{FF2B5EF4-FFF2-40B4-BE49-F238E27FC236}">
                    <a16:creationId xmlns:a16="http://schemas.microsoft.com/office/drawing/2014/main" id="{3EE89F5B-8068-805C-F088-62D3CECA64C5}"/>
                  </a:ext>
                </a:extLst>
              </p:cNvPr>
              <p:cNvPicPr/>
              <p:nvPr/>
            </p:nvPicPr>
            <p:blipFill>
              <a:blip r:embed="rId110"/>
              <a:stretch>
                <a:fillRect/>
              </a:stretch>
            </p:blipFill>
            <p:spPr>
              <a:xfrm>
                <a:off x="10398593" y="4631534"/>
                <a:ext cx="354960" cy="394560"/>
              </a:xfrm>
              <a:prstGeom prst="rect">
                <a:avLst/>
              </a:prstGeom>
            </p:spPr>
          </p:pic>
        </mc:Fallback>
      </mc:AlternateContent>
      <p:grpSp>
        <p:nvGrpSpPr>
          <p:cNvPr id="13317" name="Group 13316">
            <a:extLst>
              <a:ext uri="{FF2B5EF4-FFF2-40B4-BE49-F238E27FC236}">
                <a16:creationId xmlns:a16="http://schemas.microsoft.com/office/drawing/2014/main" id="{FD946F61-BDB8-7939-22C2-FE2695AF4E58}"/>
              </a:ext>
            </a:extLst>
          </p:cNvPr>
          <p:cNvGrpSpPr/>
          <p:nvPr/>
        </p:nvGrpSpPr>
        <p:grpSpPr>
          <a:xfrm>
            <a:off x="10973153" y="4683374"/>
            <a:ext cx="212400" cy="279360"/>
            <a:chOff x="10973153" y="4683374"/>
            <a:chExt cx="212400" cy="279360"/>
          </a:xfrm>
        </p:grpSpPr>
        <mc:AlternateContent xmlns:mc="http://schemas.openxmlformats.org/markup-compatibility/2006" xmlns:p14="http://schemas.microsoft.com/office/powerpoint/2010/main">
          <mc:Choice Requires="p14">
            <p:contentPart p14:bwMode="auto" r:id="rId111">
              <p14:nvContentPartPr>
                <p14:cNvPr id="13315" name="Ink 13314">
                  <a:extLst>
                    <a:ext uri="{FF2B5EF4-FFF2-40B4-BE49-F238E27FC236}">
                      <a16:creationId xmlns:a16="http://schemas.microsoft.com/office/drawing/2014/main" id="{61288EEE-8F7C-B60D-1BA6-BEBD75D3EA21}"/>
                    </a:ext>
                  </a:extLst>
                </p14:cNvPr>
                <p14:cNvContentPartPr/>
                <p14:nvPr/>
              </p14:nvContentPartPr>
              <p14:xfrm>
                <a:off x="11013833" y="4683374"/>
                <a:ext cx="171720" cy="217440"/>
              </p14:xfrm>
            </p:contentPart>
          </mc:Choice>
          <mc:Fallback xmlns="">
            <p:pic>
              <p:nvPicPr>
                <p:cNvPr id="13315" name="Ink 13314">
                  <a:extLst>
                    <a:ext uri="{FF2B5EF4-FFF2-40B4-BE49-F238E27FC236}">
                      <a16:creationId xmlns:a16="http://schemas.microsoft.com/office/drawing/2014/main" id="{61288EEE-8F7C-B60D-1BA6-BEBD75D3EA21}"/>
                    </a:ext>
                  </a:extLst>
                </p:cNvPr>
                <p:cNvPicPr/>
                <p:nvPr/>
              </p:nvPicPr>
              <p:blipFill>
                <a:blip r:embed="rId112"/>
                <a:stretch>
                  <a:fillRect/>
                </a:stretch>
              </p:blipFill>
              <p:spPr>
                <a:xfrm>
                  <a:off x="11007713" y="4677254"/>
                  <a:ext cx="1839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316" name="Ink 13315">
                  <a:extLst>
                    <a:ext uri="{FF2B5EF4-FFF2-40B4-BE49-F238E27FC236}">
                      <a16:creationId xmlns:a16="http://schemas.microsoft.com/office/drawing/2014/main" id="{AEDFCFC8-69C1-5BD1-2F0D-3285E96729A8}"/>
                    </a:ext>
                  </a:extLst>
                </p14:cNvPr>
                <p14:cNvContentPartPr/>
                <p14:nvPr/>
              </p14:nvContentPartPr>
              <p14:xfrm>
                <a:off x="10973153" y="4697414"/>
                <a:ext cx="193680" cy="265320"/>
              </p14:xfrm>
            </p:contentPart>
          </mc:Choice>
          <mc:Fallback xmlns="">
            <p:pic>
              <p:nvPicPr>
                <p:cNvPr id="13316" name="Ink 13315">
                  <a:extLst>
                    <a:ext uri="{FF2B5EF4-FFF2-40B4-BE49-F238E27FC236}">
                      <a16:creationId xmlns:a16="http://schemas.microsoft.com/office/drawing/2014/main" id="{AEDFCFC8-69C1-5BD1-2F0D-3285E96729A8}"/>
                    </a:ext>
                  </a:extLst>
                </p:cNvPr>
                <p:cNvPicPr/>
                <p:nvPr/>
              </p:nvPicPr>
              <p:blipFill>
                <a:blip r:embed="rId114"/>
                <a:stretch>
                  <a:fillRect/>
                </a:stretch>
              </p:blipFill>
              <p:spPr>
                <a:xfrm>
                  <a:off x="10967033" y="4691294"/>
                  <a:ext cx="205920" cy="277560"/>
                </a:xfrm>
                <a:prstGeom prst="rect">
                  <a:avLst/>
                </a:prstGeom>
              </p:spPr>
            </p:pic>
          </mc:Fallback>
        </mc:AlternateContent>
      </p:grpSp>
      <p:grpSp>
        <p:nvGrpSpPr>
          <p:cNvPr id="13328" name="Group 13327">
            <a:extLst>
              <a:ext uri="{FF2B5EF4-FFF2-40B4-BE49-F238E27FC236}">
                <a16:creationId xmlns:a16="http://schemas.microsoft.com/office/drawing/2014/main" id="{0AA0714C-C484-EEF7-B611-E3FD46FF5297}"/>
              </a:ext>
            </a:extLst>
          </p:cNvPr>
          <p:cNvGrpSpPr/>
          <p:nvPr/>
        </p:nvGrpSpPr>
        <p:grpSpPr>
          <a:xfrm>
            <a:off x="7488353" y="6027254"/>
            <a:ext cx="231840" cy="371520"/>
            <a:chOff x="7488353" y="6027254"/>
            <a:chExt cx="231840" cy="371520"/>
          </a:xfrm>
        </p:grpSpPr>
        <mc:AlternateContent xmlns:mc="http://schemas.openxmlformats.org/markup-compatibility/2006" xmlns:p14="http://schemas.microsoft.com/office/powerpoint/2010/main">
          <mc:Choice Requires="p14">
            <p:contentPart p14:bwMode="auto" r:id="rId115">
              <p14:nvContentPartPr>
                <p14:cNvPr id="13321" name="Ink 13320">
                  <a:extLst>
                    <a:ext uri="{FF2B5EF4-FFF2-40B4-BE49-F238E27FC236}">
                      <a16:creationId xmlns:a16="http://schemas.microsoft.com/office/drawing/2014/main" id="{AE7B636E-5BB9-B1BF-CF0D-B079A5109958}"/>
                    </a:ext>
                  </a:extLst>
                </p14:cNvPr>
                <p14:cNvContentPartPr/>
                <p14:nvPr/>
              </p14:nvContentPartPr>
              <p14:xfrm>
                <a:off x="7531553" y="6027254"/>
                <a:ext cx="151200" cy="247320"/>
              </p14:xfrm>
            </p:contentPart>
          </mc:Choice>
          <mc:Fallback xmlns="">
            <p:pic>
              <p:nvPicPr>
                <p:cNvPr id="13321" name="Ink 13320">
                  <a:extLst>
                    <a:ext uri="{FF2B5EF4-FFF2-40B4-BE49-F238E27FC236}">
                      <a16:creationId xmlns:a16="http://schemas.microsoft.com/office/drawing/2014/main" id="{AE7B636E-5BB9-B1BF-CF0D-B079A5109958}"/>
                    </a:ext>
                  </a:extLst>
                </p:cNvPr>
                <p:cNvPicPr/>
                <p:nvPr/>
              </p:nvPicPr>
              <p:blipFill>
                <a:blip r:embed="rId116"/>
                <a:stretch>
                  <a:fillRect/>
                </a:stretch>
              </p:blipFill>
              <p:spPr>
                <a:xfrm>
                  <a:off x="7525433" y="6021134"/>
                  <a:ext cx="1634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322" name="Ink 13321">
                  <a:extLst>
                    <a:ext uri="{FF2B5EF4-FFF2-40B4-BE49-F238E27FC236}">
                      <a16:creationId xmlns:a16="http://schemas.microsoft.com/office/drawing/2014/main" id="{AD04E72B-35E8-F23F-340A-4B1A20C57BD1}"/>
                    </a:ext>
                  </a:extLst>
                </p14:cNvPr>
                <p14:cNvContentPartPr/>
                <p14:nvPr/>
              </p14:nvContentPartPr>
              <p14:xfrm>
                <a:off x="7488353" y="6067574"/>
                <a:ext cx="209520" cy="236160"/>
              </p14:xfrm>
            </p:contentPart>
          </mc:Choice>
          <mc:Fallback xmlns="">
            <p:pic>
              <p:nvPicPr>
                <p:cNvPr id="13322" name="Ink 13321">
                  <a:extLst>
                    <a:ext uri="{FF2B5EF4-FFF2-40B4-BE49-F238E27FC236}">
                      <a16:creationId xmlns:a16="http://schemas.microsoft.com/office/drawing/2014/main" id="{AD04E72B-35E8-F23F-340A-4B1A20C57BD1}"/>
                    </a:ext>
                  </a:extLst>
                </p:cNvPr>
                <p:cNvPicPr/>
                <p:nvPr/>
              </p:nvPicPr>
              <p:blipFill>
                <a:blip r:embed="rId118"/>
                <a:stretch>
                  <a:fillRect/>
                </a:stretch>
              </p:blipFill>
              <p:spPr>
                <a:xfrm>
                  <a:off x="7482233" y="6061454"/>
                  <a:ext cx="22176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323" name="Ink 13322">
                  <a:extLst>
                    <a:ext uri="{FF2B5EF4-FFF2-40B4-BE49-F238E27FC236}">
                      <a16:creationId xmlns:a16="http://schemas.microsoft.com/office/drawing/2014/main" id="{A6F8AFB1-3F9C-43FD-A224-4780BCFD06EB}"/>
                    </a:ext>
                  </a:extLst>
                </p14:cNvPr>
                <p14:cNvContentPartPr/>
                <p14:nvPr/>
              </p14:nvContentPartPr>
              <p14:xfrm>
                <a:off x="7705073" y="6247574"/>
                <a:ext cx="15120" cy="151200"/>
              </p14:xfrm>
            </p:contentPart>
          </mc:Choice>
          <mc:Fallback xmlns="">
            <p:pic>
              <p:nvPicPr>
                <p:cNvPr id="13323" name="Ink 13322">
                  <a:extLst>
                    <a:ext uri="{FF2B5EF4-FFF2-40B4-BE49-F238E27FC236}">
                      <a16:creationId xmlns:a16="http://schemas.microsoft.com/office/drawing/2014/main" id="{A6F8AFB1-3F9C-43FD-A224-4780BCFD06EB}"/>
                    </a:ext>
                  </a:extLst>
                </p:cNvPr>
                <p:cNvPicPr/>
                <p:nvPr/>
              </p:nvPicPr>
              <p:blipFill>
                <a:blip r:embed="rId120"/>
                <a:stretch>
                  <a:fillRect/>
                </a:stretch>
              </p:blipFill>
              <p:spPr>
                <a:xfrm>
                  <a:off x="7698953" y="6241454"/>
                  <a:ext cx="27360" cy="163440"/>
                </a:xfrm>
                <a:prstGeom prst="rect">
                  <a:avLst/>
                </a:prstGeom>
              </p:spPr>
            </p:pic>
          </mc:Fallback>
        </mc:AlternateContent>
      </p:grpSp>
      <p:grpSp>
        <p:nvGrpSpPr>
          <p:cNvPr id="13327" name="Group 13326">
            <a:extLst>
              <a:ext uri="{FF2B5EF4-FFF2-40B4-BE49-F238E27FC236}">
                <a16:creationId xmlns:a16="http://schemas.microsoft.com/office/drawing/2014/main" id="{95625E69-7D04-69A7-C577-1FFBC9D34F5B}"/>
              </a:ext>
            </a:extLst>
          </p:cNvPr>
          <p:cNvGrpSpPr/>
          <p:nvPr/>
        </p:nvGrpSpPr>
        <p:grpSpPr>
          <a:xfrm>
            <a:off x="8129873" y="6034454"/>
            <a:ext cx="435960" cy="333720"/>
            <a:chOff x="8129873" y="6034454"/>
            <a:chExt cx="435960" cy="333720"/>
          </a:xfrm>
        </p:grpSpPr>
        <mc:AlternateContent xmlns:mc="http://schemas.openxmlformats.org/markup-compatibility/2006" xmlns:p14="http://schemas.microsoft.com/office/powerpoint/2010/main">
          <mc:Choice Requires="p14">
            <p:contentPart p14:bwMode="auto" r:id="rId121">
              <p14:nvContentPartPr>
                <p14:cNvPr id="13324" name="Ink 13323">
                  <a:extLst>
                    <a:ext uri="{FF2B5EF4-FFF2-40B4-BE49-F238E27FC236}">
                      <a16:creationId xmlns:a16="http://schemas.microsoft.com/office/drawing/2014/main" id="{AAF0E1FE-25DA-A894-6AB6-B329F5B4C89B}"/>
                    </a:ext>
                  </a:extLst>
                </p14:cNvPr>
                <p14:cNvContentPartPr/>
                <p14:nvPr/>
              </p14:nvContentPartPr>
              <p14:xfrm>
                <a:off x="8143553" y="6034454"/>
                <a:ext cx="149760" cy="218160"/>
              </p14:xfrm>
            </p:contentPart>
          </mc:Choice>
          <mc:Fallback xmlns="">
            <p:pic>
              <p:nvPicPr>
                <p:cNvPr id="13324" name="Ink 13323">
                  <a:extLst>
                    <a:ext uri="{FF2B5EF4-FFF2-40B4-BE49-F238E27FC236}">
                      <a16:creationId xmlns:a16="http://schemas.microsoft.com/office/drawing/2014/main" id="{AAF0E1FE-25DA-A894-6AB6-B329F5B4C89B}"/>
                    </a:ext>
                  </a:extLst>
                </p:cNvPr>
                <p:cNvPicPr/>
                <p:nvPr/>
              </p:nvPicPr>
              <p:blipFill>
                <a:blip r:embed="rId122"/>
                <a:stretch>
                  <a:fillRect/>
                </a:stretch>
              </p:blipFill>
              <p:spPr>
                <a:xfrm>
                  <a:off x="8137433" y="6028334"/>
                  <a:ext cx="1620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325" name="Ink 13324">
                  <a:extLst>
                    <a:ext uri="{FF2B5EF4-FFF2-40B4-BE49-F238E27FC236}">
                      <a16:creationId xmlns:a16="http://schemas.microsoft.com/office/drawing/2014/main" id="{71CC818A-C0AF-0D95-EDCC-BE0FC42D9E19}"/>
                    </a:ext>
                  </a:extLst>
                </p14:cNvPr>
                <p14:cNvContentPartPr/>
                <p14:nvPr/>
              </p14:nvContentPartPr>
              <p14:xfrm>
                <a:off x="8129873" y="6046334"/>
                <a:ext cx="158760" cy="256320"/>
              </p14:xfrm>
            </p:contentPart>
          </mc:Choice>
          <mc:Fallback xmlns="">
            <p:pic>
              <p:nvPicPr>
                <p:cNvPr id="13325" name="Ink 13324">
                  <a:extLst>
                    <a:ext uri="{FF2B5EF4-FFF2-40B4-BE49-F238E27FC236}">
                      <a16:creationId xmlns:a16="http://schemas.microsoft.com/office/drawing/2014/main" id="{71CC818A-C0AF-0D95-EDCC-BE0FC42D9E19}"/>
                    </a:ext>
                  </a:extLst>
                </p:cNvPr>
                <p:cNvPicPr/>
                <p:nvPr/>
              </p:nvPicPr>
              <p:blipFill>
                <a:blip r:embed="rId124"/>
                <a:stretch>
                  <a:fillRect/>
                </a:stretch>
              </p:blipFill>
              <p:spPr>
                <a:xfrm>
                  <a:off x="8123753" y="6040214"/>
                  <a:ext cx="17100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3326" name="Ink 13325">
                  <a:extLst>
                    <a:ext uri="{FF2B5EF4-FFF2-40B4-BE49-F238E27FC236}">
                      <a16:creationId xmlns:a16="http://schemas.microsoft.com/office/drawing/2014/main" id="{08B369EF-BA34-6C54-72DE-FB252ACEA604}"/>
                    </a:ext>
                  </a:extLst>
                </p14:cNvPr>
                <p14:cNvContentPartPr/>
                <p14:nvPr/>
              </p14:nvContentPartPr>
              <p14:xfrm>
                <a:off x="8286113" y="6202574"/>
                <a:ext cx="279720" cy="165600"/>
              </p14:xfrm>
            </p:contentPart>
          </mc:Choice>
          <mc:Fallback xmlns="">
            <p:pic>
              <p:nvPicPr>
                <p:cNvPr id="13326" name="Ink 13325">
                  <a:extLst>
                    <a:ext uri="{FF2B5EF4-FFF2-40B4-BE49-F238E27FC236}">
                      <a16:creationId xmlns:a16="http://schemas.microsoft.com/office/drawing/2014/main" id="{08B369EF-BA34-6C54-72DE-FB252ACEA604}"/>
                    </a:ext>
                  </a:extLst>
                </p:cNvPr>
                <p:cNvPicPr/>
                <p:nvPr/>
              </p:nvPicPr>
              <p:blipFill>
                <a:blip r:embed="rId126"/>
                <a:stretch>
                  <a:fillRect/>
                </a:stretch>
              </p:blipFill>
              <p:spPr>
                <a:xfrm>
                  <a:off x="8279993" y="6196454"/>
                  <a:ext cx="291960" cy="177840"/>
                </a:xfrm>
                <a:prstGeom prst="rect">
                  <a:avLst/>
                </a:prstGeom>
              </p:spPr>
            </p:pic>
          </mc:Fallback>
        </mc:AlternateContent>
      </p:grpSp>
    </p:spTree>
    <p:extLst>
      <p:ext uri="{BB962C8B-B14F-4D97-AF65-F5344CB8AC3E}">
        <p14:creationId xmlns:p14="http://schemas.microsoft.com/office/powerpoint/2010/main" val="1956283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73F9F-7738-5025-3106-CFAB2E1CC3E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A5668BC-0FD8-7CCF-3481-0F2B2B5D99B1}"/>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function </a:t>
            </a:r>
          </a:p>
        </p:txBody>
      </p:sp>
      <p:sp>
        <p:nvSpPr>
          <p:cNvPr id="2" name="TextBox 1">
            <a:extLst>
              <a:ext uri="{FF2B5EF4-FFF2-40B4-BE49-F238E27FC236}">
                <a16:creationId xmlns:a16="http://schemas.microsoft.com/office/drawing/2014/main" id="{37ACB04E-CA81-D698-FDDD-305E93B22A8F}"/>
              </a:ext>
            </a:extLst>
          </p:cNvPr>
          <p:cNvSpPr txBox="1"/>
          <p:nvPr/>
        </p:nvSpPr>
        <p:spPr>
          <a:xfrm>
            <a:off x="466928" y="861610"/>
            <a:ext cx="11215991" cy="4409669"/>
          </a:xfrm>
          <a:prstGeom prst="rect">
            <a:avLst/>
          </a:prstGeom>
          <a:noFill/>
        </p:spPr>
        <p:txBody>
          <a:bodyPr wrap="square" rtlCol="0">
            <a:spAutoFit/>
          </a:bodyPr>
          <a:lstStyle/>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  +  . . . +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X</a:t>
            </a:r>
            <a:r>
              <a:rPr lang="en-US" sz="2400" baseline="-25000" dirty="0">
                <a:solidFill>
                  <a:prstClr val="black"/>
                </a:solidFill>
                <a:latin typeface="Arial" panose="020B0604020202020204" pitchFamily="34" charset="0"/>
                <a:cs typeface="Arial" panose="020B0604020202020204" pitchFamily="34" charset="0"/>
              </a:rPr>
              <a:t>J</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discriminant function is also called </a:t>
            </a:r>
            <a:r>
              <a:rPr lang="en-US" sz="2400" dirty="0">
                <a:solidFill>
                  <a:srgbClr val="00B0F0"/>
                </a:solidFill>
                <a:latin typeface="Arial" panose="020B0604020202020204" pitchFamily="34" charset="0"/>
                <a:cs typeface="Arial" panose="020B0604020202020204" pitchFamily="34" charset="0"/>
              </a:rPr>
              <a:t>canonical discriminant function</a:t>
            </a:r>
          </a:p>
          <a:p>
            <a:pPr marL="342900" indent="-342900" algn="just" defTabSz="1219170">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In this context, "canonical" refers to the fact that the discriminant function is derived in </a:t>
            </a:r>
            <a:r>
              <a:rPr lang="en-US" sz="2400" dirty="0">
                <a:solidFill>
                  <a:srgbClr val="0000FF"/>
                </a:solidFill>
                <a:latin typeface="Arial" panose="020B0604020202020204" pitchFamily="34" charset="0"/>
                <a:cs typeface="Arial" panose="020B0604020202020204" pitchFamily="34" charset="0"/>
              </a:rPr>
              <a:t>a standardized, optimal mathematical form</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discriminant variable Y is called canonical variable</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term canonical indicates that the variables are combined linearly</a:t>
            </a:r>
          </a:p>
        </p:txBody>
      </p:sp>
    </p:spTree>
    <p:extLst>
      <p:ext uri="{BB962C8B-B14F-4D97-AF65-F5344CB8AC3E}">
        <p14:creationId xmlns:p14="http://schemas.microsoft.com/office/powerpoint/2010/main" val="2399736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3A12-DB05-66C0-C3F4-DBADC8478DD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C2B28CDD-6641-8F68-0FD9-4F1F7322A7F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function </a:t>
            </a:r>
          </a:p>
        </p:txBody>
      </p:sp>
      <p:sp>
        <p:nvSpPr>
          <p:cNvPr id="2" name="TextBox 1">
            <a:extLst>
              <a:ext uri="{FF2B5EF4-FFF2-40B4-BE49-F238E27FC236}">
                <a16:creationId xmlns:a16="http://schemas.microsoft.com/office/drawing/2014/main" id="{C061B858-A175-61A0-A219-549376E6624B}"/>
              </a:ext>
            </a:extLst>
          </p:cNvPr>
          <p:cNvSpPr txBox="1"/>
          <p:nvPr/>
        </p:nvSpPr>
        <p:spPr>
          <a:xfrm>
            <a:off x="604736" y="747829"/>
            <a:ext cx="10982527" cy="3671005"/>
          </a:xfrm>
          <a:prstGeom prst="rect">
            <a:avLst/>
          </a:prstGeom>
          <a:noFill/>
        </p:spPr>
        <p:txBody>
          <a:bodyPr wrap="square" rtlCol="0">
            <a:spAutoFit/>
          </a:bodyPr>
          <a:lstStyle/>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  +  . . . +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X</a:t>
            </a:r>
            <a:r>
              <a:rPr lang="en-US" sz="2400" baseline="-25000" dirty="0">
                <a:solidFill>
                  <a:prstClr val="black"/>
                </a:solidFill>
                <a:latin typeface="Arial" panose="020B0604020202020204" pitchFamily="34" charset="0"/>
                <a:cs typeface="Arial" panose="020B0604020202020204" pitchFamily="34" charset="0"/>
              </a:rPr>
              <a:t>J</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The discriminant variable Y is called canonical variable</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In canonical discriminant analysis, canonical means that the analysis finds special (optimal) linear combinations of the original variables that maximize the separation among the groups and are mutually uncorrelated (orthogonal) </a:t>
            </a:r>
          </a:p>
        </p:txBody>
      </p:sp>
      <p:pic>
        <p:nvPicPr>
          <p:cNvPr id="4" name="Picture 3">
            <a:extLst>
              <a:ext uri="{FF2B5EF4-FFF2-40B4-BE49-F238E27FC236}">
                <a16:creationId xmlns:a16="http://schemas.microsoft.com/office/drawing/2014/main" id="{972A0ABA-4B83-59EA-AD01-9F04043D0F5C}"/>
              </a:ext>
            </a:extLst>
          </p:cNvPr>
          <p:cNvPicPr>
            <a:picLocks noChangeAspect="1"/>
          </p:cNvPicPr>
          <p:nvPr/>
        </p:nvPicPr>
        <p:blipFill>
          <a:blip r:embed="rId2"/>
          <a:stretch>
            <a:fillRect/>
          </a:stretch>
        </p:blipFill>
        <p:spPr>
          <a:xfrm>
            <a:off x="1388490" y="4645522"/>
            <a:ext cx="9415020" cy="1677457"/>
          </a:xfrm>
          <a:prstGeom prst="rect">
            <a:avLst/>
          </a:prstGeom>
        </p:spPr>
      </p:pic>
    </p:spTree>
    <p:extLst>
      <p:ext uri="{BB962C8B-B14F-4D97-AF65-F5344CB8AC3E}">
        <p14:creationId xmlns:p14="http://schemas.microsoft.com/office/powerpoint/2010/main" val="194245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28C86-0C40-3CCF-79AB-599B87FAA9C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9270B428-B35F-CA9E-3979-4A799E82C867}"/>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function </a:t>
            </a:r>
          </a:p>
        </p:txBody>
      </p:sp>
      <p:pic>
        <p:nvPicPr>
          <p:cNvPr id="4" name="Picture 3">
            <a:extLst>
              <a:ext uri="{FF2B5EF4-FFF2-40B4-BE49-F238E27FC236}">
                <a16:creationId xmlns:a16="http://schemas.microsoft.com/office/drawing/2014/main" id="{7ED5E03B-5143-F278-DF78-BF1134C346AF}"/>
              </a:ext>
            </a:extLst>
          </p:cNvPr>
          <p:cNvPicPr>
            <a:picLocks noChangeAspect="1"/>
          </p:cNvPicPr>
          <p:nvPr/>
        </p:nvPicPr>
        <p:blipFill>
          <a:blip r:embed="rId2"/>
          <a:stretch>
            <a:fillRect/>
          </a:stretch>
        </p:blipFill>
        <p:spPr>
          <a:xfrm>
            <a:off x="547250" y="1036559"/>
            <a:ext cx="10616183" cy="1891466"/>
          </a:xfrm>
          <a:prstGeom prst="rect">
            <a:avLst/>
          </a:prstGeom>
        </p:spPr>
      </p:pic>
      <p:pic>
        <p:nvPicPr>
          <p:cNvPr id="7" name="Picture 6">
            <a:extLst>
              <a:ext uri="{FF2B5EF4-FFF2-40B4-BE49-F238E27FC236}">
                <a16:creationId xmlns:a16="http://schemas.microsoft.com/office/drawing/2014/main" id="{0F32C079-62AE-9098-3CCC-5299FD9A01A7}"/>
              </a:ext>
            </a:extLst>
          </p:cNvPr>
          <p:cNvPicPr>
            <a:picLocks noChangeAspect="1"/>
          </p:cNvPicPr>
          <p:nvPr/>
        </p:nvPicPr>
        <p:blipFill>
          <a:blip r:embed="rId3"/>
          <a:stretch>
            <a:fillRect/>
          </a:stretch>
        </p:blipFill>
        <p:spPr>
          <a:xfrm>
            <a:off x="310432" y="3564625"/>
            <a:ext cx="11571136" cy="2159483"/>
          </a:xfrm>
          <a:prstGeom prst="rect">
            <a:avLst/>
          </a:prstGeom>
        </p:spPr>
      </p:pic>
    </p:spTree>
    <p:extLst>
      <p:ext uri="{BB962C8B-B14F-4D97-AF65-F5344CB8AC3E}">
        <p14:creationId xmlns:p14="http://schemas.microsoft.com/office/powerpoint/2010/main" val="2844775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8FEA-36D7-5B9B-FB84-5E6594306B8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FD32D54-F5FC-CA10-E185-81A7F5D52B52}"/>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Canonical Linear Discriminant function </a:t>
            </a:r>
          </a:p>
        </p:txBody>
      </p:sp>
      <p:sp>
        <p:nvSpPr>
          <p:cNvPr id="2" name="TextBox 1">
            <a:extLst>
              <a:ext uri="{FF2B5EF4-FFF2-40B4-BE49-F238E27FC236}">
                <a16:creationId xmlns:a16="http://schemas.microsoft.com/office/drawing/2014/main" id="{1D49B653-2E87-4034-499B-54C884E93659}"/>
              </a:ext>
            </a:extLst>
          </p:cNvPr>
          <p:cNvSpPr txBox="1"/>
          <p:nvPr/>
        </p:nvSpPr>
        <p:spPr>
          <a:xfrm>
            <a:off x="310432" y="908457"/>
            <a:ext cx="11357264" cy="5364674"/>
          </a:xfrm>
          <a:prstGeom prst="rect">
            <a:avLst/>
          </a:prstGeom>
          <a:noFill/>
        </p:spPr>
        <p:txBody>
          <a:bodyPr wrap="square" rtlCol="0">
            <a:spAutoFit/>
          </a:bodyPr>
          <a:lstStyle/>
          <a:p>
            <a:pPr marL="342900" indent="-342900" algn="just">
              <a:lnSpc>
                <a:spcPct val="15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The term signals that this particular linear combination isn't arbitrary — </a:t>
            </a:r>
          </a:p>
          <a:p>
            <a:pPr marL="342900" indent="-342900" algn="just">
              <a:lnSpc>
                <a:spcPct val="15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it's the optimal one, derived mathematically</a:t>
            </a:r>
          </a:p>
          <a:p>
            <a:pPr marL="342900" indent="-342900" algn="just">
              <a:lnSpc>
                <a:spcPct val="15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Among all possible linear combinations of the variables, the canonical discriminant function is the one that best separates the groups. </a:t>
            </a:r>
          </a:p>
          <a:p>
            <a:pPr marL="342900" indent="-342900" algn="just">
              <a:lnSpc>
                <a:spcPct val="15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If there are more than two groups, additional canonical functions (orthogonal to the first) can be extracted, each capturing progressively less of the remaining group separation — analogous to how canonical correlation or principal components extract successive "best" linear combinations.</a:t>
            </a:r>
          </a:p>
          <a:p>
            <a:pPr marL="342900" indent="-342900" algn="just">
              <a:lnSpc>
                <a:spcPct val="15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In short: "Linear" tells you the mathematical form (a weighted sum, no curves or interactions), and "canonical" tells you that this specific weighted sum is the </a:t>
            </a:r>
            <a:r>
              <a:rPr lang="en-US" sz="2100" dirty="0">
                <a:solidFill>
                  <a:srgbClr val="00B050"/>
                </a:solidFill>
                <a:latin typeface="Arial" panose="020B0604020202020204" pitchFamily="34" charset="0"/>
                <a:cs typeface="Arial" panose="020B0604020202020204" pitchFamily="34" charset="0"/>
              </a:rPr>
              <a:t>statistically optimal one </a:t>
            </a:r>
            <a:r>
              <a:rPr lang="en-US" sz="2100" dirty="0">
                <a:solidFill>
                  <a:schemeClr val="bg1"/>
                </a:solidFill>
                <a:latin typeface="Arial" panose="020B0604020202020204" pitchFamily="34" charset="0"/>
                <a:cs typeface="Arial" panose="020B0604020202020204" pitchFamily="34" charset="0"/>
              </a:rPr>
              <a:t>for discriminating between the groups.</a:t>
            </a:r>
            <a:endParaRPr lang="en-IN" sz="21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0483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F1169-BFF7-9ABA-D40A-E6A8B4953E7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9E6006B-C81B-DE41-C5D5-03BD95B89C4D}"/>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Why Linear Matters?</a:t>
            </a:r>
          </a:p>
        </p:txBody>
      </p:sp>
      <p:pic>
        <p:nvPicPr>
          <p:cNvPr id="3" name="Picture 2">
            <a:extLst>
              <a:ext uri="{FF2B5EF4-FFF2-40B4-BE49-F238E27FC236}">
                <a16:creationId xmlns:a16="http://schemas.microsoft.com/office/drawing/2014/main" id="{9DF39102-5642-51BA-BB95-DA44163463F9}"/>
              </a:ext>
            </a:extLst>
          </p:cNvPr>
          <p:cNvPicPr>
            <a:picLocks noChangeAspect="1"/>
          </p:cNvPicPr>
          <p:nvPr/>
        </p:nvPicPr>
        <p:blipFill>
          <a:blip r:embed="rId2"/>
          <a:stretch>
            <a:fillRect/>
          </a:stretch>
        </p:blipFill>
        <p:spPr>
          <a:xfrm>
            <a:off x="490157" y="1174173"/>
            <a:ext cx="10966626" cy="3927763"/>
          </a:xfrm>
          <a:prstGeom prst="rect">
            <a:avLst/>
          </a:prstGeom>
        </p:spPr>
      </p:pic>
    </p:spTree>
    <p:extLst>
      <p:ext uri="{BB962C8B-B14F-4D97-AF65-F5344CB8AC3E}">
        <p14:creationId xmlns:p14="http://schemas.microsoft.com/office/powerpoint/2010/main" val="3781223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E78C4B-2AF8-E247-0470-5832F974E8EC}"/>
              </a:ext>
            </a:extLst>
          </p:cNvPr>
          <p:cNvSpPr txBox="1"/>
          <p:nvPr/>
        </p:nvSpPr>
        <p:spPr>
          <a:xfrm>
            <a:off x="395591" y="796787"/>
            <a:ext cx="11186809" cy="5886996"/>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function only involves each variable raised to the first power, multiplied by a constant weight and then summed.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It does not include: Squared or higher-power terms (X</a:t>
            </a:r>
            <a:r>
              <a:rPr lang="en-US" sz="2400" baseline="-25000" dirty="0">
                <a:solidFill>
                  <a:schemeClr val="bg1"/>
                </a:solidFill>
                <a:latin typeface="Arial" panose="020B0604020202020204" pitchFamily="34" charset="0"/>
                <a:cs typeface="Arial" panose="020B0604020202020204" pitchFamily="34" charset="0"/>
              </a:rPr>
              <a:t>1</a:t>
            </a:r>
            <a:r>
              <a:rPr lang="en-US" sz="2400" baseline="30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X</a:t>
            </a:r>
            <a:r>
              <a:rPr lang="en-US" sz="2400" baseline="-25000" dirty="0">
                <a:solidFill>
                  <a:schemeClr val="bg1"/>
                </a:solidFill>
                <a:latin typeface="Arial" panose="020B0604020202020204" pitchFamily="34" charset="0"/>
                <a:cs typeface="Arial" panose="020B0604020202020204" pitchFamily="34" charset="0"/>
              </a:rPr>
              <a:t>2</a:t>
            </a:r>
            <a:r>
              <a:rPr lang="en-US" sz="2400" baseline="30000" dirty="0">
                <a:solidFill>
                  <a:schemeClr val="bg1"/>
                </a:solidFill>
                <a:latin typeface="Arial" panose="020B0604020202020204" pitchFamily="34" charset="0"/>
                <a:cs typeface="Arial" panose="020B0604020202020204" pitchFamily="34" charset="0"/>
              </a:rPr>
              <a:t>3</a:t>
            </a:r>
            <a:r>
              <a:rPr lang="en-US" sz="2400" dirty="0">
                <a:solidFill>
                  <a:schemeClr val="bg1"/>
                </a:solidFill>
                <a:latin typeface="Arial" panose="020B0604020202020204" pitchFamily="34" charset="0"/>
                <a:cs typeface="Arial" panose="020B0604020202020204" pitchFamily="34" charset="0"/>
              </a:rPr>
              <a:t>​,etc.), Interaction/product terms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any other nonlinear transformation (logs, ratios, exponents, etc.)</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So geometrically, the discriminant function defines a straight line (in 2D), a flat plane (in 3D), or a flat hyperplane (in higher dimensions) that separates the groups — rather than a curved boundary.</a:t>
            </a:r>
            <a:endParaRPr lang="en-IN" sz="2400" dirty="0">
              <a:solidFill>
                <a:schemeClr val="bg1"/>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607B6AE1-13B0-2F42-3575-93972F674C35}"/>
              </a:ext>
            </a:extLst>
          </p:cNvPr>
          <p:cNvSpPr txBox="1">
            <a:spLocks/>
          </p:cNvSpPr>
          <p:nvPr/>
        </p:nvSpPr>
        <p:spPr bwMode="auto">
          <a:xfrm>
            <a:off x="310432"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a:solidFill>
                  <a:srgbClr val="0070C0"/>
                </a:solidFill>
                <a:latin typeface="Arial" pitchFamily="34" charset="0"/>
                <a:cs typeface="Arial" pitchFamily="34" charset="0"/>
              </a:rPr>
              <a:t>Why Linear Matters?</a:t>
            </a:r>
            <a:endParaRPr lang="en-US"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360549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E60EE-109D-BF92-9C33-C77BA1DE2A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74B42D-9CFE-426A-8B3F-68E57E72F4E9}"/>
              </a:ext>
            </a:extLst>
          </p:cNvPr>
          <p:cNvSpPr txBox="1"/>
          <p:nvPr/>
        </p:nvSpPr>
        <p:spPr>
          <a:xfrm>
            <a:off x="609600" y="5014482"/>
            <a:ext cx="11186809" cy="1843518"/>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In Linear Regression we focus on the linearity of the regression coefficients </a:t>
            </a: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In Linear Discriminant Analysis, we focus on the linear combination of the predictors/independent variables</a:t>
            </a:r>
            <a:endParaRPr lang="en-IN" sz="2000" dirty="0">
              <a:solidFill>
                <a:schemeClr val="bg1"/>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F037EF54-32B3-0D7F-DB00-44332CF99C55}"/>
              </a:ext>
            </a:extLst>
          </p:cNvPr>
          <p:cNvSpPr txBox="1">
            <a:spLocks/>
          </p:cNvSpPr>
          <p:nvPr/>
        </p:nvSpPr>
        <p:spPr bwMode="auto">
          <a:xfrm>
            <a:off x="310432"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rPr>
              <a:t>Why Linear Matters?</a:t>
            </a:r>
          </a:p>
        </p:txBody>
      </p:sp>
      <p:pic>
        <p:nvPicPr>
          <p:cNvPr id="3" name="Picture 2">
            <a:extLst>
              <a:ext uri="{FF2B5EF4-FFF2-40B4-BE49-F238E27FC236}">
                <a16:creationId xmlns:a16="http://schemas.microsoft.com/office/drawing/2014/main" id="{4E6F6893-4A4D-B38C-4BD4-49E4E56F3C1E}"/>
              </a:ext>
            </a:extLst>
          </p:cNvPr>
          <p:cNvPicPr>
            <a:picLocks noChangeAspect="1"/>
          </p:cNvPicPr>
          <p:nvPr/>
        </p:nvPicPr>
        <p:blipFill>
          <a:blip r:embed="rId2"/>
          <a:stretch>
            <a:fillRect/>
          </a:stretch>
        </p:blipFill>
        <p:spPr>
          <a:xfrm>
            <a:off x="1239338" y="589235"/>
            <a:ext cx="9927332" cy="4384964"/>
          </a:xfrm>
          <a:prstGeom prst="rect">
            <a:avLst/>
          </a:prstGeom>
        </p:spPr>
      </p:pic>
    </p:spTree>
    <p:extLst>
      <p:ext uri="{BB962C8B-B14F-4D97-AF65-F5344CB8AC3E}">
        <p14:creationId xmlns:p14="http://schemas.microsoft.com/office/powerpoint/2010/main" val="2381131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14181-E715-E0E1-0F98-817A228089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516A3E-0EEF-7121-00BB-BF42C1D4C2CC}"/>
              </a:ext>
            </a:extLst>
          </p:cNvPr>
          <p:cNvSpPr txBox="1"/>
          <p:nvPr/>
        </p:nvSpPr>
        <p:spPr>
          <a:xfrm>
            <a:off x="395591" y="796787"/>
            <a:ext cx="11186809" cy="2193677"/>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In Linear Regression we focus on the linearity of the regression coefficients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In Linear Discriminant Analysis, we focus on the linear combination of the predictors/independent variables</a:t>
            </a:r>
            <a:endParaRPr lang="en-IN" sz="2400" dirty="0">
              <a:solidFill>
                <a:schemeClr val="bg1"/>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C3815D8C-54D3-1C13-FF96-FE80E447744F}"/>
              </a:ext>
            </a:extLst>
          </p:cNvPr>
          <p:cNvSpPr txBox="1">
            <a:spLocks/>
          </p:cNvSpPr>
          <p:nvPr/>
        </p:nvSpPr>
        <p:spPr bwMode="auto">
          <a:xfrm>
            <a:off x="310432"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a:solidFill>
                  <a:srgbClr val="0070C0"/>
                </a:solidFill>
                <a:latin typeface="Arial" pitchFamily="34" charset="0"/>
                <a:cs typeface="Arial" pitchFamily="34" charset="0"/>
              </a:rPr>
              <a:t>Why Linear Matters?</a:t>
            </a:r>
            <a:endParaRPr lang="en-US"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4278499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A8D53D-C50C-229C-FF20-78018D6A0C5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D0C60DC-57A7-1129-5655-EC09A8A9D8E5}"/>
              </a:ext>
            </a:extLst>
          </p:cNvPr>
          <p:cNvSpPr>
            <a:spLocks noGrp="1"/>
          </p:cNvSpPr>
          <p:nvPr>
            <p:ph type="ctrTitle"/>
          </p:nvPr>
        </p:nvSpPr>
        <p:spPr>
          <a:xfrm>
            <a:off x="310432" y="184826"/>
            <a:ext cx="11571136" cy="589235"/>
          </a:xfrm>
        </p:spPr>
        <p:txBody>
          <a:bodyPr>
            <a:normAutofit/>
          </a:bodyPr>
          <a:lstStyle/>
          <a:p>
            <a:pPr algn="ctr"/>
            <a:r>
              <a:rPr lang="en-US" sz="3600" dirty="0">
                <a:solidFill>
                  <a:srgbClr val="0070C0"/>
                </a:solidFill>
                <a:latin typeface="Arial" pitchFamily="34" charset="0"/>
                <a:cs typeface="Arial" pitchFamily="34" charset="0"/>
              </a:rPr>
              <a:t>Discriminant function </a:t>
            </a:r>
          </a:p>
        </p:txBody>
      </p:sp>
      <p:sp>
        <p:nvSpPr>
          <p:cNvPr id="2" name="TextBox 1">
            <a:extLst>
              <a:ext uri="{FF2B5EF4-FFF2-40B4-BE49-F238E27FC236}">
                <a16:creationId xmlns:a16="http://schemas.microsoft.com/office/drawing/2014/main" id="{4B727E19-0A17-0936-DFCA-7E3731E19149}"/>
              </a:ext>
            </a:extLst>
          </p:cNvPr>
          <p:cNvSpPr txBox="1"/>
          <p:nvPr/>
        </p:nvSpPr>
        <p:spPr>
          <a:xfrm>
            <a:off x="609600" y="980093"/>
            <a:ext cx="10972800" cy="5404108"/>
          </a:xfrm>
          <a:prstGeom prst="rect">
            <a:avLst/>
          </a:prstGeom>
          <a:noFill/>
        </p:spPr>
        <p:txBody>
          <a:bodyPr wrap="square" rtlCol="0">
            <a:spAutoFit/>
          </a:bodyPr>
          <a:lstStyle/>
          <a:p>
            <a:pPr algn="ctr" defTabSz="1219170">
              <a:lnSpc>
                <a:spcPct val="200000"/>
              </a:lnSpc>
              <a:buClr>
                <a:srgbClr val="0000FF"/>
              </a:buClr>
            </a:pPr>
            <a:r>
              <a:rPr lang="en-US" sz="2200" dirty="0">
                <a:solidFill>
                  <a:prstClr val="black"/>
                </a:solidFill>
                <a:latin typeface="Arial" panose="020B0604020202020204" pitchFamily="34" charset="0"/>
                <a:cs typeface="Arial" panose="020B0604020202020204" pitchFamily="34" charset="0"/>
              </a:rPr>
              <a:t>Y  =  b</a:t>
            </a:r>
            <a:r>
              <a:rPr lang="en-US" sz="2200" baseline="-25000" dirty="0">
                <a:solidFill>
                  <a:prstClr val="black"/>
                </a:solidFill>
                <a:latin typeface="Arial" panose="020B0604020202020204" pitchFamily="34" charset="0"/>
                <a:cs typeface="Arial" panose="020B0604020202020204" pitchFamily="34" charset="0"/>
              </a:rPr>
              <a:t>0</a:t>
            </a:r>
            <a:r>
              <a:rPr lang="en-US" sz="2200" dirty="0">
                <a:solidFill>
                  <a:prstClr val="black"/>
                </a:solidFill>
                <a:latin typeface="Arial" panose="020B0604020202020204" pitchFamily="34" charset="0"/>
                <a:cs typeface="Arial" panose="020B0604020202020204" pitchFamily="34" charset="0"/>
              </a:rPr>
              <a:t>  +  b</a:t>
            </a:r>
            <a:r>
              <a:rPr lang="en-US" sz="2200" baseline="-25000" dirty="0">
                <a:solidFill>
                  <a:prstClr val="black"/>
                </a:solidFill>
                <a:latin typeface="Arial" panose="020B0604020202020204" pitchFamily="34" charset="0"/>
                <a:cs typeface="Arial" panose="020B0604020202020204" pitchFamily="34" charset="0"/>
              </a:rPr>
              <a:t>1</a:t>
            </a:r>
            <a:r>
              <a:rPr lang="en-US" sz="2200" dirty="0">
                <a:solidFill>
                  <a:prstClr val="black"/>
                </a:solidFill>
                <a:latin typeface="Arial" panose="020B0604020202020204" pitchFamily="34" charset="0"/>
                <a:cs typeface="Arial" panose="020B0604020202020204" pitchFamily="34" charset="0"/>
              </a:rPr>
              <a:t>X</a:t>
            </a:r>
            <a:r>
              <a:rPr lang="en-US" sz="2200" baseline="-25000" dirty="0">
                <a:solidFill>
                  <a:prstClr val="black"/>
                </a:solidFill>
                <a:latin typeface="Arial" panose="020B0604020202020204" pitchFamily="34" charset="0"/>
                <a:cs typeface="Arial" panose="020B0604020202020204" pitchFamily="34" charset="0"/>
              </a:rPr>
              <a:t>1</a:t>
            </a:r>
            <a:r>
              <a:rPr lang="en-US" sz="2200" dirty="0">
                <a:solidFill>
                  <a:prstClr val="black"/>
                </a:solidFill>
                <a:latin typeface="Arial" panose="020B0604020202020204" pitchFamily="34" charset="0"/>
                <a:cs typeface="Arial" panose="020B0604020202020204" pitchFamily="34" charset="0"/>
              </a:rPr>
              <a:t>  +  b</a:t>
            </a:r>
            <a:r>
              <a:rPr lang="en-US" sz="2200" baseline="-25000" dirty="0">
                <a:solidFill>
                  <a:prstClr val="black"/>
                </a:solidFill>
                <a:latin typeface="Arial" panose="020B0604020202020204" pitchFamily="34" charset="0"/>
                <a:cs typeface="Arial" panose="020B0604020202020204" pitchFamily="34" charset="0"/>
              </a:rPr>
              <a:t>2</a:t>
            </a:r>
            <a:r>
              <a:rPr lang="en-US" sz="2200" dirty="0">
                <a:solidFill>
                  <a:prstClr val="black"/>
                </a:solidFill>
                <a:latin typeface="Arial" panose="020B0604020202020204" pitchFamily="34" charset="0"/>
                <a:cs typeface="Arial" panose="020B0604020202020204" pitchFamily="34" charset="0"/>
              </a:rPr>
              <a:t>X</a:t>
            </a:r>
            <a:r>
              <a:rPr lang="en-US" sz="2200" baseline="-25000" dirty="0">
                <a:solidFill>
                  <a:prstClr val="black"/>
                </a:solidFill>
                <a:latin typeface="Arial" panose="020B0604020202020204" pitchFamily="34" charset="0"/>
                <a:cs typeface="Arial" panose="020B0604020202020204" pitchFamily="34" charset="0"/>
              </a:rPr>
              <a:t>2</a:t>
            </a:r>
            <a:r>
              <a:rPr lang="en-US" sz="2200" dirty="0">
                <a:solidFill>
                  <a:prstClr val="black"/>
                </a:solidFill>
                <a:latin typeface="Arial" panose="020B0604020202020204" pitchFamily="34" charset="0"/>
                <a:cs typeface="Arial" panose="020B0604020202020204" pitchFamily="34" charset="0"/>
              </a:rPr>
              <a:t>  +  . . . +  </a:t>
            </a:r>
            <a:r>
              <a:rPr lang="en-US" sz="2200" dirty="0" err="1">
                <a:solidFill>
                  <a:prstClr val="black"/>
                </a:solidFill>
                <a:latin typeface="Arial" panose="020B0604020202020204" pitchFamily="34" charset="0"/>
                <a:cs typeface="Arial" panose="020B0604020202020204" pitchFamily="34" charset="0"/>
              </a:rPr>
              <a:t>b</a:t>
            </a:r>
            <a:r>
              <a:rPr lang="en-US" sz="2200" baseline="-25000" dirty="0" err="1">
                <a:solidFill>
                  <a:prstClr val="black"/>
                </a:solidFill>
                <a:latin typeface="Arial" panose="020B0604020202020204" pitchFamily="34" charset="0"/>
                <a:cs typeface="Arial" panose="020B0604020202020204" pitchFamily="34" charset="0"/>
              </a:rPr>
              <a:t>J</a:t>
            </a:r>
            <a:r>
              <a:rPr lang="en-US" sz="2200" dirty="0">
                <a:solidFill>
                  <a:prstClr val="black"/>
                </a:solidFill>
                <a:latin typeface="Arial" panose="020B0604020202020204" pitchFamily="34" charset="0"/>
                <a:cs typeface="Arial" panose="020B0604020202020204" pitchFamily="34" charset="0"/>
              </a:rPr>
              <a:t> X</a:t>
            </a:r>
            <a:r>
              <a:rPr lang="en-US" sz="2200" baseline="-25000" dirty="0">
                <a:solidFill>
                  <a:prstClr val="black"/>
                </a:solidFill>
                <a:latin typeface="Arial" panose="020B0604020202020204" pitchFamily="34" charset="0"/>
                <a:cs typeface="Arial" panose="020B0604020202020204" pitchFamily="34" charset="0"/>
              </a:rPr>
              <a:t>J</a:t>
            </a:r>
          </a:p>
          <a:p>
            <a:pPr marL="342900" indent="-34290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The coefficients b</a:t>
            </a:r>
            <a:r>
              <a:rPr lang="en-US" sz="2200" baseline="-25000" dirty="0">
                <a:solidFill>
                  <a:prstClr val="black"/>
                </a:solidFill>
                <a:latin typeface="Arial" panose="020B0604020202020204" pitchFamily="34" charset="0"/>
                <a:cs typeface="Arial" panose="020B0604020202020204" pitchFamily="34" charset="0"/>
              </a:rPr>
              <a:t>0</a:t>
            </a:r>
            <a:r>
              <a:rPr lang="en-US" sz="2200" dirty="0">
                <a:solidFill>
                  <a:prstClr val="black"/>
                </a:solidFill>
                <a:latin typeface="Arial" panose="020B0604020202020204" pitchFamily="34" charset="0"/>
                <a:cs typeface="Arial" panose="020B0604020202020204" pitchFamily="34" charset="0"/>
              </a:rPr>
              <a:t> and </a:t>
            </a:r>
            <a:r>
              <a:rPr lang="en-US" sz="2200" dirty="0" err="1">
                <a:solidFill>
                  <a:prstClr val="black"/>
                </a:solidFill>
                <a:latin typeface="Arial" panose="020B0604020202020204" pitchFamily="34" charset="0"/>
                <a:cs typeface="Arial" panose="020B0604020202020204" pitchFamily="34" charset="0"/>
              </a:rPr>
              <a:t>b</a:t>
            </a:r>
            <a:r>
              <a:rPr lang="en-US" sz="2200" baseline="-25000" dirty="0" err="1">
                <a:solidFill>
                  <a:prstClr val="black"/>
                </a:solidFill>
                <a:latin typeface="Arial" panose="020B0604020202020204" pitchFamily="34" charset="0"/>
                <a:cs typeface="Arial" panose="020B0604020202020204" pitchFamily="34" charset="0"/>
              </a:rPr>
              <a:t>j</a:t>
            </a:r>
            <a:r>
              <a:rPr lang="en-US" sz="2200" dirty="0">
                <a:solidFill>
                  <a:prstClr val="black"/>
                </a:solidFill>
                <a:latin typeface="Arial" panose="020B0604020202020204" pitchFamily="34" charset="0"/>
                <a:cs typeface="Arial" panose="020B0604020202020204" pitchFamily="34" charset="0"/>
              </a:rPr>
              <a:t> (j = 1, 2, …, J) are estimated based on the observed data in such a way that the </a:t>
            </a:r>
            <a:r>
              <a:rPr lang="en-US" sz="2200" dirty="0">
                <a:solidFill>
                  <a:schemeClr val="accent6">
                    <a:lumMod val="75000"/>
                  </a:schemeClr>
                </a:solidFill>
                <a:latin typeface="Arial" panose="020B0604020202020204" pitchFamily="34" charset="0"/>
                <a:cs typeface="Arial" panose="020B0604020202020204" pitchFamily="34" charset="0"/>
              </a:rPr>
              <a:t>groups differ as much as possible with respect to </a:t>
            </a:r>
            <a:r>
              <a:rPr lang="en-US" sz="2200" u="sng" dirty="0">
                <a:solidFill>
                  <a:schemeClr val="accent6">
                    <a:lumMod val="75000"/>
                  </a:schemeClr>
                </a:solidFill>
                <a:latin typeface="Arial" panose="020B0604020202020204" pitchFamily="34" charset="0"/>
                <a:cs typeface="Arial" panose="020B0604020202020204" pitchFamily="34" charset="0"/>
              </a:rPr>
              <a:t>the values of the discriminant variable Y</a:t>
            </a:r>
            <a:r>
              <a:rPr lang="en-US" sz="2200" dirty="0">
                <a:solidFill>
                  <a:prstClr val="black"/>
                </a:solidFill>
                <a:latin typeface="Arial" panose="020B0604020202020204" pitchFamily="34" charset="0"/>
                <a:cs typeface="Arial" panose="020B0604020202020204" pitchFamily="34" charset="0"/>
              </a:rPr>
              <a:t>. </a:t>
            </a:r>
          </a:p>
          <a:p>
            <a:pPr marL="342900" indent="-34290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Since the describing variables are metric, the resulting discriminant variable Y is also metric and </a:t>
            </a:r>
            <a:r>
              <a:rPr lang="en-US" sz="2200" dirty="0">
                <a:solidFill>
                  <a:srgbClr val="C00000"/>
                </a:solidFill>
                <a:latin typeface="Arial" panose="020B0604020202020204" pitchFamily="34" charset="0"/>
                <a:cs typeface="Arial" panose="020B0604020202020204" pitchFamily="34" charset="0"/>
              </a:rPr>
              <a:t>does not directly indicate the group membership</a:t>
            </a:r>
            <a:endParaRPr lang="en-US" sz="2200" dirty="0">
              <a:solidFill>
                <a:prstClr val="black"/>
              </a:solidFill>
              <a:latin typeface="Arial" panose="020B0604020202020204" pitchFamily="34" charset="0"/>
              <a:cs typeface="Arial" panose="020B0604020202020204" pitchFamily="34" charset="0"/>
            </a:endParaRPr>
          </a:p>
          <a:p>
            <a:pPr marL="342900" indent="-342900" algn="just" defTabSz="1219170">
              <a:lnSpc>
                <a:spcPct val="200000"/>
              </a:lnSpc>
              <a:buClr>
                <a:srgbClr val="0000FF"/>
              </a:buClr>
              <a:buFont typeface="Wingdings" panose="05000000000000000000" pitchFamily="2" charset="2"/>
              <a:buChar char="v"/>
            </a:pPr>
            <a:r>
              <a:rPr lang="en-US" sz="2200" dirty="0">
                <a:solidFill>
                  <a:prstClr val="black"/>
                </a:solidFill>
                <a:latin typeface="Arial" panose="020B0604020202020204" pitchFamily="34" charset="0"/>
                <a:cs typeface="Arial" panose="020B0604020202020204" pitchFamily="34" charset="0"/>
              </a:rPr>
              <a:t>How estimates of group membership are derived from the estimated value of the discriminant variables such as Y forms the scope for succeeding discussion</a:t>
            </a:r>
          </a:p>
        </p:txBody>
      </p:sp>
    </p:spTree>
    <p:extLst>
      <p:ext uri="{BB962C8B-B14F-4D97-AF65-F5344CB8AC3E}">
        <p14:creationId xmlns:p14="http://schemas.microsoft.com/office/powerpoint/2010/main" val="2735079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AE70328-084A-A234-614C-2194FD8AEFD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04FCA49-C32A-9B87-8AC0-06B8B1DA5D81}"/>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Estimation of the Discriminant Function</a:t>
            </a:r>
          </a:p>
        </p:txBody>
      </p:sp>
      <p:sp>
        <p:nvSpPr>
          <p:cNvPr id="2" name="TextBox 1">
            <a:extLst>
              <a:ext uri="{FF2B5EF4-FFF2-40B4-BE49-F238E27FC236}">
                <a16:creationId xmlns:a16="http://schemas.microsoft.com/office/drawing/2014/main" id="{21C39B98-7E64-DBAA-481A-55B585C29428}"/>
              </a:ext>
            </a:extLst>
          </p:cNvPr>
          <p:cNvSpPr txBox="1"/>
          <p:nvPr/>
        </p:nvSpPr>
        <p:spPr>
          <a:xfrm>
            <a:off x="789561" y="589235"/>
            <a:ext cx="10612877" cy="5886996"/>
          </a:xfrm>
          <a:prstGeom prst="rect">
            <a:avLst/>
          </a:prstGeom>
          <a:noFill/>
        </p:spPr>
        <p:txBody>
          <a:bodyPr wrap="square" rtlCol="0">
            <a:spAutoFit/>
          </a:bodyPr>
          <a:lstStyle/>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Y  =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1</a:t>
            </a:r>
            <a:r>
              <a:rPr lang="en-US" sz="2400" dirty="0">
                <a:solidFill>
                  <a:prstClr val="black"/>
                </a:solidFill>
                <a:latin typeface="Arial" panose="020B0604020202020204" pitchFamily="34" charset="0"/>
                <a:cs typeface="Arial" panose="020B0604020202020204" pitchFamily="34" charset="0"/>
              </a:rPr>
              <a:t>  +  b</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X</a:t>
            </a:r>
            <a:r>
              <a:rPr lang="en-US" sz="2400" baseline="-25000" dirty="0">
                <a:solidFill>
                  <a:prstClr val="black"/>
                </a:solidFill>
                <a:latin typeface="Arial" panose="020B0604020202020204" pitchFamily="34" charset="0"/>
                <a:cs typeface="Arial" panose="020B0604020202020204" pitchFamily="34" charset="0"/>
              </a:rPr>
              <a:t>2</a:t>
            </a:r>
            <a:r>
              <a:rPr lang="en-US" sz="2400" dirty="0">
                <a:solidFill>
                  <a:prstClr val="black"/>
                </a:solidFill>
                <a:latin typeface="Arial" panose="020B0604020202020204" pitchFamily="34" charset="0"/>
                <a:cs typeface="Arial" panose="020B0604020202020204" pitchFamily="34" charset="0"/>
              </a:rPr>
              <a:t>  +  . . . +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X</a:t>
            </a:r>
            <a:r>
              <a:rPr lang="en-US" sz="2400" baseline="-25000" dirty="0">
                <a:solidFill>
                  <a:prstClr val="black"/>
                </a:solidFill>
                <a:latin typeface="Arial" panose="020B0604020202020204" pitchFamily="34" charset="0"/>
                <a:cs typeface="Arial" panose="020B0604020202020204" pitchFamily="34" charset="0"/>
              </a:rPr>
              <a:t>J</a:t>
            </a:r>
          </a:p>
          <a:p>
            <a:pPr marL="342900" indent="-342900" algn="just" defTabSz="1219170">
              <a:lnSpc>
                <a:spcPct val="200000"/>
              </a:lnSpc>
              <a:buClr>
                <a:srgbClr val="0000FF"/>
              </a:buClr>
              <a:buFont typeface="Wingdings" panose="05000000000000000000" pitchFamily="2" charset="2"/>
              <a:buChar char="v"/>
            </a:pPr>
            <a:r>
              <a:rPr lang="en-US" sz="2400" dirty="0">
                <a:solidFill>
                  <a:prstClr val="black"/>
                </a:solidFill>
                <a:latin typeface="Arial" panose="020B0604020202020204" pitchFamily="34" charset="0"/>
                <a:cs typeface="Arial" panose="020B0604020202020204" pitchFamily="34" charset="0"/>
              </a:rPr>
              <a:t>When estimating the unknown coefficients b</a:t>
            </a:r>
            <a:r>
              <a:rPr lang="en-US" sz="2400" baseline="-25000" dirty="0">
                <a:solidFill>
                  <a:prstClr val="black"/>
                </a:solidFill>
                <a:latin typeface="Arial" panose="020B0604020202020204" pitchFamily="34" charset="0"/>
                <a:cs typeface="Arial" panose="020B0604020202020204" pitchFamily="34" charset="0"/>
              </a:rPr>
              <a:t>0</a:t>
            </a:r>
            <a:r>
              <a:rPr lang="en-US" sz="2400" dirty="0">
                <a:solidFill>
                  <a:prstClr val="black"/>
                </a:solidFill>
                <a:latin typeface="Arial" panose="020B0604020202020204" pitchFamily="34" charset="0"/>
                <a:cs typeface="Arial" panose="020B0604020202020204" pitchFamily="34" charset="0"/>
              </a:rPr>
              <a:t> and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of the discriminant function, the objective is to identify all </a:t>
            </a:r>
            <a:r>
              <a:rPr lang="en-US" sz="2400" dirty="0" err="1">
                <a:solidFill>
                  <a:prstClr val="black"/>
                </a:solidFill>
                <a:latin typeface="Arial" panose="020B0604020202020204" pitchFamily="34" charset="0"/>
                <a:cs typeface="Arial" panose="020B0604020202020204" pitchFamily="34" charset="0"/>
              </a:rPr>
              <a:t>b</a:t>
            </a:r>
            <a:r>
              <a:rPr lang="en-US" sz="2400" baseline="-25000" dirty="0" err="1">
                <a:solidFill>
                  <a:prstClr val="black"/>
                </a:solidFill>
                <a:latin typeface="Arial" panose="020B0604020202020204" pitchFamily="34" charset="0"/>
                <a:cs typeface="Arial" panose="020B0604020202020204" pitchFamily="34" charset="0"/>
              </a:rPr>
              <a:t>j</a:t>
            </a:r>
            <a:r>
              <a:rPr lang="en-US" sz="2400" dirty="0">
                <a:solidFill>
                  <a:prstClr val="black"/>
                </a:solidFill>
                <a:latin typeface="Arial" panose="020B0604020202020204" pitchFamily="34" charset="0"/>
                <a:cs typeface="Arial" panose="020B0604020202020204" pitchFamily="34" charset="0"/>
              </a:rPr>
              <a:t> in such a way that they separate the groups well. </a:t>
            </a:r>
          </a:p>
          <a:p>
            <a:pPr algn="ctr" defTabSz="1219170">
              <a:lnSpc>
                <a:spcPct val="200000"/>
              </a:lnSpc>
              <a:buClr>
                <a:srgbClr val="0000FF"/>
              </a:buClr>
            </a:pPr>
            <a:r>
              <a:rPr lang="en-US" sz="2400" dirty="0">
                <a:solidFill>
                  <a:prstClr val="black"/>
                </a:solidFill>
                <a:latin typeface="Arial" panose="020B0604020202020204" pitchFamily="34" charset="0"/>
                <a:cs typeface="Arial" panose="020B0604020202020204" pitchFamily="34" charset="0"/>
              </a:rPr>
              <a:t>This requires an </a:t>
            </a:r>
          </a:p>
          <a:p>
            <a:pPr marL="457200" indent="-457200" algn="just" defTabSz="1219170">
              <a:lnSpc>
                <a:spcPct val="200000"/>
              </a:lnSpc>
              <a:buClr>
                <a:srgbClr val="0000FF"/>
              </a:buClr>
              <a:buFont typeface="+mj-lt"/>
              <a:buAutoNum type="arabicPeriod"/>
            </a:pPr>
            <a:r>
              <a:rPr lang="en-US" sz="2400" b="1" dirty="0">
                <a:solidFill>
                  <a:prstClr val="black"/>
                </a:solidFill>
                <a:latin typeface="Arial" panose="020B0604020202020204" pitchFamily="34" charset="0"/>
                <a:cs typeface="Arial" panose="020B0604020202020204" pitchFamily="34" charset="0"/>
              </a:rPr>
              <a:t>objective function / criterion</a:t>
            </a:r>
          </a:p>
          <a:p>
            <a:pPr marL="457200" indent="-457200" algn="just" defTabSz="1219170">
              <a:lnSpc>
                <a:spcPct val="200000"/>
              </a:lnSpc>
              <a:buClr>
                <a:srgbClr val="0000FF"/>
              </a:buClr>
              <a:buFont typeface="+mj-lt"/>
              <a:buAutoNum type="arabicPeriod"/>
            </a:pPr>
            <a:r>
              <a:rPr lang="en-US" sz="2400" dirty="0">
                <a:solidFill>
                  <a:prstClr val="black"/>
                </a:solidFill>
                <a:latin typeface="Arial" panose="020B0604020202020204" pitchFamily="34" charset="0"/>
                <a:cs typeface="Arial" panose="020B0604020202020204" pitchFamily="34" charset="0"/>
              </a:rPr>
              <a:t>that </a:t>
            </a:r>
            <a:r>
              <a:rPr lang="en-US" sz="2400" dirty="0">
                <a:solidFill>
                  <a:srgbClr val="0000FF"/>
                </a:solidFill>
                <a:latin typeface="Arial" panose="020B0604020202020204" pitchFamily="34" charset="0"/>
                <a:cs typeface="Arial" panose="020B0604020202020204" pitchFamily="34" charset="0"/>
              </a:rPr>
              <a:t>maximizes</a:t>
            </a:r>
            <a:r>
              <a:rPr lang="en-US" sz="2400" dirty="0">
                <a:solidFill>
                  <a:prstClr val="black"/>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the </a:t>
            </a:r>
          </a:p>
          <a:p>
            <a:pPr marL="457200" indent="-457200" algn="just" defTabSz="1219170">
              <a:lnSpc>
                <a:spcPct val="200000"/>
              </a:lnSpc>
              <a:buClr>
                <a:srgbClr val="0000FF"/>
              </a:buClr>
              <a:buFont typeface="+mj-lt"/>
              <a:buAutoNum type="arabicPeriod"/>
            </a:pPr>
            <a:r>
              <a:rPr lang="en-US" sz="2400" dirty="0">
                <a:solidFill>
                  <a:schemeClr val="accent6">
                    <a:lumMod val="75000"/>
                  </a:schemeClr>
                </a:solidFill>
                <a:latin typeface="Arial" panose="020B0604020202020204" pitchFamily="34" charset="0"/>
                <a:cs typeface="Arial" panose="020B0604020202020204" pitchFamily="34" charset="0"/>
              </a:rPr>
              <a:t>separation of the groups </a:t>
            </a:r>
            <a:r>
              <a:rPr lang="en-US" sz="2400" dirty="0">
                <a:solidFill>
                  <a:prstClr val="black"/>
                </a:solidFill>
                <a:latin typeface="Arial" panose="020B0604020202020204" pitchFamily="34" charset="0"/>
                <a:cs typeface="Arial" panose="020B0604020202020204" pitchFamily="34" charset="0"/>
              </a:rPr>
              <a:t>(</a:t>
            </a:r>
            <a:r>
              <a:rPr lang="en-US" sz="2400" b="1" dirty="0">
                <a:solidFill>
                  <a:schemeClr val="accent6">
                    <a:lumMod val="50000"/>
                  </a:schemeClr>
                </a:solidFill>
                <a:latin typeface="Arial" panose="020B0604020202020204" pitchFamily="34" charset="0"/>
                <a:cs typeface="Arial" panose="020B0604020202020204" pitchFamily="34" charset="0"/>
              </a:rPr>
              <a:t>discriminant criterion</a:t>
            </a:r>
            <a:r>
              <a:rPr lang="en-US" sz="2400" dirty="0">
                <a:solidFill>
                  <a:prstClr val="black"/>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49315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C54605-A3AE-0B32-EB63-FAD1CE4622F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640AF4A-11CA-F6D0-E6DB-5EB7BE67EBA6}"/>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Criterion</a:t>
            </a:r>
          </a:p>
        </p:txBody>
      </p:sp>
      <p:sp>
        <p:nvSpPr>
          <p:cNvPr id="2" name="TextBox 1">
            <a:extLst>
              <a:ext uri="{FF2B5EF4-FFF2-40B4-BE49-F238E27FC236}">
                <a16:creationId xmlns:a16="http://schemas.microsoft.com/office/drawing/2014/main" id="{49162B3D-B543-92B5-552E-A3DF66916FB1}"/>
              </a:ext>
            </a:extLst>
          </p:cNvPr>
          <p:cNvSpPr txBox="1"/>
          <p:nvPr/>
        </p:nvSpPr>
        <p:spPr>
          <a:xfrm>
            <a:off x="310432" y="835270"/>
            <a:ext cx="11571136" cy="5645584"/>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Discriminant analysis aims to identify the describing variables that discriminate the groups.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This implies that the groups differ with respect to the describing variables</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 If they do so, we should observe different values for the describing variables in the two groups of the example presented above.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Figure below displays a scatterplot of the observed values of the describing variables.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The buyers of the focal brand are represented by red squares and the buyers of the main competitor brand by black asterisks.</a:t>
            </a:r>
          </a:p>
        </p:txBody>
      </p:sp>
    </p:spTree>
    <p:extLst>
      <p:ext uri="{BB962C8B-B14F-4D97-AF65-F5344CB8AC3E}">
        <p14:creationId xmlns:p14="http://schemas.microsoft.com/office/powerpoint/2010/main" val="2302900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F8F786-1B0C-63D6-21D7-AB7D8284F71A}"/>
              </a:ext>
            </a:extLst>
          </p:cNvPr>
          <p:cNvPicPr>
            <a:picLocks noChangeAspect="1"/>
          </p:cNvPicPr>
          <p:nvPr/>
        </p:nvPicPr>
        <p:blipFill>
          <a:blip r:embed="rId2"/>
          <a:stretch>
            <a:fillRect/>
          </a:stretch>
        </p:blipFill>
        <p:spPr>
          <a:xfrm>
            <a:off x="476655" y="0"/>
            <a:ext cx="8404698" cy="6914330"/>
          </a:xfrm>
          <a:prstGeom prst="rect">
            <a:avLst/>
          </a:prstGeom>
        </p:spPr>
      </p:pic>
      <p:sp>
        <p:nvSpPr>
          <p:cNvPr id="6" name="Title 1">
            <a:extLst>
              <a:ext uri="{FF2B5EF4-FFF2-40B4-BE49-F238E27FC236}">
                <a16:creationId xmlns:a16="http://schemas.microsoft.com/office/drawing/2014/main" id="{4D7546AB-7E96-A86C-BE92-FFD413BA92B7}"/>
              </a:ext>
            </a:extLst>
          </p:cNvPr>
          <p:cNvSpPr txBox="1">
            <a:spLocks/>
          </p:cNvSpPr>
          <p:nvPr/>
        </p:nvSpPr>
        <p:spPr bwMode="auto">
          <a:xfrm>
            <a:off x="9480372" y="1926078"/>
            <a:ext cx="2234973" cy="196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Autofit/>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r>
              <a:rPr lang="en-US" sz="2800" b="1" dirty="0">
                <a:solidFill>
                  <a:srgbClr val="0070C0"/>
                </a:solidFill>
                <a:latin typeface="Arial" pitchFamily="34" charset="0"/>
                <a:cs typeface="Arial" pitchFamily="34" charset="0"/>
              </a:rPr>
              <a:t>Scatter Plot of the Observed Data</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90FA5AC-7245-8F3A-D50D-386B3D954504}"/>
                  </a:ext>
                </a:extLst>
              </p14:cNvPr>
              <p14:cNvContentPartPr/>
              <p14:nvPr/>
            </p14:nvContentPartPr>
            <p14:xfrm>
              <a:off x="780120" y="676800"/>
              <a:ext cx="7198560" cy="5915160"/>
            </p14:xfrm>
          </p:contentPart>
        </mc:Choice>
        <mc:Fallback xmlns="">
          <p:pic>
            <p:nvPicPr>
              <p:cNvPr id="2" name="Ink 1">
                <a:extLst>
                  <a:ext uri="{FF2B5EF4-FFF2-40B4-BE49-F238E27FC236}">
                    <a16:creationId xmlns:a16="http://schemas.microsoft.com/office/drawing/2014/main" id="{390FA5AC-7245-8F3A-D50D-386B3D954504}"/>
                  </a:ext>
                </a:extLst>
              </p:cNvPr>
              <p:cNvPicPr/>
              <p:nvPr/>
            </p:nvPicPr>
            <p:blipFill>
              <a:blip r:embed="rId4"/>
              <a:stretch>
                <a:fillRect/>
              </a:stretch>
            </p:blipFill>
            <p:spPr>
              <a:xfrm>
                <a:off x="770760" y="667440"/>
                <a:ext cx="7217280" cy="5933880"/>
              </a:xfrm>
              <a:prstGeom prst="rect">
                <a:avLst/>
              </a:prstGeom>
            </p:spPr>
          </p:pic>
        </mc:Fallback>
      </mc:AlternateContent>
    </p:spTree>
    <p:extLst>
      <p:ext uri="{BB962C8B-B14F-4D97-AF65-F5344CB8AC3E}">
        <p14:creationId xmlns:p14="http://schemas.microsoft.com/office/powerpoint/2010/main" val="2191256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53F720-265A-BF79-9DDD-B18888C9246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40402CC-536D-97B0-44CA-540CE291716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Criterion</a:t>
            </a:r>
          </a:p>
        </p:txBody>
      </p:sp>
      <p:sp>
        <p:nvSpPr>
          <p:cNvPr id="2" name="TextBox 1">
            <a:extLst>
              <a:ext uri="{FF2B5EF4-FFF2-40B4-BE49-F238E27FC236}">
                <a16:creationId xmlns:a16="http://schemas.microsoft.com/office/drawing/2014/main" id="{4F291BF4-953B-DD4D-7830-6FDFEC9B0DAE}"/>
              </a:ext>
            </a:extLst>
          </p:cNvPr>
          <p:cNvSpPr txBox="1"/>
          <p:nvPr/>
        </p:nvSpPr>
        <p:spPr>
          <a:xfrm>
            <a:off x="583660" y="740725"/>
            <a:ext cx="6138153" cy="5849358"/>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1900" dirty="0">
                <a:solidFill>
                  <a:prstClr val="black"/>
                </a:solidFill>
                <a:latin typeface="Arial" panose="020B0604020202020204" pitchFamily="34" charset="0"/>
                <a:cs typeface="Arial" panose="020B0604020202020204" pitchFamily="34" charset="0"/>
              </a:rPr>
              <a:t>Figure also shows the frequency distributions (histograms) of the values of the describing variables (i.e. ‘price’ and ‘delicious’) below (‘price’) or beside (‘delicious’) the scatterplot. </a:t>
            </a:r>
          </a:p>
          <a:p>
            <a:pPr marL="342900" indent="-342900" algn="just" defTabSz="1219170">
              <a:lnSpc>
                <a:spcPct val="200000"/>
              </a:lnSpc>
              <a:buClr>
                <a:srgbClr val="0000FF"/>
              </a:buClr>
              <a:buFont typeface="Wingdings" panose="05000000000000000000" pitchFamily="2" charset="2"/>
              <a:buChar char="v"/>
            </a:pPr>
            <a:r>
              <a:rPr lang="en-US" sz="1900" dirty="0">
                <a:solidFill>
                  <a:prstClr val="black"/>
                </a:solidFill>
                <a:latin typeface="Arial" panose="020B0604020202020204" pitchFamily="34" charset="0"/>
                <a:cs typeface="Arial" panose="020B0604020202020204" pitchFamily="34" charset="0"/>
              </a:rPr>
              <a:t>The frequency distribution for each group is displayed separately, and the axes correspond to the original x- and y-axes. </a:t>
            </a:r>
          </a:p>
          <a:p>
            <a:pPr marL="342900" indent="-342900" algn="just" defTabSz="1219170">
              <a:lnSpc>
                <a:spcPct val="200000"/>
              </a:lnSpc>
              <a:buClr>
                <a:srgbClr val="0000FF"/>
              </a:buClr>
              <a:buFont typeface="Wingdings" panose="05000000000000000000" pitchFamily="2" charset="2"/>
              <a:buChar char="v"/>
            </a:pPr>
            <a:r>
              <a:rPr lang="en-US" sz="1900" dirty="0">
                <a:solidFill>
                  <a:prstClr val="black"/>
                </a:solidFill>
                <a:latin typeface="Arial" panose="020B0604020202020204" pitchFamily="34" charset="0"/>
                <a:cs typeface="Arial" panose="020B0604020202020204" pitchFamily="34" charset="0"/>
              </a:rPr>
              <a:t>We learn that buyers of the competing brand tend to rate ‘price’ higher than buyers of the focal brand (cf. histogram below the scatterplot). </a:t>
            </a:r>
          </a:p>
        </p:txBody>
      </p:sp>
      <p:pic>
        <p:nvPicPr>
          <p:cNvPr id="4" name="Picture 3">
            <a:extLst>
              <a:ext uri="{FF2B5EF4-FFF2-40B4-BE49-F238E27FC236}">
                <a16:creationId xmlns:a16="http://schemas.microsoft.com/office/drawing/2014/main" id="{3F61E55E-DF1F-065C-6D95-651FC1F5A8AD}"/>
              </a:ext>
            </a:extLst>
          </p:cNvPr>
          <p:cNvPicPr>
            <a:picLocks noChangeAspect="1"/>
          </p:cNvPicPr>
          <p:nvPr/>
        </p:nvPicPr>
        <p:blipFill>
          <a:blip r:embed="rId2"/>
          <a:stretch>
            <a:fillRect/>
          </a:stretch>
        </p:blipFill>
        <p:spPr>
          <a:xfrm>
            <a:off x="7140102" y="1528828"/>
            <a:ext cx="4902739" cy="4033358"/>
          </a:xfrm>
          <a:prstGeom prst="rect">
            <a:avLst/>
          </a:prstGeom>
        </p:spPr>
      </p:pic>
    </p:spTree>
    <p:extLst>
      <p:ext uri="{BB962C8B-B14F-4D97-AF65-F5344CB8AC3E}">
        <p14:creationId xmlns:p14="http://schemas.microsoft.com/office/powerpoint/2010/main" val="1913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9DC5BA-F917-75CA-D635-C14F9504311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5B2E660-EC42-CA9D-DE8A-12188D0091E1}"/>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Discriminant Criterion</a:t>
            </a:r>
          </a:p>
        </p:txBody>
      </p:sp>
      <p:sp>
        <p:nvSpPr>
          <p:cNvPr id="2" name="TextBox 1">
            <a:extLst>
              <a:ext uri="{FF2B5EF4-FFF2-40B4-BE49-F238E27FC236}">
                <a16:creationId xmlns:a16="http://schemas.microsoft.com/office/drawing/2014/main" id="{B46F2ED1-A962-BDB1-AF30-B84B4012B076}"/>
              </a:ext>
            </a:extLst>
          </p:cNvPr>
          <p:cNvSpPr txBox="1"/>
          <p:nvPr/>
        </p:nvSpPr>
        <p:spPr>
          <a:xfrm>
            <a:off x="310432" y="667054"/>
            <a:ext cx="11087912" cy="5645584"/>
          </a:xfrm>
          <a:prstGeom prst="rect">
            <a:avLst/>
          </a:prstGeom>
          <a:noFill/>
        </p:spPr>
        <p:txBody>
          <a:bodyPr wrap="square" rtlCol="0">
            <a:spAutoFit/>
          </a:bodyPr>
          <a:lstStyle/>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The respective mean values of ‘price’ are 5.0 (</a:t>
            </a:r>
            <a:r>
              <a:rPr lang="en-US" sz="2300" dirty="0" err="1">
                <a:solidFill>
                  <a:prstClr val="black"/>
                </a:solidFill>
                <a:latin typeface="Arial" panose="020B0604020202020204" pitchFamily="34" charset="0"/>
                <a:cs typeface="Arial" panose="020B0604020202020204" pitchFamily="34" charset="0"/>
              </a:rPr>
              <a:t>competitior</a:t>
            </a:r>
            <a:r>
              <a:rPr lang="en-US" sz="2300" dirty="0">
                <a:solidFill>
                  <a:prstClr val="black"/>
                </a:solidFill>
                <a:latin typeface="Arial" panose="020B0604020202020204" pitchFamily="34" charset="0"/>
                <a:cs typeface="Arial" panose="020B0604020202020204" pitchFamily="34" charset="0"/>
              </a:rPr>
              <a:t>) and 3.5 (focal).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In contrast, buyers of the focal brand rate, on average, rate ‘delicious’ higher than the buyers of the main competitor brand (mean values: 4.5 focal vs. 4.0 competitor) –refer histogram beside the scatterplot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However, due to the significant overlaps of the two distributions, neither variable seems to separate the two groups very well </a:t>
            </a:r>
          </a:p>
          <a:p>
            <a:pPr marL="342900" indent="-342900" algn="just" defTabSz="1219170">
              <a:lnSpc>
                <a:spcPct val="200000"/>
              </a:lnSpc>
              <a:buClr>
                <a:srgbClr val="0000FF"/>
              </a:buClr>
              <a:buFont typeface="Wingdings" panose="05000000000000000000" pitchFamily="2" charset="2"/>
              <a:buChar char="v"/>
            </a:pPr>
            <a:r>
              <a:rPr lang="en-US" sz="2300" dirty="0">
                <a:solidFill>
                  <a:prstClr val="black"/>
                </a:solidFill>
                <a:latin typeface="Arial" panose="020B0604020202020204" pitchFamily="34" charset="0"/>
                <a:cs typeface="Arial" panose="020B0604020202020204" pitchFamily="34" charset="0"/>
              </a:rPr>
              <a:t>Visual inspection of the histograms suggests that ‘price’ may separate the groups better because the groups seem to differ more with respect to this variable</a:t>
            </a:r>
          </a:p>
        </p:txBody>
      </p:sp>
    </p:spTree>
    <p:extLst>
      <p:ext uri="{BB962C8B-B14F-4D97-AF65-F5344CB8AC3E}">
        <p14:creationId xmlns:p14="http://schemas.microsoft.com/office/powerpoint/2010/main" val="2081754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BC8B74-BF9E-B024-937A-C97B84B72503}"/>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04670747-CAC0-9BCF-4846-E76942F461C9}"/>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Mathematical Theory: Basics</a:t>
            </a:r>
          </a:p>
        </p:txBody>
      </p:sp>
      <p:sp>
        <p:nvSpPr>
          <p:cNvPr id="5" name="TextBox 4">
            <a:extLst>
              <a:ext uri="{FF2B5EF4-FFF2-40B4-BE49-F238E27FC236}">
                <a16:creationId xmlns:a16="http://schemas.microsoft.com/office/drawing/2014/main" id="{9BBEC04C-9105-BD7B-6B48-F719E232EF2C}"/>
              </a:ext>
            </a:extLst>
          </p:cNvPr>
          <p:cNvSpPr txBox="1"/>
          <p:nvPr/>
        </p:nvSpPr>
        <p:spPr>
          <a:xfrm>
            <a:off x="310432" y="606208"/>
            <a:ext cx="11783055" cy="5645584"/>
          </a:xfrm>
          <a:prstGeom prst="rect">
            <a:avLst/>
          </a:prstGeom>
          <a:noFill/>
        </p:spPr>
        <p:txBody>
          <a:bodyPr wrap="square" rtlCol="0">
            <a:spAutoFit/>
          </a:bodyPr>
          <a:lstStyle/>
          <a:p>
            <a:pPr algn="just">
              <a:lnSpc>
                <a:spcPct val="200000"/>
              </a:lnSpc>
              <a:buClr>
                <a:srgbClr val="0000FF"/>
              </a:buClr>
            </a:pPr>
            <a:r>
              <a:rPr lang="en-US" sz="2300" dirty="0">
                <a:solidFill>
                  <a:schemeClr val="bg1"/>
                </a:solidFill>
                <a:latin typeface="Arial" panose="020B0604020202020204" pitchFamily="34" charset="0"/>
                <a:cs typeface="Arial" panose="020B0604020202020204" pitchFamily="34" charset="0"/>
              </a:rPr>
              <a:t> (1) separating two classes of objects or </a:t>
            </a:r>
          </a:p>
          <a:p>
            <a:pPr algn="just">
              <a:lnSpc>
                <a:spcPct val="200000"/>
              </a:lnSpc>
              <a:buClr>
                <a:srgbClr val="0000FF"/>
              </a:buClr>
            </a:pPr>
            <a:r>
              <a:rPr lang="en-US" sz="2300" dirty="0">
                <a:solidFill>
                  <a:schemeClr val="bg1"/>
                </a:solidFill>
                <a:latin typeface="Arial" panose="020B0604020202020204" pitchFamily="34" charset="0"/>
                <a:cs typeface="Arial" panose="020B0604020202020204" pitchFamily="34" charset="0"/>
              </a:rPr>
              <a:t>(2) assigning a new object to one of two classes.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It is convenient to label the classes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1</a:t>
            </a:r>
            <a:r>
              <a:rPr lang="en-IN" sz="2300" dirty="0">
                <a:solidFill>
                  <a:schemeClr val="bg1"/>
                </a:solidFill>
                <a:latin typeface="Arial" panose="020B0604020202020204" pitchFamily="34" charset="0"/>
                <a:cs typeface="Arial" panose="020B0604020202020204" pitchFamily="34" charset="0"/>
              </a:rPr>
              <a:t> and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2</a:t>
            </a:r>
            <a:r>
              <a:rPr lang="el-GR" sz="2300" dirty="0">
                <a:solidFill>
                  <a:schemeClr val="bg1"/>
                </a:solidFill>
                <a:latin typeface="Arial" panose="020B0604020202020204" pitchFamily="34" charset="0"/>
                <a:cs typeface="Arial" panose="020B0604020202020204" pitchFamily="34" charset="0"/>
              </a:rPr>
              <a:t> </a:t>
            </a:r>
            <a:r>
              <a:rPr lang="en-US" sz="2300" dirty="0">
                <a:solidFill>
                  <a:schemeClr val="bg1"/>
                </a:solidFill>
                <a:latin typeface="Arial" panose="020B0604020202020204" pitchFamily="34" charset="0"/>
                <a:cs typeface="Arial" panose="020B0604020202020204" pitchFamily="34" charset="0"/>
              </a:rPr>
              <a:t>and the categories are ordinarily separated or classified on the basis of measurements on, for instance, p associated random variables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The observed values of </a:t>
            </a:r>
            <a:r>
              <a:rPr lang="en-US" sz="2300" b="1" dirty="0">
                <a:solidFill>
                  <a:schemeClr val="bg1"/>
                </a:solidFill>
                <a:latin typeface="Arial" panose="020B0604020202020204" pitchFamily="34" charset="0"/>
                <a:cs typeface="Arial" panose="020B0604020202020204" pitchFamily="34" charset="0"/>
              </a:rPr>
              <a:t>X</a:t>
            </a:r>
            <a:r>
              <a:rPr lang="en-US" sz="2300" dirty="0">
                <a:solidFill>
                  <a:schemeClr val="bg1"/>
                </a:solidFill>
                <a:latin typeface="Arial" panose="020B0604020202020204" pitchFamily="34" charset="0"/>
                <a:cs typeface="Arial" panose="020B0604020202020204" pitchFamily="34" charset="0"/>
              </a:rPr>
              <a:t> differ to some extent from one class to the other.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We can think of the totality of values from the first class as being the population of </a:t>
            </a:r>
            <a:r>
              <a:rPr lang="en-US" sz="2300" b="1" dirty="0">
                <a:solidFill>
                  <a:schemeClr val="bg1"/>
                </a:solidFill>
                <a:latin typeface="Arial" panose="020B0604020202020204" pitchFamily="34" charset="0"/>
                <a:cs typeface="Arial" panose="020B0604020202020204" pitchFamily="34" charset="0"/>
              </a:rPr>
              <a:t>x</a:t>
            </a:r>
            <a:r>
              <a:rPr lang="en-US" sz="2300" dirty="0">
                <a:solidFill>
                  <a:schemeClr val="bg1"/>
                </a:solidFill>
                <a:latin typeface="Arial" panose="020B0604020202020204" pitchFamily="34" charset="0"/>
                <a:cs typeface="Arial" panose="020B0604020202020204" pitchFamily="34" charset="0"/>
              </a:rPr>
              <a:t> values for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1 </a:t>
            </a:r>
            <a:r>
              <a:rPr lang="en-US" sz="2300" dirty="0">
                <a:solidFill>
                  <a:schemeClr val="bg1"/>
                </a:solidFill>
                <a:latin typeface="Arial" panose="020B0604020202020204" pitchFamily="34" charset="0"/>
                <a:cs typeface="Arial" panose="020B0604020202020204" pitchFamily="34" charset="0"/>
              </a:rPr>
              <a:t>and those from the second class as the population of </a:t>
            </a:r>
            <a:r>
              <a:rPr lang="en-US" sz="2300" b="1" dirty="0">
                <a:solidFill>
                  <a:schemeClr val="bg1"/>
                </a:solidFill>
                <a:latin typeface="Arial" panose="020B0604020202020204" pitchFamily="34" charset="0"/>
                <a:cs typeface="Arial" panose="020B0604020202020204" pitchFamily="34" charset="0"/>
              </a:rPr>
              <a:t>x</a:t>
            </a:r>
            <a:r>
              <a:rPr lang="en-US" sz="2300" dirty="0">
                <a:solidFill>
                  <a:schemeClr val="bg1"/>
                </a:solidFill>
                <a:latin typeface="Arial" panose="020B0604020202020204" pitchFamily="34" charset="0"/>
                <a:cs typeface="Arial" panose="020B0604020202020204" pitchFamily="34" charset="0"/>
              </a:rPr>
              <a:t> values for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2</a:t>
            </a:r>
            <a:endParaRPr lang="en-IN" sz="2300"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1816E18-0D25-D2F4-5436-48F2C41DBCA3}"/>
              </a:ext>
            </a:extLst>
          </p:cNvPr>
          <p:cNvPicPr>
            <a:picLocks noChangeAspect="1"/>
          </p:cNvPicPr>
          <p:nvPr/>
        </p:nvPicPr>
        <p:blipFill>
          <a:blip r:embed="rId2"/>
          <a:stretch>
            <a:fillRect/>
          </a:stretch>
        </p:blipFill>
        <p:spPr>
          <a:xfrm>
            <a:off x="3196293" y="3724856"/>
            <a:ext cx="2219635" cy="381053"/>
          </a:xfrm>
          <a:prstGeom prst="rect">
            <a:avLst/>
          </a:prstGeom>
        </p:spPr>
      </p:pic>
    </p:spTree>
    <p:extLst>
      <p:ext uri="{BB962C8B-B14F-4D97-AF65-F5344CB8AC3E}">
        <p14:creationId xmlns:p14="http://schemas.microsoft.com/office/powerpoint/2010/main" val="1624730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6AB9CF-E94F-D581-76B3-1C705466CEE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0CC63F6-A829-6835-8FC4-B6C315B17F87}"/>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Alternate Approach: Basics</a:t>
            </a:r>
          </a:p>
        </p:txBody>
      </p:sp>
      <p:sp>
        <p:nvSpPr>
          <p:cNvPr id="5" name="TextBox 4">
            <a:extLst>
              <a:ext uri="{FF2B5EF4-FFF2-40B4-BE49-F238E27FC236}">
                <a16:creationId xmlns:a16="http://schemas.microsoft.com/office/drawing/2014/main" id="{5810DEEE-E622-4638-C1AC-466E1CDD339F}"/>
              </a:ext>
            </a:extLst>
          </p:cNvPr>
          <p:cNvSpPr txBox="1"/>
          <p:nvPr/>
        </p:nvSpPr>
        <p:spPr>
          <a:xfrm>
            <a:off x="1031132" y="1449649"/>
            <a:ext cx="9941669" cy="2814040"/>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These two populations can then be described by probability density functions and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Consequently, we can talk of assigning observations to populations or objects to classes interchangeably.</a:t>
            </a:r>
            <a:endParaRPr lang="en-IN" sz="23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1632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61F3BC-44FC-3ED8-B81C-477750CEBF1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DCCFE65-0C8C-6872-50B3-EF26D89E1DE4}"/>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Problems of Misclassification</a:t>
            </a:r>
          </a:p>
        </p:txBody>
      </p:sp>
      <p:sp>
        <p:nvSpPr>
          <p:cNvPr id="5" name="TextBox 4">
            <a:extLst>
              <a:ext uri="{FF2B5EF4-FFF2-40B4-BE49-F238E27FC236}">
                <a16:creationId xmlns:a16="http://schemas.microsoft.com/office/drawing/2014/main" id="{ACC8AD63-E1E9-EC67-7E4C-C7E9BDF016B3}"/>
              </a:ext>
            </a:extLst>
          </p:cNvPr>
          <p:cNvSpPr txBox="1"/>
          <p:nvPr/>
        </p:nvSpPr>
        <p:spPr>
          <a:xfrm>
            <a:off x="408945" y="827079"/>
            <a:ext cx="11374110" cy="5645584"/>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Another aspect of classification is cost.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Suppose that classifying an object as belonging to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2</a:t>
            </a:r>
            <a:r>
              <a:rPr lang="en-IN" sz="2300" dirty="0">
                <a:solidFill>
                  <a:schemeClr val="bg1"/>
                </a:solidFill>
                <a:latin typeface="Arial" panose="020B0604020202020204" pitchFamily="34" charset="0"/>
                <a:cs typeface="Arial" panose="020B0604020202020204" pitchFamily="34" charset="0"/>
              </a:rPr>
              <a:t> </a:t>
            </a:r>
            <a:r>
              <a:rPr lang="en-US" sz="2300" dirty="0">
                <a:solidFill>
                  <a:schemeClr val="bg1"/>
                </a:solidFill>
                <a:latin typeface="Arial" panose="020B0604020202020204" pitchFamily="34" charset="0"/>
                <a:cs typeface="Arial" panose="020B0604020202020204" pitchFamily="34" charset="0"/>
              </a:rPr>
              <a:t>represents a more serious error than classifying an object as belonging to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1</a:t>
            </a:r>
            <a:r>
              <a:rPr lang="en-US" sz="2300" dirty="0">
                <a:solidFill>
                  <a:schemeClr val="bg1"/>
                </a:solidFill>
                <a:latin typeface="Arial" panose="020B0604020202020204" pitchFamily="34" charset="0"/>
                <a:cs typeface="Arial" panose="020B0604020202020204" pitchFamily="34" charset="0"/>
              </a:rPr>
              <a:t>, then one should be cautious about making the former assignment.</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As an example, failing to diagnose a potentially fatal illness is substantially more “costly” than concluding that the disease is present when, in fact, it is not. </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An optimal classification procedure should, whenever possible, account for the </a:t>
            </a:r>
            <a:r>
              <a:rPr lang="en-US" sz="2300" b="1" dirty="0">
                <a:solidFill>
                  <a:srgbClr val="FF0000"/>
                </a:solidFill>
                <a:latin typeface="Arial" panose="020B0604020202020204" pitchFamily="34" charset="0"/>
                <a:cs typeface="Arial" panose="020B0604020202020204" pitchFamily="34" charset="0"/>
              </a:rPr>
              <a:t>costs</a:t>
            </a:r>
            <a:r>
              <a:rPr lang="en-US" sz="2300" dirty="0">
                <a:solidFill>
                  <a:schemeClr val="bg1"/>
                </a:solidFill>
                <a:latin typeface="Arial" panose="020B0604020202020204" pitchFamily="34" charset="0"/>
                <a:cs typeface="Arial" panose="020B0604020202020204" pitchFamily="34" charset="0"/>
              </a:rPr>
              <a:t> associated with misclassification.</a:t>
            </a:r>
            <a:endParaRPr lang="en-IN" sz="23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531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32BEF1-7243-747E-DACE-BA2B60E7C38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4E7D203-3CA2-7A5E-244B-91C8AB231BBA}"/>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5" name="TextBox 4">
            <a:extLst>
              <a:ext uri="{FF2B5EF4-FFF2-40B4-BE49-F238E27FC236}">
                <a16:creationId xmlns:a16="http://schemas.microsoft.com/office/drawing/2014/main" id="{62E7B176-F8D8-02EB-13D3-3812AAAD5B91}"/>
              </a:ext>
            </a:extLst>
          </p:cNvPr>
          <p:cNvSpPr txBox="1"/>
          <p:nvPr/>
        </p:nvSpPr>
        <p:spPr>
          <a:xfrm>
            <a:off x="408945" y="776600"/>
            <a:ext cx="11374110" cy="5909310"/>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Let f</a:t>
            </a:r>
            <a:r>
              <a:rPr lang="en-US" sz="2100" baseline="-25000" dirty="0">
                <a:solidFill>
                  <a:schemeClr val="bg1"/>
                </a:solidFill>
                <a:latin typeface="Arial" panose="020B0604020202020204" pitchFamily="34" charset="0"/>
                <a:cs typeface="Arial" panose="020B0604020202020204" pitchFamily="34" charset="0"/>
              </a:rPr>
              <a:t>1</a:t>
            </a:r>
            <a:r>
              <a:rPr lang="en-US" sz="2100" dirty="0">
                <a:solidFill>
                  <a:schemeClr val="bg1"/>
                </a:solidFill>
                <a:latin typeface="Arial" panose="020B0604020202020204" pitchFamily="34" charset="0"/>
                <a:cs typeface="Arial" panose="020B0604020202020204" pitchFamily="34" charset="0"/>
              </a:rPr>
              <a:t>(</a:t>
            </a:r>
            <a:r>
              <a:rPr lang="en-US" sz="2100" b="1" dirty="0">
                <a:solidFill>
                  <a:schemeClr val="bg1"/>
                </a:solidFill>
                <a:latin typeface="Arial" panose="020B0604020202020204" pitchFamily="34" charset="0"/>
                <a:cs typeface="Arial" panose="020B0604020202020204" pitchFamily="34" charset="0"/>
              </a:rPr>
              <a:t>x</a:t>
            </a:r>
            <a:r>
              <a:rPr lang="en-US" sz="2100" dirty="0">
                <a:solidFill>
                  <a:schemeClr val="bg1"/>
                </a:solidFill>
                <a:latin typeface="Arial" panose="020B0604020202020204" pitchFamily="34" charset="0"/>
                <a:cs typeface="Arial" panose="020B0604020202020204" pitchFamily="34" charset="0"/>
              </a:rPr>
              <a:t>) and f</a:t>
            </a:r>
            <a:r>
              <a:rPr lang="en-US" sz="2100" baseline="-25000" dirty="0">
                <a:solidFill>
                  <a:schemeClr val="bg1"/>
                </a:solidFill>
                <a:latin typeface="Arial" panose="020B0604020202020204" pitchFamily="34" charset="0"/>
                <a:cs typeface="Arial" panose="020B0604020202020204" pitchFamily="34" charset="0"/>
              </a:rPr>
              <a:t>2</a:t>
            </a:r>
            <a:r>
              <a:rPr lang="en-US" sz="2100" dirty="0">
                <a:solidFill>
                  <a:schemeClr val="bg1"/>
                </a:solidFill>
                <a:latin typeface="Arial" panose="020B0604020202020204" pitchFamily="34" charset="0"/>
                <a:cs typeface="Arial" panose="020B0604020202020204" pitchFamily="34" charset="0"/>
              </a:rPr>
              <a:t>(</a:t>
            </a:r>
            <a:r>
              <a:rPr lang="en-US" sz="2100" b="1" dirty="0">
                <a:solidFill>
                  <a:schemeClr val="bg1"/>
                </a:solidFill>
                <a:latin typeface="Arial" panose="020B0604020202020204" pitchFamily="34" charset="0"/>
                <a:cs typeface="Arial" panose="020B0604020202020204" pitchFamily="34" charset="0"/>
              </a:rPr>
              <a:t>x</a:t>
            </a:r>
            <a:r>
              <a:rPr lang="en-US" sz="2100" dirty="0">
                <a:solidFill>
                  <a:schemeClr val="bg1"/>
                </a:solidFill>
                <a:latin typeface="Arial" panose="020B0604020202020204" pitchFamily="34" charset="0"/>
                <a:cs typeface="Arial" panose="020B0604020202020204" pitchFamily="34" charset="0"/>
              </a:rPr>
              <a:t>) be the </a:t>
            </a:r>
            <a:r>
              <a:rPr lang="en-US" sz="2100" dirty="0">
                <a:solidFill>
                  <a:srgbClr val="FF0000"/>
                </a:solidFill>
                <a:latin typeface="Arial" panose="020B0604020202020204" pitchFamily="34" charset="0"/>
                <a:cs typeface="Arial" panose="020B0604020202020204" pitchFamily="34" charset="0"/>
              </a:rPr>
              <a:t>multivariate </a:t>
            </a:r>
            <a:r>
              <a:rPr lang="en-US" sz="2100" dirty="0">
                <a:solidFill>
                  <a:schemeClr val="accent6">
                    <a:lumMod val="75000"/>
                  </a:schemeClr>
                </a:solidFill>
                <a:latin typeface="Arial" panose="020B0604020202020204" pitchFamily="34" charset="0"/>
                <a:cs typeface="Arial" panose="020B0604020202020204" pitchFamily="34" charset="0"/>
              </a:rPr>
              <a:t>probability density functions </a:t>
            </a:r>
            <a:r>
              <a:rPr lang="en-US" sz="2100" dirty="0">
                <a:solidFill>
                  <a:schemeClr val="bg1"/>
                </a:solidFill>
                <a:latin typeface="Arial" panose="020B0604020202020204" pitchFamily="34" charset="0"/>
                <a:cs typeface="Arial" panose="020B0604020202020204" pitchFamily="34" charset="0"/>
              </a:rPr>
              <a:t>associated with the p x 1 vector random variable </a:t>
            </a:r>
            <a:r>
              <a:rPr lang="en-US" sz="2100" b="1" dirty="0">
                <a:solidFill>
                  <a:schemeClr val="bg1"/>
                </a:solidFill>
                <a:latin typeface="Arial" panose="020B0604020202020204" pitchFamily="34" charset="0"/>
                <a:cs typeface="Arial" panose="020B0604020202020204" pitchFamily="34" charset="0"/>
              </a:rPr>
              <a:t>X</a:t>
            </a:r>
            <a:r>
              <a:rPr lang="en-US" sz="2100" dirty="0">
                <a:solidFill>
                  <a:schemeClr val="bg1"/>
                </a:solidFill>
                <a:latin typeface="Arial" panose="020B0604020202020204" pitchFamily="34" charset="0"/>
                <a:cs typeface="Arial" panose="020B0604020202020204" pitchFamily="34" charset="0"/>
              </a:rPr>
              <a:t> for the populations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1</a:t>
            </a:r>
            <a:r>
              <a:rPr lang="en-IN" sz="2100"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and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2</a:t>
            </a:r>
            <a:r>
              <a:rPr lang="en-IN" sz="2100"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respectively.</a:t>
            </a:r>
          </a:p>
          <a:p>
            <a:pPr marL="342900" indent="-342900" algn="just">
              <a:lnSpc>
                <a:spcPct val="200000"/>
              </a:lnSpc>
              <a:buClr>
                <a:srgbClr val="0000FF"/>
              </a:buClr>
              <a:buFont typeface="Wingdings" panose="05000000000000000000" pitchFamily="2" charset="2"/>
              <a:buChar char="v"/>
            </a:pPr>
            <a:r>
              <a:rPr lang="en-US" sz="2100" u="sng" dirty="0">
                <a:solidFill>
                  <a:schemeClr val="bg1"/>
                </a:solidFill>
                <a:latin typeface="Arial" panose="020B0604020202020204" pitchFamily="34" charset="0"/>
                <a:cs typeface="Arial" panose="020B0604020202020204" pitchFamily="34" charset="0"/>
              </a:rPr>
              <a:t>An object with associated measurements </a:t>
            </a:r>
            <a:r>
              <a:rPr lang="en-US" sz="2100" b="1" u="sng" dirty="0">
                <a:solidFill>
                  <a:schemeClr val="bg1"/>
                </a:solidFill>
                <a:latin typeface="Arial" panose="020B0604020202020204" pitchFamily="34" charset="0"/>
                <a:cs typeface="Arial" panose="020B0604020202020204" pitchFamily="34" charset="0"/>
              </a:rPr>
              <a:t>x</a:t>
            </a:r>
            <a:r>
              <a:rPr lang="en-US" sz="2100" u="sng"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must be assigned to either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1</a:t>
            </a:r>
            <a:r>
              <a:rPr lang="en-IN" sz="2100"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or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2</a:t>
            </a:r>
            <a:r>
              <a:rPr lang="en-IN" sz="21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Let </a:t>
            </a:r>
            <a:r>
              <a:rPr lang="el-GR" sz="2100" dirty="0">
                <a:solidFill>
                  <a:schemeClr val="bg1"/>
                </a:solidFill>
                <a:latin typeface="Arial" panose="020B0604020202020204" pitchFamily="34" charset="0"/>
                <a:cs typeface="Arial" panose="020B0604020202020204" pitchFamily="34" charset="0"/>
              </a:rPr>
              <a:t>Ω</a:t>
            </a:r>
            <a:r>
              <a:rPr lang="en-IN" sz="2100"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be the sample space—that is, the collection of all possible observations </a:t>
            </a:r>
            <a:r>
              <a:rPr lang="en-US" sz="2100" b="1" dirty="0">
                <a:solidFill>
                  <a:schemeClr val="bg1"/>
                </a:solidFill>
                <a:latin typeface="Arial" panose="020B0604020202020204" pitchFamily="34" charset="0"/>
                <a:cs typeface="Arial" panose="020B0604020202020204" pitchFamily="34" charset="0"/>
              </a:rPr>
              <a:t>x</a:t>
            </a:r>
            <a:r>
              <a:rPr lang="en-US" sz="21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Let </a:t>
            </a:r>
            <a:r>
              <a:rPr lang="en-US" sz="2100" b="1" dirty="0">
                <a:solidFill>
                  <a:schemeClr val="bg1"/>
                </a:solidFill>
                <a:latin typeface="Arial" panose="020B0604020202020204" pitchFamily="34" charset="0"/>
                <a:cs typeface="Arial" panose="020B0604020202020204" pitchFamily="34" charset="0"/>
              </a:rPr>
              <a:t>R</a:t>
            </a:r>
            <a:r>
              <a:rPr lang="en-US" sz="2100" b="1" baseline="-25000" dirty="0">
                <a:solidFill>
                  <a:schemeClr val="bg1"/>
                </a:solidFill>
                <a:latin typeface="Arial" panose="020B0604020202020204" pitchFamily="34" charset="0"/>
                <a:cs typeface="Arial" panose="020B0604020202020204" pitchFamily="34" charset="0"/>
              </a:rPr>
              <a:t>1</a:t>
            </a:r>
            <a:r>
              <a:rPr lang="en-US" sz="2100" b="1"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be that set of x values for which we classify objects as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1 </a:t>
            </a:r>
            <a:r>
              <a:rPr lang="en-US" sz="2100" dirty="0">
                <a:solidFill>
                  <a:schemeClr val="bg1"/>
                </a:solidFill>
                <a:latin typeface="Arial" panose="020B0604020202020204" pitchFamily="34" charset="0"/>
                <a:cs typeface="Arial" panose="020B0604020202020204" pitchFamily="34" charset="0"/>
              </a:rPr>
              <a:t>and </a:t>
            </a:r>
            <a:r>
              <a:rPr lang="en-US" sz="2100" b="1" dirty="0">
                <a:solidFill>
                  <a:schemeClr val="bg1"/>
                </a:solidFill>
                <a:latin typeface="Arial" panose="020B0604020202020204" pitchFamily="34" charset="0"/>
                <a:cs typeface="Arial" panose="020B0604020202020204" pitchFamily="34" charset="0"/>
              </a:rPr>
              <a:t>R</a:t>
            </a:r>
            <a:r>
              <a:rPr lang="en-US" sz="2100" b="1" baseline="-25000" dirty="0">
                <a:solidFill>
                  <a:schemeClr val="bg1"/>
                </a:solidFill>
                <a:latin typeface="Arial" panose="020B0604020202020204" pitchFamily="34" charset="0"/>
                <a:cs typeface="Arial" panose="020B0604020202020204" pitchFamily="34" charset="0"/>
              </a:rPr>
              <a:t>2</a:t>
            </a:r>
            <a:r>
              <a:rPr lang="en-US" sz="2100" b="1"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 </a:t>
            </a:r>
            <a:r>
              <a:rPr lang="el-GR" sz="2100" dirty="0">
                <a:solidFill>
                  <a:schemeClr val="bg1"/>
                </a:solidFill>
                <a:latin typeface="Arial" panose="020B0604020202020204" pitchFamily="34" charset="0"/>
                <a:cs typeface="Arial" panose="020B0604020202020204" pitchFamily="34" charset="0"/>
              </a:rPr>
              <a:t>Ω</a:t>
            </a:r>
            <a:r>
              <a:rPr lang="en-IN" sz="2100" dirty="0">
                <a:solidFill>
                  <a:schemeClr val="bg1"/>
                </a:solidFill>
                <a:latin typeface="Arial" panose="020B0604020202020204" pitchFamily="34" charset="0"/>
                <a:cs typeface="Arial" panose="020B0604020202020204" pitchFamily="34" charset="0"/>
              </a:rPr>
              <a:t> - </a:t>
            </a:r>
            <a:r>
              <a:rPr lang="en-IN" sz="2100" b="1" dirty="0">
                <a:solidFill>
                  <a:schemeClr val="bg1"/>
                </a:solidFill>
                <a:latin typeface="Arial" panose="020B0604020202020204" pitchFamily="34" charset="0"/>
                <a:cs typeface="Arial" panose="020B0604020202020204" pitchFamily="34" charset="0"/>
              </a:rPr>
              <a:t>R</a:t>
            </a:r>
            <a:r>
              <a:rPr lang="en-IN" sz="2100" b="1" baseline="-25000" dirty="0">
                <a:solidFill>
                  <a:schemeClr val="bg1"/>
                </a:solidFill>
                <a:latin typeface="Arial" panose="020B0604020202020204" pitchFamily="34" charset="0"/>
                <a:cs typeface="Arial" panose="020B0604020202020204" pitchFamily="34" charset="0"/>
              </a:rPr>
              <a:t>1 </a:t>
            </a:r>
            <a:r>
              <a:rPr lang="en-IN" sz="2100" dirty="0">
                <a:solidFill>
                  <a:schemeClr val="bg1"/>
                </a:solidFill>
                <a:latin typeface="Arial" panose="020B0604020202020204" pitchFamily="34" charset="0"/>
                <a:cs typeface="Arial" panose="020B0604020202020204" pitchFamily="34" charset="0"/>
              </a:rPr>
              <a:t>be</a:t>
            </a:r>
            <a:r>
              <a:rPr lang="en-IN" sz="2100" b="1" baseline="-25000" dirty="0">
                <a:solidFill>
                  <a:schemeClr val="bg1"/>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the set of remaining </a:t>
            </a:r>
            <a:r>
              <a:rPr lang="en-US" sz="2100" b="1" dirty="0">
                <a:solidFill>
                  <a:schemeClr val="bg1"/>
                </a:solidFill>
                <a:latin typeface="Arial" panose="020B0604020202020204" pitchFamily="34" charset="0"/>
                <a:cs typeface="Arial" panose="020B0604020202020204" pitchFamily="34" charset="0"/>
              </a:rPr>
              <a:t>x</a:t>
            </a:r>
            <a:r>
              <a:rPr lang="en-US" sz="2100" dirty="0">
                <a:solidFill>
                  <a:schemeClr val="bg1"/>
                </a:solidFill>
                <a:latin typeface="Arial" panose="020B0604020202020204" pitchFamily="34" charset="0"/>
                <a:cs typeface="Arial" panose="020B0604020202020204" pitchFamily="34" charset="0"/>
              </a:rPr>
              <a:t> values for which we classify objects as </a:t>
            </a:r>
            <a:r>
              <a:rPr lang="el-GR" sz="2100" dirty="0">
                <a:solidFill>
                  <a:schemeClr val="bg1"/>
                </a:solidFill>
                <a:latin typeface="Arial" panose="020B0604020202020204" pitchFamily="34" charset="0"/>
                <a:cs typeface="Arial" panose="020B0604020202020204" pitchFamily="34" charset="0"/>
              </a:rPr>
              <a:t>π</a:t>
            </a:r>
            <a:r>
              <a:rPr lang="en-IN" sz="2100" baseline="-25000" dirty="0">
                <a:solidFill>
                  <a:schemeClr val="bg1"/>
                </a:solidFill>
                <a:latin typeface="Arial" panose="020B0604020202020204" pitchFamily="34" charset="0"/>
                <a:cs typeface="Arial" panose="020B0604020202020204" pitchFamily="34" charset="0"/>
              </a:rPr>
              <a:t>2</a:t>
            </a:r>
            <a:r>
              <a:rPr lang="en-IN" sz="21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Since every object must be assigned to one and only one of the two populations, the sets </a:t>
            </a:r>
            <a:r>
              <a:rPr lang="en-US" sz="2100" b="1" dirty="0">
                <a:solidFill>
                  <a:schemeClr val="bg1"/>
                </a:solidFill>
                <a:latin typeface="Arial" panose="020B0604020202020204" pitchFamily="34" charset="0"/>
                <a:cs typeface="Arial" panose="020B0604020202020204" pitchFamily="34" charset="0"/>
              </a:rPr>
              <a:t>R</a:t>
            </a:r>
            <a:r>
              <a:rPr lang="en-US" sz="2100" b="1" baseline="-25000" dirty="0">
                <a:solidFill>
                  <a:schemeClr val="bg1"/>
                </a:solidFill>
                <a:latin typeface="Arial" panose="020B0604020202020204" pitchFamily="34" charset="0"/>
                <a:cs typeface="Arial" panose="020B0604020202020204" pitchFamily="34" charset="0"/>
              </a:rPr>
              <a:t>1</a:t>
            </a:r>
            <a:r>
              <a:rPr lang="en-US" sz="2100" dirty="0">
                <a:solidFill>
                  <a:schemeClr val="bg1"/>
                </a:solidFill>
                <a:latin typeface="Arial" panose="020B0604020202020204" pitchFamily="34" charset="0"/>
                <a:cs typeface="Arial" panose="020B0604020202020204" pitchFamily="34" charset="0"/>
              </a:rPr>
              <a:t> and </a:t>
            </a:r>
            <a:r>
              <a:rPr lang="en-US" sz="2100" b="1" dirty="0">
                <a:solidFill>
                  <a:schemeClr val="bg1"/>
                </a:solidFill>
                <a:latin typeface="Arial" panose="020B0604020202020204" pitchFamily="34" charset="0"/>
                <a:cs typeface="Arial" panose="020B0604020202020204" pitchFamily="34" charset="0"/>
              </a:rPr>
              <a:t>R</a:t>
            </a:r>
            <a:r>
              <a:rPr lang="en-US" sz="2100" b="1" baseline="-25000" dirty="0">
                <a:solidFill>
                  <a:schemeClr val="bg1"/>
                </a:solidFill>
                <a:latin typeface="Arial" panose="020B0604020202020204" pitchFamily="34" charset="0"/>
                <a:cs typeface="Arial" panose="020B0604020202020204" pitchFamily="34" charset="0"/>
              </a:rPr>
              <a:t>2</a:t>
            </a:r>
            <a:r>
              <a:rPr lang="en-US" sz="2100" dirty="0">
                <a:solidFill>
                  <a:schemeClr val="bg1"/>
                </a:solidFill>
                <a:latin typeface="Arial" panose="020B0604020202020204" pitchFamily="34" charset="0"/>
                <a:cs typeface="Arial" panose="020B0604020202020204" pitchFamily="34" charset="0"/>
              </a:rPr>
              <a:t> are mutually exclusive and exhaustive. </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For we might have a case like the one pictured in Figure below</a:t>
            </a:r>
            <a:endParaRPr lang="en-IN" sz="21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5709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5A7C17-ED9C-712B-5119-D84CA7D5D34F}"/>
              </a:ext>
            </a:extLst>
          </p:cNvPr>
          <p:cNvPicPr>
            <a:picLocks noChangeAspect="1"/>
          </p:cNvPicPr>
          <p:nvPr/>
        </p:nvPicPr>
        <p:blipFill>
          <a:blip r:embed="rId2"/>
          <a:stretch>
            <a:fillRect/>
          </a:stretch>
        </p:blipFill>
        <p:spPr>
          <a:xfrm>
            <a:off x="1913398" y="252920"/>
            <a:ext cx="8365204" cy="4517211"/>
          </a:xfrm>
          <a:prstGeom prst="rect">
            <a:avLst/>
          </a:prstGeom>
        </p:spPr>
      </p:pic>
      <p:sp>
        <p:nvSpPr>
          <p:cNvPr id="7" name="TextBox 6">
            <a:extLst>
              <a:ext uri="{FF2B5EF4-FFF2-40B4-BE49-F238E27FC236}">
                <a16:creationId xmlns:a16="http://schemas.microsoft.com/office/drawing/2014/main" id="{2928D669-EBB1-14E0-BA66-08AC6EBAC083}"/>
              </a:ext>
            </a:extLst>
          </p:cNvPr>
          <p:cNvSpPr txBox="1"/>
          <p:nvPr/>
        </p:nvSpPr>
        <p:spPr>
          <a:xfrm>
            <a:off x="3079323" y="5119460"/>
            <a:ext cx="7147398" cy="461665"/>
          </a:xfrm>
          <a:prstGeom prst="rect">
            <a:avLst/>
          </a:prstGeom>
          <a:noFill/>
        </p:spPr>
        <p:txBody>
          <a:bodyPr wrap="square">
            <a:spAutoFit/>
          </a:bodyPr>
          <a:lstStyle/>
          <a:p>
            <a:pPr algn="l"/>
            <a:r>
              <a:rPr lang="en-IN" sz="2400" b="1" i="0" u="none" strike="noStrike" baseline="0" dirty="0">
                <a:solidFill>
                  <a:schemeClr val="bg1"/>
                </a:solidFill>
                <a:latin typeface="Arial" panose="020B0604020202020204" pitchFamily="34" charset="0"/>
                <a:cs typeface="Arial" panose="020B0604020202020204" pitchFamily="34" charset="0"/>
              </a:rPr>
              <a:t>Classification regions for two populations</a:t>
            </a:r>
            <a:endParaRPr lang="en-IN" sz="2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1607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706C17-EDD2-5E3B-BA6B-F6BC310E43E7}"/>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4AA1F45-3DA1-9F54-02B2-84BA0675A3F4}"/>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of Misclassifications</a:t>
            </a:r>
          </a:p>
        </p:txBody>
      </p:sp>
      <p:sp>
        <p:nvSpPr>
          <p:cNvPr id="5" name="TextBox 4">
            <a:extLst>
              <a:ext uri="{FF2B5EF4-FFF2-40B4-BE49-F238E27FC236}">
                <a16:creationId xmlns:a16="http://schemas.microsoft.com/office/drawing/2014/main" id="{5CF3D630-8BC3-9606-CD4D-1926E1DAFE58}"/>
              </a:ext>
            </a:extLst>
          </p:cNvPr>
          <p:cNvSpPr txBox="1"/>
          <p:nvPr/>
        </p:nvSpPr>
        <p:spPr>
          <a:xfrm>
            <a:off x="408945" y="500426"/>
            <a:ext cx="11374110" cy="6357574"/>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 conditional probability, P(2|1) of misclassifying an object as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  when, in fact, it is from is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1</a:t>
            </a:r>
          </a:p>
          <a:p>
            <a:pPr marL="342900" indent="-342900" algn="just">
              <a:lnSpc>
                <a:spcPct val="200000"/>
              </a:lnSpc>
              <a:buClr>
                <a:srgbClr val="0000FF"/>
              </a:buClr>
              <a:buFont typeface="Wingdings" panose="05000000000000000000" pitchFamily="2" charset="2"/>
              <a:buChar char="v"/>
            </a:pPr>
            <a:endParaRPr lang="en-IN" sz="2000" baseline="-250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endParaRPr lang="en-IN" sz="2000" baseline="-250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 Similarly, the conditional probability, P(1|2) of misclassifying an object as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  when, in fact, it is from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2 </a:t>
            </a:r>
            <a:r>
              <a:rPr lang="en-IN" sz="2000" dirty="0">
                <a:solidFill>
                  <a:schemeClr val="bg1"/>
                </a:solidFill>
                <a:latin typeface="Arial" panose="020B0604020202020204" pitchFamily="34" charset="0"/>
                <a:cs typeface="Arial" panose="020B0604020202020204" pitchFamily="34" charset="0"/>
              </a:rPr>
              <a:t>is</a:t>
            </a:r>
          </a:p>
          <a:p>
            <a:pPr marL="342900" indent="-342900" algn="just">
              <a:lnSpc>
                <a:spcPct val="200000"/>
              </a:lnSpc>
              <a:buClr>
                <a:srgbClr val="0000FF"/>
              </a:buClr>
              <a:buFont typeface="Wingdings" panose="05000000000000000000" pitchFamily="2" charset="2"/>
              <a:buChar char="v"/>
            </a:pPr>
            <a:endParaRPr lang="en-IN" sz="20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 integral sign in first equation represents the volume formed by the density function f</a:t>
            </a:r>
            <a:r>
              <a:rPr lang="en-US"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Arial" panose="020B0604020202020204" pitchFamily="34" charset="0"/>
                <a:cs typeface="Arial" panose="020B0604020202020204" pitchFamily="34" charset="0"/>
              </a:rPr>
              <a:t>x</a:t>
            </a:r>
            <a:r>
              <a:rPr lang="en-US" sz="2000" dirty="0">
                <a:solidFill>
                  <a:schemeClr val="bg1"/>
                </a:solidFill>
                <a:latin typeface="Arial" panose="020B0604020202020204" pitchFamily="34" charset="0"/>
                <a:cs typeface="Arial" panose="020B0604020202020204" pitchFamily="34" charset="0"/>
              </a:rPr>
              <a:t>) over the region </a:t>
            </a:r>
            <a:r>
              <a:rPr lang="en-US" sz="2000" b="1" dirty="0">
                <a:solidFill>
                  <a:schemeClr val="bg1"/>
                </a:solidFill>
                <a:latin typeface="Arial" panose="020B0604020202020204" pitchFamily="34" charset="0"/>
                <a:cs typeface="Arial" panose="020B0604020202020204" pitchFamily="34" charset="0"/>
              </a:rPr>
              <a:t>R</a:t>
            </a:r>
            <a:r>
              <a:rPr lang="en-US" sz="2000" b="1"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Similarly, the integral sign in the second equation represents the volume formed by f</a:t>
            </a:r>
            <a:r>
              <a:rPr lang="en-US"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Arial" panose="020B0604020202020204" pitchFamily="34" charset="0"/>
                <a:cs typeface="Arial" panose="020B0604020202020204" pitchFamily="34" charset="0"/>
              </a:rPr>
              <a:t>x</a:t>
            </a:r>
            <a:r>
              <a:rPr lang="en-US" sz="2000" dirty="0">
                <a:solidFill>
                  <a:schemeClr val="bg1"/>
                </a:solidFill>
                <a:latin typeface="Arial" panose="020B0604020202020204" pitchFamily="34" charset="0"/>
                <a:cs typeface="Arial" panose="020B0604020202020204" pitchFamily="34" charset="0"/>
              </a:rPr>
              <a:t>) over the region </a:t>
            </a:r>
            <a:r>
              <a:rPr lang="en-US" sz="2000" b="1" dirty="0">
                <a:solidFill>
                  <a:schemeClr val="bg1"/>
                </a:solidFill>
                <a:latin typeface="Arial" panose="020B0604020202020204" pitchFamily="34" charset="0"/>
                <a:cs typeface="Arial" panose="020B0604020202020204" pitchFamily="34" charset="0"/>
              </a:rPr>
              <a:t>R</a:t>
            </a:r>
            <a:r>
              <a:rPr lang="en-US" sz="2000" b="1" baseline="-25000" dirty="0">
                <a:solidFill>
                  <a:schemeClr val="bg1"/>
                </a:solidFill>
                <a:latin typeface="Arial" panose="020B0604020202020204" pitchFamily="34" charset="0"/>
                <a:cs typeface="Arial" panose="020B0604020202020204" pitchFamily="34" charset="0"/>
              </a:rPr>
              <a:t>1</a:t>
            </a: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For the univariate case, p=1, this is illustrated in the figure given in the next slide</a:t>
            </a:r>
            <a:endParaRPr lang="en-IN" sz="20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974BBB6-BF1C-A809-C78A-083AFC5DAB2A}"/>
              </a:ext>
            </a:extLst>
          </p:cNvPr>
          <p:cNvPicPr>
            <a:picLocks noChangeAspect="1"/>
          </p:cNvPicPr>
          <p:nvPr/>
        </p:nvPicPr>
        <p:blipFill>
          <a:blip r:embed="rId2"/>
          <a:stretch>
            <a:fillRect/>
          </a:stretch>
        </p:blipFill>
        <p:spPr>
          <a:xfrm>
            <a:off x="3700128" y="1193783"/>
            <a:ext cx="4791744" cy="828791"/>
          </a:xfrm>
          <a:prstGeom prst="rect">
            <a:avLst/>
          </a:prstGeom>
        </p:spPr>
      </p:pic>
      <p:pic>
        <p:nvPicPr>
          <p:cNvPr id="6" name="Picture 5">
            <a:extLst>
              <a:ext uri="{FF2B5EF4-FFF2-40B4-BE49-F238E27FC236}">
                <a16:creationId xmlns:a16="http://schemas.microsoft.com/office/drawing/2014/main" id="{0CF12A34-502B-2D44-1CC7-A9AB1B3861FE}"/>
              </a:ext>
            </a:extLst>
          </p:cNvPr>
          <p:cNvPicPr>
            <a:picLocks noChangeAspect="1"/>
          </p:cNvPicPr>
          <p:nvPr/>
        </p:nvPicPr>
        <p:blipFill>
          <a:blip r:embed="rId3"/>
          <a:stretch>
            <a:fillRect/>
          </a:stretch>
        </p:blipFill>
        <p:spPr>
          <a:xfrm>
            <a:off x="3925510" y="3205465"/>
            <a:ext cx="4143953" cy="562053"/>
          </a:xfrm>
          <a:prstGeom prst="rect">
            <a:avLst/>
          </a:prstGeom>
        </p:spPr>
      </p:pic>
    </p:spTree>
    <p:extLst>
      <p:ext uri="{BB962C8B-B14F-4D97-AF65-F5344CB8AC3E}">
        <p14:creationId xmlns:p14="http://schemas.microsoft.com/office/powerpoint/2010/main" val="26133780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3506AE-76B6-7BA9-2FDD-63CB67133A3F}"/>
              </a:ext>
            </a:extLst>
          </p:cNvPr>
          <p:cNvPicPr>
            <a:picLocks noChangeAspect="1"/>
          </p:cNvPicPr>
          <p:nvPr/>
        </p:nvPicPr>
        <p:blipFill>
          <a:blip r:embed="rId2"/>
          <a:stretch>
            <a:fillRect/>
          </a:stretch>
        </p:blipFill>
        <p:spPr>
          <a:xfrm>
            <a:off x="892840" y="535021"/>
            <a:ext cx="10862902" cy="5554493"/>
          </a:xfrm>
          <a:prstGeom prst="rect">
            <a:avLst/>
          </a:prstGeom>
        </p:spPr>
      </p:pic>
      <p:grpSp>
        <p:nvGrpSpPr>
          <p:cNvPr id="4" name="Group 3">
            <a:extLst>
              <a:ext uri="{FF2B5EF4-FFF2-40B4-BE49-F238E27FC236}">
                <a16:creationId xmlns:a16="http://schemas.microsoft.com/office/drawing/2014/main" id="{36547987-F1A5-74E9-98E0-71156EBD29A5}"/>
              </a:ext>
            </a:extLst>
          </p:cNvPr>
          <p:cNvGrpSpPr/>
          <p:nvPr/>
        </p:nvGrpSpPr>
        <p:grpSpPr>
          <a:xfrm>
            <a:off x="2176553" y="4998120"/>
            <a:ext cx="479160" cy="189000"/>
            <a:chOff x="2176553" y="4998120"/>
            <a:chExt cx="479160" cy="18900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73EC9BB-DC62-A6FD-FAD9-A6515724FDB3}"/>
                    </a:ext>
                  </a:extLst>
                </p14:cNvPr>
                <p14:cNvContentPartPr/>
                <p14:nvPr/>
              </p14:nvContentPartPr>
              <p14:xfrm>
                <a:off x="2176553" y="5082000"/>
                <a:ext cx="220320" cy="35640"/>
              </p14:xfrm>
            </p:contentPart>
          </mc:Choice>
          <mc:Fallback xmlns="">
            <p:pic>
              <p:nvPicPr>
                <p:cNvPr id="2" name="Ink 1">
                  <a:extLst>
                    <a:ext uri="{FF2B5EF4-FFF2-40B4-BE49-F238E27FC236}">
                      <a16:creationId xmlns:a16="http://schemas.microsoft.com/office/drawing/2014/main" id="{173EC9BB-DC62-A6FD-FAD9-A6515724FDB3}"/>
                    </a:ext>
                  </a:extLst>
                </p:cNvPr>
                <p:cNvPicPr/>
                <p:nvPr/>
              </p:nvPicPr>
              <p:blipFill>
                <a:blip r:embed="rId4"/>
                <a:stretch>
                  <a:fillRect/>
                </a:stretch>
              </p:blipFill>
              <p:spPr>
                <a:xfrm>
                  <a:off x="2170433" y="5075880"/>
                  <a:ext cx="2325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711B94A-59A3-03D2-1E31-0C134D6F8EC4}"/>
                    </a:ext>
                  </a:extLst>
                </p14:cNvPr>
                <p14:cNvContentPartPr/>
                <p14:nvPr/>
              </p14:nvContentPartPr>
              <p14:xfrm>
                <a:off x="2454113" y="4998120"/>
                <a:ext cx="201600" cy="189000"/>
              </p14:xfrm>
            </p:contentPart>
          </mc:Choice>
          <mc:Fallback xmlns="">
            <p:pic>
              <p:nvPicPr>
                <p:cNvPr id="3" name="Ink 2">
                  <a:extLst>
                    <a:ext uri="{FF2B5EF4-FFF2-40B4-BE49-F238E27FC236}">
                      <a16:creationId xmlns:a16="http://schemas.microsoft.com/office/drawing/2014/main" id="{D711B94A-59A3-03D2-1E31-0C134D6F8EC4}"/>
                    </a:ext>
                  </a:extLst>
                </p:cNvPr>
                <p:cNvPicPr/>
                <p:nvPr/>
              </p:nvPicPr>
              <p:blipFill>
                <a:blip r:embed="rId6"/>
                <a:stretch>
                  <a:fillRect/>
                </a:stretch>
              </p:blipFill>
              <p:spPr>
                <a:xfrm>
                  <a:off x="2447993" y="4992000"/>
                  <a:ext cx="213840" cy="20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629749E-74F7-606E-BA8C-EDDD4649DF86}"/>
                  </a:ext>
                </a:extLst>
              </p14:cNvPr>
              <p14:cNvContentPartPr/>
              <p14:nvPr/>
            </p14:nvContentPartPr>
            <p14:xfrm>
              <a:off x="657000" y="140400"/>
              <a:ext cx="10865160" cy="5231880"/>
            </p14:xfrm>
          </p:contentPart>
        </mc:Choice>
        <mc:Fallback xmlns="">
          <p:pic>
            <p:nvPicPr>
              <p:cNvPr id="6" name="Ink 5">
                <a:extLst>
                  <a:ext uri="{FF2B5EF4-FFF2-40B4-BE49-F238E27FC236}">
                    <a16:creationId xmlns:a16="http://schemas.microsoft.com/office/drawing/2014/main" id="{C629749E-74F7-606E-BA8C-EDDD4649DF86}"/>
                  </a:ext>
                </a:extLst>
              </p:cNvPr>
              <p:cNvPicPr/>
              <p:nvPr/>
            </p:nvPicPr>
            <p:blipFill>
              <a:blip r:embed="rId8"/>
              <a:stretch>
                <a:fillRect/>
              </a:stretch>
            </p:blipFill>
            <p:spPr>
              <a:xfrm>
                <a:off x="647640" y="131040"/>
                <a:ext cx="10883880" cy="5250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A751E559-DD14-5DAE-3E83-FBE36C55A74A}"/>
                  </a:ext>
                </a:extLst>
              </p14:cNvPr>
              <p14:cNvContentPartPr/>
              <p14:nvPr/>
            </p14:nvContentPartPr>
            <p14:xfrm>
              <a:off x="8535960" y="60120"/>
              <a:ext cx="1253880" cy="647280"/>
            </p14:xfrm>
          </p:contentPart>
        </mc:Choice>
        <mc:Fallback>
          <p:pic>
            <p:nvPicPr>
              <p:cNvPr id="7" name="Ink 6">
                <a:extLst>
                  <a:ext uri="{FF2B5EF4-FFF2-40B4-BE49-F238E27FC236}">
                    <a16:creationId xmlns:a16="http://schemas.microsoft.com/office/drawing/2014/main" id="{A751E559-DD14-5DAE-3E83-FBE36C55A74A}"/>
                  </a:ext>
                </a:extLst>
              </p:cNvPr>
              <p:cNvPicPr/>
              <p:nvPr/>
            </p:nvPicPr>
            <p:blipFill>
              <a:blip r:embed="rId10"/>
              <a:stretch>
                <a:fillRect/>
              </a:stretch>
            </p:blipFill>
            <p:spPr>
              <a:xfrm>
                <a:off x="8526600" y="50760"/>
                <a:ext cx="1272600" cy="666000"/>
              </a:xfrm>
              <a:prstGeom prst="rect">
                <a:avLst/>
              </a:prstGeom>
            </p:spPr>
          </p:pic>
        </mc:Fallback>
      </mc:AlternateContent>
    </p:spTree>
    <p:extLst>
      <p:ext uri="{BB962C8B-B14F-4D97-AF65-F5344CB8AC3E}">
        <p14:creationId xmlns:p14="http://schemas.microsoft.com/office/powerpoint/2010/main" val="450966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51C61F-33A3-55D8-546F-0DF93BEEF0EF}"/>
              </a:ext>
            </a:extLst>
          </p:cNvPr>
          <p:cNvPicPr>
            <a:picLocks noChangeAspect="1"/>
          </p:cNvPicPr>
          <p:nvPr/>
        </p:nvPicPr>
        <p:blipFill>
          <a:blip r:embed="rId2"/>
          <a:stretch>
            <a:fillRect/>
          </a:stretch>
        </p:blipFill>
        <p:spPr>
          <a:xfrm>
            <a:off x="1166895" y="1318098"/>
            <a:ext cx="9528452" cy="3847289"/>
          </a:xfrm>
          <a:prstGeom prst="rect">
            <a:avLst/>
          </a:prstGeom>
        </p:spPr>
      </p:pic>
      <p:sp>
        <p:nvSpPr>
          <p:cNvPr id="9" name="TextBox 8">
            <a:extLst>
              <a:ext uri="{FF2B5EF4-FFF2-40B4-BE49-F238E27FC236}">
                <a16:creationId xmlns:a16="http://schemas.microsoft.com/office/drawing/2014/main" id="{DE3851E0-A9C1-2AEC-7038-8D84489F23C4}"/>
              </a:ext>
            </a:extLst>
          </p:cNvPr>
          <p:cNvSpPr txBox="1"/>
          <p:nvPr/>
        </p:nvSpPr>
        <p:spPr>
          <a:xfrm>
            <a:off x="3647657" y="352908"/>
            <a:ext cx="6094378" cy="646331"/>
          </a:xfrm>
          <a:prstGeom prst="rect">
            <a:avLst/>
          </a:prstGeom>
          <a:noFill/>
        </p:spPr>
        <p:txBody>
          <a:bodyPr wrap="square">
            <a:spAutoFit/>
          </a:bodyPr>
          <a:lstStyle/>
          <a:p>
            <a:r>
              <a:rPr kumimoji="0" lang="en-US" sz="3600" b="1" i="0" u="none" strike="noStrike" kern="1200" cap="none" spc="0" normalizeH="0" baseline="0" noProof="0" dirty="0">
                <a:ln>
                  <a:noFill/>
                </a:ln>
                <a:solidFill>
                  <a:srgbClr val="0070C0"/>
                </a:solidFill>
                <a:effectLst>
                  <a:outerShdw blurRad="38100" dist="25400" dir="5400000" algn="tl" rotWithShape="0">
                    <a:srgbClr val="000000">
                      <a:alpha val="43000"/>
                    </a:srgbClr>
                  </a:outerShdw>
                </a:effectLst>
                <a:uLnTx/>
                <a:uFillTx/>
                <a:latin typeface="Arial" pitchFamily="34" charset="0"/>
                <a:ea typeface="+mj-ea"/>
                <a:cs typeface="Arial" pitchFamily="34" charset="0"/>
              </a:rPr>
              <a:t>Probability Distributions</a:t>
            </a:r>
            <a:endParaRPr lang="en-IN" dirty="0"/>
          </a:p>
        </p:txBody>
      </p:sp>
      <p:sp>
        <p:nvSpPr>
          <p:cNvPr id="11" name="TextBox 10">
            <a:extLst>
              <a:ext uri="{FF2B5EF4-FFF2-40B4-BE49-F238E27FC236}">
                <a16:creationId xmlns:a16="http://schemas.microsoft.com/office/drawing/2014/main" id="{9414B7D5-FD45-0803-2666-9AE2C2577A52}"/>
              </a:ext>
            </a:extLst>
          </p:cNvPr>
          <p:cNvSpPr txBox="1"/>
          <p:nvPr/>
        </p:nvSpPr>
        <p:spPr>
          <a:xfrm>
            <a:off x="1166894" y="5539902"/>
            <a:ext cx="10885675" cy="461665"/>
          </a:xfrm>
          <a:prstGeom prst="rect">
            <a:avLst/>
          </a:prstGeom>
          <a:noFill/>
        </p:spPr>
        <p:txBody>
          <a:bodyPr wrap="square">
            <a:spAutoFit/>
          </a:bodyPr>
          <a:lstStyle/>
          <a:p>
            <a:pPr algn="l"/>
            <a:r>
              <a:rPr lang="en-IN" sz="2400" b="0" i="0" u="none" strike="noStrike" baseline="0" dirty="0">
                <a:solidFill>
                  <a:schemeClr val="bg1"/>
                </a:solidFill>
                <a:latin typeface="Arial" panose="020B0604020202020204" pitchFamily="34" charset="0"/>
                <a:cs typeface="Arial" panose="020B0604020202020204" pitchFamily="34" charset="0"/>
              </a:rPr>
              <a:t>Misclassification probabilities for hypothetical classification regions when p = 1</a:t>
            </a:r>
            <a:endParaRPr lang="en-IN" sz="24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EE9A27E-7602-D2D9-BD8B-9E10221C986C}"/>
                  </a:ext>
                </a:extLst>
              </p14:cNvPr>
              <p14:cNvContentPartPr/>
              <p14:nvPr/>
            </p14:nvContentPartPr>
            <p14:xfrm>
              <a:off x="3006360" y="1893600"/>
              <a:ext cx="6015240" cy="3529080"/>
            </p14:xfrm>
          </p:contentPart>
        </mc:Choice>
        <mc:Fallback xmlns="">
          <p:pic>
            <p:nvPicPr>
              <p:cNvPr id="2" name="Ink 1">
                <a:extLst>
                  <a:ext uri="{FF2B5EF4-FFF2-40B4-BE49-F238E27FC236}">
                    <a16:creationId xmlns:a16="http://schemas.microsoft.com/office/drawing/2014/main" id="{2EE9A27E-7602-D2D9-BD8B-9E10221C986C}"/>
                  </a:ext>
                </a:extLst>
              </p:cNvPr>
              <p:cNvPicPr/>
              <p:nvPr/>
            </p:nvPicPr>
            <p:blipFill>
              <a:blip r:embed="rId4"/>
              <a:stretch>
                <a:fillRect/>
              </a:stretch>
            </p:blipFill>
            <p:spPr>
              <a:xfrm>
                <a:off x="2997000" y="1884240"/>
                <a:ext cx="6033960" cy="3547800"/>
              </a:xfrm>
              <a:prstGeom prst="rect">
                <a:avLst/>
              </a:prstGeom>
            </p:spPr>
          </p:pic>
        </mc:Fallback>
      </mc:AlternateContent>
    </p:spTree>
    <p:extLst>
      <p:ext uri="{BB962C8B-B14F-4D97-AF65-F5344CB8AC3E}">
        <p14:creationId xmlns:p14="http://schemas.microsoft.com/office/powerpoint/2010/main" val="2921760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4EA6A-D1B7-C7B0-F929-C98F7E8EAF4B}"/>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7F890F2-E701-8476-06B4-E621543E86A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5" name="TextBox 4">
            <a:extLst>
              <a:ext uri="{FF2B5EF4-FFF2-40B4-BE49-F238E27FC236}">
                <a16:creationId xmlns:a16="http://schemas.microsoft.com/office/drawing/2014/main" id="{4F18D631-9B83-C6D5-3731-771EE3470BB9}"/>
              </a:ext>
            </a:extLst>
          </p:cNvPr>
          <p:cNvSpPr txBox="1"/>
          <p:nvPr/>
        </p:nvSpPr>
        <p:spPr>
          <a:xfrm>
            <a:off x="408945" y="589235"/>
            <a:ext cx="11374110" cy="1420325"/>
          </a:xfrm>
          <a:prstGeom prst="rect">
            <a:avLst/>
          </a:prstGeom>
          <a:noFill/>
        </p:spPr>
        <p:txBody>
          <a:bodyPr wrap="square" rtlCol="0">
            <a:spAutoFit/>
          </a:bodyPr>
          <a:lstStyle/>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Let p</a:t>
            </a:r>
            <a:r>
              <a:rPr lang="en-US"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 be the prior probability of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1</a:t>
            </a:r>
            <a:r>
              <a:rPr lang="en-IN" sz="2000"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rPr>
              <a:t>and p</a:t>
            </a:r>
            <a:r>
              <a:rPr lang="en-US"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 be the prior probability of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2</a:t>
            </a:r>
            <a:r>
              <a:rPr lang="en-IN" sz="2000" dirty="0">
                <a:solidFill>
                  <a:schemeClr val="bg1"/>
                </a:solidFill>
                <a:latin typeface="Arial" panose="020B0604020202020204" pitchFamily="34" charset="0"/>
                <a:cs typeface="Arial" panose="020B0604020202020204" pitchFamily="34" charset="0"/>
              </a:rPr>
              <a:t> , </a:t>
            </a:r>
            <a:r>
              <a:rPr lang="en-US" sz="2000" dirty="0">
                <a:solidFill>
                  <a:schemeClr val="bg1"/>
                </a:solidFill>
                <a:latin typeface="Arial" panose="020B0604020202020204" pitchFamily="34" charset="0"/>
                <a:cs typeface="Arial" panose="020B0604020202020204" pitchFamily="34" charset="0"/>
              </a:rPr>
              <a:t>where p</a:t>
            </a:r>
            <a:r>
              <a:rPr lang="en-US"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+p</a:t>
            </a:r>
            <a:r>
              <a:rPr lang="en-US"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=1 </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Then the overall probabilities of correctly or incorrectly classifying objects may be derived as the product of the prior and conditional classification probabilities:</a:t>
            </a:r>
            <a:endParaRPr lang="en-IN" sz="200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01DCC1A-6E1C-88A5-5AF3-C994B5AED621}"/>
              </a:ext>
            </a:extLst>
          </p:cNvPr>
          <p:cNvPicPr>
            <a:picLocks noChangeAspect="1"/>
          </p:cNvPicPr>
          <p:nvPr/>
        </p:nvPicPr>
        <p:blipFill>
          <a:blip r:embed="rId2"/>
          <a:stretch>
            <a:fillRect/>
          </a:stretch>
        </p:blipFill>
        <p:spPr>
          <a:xfrm>
            <a:off x="1002225" y="2468305"/>
            <a:ext cx="9954160" cy="1558946"/>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E08A518-35B1-F3CA-809E-1B8F8DBCCCF5}"/>
                  </a:ext>
                </a:extLst>
              </p14:cNvPr>
              <p14:cNvContentPartPr/>
              <p14:nvPr/>
            </p14:nvContentPartPr>
            <p14:xfrm>
              <a:off x="1309680" y="3051720"/>
              <a:ext cx="10744920" cy="3627000"/>
            </p14:xfrm>
          </p:contentPart>
        </mc:Choice>
        <mc:Fallback xmlns="">
          <p:pic>
            <p:nvPicPr>
              <p:cNvPr id="2" name="Ink 1">
                <a:extLst>
                  <a:ext uri="{FF2B5EF4-FFF2-40B4-BE49-F238E27FC236}">
                    <a16:creationId xmlns:a16="http://schemas.microsoft.com/office/drawing/2014/main" id="{9E08A518-35B1-F3CA-809E-1B8F8DBCCCF5}"/>
                  </a:ext>
                </a:extLst>
              </p:cNvPr>
              <p:cNvPicPr/>
              <p:nvPr/>
            </p:nvPicPr>
            <p:blipFill>
              <a:blip r:embed="rId4"/>
              <a:stretch>
                <a:fillRect/>
              </a:stretch>
            </p:blipFill>
            <p:spPr>
              <a:xfrm>
                <a:off x="1300320" y="3042360"/>
                <a:ext cx="10763640" cy="3645720"/>
              </a:xfrm>
              <a:prstGeom prst="rect">
                <a:avLst/>
              </a:prstGeom>
            </p:spPr>
          </p:pic>
        </mc:Fallback>
      </mc:AlternateContent>
    </p:spTree>
    <p:extLst>
      <p:ext uri="{BB962C8B-B14F-4D97-AF65-F5344CB8AC3E}">
        <p14:creationId xmlns:p14="http://schemas.microsoft.com/office/powerpoint/2010/main" val="884965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0B63E-8583-8279-85DC-EA61BC59710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0EE3B0F5-D115-3F7C-844B-62BB8365ED20}"/>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pic>
        <p:nvPicPr>
          <p:cNvPr id="4" name="Picture 3">
            <a:extLst>
              <a:ext uri="{FF2B5EF4-FFF2-40B4-BE49-F238E27FC236}">
                <a16:creationId xmlns:a16="http://schemas.microsoft.com/office/drawing/2014/main" id="{2FDB4C60-DE2A-EED1-B943-6733787DF2E2}"/>
              </a:ext>
            </a:extLst>
          </p:cNvPr>
          <p:cNvPicPr>
            <a:picLocks noChangeAspect="1"/>
          </p:cNvPicPr>
          <p:nvPr/>
        </p:nvPicPr>
        <p:blipFill>
          <a:blip r:embed="rId2"/>
          <a:stretch>
            <a:fillRect/>
          </a:stretch>
        </p:blipFill>
        <p:spPr>
          <a:xfrm>
            <a:off x="1323238" y="736781"/>
            <a:ext cx="9954160" cy="1558946"/>
          </a:xfrm>
          <a:prstGeom prst="rect">
            <a:avLst/>
          </a:prstGeom>
        </p:spPr>
      </p:pic>
    </p:spTree>
    <p:extLst>
      <p:ext uri="{BB962C8B-B14F-4D97-AF65-F5344CB8AC3E}">
        <p14:creationId xmlns:p14="http://schemas.microsoft.com/office/powerpoint/2010/main" val="2776264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8E0129-8CAD-5122-5688-01CE564085A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96DA9825-4A69-7B7E-7E4E-F785513CC703}"/>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5" name="TextBox 4">
            <a:extLst>
              <a:ext uri="{FF2B5EF4-FFF2-40B4-BE49-F238E27FC236}">
                <a16:creationId xmlns:a16="http://schemas.microsoft.com/office/drawing/2014/main" id="{BEC144FE-80B9-0A2C-54A8-DACDEF6180D3}"/>
              </a:ext>
            </a:extLst>
          </p:cNvPr>
          <p:cNvSpPr txBox="1"/>
          <p:nvPr/>
        </p:nvSpPr>
        <p:spPr>
          <a:xfrm>
            <a:off x="408945" y="589235"/>
            <a:ext cx="11374110" cy="1420325"/>
          </a:xfrm>
          <a:prstGeom prst="rect">
            <a:avLst/>
          </a:prstGeom>
          <a:noFill/>
        </p:spPr>
        <p:txBody>
          <a:bodyPr wrap="square" rtlCol="0">
            <a:spAutoFit/>
          </a:bodyPr>
          <a:lstStyle/>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Let p</a:t>
            </a:r>
            <a:r>
              <a:rPr lang="en-US"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 be the prior probability of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1</a:t>
            </a:r>
            <a:r>
              <a:rPr lang="en-IN" sz="2000"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rPr>
              <a:t>and p</a:t>
            </a:r>
            <a:r>
              <a:rPr lang="en-US"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 be the prior probability of </a:t>
            </a:r>
            <a:r>
              <a:rPr lang="el-GR" sz="2000" dirty="0">
                <a:solidFill>
                  <a:schemeClr val="bg1"/>
                </a:solidFill>
                <a:latin typeface="Arial" panose="020B0604020202020204" pitchFamily="34" charset="0"/>
                <a:cs typeface="Arial" panose="020B0604020202020204" pitchFamily="34" charset="0"/>
              </a:rPr>
              <a:t>π</a:t>
            </a:r>
            <a:r>
              <a:rPr lang="en-IN" sz="2000" baseline="-25000" dirty="0">
                <a:solidFill>
                  <a:schemeClr val="bg1"/>
                </a:solidFill>
                <a:latin typeface="Arial" panose="020B0604020202020204" pitchFamily="34" charset="0"/>
                <a:cs typeface="Arial" panose="020B0604020202020204" pitchFamily="34" charset="0"/>
              </a:rPr>
              <a:t>2</a:t>
            </a:r>
            <a:r>
              <a:rPr lang="en-IN" sz="2000" dirty="0">
                <a:solidFill>
                  <a:schemeClr val="bg1"/>
                </a:solidFill>
                <a:latin typeface="Arial" panose="020B0604020202020204" pitchFamily="34" charset="0"/>
                <a:cs typeface="Arial" panose="020B0604020202020204" pitchFamily="34" charset="0"/>
              </a:rPr>
              <a:t> , </a:t>
            </a:r>
            <a:r>
              <a:rPr lang="en-US" sz="2000" dirty="0">
                <a:solidFill>
                  <a:schemeClr val="bg1"/>
                </a:solidFill>
                <a:latin typeface="Arial" panose="020B0604020202020204" pitchFamily="34" charset="0"/>
                <a:cs typeface="Arial" panose="020B0604020202020204" pitchFamily="34" charset="0"/>
              </a:rPr>
              <a:t>where p</a:t>
            </a:r>
            <a:r>
              <a:rPr lang="en-US" sz="2000" baseline="-25000" dirty="0">
                <a:solidFill>
                  <a:schemeClr val="bg1"/>
                </a:solidFill>
                <a:latin typeface="Arial" panose="020B0604020202020204" pitchFamily="34" charset="0"/>
                <a:cs typeface="Arial" panose="020B0604020202020204" pitchFamily="34" charset="0"/>
              </a:rPr>
              <a:t>1</a:t>
            </a:r>
            <a:r>
              <a:rPr lang="en-US" sz="2000" dirty="0">
                <a:solidFill>
                  <a:schemeClr val="bg1"/>
                </a:solidFill>
                <a:latin typeface="Arial" panose="020B0604020202020204" pitchFamily="34" charset="0"/>
                <a:cs typeface="Arial" panose="020B0604020202020204" pitchFamily="34" charset="0"/>
              </a:rPr>
              <a:t>+p</a:t>
            </a:r>
            <a:r>
              <a:rPr lang="en-US" sz="2000" baseline="-25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=1 </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Then the overall probabilities of correctly or incorrectly classifying objects may be derived as the product of the prior and conditional classification probabilities:</a:t>
            </a:r>
            <a:endParaRPr lang="en-IN" sz="20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ABDE63B-B474-4106-E54B-A79FD76D7A4B}"/>
              </a:ext>
            </a:extLst>
          </p:cNvPr>
          <p:cNvPicPr>
            <a:picLocks noChangeAspect="1"/>
          </p:cNvPicPr>
          <p:nvPr/>
        </p:nvPicPr>
        <p:blipFill>
          <a:blip r:embed="rId2"/>
          <a:stretch>
            <a:fillRect/>
          </a:stretch>
        </p:blipFill>
        <p:spPr>
          <a:xfrm>
            <a:off x="1424071" y="2171247"/>
            <a:ext cx="8954750" cy="3515216"/>
          </a:xfrm>
          <a:prstGeom prst="rect">
            <a:avLst/>
          </a:prstGeom>
        </p:spPr>
      </p:pic>
      <p:pic>
        <p:nvPicPr>
          <p:cNvPr id="6" name="Picture 5">
            <a:extLst>
              <a:ext uri="{FF2B5EF4-FFF2-40B4-BE49-F238E27FC236}">
                <a16:creationId xmlns:a16="http://schemas.microsoft.com/office/drawing/2014/main" id="{2D710665-1455-7694-922A-51F734DE0719}"/>
              </a:ext>
            </a:extLst>
          </p:cNvPr>
          <p:cNvPicPr>
            <a:picLocks noChangeAspect="1"/>
          </p:cNvPicPr>
          <p:nvPr/>
        </p:nvPicPr>
        <p:blipFill>
          <a:blip r:embed="rId3"/>
          <a:stretch>
            <a:fillRect/>
          </a:stretch>
        </p:blipFill>
        <p:spPr>
          <a:xfrm>
            <a:off x="1919441" y="5676735"/>
            <a:ext cx="7964011" cy="118126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CA19F54-044F-2746-7CD9-9F48624B7A64}"/>
                  </a:ext>
                </a:extLst>
              </p14:cNvPr>
              <p14:cNvContentPartPr/>
              <p14:nvPr/>
            </p14:nvContentPartPr>
            <p14:xfrm>
              <a:off x="9163080" y="2835720"/>
              <a:ext cx="2960640" cy="1649880"/>
            </p14:xfrm>
          </p:contentPart>
        </mc:Choice>
        <mc:Fallback xmlns="">
          <p:pic>
            <p:nvPicPr>
              <p:cNvPr id="2" name="Ink 1">
                <a:extLst>
                  <a:ext uri="{FF2B5EF4-FFF2-40B4-BE49-F238E27FC236}">
                    <a16:creationId xmlns:a16="http://schemas.microsoft.com/office/drawing/2014/main" id="{FCA19F54-044F-2746-7CD9-9F48624B7A64}"/>
                  </a:ext>
                </a:extLst>
              </p:cNvPr>
              <p:cNvPicPr/>
              <p:nvPr/>
            </p:nvPicPr>
            <p:blipFill>
              <a:blip r:embed="rId5"/>
              <a:stretch>
                <a:fillRect/>
              </a:stretch>
            </p:blipFill>
            <p:spPr>
              <a:xfrm>
                <a:off x="9153720" y="2826360"/>
                <a:ext cx="2979360" cy="1668600"/>
              </a:xfrm>
              <a:prstGeom prst="rect">
                <a:avLst/>
              </a:prstGeom>
            </p:spPr>
          </p:pic>
        </mc:Fallback>
      </mc:AlternateContent>
    </p:spTree>
    <p:extLst>
      <p:ext uri="{BB962C8B-B14F-4D97-AF65-F5344CB8AC3E}">
        <p14:creationId xmlns:p14="http://schemas.microsoft.com/office/powerpoint/2010/main" val="9273331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
            <a:ext cx="8246062" cy="3318235"/>
          </a:xfrm>
          <a:prstGeom prst="rect">
            <a:avLst/>
          </a:prstGeom>
        </p:spPr>
      </p:pic>
      <p:pic>
        <p:nvPicPr>
          <p:cNvPr id="5" name="Picture 4"/>
          <p:cNvPicPr>
            <a:picLocks noChangeAspect="1"/>
          </p:cNvPicPr>
          <p:nvPr/>
        </p:nvPicPr>
        <p:blipFill>
          <a:blip r:embed="rId3"/>
          <a:stretch>
            <a:fillRect/>
          </a:stretch>
        </p:blipFill>
        <p:spPr>
          <a:xfrm>
            <a:off x="1127447" y="3429000"/>
            <a:ext cx="9303847" cy="2747913"/>
          </a:xfrm>
          <a:prstGeom prst="rect">
            <a:avLst/>
          </a:prstGeom>
        </p:spPr>
      </p:pic>
    </p:spTree>
    <p:extLst>
      <p:ext uri="{BB962C8B-B14F-4D97-AF65-F5344CB8AC3E}">
        <p14:creationId xmlns:p14="http://schemas.microsoft.com/office/powerpoint/2010/main" val="1460905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6C800B-FFF3-A7E7-5238-865B95BF86C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B6C1C90-DFE4-3AFB-3E9A-2DD532F5053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Cost of Misclassifications</a:t>
            </a:r>
          </a:p>
        </p:txBody>
      </p:sp>
      <p:sp>
        <p:nvSpPr>
          <p:cNvPr id="5" name="TextBox 4">
            <a:extLst>
              <a:ext uri="{FF2B5EF4-FFF2-40B4-BE49-F238E27FC236}">
                <a16:creationId xmlns:a16="http://schemas.microsoft.com/office/drawing/2014/main" id="{F9EE46A5-79CF-1D14-5CBC-85F11CCDFBBD}"/>
              </a:ext>
            </a:extLst>
          </p:cNvPr>
          <p:cNvSpPr txBox="1"/>
          <p:nvPr/>
        </p:nvSpPr>
        <p:spPr>
          <a:xfrm>
            <a:off x="408945" y="776600"/>
            <a:ext cx="11374110" cy="3870034"/>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Classification schemes are often evaluated in terms of their misclassification probabilities, but this ignores misclassification cost. </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For example, even a seemingly small probability such as P(2|1) = 0.06, may be too large if the cost of making an incorrect assignment to is extremely high. </a:t>
            </a:r>
          </a:p>
          <a:p>
            <a:pPr marL="342900" indent="-342900" algn="just">
              <a:lnSpc>
                <a:spcPct val="200000"/>
              </a:lnSpc>
              <a:buClr>
                <a:srgbClr val="0000FF"/>
              </a:buClr>
              <a:buFont typeface="Wingdings" panose="05000000000000000000" pitchFamily="2" charset="2"/>
              <a:buChar char="v"/>
            </a:pPr>
            <a:r>
              <a:rPr lang="en-US" sz="2100" dirty="0">
                <a:solidFill>
                  <a:srgbClr val="FF0000"/>
                </a:solidFill>
                <a:latin typeface="Arial" panose="020B0604020202020204" pitchFamily="34" charset="0"/>
                <a:cs typeface="Arial" panose="020B0604020202020204" pitchFamily="34" charset="0"/>
              </a:rPr>
              <a:t>A rule that ignores costs may cause problems</a:t>
            </a:r>
          </a:p>
          <a:p>
            <a:pPr marL="342900" indent="-34290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The costs of misclassification can be defined by a cost matrix:</a:t>
            </a:r>
            <a:endParaRPr lang="en-IN" sz="21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48E72D5-BB89-1B4A-C3AB-80001D0EA1E4}"/>
              </a:ext>
            </a:extLst>
          </p:cNvPr>
          <p:cNvPicPr>
            <a:picLocks noChangeAspect="1"/>
          </p:cNvPicPr>
          <p:nvPr/>
        </p:nvPicPr>
        <p:blipFill>
          <a:blip r:embed="rId2"/>
          <a:stretch>
            <a:fillRect/>
          </a:stretch>
        </p:blipFill>
        <p:spPr>
          <a:xfrm>
            <a:off x="2658907" y="4646634"/>
            <a:ext cx="6478011" cy="1848903"/>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DE8E8BE-B1FE-61D4-7A4A-C5A76C3F0E2B}"/>
                  </a:ext>
                </a:extLst>
              </p14:cNvPr>
              <p14:cNvContentPartPr/>
              <p14:nvPr/>
            </p14:nvContentPartPr>
            <p14:xfrm>
              <a:off x="9472320" y="3609000"/>
              <a:ext cx="436680" cy="414720"/>
            </p14:xfrm>
          </p:contentPart>
        </mc:Choice>
        <mc:Fallback xmlns="">
          <p:pic>
            <p:nvPicPr>
              <p:cNvPr id="2" name="Ink 1">
                <a:extLst>
                  <a:ext uri="{FF2B5EF4-FFF2-40B4-BE49-F238E27FC236}">
                    <a16:creationId xmlns:a16="http://schemas.microsoft.com/office/drawing/2014/main" id="{0DE8E8BE-B1FE-61D4-7A4A-C5A76C3F0E2B}"/>
                  </a:ext>
                </a:extLst>
              </p:cNvPr>
              <p:cNvPicPr/>
              <p:nvPr/>
            </p:nvPicPr>
            <p:blipFill>
              <a:blip r:embed="rId4"/>
              <a:stretch>
                <a:fillRect/>
              </a:stretch>
            </p:blipFill>
            <p:spPr>
              <a:xfrm>
                <a:off x="9462960" y="3599640"/>
                <a:ext cx="45540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A1DA16B-21CD-EACA-626B-778FD0BB0D0B}"/>
                  </a:ext>
                </a:extLst>
              </p14:cNvPr>
              <p14:cNvContentPartPr/>
              <p14:nvPr/>
            </p14:nvContentPartPr>
            <p14:xfrm>
              <a:off x="9813593" y="4439400"/>
              <a:ext cx="6120" cy="1800"/>
            </p14:xfrm>
          </p:contentPart>
        </mc:Choice>
        <mc:Fallback xmlns="">
          <p:pic>
            <p:nvPicPr>
              <p:cNvPr id="7" name="Ink 6">
                <a:extLst>
                  <a:ext uri="{FF2B5EF4-FFF2-40B4-BE49-F238E27FC236}">
                    <a16:creationId xmlns:a16="http://schemas.microsoft.com/office/drawing/2014/main" id="{9A1DA16B-21CD-EACA-626B-778FD0BB0D0B}"/>
                  </a:ext>
                </a:extLst>
              </p:cNvPr>
              <p:cNvPicPr/>
              <p:nvPr/>
            </p:nvPicPr>
            <p:blipFill>
              <a:blip r:embed="rId6"/>
              <a:stretch>
                <a:fillRect/>
              </a:stretch>
            </p:blipFill>
            <p:spPr>
              <a:xfrm>
                <a:off x="9807473" y="4433280"/>
                <a:ext cx="1836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D90C7DD-0D6A-B39A-28D3-F90E1B828A48}"/>
                  </a:ext>
                </a:extLst>
              </p14:cNvPr>
              <p14:cNvContentPartPr/>
              <p14:nvPr/>
            </p14:nvContentPartPr>
            <p14:xfrm>
              <a:off x="5726160" y="2850840"/>
              <a:ext cx="6300720" cy="3519720"/>
            </p14:xfrm>
          </p:contentPart>
        </mc:Choice>
        <mc:Fallback xmlns="">
          <p:pic>
            <p:nvPicPr>
              <p:cNvPr id="8" name="Ink 7">
                <a:extLst>
                  <a:ext uri="{FF2B5EF4-FFF2-40B4-BE49-F238E27FC236}">
                    <a16:creationId xmlns:a16="http://schemas.microsoft.com/office/drawing/2014/main" id="{7D90C7DD-0D6A-B39A-28D3-F90E1B828A48}"/>
                  </a:ext>
                </a:extLst>
              </p:cNvPr>
              <p:cNvPicPr/>
              <p:nvPr/>
            </p:nvPicPr>
            <p:blipFill>
              <a:blip r:embed="rId8"/>
              <a:stretch>
                <a:fillRect/>
              </a:stretch>
            </p:blipFill>
            <p:spPr>
              <a:xfrm>
                <a:off x="5716800" y="2841480"/>
                <a:ext cx="6319440" cy="3538440"/>
              </a:xfrm>
              <a:prstGeom prst="rect">
                <a:avLst/>
              </a:prstGeom>
            </p:spPr>
          </p:pic>
        </mc:Fallback>
      </mc:AlternateContent>
    </p:spTree>
    <p:extLst>
      <p:ext uri="{BB962C8B-B14F-4D97-AF65-F5344CB8AC3E}">
        <p14:creationId xmlns:p14="http://schemas.microsoft.com/office/powerpoint/2010/main" val="2705884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369EC4-F116-B066-2EE9-BB94300B29A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58A67A3-6D19-F676-4544-0EA27064DF41}"/>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4" name="TextBox 3">
            <a:extLst>
              <a:ext uri="{FF2B5EF4-FFF2-40B4-BE49-F238E27FC236}">
                <a16:creationId xmlns:a16="http://schemas.microsoft.com/office/drawing/2014/main" id="{922A7527-8F97-F2ED-E067-E466CDF7D98D}"/>
              </a:ext>
            </a:extLst>
          </p:cNvPr>
          <p:cNvSpPr txBox="1"/>
          <p:nvPr/>
        </p:nvSpPr>
        <p:spPr>
          <a:xfrm>
            <a:off x="856034" y="589235"/>
            <a:ext cx="11025534" cy="6625660"/>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The costs are (1) zero for correct classification, (2) c(1|2) when an observation from π</a:t>
            </a:r>
            <a:r>
              <a:rPr lang="en-IN" sz="2400" baseline="-25000" dirty="0">
                <a:solidFill>
                  <a:schemeClr val="bg1"/>
                </a:solidFill>
                <a:latin typeface="Arial" panose="020B0604020202020204" pitchFamily="34" charset="0"/>
                <a:cs typeface="Arial" panose="020B0604020202020204" pitchFamily="34" charset="0"/>
              </a:rPr>
              <a:t>2</a:t>
            </a:r>
            <a:r>
              <a:rPr lang="en-IN" sz="2400" dirty="0">
                <a:solidFill>
                  <a:schemeClr val="bg1"/>
                </a:solidFill>
                <a:latin typeface="Arial" panose="020B0604020202020204" pitchFamily="34" charset="0"/>
                <a:cs typeface="Arial" panose="020B0604020202020204" pitchFamily="34" charset="0"/>
              </a:rPr>
              <a:t> is incorrectly classified as π</a:t>
            </a:r>
            <a:r>
              <a:rPr lang="en-IN" sz="2400" baseline="-25000" dirty="0">
                <a:solidFill>
                  <a:schemeClr val="bg1"/>
                </a:solidFill>
                <a:latin typeface="Arial" panose="020B0604020202020204" pitchFamily="34" charset="0"/>
                <a:cs typeface="Arial" panose="020B0604020202020204" pitchFamily="34" charset="0"/>
              </a:rPr>
              <a:t>1 </a:t>
            </a:r>
            <a:r>
              <a:rPr lang="en-IN" sz="2400" dirty="0">
                <a:solidFill>
                  <a:schemeClr val="bg1"/>
                </a:solidFill>
                <a:latin typeface="Arial" panose="020B0604020202020204" pitchFamily="34" charset="0"/>
                <a:cs typeface="Arial" panose="020B0604020202020204" pitchFamily="34" charset="0"/>
              </a:rPr>
              <a:t>(3) c(2|1) when the observation belongs to π</a:t>
            </a:r>
            <a:r>
              <a:rPr lang="en-IN" sz="2400" baseline="-25000" dirty="0">
                <a:solidFill>
                  <a:schemeClr val="bg1"/>
                </a:solidFill>
                <a:latin typeface="Arial" panose="020B0604020202020204" pitchFamily="34" charset="0"/>
                <a:cs typeface="Arial" panose="020B0604020202020204" pitchFamily="34" charset="0"/>
              </a:rPr>
              <a:t>1</a:t>
            </a:r>
            <a:r>
              <a:rPr lang="en-IN" sz="2400" dirty="0">
                <a:solidFill>
                  <a:schemeClr val="bg1"/>
                </a:solidFill>
                <a:latin typeface="Arial" panose="020B0604020202020204" pitchFamily="34" charset="0"/>
                <a:cs typeface="Arial" panose="020B0604020202020204" pitchFamily="34" charset="0"/>
              </a:rPr>
              <a:t> but wrongly classified as π</a:t>
            </a:r>
            <a:r>
              <a:rPr lang="en-IN" sz="2400" baseline="-25000" dirty="0">
                <a:solidFill>
                  <a:schemeClr val="bg1"/>
                </a:solidFill>
                <a:latin typeface="Arial" panose="020B0604020202020204" pitchFamily="34" charset="0"/>
                <a:cs typeface="Arial" panose="020B0604020202020204" pitchFamily="34" charset="0"/>
              </a:rPr>
              <a:t>2</a:t>
            </a:r>
            <a:endParaRPr lang="en-IN" sz="24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The average or </a:t>
            </a:r>
            <a:r>
              <a:rPr lang="en-IN" sz="2400" dirty="0">
                <a:solidFill>
                  <a:srgbClr val="C00000"/>
                </a:solidFill>
                <a:latin typeface="Arial" panose="020B0604020202020204" pitchFamily="34" charset="0"/>
                <a:cs typeface="Arial" panose="020B0604020202020204" pitchFamily="34" charset="0"/>
              </a:rPr>
              <a:t>expected cost of misclassification (ECM)</a:t>
            </a:r>
            <a:r>
              <a:rPr lang="en-IN" sz="2400" dirty="0">
                <a:solidFill>
                  <a:schemeClr val="bg1"/>
                </a:solidFill>
                <a:latin typeface="Arial" panose="020B0604020202020204" pitchFamily="34" charset="0"/>
                <a:cs typeface="Arial" panose="020B0604020202020204" pitchFamily="34" charset="0"/>
              </a:rPr>
              <a:t> is provided by multiplying the off-diagonal entries in the above relations by their probabilities of occurrence.  Here,</a:t>
            </a:r>
          </a:p>
          <a:p>
            <a:pPr algn="ctr">
              <a:lnSpc>
                <a:spcPct val="200000"/>
              </a:lnSpc>
              <a:buClr>
                <a:srgbClr val="0000FF"/>
              </a:buClr>
            </a:pPr>
            <a:r>
              <a:rPr lang="en-IN" sz="2400" dirty="0">
                <a:solidFill>
                  <a:schemeClr val="bg1"/>
                </a:solidFill>
                <a:latin typeface="Arial" panose="020B0604020202020204" pitchFamily="34" charset="0"/>
                <a:cs typeface="Arial" panose="020B0604020202020204" pitchFamily="34" charset="0"/>
              </a:rPr>
              <a:t>ECM = c(2|1)P(2|1)p</a:t>
            </a:r>
            <a:r>
              <a:rPr lang="en-IN" sz="2400" baseline="-25000" dirty="0">
                <a:solidFill>
                  <a:schemeClr val="bg1"/>
                </a:solidFill>
                <a:latin typeface="Arial" panose="020B0604020202020204" pitchFamily="34" charset="0"/>
                <a:cs typeface="Arial" panose="020B0604020202020204" pitchFamily="34" charset="0"/>
              </a:rPr>
              <a:t>1</a:t>
            </a:r>
            <a:r>
              <a:rPr lang="en-IN" sz="2400" dirty="0">
                <a:solidFill>
                  <a:schemeClr val="bg1"/>
                </a:solidFill>
                <a:latin typeface="Arial" panose="020B0604020202020204" pitchFamily="34" charset="0"/>
                <a:cs typeface="Arial" panose="020B0604020202020204" pitchFamily="34" charset="0"/>
              </a:rPr>
              <a:t>+c(1|2)P(1|2)p</a:t>
            </a:r>
            <a:r>
              <a:rPr lang="en-IN" sz="2400" baseline="-25000" dirty="0">
                <a:solidFill>
                  <a:schemeClr val="bg1"/>
                </a:solidFill>
                <a:latin typeface="Arial" panose="020B0604020202020204" pitchFamily="34" charset="0"/>
                <a:cs typeface="Arial" panose="020B0604020202020204" pitchFamily="34" charset="0"/>
              </a:rPr>
              <a:t>2</a:t>
            </a:r>
          </a:p>
          <a:p>
            <a:pPr marL="342900" indent="-342900" algn="just">
              <a:lnSpc>
                <a:spcPct val="20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A reasonable classification rule should ensure </a:t>
            </a:r>
            <a:r>
              <a:rPr lang="en-IN" sz="2400" dirty="0">
                <a:solidFill>
                  <a:srgbClr val="00B050"/>
                </a:solidFill>
                <a:latin typeface="Arial" panose="020B0604020202020204" pitchFamily="34" charset="0"/>
                <a:cs typeface="Arial" panose="020B0604020202020204" pitchFamily="34" charset="0"/>
              </a:rPr>
              <a:t>ECM is as small as possible</a:t>
            </a:r>
          </a:p>
          <a:p>
            <a:pPr algn="ctr">
              <a:lnSpc>
                <a:spcPct val="200000"/>
              </a:lnSpc>
              <a:buClr>
                <a:srgbClr val="0000FF"/>
              </a:buClr>
            </a:pPr>
            <a:endParaRPr lang="en-IN" sz="24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E9D54CF-FCF0-1287-959D-2A317B7E44FA}"/>
                  </a:ext>
                </a:extLst>
              </p14:cNvPr>
              <p14:cNvContentPartPr/>
              <p14:nvPr/>
            </p14:nvContentPartPr>
            <p14:xfrm>
              <a:off x="4920840" y="1217160"/>
              <a:ext cx="3928320" cy="4636440"/>
            </p14:xfrm>
          </p:contentPart>
        </mc:Choice>
        <mc:Fallback xmlns="">
          <p:pic>
            <p:nvPicPr>
              <p:cNvPr id="2" name="Ink 1">
                <a:extLst>
                  <a:ext uri="{FF2B5EF4-FFF2-40B4-BE49-F238E27FC236}">
                    <a16:creationId xmlns:a16="http://schemas.microsoft.com/office/drawing/2014/main" id="{2E9D54CF-FCF0-1287-959D-2A317B7E44FA}"/>
                  </a:ext>
                </a:extLst>
              </p:cNvPr>
              <p:cNvPicPr/>
              <p:nvPr/>
            </p:nvPicPr>
            <p:blipFill>
              <a:blip r:embed="rId3"/>
              <a:stretch>
                <a:fillRect/>
              </a:stretch>
            </p:blipFill>
            <p:spPr>
              <a:xfrm>
                <a:off x="4911480" y="1207800"/>
                <a:ext cx="3947040" cy="4655160"/>
              </a:xfrm>
              <a:prstGeom prst="rect">
                <a:avLst/>
              </a:prstGeom>
            </p:spPr>
          </p:pic>
        </mc:Fallback>
      </mc:AlternateContent>
    </p:spTree>
    <p:extLst>
      <p:ext uri="{BB962C8B-B14F-4D97-AF65-F5344CB8AC3E}">
        <p14:creationId xmlns:p14="http://schemas.microsoft.com/office/powerpoint/2010/main" val="2245607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FB16CB-3C58-702B-31FE-A0F845D20C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F0CF574-3FB1-4CFD-A160-B46F20D667C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Explanation Accounting For Costs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83817C-9B46-C54A-4A02-F467EE53BAFB}"/>
                  </a:ext>
                </a:extLst>
              </p:cNvPr>
              <p:cNvSpPr txBox="1"/>
              <p:nvPr/>
            </p:nvSpPr>
            <p:spPr>
              <a:xfrm>
                <a:off x="583233" y="482230"/>
                <a:ext cx="11025534" cy="667849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The total </a:t>
                </a:r>
                <a:r>
                  <a:rPr lang="en-IN" sz="2400" b="1" dirty="0">
                    <a:solidFill>
                      <a:schemeClr val="bg1"/>
                    </a:solidFill>
                    <a:latin typeface="Arial" panose="020B0604020202020204" pitchFamily="34" charset="0"/>
                    <a:cs typeface="Arial" panose="020B0604020202020204" pitchFamily="34" charset="0"/>
                  </a:rPr>
                  <a:t>COST</a:t>
                </a:r>
                <a:r>
                  <a:rPr lang="en-IN" sz="2400" dirty="0">
                    <a:solidFill>
                      <a:schemeClr val="bg1"/>
                    </a:solidFill>
                    <a:latin typeface="Arial" panose="020B0604020202020204" pitchFamily="34" charset="0"/>
                    <a:cs typeface="Arial" panose="020B0604020202020204" pitchFamily="34" charset="0"/>
                  </a:rPr>
                  <a:t> of misclassification T(</a:t>
                </a:r>
                <a:r>
                  <a:rPr lang="en-IN" sz="2400" dirty="0" err="1">
                    <a:solidFill>
                      <a:schemeClr val="bg1"/>
                    </a:solidFill>
                    <a:latin typeface="Arial" panose="020B0604020202020204" pitchFamily="34" charset="0"/>
                    <a:cs typeface="Arial" panose="020B0604020202020204" pitchFamily="34" charset="0"/>
                  </a:rPr>
                  <a:t>R,f</a:t>
                </a:r>
                <a:r>
                  <a:rPr lang="en-IN" sz="2400" dirty="0">
                    <a:solidFill>
                      <a:schemeClr val="bg1"/>
                    </a:solidFill>
                    <a:latin typeface="Arial" panose="020B0604020202020204" pitchFamily="34" charset="0"/>
                    <a:cs typeface="Arial" panose="020B0604020202020204" pitchFamily="34" charset="0"/>
                  </a:rPr>
                  <a:t>) is given as follows </a:t>
                </a:r>
              </a:p>
              <a:p>
                <a:pPr algn="ctr">
                  <a:lnSpc>
                    <a:spcPct val="150000"/>
                  </a:lnSpc>
                  <a:buClr>
                    <a:srgbClr val="0000FF"/>
                  </a:buClr>
                </a:pPr>
                <a14:m>
                  <m:oMath xmlns:m="http://schemas.openxmlformats.org/officeDocument/2006/math">
                    <m:sSub>
                      <m:sSubPr>
                        <m:ctrlPr>
                          <a:rPr lang="en-IN" sz="2600" b="0" i="1" smtClean="0">
                            <a:solidFill>
                              <a:schemeClr val="bg1"/>
                            </a:solidFill>
                            <a:latin typeface="Cambria Math" panose="02040503050406030204" pitchFamily="18" charset="0"/>
                            <a:cs typeface="Arial" panose="020B0604020202020204" pitchFamily="34" charset="0"/>
                          </a:rPr>
                        </m:ctrlPr>
                      </m:sSubPr>
                      <m:e>
                        <m:r>
                          <a:rPr lang="en-IN" sz="2600" b="0" i="1" smtClean="0">
                            <a:solidFill>
                              <a:schemeClr val="bg1"/>
                            </a:solidFill>
                            <a:latin typeface="Cambria Math" panose="02040503050406030204" pitchFamily="18" charset="0"/>
                            <a:cs typeface="Arial" panose="020B0604020202020204" pitchFamily="34" charset="0"/>
                          </a:rPr>
                          <m:t>𝐶</m:t>
                        </m:r>
                        <m:r>
                          <a:rPr lang="en-IN" sz="2600" b="0" i="1" smtClean="0">
                            <a:solidFill>
                              <a:schemeClr val="bg1"/>
                            </a:solidFill>
                            <a:latin typeface="Cambria Math" panose="02040503050406030204" pitchFamily="18" charset="0"/>
                            <a:cs typeface="Arial" panose="020B0604020202020204" pitchFamily="34" charset="0"/>
                          </a:rPr>
                          <m:t>(1|2)</m:t>
                        </m:r>
                        <m:r>
                          <a:rPr lang="en-IN" sz="2600" b="0" i="1" smtClean="0">
                            <a:solidFill>
                              <a:schemeClr val="bg1"/>
                            </a:solidFill>
                            <a:latin typeface="Cambria Math" panose="02040503050406030204" pitchFamily="18" charset="0"/>
                            <a:cs typeface="Arial" panose="020B0604020202020204" pitchFamily="34" charset="0"/>
                          </a:rPr>
                          <m:t>𝑝</m:t>
                        </m:r>
                      </m:e>
                      <m:sub>
                        <m:r>
                          <a:rPr lang="en-IN" sz="2600" b="0" i="1" smtClean="0">
                            <a:solidFill>
                              <a:schemeClr val="bg1"/>
                            </a:solidFill>
                            <a:latin typeface="Cambria Math" panose="02040503050406030204" pitchFamily="18" charset="0"/>
                            <a:cs typeface="Arial" panose="020B0604020202020204" pitchFamily="34" charset="0"/>
                          </a:rPr>
                          <m:t>2</m:t>
                        </m:r>
                      </m:sub>
                    </m:sSub>
                    <m:nary>
                      <m:naryPr>
                        <m:ctrlPr>
                          <a:rPr lang="en-IN" sz="2600" b="0" i="1" smtClean="0">
                            <a:solidFill>
                              <a:schemeClr val="bg1"/>
                            </a:solidFill>
                            <a:latin typeface="Cambria Math" panose="02040503050406030204" pitchFamily="18" charset="0"/>
                            <a:cs typeface="Arial" panose="020B0604020202020204" pitchFamily="34" charset="0"/>
                          </a:rPr>
                        </m:ctrlPr>
                      </m:naryPr>
                      <m:sub>
                        <m:sSub>
                          <m:sSubPr>
                            <m:ctrlPr>
                              <a:rPr lang="en-IN" sz="2600" b="0" i="1" smtClean="0">
                                <a:solidFill>
                                  <a:schemeClr val="bg1"/>
                                </a:solidFill>
                                <a:latin typeface="Cambria Math" panose="02040503050406030204" pitchFamily="18" charset="0"/>
                                <a:cs typeface="Arial" panose="020B0604020202020204" pitchFamily="34" charset="0"/>
                              </a:rPr>
                            </m:ctrlPr>
                          </m:sSubPr>
                          <m:e>
                            <m:r>
                              <m:rPr>
                                <m:brk m:alnAt="23"/>
                              </m:rPr>
                              <a:rPr lang="en-IN" sz="2600" b="0" i="1" smtClean="0">
                                <a:solidFill>
                                  <a:schemeClr val="bg1"/>
                                </a:solidFill>
                                <a:latin typeface="Cambria Math" panose="02040503050406030204" pitchFamily="18" charset="0"/>
                                <a:cs typeface="Arial" panose="020B0604020202020204" pitchFamily="34" charset="0"/>
                              </a:rPr>
                              <m:t>𝑅</m:t>
                            </m:r>
                          </m:e>
                          <m:sub>
                            <m:r>
                              <m:rPr>
                                <m:brk m:alnAt="23"/>
                              </m:rPr>
                              <a:rPr lang="en-IN" sz="2600" b="0" i="1" smtClean="0">
                                <a:solidFill>
                                  <a:schemeClr val="bg1"/>
                                </a:solidFill>
                                <a:latin typeface="Cambria Math" panose="02040503050406030204" pitchFamily="18" charset="0"/>
                                <a:cs typeface="Arial" panose="020B0604020202020204" pitchFamily="34" charset="0"/>
                              </a:rPr>
                              <m:t>1</m:t>
                            </m:r>
                          </m:sub>
                        </m:sSub>
                      </m:sub>
                      <m:sup/>
                      <m:e>
                        <m:sSub>
                          <m:sSubPr>
                            <m:ctrlPr>
                              <a:rPr lang="en-IN" sz="2600" b="0" i="1" smtClean="0">
                                <a:solidFill>
                                  <a:schemeClr val="bg1"/>
                                </a:solidFill>
                                <a:latin typeface="Cambria Math" panose="02040503050406030204" pitchFamily="18" charset="0"/>
                                <a:cs typeface="Arial" panose="020B0604020202020204" pitchFamily="34" charset="0"/>
                              </a:rPr>
                            </m:ctrlPr>
                          </m:sSubPr>
                          <m:e>
                            <m:r>
                              <a:rPr lang="en-IN" sz="2600" b="0" i="1" smtClean="0">
                                <a:solidFill>
                                  <a:schemeClr val="bg1"/>
                                </a:solidFill>
                                <a:latin typeface="Cambria Math" panose="02040503050406030204" pitchFamily="18" charset="0"/>
                                <a:cs typeface="Arial" panose="020B0604020202020204" pitchFamily="34" charset="0"/>
                              </a:rPr>
                              <m:t>𝑓</m:t>
                            </m:r>
                          </m:e>
                          <m:sub>
                            <m:r>
                              <a:rPr lang="en-IN" sz="2600" b="0" i="1" smtClean="0">
                                <a:solidFill>
                                  <a:schemeClr val="bg1"/>
                                </a:solidFill>
                                <a:latin typeface="Cambria Math" panose="02040503050406030204" pitchFamily="18" charset="0"/>
                                <a:cs typeface="Arial" panose="020B0604020202020204" pitchFamily="34" charset="0"/>
                              </a:rPr>
                              <m:t>2</m:t>
                            </m:r>
                          </m:sub>
                        </m:sSub>
                        <m:d>
                          <m:dPr>
                            <m:ctrlPr>
                              <a:rPr lang="en-IN" sz="2600" b="1" i="1" smtClean="0">
                                <a:solidFill>
                                  <a:schemeClr val="bg1"/>
                                </a:solidFill>
                                <a:latin typeface="Cambria Math" panose="02040503050406030204" pitchFamily="18" charset="0"/>
                                <a:cs typeface="Arial" panose="020B0604020202020204" pitchFamily="34" charset="0"/>
                              </a:rPr>
                            </m:ctrlPr>
                          </m:dPr>
                          <m:e>
                            <m:r>
                              <a:rPr lang="en-IN" sz="2600" b="1" i="1" smtClean="0">
                                <a:solidFill>
                                  <a:schemeClr val="bg1"/>
                                </a:solidFill>
                                <a:latin typeface="Cambria Math" panose="02040503050406030204" pitchFamily="18" charset="0"/>
                                <a:cs typeface="Arial" panose="020B0604020202020204" pitchFamily="34" charset="0"/>
                              </a:rPr>
                              <m:t>𝒙</m:t>
                            </m:r>
                          </m:e>
                        </m:d>
                        <m:r>
                          <a:rPr lang="en-IN" sz="2600" b="0" i="1" smtClean="0">
                            <a:solidFill>
                              <a:schemeClr val="bg1"/>
                            </a:solidFill>
                            <a:latin typeface="Cambria Math" panose="02040503050406030204" pitchFamily="18" charset="0"/>
                            <a:cs typeface="Arial" panose="020B0604020202020204" pitchFamily="34" charset="0"/>
                          </a:rPr>
                          <m:t>𝑑𝑥</m:t>
                        </m:r>
                        <m:r>
                          <a:rPr lang="en-IN" sz="2600" b="0" i="1" smtClean="0">
                            <a:solidFill>
                              <a:schemeClr val="bg1"/>
                            </a:solidFill>
                            <a:latin typeface="Cambria Math" panose="02040503050406030204" pitchFamily="18" charset="0"/>
                            <a:cs typeface="Arial" panose="020B0604020202020204" pitchFamily="34" charset="0"/>
                          </a:rPr>
                          <m:t>+</m:t>
                        </m:r>
                      </m:e>
                    </m:nary>
                  </m:oMath>
                </a14:m>
                <a:r>
                  <a:rPr lang="en-IN" sz="2600" dirty="0">
                    <a:solidFill>
                      <a:schemeClr val="bg1"/>
                    </a:solidFill>
                    <a:latin typeface="Arial" panose="020B0604020202020204" pitchFamily="34" charset="0"/>
                    <a:cs typeface="Arial" panose="020B0604020202020204" pitchFamily="34" charset="0"/>
                  </a:rPr>
                  <a:t> </a:t>
                </a:r>
                <a14:m>
                  <m:oMath xmlns:m="http://schemas.openxmlformats.org/officeDocument/2006/math">
                    <m:r>
                      <a:rPr lang="en-IN" sz="2600" i="1">
                        <a:solidFill>
                          <a:schemeClr val="bg1"/>
                        </a:solidFill>
                        <a:latin typeface="Cambria Math" panose="02040503050406030204" pitchFamily="18" charset="0"/>
                        <a:cs typeface="Arial" panose="020B0604020202020204" pitchFamily="34" charset="0"/>
                      </a:rPr>
                      <m:t>𝐶</m:t>
                    </m:r>
                    <m:r>
                      <a:rPr lang="en-IN" sz="2600" i="1">
                        <a:solidFill>
                          <a:schemeClr val="bg1"/>
                        </a:solidFill>
                        <a:latin typeface="Cambria Math" panose="02040503050406030204" pitchFamily="18" charset="0"/>
                        <a:cs typeface="Arial" panose="020B0604020202020204" pitchFamily="34" charset="0"/>
                      </a:rPr>
                      <m:t>(2|1) </m:t>
                    </m:r>
                    <m:sSub>
                      <m:sSubPr>
                        <m:ctrlPr>
                          <a:rPr lang="en-IN" sz="2600" i="1">
                            <a:solidFill>
                              <a:schemeClr val="bg1"/>
                            </a:solidFill>
                            <a:latin typeface="Cambria Math" panose="02040503050406030204" pitchFamily="18" charset="0"/>
                            <a:cs typeface="Arial" panose="020B0604020202020204" pitchFamily="34" charset="0"/>
                          </a:rPr>
                        </m:ctrlPr>
                      </m:sSubPr>
                      <m:e>
                        <m:r>
                          <a:rPr lang="en-IN" sz="2600" i="1">
                            <a:solidFill>
                              <a:schemeClr val="bg1"/>
                            </a:solidFill>
                            <a:latin typeface="Cambria Math" panose="02040503050406030204" pitchFamily="18" charset="0"/>
                            <a:cs typeface="Arial" panose="020B0604020202020204" pitchFamily="34" charset="0"/>
                          </a:rPr>
                          <m:t>𝑝</m:t>
                        </m:r>
                      </m:e>
                      <m:sub>
                        <m:r>
                          <a:rPr lang="en-IN" sz="2600" b="0" i="1" smtClean="0">
                            <a:solidFill>
                              <a:schemeClr val="bg1"/>
                            </a:solidFill>
                            <a:latin typeface="Cambria Math" panose="02040503050406030204" pitchFamily="18" charset="0"/>
                            <a:cs typeface="Arial" panose="020B0604020202020204" pitchFamily="34" charset="0"/>
                          </a:rPr>
                          <m:t>1</m:t>
                        </m:r>
                      </m:sub>
                    </m:sSub>
                    <m:nary>
                      <m:naryPr>
                        <m:ctrlPr>
                          <a:rPr lang="en-IN" sz="2600" i="1">
                            <a:solidFill>
                              <a:schemeClr val="bg1"/>
                            </a:solidFill>
                            <a:latin typeface="Cambria Math" panose="02040503050406030204" pitchFamily="18" charset="0"/>
                            <a:cs typeface="Arial" panose="020B0604020202020204" pitchFamily="34" charset="0"/>
                          </a:rPr>
                        </m:ctrlPr>
                      </m:naryPr>
                      <m:sub>
                        <m:sSub>
                          <m:sSubPr>
                            <m:ctrlPr>
                              <a:rPr lang="en-IN" sz="2600" i="1">
                                <a:solidFill>
                                  <a:schemeClr val="bg1"/>
                                </a:solidFill>
                                <a:latin typeface="Cambria Math" panose="02040503050406030204" pitchFamily="18" charset="0"/>
                                <a:cs typeface="Arial" panose="020B0604020202020204" pitchFamily="34" charset="0"/>
                              </a:rPr>
                            </m:ctrlPr>
                          </m:sSubPr>
                          <m:e>
                            <m:r>
                              <m:rPr>
                                <m:brk m:alnAt="23"/>
                              </m:rPr>
                              <a:rPr lang="en-IN" sz="2600" i="1">
                                <a:solidFill>
                                  <a:schemeClr val="bg1"/>
                                </a:solidFill>
                                <a:latin typeface="Cambria Math" panose="02040503050406030204" pitchFamily="18" charset="0"/>
                                <a:cs typeface="Arial" panose="020B0604020202020204" pitchFamily="34" charset="0"/>
                              </a:rPr>
                              <m:t>𝑅</m:t>
                            </m:r>
                          </m:e>
                          <m:sub>
                            <m:r>
                              <a:rPr lang="en-IN" sz="2600" b="0" i="1" smtClean="0">
                                <a:solidFill>
                                  <a:schemeClr val="bg1"/>
                                </a:solidFill>
                                <a:latin typeface="Cambria Math" panose="02040503050406030204" pitchFamily="18" charset="0"/>
                                <a:cs typeface="Arial" panose="020B0604020202020204" pitchFamily="34" charset="0"/>
                              </a:rPr>
                              <m:t>2</m:t>
                            </m:r>
                          </m:sub>
                        </m:sSub>
                      </m:sub>
                      <m:sup/>
                      <m:e>
                        <m:sSub>
                          <m:sSubPr>
                            <m:ctrlPr>
                              <a:rPr lang="en-IN" sz="2600" i="1">
                                <a:solidFill>
                                  <a:schemeClr val="bg1"/>
                                </a:solidFill>
                                <a:latin typeface="Cambria Math" panose="02040503050406030204" pitchFamily="18" charset="0"/>
                                <a:cs typeface="Arial" panose="020B0604020202020204" pitchFamily="34" charset="0"/>
                              </a:rPr>
                            </m:ctrlPr>
                          </m:sSubPr>
                          <m:e>
                            <m:r>
                              <a:rPr lang="en-IN" sz="2600" i="1">
                                <a:solidFill>
                                  <a:schemeClr val="bg1"/>
                                </a:solidFill>
                                <a:latin typeface="Cambria Math" panose="02040503050406030204" pitchFamily="18" charset="0"/>
                                <a:cs typeface="Arial" panose="020B0604020202020204" pitchFamily="34" charset="0"/>
                              </a:rPr>
                              <m:t>𝑓</m:t>
                            </m:r>
                          </m:e>
                          <m:sub>
                            <m:r>
                              <a:rPr lang="en-IN" sz="2600" b="0" i="1" smtClean="0">
                                <a:solidFill>
                                  <a:schemeClr val="bg1"/>
                                </a:solidFill>
                                <a:latin typeface="Cambria Math" panose="02040503050406030204" pitchFamily="18" charset="0"/>
                                <a:cs typeface="Arial" panose="020B0604020202020204" pitchFamily="34" charset="0"/>
                              </a:rPr>
                              <m:t>1</m:t>
                            </m:r>
                          </m:sub>
                        </m:sSub>
                        <m:d>
                          <m:dPr>
                            <m:ctrlPr>
                              <a:rPr lang="en-IN" sz="2600" b="1" i="1">
                                <a:solidFill>
                                  <a:schemeClr val="bg1"/>
                                </a:solidFill>
                                <a:latin typeface="Cambria Math" panose="02040503050406030204" pitchFamily="18" charset="0"/>
                                <a:cs typeface="Arial" panose="020B0604020202020204" pitchFamily="34" charset="0"/>
                              </a:rPr>
                            </m:ctrlPr>
                          </m:dPr>
                          <m:e>
                            <m:r>
                              <a:rPr lang="en-IN" sz="2600" b="1" i="1">
                                <a:solidFill>
                                  <a:schemeClr val="bg1"/>
                                </a:solidFill>
                                <a:latin typeface="Cambria Math" panose="02040503050406030204" pitchFamily="18" charset="0"/>
                                <a:cs typeface="Arial" panose="020B0604020202020204" pitchFamily="34" charset="0"/>
                              </a:rPr>
                              <m:t>𝒙</m:t>
                            </m:r>
                          </m:e>
                        </m:d>
                        <m:r>
                          <a:rPr lang="en-IN" sz="2600" i="1">
                            <a:solidFill>
                              <a:schemeClr val="bg1"/>
                            </a:solidFill>
                            <a:latin typeface="Cambria Math" panose="02040503050406030204" pitchFamily="18" charset="0"/>
                            <a:cs typeface="Arial" panose="020B0604020202020204" pitchFamily="34" charset="0"/>
                          </a:rPr>
                          <m:t>𝑑𝑥</m:t>
                        </m:r>
                      </m:e>
                    </m:nary>
                    <m:r>
                      <a:rPr lang="en-IN" sz="2600" b="0" i="1" smtClean="0">
                        <a:solidFill>
                          <a:schemeClr val="bg1"/>
                        </a:solidFill>
                        <a:latin typeface="Cambria Math" panose="02040503050406030204" pitchFamily="18" charset="0"/>
                        <a:cs typeface="Arial" panose="020B0604020202020204" pitchFamily="34" charset="0"/>
                      </a:rPr>
                      <m:t>=</m:t>
                    </m:r>
                    <m:r>
                      <a:rPr lang="en-IN" sz="2600" b="0" i="1" smtClean="0">
                        <a:solidFill>
                          <a:schemeClr val="bg1"/>
                        </a:solidFill>
                        <a:latin typeface="Cambria Math" panose="02040503050406030204" pitchFamily="18" charset="0"/>
                        <a:cs typeface="Arial" panose="020B0604020202020204" pitchFamily="34" charset="0"/>
                      </a:rPr>
                      <m:t>𝑇</m:t>
                    </m:r>
                    <m:r>
                      <a:rPr lang="en-IN" sz="2600" b="0" i="1" smtClean="0">
                        <a:solidFill>
                          <a:schemeClr val="bg1"/>
                        </a:solidFill>
                        <a:latin typeface="Cambria Math" panose="02040503050406030204" pitchFamily="18" charset="0"/>
                        <a:cs typeface="Arial" panose="020B0604020202020204" pitchFamily="34" charset="0"/>
                      </a:rPr>
                      <m:t>(</m:t>
                    </m:r>
                    <m:r>
                      <a:rPr lang="en-IN" sz="2600" b="0" i="1" smtClean="0">
                        <a:solidFill>
                          <a:schemeClr val="bg1"/>
                        </a:solidFill>
                        <a:latin typeface="Cambria Math" panose="02040503050406030204" pitchFamily="18" charset="0"/>
                        <a:cs typeface="Arial" panose="020B0604020202020204" pitchFamily="34" charset="0"/>
                      </a:rPr>
                      <m:t>𝑅</m:t>
                    </m:r>
                    <m:r>
                      <a:rPr lang="en-IN" sz="2600" b="0" i="1" smtClean="0">
                        <a:solidFill>
                          <a:schemeClr val="bg1"/>
                        </a:solidFill>
                        <a:latin typeface="Cambria Math" panose="02040503050406030204" pitchFamily="18" charset="0"/>
                        <a:cs typeface="Arial" panose="020B0604020202020204" pitchFamily="34" charset="0"/>
                      </a:rPr>
                      <m:t>,</m:t>
                    </m:r>
                    <m:r>
                      <a:rPr lang="en-IN" sz="2600" b="0" i="1" smtClean="0">
                        <a:solidFill>
                          <a:schemeClr val="bg1"/>
                        </a:solidFill>
                        <a:latin typeface="Cambria Math" panose="02040503050406030204" pitchFamily="18" charset="0"/>
                        <a:cs typeface="Arial" panose="020B0604020202020204" pitchFamily="34" charset="0"/>
                      </a:rPr>
                      <m:t>𝑓</m:t>
                    </m:r>
                    <m:r>
                      <a:rPr lang="en-IN" sz="2600" b="0" i="1" smtClean="0">
                        <a:solidFill>
                          <a:schemeClr val="bg1"/>
                        </a:solidFill>
                        <a:latin typeface="Cambria Math" panose="02040503050406030204" pitchFamily="18" charset="0"/>
                        <a:cs typeface="Arial" panose="020B0604020202020204" pitchFamily="34" charset="0"/>
                      </a:rPr>
                      <m:t>)</m:t>
                    </m:r>
                  </m:oMath>
                </a14:m>
                <a:endParaRPr lang="en-IN" sz="2600" dirty="0">
                  <a:solidFill>
                    <a:schemeClr val="bg1"/>
                  </a:solidFill>
                  <a:latin typeface="Arial" panose="020B0604020202020204" pitchFamily="34" charset="0"/>
                  <a:cs typeface="Arial" panose="020B0604020202020204" pitchFamily="34" charset="0"/>
                </a:endParaRPr>
              </a:p>
              <a:p>
                <a:pPr algn="ctr">
                  <a:lnSpc>
                    <a:spcPct val="150000"/>
                  </a:lnSpc>
                  <a:buClr>
                    <a:srgbClr val="0000FF"/>
                  </a:buClr>
                </a:pPr>
                <a14:m>
                  <m:oMath xmlns:m="http://schemas.openxmlformats.org/officeDocument/2006/math">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r>
                          <a:rPr lang="en-IN" sz="2400" b="0" i="1" smtClean="0">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2</m:t>
                        </m:r>
                      </m:sub>
                    </m:sSub>
                    <m:nary>
                      <m:naryPr>
                        <m:ctrlPr>
                          <a:rPr lang="en-IN" sz="2400" b="0" i="1" smtClean="0">
                            <a:solidFill>
                              <a:schemeClr val="bg1"/>
                            </a:solidFill>
                            <a:latin typeface="Cambria Math" panose="02040503050406030204" pitchFamily="18" charset="0"/>
                            <a:cs typeface="Arial" panose="020B0604020202020204" pitchFamily="34" charset="0"/>
                          </a:rPr>
                        </m:ctrlPr>
                      </m:naryPr>
                      <m:sub>
                        <m:sSub>
                          <m:sSubPr>
                            <m:ctrlPr>
                              <a:rPr lang="en-IN" sz="2400" b="0" i="1" smtClean="0">
                                <a:solidFill>
                                  <a:schemeClr val="bg1"/>
                                </a:solidFill>
                                <a:latin typeface="Cambria Math" panose="02040503050406030204" pitchFamily="18" charset="0"/>
                                <a:cs typeface="Arial" panose="020B0604020202020204" pitchFamily="34" charset="0"/>
                              </a:rPr>
                            </m:ctrlPr>
                          </m:sSubPr>
                          <m:e>
                            <m:r>
                              <m:rPr>
                                <m:brk m:alnAt="23"/>
                              </m:rPr>
                              <a:rPr lang="en-IN" sz="2400" b="0" i="1" smtClean="0">
                                <a:solidFill>
                                  <a:schemeClr val="bg1"/>
                                </a:solidFill>
                                <a:latin typeface="Cambria Math" panose="02040503050406030204" pitchFamily="18" charset="0"/>
                                <a:cs typeface="Arial" panose="020B0604020202020204" pitchFamily="34" charset="0"/>
                              </a:rPr>
                              <m:t>𝑅</m:t>
                            </m:r>
                          </m:e>
                          <m:sub>
                            <m:r>
                              <m:rPr>
                                <m:brk m:alnAt="23"/>
                              </m:rPr>
                              <a:rPr lang="en-IN" sz="2400" b="0" i="1" smtClean="0">
                                <a:solidFill>
                                  <a:schemeClr val="bg1"/>
                                </a:solidFill>
                                <a:latin typeface="Cambria Math" panose="02040503050406030204" pitchFamily="18" charset="0"/>
                                <a:cs typeface="Arial" panose="020B0604020202020204" pitchFamily="34" charset="0"/>
                              </a:rPr>
                              <m:t>1</m:t>
                            </m:r>
                          </m:sub>
                        </m:sSub>
                      </m:sub>
                      <m:sup/>
                      <m:e>
                        <m:sSub>
                          <m:sSubPr>
                            <m:ctrlPr>
                              <a:rPr lang="en-IN" sz="2400" b="0" i="1" smtClean="0">
                                <a:solidFill>
                                  <a:schemeClr val="bg1"/>
                                </a:solidFill>
                                <a:latin typeface="Cambria Math" panose="02040503050406030204" pitchFamily="18" charset="0"/>
                                <a:cs typeface="Arial" panose="020B0604020202020204" pitchFamily="34" charset="0"/>
                              </a:rPr>
                            </m:ctrlPr>
                          </m:sSubPr>
                          <m:e>
                            <m:r>
                              <a:rPr lang="en-IN" sz="2400" b="0" i="1" smtClean="0">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2</m:t>
                            </m:r>
                          </m:sub>
                        </m:sSub>
                        <m:d>
                          <m:dPr>
                            <m:ctrlPr>
                              <a:rPr lang="en-IN" sz="2400" b="1" i="1" smtClean="0">
                                <a:solidFill>
                                  <a:schemeClr val="bg1"/>
                                </a:solidFill>
                                <a:latin typeface="Cambria Math" panose="02040503050406030204" pitchFamily="18" charset="0"/>
                                <a:cs typeface="Arial" panose="020B0604020202020204" pitchFamily="34" charset="0"/>
                              </a:rPr>
                            </m:ctrlPr>
                          </m:dPr>
                          <m:e>
                            <m:r>
                              <a:rPr lang="en-IN" sz="2400" b="1" i="1" smtClean="0">
                                <a:solidFill>
                                  <a:schemeClr val="bg1"/>
                                </a:solidFill>
                                <a:latin typeface="Cambria Math" panose="02040503050406030204" pitchFamily="18" charset="0"/>
                                <a:cs typeface="Arial" panose="020B0604020202020204" pitchFamily="34" charset="0"/>
                              </a:rPr>
                              <m:t>𝒙</m:t>
                            </m:r>
                          </m:e>
                        </m:d>
                        <m:r>
                          <a:rPr lang="en-IN" sz="2400" b="0" i="1" smtClean="0">
                            <a:solidFill>
                              <a:schemeClr val="bg1"/>
                            </a:solidFill>
                            <a:latin typeface="Cambria Math" panose="02040503050406030204" pitchFamily="18" charset="0"/>
                            <a:cs typeface="Arial" panose="020B0604020202020204" pitchFamily="34" charset="0"/>
                          </a:rPr>
                          <m:t>𝑑𝑥</m:t>
                        </m:r>
                        <m:r>
                          <a:rPr lang="en-IN" sz="2400" b="0" i="1" smtClean="0">
                            <a:solidFill>
                              <a:schemeClr val="bg1"/>
                            </a:solidFill>
                            <a:latin typeface="Cambria Math" panose="02040503050406030204" pitchFamily="18" charset="0"/>
                            <a:cs typeface="Arial" panose="020B0604020202020204" pitchFamily="34" charset="0"/>
                          </a:rPr>
                          <m:t>+</m:t>
                        </m:r>
                      </m:e>
                    </m:nary>
                  </m:oMath>
                </a14:m>
                <a:r>
                  <a:rPr lang="en-IN" sz="2400" dirty="0">
                    <a:solidFill>
                      <a:schemeClr val="bg1"/>
                    </a:solidFill>
                    <a:latin typeface="Arial" panose="020B0604020202020204" pitchFamily="34" charset="0"/>
                    <a:cs typeface="Arial" panose="020B0604020202020204" pitchFamily="34" charset="0"/>
                  </a:rPr>
                  <a:t> </a:t>
                </a:r>
                <a14:m>
                  <m:oMath xmlns:m="http://schemas.openxmlformats.org/officeDocument/2006/math">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r>
                          <a:rPr lang="en-IN" sz="2400" i="1">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1</m:t>
                        </m:r>
                      </m:sub>
                    </m:sSub>
                    <m:r>
                      <a:rPr lang="en-IN" sz="2400" b="0" i="1" smtClean="0">
                        <a:solidFill>
                          <a:schemeClr val="bg1"/>
                        </a:solidFill>
                        <a:latin typeface="Cambria Math" panose="02040503050406030204" pitchFamily="18" charset="0"/>
                        <a:cs typeface="Arial" panose="020B0604020202020204" pitchFamily="34" charset="0"/>
                      </a:rPr>
                      <m:t>(1−</m:t>
                    </m:r>
                    <m:nary>
                      <m:naryPr>
                        <m:ctrlPr>
                          <a:rPr lang="en-IN" sz="2400" i="1">
                            <a:solidFill>
                              <a:schemeClr val="bg1"/>
                            </a:solidFill>
                            <a:latin typeface="Cambria Math" panose="02040503050406030204" pitchFamily="18" charset="0"/>
                            <a:cs typeface="Arial" panose="020B0604020202020204" pitchFamily="34" charset="0"/>
                          </a:rPr>
                        </m:ctrlPr>
                      </m:naryPr>
                      <m:sub>
                        <m:sSub>
                          <m:sSubPr>
                            <m:ctrlPr>
                              <a:rPr lang="en-IN" sz="2400" i="1">
                                <a:solidFill>
                                  <a:schemeClr val="bg1"/>
                                </a:solidFill>
                                <a:latin typeface="Cambria Math" panose="02040503050406030204" pitchFamily="18" charset="0"/>
                                <a:cs typeface="Arial" panose="020B0604020202020204" pitchFamily="34" charset="0"/>
                              </a:rPr>
                            </m:ctrlPr>
                          </m:sSubPr>
                          <m:e>
                            <m:r>
                              <m:rPr>
                                <m:brk m:alnAt="23"/>
                              </m:rPr>
                              <a:rPr lang="en-IN" sz="2400" i="1">
                                <a:solidFill>
                                  <a:schemeClr val="bg1"/>
                                </a:solidFill>
                                <a:latin typeface="Cambria Math" panose="02040503050406030204" pitchFamily="18" charset="0"/>
                                <a:cs typeface="Arial" panose="020B0604020202020204" pitchFamily="34" charset="0"/>
                              </a:rPr>
                              <m:t>𝑅</m:t>
                            </m:r>
                          </m:e>
                          <m:sub>
                            <m:r>
                              <a:rPr lang="en-IN" sz="2400" b="0" i="1" smtClean="0">
                                <a:solidFill>
                                  <a:schemeClr val="bg1"/>
                                </a:solidFill>
                                <a:latin typeface="Cambria Math" panose="02040503050406030204" pitchFamily="18" charset="0"/>
                                <a:cs typeface="Arial" panose="020B0604020202020204" pitchFamily="34" charset="0"/>
                              </a:rPr>
                              <m:t>1</m:t>
                            </m:r>
                          </m:sub>
                        </m:sSub>
                      </m:sub>
                      <m:sup/>
                      <m:e>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1</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𝑑𝑥</m:t>
                        </m:r>
                      </m:e>
                    </m:nary>
                    <m:r>
                      <a:rPr lang="en-IN" sz="2400" b="0" i="1" smtClean="0">
                        <a:solidFill>
                          <a:schemeClr val="bg1"/>
                        </a:solidFill>
                        <a:latin typeface="Cambria Math" panose="02040503050406030204" pitchFamily="18" charset="0"/>
                        <a:cs typeface="Arial" panose="020B0604020202020204" pitchFamily="34" charset="0"/>
                      </a:rPr>
                      <m:t>)=</m:t>
                    </m:r>
                    <m:r>
                      <a:rPr lang="en-IN" sz="2400" b="0" i="1" smtClean="0">
                        <a:solidFill>
                          <a:schemeClr val="bg1"/>
                        </a:solidFill>
                        <a:latin typeface="Cambria Math" panose="02040503050406030204" pitchFamily="18" charset="0"/>
                        <a:cs typeface="Arial" panose="020B0604020202020204" pitchFamily="34" charset="0"/>
                      </a:rPr>
                      <m:t>𝑇</m:t>
                    </m:r>
                    <m:r>
                      <a:rPr lang="en-IN" sz="2400" b="0" i="1" smtClean="0">
                        <a:solidFill>
                          <a:schemeClr val="bg1"/>
                        </a:solidFill>
                        <a:latin typeface="Cambria Math" panose="02040503050406030204" pitchFamily="18" charset="0"/>
                        <a:cs typeface="Arial" panose="020B0604020202020204" pitchFamily="34" charset="0"/>
                      </a:rPr>
                      <m:t>(</m:t>
                    </m:r>
                    <m:r>
                      <a:rPr lang="en-IN" sz="2400" b="0" i="1" smtClean="0">
                        <a:solidFill>
                          <a:schemeClr val="bg1"/>
                        </a:solidFill>
                        <a:latin typeface="Cambria Math" panose="02040503050406030204" pitchFamily="18" charset="0"/>
                        <a:cs typeface="Arial" panose="020B0604020202020204" pitchFamily="34" charset="0"/>
                      </a:rPr>
                      <m:t>𝑅</m:t>
                    </m:r>
                    <m:r>
                      <a:rPr lang="en-IN" sz="2400" b="0" i="1" smtClean="0">
                        <a:solidFill>
                          <a:schemeClr val="bg1"/>
                        </a:solidFill>
                        <a:latin typeface="Cambria Math" panose="02040503050406030204" pitchFamily="18" charset="0"/>
                        <a:cs typeface="Arial" panose="020B0604020202020204" pitchFamily="34" charset="0"/>
                      </a:rPr>
                      <m:t>,</m:t>
                    </m:r>
                    <m:r>
                      <a:rPr lang="en-IN" sz="2400" b="0" i="1" smtClean="0">
                        <a:solidFill>
                          <a:schemeClr val="bg1"/>
                        </a:solidFill>
                        <a:latin typeface="Cambria Math" panose="02040503050406030204" pitchFamily="18" charset="0"/>
                        <a:cs typeface="Arial" panose="020B0604020202020204" pitchFamily="34" charset="0"/>
                      </a:rPr>
                      <m:t>𝑓</m:t>
                    </m:r>
                    <m:r>
                      <a:rPr lang="en-IN" sz="2400" b="0" i="1" smtClean="0">
                        <a:solidFill>
                          <a:schemeClr val="bg1"/>
                        </a:solidFill>
                        <a:latin typeface="Cambria Math" panose="02040503050406030204" pitchFamily="18" charset="0"/>
                        <a:cs typeface="Arial" panose="020B0604020202020204" pitchFamily="34" charset="0"/>
                      </a:rPr>
                      <m:t>)</m:t>
                    </m:r>
                  </m:oMath>
                </a14:m>
                <a:endParaRPr lang="en-IN" sz="2400" dirty="0">
                  <a:solidFill>
                    <a:schemeClr val="bg1"/>
                  </a:solidFill>
                  <a:latin typeface="Arial" panose="020B0604020202020204" pitchFamily="34" charset="0"/>
                  <a:cs typeface="Arial" panose="020B0604020202020204" pitchFamily="34" charset="0"/>
                </a:endParaRPr>
              </a:p>
              <a:p>
                <a:pPr algn="ctr">
                  <a:lnSpc>
                    <a:spcPct val="150000"/>
                  </a:lnSpc>
                  <a:buClr>
                    <a:srgbClr val="0000FF"/>
                  </a:buClr>
                </a:pPr>
                <a14:m>
                  <m:oMathPara xmlns:m="http://schemas.openxmlformats.org/officeDocument/2006/math">
                    <m:oMath>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1</m:t>
                          </m:r>
                        </m:sub>
                      </m:sSub>
                      <m:r>
                        <a:rPr lang="en-IN" sz="2400" b="0" i="1" smtClean="0">
                          <a:solidFill>
                            <a:schemeClr val="bg1"/>
                          </a:solidFill>
                          <a:latin typeface="Cambria Math" panose="02040503050406030204" pitchFamily="18" charset="0"/>
                          <a:cs typeface="Arial" panose="020B0604020202020204" pitchFamily="34" charset="0"/>
                        </a:rPr>
                        <m:t>+</m:t>
                      </m:r>
                      <m:d>
                        <m:dPr>
                          <m:ctrlPr>
                            <a:rPr lang="en-IN" sz="2400" i="1">
                              <a:solidFill>
                                <a:schemeClr val="bg1"/>
                              </a:solidFill>
                              <a:latin typeface="Cambria Math" panose="02040503050406030204" pitchFamily="18" charset="0"/>
                              <a:cs typeface="Arial" panose="020B0604020202020204" pitchFamily="34" charset="0"/>
                            </a:rPr>
                          </m:ctrlPr>
                        </m:d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2</m:t>
                              </m:r>
                            </m:sub>
                          </m:sSub>
                          <m:nary>
                            <m:naryPr>
                              <m:ctrlPr>
                                <a:rPr lang="en-IN" sz="2400" i="1">
                                  <a:solidFill>
                                    <a:schemeClr val="bg1"/>
                                  </a:solidFill>
                                  <a:latin typeface="Cambria Math" panose="02040503050406030204" pitchFamily="18" charset="0"/>
                                  <a:cs typeface="Arial" panose="020B0604020202020204" pitchFamily="34" charset="0"/>
                                </a:rPr>
                              </m:ctrlPr>
                            </m:naryPr>
                            <m:sub>
                              <m:sSub>
                                <m:sSubPr>
                                  <m:ctrlPr>
                                    <a:rPr lang="en-IN" sz="2400" i="1">
                                      <a:solidFill>
                                        <a:schemeClr val="bg1"/>
                                      </a:solidFill>
                                      <a:latin typeface="Cambria Math" panose="02040503050406030204" pitchFamily="18" charset="0"/>
                                      <a:cs typeface="Arial" panose="020B0604020202020204" pitchFamily="34" charset="0"/>
                                    </a:rPr>
                                  </m:ctrlPr>
                                </m:sSubPr>
                                <m:e>
                                  <m:r>
                                    <m:rPr>
                                      <m:brk m:alnAt="23"/>
                                    </m:rPr>
                                    <a:rPr lang="en-IN" sz="2400" i="1">
                                      <a:solidFill>
                                        <a:schemeClr val="bg1"/>
                                      </a:solidFill>
                                      <a:latin typeface="Cambria Math" panose="02040503050406030204" pitchFamily="18" charset="0"/>
                                      <a:cs typeface="Arial" panose="020B0604020202020204" pitchFamily="34" charset="0"/>
                                    </a:rPr>
                                    <m:t>𝑅</m:t>
                                  </m:r>
                                </m:e>
                                <m:sub>
                                  <m:r>
                                    <m:rPr>
                                      <m:brk m:alnAt="23"/>
                                    </m:rPr>
                                    <a:rPr lang="en-IN" sz="2400" i="1">
                                      <a:solidFill>
                                        <a:schemeClr val="bg1"/>
                                      </a:solidFill>
                                      <a:latin typeface="Cambria Math" panose="02040503050406030204" pitchFamily="18" charset="0"/>
                                      <a:cs typeface="Arial" panose="020B0604020202020204" pitchFamily="34" charset="0"/>
                                    </a:rPr>
                                    <m:t>1</m:t>
                                  </m:r>
                                </m:sub>
                              </m:sSub>
                            </m:sub>
                            <m:sup/>
                            <m:e>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2</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𝑑𝑥</m:t>
                              </m:r>
                              <m:r>
                                <a:rPr lang="en-IN" sz="2400" i="1">
                                  <a:solidFill>
                                    <a:schemeClr val="bg1"/>
                                  </a:solidFill>
                                  <a:latin typeface="Cambria Math" panose="02040503050406030204" pitchFamily="18" charset="0"/>
                                  <a:cs typeface="Arial" panose="020B0604020202020204" pitchFamily="34" charset="0"/>
                                </a:rPr>
                                <m:t>−</m:t>
                              </m:r>
                            </m:e>
                          </m:nary>
                          <m:r>
                            <m:rPr>
                              <m:nor/>
                            </m:rPr>
                            <a:rPr lang="en-IN" sz="2400" i="0" dirty="0">
                              <a:solidFill>
                                <a:schemeClr val="bg1"/>
                              </a:solidFill>
                              <a:latin typeface="Arial" panose="020B0604020202020204" pitchFamily="34"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r>
                                <a:rPr lang="en-IN" sz="2400" i="1">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1</m:t>
                              </m:r>
                            </m:sub>
                          </m:sSub>
                          <m:nary>
                            <m:naryPr>
                              <m:ctrlPr>
                                <a:rPr lang="en-IN" sz="2400" i="1">
                                  <a:solidFill>
                                    <a:schemeClr val="bg1"/>
                                  </a:solidFill>
                                  <a:latin typeface="Cambria Math" panose="02040503050406030204" pitchFamily="18" charset="0"/>
                                  <a:cs typeface="Arial" panose="020B0604020202020204" pitchFamily="34" charset="0"/>
                                </a:rPr>
                              </m:ctrlPr>
                            </m:naryPr>
                            <m:sub>
                              <m:sSub>
                                <m:sSubPr>
                                  <m:ctrlPr>
                                    <a:rPr lang="en-IN" sz="2400" i="1">
                                      <a:solidFill>
                                        <a:schemeClr val="bg1"/>
                                      </a:solidFill>
                                      <a:latin typeface="Cambria Math" panose="02040503050406030204" pitchFamily="18" charset="0"/>
                                      <a:cs typeface="Arial" panose="020B0604020202020204" pitchFamily="34" charset="0"/>
                                    </a:rPr>
                                  </m:ctrlPr>
                                </m:sSubPr>
                                <m:e>
                                  <m:r>
                                    <m:rPr>
                                      <m:brk m:alnAt="23"/>
                                    </m:rPr>
                                    <a:rPr lang="en-IN" sz="2400" i="1">
                                      <a:solidFill>
                                        <a:schemeClr val="bg1"/>
                                      </a:solidFill>
                                      <a:latin typeface="Cambria Math" panose="02040503050406030204" pitchFamily="18" charset="0"/>
                                      <a:cs typeface="Arial" panose="020B0604020202020204" pitchFamily="34" charset="0"/>
                                    </a:rPr>
                                    <m:t>𝑅</m:t>
                                  </m:r>
                                </m:e>
                                <m:sub>
                                  <m:r>
                                    <a:rPr lang="en-IN" sz="2400" i="1">
                                      <a:solidFill>
                                        <a:schemeClr val="bg1"/>
                                      </a:solidFill>
                                      <a:latin typeface="Cambria Math" panose="02040503050406030204" pitchFamily="18" charset="0"/>
                                      <a:cs typeface="Arial" panose="020B0604020202020204" pitchFamily="34" charset="0"/>
                                    </a:rPr>
                                    <m:t>1</m:t>
                                  </m:r>
                                </m:sub>
                              </m:sSub>
                            </m:sub>
                            <m:sup/>
                            <m:e>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1</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𝑑𝑥</m:t>
                              </m:r>
                            </m:e>
                          </m:nary>
                        </m:e>
                      </m:d>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𝑇</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𝑅</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𝑓</m:t>
                      </m:r>
                      <m:r>
                        <a:rPr lang="en-IN" sz="2400" i="1">
                          <a:solidFill>
                            <a:schemeClr val="bg1"/>
                          </a:solidFill>
                          <a:latin typeface="Cambria Math" panose="02040503050406030204" pitchFamily="18" charset="0"/>
                          <a:cs typeface="Arial" panose="020B0604020202020204" pitchFamily="34" charset="0"/>
                        </a:rPr>
                        <m:t>)</m:t>
                      </m:r>
                    </m:oMath>
                  </m:oMathPara>
                </a14:m>
                <a:endParaRPr lang="en-IN" sz="2400" dirty="0">
                  <a:solidFill>
                    <a:schemeClr val="bg1"/>
                  </a:solidFill>
                  <a:latin typeface="Arial" panose="020B0604020202020204" pitchFamily="34" charset="0"/>
                  <a:cs typeface="Arial" panose="020B0604020202020204" pitchFamily="34" charset="0"/>
                </a:endParaRPr>
              </a:p>
              <a:p>
                <a:pPr algn="ctr">
                  <a:lnSpc>
                    <a:spcPct val="150000"/>
                  </a:lnSpc>
                  <a:buClr>
                    <a:srgbClr val="0000FF"/>
                  </a:buClr>
                </a:pPr>
                <a:endParaRPr lang="en-IN" sz="2400" dirty="0">
                  <a:solidFill>
                    <a:schemeClr val="bg1"/>
                  </a:solidFill>
                  <a:latin typeface="Arial" panose="020B0604020202020204" pitchFamily="34" charset="0"/>
                  <a:cs typeface="Arial" panose="020B0604020202020204" pitchFamily="34" charset="0"/>
                </a:endParaRPr>
              </a:p>
              <a:p>
                <a:pPr algn="ctr">
                  <a:lnSpc>
                    <a:spcPct val="150000"/>
                  </a:lnSpc>
                  <a:buClr>
                    <a:srgbClr val="0000FF"/>
                  </a:buClr>
                </a:pPr>
                <a14:m>
                  <m:oMathPara xmlns:m="http://schemas.openxmlformats.org/officeDocument/2006/math">
                    <m:oMath>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1</m:t>
                          </m:r>
                        </m:sub>
                      </m:sSub>
                      <m:r>
                        <a:rPr lang="en-IN" sz="2400" b="0" i="1" smtClean="0">
                          <a:solidFill>
                            <a:schemeClr val="bg1"/>
                          </a:solidFill>
                          <a:latin typeface="Cambria Math" panose="02040503050406030204" pitchFamily="18" charset="0"/>
                          <a:cs typeface="Arial" panose="020B0604020202020204" pitchFamily="34" charset="0"/>
                        </a:rPr>
                        <m:t>+</m:t>
                      </m:r>
                      <m:d>
                        <m:dPr>
                          <m:ctrlPr>
                            <a:rPr lang="en-IN" sz="2400" i="1">
                              <a:solidFill>
                                <a:schemeClr val="bg1"/>
                              </a:solidFill>
                              <a:latin typeface="Cambria Math" panose="02040503050406030204" pitchFamily="18" charset="0"/>
                              <a:cs typeface="Arial" panose="020B0604020202020204" pitchFamily="34" charset="0"/>
                            </a:rPr>
                          </m:ctrlPr>
                        </m:dPr>
                        <m:e>
                          <m:nary>
                            <m:naryPr>
                              <m:ctrlPr>
                                <a:rPr lang="en-IN" sz="2400" i="1">
                                  <a:solidFill>
                                    <a:schemeClr val="bg1"/>
                                  </a:solidFill>
                                  <a:latin typeface="Cambria Math" panose="02040503050406030204" pitchFamily="18" charset="0"/>
                                  <a:cs typeface="Arial" panose="020B0604020202020204" pitchFamily="34" charset="0"/>
                                </a:rPr>
                              </m:ctrlPr>
                            </m:naryPr>
                            <m:sub>
                              <m:sSub>
                                <m:sSubPr>
                                  <m:ctrlPr>
                                    <a:rPr lang="en-IN" sz="2400" i="1">
                                      <a:solidFill>
                                        <a:schemeClr val="bg1"/>
                                      </a:solidFill>
                                      <a:latin typeface="Cambria Math" panose="02040503050406030204" pitchFamily="18" charset="0"/>
                                      <a:cs typeface="Arial" panose="020B0604020202020204" pitchFamily="34" charset="0"/>
                                    </a:rPr>
                                  </m:ctrlPr>
                                </m:sSubPr>
                                <m:e>
                                  <m:r>
                                    <m:rPr>
                                      <m:brk m:alnAt="23"/>
                                    </m:rPr>
                                    <a:rPr lang="en-IN" sz="2400" i="1">
                                      <a:solidFill>
                                        <a:schemeClr val="bg1"/>
                                      </a:solidFill>
                                      <a:latin typeface="Cambria Math" panose="02040503050406030204" pitchFamily="18" charset="0"/>
                                      <a:cs typeface="Arial" panose="020B0604020202020204" pitchFamily="34" charset="0"/>
                                    </a:rPr>
                                    <m:t>𝑅</m:t>
                                  </m:r>
                                </m:e>
                                <m:sub>
                                  <m:r>
                                    <m:rPr>
                                      <m:brk m:alnAt="23"/>
                                    </m:rPr>
                                    <a:rPr lang="en-IN" sz="2400" i="1">
                                      <a:solidFill>
                                        <a:schemeClr val="bg1"/>
                                      </a:solidFill>
                                      <a:latin typeface="Cambria Math" panose="02040503050406030204" pitchFamily="18" charset="0"/>
                                      <a:cs typeface="Arial" panose="020B0604020202020204" pitchFamily="34" charset="0"/>
                                    </a:rPr>
                                    <m:t>1</m:t>
                                  </m:r>
                                </m:sub>
                              </m:sSub>
                            </m:sub>
                            <m:sup/>
                            <m:e>
                              <m:r>
                                <a:rPr lang="en-IN" sz="2400" i="1" smtClean="0">
                                  <a:solidFill>
                                    <a:schemeClr val="bg1"/>
                                  </a:solidFill>
                                  <a:latin typeface="Cambria Math" panose="02040503050406030204" pitchFamily="18" charset="0"/>
                                  <a:cs typeface="Arial" panose="020B0604020202020204" pitchFamily="34" charset="0"/>
                                </a:rPr>
                                <m:t> </m:t>
                              </m:r>
                              <m:r>
                                <a:rPr lang="en-IN" sz="2400" i="1">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2</m:t>
                                      </m:r>
                                    </m:sub>
                                  </m:sSub>
                                  <m:r>
                                    <a:rPr lang="en-IN" sz="2400" i="1">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2</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m:t>
                              </m:r>
                            </m:e>
                          </m:nary>
                          <m:r>
                            <m:rPr>
                              <m:nor/>
                            </m:rPr>
                            <a:rPr lang="en-IN" sz="2400" i="0" dirty="0">
                              <a:solidFill>
                                <a:schemeClr val="bg1"/>
                              </a:solidFill>
                              <a:latin typeface="Arial" panose="020B0604020202020204" pitchFamily="34"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r>
                                <a:rPr lang="en-IN" sz="2400" i="1">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1</m:t>
                              </m:r>
                            </m:sub>
                          </m:sSub>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1</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b="0" i="1" smtClean="0">
                              <a:solidFill>
                                <a:schemeClr val="bg1"/>
                              </a:solidFill>
                              <a:latin typeface="Cambria Math" panose="02040503050406030204" pitchFamily="18" charset="0"/>
                              <a:cs typeface="Arial" panose="020B0604020202020204" pitchFamily="34" charset="0"/>
                            </a:rPr>
                            <m:t>)</m:t>
                          </m:r>
                        </m:e>
                      </m:d>
                      <m:r>
                        <a:rPr lang="en-IN" sz="2400" b="0" i="1" smtClean="0">
                          <a:solidFill>
                            <a:schemeClr val="bg1"/>
                          </a:solidFill>
                          <a:latin typeface="Cambria Math" panose="02040503050406030204" pitchFamily="18" charset="0"/>
                          <a:cs typeface="Arial" panose="020B0604020202020204" pitchFamily="34" charset="0"/>
                        </a:rPr>
                        <m:t>  </m:t>
                      </m:r>
                      <m:r>
                        <a:rPr lang="en-IN" sz="2400" i="1">
                          <a:solidFill>
                            <a:schemeClr val="bg1"/>
                          </a:solidFill>
                          <a:latin typeface="Cambria Math" panose="02040503050406030204" pitchFamily="18" charset="0"/>
                          <a:cs typeface="Arial" panose="020B0604020202020204" pitchFamily="34" charset="0"/>
                        </a:rPr>
                        <m:t>𝑑𝑥</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𝑇</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𝑅</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𝑓</m:t>
                      </m:r>
                      <m:r>
                        <a:rPr lang="en-IN" sz="2400" i="1">
                          <a:solidFill>
                            <a:schemeClr val="bg1"/>
                          </a:solidFill>
                          <a:latin typeface="Cambria Math" panose="02040503050406030204" pitchFamily="18" charset="0"/>
                          <a:cs typeface="Arial" panose="020B0604020202020204" pitchFamily="34" charset="0"/>
                        </a:rPr>
                        <m:t>)</m:t>
                      </m:r>
                    </m:oMath>
                  </m:oMathPara>
                </a14:m>
                <a:endParaRPr lang="en-IN" sz="2400" dirty="0">
                  <a:solidFill>
                    <a:schemeClr val="bg1"/>
                  </a:solidFill>
                  <a:latin typeface="Arial" panose="020B0604020202020204" pitchFamily="34" charset="0"/>
                  <a:cs typeface="Arial" panose="020B0604020202020204" pitchFamily="34" charset="0"/>
                </a:endParaRPr>
              </a:p>
              <a:p>
                <a:pPr algn="ctr">
                  <a:lnSpc>
                    <a:spcPct val="200000"/>
                  </a:lnSpc>
                  <a:buClr>
                    <a:srgbClr val="0000FF"/>
                  </a:buClr>
                </a:pPr>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FD83817C-9B46-C54A-4A02-F467EE53BAFB}"/>
                  </a:ext>
                </a:extLst>
              </p:cNvPr>
              <p:cNvSpPr txBox="1">
                <a:spLocks noRot="1" noChangeAspect="1" noMove="1" noResize="1" noEditPoints="1" noAdjustHandles="1" noChangeArrowheads="1" noChangeShapeType="1" noTextEdit="1"/>
              </p:cNvSpPr>
              <p:nvPr/>
            </p:nvSpPr>
            <p:spPr>
              <a:xfrm>
                <a:off x="583233" y="482230"/>
                <a:ext cx="11025534" cy="6678495"/>
              </a:xfrm>
              <a:prstGeom prst="rect">
                <a:avLst/>
              </a:prstGeom>
              <a:blipFill>
                <a:blip r:embed="rId2"/>
                <a:stretch>
                  <a:fillRect l="-774"/>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C71E926-FE41-1388-CDD7-4745A7180053}"/>
                  </a:ext>
                </a:extLst>
              </p14:cNvPr>
              <p14:cNvContentPartPr/>
              <p14:nvPr/>
            </p14:nvContentPartPr>
            <p14:xfrm>
              <a:off x="281160" y="1388520"/>
              <a:ext cx="11895840" cy="5345280"/>
            </p14:xfrm>
          </p:contentPart>
        </mc:Choice>
        <mc:Fallback xmlns="">
          <p:pic>
            <p:nvPicPr>
              <p:cNvPr id="2" name="Ink 1">
                <a:extLst>
                  <a:ext uri="{FF2B5EF4-FFF2-40B4-BE49-F238E27FC236}">
                    <a16:creationId xmlns:a16="http://schemas.microsoft.com/office/drawing/2014/main" id="{7C71E926-FE41-1388-CDD7-4745A7180053}"/>
                  </a:ext>
                </a:extLst>
              </p:cNvPr>
              <p:cNvPicPr/>
              <p:nvPr/>
            </p:nvPicPr>
            <p:blipFill>
              <a:blip r:embed="rId4"/>
              <a:stretch>
                <a:fillRect/>
              </a:stretch>
            </p:blipFill>
            <p:spPr>
              <a:xfrm>
                <a:off x="271800" y="1379160"/>
                <a:ext cx="11914560" cy="5364000"/>
              </a:xfrm>
              <a:prstGeom prst="rect">
                <a:avLst/>
              </a:prstGeom>
            </p:spPr>
          </p:pic>
        </mc:Fallback>
      </mc:AlternateContent>
    </p:spTree>
    <p:extLst>
      <p:ext uri="{BB962C8B-B14F-4D97-AF65-F5344CB8AC3E}">
        <p14:creationId xmlns:p14="http://schemas.microsoft.com/office/powerpoint/2010/main" val="17283274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5EF624-CE10-CEBF-C753-09BD98AA1C5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73DA597-E69D-03A0-DD77-44AC50E67F48}"/>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Explanation Accounting For Costs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2C2CCB0-8546-E202-642E-833296A49E59}"/>
                  </a:ext>
                </a:extLst>
              </p:cNvPr>
              <p:cNvSpPr txBox="1"/>
              <p:nvPr/>
            </p:nvSpPr>
            <p:spPr>
              <a:xfrm>
                <a:off x="583233" y="1025694"/>
                <a:ext cx="11025534" cy="5231240"/>
              </a:xfrm>
              <a:prstGeom prst="rect">
                <a:avLst/>
              </a:prstGeom>
              <a:noFill/>
            </p:spPr>
            <p:txBody>
              <a:bodyPr wrap="square" rtlCol="0">
                <a:spAutoFit/>
              </a:bodyPr>
              <a:lstStyle/>
              <a:p>
                <a:pPr algn="ctr">
                  <a:lnSpc>
                    <a:spcPct val="150000"/>
                  </a:lnSpc>
                  <a:buClr>
                    <a:srgbClr val="0000FF"/>
                  </a:buClr>
                </a:pPr>
                <a14:m>
                  <m:oMathPara xmlns:m="http://schemas.openxmlformats.org/officeDocument/2006/math">
                    <m:oMath>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1</m:t>
                          </m:r>
                        </m:sub>
                      </m:sSub>
                      <m:r>
                        <a:rPr lang="en-IN" sz="2400" i="1">
                          <a:solidFill>
                            <a:schemeClr val="bg1"/>
                          </a:solidFill>
                          <a:latin typeface="Cambria Math" panose="02040503050406030204" pitchFamily="18" charset="0"/>
                          <a:cs typeface="Arial" panose="020B0604020202020204" pitchFamily="34" charset="0"/>
                        </a:rPr>
                        <m:t>+</m:t>
                      </m:r>
                      <m:d>
                        <m:dPr>
                          <m:ctrlPr>
                            <a:rPr lang="en-IN" sz="2400" i="1">
                              <a:solidFill>
                                <a:schemeClr val="bg1"/>
                              </a:solidFill>
                              <a:latin typeface="Cambria Math" panose="02040503050406030204" pitchFamily="18" charset="0"/>
                              <a:cs typeface="Arial" panose="020B0604020202020204" pitchFamily="34" charset="0"/>
                            </a:rPr>
                          </m:ctrlPr>
                        </m:dPr>
                        <m:e>
                          <m:nary>
                            <m:naryPr>
                              <m:ctrlPr>
                                <a:rPr lang="en-IN" sz="2400" i="1">
                                  <a:solidFill>
                                    <a:schemeClr val="bg1"/>
                                  </a:solidFill>
                                  <a:latin typeface="Cambria Math" panose="02040503050406030204" pitchFamily="18" charset="0"/>
                                  <a:cs typeface="Arial" panose="020B0604020202020204" pitchFamily="34" charset="0"/>
                                </a:rPr>
                              </m:ctrlPr>
                            </m:naryPr>
                            <m:sub>
                              <m:sSub>
                                <m:sSubPr>
                                  <m:ctrlPr>
                                    <a:rPr lang="en-IN" sz="2400" i="1">
                                      <a:solidFill>
                                        <a:schemeClr val="bg1"/>
                                      </a:solidFill>
                                      <a:latin typeface="Cambria Math" panose="02040503050406030204" pitchFamily="18" charset="0"/>
                                      <a:cs typeface="Arial" panose="020B0604020202020204" pitchFamily="34" charset="0"/>
                                    </a:rPr>
                                  </m:ctrlPr>
                                </m:sSubPr>
                                <m:e>
                                  <m:r>
                                    <m:rPr>
                                      <m:brk m:alnAt="23"/>
                                    </m:rPr>
                                    <a:rPr lang="en-IN" sz="2400" i="1">
                                      <a:solidFill>
                                        <a:schemeClr val="bg1"/>
                                      </a:solidFill>
                                      <a:latin typeface="Cambria Math" panose="02040503050406030204" pitchFamily="18" charset="0"/>
                                      <a:cs typeface="Arial" panose="020B0604020202020204" pitchFamily="34" charset="0"/>
                                    </a:rPr>
                                    <m:t>𝑅</m:t>
                                  </m:r>
                                </m:e>
                                <m:sub>
                                  <m:r>
                                    <m:rPr>
                                      <m:brk m:alnAt="23"/>
                                    </m:rPr>
                                    <a:rPr lang="en-IN" sz="2400" i="1">
                                      <a:solidFill>
                                        <a:schemeClr val="bg1"/>
                                      </a:solidFill>
                                      <a:latin typeface="Cambria Math" panose="02040503050406030204" pitchFamily="18" charset="0"/>
                                      <a:cs typeface="Arial" panose="020B0604020202020204" pitchFamily="34" charset="0"/>
                                    </a:rPr>
                                    <m:t>1</m:t>
                                  </m:r>
                                </m:sub>
                              </m:sSub>
                            </m:sub>
                            <m:sup/>
                            <m:e>
                              <m:r>
                                <a:rPr lang="en-IN" sz="2400" i="1">
                                  <a:solidFill>
                                    <a:schemeClr val="bg1"/>
                                  </a:solidFill>
                                  <a:latin typeface="Cambria Math" panose="02040503050406030204" pitchFamily="18"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2</m:t>
                                      </m:r>
                                    </m:sub>
                                  </m:sSub>
                                  <m:r>
                                    <a:rPr lang="en-IN" sz="2400" i="1">
                                      <a:solidFill>
                                        <a:schemeClr val="bg1"/>
                                      </a:solidFill>
                                      <a:latin typeface="Cambria Math" panose="02040503050406030204" pitchFamily="18" charset="0"/>
                                      <a:cs typeface="Arial" panose="020B0604020202020204" pitchFamily="34" charset="0"/>
                                    </a:rPr>
                                    <m:t>𝑓</m:t>
                                  </m:r>
                                </m:e>
                                <m:sub>
                                  <m:r>
                                    <a:rPr lang="en-IN" sz="2400" i="1">
                                      <a:solidFill>
                                        <a:schemeClr val="bg1"/>
                                      </a:solidFill>
                                      <a:latin typeface="Cambria Math" panose="02040503050406030204" pitchFamily="18" charset="0"/>
                                      <a:cs typeface="Arial" panose="020B0604020202020204" pitchFamily="34" charset="0"/>
                                    </a:rPr>
                                    <m:t>2</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m:t>
                              </m:r>
                            </m:e>
                          </m:nary>
                          <m:r>
                            <m:rPr>
                              <m:nor/>
                            </m:rPr>
                            <a:rPr lang="en-IN" sz="2400" i="0" dirty="0">
                              <a:solidFill>
                                <a:schemeClr val="bg1"/>
                              </a:solidFill>
                              <a:latin typeface="Arial" panose="020B0604020202020204" pitchFamily="34"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1</m:t>
                              </m:r>
                            </m:sub>
                          </m:sSub>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𝑓</m:t>
                              </m:r>
                            </m:e>
                            <m:sub>
                              <m:r>
                                <a:rPr lang="en-IN" sz="2400" i="1">
                                  <a:solidFill>
                                    <a:schemeClr val="bg1"/>
                                  </a:solidFill>
                                  <a:latin typeface="Cambria Math" panose="02040503050406030204" pitchFamily="18" charset="0"/>
                                  <a:cs typeface="Arial" panose="020B0604020202020204" pitchFamily="34" charset="0"/>
                                </a:rPr>
                                <m:t>1</m:t>
                              </m:r>
                            </m:sub>
                          </m:sSub>
                          <m:d>
                            <m:dPr>
                              <m:ctrlPr>
                                <a:rPr lang="en-IN" sz="2400" b="1" i="1">
                                  <a:solidFill>
                                    <a:schemeClr val="bg1"/>
                                  </a:solidFill>
                                  <a:latin typeface="Cambria Math" panose="02040503050406030204" pitchFamily="18" charset="0"/>
                                  <a:cs typeface="Arial" panose="020B0604020202020204" pitchFamily="34" charset="0"/>
                                </a:rPr>
                              </m:ctrlPr>
                            </m:dPr>
                            <m:e>
                              <m:r>
                                <a:rPr lang="en-IN" sz="2400" b="1" i="1">
                                  <a:solidFill>
                                    <a:schemeClr val="bg1"/>
                                  </a:solidFill>
                                  <a:latin typeface="Cambria Math" panose="02040503050406030204" pitchFamily="18" charset="0"/>
                                  <a:cs typeface="Arial" panose="020B0604020202020204" pitchFamily="34" charset="0"/>
                                </a:rPr>
                                <m:t>𝒙</m:t>
                              </m:r>
                            </m:e>
                          </m:d>
                          <m:r>
                            <a:rPr lang="en-IN" sz="2400" i="1">
                              <a:solidFill>
                                <a:schemeClr val="bg1"/>
                              </a:solidFill>
                              <a:latin typeface="Cambria Math" panose="02040503050406030204" pitchFamily="18" charset="0"/>
                              <a:cs typeface="Arial" panose="020B0604020202020204" pitchFamily="34" charset="0"/>
                            </a:rPr>
                            <m:t>)</m:t>
                          </m:r>
                        </m:e>
                      </m:d>
                      <m:r>
                        <a:rPr lang="en-IN" sz="2400" i="1">
                          <a:solidFill>
                            <a:schemeClr val="bg1"/>
                          </a:solidFill>
                          <a:latin typeface="Cambria Math" panose="02040503050406030204" pitchFamily="18" charset="0"/>
                          <a:cs typeface="Arial" panose="020B0604020202020204" pitchFamily="34" charset="0"/>
                        </a:rPr>
                        <m:t>  </m:t>
                      </m:r>
                      <m:r>
                        <a:rPr lang="en-IN" sz="2400" i="1">
                          <a:solidFill>
                            <a:schemeClr val="bg1"/>
                          </a:solidFill>
                          <a:latin typeface="Cambria Math" panose="02040503050406030204" pitchFamily="18" charset="0"/>
                          <a:cs typeface="Arial" panose="020B0604020202020204" pitchFamily="34" charset="0"/>
                        </a:rPr>
                        <m:t>𝑑𝑥</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𝑇</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𝑅</m:t>
                      </m:r>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𝑓</m:t>
                      </m:r>
                      <m:r>
                        <a:rPr lang="en-IN" sz="2400" i="1">
                          <a:solidFill>
                            <a:schemeClr val="bg1"/>
                          </a:solidFill>
                          <a:latin typeface="Cambria Math" panose="02040503050406030204" pitchFamily="18" charset="0"/>
                          <a:cs typeface="Arial" panose="020B0604020202020204" pitchFamily="34" charset="0"/>
                        </a:rPr>
                        <m:t>)</m:t>
                      </m:r>
                    </m:oMath>
                  </m:oMathPara>
                </a14:m>
                <a:endParaRPr lang="en-IN" sz="24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The total probability of misclassification T(</a:t>
                </a:r>
                <a:r>
                  <a:rPr lang="en-IN" sz="2400" dirty="0" err="1">
                    <a:solidFill>
                      <a:schemeClr val="bg1"/>
                    </a:solidFill>
                    <a:latin typeface="Arial" panose="020B0604020202020204" pitchFamily="34" charset="0"/>
                    <a:cs typeface="Arial" panose="020B0604020202020204" pitchFamily="34" charset="0"/>
                  </a:rPr>
                  <a:t>R,f</a:t>
                </a:r>
                <a:r>
                  <a:rPr lang="en-IN" sz="2400" dirty="0">
                    <a:solidFill>
                      <a:schemeClr val="bg1"/>
                    </a:solidFill>
                    <a:latin typeface="Arial" panose="020B0604020202020204" pitchFamily="34" charset="0"/>
                    <a:cs typeface="Arial" panose="020B0604020202020204" pitchFamily="34" charset="0"/>
                  </a:rPr>
                  <a:t>) is minimized when for all points in R</a:t>
                </a:r>
                <a:r>
                  <a:rPr lang="en-IN" sz="2400" baseline="-25000" dirty="0">
                    <a:solidFill>
                      <a:schemeClr val="bg1"/>
                    </a:solidFill>
                    <a:latin typeface="Arial" panose="020B0604020202020204" pitchFamily="34" charset="0"/>
                    <a:cs typeface="Arial" panose="020B0604020202020204" pitchFamily="34" charset="0"/>
                  </a:rPr>
                  <a:t>1 </a:t>
                </a:r>
                <a:r>
                  <a:rPr lang="en-IN" sz="2400" dirty="0">
                    <a:solidFill>
                      <a:schemeClr val="bg1"/>
                    </a:solidFill>
                    <a:latin typeface="Arial" panose="020B0604020202020204" pitchFamily="34" charset="0"/>
                    <a:cs typeface="Arial" panose="020B0604020202020204" pitchFamily="34" charset="0"/>
                  </a:rPr>
                  <a:t>we get </a:t>
                </a:r>
                <a14:m>
                  <m:oMath xmlns:m="http://schemas.openxmlformats.org/officeDocument/2006/math">
                    <m:r>
                      <a:rPr lang="en-IN" sz="2400" b="0" i="0" smtClean="0">
                        <a:solidFill>
                          <a:schemeClr val="bg1"/>
                        </a:solidFill>
                        <a:latin typeface="Cambria Math" panose="02040503050406030204" pitchFamily="18"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r>
                          <a:rPr lang="en-IN" sz="2400" b="0" i="1" smtClean="0">
                            <a:solidFill>
                              <a:srgbClr val="0000FF"/>
                            </a:solidFill>
                            <a:latin typeface="Cambria Math" panose="02040503050406030204" pitchFamily="18" charset="0"/>
                            <a:cs typeface="Arial" panose="020B0604020202020204" pitchFamily="34" charset="0"/>
                          </a:rPr>
                          <m:t>𝑝</m:t>
                        </m:r>
                      </m:e>
                      <m:sub>
                        <m:r>
                          <a:rPr lang="en-IN" sz="2400" b="0" i="1" smtClean="0">
                            <a:solidFill>
                              <a:srgbClr val="0000FF"/>
                            </a:solidFill>
                            <a:latin typeface="Cambria Math" panose="02040503050406030204" pitchFamily="18" charset="0"/>
                            <a:cs typeface="Arial" panose="020B0604020202020204" pitchFamily="34" charset="0"/>
                          </a:rPr>
                          <m:t>2</m:t>
                        </m:r>
                      </m:sub>
                    </m:sSub>
                    <m:sSub>
                      <m:sSubPr>
                        <m:ctrlPr>
                          <a:rPr lang="en-IN" sz="2400" b="0" i="1" smtClean="0">
                            <a:solidFill>
                              <a:srgbClr val="0000FF"/>
                            </a:solidFill>
                            <a:latin typeface="Cambria Math" panose="02040503050406030204" pitchFamily="18" charset="0"/>
                            <a:cs typeface="Arial" panose="020B0604020202020204" pitchFamily="34" charset="0"/>
                          </a:rPr>
                        </m:ctrlPr>
                      </m:sSubPr>
                      <m:e>
                        <m:r>
                          <a:rPr lang="en-IN" sz="2400" b="0" i="1" smtClean="0">
                            <a:solidFill>
                              <a:srgbClr val="0000FF"/>
                            </a:solidFill>
                            <a:latin typeface="Cambria Math" panose="02040503050406030204" pitchFamily="18" charset="0"/>
                            <a:cs typeface="Arial" panose="020B0604020202020204" pitchFamily="34" charset="0"/>
                          </a:rPr>
                          <m:t>𝑓</m:t>
                        </m:r>
                      </m:e>
                      <m:sub>
                        <m:r>
                          <a:rPr lang="en-IN" sz="2400" b="0" i="1" smtClean="0">
                            <a:solidFill>
                              <a:srgbClr val="0000FF"/>
                            </a:solidFill>
                            <a:latin typeface="Cambria Math" panose="02040503050406030204" pitchFamily="18" charset="0"/>
                            <a:cs typeface="Arial" panose="020B0604020202020204" pitchFamily="34" charset="0"/>
                          </a:rPr>
                          <m:t>2</m:t>
                        </m:r>
                      </m:sub>
                    </m:sSub>
                    <m:d>
                      <m:dPr>
                        <m:ctrlPr>
                          <a:rPr lang="en-IN" sz="2400" b="1" i="1" smtClean="0">
                            <a:solidFill>
                              <a:srgbClr val="0000FF"/>
                            </a:solidFill>
                            <a:latin typeface="Cambria Math" panose="02040503050406030204" pitchFamily="18" charset="0"/>
                            <a:cs typeface="Arial" panose="020B0604020202020204" pitchFamily="34" charset="0"/>
                          </a:rPr>
                        </m:ctrlPr>
                      </m:dPr>
                      <m:e>
                        <m:r>
                          <a:rPr lang="en-IN" sz="2400" b="1" i="1" smtClean="0">
                            <a:solidFill>
                              <a:srgbClr val="0000FF"/>
                            </a:solidFill>
                            <a:latin typeface="Cambria Math" panose="02040503050406030204" pitchFamily="18" charset="0"/>
                            <a:cs typeface="Arial" panose="020B0604020202020204" pitchFamily="34" charset="0"/>
                          </a:rPr>
                          <m:t>𝒙</m:t>
                        </m:r>
                      </m:e>
                    </m:d>
                    <m:r>
                      <a:rPr lang="en-IN" sz="2400" b="0" i="1" smtClean="0">
                        <a:solidFill>
                          <a:srgbClr val="0000FF"/>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r>
                          <a:rPr lang="en-IN" sz="2400" b="0" i="1" smtClean="0">
                            <a:solidFill>
                              <a:srgbClr val="0000FF"/>
                            </a:solidFill>
                            <a:latin typeface="Cambria Math" panose="02040503050406030204" pitchFamily="18" charset="0"/>
                            <a:cs typeface="Arial" panose="020B0604020202020204" pitchFamily="34" charset="0"/>
                          </a:rPr>
                          <m:t>𝑝</m:t>
                        </m:r>
                      </m:e>
                      <m:sub>
                        <m:r>
                          <a:rPr lang="en-IN" sz="2400" b="0" i="1" smtClean="0">
                            <a:solidFill>
                              <a:srgbClr val="0000FF"/>
                            </a:solidFill>
                            <a:latin typeface="Cambria Math" panose="02040503050406030204" pitchFamily="18" charset="0"/>
                            <a:cs typeface="Arial" panose="020B0604020202020204" pitchFamily="34" charset="0"/>
                          </a:rPr>
                          <m:t>1</m:t>
                        </m:r>
                      </m:sub>
                    </m:sSub>
                    <m:sSub>
                      <m:sSubPr>
                        <m:ctrlPr>
                          <a:rPr lang="en-IN" sz="2400" b="0" i="1" smtClean="0">
                            <a:solidFill>
                              <a:srgbClr val="0000FF"/>
                            </a:solidFill>
                            <a:latin typeface="Cambria Math" panose="02040503050406030204" pitchFamily="18" charset="0"/>
                            <a:cs typeface="Arial" panose="020B0604020202020204" pitchFamily="34" charset="0"/>
                          </a:rPr>
                        </m:ctrlPr>
                      </m:sSubPr>
                      <m:e>
                        <m:r>
                          <a:rPr lang="en-IN" sz="2400" b="0" i="1" smtClean="0">
                            <a:solidFill>
                              <a:srgbClr val="0000FF"/>
                            </a:solidFill>
                            <a:latin typeface="Cambria Math" panose="02040503050406030204" pitchFamily="18" charset="0"/>
                            <a:cs typeface="Arial" panose="020B0604020202020204" pitchFamily="34" charset="0"/>
                          </a:rPr>
                          <m:t>𝑓</m:t>
                        </m:r>
                      </m:e>
                      <m:sub>
                        <m:r>
                          <a:rPr lang="en-IN" sz="2400" b="0" i="1" smtClean="0">
                            <a:solidFill>
                              <a:srgbClr val="0000FF"/>
                            </a:solidFill>
                            <a:latin typeface="Cambria Math" panose="02040503050406030204" pitchFamily="18" charset="0"/>
                            <a:cs typeface="Arial" panose="020B0604020202020204" pitchFamily="34" charset="0"/>
                          </a:rPr>
                          <m:t>1</m:t>
                        </m:r>
                      </m:sub>
                    </m:sSub>
                    <m:d>
                      <m:dPr>
                        <m:ctrlPr>
                          <a:rPr lang="en-IN" sz="2400" b="1" i="1" smtClean="0">
                            <a:solidFill>
                              <a:srgbClr val="0000FF"/>
                            </a:solidFill>
                            <a:latin typeface="Cambria Math" panose="02040503050406030204" pitchFamily="18" charset="0"/>
                            <a:cs typeface="Arial" panose="020B0604020202020204" pitchFamily="34" charset="0"/>
                          </a:rPr>
                        </m:ctrlPr>
                      </m:dPr>
                      <m:e>
                        <m:r>
                          <a:rPr lang="en-IN" sz="2400" b="1" i="1" smtClean="0">
                            <a:solidFill>
                              <a:srgbClr val="0000FF"/>
                            </a:solidFill>
                            <a:latin typeface="Cambria Math" panose="02040503050406030204" pitchFamily="18" charset="0"/>
                            <a:cs typeface="Arial" panose="020B0604020202020204" pitchFamily="34" charset="0"/>
                          </a:rPr>
                          <m:t>𝒙</m:t>
                        </m:r>
                      </m:e>
                    </m:d>
                    <m:r>
                      <a:rPr lang="en-IN" sz="2400" b="0" i="1" smtClean="0">
                        <a:solidFill>
                          <a:srgbClr val="0000FF"/>
                        </a:solidFill>
                        <a:latin typeface="Cambria Math" panose="02040503050406030204" pitchFamily="18" charset="0"/>
                        <a:cs typeface="Arial" panose="020B0604020202020204" pitchFamily="34" charset="0"/>
                      </a:rPr>
                      <m:t>&lt;0</m:t>
                    </m:r>
                  </m:oMath>
                </a14:m>
                <a:endParaRPr lang="en-IN" sz="2400" dirty="0">
                  <a:solidFill>
                    <a:srgbClr val="0000FF"/>
                  </a:solidFill>
                  <a:latin typeface="Arial" panose="020B0604020202020204" pitchFamily="34" charset="0"/>
                  <a:cs typeface="Arial" panose="020B0604020202020204" pitchFamily="34" charset="0"/>
                </a:endParaRPr>
              </a:p>
              <a:p>
                <a:pPr algn="just">
                  <a:lnSpc>
                    <a:spcPct val="200000"/>
                  </a:lnSpc>
                  <a:buClr>
                    <a:srgbClr val="0000FF"/>
                  </a:buClr>
                </a:pPr>
                <a:r>
                  <a:rPr lang="en-IN" sz="2400" dirty="0">
                    <a:solidFill>
                      <a:schemeClr val="bg1"/>
                    </a:solidFill>
                    <a:latin typeface="Arial" panose="020B0604020202020204" pitchFamily="34" charset="0"/>
                    <a:cs typeface="Arial" panose="020B0604020202020204" pitchFamily="34" charset="0"/>
                  </a:rPr>
                  <a:t>Hence, the classification rule becomes : assign </a:t>
                </a:r>
                <a:r>
                  <a:rPr lang="en-IN" sz="2400" b="1" dirty="0">
                    <a:solidFill>
                      <a:schemeClr val="bg1"/>
                    </a:solidFill>
                    <a:latin typeface="Arial" panose="020B0604020202020204" pitchFamily="34" charset="0"/>
                    <a:cs typeface="Arial" panose="020B0604020202020204" pitchFamily="34" charset="0"/>
                  </a:rPr>
                  <a:t>x</a:t>
                </a:r>
                <a:r>
                  <a:rPr lang="en-IN" sz="2400" dirty="0">
                    <a:solidFill>
                      <a:schemeClr val="bg1"/>
                    </a:solidFill>
                    <a:latin typeface="Arial" panose="020B0604020202020204" pitchFamily="34" charset="0"/>
                    <a:cs typeface="Arial" panose="020B0604020202020204" pitchFamily="34" charset="0"/>
                  </a:rPr>
                  <a:t> to </a:t>
                </a:r>
                <a:r>
                  <a:rPr lang="el-GR" sz="2400" dirty="0">
                    <a:solidFill>
                      <a:schemeClr val="bg1"/>
                    </a:solidFill>
                    <a:latin typeface="Arial" panose="020B0604020202020204" pitchFamily="34" charset="0"/>
                    <a:cs typeface="Arial" panose="020B0604020202020204" pitchFamily="34" charset="0"/>
                  </a:rPr>
                  <a:t>π</a:t>
                </a:r>
                <a:r>
                  <a:rPr lang="en-IN" sz="2400" baseline="-25000" dirty="0">
                    <a:solidFill>
                      <a:schemeClr val="bg1"/>
                    </a:solidFill>
                    <a:latin typeface="Arial" panose="020B0604020202020204" pitchFamily="34" charset="0"/>
                    <a:cs typeface="Arial" panose="020B0604020202020204" pitchFamily="34" charset="0"/>
                  </a:rPr>
                  <a:t>1</a:t>
                </a:r>
                <a:r>
                  <a:rPr lang="en-IN" sz="2400" dirty="0">
                    <a:solidFill>
                      <a:schemeClr val="bg1"/>
                    </a:solidFill>
                    <a:latin typeface="Arial" panose="020B0604020202020204" pitchFamily="34" charset="0"/>
                    <a:cs typeface="Arial" panose="020B0604020202020204" pitchFamily="34" charset="0"/>
                  </a:rPr>
                  <a:t> if</a:t>
                </a:r>
              </a:p>
              <a:p>
                <a:pPr algn="just">
                  <a:lnSpc>
                    <a:spcPct val="200000"/>
                  </a:lnSpc>
                  <a:buClr>
                    <a:srgbClr val="0000FF"/>
                  </a:buClr>
                </a:pPr>
                <a14:m>
                  <m:oMathPara xmlns:m="http://schemas.openxmlformats.org/officeDocument/2006/math">
                    <m:oMath>
                      <m:f>
                        <m:fPr>
                          <m:ctrlPr>
                            <a:rPr lang="en-IN" sz="2400" b="0" i="1" smtClean="0">
                              <a:solidFill>
                                <a:schemeClr val="bg1"/>
                              </a:solidFill>
                              <a:latin typeface="Cambria Math" panose="02040503050406030204" pitchFamily="18" charset="0"/>
                              <a:cs typeface="Arial" panose="020B0604020202020204" pitchFamily="34" charset="0"/>
                            </a:rPr>
                          </m:ctrlPr>
                        </m:fPr>
                        <m:num>
                          <m:sSub>
                            <m:sSubPr>
                              <m:ctrlPr>
                                <a:rPr lang="en-IN" sz="2400" b="0" i="1" smtClean="0">
                                  <a:solidFill>
                                    <a:schemeClr val="bg1"/>
                                  </a:solidFill>
                                  <a:latin typeface="Cambria Math" panose="02040503050406030204" pitchFamily="18" charset="0"/>
                                  <a:cs typeface="Arial" panose="020B0604020202020204" pitchFamily="34" charset="0"/>
                                </a:rPr>
                              </m:ctrlPr>
                            </m:sSubPr>
                            <m:e>
                              <m:r>
                                <a:rPr lang="en-IN" sz="2400" b="0" i="1" smtClean="0">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1</m:t>
                              </m:r>
                            </m:sub>
                          </m:sSub>
                          <m:d>
                            <m:dPr>
                              <m:ctrlPr>
                                <a:rPr lang="en-IN" sz="2400" b="0" i="1" smtClean="0">
                                  <a:solidFill>
                                    <a:schemeClr val="bg1"/>
                                  </a:solidFill>
                                  <a:latin typeface="Cambria Math" panose="02040503050406030204" pitchFamily="18" charset="0"/>
                                  <a:cs typeface="Arial" panose="020B0604020202020204" pitchFamily="34" charset="0"/>
                                </a:rPr>
                              </m:ctrlPr>
                            </m:dPr>
                            <m:e>
                              <m:r>
                                <a:rPr lang="en-IN" sz="2400" b="0" i="1" smtClean="0">
                                  <a:solidFill>
                                    <a:schemeClr val="bg1"/>
                                  </a:solidFill>
                                  <a:latin typeface="Cambria Math" panose="02040503050406030204" pitchFamily="18" charset="0"/>
                                  <a:cs typeface="Arial" panose="020B0604020202020204" pitchFamily="34" charset="0"/>
                                </a:rPr>
                                <m:t>𝑥</m:t>
                              </m:r>
                            </m:e>
                          </m:d>
                        </m:num>
                        <m:den>
                          <m:sSub>
                            <m:sSubPr>
                              <m:ctrlPr>
                                <a:rPr lang="en-IN" sz="2400" b="0" i="1" smtClean="0">
                                  <a:solidFill>
                                    <a:schemeClr val="bg1"/>
                                  </a:solidFill>
                                  <a:latin typeface="Cambria Math" panose="02040503050406030204" pitchFamily="18" charset="0"/>
                                  <a:cs typeface="Arial" panose="020B0604020202020204" pitchFamily="34" charset="0"/>
                                </a:rPr>
                              </m:ctrlPr>
                            </m:sSubPr>
                            <m:e>
                              <m:r>
                                <a:rPr lang="en-IN" sz="2400" b="0" i="1" smtClean="0">
                                  <a:solidFill>
                                    <a:schemeClr val="bg1"/>
                                  </a:solidFill>
                                  <a:latin typeface="Cambria Math" panose="02040503050406030204" pitchFamily="18" charset="0"/>
                                  <a:cs typeface="Arial" panose="020B0604020202020204" pitchFamily="34" charset="0"/>
                                </a:rPr>
                                <m:t>𝑓</m:t>
                              </m:r>
                            </m:e>
                            <m:sub>
                              <m:r>
                                <a:rPr lang="en-IN" sz="2400" b="0" i="1" smtClean="0">
                                  <a:solidFill>
                                    <a:schemeClr val="bg1"/>
                                  </a:solidFill>
                                  <a:latin typeface="Cambria Math" panose="02040503050406030204" pitchFamily="18" charset="0"/>
                                  <a:cs typeface="Arial" panose="020B0604020202020204" pitchFamily="34" charset="0"/>
                                </a:rPr>
                                <m:t>2</m:t>
                              </m:r>
                            </m:sub>
                          </m:sSub>
                          <m:d>
                            <m:dPr>
                              <m:ctrlPr>
                                <a:rPr lang="en-IN" sz="2400" b="0" i="1" smtClean="0">
                                  <a:solidFill>
                                    <a:schemeClr val="bg1"/>
                                  </a:solidFill>
                                  <a:latin typeface="Cambria Math" panose="02040503050406030204" pitchFamily="18" charset="0"/>
                                  <a:cs typeface="Arial" panose="020B0604020202020204" pitchFamily="34" charset="0"/>
                                </a:rPr>
                              </m:ctrlPr>
                            </m:dPr>
                            <m:e>
                              <m:r>
                                <a:rPr lang="en-IN" sz="2400" b="0" i="1" smtClean="0">
                                  <a:solidFill>
                                    <a:schemeClr val="bg1"/>
                                  </a:solidFill>
                                  <a:latin typeface="Cambria Math" panose="02040503050406030204" pitchFamily="18" charset="0"/>
                                  <a:cs typeface="Arial" panose="020B0604020202020204" pitchFamily="34" charset="0"/>
                                </a:rPr>
                                <m:t>𝑥</m:t>
                              </m:r>
                            </m:e>
                          </m:d>
                        </m:den>
                      </m:f>
                      <m:r>
                        <a:rPr lang="en-IN" sz="2400" b="0" i="1" smtClean="0">
                          <a:solidFill>
                            <a:schemeClr val="bg1"/>
                          </a:solidFill>
                          <a:latin typeface="Cambria Math" panose="02040503050406030204" pitchFamily="18" charset="0"/>
                          <a:cs typeface="Arial" panose="020B0604020202020204" pitchFamily="34" charset="0"/>
                        </a:rPr>
                        <m:t>&gt;</m:t>
                      </m:r>
                      <m:f>
                        <m:fPr>
                          <m:ctrlPr>
                            <a:rPr lang="en-IN" sz="2400" i="1">
                              <a:solidFill>
                                <a:schemeClr val="bg1"/>
                              </a:solidFill>
                              <a:latin typeface="Cambria Math" panose="02040503050406030204" pitchFamily="18" charset="0"/>
                              <a:cs typeface="Arial" panose="020B0604020202020204" pitchFamily="34" charset="0"/>
                            </a:rPr>
                          </m:ctrlPr>
                        </m:fPr>
                        <m:num>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(1|2)</m:t>
                          </m:r>
                          <m:sSub>
                            <m:sSubPr>
                              <m:ctrlPr>
                                <a:rPr lang="en-IN" sz="2400" b="0" i="1" smtClean="0">
                                  <a:solidFill>
                                    <a:srgbClr val="CC00FF"/>
                                  </a:solidFill>
                                  <a:latin typeface="Cambria Math" panose="02040503050406030204" pitchFamily="18" charset="0"/>
                                  <a:cs typeface="Arial" panose="020B0604020202020204" pitchFamily="34" charset="0"/>
                                </a:rPr>
                              </m:ctrlPr>
                            </m:sSubPr>
                            <m:e>
                              <m:r>
                                <a:rPr lang="en-IN" sz="2400" b="0" i="1" smtClean="0">
                                  <a:solidFill>
                                    <a:srgbClr val="CC00FF"/>
                                  </a:solidFill>
                                  <a:latin typeface="Cambria Math" panose="02040503050406030204" pitchFamily="18" charset="0"/>
                                  <a:cs typeface="Arial" panose="020B0604020202020204" pitchFamily="34" charset="0"/>
                                </a:rPr>
                                <m:t>𝑝</m:t>
                              </m:r>
                            </m:e>
                            <m:sub>
                              <m:r>
                                <a:rPr lang="en-IN" sz="2400" b="0" i="1" smtClean="0">
                                  <a:solidFill>
                                    <a:srgbClr val="CC00FF"/>
                                  </a:solidFill>
                                  <a:latin typeface="Cambria Math" panose="02040503050406030204" pitchFamily="18" charset="0"/>
                                  <a:cs typeface="Arial" panose="020B0604020202020204" pitchFamily="34" charset="0"/>
                                </a:rPr>
                                <m:t>2</m:t>
                              </m:r>
                            </m:sub>
                          </m:sSub>
                        </m:num>
                        <m:den>
                          <m:r>
                            <a:rPr lang="en-IN" sz="2400" i="1">
                              <a:solidFill>
                                <a:schemeClr val="bg1"/>
                              </a:solidFill>
                              <a:latin typeface="Cambria Math" panose="02040503050406030204" pitchFamily="18" charset="0"/>
                              <a:cs typeface="Arial" panose="020B0604020202020204" pitchFamily="34" charset="0"/>
                            </a:rPr>
                            <m:t>𝐶</m:t>
                          </m:r>
                          <m:r>
                            <a:rPr lang="en-IN" sz="2400" i="1">
                              <a:solidFill>
                                <a:schemeClr val="bg1"/>
                              </a:solidFill>
                              <a:latin typeface="Cambria Math" panose="02040503050406030204" pitchFamily="18" charset="0"/>
                              <a:cs typeface="Arial" panose="020B0604020202020204" pitchFamily="34" charset="0"/>
                            </a:rPr>
                            <m:t>(2|1)</m:t>
                          </m:r>
                          <m:sSub>
                            <m:sSubPr>
                              <m:ctrlPr>
                                <a:rPr lang="en-IN" sz="2400" i="1">
                                  <a:solidFill>
                                    <a:srgbClr val="CC00FF"/>
                                  </a:solidFill>
                                  <a:latin typeface="Cambria Math" panose="02040503050406030204" pitchFamily="18" charset="0"/>
                                  <a:cs typeface="Arial" panose="020B0604020202020204" pitchFamily="34" charset="0"/>
                                </a:rPr>
                              </m:ctrlPr>
                            </m:sSubPr>
                            <m:e>
                              <m:r>
                                <a:rPr lang="en-IN" sz="2400" i="1">
                                  <a:solidFill>
                                    <a:srgbClr val="CC00FF"/>
                                  </a:solidFill>
                                  <a:latin typeface="Cambria Math" panose="02040503050406030204" pitchFamily="18" charset="0"/>
                                  <a:cs typeface="Arial" panose="020B0604020202020204" pitchFamily="34" charset="0"/>
                                </a:rPr>
                                <m:t>𝑝</m:t>
                              </m:r>
                            </m:e>
                            <m:sub>
                              <m:r>
                                <a:rPr lang="en-IN" sz="2400" i="1">
                                  <a:solidFill>
                                    <a:srgbClr val="CC00FF"/>
                                  </a:solidFill>
                                  <a:latin typeface="Cambria Math" panose="02040503050406030204" pitchFamily="18" charset="0"/>
                                  <a:cs typeface="Arial" panose="020B0604020202020204" pitchFamily="34" charset="0"/>
                                </a:rPr>
                                <m:t>1</m:t>
                              </m:r>
                            </m:sub>
                          </m:sSub>
                        </m:den>
                      </m:f>
                      <m:r>
                        <a:rPr lang="en-IN" sz="2400" b="0" i="1" smtClean="0">
                          <a:solidFill>
                            <a:schemeClr val="bg1"/>
                          </a:solidFill>
                          <a:latin typeface="Cambria Math" panose="02040503050406030204" pitchFamily="18" charset="0"/>
                          <a:cs typeface="Arial" panose="020B0604020202020204" pitchFamily="34" charset="0"/>
                        </a:rPr>
                        <m:t> </m:t>
                      </m:r>
                    </m:oMath>
                  </m:oMathPara>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82C2CCB0-8546-E202-642E-833296A49E59}"/>
                  </a:ext>
                </a:extLst>
              </p:cNvPr>
              <p:cNvSpPr txBox="1">
                <a:spLocks noRot="1" noChangeAspect="1" noMove="1" noResize="1" noEditPoints="1" noAdjustHandles="1" noChangeArrowheads="1" noChangeShapeType="1" noTextEdit="1"/>
              </p:cNvSpPr>
              <p:nvPr/>
            </p:nvSpPr>
            <p:spPr>
              <a:xfrm>
                <a:off x="583233" y="1025694"/>
                <a:ext cx="11025534" cy="5231240"/>
              </a:xfrm>
              <a:prstGeom prst="rect">
                <a:avLst/>
              </a:prstGeom>
              <a:blipFill>
                <a:blip r:embed="rId2"/>
                <a:stretch>
                  <a:fillRect l="-885" r="-885"/>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5DE22E-B5EE-FD89-3E41-D48540DC5E43}"/>
                  </a:ext>
                </a:extLst>
              </p14:cNvPr>
              <p14:cNvContentPartPr/>
              <p14:nvPr/>
            </p14:nvContentPartPr>
            <p14:xfrm>
              <a:off x="9984960" y="2278080"/>
              <a:ext cx="248760" cy="28440"/>
            </p14:xfrm>
          </p:contentPart>
        </mc:Choice>
        <mc:Fallback xmlns="">
          <p:pic>
            <p:nvPicPr>
              <p:cNvPr id="2" name="Ink 1">
                <a:extLst>
                  <a:ext uri="{FF2B5EF4-FFF2-40B4-BE49-F238E27FC236}">
                    <a16:creationId xmlns:a16="http://schemas.microsoft.com/office/drawing/2014/main" id="{3E5DE22E-B5EE-FD89-3E41-D48540DC5E43}"/>
                  </a:ext>
                </a:extLst>
              </p:cNvPr>
              <p:cNvPicPr/>
              <p:nvPr/>
            </p:nvPicPr>
            <p:blipFill>
              <a:blip r:embed="rId4"/>
              <a:stretch>
                <a:fillRect/>
              </a:stretch>
            </p:blipFill>
            <p:spPr>
              <a:xfrm>
                <a:off x="9975600" y="2268720"/>
                <a:ext cx="267480" cy="47160"/>
              </a:xfrm>
              <a:prstGeom prst="rect">
                <a:avLst/>
              </a:prstGeom>
            </p:spPr>
          </p:pic>
        </mc:Fallback>
      </mc:AlternateContent>
    </p:spTree>
    <p:extLst>
      <p:ext uri="{BB962C8B-B14F-4D97-AF65-F5344CB8AC3E}">
        <p14:creationId xmlns:p14="http://schemas.microsoft.com/office/powerpoint/2010/main" val="2759968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40314-C2C2-373E-CFA4-568879C8ECF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D9404EA-796F-E587-983C-30A86FC7FDC5}"/>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Explanation Accounting For Costs</a:t>
            </a:r>
          </a:p>
        </p:txBody>
      </p:sp>
      <p:pic>
        <p:nvPicPr>
          <p:cNvPr id="5" name="Picture 4">
            <a:extLst>
              <a:ext uri="{FF2B5EF4-FFF2-40B4-BE49-F238E27FC236}">
                <a16:creationId xmlns:a16="http://schemas.microsoft.com/office/drawing/2014/main" id="{C017E228-B246-FBC0-943B-FBFFA8E711C7}"/>
              </a:ext>
            </a:extLst>
          </p:cNvPr>
          <p:cNvPicPr>
            <a:picLocks noChangeAspect="1"/>
          </p:cNvPicPr>
          <p:nvPr/>
        </p:nvPicPr>
        <p:blipFill>
          <a:blip r:embed="rId2"/>
          <a:stretch>
            <a:fillRect/>
          </a:stretch>
        </p:blipFill>
        <p:spPr>
          <a:xfrm>
            <a:off x="1155283" y="966546"/>
            <a:ext cx="9632691" cy="3945922"/>
          </a:xfrm>
          <a:prstGeom prst="rect">
            <a:avLst/>
          </a:prstGeom>
        </p:spPr>
      </p:pic>
      <p:grpSp>
        <p:nvGrpSpPr>
          <p:cNvPr id="4" name="Group 3">
            <a:extLst>
              <a:ext uri="{FF2B5EF4-FFF2-40B4-BE49-F238E27FC236}">
                <a16:creationId xmlns:a16="http://schemas.microsoft.com/office/drawing/2014/main" id="{331FF8DD-A6D8-F37E-F0C9-82A86A71E2D7}"/>
              </a:ext>
            </a:extLst>
          </p:cNvPr>
          <p:cNvGrpSpPr/>
          <p:nvPr/>
        </p:nvGrpSpPr>
        <p:grpSpPr>
          <a:xfrm>
            <a:off x="3296513" y="5191440"/>
            <a:ext cx="297720" cy="245160"/>
            <a:chOff x="3296513" y="5191440"/>
            <a:chExt cx="297720" cy="24516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23CA571-30D6-A656-CC77-41BDCD8C1D8A}"/>
                    </a:ext>
                  </a:extLst>
                </p14:cNvPr>
                <p14:cNvContentPartPr/>
                <p14:nvPr/>
              </p14:nvContentPartPr>
              <p14:xfrm>
                <a:off x="3296513" y="5219520"/>
                <a:ext cx="148680" cy="217080"/>
              </p14:xfrm>
            </p:contentPart>
          </mc:Choice>
          <mc:Fallback xmlns="">
            <p:pic>
              <p:nvPicPr>
                <p:cNvPr id="2" name="Ink 1">
                  <a:extLst>
                    <a:ext uri="{FF2B5EF4-FFF2-40B4-BE49-F238E27FC236}">
                      <a16:creationId xmlns:a16="http://schemas.microsoft.com/office/drawing/2014/main" id="{F23CA571-30D6-A656-CC77-41BDCD8C1D8A}"/>
                    </a:ext>
                  </a:extLst>
                </p:cNvPr>
                <p:cNvPicPr/>
                <p:nvPr/>
              </p:nvPicPr>
              <p:blipFill>
                <a:blip r:embed="rId4"/>
                <a:stretch>
                  <a:fillRect/>
                </a:stretch>
              </p:blipFill>
              <p:spPr>
                <a:xfrm>
                  <a:off x="3290393" y="5213400"/>
                  <a:ext cx="1609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934EE80-73EB-6A3A-B72F-5A485868015B}"/>
                    </a:ext>
                  </a:extLst>
                </p14:cNvPr>
                <p14:cNvContentPartPr/>
                <p14:nvPr/>
              </p14:nvContentPartPr>
              <p14:xfrm>
                <a:off x="3418193" y="5191440"/>
                <a:ext cx="176040" cy="233640"/>
              </p14:xfrm>
            </p:contentPart>
          </mc:Choice>
          <mc:Fallback xmlns="">
            <p:pic>
              <p:nvPicPr>
                <p:cNvPr id="3" name="Ink 2">
                  <a:extLst>
                    <a:ext uri="{FF2B5EF4-FFF2-40B4-BE49-F238E27FC236}">
                      <a16:creationId xmlns:a16="http://schemas.microsoft.com/office/drawing/2014/main" id="{1934EE80-73EB-6A3A-B72F-5A485868015B}"/>
                    </a:ext>
                  </a:extLst>
                </p:cNvPr>
                <p:cNvPicPr/>
                <p:nvPr/>
              </p:nvPicPr>
              <p:blipFill>
                <a:blip r:embed="rId6"/>
                <a:stretch>
                  <a:fillRect/>
                </a:stretch>
              </p:blipFill>
              <p:spPr>
                <a:xfrm>
                  <a:off x="3412073" y="5185320"/>
                  <a:ext cx="188280" cy="24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F797D92E-6363-A4BA-D672-DB89475E99F5}"/>
                  </a:ext>
                </a:extLst>
              </p14:cNvPr>
              <p14:cNvContentPartPr/>
              <p14:nvPr/>
            </p14:nvContentPartPr>
            <p14:xfrm>
              <a:off x="1704960" y="994320"/>
              <a:ext cx="10445760" cy="5572800"/>
            </p14:xfrm>
          </p:contentPart>
        </mc:Choice>
        <mc:Fallback xmlns="">
          <p:pic>
            <p:nvPicPr>
              <p:cNvPr id="6" name="Ink 5">
                <a:extLst>
                  <a:ext uri="{FF2B5EF4-FFF2-40B4-BE49-F238E27FC236}">
                    <a16:creationId xmlns:a16="http://schemas.microsoft.com/office/drawing/2014/main" id="{F797D92E-6363-A4BA-D672-DB89475E99F5}"/>
                  </a:ext>
                </a:extLst>
              </p:cNvPr>
              <p:cNvPicPr/>
              <p:nvPr/>
            </p:nvPicPr>
            <p:blipFill>
              <a:blip r:embed="rId8"/>
              <a:stretch>
                <a:fillRect/>
              </a:stretch>
            </p:blipFill>
            <p:spPr>
              <a:xfrm>
                <a:off x="1695600" y="984960"/>
                <a:ext cx="10464480" cy="5591520"/>
              </a:xfrm>
              <a:prstGeom prst="rect">
                <a:avLst/>
              </a:prstGeom>
            </p:spPr>
          </p:pic>
        </mc:Fallback>
      </mc:AlternateContent>
    </p:spTree>
    <p:extLst>
      <p:ext uri="{BB962C8B-B14F-4D97-AF65-F5344CB8AC3E}">
        <p14:creationId xmlns:p14="http://schemas.microsoft.com/office/powerpoint/2010/main" val="3818675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A3ECB39-77A4-7B58-C783-E33A9758675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ECE4C93-B767-C3C6-8FC0-3A333730593A}"/>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4" name="TextBox 3">
            <a:extLst>
              <a:ext uri="{FF2B5EF4-FFF2-40B4-BE49-F238E27FC236}">
                <a16:creationId xmlns:a16="http://schemas.microsoft.com/office/drawing/2014/main" id="{C5651822-F755-EA58-E9D5-B74867053A9C}"/>
              </a:ext>
            </a:extLst>
          </p:cNvPr>
          <p:cNvSpPr txBox="1"/>
          <p:nvPr/>
        </p:nvSpPr>
        <p:spPr>
          <a:xfrm>
            <a:off x="310432" y="700391"/>
            <a:ext cx="11333577" cy="6186309"/>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When the prior probabilities are unknown, they are often taken to be equal, and the minimum ECM rule involves comparing the ratio of the population densities to the ratio of the appropriate misclassification costs.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If the misclassification cost ratio is also indeterminate, it is usually taken to be unity, and the population density ratio is compared with the ratio of the prior probabilities.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Note that the prior probabilities are in the reverse order of the densities.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Finally, when both the prior probability and misclassification cost ratios are unity, or one ratio is the reciprocal of the other, the optimal classification regions are determined simply by comparing the values of the density functions.</a:t>
            </a:r>
            <a:endParaRPr lang="en-IN"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Rectangle 1"/>
              <p:cNvSpPr/>
              <p:nvPr/>
            </p:nvSpPr>
            <p:spPr>
              <a:xfrm>
                <a:off x="9919043" y="21359"/>
                <a:ext cx="1962525" cy="679032"/>
              </a:xfrm>
              <a:prstGeom prst="rect">
                <a:avLst/>
              </a:prstGeom>
            </p:spPr>
            <p:txBody>
              <a:bodyPr wrap="none">
                <a:spAutoFit/>
              </a:bodyPr>
              <a:lstStyle/>
              <a:p>
                <a:pPr/>
                <a14:m>
                  <m:oMathPara xmlns:m="http://schemas.openxmlformats.org/officeDocument/2006/math">
                    <m:oMath>
                      <m:f>
                        <m:fPr>
                          <m:ctrlPr>
                            <a:rPr lang="en-IN" i="1">
                              <a:solidFill>
                                <a:schemeClr val="bg1"/>
                              </a:solidFill>
                              <a:latin typeface="Cambria Math" panose="02040503050406030204" pitchFamily="18" charset="0"/>
                              <a:cs typeface="Arial" panose="020B0604020202020204" pitchFamily="34" charset="0"/>
                            </a:rPr>
                          </m:ctrlPr>
                        </m:fPr>
                        <m:num>
                          <m:sSub>
                            <m:sSubPr>
                              <m:ctrlPr>
                                <a:rPr lang="en-IN" i="1">
                                  <a:solidFill>
                                    <a:schemeClr val="bg1"/>
                                  </a:solidFill>
                                  <a:latin typeface="Cambria Math" panose="02040503050406030204" pitchFamily="18" charset="0"/>
                                  <a:cs typeface="Arial" panose="020B0604020202020204" pitchFamily="34" charset="0"/>
                                </a:rPr>
                              </m:ctrlPr>
                            </m:sSubPr>
                            <m:e>
                              <m:r>
                                <a:rPr lang="en-IN" i="1">
                                  <a:solidFill>
                                    <a:schemeClr val="bg1"/>
                                  </a:solidFill>
                                  <a:latin typeface="Cambria Math" panose="02040503050406030204" pitchFamily="18" charset="0"/>
                                  <a:cs typeface="Arial" panose="020B0604020202020204" pitchFamily="34" charset="0"/>
                                </a:rPr>
                                <m:t>𝑓</m:t>
                              </m:r>
                            </m:e>
                            <m:sub>
                              <m:r>
                                <a:rPr lang="en-IN" i="1">
                                  <a:solidFill>
                                    <a:schemeClr val="bg1"/>
                                  </a:solidFill>
                                  <a:latin typeface="Cambria Math" panose="02040503050406030204" pitchFamily="18" charset="0"/>
                                  <a:cs typeface="Arial" panose="020B0604020202020204" pitchFamily="34" charset="0"/>
                                </a:rPr>
                                <m:t>1</m:t>
                              </m:r>
                            </m:sub>
                          </m:sSub>
                          <m:d>
                            <m:dPr>
                              <m:ctrlPr>
                                <a:rPr lang="en-IN" i="1">
                                  <a:solidFill>
                                    <a:schemeClr val="bg1"/>
                                  </a:solidFill>
                                  <a:latin typeface="Cambria Math" panose="02040503050406030204" pitchFamily="18" charset="0"/>
                                  <a:cs typeface="Arial" panose="020B0604020202020204" pitchFamily="34" charset="0"/>
                                </a:rPr>
                              </m:ctrlPr>
                            </m:dPr>
                            <m:e>
                              <m:r>
                                <a:rPr lang="en-IN" i="1">
                                  <a:solidFill>
                                    <a:schemeClr val="bg1"/>
                                  </a:solidFill>
                                  <a:latin typeface="Cambria Math" panose="02040503050406030204" pitchFamily="18" charset="0"/>
                                  <a:cs typeface="Arial" panose="020B0604020202020204" pitchFamily="34" charset="0"/>
                                </a:rPr>
                                <m:t>𝑥</m:t>
                              </m:r>
                            </m:e>
                          </m:d>
                        </m:num>
                        <m:den>
                          <m:sSub>
                            <m:sSubPr>
                              <m:ctrlPr>
                                <a:rPr lang="en-IN" i="1">
                                  <a:solidFill>
                                    <a:schemeClr val="bg1"/>
                                  </a:solidFill>
                                  <a:latin typeface="Cambria Math" panose="02040503050406030204" pitchFamily="18" charset="0"/>
                                  <a:cs typeface="Arial" panose="020B0604020202020204" pitchFamily="34" charset="0"/>
                                </a:rPr>
                              </m:ctrlPr>
                            </m:sSubPr>
                            <m:e>
                              <m:r>
                                <a:rPr lang="en-IN" i="1">
                                  <a:solidFill>
                                    <a:schemeClr val="bg1"/>
                                  </a:solidFill>
                                  <a:latin typeface="Cambria Math" panose="02040503050406030204" pitchFamily="18" charset="0"/>
                                  <a:cs typeface="Arial" panose="020B0604020202020204" pitchFamily="34" charset="0"/>
                                </a:rPr>
                                <m:t>𝑓</m:t>
                              </m:r>
                            </m:e>
                            <m:sub>
                              <m:r>
                                <a:rPr lang="en-IN" i="1">
                                  <a:solidFill>
                                    <a:schemeClr val="bg1"/>
                                  </a:solidFill>
                                  <a:latin typeface="Cambria Math" panose="02040503050406030204" pitchFamily="18" charset="0"/>
                                  <a:cs typeface="Arial" panose="020B0604020202020204" pitchFamily="34" charset="0"/>
                                </a:rPr>
                                <m:t>2</m:t>
                              </m:r>
                            </m:sub>
                          </m:sSub>
                          <m:d>
                            <m:dPr>
                              <m:ctrlPr>
                                <a:rPr lang="en-IN" i="1">
                                  <a:solidFill>
                                    <a:schemeClr val="bg1"/>
                                  </a:solidFill>
                                  <a:latin typeface="Cambria Math" panose="02040503050406030204" pitchFamily="18" charset="0"/>
                                  <a:cs typeface="Arial" panose="020B0604020202020204" pitchFamily="34" charset="0"/>
                                </a:rPr>
                              </m:ctrlPr>
                            </m:dPr>
                            <m:e>
                              <m:r>
                                <a:rPr lang="en-IN" i="1">
                                  <a:solidFill>
                                    <a:schemeClr val="bg1"/>
                                  </a:solidFill>
                                  <a:latin typeface="Cambria Math" panose="02040503050406030204" pitchFamily="18" charset="0"/>
                                  <a:cs typeface="Arial" panose="020B0604020202020204" pitchFamily="34" charset="0"/>
                                </a:rPr>
                                <m:t>𝑥</m:t>
                              </m:r>
                            </m:e>
                          </m:d>
                        </m:den>
                      </m:f>
                      <m:r>
                        <a:rPr lang="en-IN" i="1">
                          <a:solidFill>
                            <a:schemeClr val="bg1"/>
                          </a:solidFill>
                          <a:latin typeface="Cambria Math" panose="02040503050406030204" pitchFamily="18" charset="0"/>
                          <a:cs typeface="Arial" panose="020B0604020202020204" pitchFamily="34" charset="0"/>
                        </a:rPr>
                        <m:t>&gt;</m:t>
                      </m:r>
                      <m:f>
                        <m:fPr>
                          <m:ctrlPr>
                            <a:rPr lang="en-IN" i="1">
                              <a:solidFill>
                                <a:schemeClr val="bg1"/>
                              </a:solidFill>
                              <a:latin typeface="Cambria Math" panose="02040503050406030204" pitchFamily="18" charset="0"/>
                              <a:cs typeface="Arial" panose="020B0604020202020204" pitchFamily="34" charset="0"/>
                            </a:rPr>
                          </m:ctrlPr>
                        </m:fPr>
                        <m:num>
                          <m:r>
                            <a:rPr lang="en-IN" i="1">
                              <a:solidFill>
                                <a:schemeClr val="bg1"/>
                              </a:solidFill>
                              <a:latin typeface="Cambria Math" panose="02040503050406030204" pitchFamily="18" charset="0"/>
                              <a:cs typeface="Arial" panose="020B0604020202020204" pitchFamily="34" charset="0"/>
                            </a:rPr>
                            <m:t>𝐶</m:t>
                          </m:r>
                          <m:r>
                            <a:rPr lang="en-IN" i="1">
                              <a:solidFill>
                                <a:schemeClr val="bg1"/>
                              </a:solidFill>
                              <a:latin typeface="Cambria Math" panose="02040503050406030204" pitchFamily="18" charset="0"/>
                              <a:cs typeface="Arial" panose="020B0604020202020204" pitchFamily="34" charset="0"/>
                            </a:rPr>
                            <m:t>(1|2)</m:t>
                          </m:r>
                          <m:sSub>
                            <m:sSubPr>
                              <m:ctrlPr>
                                <a:rPr lang="en-IN" i="1">
                                  <a:solidFill>
                                    <a:srgbClr val="CC00FF"/>
                                  </a:solidFill>
                                  <a:latin typeface="Cambria Math" panose="02040503050406030204" pitchFamily="18" charset="0"/>
                                  <a:cs typeface="Arial" panose="020B0604020202020204" pitchFamily="34" charset="0"/>
                                </a:rPr>
                              </m:ctrlPr>
                            </m:sSubPr>
                            <m:e>
                              <m:r>
                                <a:rPr lang="en-IN" i="1">
                                  <a:solidFill>
                                    <a:srgbClr val="CC00FF"/>
                                  </a:solidFill>
                                  <a:latin typeface="Cambria Math" panose="02040503050406030204" pitchFamily="18" charset="0"/>
                                  <a:cs typeface="Arial" panose="020B0604020202020204" pitchFamily="34" charset="0"/>
                                </a:rPr>
                                <m:t>𝑝</m:t>
                              </m:r>
                            </m:e>
                            <m:sub>
                              <m:r>
                                <a:rPr lang="en-IN" i="1">
                                  <a:solidFill>
                                    <a:srgbClr val="CC00FF"/>
                                  </a:solidFill>
                                  <a:latin typeface="Cambria Math" panose="02040503050406030204" pitchFamily="18" charset="0"/>
                                  <a:cs typeface="Arial" panose="020B0604020202020204" pitchFamily="34" charset="0"/>
                                </a:rPr>
                                <m:t>2</m:t>
                              </m:r>
                            </m:sub>
                          </m:sSub>
                        </m:num>
                        <m:den>
                          <m:r>
                            <a:rPr lang="en-IN" i="1">
                              <a:solidFill>
                                <a:schemeClr val="bg1"/>
                              </a:solidFill>
                              <a:latin typeface="Cambria Math" panose="02040503050406030204" pitchFamily="18" charset="0"/>
                              <a:cs typeface="Arial" panose="020B0604020202020204" pitchFamily="34" charset="0"/>
                            </a:rPr>
                            <m:t>𝐶</m:t>
                          </m:r>
                          <m:r>
                            <a:rPr lang="en-IN" i="1">
                              <a:solidFill>
                                <a:schemeClr val="bg1"/>
                              </a:solidFill>
                              <a:latin typeface="Cambria Math" panose="02040503050406030204" pitchFamily="18" charset="0"/>
                              <a:cs typeface="Arial" panose="020B0604020202020204" pitchFamily="34" charset="0"/>
                            </a:rPr>
                            <m:t>(2|1)</m:t>
                          </m:r>
                          <m:sSub>
                            <m:sSubPr>
                              <m:ctrlPr>
                                <a:rPr lang="en-IN" i="1">
                                  <a:solidFill>
                                    <a:srgbClr val="CC00FF"/>
                                  </a:solidFill>
                                  <a:latin typeface="Cambria Math" panose="02040503050406030204" pitchFamily="18" charset="0"/>
                                  <a:cs typeface="Arial" panose="020B0604020202020204" pitchFamily="34" charset="0"/>
                                </a:rPr>
                              </m:ctrlPr>
                            </m:sSubPr>
                            <m:e>
                              <m:r>
                                <a:rPr lang="en-IN" i="1">
                                  <a:solidFill>
                                    <a:srgbClr val="CC00FF"/>
                                  </a:solidFill>
                                  <a:latin typeface="Cambria Math" panose="02040503050406030204" pitchFamily="18" charset="0"/>
                                  <a:cs typeface="Arial" panose="020B0604020202020204" pitchFamily="34" charset="0"/>
                                </a:rPr>
                                <m:t>𝑝</m:t>
                              </m:r>
                            </m:e>
                            <m:sub>
                              <m:r>
                                <a:rPr lang="en-IN" i="1">
                                  <a:solidFill>
                                    <a:srgbClr val="CC00FF"/>
                                  </a:solidFill>
                                  <a:latin typeface="Cambria Math" panose="02040503050406030204" pitchFamily="18" charset="0"/>
                                  <a:cs typeface="Arial" panose="020B0604020202020204" pitchFamily="34" charset="0"/>
                                </a:rPr>
                                <m:t>1</m:t>
                              </m:r>
                            </m:sub>
                          </m:sSub>
                        </m:den>
                      </m:f>
                    </m:oMath>
                  </m:oMathPara>
                </a14:m>
                <a:endParaRPr lang="en-IN" dirty="0"/>
              </a:p>
            </p:txBody>
          </p:sp>
        </mc:Choice>
        <mc:Fallback xmlns="">
          <p:sp>
            <p:nvSpPr>
              <p:cNvPr id="2" name="Rectangle 1"/>
              <p:cNvSpPr>
                <a:spLocks noRot="1" noChangeAspect="1" noMove="1" noResize="1" noEditPoints="1" noAdjustHandles="1" noChangeArrowheads="1" noChangeShapeType="1" noTextEdit="1"/>
              </p:cNvSpPr>
              <p:nvPr/>
            </p:nvSpPr>
            <p:spPr>
              <a:xfrm>
                <a:off x="9919043" y="21359"/>
                <a:ext cx="1962525" cy="67903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E66EE20-CC27-77D7-65F3-4004F6A1CF2D}"/>
                  </a:ext>
                </a:extLst>
              </p14:cNvPr>
              <p14:cNvContentPartPr/>
              <p14:nvPr/>
            </p14:nvContentPartPr>
            <p14:xfrm>
              <a:off x="1165680" y="336240"/>
              <a:ext cx="10789920" cy="3924000"/>
            </p14:xfrm>
          </p:contentPart>
        </mc:Choice>
        <mc:Fallback xmlns="">
          <p:pic>
            <p:nvPicPr>
              <p:cNvPr id="3" name="Ink 2">
                <a:extLst>
                  <a:ext uri="{FF2B5EF4-FFF2-40B4-BE49-F238E27FC236}">
                    <a16:creationId xmlns:a16="http://schemas.microsoft.com/office/drawing/2014/main" id="{7E66EE20-CC27-77D7-65F3-4004F6A1CF2D}"/>
                  </a:ext>
                </a:extLst>
              </p:cNvPr>
              <p:cNvPicPr/>
              <p:nvPr/>
            </p:nvPicPr>
            <p:blipFill>
              <a:blip r:embed="rId4"/>
              <a:stretch>
                <a:fillRect/>
              </a:stretch>
            </p:blipFill>
            <p:spPr>
              <a:xfrm>
                <a:off x="1156320" y="326880"/>
                <a:ext cx="10808640" cy="3942720"/>
              </a:xfrm>
              <a:prstGeom prst="rect">
                <a:avLst/>
              </a:prstGeom>
            </p:spPr>
          </p:pic>
        </mc:Fallback>
      </mc:AlternateContent>
    </p:spTree>
    <p:extLst>
      <p:ext uri="{BB962C8B-B14F-4D97-AF65-F5344CB8AC3E}">
        <p14:creationId xmlns:p14="http://schemas.microsoft.com/office/powerpoint/2010/main" val="2356213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E9992A-CBF7-B17C-661E-99837441F26B}"/>
              </a:ext>
            </a:extLst>
          </p:cNvPr>
          <p:cNvPicPr>
            <a:picLocks noChangeAspect="1"/>
          </p:cNvPicPr>
          <p:nvPr/>
        </p:nvPicPr>
        <p:blipFill>
          <a:blip r:embed="rId2"/>
          <a:stretch>
            <a:fillRect/>
          </a:stretch>
        </p:blipFill>
        <p:spPr>
          <a:xfrm>
            <a:off x="1826396" y="633285"/>
            <a:ext cx="8805935" cy="542704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A7AA2CB-9418-9806-BE09-B1D2AF614AB0}"/>
                  </a:ext>
                </a:extLst>
              </p14:cNvPr>
              <p14:cNvContentPartPr/>
              <p14:nvPr/>
            </p14:nvContentPartPr>
            <p14:xfrm>
              <a:off x="3907800" y="2016000"/>
              <a:ext cx="5248080" cy="3489840"/>
            </p14:xfrm>
          </p:contentPart>
        </mc:Choice>
        <mc:Fallback xmlns="">
          <p:pic>
            <p:nvPicPr>
              <p:cNvPr id="2" name="Ink 1">
                <a:extLst>
                  <a:ext uri="{FF2B5EF4-FFF2-40B4-BE49-F238E27FC236}">
                    <a16:creationId xmlns:a16="http://schemas.microsoft.com/office/drawing/2014/main" id="{8A7AA2CB-9418-9806-BE09-B1D2AF614AB0}"/>
                  </a:ext>
                </a:extLst>
              </p:cNvPr>
              <p:cNvPicPr/>
              <p:nvPr/>
            </p:nvPicPr>
            <p:blipFill>
              <a:blip r:embed="rId4"/>
              <a:stretch>
                <a:fillRect/>
              </a:stretch>
            </p:blipFill>
            <p:spPr>
              <a:xfrm>
                <a:off x="3898440" y="2006640"/>
                <a:ext cx="5266800" cy="3508560"/>
              </a:xfrm>
              <a:prstGeom prst="rect">
                <a:avLst/>
              </a:prstGeom>
            </p:spPr>
          </p:pic>
        </mc:Fallback>
      </mc:AlternateContent>
    </p:spTree>
    <p:extLst>
      <p:ext uri="{BB962C8B-B14F-4D97-AF65-F5344CB8AC3E}">
        <p14:creationId xmlns:p14="http://schemas.microsoft.com/office/powerpoint/2010/main" val="12136650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9E1F6C8-DC90-A31B-9C1B-B7B4B74A7BB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AD425CB-28D3-51BA-837C-1CB35A76E812}"/>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4" name="TextBox 3">
            <a:extLst>
              <a:ext uri="{FF2B5EF4-FFF2-40B4-BE49-F238E27FC236}">
                <a16:creationId xmlns:a16="http://schemas.microsoft.com/office/drawing/2014/main" id="{490209AB-2C75-E580-9B5D-8A1EE1058504}"/>
              </a:ext>
            </a:extLst>
          </p:cNvPr>
          <p:cNvSpPr txBox="1"/>
          <p:nvPr/>
        </p:nvSpPr>
        <p:spPr>
          <a:xfrm>
            <a:off x="429211" y="982493"/>
            <a:ext cx="11333577" cy="5509200"/>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In this case, if </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0</a:t>
            </a:r>
            <a:r>
              <a:rPr lang="en-US" sz="2200" dirty="0">
                <a:solidFill>
                  <a:schemeClr val="bg1"/>
                </a:solidFill>
                <a:latin typeface="Arial" panose="020B0604020202020204" pitchFamily="34" charset="0"/>
                <a:cs typeface="Arial" panose="020B0604020202020204" pitchFamily="34" charset="0"/>
              </a:rPr>
              <a:t> is a new observation and f</a:t>
            </a:r>
            <a:r>
              <a:rPr lang="en-US"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0</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/f</a:t>
            </a:r>
            <a:r>
              <a:rPr lang="en-US" sz="2200" b="1"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0</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is ≥ 1, i.e., we assign </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o</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to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1</a:t>
            </a:r>
          </a:p>
          <a:p>
            <a:pPr marL="285750" indent="-285750" algn="just">
              <a:lnSpc>
                <a:spcPct val="200000"/>
              </a:lnSpc>
              <a:buClr>
                <a:srgbClr val="0000FF"/>
              </a:buClr>
              <a:buFont typeface="Wingdings" panose="05000000000000000000" pitchFamily="2" charset="2"/>
              <a:buChar char="v"/>
            </a:pPr>
            <a:r>
              <a:rPr lang="en-IN" sz="2200" b="1" dirty="0">
                <a:solidFill>
                  <a:schemeClr val="bg1"/>
                </a:solidFill>
                <a:latin typeface="Arial" panose="020B0604020202020204" pitchFamily="34" charset="0"/>
                <a:cs typeface="Arial" panose="020B0604020202020204" pitchFamily="34" charset="0"/>
              </a:rPr>
              <a:t> </a:t>
            </a:r>
            <a:r>
              <a:rPr lang="en-IN" sz="2200" dirty="0">
                <a:solidFill>
                  <a:schemeClr val="bg1"/>
                </a:solidFill>
                <a:latin typeface="Arial" panose="020B0604020202020204" pitchFamily="34" charset="0"/>
                <a:cs typeface="Arial" panose="020B0604020202020204" pitchFamily="34" charset="0"/>
              </a:rPr>
              <a:t>On the other hand if</a:t>
            </a:r>
            <a:r>
              <a:rPr lang="en-IN"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f</a:t>
            </a:r>
            <a:r>
              <a:rPr lang="en-US"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0</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a:t>
            </a:r>
            <a:r>
              <a:rPr lang="en-US" sz="2200" dirty="0">
                <a:solidFill>
                  <a:schemeClr val="bg1"/>
                </a:solidFill>
                <a:latin typeface="Arial" panose="020B0604020202020204" pitchFamily="34" charset="0"/>
                <a:cs typeface="Arial" panose="020B0604020202020204" pitchFamily="34" charset="0"/>
              </a:rPr>
              <a:t>f</a:t>
            </a:r>
            <a:r>
              <a:rPr lang="en-US" sz="2200"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0</a:t>
            </a:r>
            <a:r>
              <a:rPr lang="en-US" sz="2200" dirty="0">
                <a:solidFill>
                  <a:schemeClr val="bg1"/>
                </a:solidFill>
                <a:latin typeface="Arial" panose="020B0604020202020204" pitchFamily="34" charset="0"/>
                <a:cs typeface="Arial" panose="020B0604020202020204" pitchFamily="34" charset="0"/>
              </a:rPr>
              <a:t>)</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&lt; 1, we assign </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o</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to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2</a:t>
            </a:r>
          </a:p>
          <a:p>
            <a:pPr marL="285750" indent="-285750" algn="just">
              <a:lnSpc>
                <a:spcPct val="200000"/>
              </a:lnSpc>
              <a:buClr>
                <a:srgbClr val="0000FF"/>
              </a:buClr>
              <a:buFont typeface="Wingdings" panose="05000000000000000000" pitchFamily="2" charset="2"/>
              <a:buChar char="v"/>
            </a:pPr>
            <a:r>
              <a:rPr lang="en-US" sz="2200" b="1" dirty="0">
                <a:solidFill>
                  <a:schemeClr val="accent6">
                    <a:lumMod val="50000"/>
                  </a:schemeClr>
                </a:solidFill>
                <a:latin typeface="Arial" panose="020B0604020202020204" pitchFamily="34" charset="0"/>
                <a:cs typeface="Arial" panose="020B0604020202020204" pitchFamily="34" charset="0"/>
              </a:rPr>
              <a:t>It is common practice to arbitrarily use case (c) above for classification.</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This is tantamount to assuming equal prior probabilities and equal misclassification costs for the minimum ECM rule</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This is the justification generally provided.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It is also equivalent to assuming the prior probability ratio to be the reciprocal of the misclassification cost ratio.</a:t>
            </a:r>
            <a:endParaRPr lang="en-IN"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D48CD4B-5B27-C911-AA50-D99DAA626318}"/>
                  </a:ext>
                </a:extLst>
              </p14:cNvPr>
              <p14:cNvContentPartPr/>
              <p14:nvPr/>
            </p14:nvContentPartPr>
            <p14:xfrm>
              <a:off x="2589840" y="1683720"/>
              <a:ext cx="8495640" cy="816120"/>
            </p14:xfrm>
          </p:contentPart>
        </mc:Choice>
        <mc:Fallback xmlns="">
          <p:pic>
            <p:nvPicPr>
              <p:cNvPr id="2" name="Ink 1">
                <a:extLst>
                  <a:ext uri="{FF2B5EF4-FFF2-40B4-BE49-F238E27FC236}">
                    <a16:creationId xmlns:a16="http://schemas.microsoft.com/office/drawing/2014/main" id="{AD48CD4B-5B27-C911-AA50-D99DAA626318}"/>
                  </a:ext>
                </a:extLst>
              </p:cNvPr>
              <p:cNvPicPr/>
              <p:nvPr/>
            </p:nvPicPr>
            <p:blipFill>
              <a:blip r:embed="rId3"/>
              <a:stretch>
                <a:fillRect/>
              </a:stretch>
            </p:blipFill>
            <p:spPr>
              <a:xfrm>
                <a:off x="2580480" y="1674360"/>
                <a:ext cx="8514360" cy="834840"/>
              </a:xfrm>
              <a:prstGeom prst="rect">
                <a:avLst/>
              </a:prstGeom>
            </p:spPr>
          </p:pic>
        </mc:Fallback>
      </mc:AlternateContent>
    </p:spTree>
    <p:extLst>
      <p:ext uri="{BB962C8B-B14F-4D97-AF65-F5344CB8AC3E}">
        <p14:creationId xmlns:p14="http://schemas.microsoft.com/office/powerpoint/2010/main" val="6594130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5A1213F-FB05-56E6-12E9-B3299BD025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C2B35DC-5FA3-1C16-0CFD-0929DEF6166D}"/>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sp>
        <p:nvSpPr>
          <p:cNvPr id="4" name="TextBox 3">
            <a:extLst>
              <a:ext uri="{FF2B5EF4-FFF2-40B4-BE49-F238E27FC236}">
                <a16:creationId xmlns:a16="http://schemas.microsoft.com/office/drawing/2014/main" id="{E1E413D9-050E-6858-E491-F029F8249DD5}"/>
              </a:ext>
            </a:extLst>
          </p:cNvPr>
          <p:cNvSpPr txBox="1"/>
          <p:nvPr/>
        </p:nvSpPr>
        <p:spPr>
          <a:xfrm>
            <a:off x="429211" y="933855"/>
            <a:ext cx="11333577" cy="5509200"/>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Classification procedures based on normal populations predominate in statistical practice because of their simplicity and reasonably high efficiency across a wide variety of population models.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We now assume that </a:t>
            </a:r>
            <a:r>
              <a:rPr lang="en-US" sz="2200" b="1" dirty="0">
                <a:solidFill>
                  <a:schemeClr val="bg1"/>
                </a:solidFill>
                <a:latin typeface="Arial" panose="020B0604020202020204" pitchFamily="34" charset="0"/>
                <a:cs typeface="Arial" panose="020B0604020202020204" pitchFamily="34" charset="0"/>
              </a:rPr>
              <a:t>f</a:t>
            </a:r>
            <a:r>
              <a:rPr lang="en-US" sz="2200" b="1"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(x) and </a:t>
            </a:r>
            <a:r>
              <a:rPr lang="en-US" sz="2200" b="1" dirty="0">
                <a:solidFill>
                  <a:schemeClr val="bg1"/>
                </a:solidFill>
                <a:latin typeface="Arial" panose="020B0604020202020204" pitchFamily="34" charset="0"/>
                <a:cs typeface="Arial" panose="020B0604020202020204" pitchFamily="34" charset="0"/>
              </a:rPr>
              <a:t>f</a:t>
            </a:r>
            <a:r>
              <a:rPr lang="en-US" sz="2200" b="1"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(x) are multivariate normal densities, the first with mean vector </a:t>
            </a:r>
            <a:r>
              <a:rPr lang="en-US" sz="2200" b="1" dirty="0">
                <a:solidFill>
                  <a:schemeClr val="bg1"/>
                </a:solidFill>
                <a:latin typeface="Arial" panose="020B0604020202020204" pitchFamily="34" charset="0"/>
                <a:cs typeface="Arial" panose="020B0604020202020204" pitchFamily="34" charset="0"/>
              </a:rPr>
              <a:t>µ</a:t>
            </a:r>
            <a:r>
              <a:rPr lang="en-US" sz="2200" b="1"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 and covariance matrix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200" baseline="-25000" dirty="0">
                <a:solidFill>
                  <a:schemeClr val="bg1"/>
                </a:solidFill>
                <a:latin typeface="Calibri" panose="020F0502020204030204" pitchFamily="34" charset="0"/>
                <a:ea typeface="Calibri" panose="020F0502020204030204" pitchFamily="34" charset="0"/>
                <a:cs typeface="Calibri" panose="020F0502020204030204" pitchFamily="34" charset="0"/>
              </a:rPr>
              <a:t>1</a:t>
            </a:r>
            <a:r>
              <a:rPr lang="en-US" sz="2200" dirty="0">
                <a:solidFill>
                  <a:schemeClr val="bg1"/>
                </a:solidFill>
                <a:latin typeface="Arial" panose="020B0604020202020204" pitchFamily="34" charset="0"/>
                <a:cs typeface="Arial" panose="020B0604020202020204" pitchFamily="34" charset="0"/>
              </a:rPr>
              <a:t>  and the second with mean vector </a:t>
            </a:r>
            <a:r>
              <a:rPr lang="en-US" sz="2200" b="1" dirty="0">
                <a:solidFill>
                  <a:schemeClr val="bg1"/>
                </a:solidFill>
                <a:latin typeface="Arial" panose="020B0604020202020204" pitchFamily="34" charset="0"/>
                <a:cs typeface="Arial" panose="020B0604020202020204" pitchFamily="34" charset="0"/>
              </a:rPr>
              <a:t>µ</a:t>
            </a:r>
            <a:r>
              <a:rPr lang="en-US" sz="2200" b="1"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 and covariance matrix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200" baseline="-25000" dirty="0">
                <a:solidFill>
                  <a:schemeClr val="bg1"/>
                </a:solidFill>
                <a:latin typeface="Calibri" panose="020F0502020204030204" pitchFamily="34" charset="0"/>
                <a:ea typeface="Calibri" panose="020F0502020204030204" pitchFamily="34" charset="0"/>
                <a:cs typeface="Calibri" panose="020F0502020204030204" pitchFamily="34" charset="0"/>
              </a:rPr>
              <a:t>2</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The special case of equal covariance matrices leads to a particularly simple linear classification statistic.</a:t>
            </a:r>
            <a:endParaRPr lang="en-IN"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30F429B-1EAA-A694-E68F-FF6265AD252C}"/>
                  </a:ext>
                </a:extLst>
              </p14:cNvPr>
              <p14:cNvContentPartPr/>
              <p14:nvPr/>
            </p14:nvContentPartPr>
            <p14:xfrm>
              <a:off x="2380680" y="2408040"/>
              <a:ext cx="9176760" cy="4296600"/>
            </p14:xfrm>
          </p:contentPart>
        </mc:Choice>
        <mc:Fallback xmlns="">
          <p:pic>
            <p:nvPicPr>
              <p:cNvPr id="2" name="Ink 1">
                <a:extLst>
                  <a:ext uri="{FF2B5EF4-FFF2-40B4-BE49-F238E27FC236}">
                    <a16:creationId xmlns:a16="http://schemas.microsoft.com/office/drawing/2014/main" id="{D30F429B-1EAA-A694-E68F-FF6265AD252C}"/>
                  </a:ext>
                </a:extLst>
              </p:cNvPr>
              <p:cNvPicPr/>
              <p:nvPr/>
            </p:nvPicPr>
            <p:blipFill>
              <a:blip r:embed="rId3"/>
              <a:stretch>
                <a:fillRect/>
              </a:stretch>
            </p:blipFill>
            <p:spPr>
              <a:xfrm>
                <a:off x="2371320" y="2398680"/>
                <a:ext cx="9195480" cy="4315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9D5F30F-7324-E26A-E541-C547E08A963F}"/>
                  </a:ext>
                </a:extLst>
              </p14:cNvPr>
              <p14:cNvContentPartPr/>
              <p14:nvPr/>
            </p14:nvContentPartPr>
            <p14:xfrm>
              <a:off x="8259840" y="2221920"/>
              <a:ext cx="1432800" cy="348120"/>
            </p14:xfrm>
          </p:contentPart>
        </mc:Choice>
        <mc:Fallback>
          <p:pic>
            <p:nvPicPr>
              <p:cNvPr id="3" name="Ink 2">
                <a:extLst>
                  <a:ext uri="{FF2B5EF4-FFF2-40B4-BE49-F238E27FC236}">
                    <a16:creationId xmlns:a16="http://schemas.microsoft.com/office/drawing/2014/main" id="{19D5F30F-7324-E26A-E541-C547E08A963F}"/>
                  </a:ext>
                </a:extLst>
              </p:cNvPr>
              <p:cNvPicPr/>
              <p:nvPr/>
            </p:nvPicPr>
            <p:blipFill>
              <a:blip r:embed="rId5"/>
              <a:stretch>
                <a:fillRect/>
              </a:stretch>
            </p:blipFill>
            <p:spPr>
              <a:xfrm>
                <a:off x="8250480" y="2212560"/>
                <a:ext cx="145152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666EB925-8093-D2C7-49B1-3E85486C1140}"/>
                  </a:ext>
                </a:extLst>
              </p14:cNvPr>
              <p14:cNvContentPartPr/>
              <p14:nvPr/>
            </p14:nvContentPartPr>
            <p14:xfrm>
              <a:off x="4605120" y="4280760"/>
              <a:ext cx="2070000" cy="2336760"/>
            </p14:xfrm>
          </p:contentPart>
        </mc:Choice>
        <mc:Fallback>
          <p:pic>
            <p:nvPicPr>
              <p:cNvPr id="5" name="Ink 4">
                <a:extLst>
                  <a:ext uri="{FF2B5EF4-FFF2-40B4-BE49-F238E27FC236}">
                    <a16:creationId xmlns:a16="http://schemas.microsoft.com/office/drawing/2014/main" id="{666EB925-8093-D2C7-49B1-3E85486C1140}"/>
                  </a:ext>
                </a:extLst>
              </p:cNvPr>
              <p:cNvPicPr/>
              <p:nvPr/>
            </p:nvPicPr>
            <p:blipFill>
              <a:blip r:embed="rId7"/>
              <a:stretch>
                <a:fillRect/>
              </a:stretch>
            </p:blipFill>
            <p:spPr>
              <a:xfrm>
                <a:off x="4595760" y="4271400"/>
                <a:ext cx="2088720" cy="2355480"/>
              </a:xfrm>
              <a:prstGeom prst="rect">
                <a:avLst/>
              </a:prstGeom>
            </p:spPr>
          </p:pic>
        </mc:Fallback>
      </mc:AlternateContent>
    </p:spTree>
    <p:extLst>
      <p:ext uri="{BB962C8B-B14F-4D97-AF65-F5344CB8AC3E}">
        <p14:creationId xmlns:p14="http://schemas.microsoft.com/office/powerpoint/2010/main" val="9624798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861D759-BF67-ECEA-42CD-DB90B7EB9639}"/>
              </a:ext>
            </a:extLst>
          </p:cNvPr>
          <p:cNvGrpSpPr/>
          <p:nvPr/>
        </p:nvGrpSpPr>
        <p:grpSpPr>
          <a:xfrm>
            <a:off x="1149833" y="555000"/>
            <a:ext cx="282240" cy="603720"/>
            <a:chOff x="1149833" y="555000"/>
            <a:chExt cx="282240" cy="6037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F2D1511-1691-367E-D628-D1E93570994B}"/>
                    </a:ext>
                  </a:extLst>
                </p14:cNvPr>
                <p14:cNvContentPartPr/>
                <p14:nvPr/>
              </p14:nvContentPartPr>
              <p14:xfrm>
                <a:off x="1153073" y="562560"/>
                <a:ext cx="69840" cy="596160"/>
              </p14:xfrm>
            </p:contentPart>
          </mc:Choice>
          <mc:Fallback>
            <p:pic>
              <p:nvPicPr>
                <p:cNvPr id="4" name="Ink 3">
                  <a:extLst>
                    <a:ext uri="{FF2B5EF4-FFF2-40B4-BE49-F238E27FC236}">
                      <a16:creationId xmlns:a16="http://schemas.microsoft.com/office/drawing/2014/main" id="{0F2D1511-1691-367E-D628-D1E93570994B}"/>
                    </a:ext>
                  </a:extLst>
                </p:cNvPr>
                <p:cNvPicPr/>
                <p:nvPr/>
              </p:nvPicPr>
              <p:blipFill>
                <a:blip r:embed="rId3"/>
                <a:stretch>
                  <a:fillRect/>
                </a:stretch>
              </p:blipFill>
              <p:spPr>
                <a:xfrm>
                  <a:off x="1148753" y="558240"/>
                  <a:ext cx="78480" cy="604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F4FCCBC-2A0B-7AD4-8D81-32E1CF4051F8}"/>
                    </a:ext>
                  </a:extLst>
                </p14:cNvPr>
                <p14:cNvContentPartPr/>
                <p14:nvPr/>
              </p14:nvContentPartPr>
              <p14:xfrm>
                <a:off x="1328753" y="555000"/>
                <a:ext cx="103320" cy="477000"/>
              </p14:xfrm>
            </p:contentPart>
          </mc:Choice>
          <mc:Fallback>
            <p:pic>
              <p:nvPicPr>
                <p:cNvPr id="5" name="Ink 4">
                  <a:extLst>
                    <a:ext uri="{FF2B5EF4-FFF2-40B4-BE49-F238E27FC236}">
                      <a16:creationId xmlns:a16="http://schemas.microsoft.com/office/drawing/2014/main" id="{BF4FCCBC-2A0B-7AD4-8D81-32E1CF4051F8}"/>
                    </a:ext>
                  </a:extLst>
                </p:cNvPr>
                <p:cNvPicPr/>
                <p:nvPr/>
              </p:nvPicPr>
              <p:blipFill>
                <a:blip r:embed="rId5"/>
                <a:stretch>
                  <a:fillRect/>
                </a:stretch>
              </p:blipFill>
              <p:spPr>
                <a:xfrm>
                  <a:off x="1324433" y="550680"/>
                  <a:ext cx="11196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5FA07C1-1829-138B-8BBD-1CBC722E75D0}"/>
                    </a:ext>
                  </a:extLst>
                </p14:cNvPr>
                <p14:cNvContentPartPr/>
                <p14:nvPr/>
              </p14:nvContentPartPr>
              <p14:xfrm>
                <a:off x="1149833" y="765240"/>
                <a:ext cx="256320" cy="98640"/>
              </p14:xfrm>
            </p:contentPart>
          </mc:Choice>
          <mc:Fallback>
            <p:pic>
              <p:nvPicPr>
                <p:cNvPr id="6" name="Ink 5">
                  <a:extLst>
                    <a:ext uri="{FF2B5EF4-FFF2-40B4-BE49-F238E27FC236}">
                      <a16:creationId xmlns:a16="http://schemas.microsoft.com/office/drawing/2014/main" id="{B5FA07C1-1829-138B-8BBD-1CBC722E75D0}"/>
                    </a:ext>
                  </a:extLst>
                </p:cNvPr>
                <p:cNvPicPr/>
                <p:nvPr/>
              </p:nvPicPr>
              <p:blipFill>
                <a:blip r:embed="rId7"/>
                <a:stretch>
                  <a:fillRect/>
                </a:stretch>
              </p:blipFill>
              <p:spPr>
                <a:xfrm>
                  <a:off x="1145513" y="760920"/>
                  <a:ext cx="264960" cy="10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40807567-C940-C73F-25ED-39B358EE12E1}"/>
                  </a:ext>
                </a:extLst>
              </p14:cNvPr>
              <p14:cNvContentPartPr/>
              <p14:nvPr/>
            </p14:nvContentPartPr>
            <p14:xfrm>
              <a:off x="325440" y="231840"/>
              <a:ext cx="11640960" cy="6388200"/>
            </p14:xfrm>
          </p:contentPart>
        </mc:Choice>
        <mc:Fallback>
          <p:pic>
            <p:nvPicPr>
              <p:cNvPr id="8" name="Ink 7">
                <a:extLst>
                  <a:ext uri="{FF2B5EF4-FFF2-40B4-BE49-F238E27FC236}">
                    <a16:creationId xmlns:a16="http://schemas.microsoft.com/office/drawing/2014/main" id="{40807567-C940-C73F-25ED-39B358EE12E1}"/>
                  </a:ext>
                </a:extLst>
              </p:cNvPr>
              <p:cNvPicPr/>
              <p:nvPr/>
            </p:nvPicPr>
            <p:blipFill>
              <a:blip r:embed="rId9"/>
              <a:stretch>
                <a:fillRect/>
              </a:stretch>
            </p:blipFill>
            <p:spPr>
              <a:xfrm>
                <a:off x="316080" y="222480"/>
                <a:ext cx="11659680" cy="6406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FA44D900-90EC-FB3E-D8FD-063D730BDBC0}"/>
                  </a:ext>
                </a:extLst>
              </p14:cNvPr>
              <p14:cNvContentPartPr/>
              <p14:nvPr/>
            </p14:nvContentPartPr>
            <p14:xfrm>
              <a:off x="856440" y="304200"/>
              <a:ext cx="7227000" cy="5388840"/>
            </p14:xfrm>
          </p:contentPart>
        </mc:Choice>
        <mc:Fallback>
          <p:pic>
            <p:nvPicPr>
              <p:cNvPr id="9" name="Ink 8">
                <a:extLst>
                  <a:ext uri="{FF2B5EF4-FFF2-40B4-BE49-F238E27FC236}">
                    <a16:creationId xmlns:a16="http://schemas.microsoft.com/office/drawing/2014/main" id="{FA44D900-90EC-FB3E-D8FD-063D730BDBC0}"/>
                  </a:ext>
                </a:extLst>
              </p:cNvPr>
              <p:cNvPicPr/>
              <p:nvPr/>
            </p:nvPicPr>
            <p:blipFill>
              <a:blip r:embed="rId11"/>
              <a:stretch>
                <a:fillRect/>
              </a:stretch>
            </p:blipFill>
            <p:spPr>
              <a:xfrm>
                <a:off x="847080" y="294840"/>
                <a:ext cx="7245720" cy="5407560"/>
              </a:xfrm>
              <a:prstGeom prst="rect">
                <a:avLst/>
              </a:prstGeom>
            </p:spPr>
          </p:pic>
        </mc:Fallback>
      </mc:AlternateContent>
    </p:spTree>
    <p:extLst>
      <p:ext uri="{BB962C8B-B14F-4D97-AF65-F5344CB8AC3E}">
        <p14:creationId xmlns:p14="http://schemas.microsoft.com/office/powerpoint/2010/main" val="8186837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A5528-1879-8371-A981-6C39CC86106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0253F9AC-20F4-79A6-577F-3CCC16830CBF}"/>
              </a:ext>
            </a:extLst>
          </p:cNvPr>
          <p:cNvGrpSpPr/>
          <p:nvPr/>
        </p:nvGrpSpPr>
        <p:grpSpPr>
          <a:xfrm>
            <a:off x="1149833" y="555000"/>
            <a:ext cx="282240" cy="603720"/>
            <a:chOff x="1149833" y="555000"/>
            <a:chExt cx="282240" cy="6037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560496E-DC07-7B5A-2928-3A15B228CA30}"/>
                    </a:ext>
                  </a:extLst>
                </p14:cNvPr>
                <p14:cNvContentPartPr/>
                <p14:nvPr/>
              </p14:nvContentPartPr>
              <p14:xfrm>
                <a:off x="1153073" y="562560"/>
                <a:ext cx="69840" cy="596160"/>
              </p14:xfrm>
            </p:contentPart>
          </mc:Choice>
          <mc:Fallback>
            <p:pic>
              <p:nvPicPr>
                <p:cNvPr id="4" name="Ink 3">
                  <a:extLst>
                    <a:ext uri="{FF2B5EF4-FFF2-40B4-BE49-F238E27FC236}">
                      <a16:creationId xmlns:a16="http://schemas.microsoft.com/office/drawing/2014/main" id="{A560496E-DC07-7B5A-2928-3A15B228CA30}"/>
                    </a:ext>
                  </a:extLst>
                </p:cNvPr>
                <p:cNvPicPr/>
                <p:nvPr/>
              </p:nvPicPr>
              <p:blipFill>
                <a:blip r:embed="rId3"/>
                <a:stretch>
                  <a:fillRect/>
                </a:stretch>
              </p:blipFill>
              <p:spPr>
                <a:xfrm>
                  <a:off x="1148753" y="558240"/>
                  <a:ext cx="78480" cy="604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6CBD9C1A-AD96-C5D7-530F-F0B9D8891C5F}"/>
                    </a:ext>
                  </a:extLst>
                </p14:cNvPr>
                <p14:cNvContentPartPr/>
                <p14:nvPr/>
              </p14:nvContentPartPr>
              <p14:xfrm>
                <a:off x="1328753" y="555000"/>
                <a:ext cx="103320" cy="477000"/>
              </p14:xfrm>
            </p:contentPart>
          </mc:Choice>
          <mc:Fallback>
            <p:pic>
              <p:nvPicPr>
                <p:cNvPr id="5" name="Ink 4">
                  <a:extLst>
                    <a:ext uri="{FF2B5EF4-FFF2-40B4-BE49-F238E27FC236}">
                      <a16:creationId xmlns:a16="http://schemas.microsoft.com/office/drawing/2014/main" id="{6CBD9C1A-AD96-C5D7-530F-F0B9D8891C5F}"/>
                    </a:ext>
                  </a:extLst>
                </p:cNvPr>
                <p:cNvPicPr/>
                <p:nvPr/>
              </p:nvPicPr>
              <p:blipFill>
                <a:blip r:embed="rId5"/>
                <a:stretch>
                  <a:fillRect/>
                </a:stretch>
              </p:blipFill>
              <p:spPr>
                <a:xfrm>
                  <a:off x="1324433" y="550680"/>
                  <a:ext cx="11196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C6FA655B-4837-49D9-A874-D7122EE424AC}"/>
                    </a:ext>
                  </a:extLst>
                </p14:cNvPr>
                <p14:cNvContentPartPr/>
                <p14:nvPr/>
              </p14:nvContentPartPr>
              <p14:xfrm>
                <a:off x="1149833" y="765240"/>
                <a:ext cx="256320" cy="98640"/>
              </p14:xfrm>
            </p:contentPart>
          </mc:Choice>
          <mc:Fallback>
            <p:pic>
              <p:nvPicPr>
                <p:cNvPr id="6" name="Ink 5">
                  <a:extLst>
                    <a:ext uri="{FF2B5EF4-FFF2-40B4-BE49-F238E27FC236}">
                      <a16:creationId xmlns:a16="http://schemas.microsoft.com/office/drawing/2014/main" id="{C6FA655B-4837-49D9-A874-D7122EE424AC}"/>
                    </a:ext>
                  </a:extLst>
                </p:cNvPr>
                <p:cNvPicPr/>
                <p:nvPr/>
              </p:nvPicPr>
              <p:blipFill>
                <a:blip r:embed="rId7"/>
                <a:stretch>
                  <a:fillRect/>
                </a:stretch>
              </p:blipFill>
              <p:spPr>
                <a:xfrm>
                  <a:off x="1145513" y="760920"/>
                  <a:ext cx="264960" cy="10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6D858F80-F916-2878-C059-B6F7DF2A5A3E}"/>
                  </a:ext>
                </a:extLst>
              </p14:cNvPr>
              <p14:cNvContentPartPr/>
              <p14:nvPr/>
            </p14:nvContentPartPr>
            <p14:xfrm>
              <a:off x="325440" y="231840"/>
              <a:ext cx="11640960" cy="6388200"/>
            </p14:xfrm>
          </p:contentPart>
        </mc:Choice>
        <mc:Fallback>
          <p:pic>
            <p:nvPicPr>
              <p:cNvPr id="8" name="Ink 7">
                <a:extLst>
                  <a:ext uri="{FF2B5EF4-FFF2-40B4-BE49-F238E27FC236}">
                    <a16:creationId xmlns:a16="http://schemas.microsoft.com/office/drawing/2014/main" id="{6D858F80-F916-2878-C059-B6F7DF2A5A3E}"/>
                  </a:ext>
                </a:extLst>
              </p:cNvPr>
              <p:cNvPicPr/>
              <p:nvPr/>
            </p:nvPicPr>
            <p:blipFill>
              <a:blip r:embed="rId9"/>
              <a:stretch>
                <a:fillRect/>
              </a:stretch>
            </p:blipFill>
            <p:spPr>
              <a:xfrm>
                <a:off x="316080" y="222480"/>
                <a:ext cx="11659680" cy="6406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119DC159-9492-A7EE-3129-D45E5DF312D9}"/>
                  </a:ext>
                </a:extLst>
              </p14:cNvPr>
              <p14:cNvContentPartPr/>
              <p14:nvPr/>
            </p14:nvContentPartPr>
            <p14:xfrm>
              <a:off x="1528560" y="2523240"/>
              <a:ext cx="360" cy="360"/>
            </p14:xfrm>
          </p:contentPart>
        </mc:Choice>
        <mc:Fallback>
          <p:pic>
            <p:nvPicPr>
              <p:cNvPr id="2" name="Ink 1">
                <a:extLst>
                  <a:ext uri="{FF2B5EF4-FFF2-40B4-BE49-F238E27FC236}">
                    <a16:creationId xmlns:a16="http://schemas.microsoft.com/office/drawing/2014/main" id="{119DC159-9492-A7EE-3129-D45E5DF312D9}"/>
                  </a:ext>
                </a:extLst>
              </p:cNvPr>
              <p:cNvPicPr/>
              <p:nvPr/>
            </p:nvPicPr>
            <p:blipFill>
              <a:blip r:embed="rId11"/>
              <a:stretch>
                <a:fillRect/>
              </a:stretch>
            </p:blipFill>
            <p:spPr>
              <a:xfrm>
                <a:off x="1519200" y="2513880"/>
                <a:ext cx="19080" cy="19080"/>
              </a:xfrm>
              <a:prstGeom prst="rect">
                <a:avLst/>
              </a:prstGeom>
            </p:spPr>
          </p:pic>
        </mc:Fallback>
      </mc:AlternateContent>
    </p:spTree>
    <p:extLst>
      <p:ext uri="{BB962C8B-B14F-4D97-AF65-F5344CB8AC3E}">
        <p14:creationId xmlns:p14="http://schemas.microsoft.com/office/powerpoint/2010/main" val="39802723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46E67C-CE24-8DB3-3866-643D3F60C38A}"/>
              </a:ext>
            </a:extLst>
          </p:cNvPr>
          <p:cNvPicPr>
            <a:picLocks noChangeAspect="1"/>
          </p:cNvPicPr>
          <p:nvPr/>
        </p:nvPicPr>
        <p:blipFill>
          <a:blip r:embed="rId2"/>
          <a:stretch>
            <a:fillRect/>
          </a:stretch>
        </p:blipFill>
        <p:spPr>
          <a:xfrm>
            <a:off x="319126" y="251748"/>
            <a:ext cx="3467584" cy="1495634"/>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98BD7A8F-5D44-6A4C-6BFF-E3FA27D324A2}"/>
                  </a:ext>
                </a:extLst>
              </p14:cNvPr>
              <p14:cNvContentPartPr/>
              <p14:nvPr/>
            </p14:nvContentPartPr>
            <p14:xfrm>
              <a:off x="265320" y="0"/>
              <a:ext cx="11739960" cy="6430320"/>
            </p14:xfrm>
          </p:contentPart>
        </mc:Choice>
        <mc:Fallback>
          <p:pic>
            <p:nvPicPr>
              <p:cNvPr id="6" name="Ink 5">
                <a:extLst>
                  <a:ext uri="{FF2B5EF4-FFF2-40B4-BE49-F238E27FC236}">
                    <a16:creationId xmlns:a16="http://schemas.microsoft.com/office/drawing/2014/main" id="{98BD7A8F-5D44-6A4C-6BFF-E3FA27D324A2}"/>
                  </a:ext>
                </a:extLst>
              </p:cNvPr>
              <p:cNvPicPr/>
              <p:nvPr/>
            </p:nvPicPr>
            <p:blipFill>
              <a:blip r:embed="rId4"/>
              <a:stretch>
                <a:fillRect/>
              </a:stretch>
            </p:blipFill>
            <p:spPr>
              <a:xfrm>
                <a:off x="255960" y="-9360"/>
                <a:ext cx="11758680" cy="6449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52C80B18-F3C9-29E9-A3A1-AD1D1E075B75}"/>
                  </a:ext>
                </a:extLst>
              </p14:cNvPr>
              <p14:cNvContentPartPr/>
              <p14:nvPr/>
            </p14:nvContentPartPr>
            <p14:xfrm>
              <a:off x="720" y="3139920"/>
              <a:ext cx="775800" cy="1819800"/>
            </p14:xfrm>
          </p:contentPart>
        </mc:Choice>
        <mc:Fallback>
          <p:pic>
            <p:nvPicPr>
              <p:cNvPr id="7" name="Ink 6">
                <a:extLst>
                  <a:ext uri="{FF2B5EF4-FFF2-40B4-BE49-F238E27FC236}">
                    <a16:creationId xmlns:a16="http://schemas.microsoft.com/office/drawing/2014/main" id="{52C80B18-F3C9-29E9-A3A1-AD1D1E075B75}"/>
                  </a:ext>
                </a:extLst>
              </p:cNvPr>
              <p:cNvPicPr/>
              <p:nvPr/>
            </p:nvPicPr>
            <p:blipFill>
              <a:blip r:embed="rId6"/>
              <a:stretch>
                <a:fillRect/>
              </a:stretch>
            </p:blipFill>
            <p:spPr>
              <a:xfrm>
                <a:off x="-8640" y="3130560"/>
                <a:ext cx="794520" cy="1838520"/>
              </a:xfrm>
              <a:prstGeom prst="rect">
                <a:avLst/>
              </a:prstGeom>
            </p:spPr>
          </p:pic>
        </mc:Fallback>
      </mc:AlternateContent>
    </p:spTree>
    <p:extLst>
      <p:ext uri="{BB962C8B-B14F-4D97-AF65-F5344CB8AC3E}">
        <p14:creationId xmlns:p14="http://schemas.microsoft.com/office/powerpoint/2010/main" val="7219080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5239AE-0CED-D9FA-ED00-03CCCA5E7D3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6850AF05-877B-77BF-779B-95871DCC9D7B}"/>
              </a:ext>
            </a:extLst>
          </p:cNvPr>
          <p:cNvSpPr>
            <a:spLocks noGrp="1"/>
          </p:cNvSpPr>
          <p:nvPr>
            <p:ph type="ctrTitle"/>
          </p:nvPr>
        </p:nvSpPr>
        <p:spPr>
          <a:xfrm>
            <a:off x="19165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of Normal Populations When ∑</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 ∑</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 ∑</a:t>
            </a:r>
          </a:p>
        </p:txBody>
      </p:sp>
      <p:sp>
        <p:nvSpPr>
          <p:cNvPr id="4" name="TextBox 3">
            <a:extLst>
              <a:ext uri="{FF2B5EF4-FFF2-40B4-BE49-F238E27FC236}">
                <a16:creationId xmlns:a16="http://schemas.microsoft.com/office/drawing/2014/main" id="{5ED64CE2-03F5-6A18-6EF3-3888A905E421}"/>
              </a:ext>
            </a:extLst>
          </p:cNvPr>
          <p:cNvSpPr txBox="1"/>
          <p:nvPr/>
        </p:nvSpPr>
        <p:spPr>
          <a:xfrm>
            <a:off x="429211" y="589235"/>
            <a:ext cx="11333577" cy="3372783"/>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Suppose that the joint densities of  </a:t>
            </a:r>
            <a:r>
              <a:rPr lang="en-US" sz="2200" b="1" dirty="0">
                <a:solidFill>
                  <a:schemeClr val="bg1"/>
                </a:solidFill>
                <a:latin typeface="Arial" panose="020B0604020202020204" pitchFamily="34" charset="0"/>
                <a:cs typeface="Arial" panose="020B0604020202020204" pitchFamily="34" charset="0"/>
              </a:rPr>
              <a:t>X</a:t>
            </a:r>
            <a:r>
              <a:rPr lang="en-US" sz="2200" dirty="0">
                <a:solidFill>
                  <a:schemeClr val="bg1"/>
                </a:solidFill>
                <a:latin typeface="Arial" panose="020B0604020202020204" pitchFamily="34" charset="0"/>
                <a:cs typeface="Arial" panose="020B0604020202020204" pitchFamily="34" charset="0"/>
              </a:rPr>
              <a:t> for populations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 and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2 </a:t>
            </a:r>
            <a:r>
              <a:rPr lang="en-US" sz="2200" dirty="0">
                <a:solidFill>
                  <a:schemeClr val="bg1"/>
                </a:solidFill>
                <a:latin typeface="Arial" panose="020B0604020202020204" pitchFamily="34" charset="0"/>
                <a:cs typeface="Arial" panose="020B0604020202020204" pitchFamily="34" charset="0"/>
              </a:rPr>
              <a:t>are given by</a:t>
            </a:r>
          </a:p>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200" dirty="0">
                <a:solidFill>
                  <a:schemeClr val="bg1"/>
                </a:solidFill>
                <a:latin typeface="Arial" panose="020B0604020202020204" pitchFamily="34" charset="0"/>
                <a:cs typeface="Arial" panose="020B0604020202020204" pitchFamily="34" charset="0"/>
              </a:rPr>
              <a:t> Let us assume that the population parameters viz. </a:t>
            </a:r>
            <a:r>
              <a:rPr lang="en-IN" sz="2200" b="1" dirty="0">
                <a:solidFill>
                  <a:schemeClr val="bg1"/>
                </a:solidFill>
                <a:latin typeface="Arial" panose="020B0604020202020204" pitchFamily="34" charset="0"/>
                <a:cs typeface="Arial" panose="020B0604020202020204" pitchFamily="34" charset="0"/>
              </a:rPr>
              <a:t>µ</a:t>
            </a:r>
            <a:r>
              <a:rPr lang="en-IN" sz="2200" b="1" baseline="-25000" dirty="0">
                <a:solidFill>
                  <a:schemeClr val="bg1"/>
                </a:solidFill>
                <a:latin typeface="Arial" panose="020B0604020202020204" pitchFamily="34" charset="0"/>
                <a:cs typeface="Arial" panose="020B0604020202020204" pitchFamily="34" charset="0"/>
              </a:rPr>
              <a:t>1</a:t>
            </a:r>
            <a:r>
              <a:rPr lang="en-IN" sz="2200" dirty="0">
                <a:solidFill>
                  <a:schemeClr val="bg1"/>
                </a:solidFill>
                <a:latin typeface="Arial" panose="020B0604020202020204" pitchFamily="34" charset="0"/>
                <a:cs typeface="Arial" panose="020B0604020202020204" pitchFamily="34" charset="0"/>
              </a:rPr>
              <a:t> and </a:t>
            </a:r>
            <a:r>
              <a:rPr lang="en-IN" sz="2200" b="1" dirty="0">
                <a:solidFill>
                  <a:schemeClr val="bg1"/>
                </a:solidFill>
                <a:latin typeface="Arial" panose="020B0604020202020204" pitchFamily="34" charset="0"/>
                <a:cs typeface="Arial" panose="020B0604020202020204" pitchFamily="34" charset="0"/>
              </a:rPr>
              <a:t>µ</a:t>
            </a:r>
            <a:r>
              <a:rPr lang="en-IN" sz="2200" b="1" baseline="-25000" dirty="0">
                <a:solidFill>
                  <a:schemeClr val="bg1"/>
                </a:solidFill>
                <a:latin typeface="Arial" panose="020B0604020202020204" pitchFamily="34" charset="0"/>
                <a:cs typeface="Arial" panose="020B0604020202020204" pitchFamily="34" charset="0"/>
              </a:rPr>
              <a:t>2 </a:t>
            </a:r>
            <a:r>
              <a:rPr lang="en-IN" sz="2200" dirty="0">
                <a:solidFill>
                  <a:schemeClr val="bg1"/>
                </a:solidFill>
                <a:latin typeface="Arial" panose="020B0604020202020204" pitchFamily="34" charset="0"/>
                <a:cs typeface="Arial" panose="020B0604020202020204" pitchFamily="34" charset="0"/>
              </a:rPr>
              <a:t>as well as </a:t>
            </a:r>
            <a:r>
              <a:rPr lang="en-IN" sz="2200" b="1" dirty="0">
                <a:solidFill>
                  <a:schemeClr val="bg1"/>
                </a:solidFill>
                <a:latin typeface="Arial" panose="020B0604020202020204" pitchFamily="34" charset="0"/>
                <a:cs typeface="Arial" panose="020B0604020202020204" pitchFamily="34" charset="0"/>
              </a:rPr>
              <a:t>∑</a:t>
            </a:r>
            <a:r>
              <a:rPr lang="en-IN" sz="2200" dirty="0">
                <a:solidFill>
                  <a:schemeClr val="bg1"/>
                </a:solidFill>
                <a:latin typeface="Arial" panose="020B0604020202020204" pitchFamily="34" charset="0"/>
                <a:cs typeface="Arial" panose="020B0604020202020204" pitchFamily="34" charset="0"/>
              </a:rPr>
              <a:t> are known.</a:t>
            </a:r>
          </a:p>
          <a:p>
            <a:pPr marL="285750" indent="-285750" algn="just">
              <a:lnSpc>
                <a:spcPct val="200000"/>
              </a:lnSpc>
              <a:buClr>
                <a:srgbClr val="0000FF"/>
              </a:buClr>
              <a:buFont typeface="Wingdings" panose="05000000000000000000" pitchFamily="2" charset="2"/>
              <a:buChar char="v"/>
            </a:pPr>
            <a:r>
              <a:rPr lang="en-IN" sz="2200" dirty="0">
                <a:solidFill>
                  <a:schemeClr val="bg1"/>
                </a:solidFill>
                <a:latin typeface="Arial" panose="020B0604020202020204" pitchFamily="34" charset="0"/>
                <a:cs typeface="Arial" panose="020B0604020202020204" pitchFamily="34" charset="0"/>
              </a:rPr>
              <a:t> Then using the following form    </a:t>
            </a:r>
          </a:p>
        </p:txBody>
      </p:sp>
      <p:pic>
        <p:nvPicPr>
          <p:cNvPr id="3" name="Picture 2">
            <a:extLst>
              <a:ext uri="{FF2B5EF4-FFF2-40B4-BE49-F238E27FC236}">
                <a16:creationId xmlns:a16="http://schemas.microsoft.com/office/drawing/2014/main" id="{53AD309C-4B96-D97F-DFCB-9D9DB143E7B9}"/>
              </a:ext>
            </a:extLst>
          </p:cNvPr>
          <p:cNvPicPr>
            <a:picLocks noChangeAspect="1"/>
          </p:cNvPicPr>
          <p:nvPr/>
        </p:nvPicPr>
        <p:blipFill>
          <a:blip r:embed="rId2"/>
          <a:stretch>
            <a:fillRect/>
          </a:stretch>
        </p:blipFill>
        <p:spPr>
          <a:xfrm>
            <a:off x="1270509" y="1576890"/>
            <a:ext cx="9269200" cy="821517"/>
          </a:xfrm>
          <a:prstGeom prst="rect">
            <a:avLst/>
          </a:prstGeom>
        </p:spPr>
      </p:pic>
      <p:pic>
        <p:nvPicPr>
          <p:cNvPr id="8" name="Picture 7">
            <a:extLst>
              <a:ext uri="{FF2B5EF4-FFF2-40B4-BE49-F238E27FC236}">
                <a16:creationId xmlns:a16="http://schemas.microsoft.com/office/drawing/2014/main" id="{55CA6B7F-9C1A-7A59-9237-048C173447ED}"/>
              </a:ext>
            </a:extLst>
          </p:cNvPr>
          <p:cNvPicPr>
            <a:picLocks noChangeAspect="1"/>
          </p:cNvPicPr>
          <p:nvPr/>
        </p:nvPicPr>
        <p:blipFill>
          <a:blip r:embed="rId3"/>
          <a:stretch>
            <a:fillRect/>
          </a:stretch>
        </p:blipFill>
        <p:spPr>
          <a:xfrm>
            <a:off x="4798342" y="3263099"/>
            <a:ext cx="4014918" cy="3495747"/>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FF5B0C4-1829-9412-78D0-17F39F26F1F5}"/>
                  </a:ext>
                </a:extLst>
              </p14:cNvPr>
              <p14:cNvContentPartPr/>
              <p14:nvPr/>
            </p14:nvContentPartPr>
            <p14:xfrm>
              <a:off x="1036080" y="721800"/>
              <a:ext cx="11156400" cy="6136560"/>
            </p14:xfrm>
          </p:contentPart>
        </mc:Choice>
        <mc:Fallback>
          <p:pic>
            <p:nvPicPr>
              <p:cNvPr id="2" name="Ink 1">
                <a:extLst>
                  <a:ext uri="{FF2B5EF4-FFF2-40B4-BE49-F238E27FC236}">
                    <a16:creationId xmlns:a16="http://schemas.microsoft.com/office/drawing/2014/main" id="{5FF5B0C4-1829-9412-78D0-17F39F26F1F5}"/>
                  </a:ext>
                </a:extLst>
              </p:cNvPr>
              <p:cNvPicPr/>
              <p:nvPr/>
            </p:nvPicPr>
            <p:blipFill>
              <a:blip r:embed="rId5"/>
              <a:stretch>
                <a:fillRect/>
              </a:stretch>
            </p:blipFill>
            <p:spPr>
              <a:xfrm>
                <a:off x="1026720" y="712440"/>
                <a:ext cx="11175120" cy="6155280"/>
              </a:xfrm>
              <a:prstGeom prst="rect">
                <a:avLst/>
              </a:prstGeom>
            </p:spPr>
          </p:pic>
        </mc:Fallback>
      </mc:AlternateContent>
    </p:spTree>
    <p:extLst>
      <p:ext uri="{BB962C8B-B14F-4D97-AF65-F5344CB8AC3E}">
        <p14:creationId xmlns:p14="http://schemas.microsoft.com/office/powerpoint/2010/main" val="25704606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0132D5-CE44-E453-33F5-69D8C05D428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03BC35B-6BA5-897D-7384-152D51D21CCB}"/>
              </a:ext>
            </a:extLst>
          </p:cNvPr>
          <p:cNvSpPr>
            <a:spLocks noGrp="1"/>
          </p:cNvSpPr>
          <p:nvPr>
            <p:ph type="ctrTitle"/>
          </p:nvPr>
        </p:nvSpPr>
        <p:spPr>
          <a:xfrm>
            <a:off x="19165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of Normal Populations When ∑</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 ∑</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 ∑</a:t>
            </a:r>
          </a:p>
        </p:txBody>
      </p:sp>
      <p:sp>
        <p:nvSpPr>
          <p:cNvPr id="4" name="TextBox 3">
            <a:extLst>
              <a:ext uri="{FF2B5EF4-FFF2-40B4-BE49-F238E27FC236}">
                <a16:creationId xmlns:a16="http://schemas.microsoft.com/office/drawing/2014/main" id="{841EDF90-251C-7276-950A-DE7D84932F78}"/>
              </a:ext>
            </a:extLst>
          </p:cNvPr>
          <p:cNvSpPr txBox="1"/>
          <p:nvPr/>
        </p:nvSpPr>
        <p:spPr>
          <a:xfrm>
            <a:off x="429211" y="814416"/>
            <a:ext cx="11333577" cy="6081217"/>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200" dirty="0">
                <a:solidFill>
                  <a:schemeClr val="bg1"/>
                </a:solidFill>
                <a:latin typeface="Arial" panose="020B0604020202020204" pitchFamily="34" charset="0"/>
                <a:cs typeface="Arial" panose="020B0604020202020204" pitchFamily="34" charset="0"/>
              </a:rPr>
              <a:t> Then the expected cost of misclassification becomes</a:t>
            </a:r>
          </a:p>
          <a:p>
            <a:pPr marL="285750" indent="-285750" algn="just">
              <a:lnSpc>
                <a:spcPct val="200000"/>
              </a:lnSpc>
              <a:buClr>
                <a:srgbClr val="0000FF"/>
              </a:buClr>
              <a:buFont typeface="Wingdings" panose="05000000000000000000" pitchFamily="2" charset="2"/>
              <a:buChar char="v"/>
            </a:pPr>
            <a:endParaRPr lang="en-IN"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IN"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IN"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IN"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IN"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200"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Given these regions and we can construct the classification rule given in the following result.</a:t>
            </a:r>
            <a:r>
              <a:rPr lang="en-IN" sz="2200" dirty="0">
                <a:solidFill>
                  <a:schemeClr val="bg1"/>
                </a:solidFill>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BF591087-8DC0-38C3-D3B8-51822BF22546}"/>
              </a:ext>
            </a:extLst>
          </p:cNvPr>
          <p:cNvPicPr>
            <a:picLocks noChangeAspect="1"/>
          </p:cNvPicPr>
          <p:nvPr/>
        </p:nvPicPr>
        <p:blipFill>
          <a:blip r:embed="rId2"/>
          <a:stretch>
            <a:fillRect/>
          </a:stretch>
        </p:blipFill>
        <p:spPr>
          <a:xfrm>
            <a:off x="1461399" y="794961"/>
            <a:ext cx="9269200" cy="821517"/>
          </a:xfrm>
          <a:prstGeom prst="rect">
            <a:avLst/>
          </a:prstGeom>
        </p:spPr>
      </p:pic>
      <p:pic>
        <p:nvPicPr>
          <p:cNvPr id="5" name="Picture 4">
            <a:extLst>
              <a:ext uri="{FF2B5EF4-FFF2-40B4-BE49-F238E27FC236}">
                <a16:creationId xmlns:a16="http://schemas.microsoft.com/office/drawing/2014/main" id="{A70B9666-5589-BC89-A585-C84C27FCB450}"/>
              </a:ext>
            </a:extLst>
          </p:cNvPr>
          <p:cNvPicPr>
            <a:picLocks noChangeAspect="1"/>
          </p:cNvPicPr>
          <p:nvPr/>
        </p:nvPicPr>
        <p:blipFill>
          <a:blip r:embed="rId3"/>
          <a:stretch>
            <a:fillRect/>
          </a:stretch>
        </p:blipFill>
        <p:spPr>
          <a:xfrm>
            <a:off x="2004307" y="2382478"/>
            <a:ext cx="7668098" cy="2945092"/>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89E4FAC-340A-1481-D008-FDB9E43F6F80}"/>
                  </a:ext>
                </a:extLst>
              </p14:cNvPr>
              <p14:cNvContentPartPr/>
              <p14:nvPr/>
            </p14:nvContentPartPr>
            <p14:xfrm>
              <a:off x="2475360" y="567360"/>
              <a:ext cx="9513000" cy="3973320"/>
            </p14:xfrm>
          </p:contentPart>
        </mc:Choice>
        <mc:Fallback>
          <p:pic>
            <p:nvPicPr>
              <p:cNvPr id="2" name="Ink 1">
                <a:extLst>
                  <a:ext uri="{FF2B5EF4-FFF2-40B4-BE49-F238E27FC236}">
                    <a16:creationId xmlns:a16="http://schemas.microsoft.com/office/drawing/2014/main" id="{C89E4FAC-340A-1481-D008-FDB9E43F6F80}"/>
                  </a:ext>
                </a:extLst>
              </p:cNvPr>
              <p:cNvPicPr/>
              <p:nvPr/>
            </p:nvPicPr>
            <p:blipFill>
              <a:blip r:embed="rId5"/>
              <a:stretch>
                <a:fillRect/>
              </a:stretch>
            </p:blipFill>
            <p:spPr>
              <a:xfrm>
                <a:off x="2466000" y="558000"/>
                <a:ext cx="9531720" cy="3992040"/>
              </a:xfrm>
              <a:prstGeom prst="rect">
                <a:avLst/>
              </a:prstGeom>
            </p:spPr>
          </p:pic>
        </mc:Fallback>
      </mc:AlternateContent>
    </p:spTree>
    <p:extLst>
      <p:ext uri="{BB962C8B-B14F-4D97-AF65-F5344CB8AC3E}">
        <p14:creationId xmlns:p14="http://schemas.microsoft.com/office/powerpoint/2010/main" val="2356008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9392BB-8FBB-569F-4D2D-E0415DA9ABE0}"/>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B515668-6817-DEB7-F80E-46644FC1778E}"/>
              </a:ext>
            </a:extLst>
          </p:cNvPr>
          <p:cNvSpPr>
            <a:spLocks noGrp="1"/>
          </p:cNvSpPr>
          <p:nvPr>
            <p:ph type="ctrTitle"/>
          </p:nvPr>
        </p:nvSpPr>
        <p:spPr>
          <a:xfrm>
            <a:off x="19165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of Normal Populations When ∑</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 ∑</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 ∑</a:t>
            </a:r>
          </a:p>
        </p:txBody>
      </p:sp>
      <p:sp>
        <p:nvSpPr>
          <p:cNvPr id="4" name="TextBox 3">
            <a:extLst>
              <a:ext uri="{FF2B5EF4-FFF2-40B4-BE49-F238E27FC236}">
                <a16:creationId xmlns:a16="http://schemas.microsoft.com/office/drawing/2014/main" id="{68021C70-53D5-8C83-1245-5FB1CDB2C5B7}"/>
              </a:ext>
            </a:extLst>
          </p:cNvPr>
          <p:cNvSpPr txBox="1"/>
          <p:nvPr/>
        </p:nvSpPr>
        <p:spPr>
          <a:xfrm>
            <a:off x="310431" y="866463"/>
            <a:ext cx="11333577" cy="2814040"/>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IN" sz="2300" dirty="0">
                <a:solidFill>
                  <a:schemeClr val="bg1"/>
                </a:solidFill>
                <a:latin typeface="Arial" panose="020B0604020202020204" pitchFamily="34" charset="0"/>
                <a:cs typeface="Arial" panose="020B0604020202020204" pitchFamily="34" charset="0"/>
              </a:rPr>
              <a:t> Allocate </a:t>
            </a:r>
            <a:r>
              <a:rPr lang="en-IN" sz="2300" b="1" dirty="0">
                <a:solidFill>
                  <a:schemeClr val="bg1"/>
                </a:solidFill>
                <a:latin typeface="Arial" panose="020B0604020202020204" pitchFamily="34" charset="0"/>
                <a:cs typeface="Arial" panose="020B0604020202020204" pitchFamily="34" charset="0"/>
              </a:rPr>
              <a:t>x </a:t>
            </a:r>
            <a:r>
              <a:rPr lang="en-IN" sz="2300" dirty="0">
                <a:solidFill>
                  <a:schemeClr val="bg1"/>
                </a:solidFill>
                <a:latin typeface="Arial" panose="020B0604020202020204" pitchFamily="34" charset="0"/>
                <a:cs typeface="Arial" panose="020B0604020202020204" pitchFamily="34" charset="0"/>
              </a:rPr>
              <a:t>to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1</a:t>
            </a:r>
            <a:r>
              <a:rPr lang="en-IN" sz="2300" dirty="0">
                <a:solidFill>
                  <a:schemeClr val="bg1"/>
                </a:solidFill>
                <a:latin typeface="Arial" panose="020B0604020202020204" pitchFamily="34" charset="0"/>
                <a:cs typeface="Arial" panose="020B0604020202020204" pitchFamily="34" charset="0"/>
              </a:rPr>
              <a:t> if </a:t>
            </a:r>
          </a:p>
          <a:p>
            <a:pPr algn="just">
              <a:lnSpc>
                <a:spcPct val="200000"/>
              </a:lnSpc>
              <a:buClr>
                <a:srgbClr val="0000FF"/>
              </a:buClr>
            </a:pPr>
            <a:endParaRPr lang="en-IN" sz="23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IN" sz="23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IN" sz="2300" dirty="0">
                <a:solidFill>
                  <a:schemeClr val="bg1"/>
                </a:solidFill>
                <a:latin typeface="Arial" panose="020B0604020202020204" pitchFamily="34" charset="0"/>
                <a:cs typeface="Arial" panose="020B0604020202020204" pitchFamily="34" charset="0"/>
              </a:rPr>
              <a:t> Allocate </a:t>
            </a:r>
            <a:r>
              <a:rPr lang="en-IN" sz="2300" b="1" dirty="0">
                <a:solidFill>
                  <a:schemeClr val="bg1"/>
                </a:solidFill>
                <a:latin typeface="Arial" panose="020B0604020202020204" pitchFamily="34" charset="0"/>
                <a:cs typeface="Arial" panose="020B0604020202020204" pitchFamily="34" charset="0"/>
              </a:rPr>
              <a:t>x </a:t>
            </a:r>
            <a:r>
              <a:rPr lang="en-IN" sz="2300" dirty="0">
                <a:solidFill>
                  <a:schemeClr val="bg1"/>
                </a:solidFill>
                <a:latin typeface="Arial" panose="020B0604020202020204" pitchFamily="34" charset="0"/>
                <a:cs typeface="Arial" panose="020B0604020202020204" pitchFamily="34" charset="0"/>
              </a:rPr>
              <a:t>to </a:t>
            </a:r>
            <a:r>
              <a:rPr lang="el-GR" sz="2300" dirty="0">
                <a:solidFill>
                  <a:schemeClr val="bg1"/>
                </a:solidFill>
                <a:latin typeface="Arial" panose="020B0604020202020204" pitchFamily="34" charset="0"/>
                <a:cs typeface="Arial" panose="020B0604020202020204" pitchFamily="34" charset="0"/>
              </a:rPr>
              <a:t>π</a:t>
            </a:r>
            <a:r>
              <a:rPr lang="en-IN" sz="2300" baseline="-25000" dirty="0">
                <a:solidFill>
                  <a:schemeClr val="bg1"/>
                </a:solidFill>
                <a:latin typeface="Arial" panose="020B0604020202020204" pitchFamily="34" charset="0"/>
                <a:cs typeface="Arial" panose="020B0604020202020204" pitchFamily="34" charset="0"/>
              </a:rPr>
              <a:t>2</a:t>
            </a:r>
            <a:r>
              <a:rPr lang="en-IN" sz="2300" dirty="0">
                <a:solidFill>
                  <a:schemeClr val="bg1"/>
                </a:solidFill>
                <a:latin typeface="Arial" panose="020B0604020202020204" pitchFamily="34" charset="0"/>
                <a:cs typeface="Arial" panose="020B0604020202020204" pitchFamily="34" charset="0"/>
              </a:rPr>
              <a:t> otherwise</a:t>
            </a:r>
          </a:p>
        </p:txBody>
      </p:sp>
      <p:grpSp>
        <p:nvGrpSpPr>
          <p:cNvPr id="7" name="Group 6"/>
          <p:cNvGrpSpPr/>
          <p:nvPr/>
        </p:nvGrpSpPr>
        <p:grpSpPr>
          <a:xfrm>
            <a:off x="191652" y="1828800"/>
            <a:ext cx="11383196" cy="4214302"/>
            <a:chOff x="191652" y="1828800"/>
            <a:chExt cx="11383196" cy="4214302"/>
          </a:xfrm>
        </p:grpSpPr>
        <p:pic>
          <p:nvPicPr>
            <p:cNvPr id="6" name="Picture 5">
              <a:extLst>
                <a:ext uri="{FF2B5EF4-FFF2-40B4-BE49-F238E27FC236}">
                  <a16:creationId xmlns:a16="http://schemas.microsoft.com/office/drawing/2014/main" id="{56C2BFCB-C15F-9483-BC3F-804E919DAC0E}"/>
                </a:ext>
              </a:extLst>
            </p:cNvPr>
            <p:cNvPicPr>
              <a:picLocks noChangeAspect="1"/>
            </p:cNvPicPr>
            <p:nvPr/>
          </p:nvPicPr>
          <p:blipFill>
            <a:blip r:embed="rId2"/>
            <a:stretch>
              <a:fillRect/>
            </a:stretch>
          </p:blipFill>
          <p:spPr>
            <a:xfrm>
              <a:off x="651753" y="1828800"/>
              <a:ext cx="10267212" cy="982195"/>
            </a:xfrm>
            <a:prstGeom prst="rect">
              <a:avLst/>
            </a:prstGeom>
          </p:spPr>
        </p:pic>
        <p:pic>
          <p:nvPicPr>
            <p:cNvPr id="8" name="Picture 7">
              <a:extLst>
                <a:ext uri="{FF2B5EF4-FFF2-40B4-BE49-F238E27FC236}">
                  <a16:creationId xmlns:a16="http://schemas.microsoft.com/office/drawing/2014/main" id="{6E111708-AA42-D580-5291-985A619C7CFB}"/>
                </a:ext>
              </a:extLst>
            </p:cNvPr>
            <p:cNvPicPr>
              <a:picLocks noChangeAspect="1"/>
            </p:cNvPicPr>
            <p:nvPr/>
          </p:nvPicPr>
          <p:blipFill>
            <a:blip r:embed="rId3"/>
            <a:stretch>
              <a:fillRect/>
            </a:stretch>
          </p:blipFill>
          <p:spPr>
            <a:xfrm>
              <a:off x="191652" y="3957732"/>
              <a:ext cx="11383196" cy="208537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7842240" y="2209680"/>
                <a:ext cx="292320" cy="159120"/>
              </p14:xfrm>
            </p:contentPart>
          </mc:Choice>
          <mc:Fallback xmlns="">
            <p:pic>
              <p:nvPicPr>
                <p:cNvPr id="2" name="Ink 1"/>
                <p:cNvPicPr/>
                <p:nvPr/>
              </p:nvPicPr>
              <p:blipFill>
                <a:blip r:embed="rId5"/>
                <a:stretch>
                  <a:fillRect/>
                </a:stretch>
              </p:blipFill>
              <p:spPr>
                <a:xfrm>
                  <a:off x="7826400" y="2146320"/>
                  <a:ext cx="32436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8255160" y="4356000"/>
                <a:ext cx="235080" cy="197280"/>
              </p14:xfrm>
            </p:contentPart>
          </mc:Choice>
          <mc:Fallback xmlns="">
            <p:pic>
              <p:nvPicPr>
                <p:cNvPr id="3" name="Ink 2"/>
                <p:cNvPicPr/>
                <p:nvPr/>
              </p:nvPicPr>
              <p:blipFill>
                <a:blip r:embed="rId7"/>
                <a:stretch>
                  <a:fillRect/>
                </a:stretch>
              </p:blipFill>
              <p:spPr>
                <a:xfrm>
                  <a:off x="8238960" y="4292640"/>
                  <a:ext cx="26712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p14:cNvContentPartPr/>
                <p14:nvPr/>
              </p14:nvContentPartPr>
              <p14:xfrm>
                <a:off x="8267760" y="5454720"/>
                <a:ext cx="267120" cy="216360"/>
              </p14:xfrm>
            </p:contentPart>
          </mc:Choice>
          <mc:Fallback xmlns="">
            <p:pic>
              <p:nvPicPr>
                <p:cNvPr id="5" name="Ink 4"/>
                <p:cNvPicPr/>
                <p:nvPr/>
              </p:nvPicPr>
              <p:blipFill>
                <a:blip r:embed="rId9"/>
                <a:stretch>
                  <a:fillRect/>
                </a:stretch>
              </p:blipFill>
              <p:spPr>
                <a:xfrm>
                  <a:off x="8251920" y="5391000"/>
                  <a:ext cx="298800" cy="343440"/>
                </a:xfrm>
                <a:prstGeom prst="rect">
                  <a:avLst/>
                </a:prstGeom>
              </p:spPr>
            </p:pic>
          </mc:Fallback>
        </mc:AlternateContent>
      </p:grpSp>
      <p:pic>
        <p:nvPicPr>
          <p:cNvPr id="11" name="Picture 10">
            <a:extLst>
              <a:ext uri="{FF2B5EF4-FFF2-40B4-BE49-F238E27FC236}">
                <a16:creationId xmlns:a16="http://schemas.microsoft.com/office/drawing/2014/main" id="{9EFDE93C-1D6A-22EF-83E0-52FC1098FB52}"/>
              </a:ext>
            </a:extLst>
          </p:cNvPr>
          <p:cNvPicPr>
            <a:picLocks noChangeAspect="1"/>
          </p:cNvPicPr>
          <p:nvPr/>
        </p:nvPicPr>
        <p:blipFill>
          <a:blip r:embed="rId10"/>
          <a:stretch>
            <a:fillRect/>
          </a:stretch>
        </p:blipFill>
        <p:spPr>
          <a:xfrm>
            <a:off x="3347235" y="814306"/>
            <a:ext cx="7487695" cy="676369"/>
          </a:xfrm>
          <a:prstGeom prst="rect">
            <a:avLst/>
          </a:prstGeom>
        </p:spPr>
      </p:pic>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F9C2E2FB-2F01-E2E9-60A0-DCDD51663E20}"/>
                  </a:ext>
                </a:extLst>
              </p14:cNvPr>
              <p14:cNvContentPartPr/>
              <p14:nvPr/>
            </p14:nvContentPartPr>
            <p14:xfrm>
              <a:off x="968400" y="1192680"/>
              <a:ext cx="11032920" cy="4736880"/>
            </p14:xfrm>
          </p:contentPart>
        </mc:Choice>
        <mc:Fallback>
          <p:pic>
            <p:nvPicPr>
              <p:cNvPr id="12" name="Ink 11">
                <a:extLst>
                  <a:ext uri="{FF2B5EF4-FFF2-40B4-BE49-F238E27FC236}">
                    <a16:creationId xmlns:a16="http://schemas.microsoft.com/office/drawing/2014/main" id="{F9C2E2FB-2F01-E2E9-60A0-DCDD51663E20}"/>
                  </a:ext>
                </a:extLst>
              </p:cNvPr>
              <p:cNvPicPr/>
              <p:nvPr/>
            </p:nvPicPr>
            <p:blipFill>
              <a:blip r:embed="rId12"/>
              <a:stretch>
                <a:fillRect/>
              </a:stretch>
            </p:blipFill>
            <p:spPr>
              <a:xfrm>
                <a:off x="959040" y="1183320"/>
                <a:ext cx="11051640" cy="4755600"/>
              </a:xfrm>
              <a:prstGeom prst="rect">
                <a:avLst/>
              </a:prstGeom>
            </p:spPr>
          </p:pic>
        </mc:Fallback>
      </mc:AlternateContent>
    </p:spTree>
    <p:extLst>
      <p:ext uri="{BB962C8B-B14F-4D97-AF65-F5344CB8AC3E}">
        <p14:creationId xmlns:p14="http://schemas.microsoft.com/office/powerpoint/2010/main" val="25600794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EA034F-CD22-6E4C-708A-06DCDB3D5B9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ECFE1AE-9790-869D-7BFF-04B76C2CCE4D}"/>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sp>
        <p:nvSpPr>
          <p:cNvPr id="4" name="TextBox 3">
            <a:extLst>
              <a:ext uri="{FF2B5EF4-FFF2-40B4-BE49-F238E27FC236}">
                <a16:creationId xmlns:a16="http://schemas.microsoft.com/office/drawing/2014/main" id="{94B1E4B9-5CC0-C59C-913B-CFCF72060242}"/>
              </a:ext>
            </a:extLst>
          </p:cNvPr>
          <p:cNvSpPr txBox="1"/>
          <p:nvPr/>
        </p:nvSpPr>
        <p:spPr>
          <a:xfrm>
            <a:off x="429211" y="669594"/>
            <a:ext cx="11333577" cy="3521926"/>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In most practical situations, the population quantities and are unknown</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So, the above rule must be modified. </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It has been suggested replacing the population parameters by their sample counterparts.</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From the data matrices we compute</a:t>
            </a:r>
            <a:endParaRPr lang="en-IN" sz="23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374933B-0D9C-543F-C305-247C297C1DEE}"/>
              </a:ext>
            </a:extLst>
          </p:cNvPr>
          <p:cNvPicPr>
            <a:picLocks noChangeAspect="1"/>
          </p:cNvPicPr>
          <p:nvPr/>
        </p:nvPicPr>
        <p:blipFill>
          <a:blip r:embed="rId2"/>
          <a:stretch>
            <a:fillRect/>
          </a:stretch>
        </p:blipFill>
        <p:spPr>
          <a:xfrm>
            <a:off x="1597809" y="4271880"/>
            <a:ext cx="9323154" cy="2206664"/>
          </a:xfrm>
          <a:prstGeom prst="rect">
            <a:avLst/>
          </a:prstGeom>
        </p:spPr>
      </p:pic>
      <p:pic>
        <p:nvPicPr>
          <p:cNvPr id="2" name="Picture 1"/>
          <p:cNvPicPr>
            <a:picLocks noChangeAspect="1"/>
          </p:cNvPicPr>
          <p:nvPr/>
        </p:nvPicPr>
        <p:blipFill>
          <a:blip r:embed="rId3"/>
          <a:stretch>
            <a:fillRect/>
          </a:stretch>
        </p:blipFill>
        <p:spPr>
          <a:xfrm>
            <a:off x="120650" y="4572688"/>
            <a:ext cx="1388973" cy="2188685"/>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78149F8-484E-5A5A-9859-CBD3B9873FC7}"/>
                  </a:ext>
                </a:extLst>
              </p14:cNvPr>
              <p14:cNvContentPartPr/>
              <p14:nvPr/>
            </p14:nvContentPartPr>
            <p14:xfrm>
              <a:off x="153720" y="3004200"/>
              <a:ext cx="10400040" cy="3798360"/>
            </p14:xfrm>
          </p:contentPart>
        </mc:Choice>
        <mc:Fallback>
          <p:pic>
            <p:nvPicPr>
              <p:cNvPr id="5" name="Ink 4">
                <a:extLst>
                  <a:ext uri="{FF2B5EF4-FFF2-40B4-BE49-F238E27FC236}">
                    <a16:creationId xmlns:a16="http://schemas.microsoft.com/office/drawing/2014/main" id="{278149F8-484E-5A5A-9859-CBD3B9873FC7}"/>
                  </a:ext>
                </a:extLst>
              </p:cNvPr>
              <p:cNvPicPr/>
              <p:nvPr/>
            </p:nvPicPr>
            <p:blipFill>
              <a:blip r:embed="rId5"/>
              <a:stretch>
                <a:fillRect/>
              </a:stretch>
            </p:blipFill>
            <p:spPr>
              <a:xfrm>
                <a:off x="144360" y="2994840"/>
                <a:ext cx="10418760" cy="3817080"/>
              </a:xfrm>
              <a:prstGeom prst="rect">
                <a:avLst/>
              </a:prstGeom>
            </p:spPr>
          </p:pic>
        </mc:Fallback>
      </mc:AlternateContent>
    </p:spTree>
    <p:extLst>
      <p:ext uri="{BB962C8B-B14F-4D97-AF65-F5344CB8AC3E}">
        <p14:creationId xmlns:p14="http://schemas.microsoft.com/office/powerpoint/2010/main" val="4208351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2D102F-B2B2-FCD0-A268-8C79905E1240}"/>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880245A3-1E3D-0078-546B-E08FFAE1B11D}"/>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sp>
        <p:nvSpPr>
          <p:cNvPr id="4" name="TextBox 3">
            <a:extLst>
              <a:ext uri="{FF2B5EF4-FFF2-40B4-BE49-F238E27FC236}">
                <a16:creationId xmlns:a16="http://schemas.microsoft.com/office/drawing/2014/main" id="{0E2340C2-95BB-91B9-C2A9-D7D19F3F6EB5}"/>
              </a:ext>
            </a:extLst>
          </p:cNvPr>
          <p:cNvSpPr txBox="1"/>
          <p:nvPr/>
        </p:nvSpPr>
        <p:spPr>
          <a:xfrm>
            <a:off x="429211" y="776783"/>
            <a:ext cx="11333577" cy="6081217"/>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Since it is assumed that the parent populations have the same covariance matrix </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the sample covariance matrices </a:t>
            </a:r>
            <a:r>
              <a:rPr lang="en-US" sz="2200" b="1" dirty="0">
                <a:solidFill>
                  <a:schemeClr val="bg1"/>
                </a:solidFill>
                <a:latin typeface="Arial" panose="020B0604020202020204" pitchFamily="34" charset="0"/>
                <a:cs typeface="Arial" panose="020B0604020202020204" pitchFamily="34" charset="0"/>
              </a:rPr>
              <a:t>S</a:t>
            </a:r>
            <a:r>
              <a:rPr lang="en-US" sz="2200" b="1"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 and </a:t>
            </a:r>
            <a:r>
              <a:rPr lang="en-US" sz="2200" b="1" dirty="0">
                <a:solidFill>
                  <a:schemeClr val="bg1"/>
                </a:solidFill>
                <a:latin typeface="Arial" panose="020B0604020202020204" pitchFamily="34" charset="0"/>
                <a:cs typeface="Arial" panose="020B0604020202020204" pitchFamily="34" charset="0"/>
              </a:rPr>
              <a:t>S</a:t>
            </a:r>
            <a:r>
              <a:rPr lang="en-US" sz="2200" b="1" baseline="-25000" dirty="0">
                <a:solidFill>
                  <a:schemeClr val="bg1"/>
                </a:solidFill>
                <a:latin typeface="Arial" panose="020B0604020202020204" pitchFamily="34" charset="0"/>
                <a:cs typeface="Arial" panose="020B0604020202020204" pitchFamily="34" charset="0"/>
              </a:rPr>
              <a:t>2</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and are combined (pooled) to derive a single, unbiased estimate of </a:t>
            </a:r>
            <a:r>
              <a:rPr lang="en-US" sz="2200" b="1" dirty="0">
                <a:solidFill>
                  <a:schemeClr val="bg1"/>
                </a:solidFill>
                <a:latin typeface="Arial" panose="020B0604020202020204" pitchFamily="34" charset="0"/>
                <a:cs typeface="Arial" panose="020B0604020202020204" pitchFamily="34" charset="0"/>
              </a:rPr>
              <a:t>∑</a:t>
            </a:r>
            <a:r>
              <a:rPr lang="en-US" sz="22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In particular, the weighted average</a:t>
            </a:r>
          </a:p>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algn="just">
              <a:lnSpc>
                <a:spcPct val="200000"/>
              </a:lnSpc>
              <a:buClr>
                <a:srgbClr val="0000FF"/>
              </a:buClr>
            </a:pPr>
            <a:r>
              <a:rPr lang="en-US" sz="2200" dirty="0">
                <a:solidFill>
                  <a:schemeClr val="bg1"/>
                </a:solidFill>
                <a:latin typeface="Arial" panose="020B0604020202020204" pitchFamily="34" charset="0"/>
                <a:cs typeface="Arial" panose="020B0604020202020204" pitchFamily="34" charset="0"/>
              </a:rPr>
              <a:t>is an unbiased estimate of  </a:t>
            </a:r>
            <a:r>
              <a:rPr lang="en-US" sz="2200" b="1"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if the data matrices </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 and </a:t>
            </a:r>
            <a:r>
              <a:rPr lang="en-US" sz="2200" b="1" dirty="0">
                <a:solidFill>
                  <a:schemeClr val="bg1"/>
                </a:solidFill>
                <a:latin typeface="Arial" panose="020B0604020202020204" pitchFamily="34" charset="0"/>
                <a:cs typeface="Arial" panose="020B0604020202020204" pitchFamily="34" charset="0"/>
              </a:rPr>
              <a:t>X</a:t>
            </a:r>
            <a:r>
              <a:rPr lang="en-US" sz="2200" b="1"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 and contain random samples from the populations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1</a:t>
            </a:r>
            <a:r>
              <a:rPr lang="en-IN" sz="2200"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and </a:t>
            </a:r>
            <a:r>
              <a:rPr lang="el-GR" sz="2200" dirty="0">
                <a:solidFill>
                  <a:schemeClr val="bg1"/>
                </a:solidFill>
                <a:latin typeface="Arial" panose="020B0604020202020204" pitchFamily="34" charset="0"/>
                <a:cs typeface="Arial" panose="020B0604020202020204" pitchFamily="34" charset="0"/>
              </a:rPr>
              <a:t>π</a:t>
            </a:r>
            <a:r>
              <a:rPr lang="en-IN" sz="2200" baseline="-25000" dirty="0">
                <a:solidFill>
                  <a:schemeClr val="bg1"/>
                </a:solidFill>
                <a:latin typeface="Arial" panose="020B0604020202020204" pitchFamily="34" charset="0"/>
                <a:cs typeface="Arial" panose="020B0604020202020204" pitchFamily="34" charset="0"/>
              </a:rPr>
              <a:t>1</a:t>
            </a:r>
            <a:r>
              <a:rPr lang="en-IN" sz="2200" dirty="0">
                <a:solidFill>
                  <a:schemeClr val="bg1"/>
                </a:solidFill>
                <a:latin typeface="Arial" panose="020B0604020202020204" pitchFamily="34" charset="0"/>
                <a:cs typeface="Arial" panose="020B0604020202020204" pitchFamily="34" charset="0"/>
              </a:rPr>
              <a:t> </a:t>
            </a:r>
            <a:r>
              <a:rPr lang="en-US" sz="2200" dirty="0">
                <a:solidFill>
                  <a:schemeClr val="bg1"/>
                </a:solidFill>
                <a:latin typeface="Arial" panose="020B0604020202020204" pitchFamily="34" charset="0"/>
                <a:cs typeface="Arial" panose="020B0604020202020204" pitchFamily="34" charset="0"/>
              </a:rPr>
              <a:t>respectively.</a:t>
            </a:r>
          </a:p>
          <a:p>
            <a:pPr algn="ctr">
              <a:lnSpc>
                <a:spcPct val="200000"/>
              </a:lnSpc>
              <a:buClr>
                <a:srgbClr val="0000FF"/>
              </a:buClr>
            </a:pPr>
            <a:endParaRPr lang="en-IN" sz="22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FCE91D9-B1CA-5D16-C640-73930488196B}"/>
              </a:ext>
            </a:extLst>
          </p:cNvPr>
          <p:cNvPicPr>
            <a:picLocks noChangeAspect="1"/>
          </p:cNvPicPr>
          <p:nvPr/>
        </p:nvPicPr>
        <p:blipFill>
          <a:blip r:embed="rId2"/>
          <a:stretch>
            <a:fillRect/>
          </a:stretch>
        </p:blipFill>
        <p:spPr>
          <a:xfrm>
            <a:off x="2088020" y="3930952"/>
            <a:ext cx="8798727" cy="1030154"/>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ABF2548-EF1A-A714-B5CD-9706FDCC1314}"/>
                  </a:ext>
                </a:extLst>
              </p14:cNvPr>
              <p14:cNvContentPartPr/>
              <p14:nvPr/>
            </p14:nvContentPartPr>
            <p14:xfrm>
              <a:off x="7007040" y="2218320"/>
              <a:ext cx="5111640" cy="4465440"/>
            </p14:xfrm>
          </p:contentPart>
        </mc:Choice>
        <mc:Fallback>
          <p:pic>
            <p:nvPicPr>
              <p:cNvPr id="2" name="Ink 1">
                <a:extLst>
                  <a:ext uri="{FF2B5EF4-FFF2-40B4-BE49-F238E27FC236}">
                    <a16:creationId xmlns:a16="http://schemas.microsoft.com/office/drawing/2014/main" id="{8ABF2548-EF1A-A714-B5CD-9706FDCC1314}"/>
                  </a:ext>
                </a:extLst>
              </p:cNvPr>
              <p:cNvPicPr/>
              <p:nvPr/>
            </p:nvPicPr>
            <p:blipFill>
              <a:blip r:embed="rId4"/>
              <a:stretch>
                <a:fillRect/>
              </a:stretch>
            </p:blipFill>
            <p:spPr>
              <a:xfrm>
                <a:off x="6997680" y="2208960"/>
                <a:ext cx="5130360" cy="4484160"/>
              </a:xfrm>
              <a:prstGeom prst="rect">
                <a:avLst/>
              </a:prstGeom>
            </p:spPr>
          </p:pic>
        </mc:Fallback>
      </mc:AlternateContent>
    </p:spTree>
    <p:extLst>
      <p:ext uri="{BB962C8B-B14F-4D97-AF65-F5344CB8AC3E}">
        <p14:creationId xmlns:p14="http://schemas.microsoft.com/office/powerpoint/2010/main" val="14303722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34EFE0-B594-AF7E-3C17-1B2352C59197}"/>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752B364-4DD1-D2E8-F646-F5B2C79ACE8D}"/>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6FBC37-CD47-BFA3-4162-C2E3D1FD90D5}"/>
                  </a:ext>
                </a:extLst>
              </p:cNvPr>
              <p:cNvSpPr txBox="1"/>
              <p:nvPr/>
            </p:nvSpPr>
            <p:spPr>
              <a:xfrm>
                <a:off x="429209" y="1052860"/>
                <a:ext cx="11333577" cy="1455014"/>
              </a:xfrm>
              <a:prstGeom prst="rect">
                <a:avLst/>
              </a:prstGeom>
              <a:noFill/>
            </p:spPr>
            <p:txBody>
              <a:bodyPr wrap="square" rtlCol="0">
                <a:spAutoFit/>
              </a:bodyPr>
              <a:lstStyle/>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Substituting </a:t>
                </a:r>
                <a14:m>
                  <m:oMath xmlns:m="http://schemas.openxmlformats.org/officeDocument/2006/math">
                    <m:sSub>
                      <m:sSubPr>
                        <m:ctrlPr>
                          <a:rPr lang="en-IN" sz="2400" b="1" i="1" smtClean="0">
                            <a:solidFill>
                              <a:schemeClr val="bg1"/>
                            </a:solidFill>
                            <a:latin typeface="Cambria Math" panose="02040503050406030204" pitchFamily="18" charset="0"/>
                            <a:cs typeface="Arial" panose="020B0604020202020204" pitchFamily="34" charset="0"/>
                          </a:rPr>
                        </m:ctrlPr>
                      </m:sSubPr>
                      <m:e>
                        <m:acc>
                          <m:accPr>
                            <m:chr m:val="̅"/>
                            <m:ctrlPr>
                              <a:rPr lang="en-IN" sz="2400" b="1" i="1" smtClean="0">
                                <a:solidFill>
                                  <a:schemeClr val="bg1"/>
                                </a:solidFill>
                                <a:latin typeface="Cambria Math" panose="02040503050406030204" pitchFamily="18" charset="0"/>
                                <a:cs typeface="Arial" panose="020B0604020202020204" pitchFamily="34" charset="0"/>
                              </a:rPr>
                            </m:ctrlPr>
                          </m:accPr>
                          <m:e>
                            <m:r>
                              <a:rPr lang="en-IN" sz="2400" b="1" i="1" smtClean="0">
                                <a:solidFill>
                                  <a:schemeClr val="bg1"/>
                                </a:solidFill>
                                <a:latin typeface="Cambria Math" panose="02040503050406030204" pitchFamily="18" charset="0"/>
                                <a:cs typeface="Arial" panose="020B0604020202020204" pitchFamily="34" charset="0"/>
                              </a:rPr>
                              <m:t>𝒙</m:t>
                            </m:r>
                          </m:e>
                        </m:acc>
                      </m:e>
                      <m:sub>
                        <m:r>
                          <a:rPr lang="en-IN" sz="2400" b="0" i="1" smtClean="0">
                            <a:solidFill>
                              <a:schemeClr val="bg1"/>
                            </a:solidFill>
                            <a:latin typeface="Cambria Math" panose="02040503050406030204" pitchFamily="18" charset="0"/>
                            <a:cs typeface="Arial" panose="020B0604020202020204" pitchFamily="34" charset="0"/>
                          </a:rPr>
                          <m:t>1</m:t>
                        </m:r>
                      </m:sub>
                    </m:sSub>
                  </m:oMath>
                </a14:m>
                <a:r>
                  <a:rPr lang="en-US" sz="2400" dirty="0">
                    <a:solidFill>
                      <a:schemeClr val="bg1"/>
                    </a:solidFill>
                    <a:latin typeface="Arial" panose="020B0604020202020204" pitchFamily="34" charset="0"/>
                    <a:cs typeface="Arial" panose="020B0604020202020204" pitchFamily="34" charset="0"/>
                  </a:rPr>
                  <a:t>for </a:t>
                </a:r>
                <a:r>
                  <a:rPr lang="en-US" sz="2400" b="1" dirty="0">
                    <a:solidFill>
                      <a:schemeClr val="bg1"/>
                    </a:solidFill>
                    <a:latin typeface="Arial" panose="020B0604020202020204" pitchFamily="34" charset="0"/>
                    <a:cs typeface="Arial" panose="020B0604020202020204" pitchFamily="34" charset="0"/>
                  </a:rPr>
                  <a:t>µ</a:t>
                </a:r>
                <a:r>
                  <a:rPr lang="en-US" sz="2400" b="1" baseline="-25000" dirty="0">
                    <a:solidFill>
                      <a:schemeClr val="bg1"/>
                    </a:solidFill>
                    <a:latin typeface="Arial" panose="020B0604020202020204" pitchFamily="34" charset="0"/>
                    <a:cs typeface="Arial" panose="020B0604020202020204" pitchFamily="34" charset="0"/>
                  </a:rPr>
                  <a:t>1</a:t>
                </a:r>
                <a:r>
                  <a:rPr lang="en-US" sz="2400" b="1"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and</a:t>
                </a:r>
                <a:r>
                  <a:rPr lang="en-US" sz="2400" b="1" dirty="0">
                    <a:solidFill>
                      <a:schemeClr val="bg1"/>
                    </a:solidFill>
                    <a:latin typeface="Arial" panose="020B0604020202020204" pitchFamily="34" charset="0"/>
                    <a:cs typeface="Arial" panose="020B0604020202020204" pitchFamily="34" charset="0"/>
                  </a:rPr>
                  <a:t> </a:t>
                </a:r>
                <a14:m>
                  <m:oMath xmlns:m="http://schemas.openxmlformats.org/officeDocument/2006/math">
                    <m:sSub>
                      <m:sSubPr>
                        <m:ctrlPr>
                          <a:rPr lang="en-IN" sz="2400" b="1" i="1">
                            <a:solidFill>
                              <a:schemeClr val="bg1"/>
                            </a:solidFill>
                            <a:latin typeface="Cambria Math" panose="02040503050406030204" pitchFamily="18" charset="0"/>
                            <a:cs typeface="Arial" panose="020B0604020202020204" pitchFamily="34" charset="0"/>
                          </a:rPr>
                        </m:ctrlPr>
                      </m:sSubPr>
                      <m:e>
                        <m:acc>
                          <m:accPr>
                            <m:chr m:val="̅"/>
                            <m:ctrlPr>
                              <a:rPr lang="en-IN" sz="2400" b="1" i="1">
                                <a:solidFill>
                                  <a:schemeClr val="bg1"/>
                                </a:solidFill>
                                <a:latin typeface="Cambria Math" panose="02040503050406030204" pitchFamily="18" charset="0"/>
                                <a:cs typeface="Arial" panose="020B0604020202020204" pitchFamily="34" charset="0"/>
                              </a:rPr>
                            </m:ctrlPr>
                          </m:accPr>
                          <m:e>
                            <m:r>
                              <a:rPr lang="en-IN" sz="2400" b="1" i="1">
                                <a:solidFill>
                                  <a:schemeClr val="bg1"/>
                                </a:solidFill>
                                <a:latin typeface="Cambria Math" panose="02040503050406030204" pitchFamily="18" charset="0"/>
                                <a:cs typeface="Arial" panose="020B0604020202020204" pitchFamily="34" charset="0"/>
                              </a:rPr>
                              <m:t>𝒙</m:t>
                            </m:r>
                          </m:e>
                        </m:acc>
                      </m:e>
                      <m:sub>
                        <m:r>
                          <a:rPr lang="en-IN" sz="2400" b="0" i="1" smtClean="0">
                            <a:solidFill>
                              <a:schemeClr val="bg1"/>
                            </a:solidFill>
                            <a:latin typeface="Cambria Math" panose="02040503050406030204" pitchFamily="18" charset="0"/>
                            <a:cs typeface="Arial" panose="020B0604020202020204" pitchFamily="34" charset="0"/>
                          </a:rPr>
                          <m:t>2</m:t>
                        </m:r>
                      </m:sub>
                    </m:sSub>
                    <m:r>
                      <a:rPr lang="en-IN" sz="2400" i="1">
                        <a:solidFill>
                          <a:schemeClr val="bg1"/>
                        </a:solidFill>
                        <a:latin typeface="Cambria Math" panose="02040503050406030204" pitchFamily="18" charset="0"/>
                        <a:cs typeface="Arial" panose="020B0604020202020204" pitchFamily="34" charset="0"/>
                      </a:rPr>
                      <m:t> </m:t>
                    </m:r>
                  </m:oMath>
                </a14:m>
                <a:r>
                  <a:rPr lang="en-US" sz="2400" dirty="0">
                    <a:solidFill>
                      <a:schemeClr val="bg1"/>
                    </a:solidFill>
                    <a:latin typeface="Arial" panose="020B0604020202020204" pitchFamily="34" charset="0"/>
                    <a:cs typeface="Arial" panose="020B0604020202020204" pitchFamily="34" charset="0"/>
                  </a:rPr>
                  <a:t>for </a:t>
                </a:r>
                <a:r>
                  <a:rPr lang="en-US" sz="2400" b="1" dirty="0">
                    <a:solidFill>
                      <a:schemeClr val="bg1"/>
                    </a:solidFill>
                    <a:latin typeface="Arial" panose="020B0604020202020204" pitchFamily="34" charset="0"/>
                    <a:cs typeface="Arial" panose="020B0604020202020204" pitchFamily="34" charset="0"/>
                  </a:rPr>
                  <a:t>µ</a:t>
                </a:r>
                <a:r>
                  <a:rPr lang="en-US" sz="2400" b="1" baseline="-25000" dirty="0">
                    <a:solidFill>
                      <a:schemeClr val="bg1"/>
                    </a:solidFill>
                    <a:latin typeface="Arial" panose="020B0604020202020204" pitchFamily="34" charset="0"/>
                    <a:cs typeface="Arial" panose="020B0604020202020204" pitchFamily="34" charset="0"/>
                  </a:rPr>
                  <a:t>2</a:t>
                </a:r>
                <a:r>
                  <a:rPr lang="en-US" sz="2400" b="1"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and </a:t>
                </a:r>
                <a:r>
                  <a:rPr lang="en-US" sz="2400" b="1" dirty="0">
                    <a:solidFill>
                      <a:schemeClr val="bg1"/>
                    </a:solidFill>
                    <a:latin typeface="Arial" panose="020B0604020202020204" pitchFamily="34" charset="0"/>
                    <a:cs typeface="Arial" panose="020B0604020202020204" pitchFamily="34" charset="0"/>
                  </a:rPr>
                  <a:t>S</a:t>
                </a:r>
                <a:r>
                  <a:rPr lang="en-US" sz="2400" b="1" baseline="-25000" dirty="0">
                    <a:solidFill>
                      <a:schemeClr val="bg1"/>
                    </a:solidFill>
                    <a:latin typeface="Arial" panose="020B0604020202020204" pitchFamily="34" charset="0"/>
                    <a:cs typeface="Arial" panose="020B0604020202020204" pitchFamily="34" charset="0"/>
                  </a:rPr>
                  <a:t>pooled</a:t>
                </a:r>
                <a:r>
                  <a:rPr lang="en-US" sz="2400" b="1"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for </a:t>
                </a:r>
                <a:r>
                  <a:rPr lang="en-US" sz="2400" b="1"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gives the “sample” classification rule:</a:t>
                </a:r>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2A6FBC37-CD47-BFA3-4162-C2E3D1FD90D5}"/>
                  </a:ext>
                </a:extLst>
              </p:cNvPr>
              <p:cNvSpPr txBox="1">
                <a:spLocks noRot="1" noChangeAspect="1" noMove="1" noResize="1" noEditPoints="1" noAdjustHandles="1" noChangeArrowheads="1" noChangeShapeType="1" noTextEdit="1"/>
              </p:cNvSpPr>
              <p:nvPr/>
            </p:nvSpPr>
            <p:spPr>
              <a:xfrm>
                <a:off x="429209" y="1052860"/>
                <a:ext cx="11333577" cy="1455014"/>
              </a:xfrm>
              <a:prstGeom prst="rect">
                <a:avLst/>
              </a:prstGeom>
              <a:blipFill>
                <a:blip r:embed="rId2"/>
                <a:stretch>
                  <a:fillRect l="-806" r="-806" b="-9244"/>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9C605006-F3F7-93FB-EAED-9B315F8D3966}"/>
              </a:ext>
            </a:extLst>
          </p:cNvPr>
          <p:cNvPicPr>
            <a:picLocks noChangeAspect="1"/>
          </p:cNvPicPr>
          <p:nvPr/>
        </p:nvPicPr>
        <p:blipFill>
          <a:blip r:embed="rId3"/>
          <a:stretch>
            <a:fillRect/>
          </a:stretch>
        </p:blipFill>
        <p:spPr>
          <a:xfrm>
            <a:off x="1073260" y="3868524"/>
            <a:ext cx="10045473" cy="2142399"/>
          </a:xfrm>
          <a:prstGeom prst="rect">
            <a:avLst/>
          </a:prstGeom>
        </p:spPr>
      </p:pic>
      <p:pic>
        <p:nvPicPr>
          <p:cNvPr id="9" name="Picture 8">
            <a:extLst>
              <a:ext uri="{FF2B5EF4-FFF2-40B4-BE49-F238E27FC236}">
                <a16:creationId xmlns:a16="http://schemas.microsoft.com/office/drawing/2014/main" id="{8963ED91-C0EA-346C-DFE0-37A64652E676}"/>
              </a:ext>
            </a:extLst>
          </p:cNvPr>
          <p:cNvPicPr>
            <a:picLocks noChangeAspect="1"/>
          </p:cNvPicPr>
          <p:nvPr/>
        </p:nvPicPr>
        <p:blipFill>
          <a:blip r:embed="rId4"/>
          <a:stretch>
            <a:fillRect/>
          </a:stretch>
        </p:blipFill>
        <p:spPr>
          <a:xfrm>
            <a:off x="8118695" y="6115723"/>
            <a:ext cx="3762873" cy="646541"/>
          </a:xfrm>
          <a:prstGeom prst="rect">
            <a:avLst/>
          </a:prstGeom>
        </p:spPr>
      </p:pic>
      <p:pic>
        <p:nvPicPr>
          <p:cNvPr id="8" name="Picture 7">
            <a:extLst>
              <a:ext uri="{FF2B5EF4-FFF2-40B4-BE49-F238E27FC236}">
                <a16:creationId xmlns:a16="http://schemas.microsoft.com/office/drawing/2014/main" id="{56C2BFCB-C15F-9483-BC3F-804E919DAC0E}"/>
              </a:ext>
            </a:extLst>
          </p:cNvPr>
          <p:cNvPicPr>
            <a:picLocks noChangeAspect="1"/>
          </p:cNvPicPr>
          <p:nvPr/>
        </p:nvPicPr>
        <p:blipFill>
          <a:blip r:embed="rId5"/>
          <a:stretch>
            <a:fillRect/>
          </a:stretch>
        </p:blipFill>
        <p:spPr>
          <a:xfrm>
            <a:off x="962390" y="2612674"/>
            <a:ext cx="10267212" cy="982195"/>
          </a:xfrm>
          <a:prstGeom prst="rect">
            <a:avLst/>
          </a:prstGeom>
        </p:spPr>
      </p:pic>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6ECD2A5B-FF30-9C62-06AF-BD97160C86E2}"/>
                  </a:ext>
                </a:extLst>
              </p14:cNvPr>
              <p14:cNvContentPartPr/>
              <p14:nvPr/>
            </p14:nvContentPartPr>
            <p14:xfrm>
              <a:off x="2189160" y="849600"/>
              <a:ext cx="4112280" cy="5182200"/>
            </p14:xfrm>
          </p:contentPart>
        </mc:Choice>
        <mc:Fallback>
          <p:pic>
            <p:nvPicPr>
              <p:cNvPr id="2" name="Ink 1">
                <a:extLst>
                  <a:ext uri="{FF2B5EF4-FFF2-40B4-BE49-F238E27FC236}">
                    <a16:creationId xmlns:a16="http://schemas.microsoft.com/office/drawing/2014/main" id="{6ECD2A5B-FF30-9C62-06AF-BD97160C86E2}"/>
                  </a:ext>
                </a:extLst>
              </p:cNvPr>
              <p:cNvPicPr/>
              <p:nvPr/>
            </p:nvPicPr>
            <p:blipFill>
              <a:blip r:embed="rId7"/>
              <a:stretch>
                <a:fillRect/>
              </a:stretch>
            </p:blipFill>
            <p:spPr>
              <a:xfrm>
                <a:off x="2179800" y="840240"/>
                <a:ext cx="4131000" cy="5200920"/>
              </a:xfrm>
              <a:prstGeom prst="rect">
                <a:avLst/>
              </a:prstGeom>
            </p:spPr>
          </p:pic>
        </mc:Fallback>
      </mc:AlternateContent>
    </p:spTree>
    <p:extLst>
      <p:ext uri="{BB962C8B-B14F-4D97-AF65-F5344CB8AC3E}">
        <p14:creationId xmlns:p14="http://schemas.microsoft.com/office/powerpoint/2010/main" val="28195018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C08310-18AD-C23B-3F16-FA58B62AEEA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1BF3914-9BF8-2D94-B10B-E0E5F32762D0}"/>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pic>
        <p:nvPicPr>
          <p:cNvPr id="7" name="Picture 6">
            <a:extLst>
              <a:ext uri="{FF2B5EF4-FFF2-40B4-BE49-F238E27FC236}">
                <a16:creationId xmlns:a16="http://schemas.microsoft.com/office/drawing/2014/main" id="{4985B772-E60E-A19E-83C0-89E46CB8E78D}"/>
              </a:ext>
            </a:extLst>
          </p:cNvPr>
          <p:cNvPicPr>
            <a:picLocks noChangeAspect="1"/>
          </p:cNvPicPr>
          <p:nvPr/>
        </p:nvPicPr>
        <p:blipFill>
          <a:blip r:embed="rId2"/>
          <a:stretch>
            <a:fillRect/>
          </a:stretch>
        </p:blipFill>
        <p:spPr>
          <a:xfrm>
            <a:off x="1731524" y="715844"/>
            <a:ext cx="8521449" cy="1817370"/>
          </a:xfrm>
          <a:prstGeom prst="rect">
            <a:avLst/>
          </a:prstGeom>
        </p:spPr>
      </p:pic>
      <p:pic>
        <p:nvPicPr>
          <p:cNvPr id="9" name="Picture 8">
            <a:extLst>
              <a:ext uri="{FF2B5EF4-FFF2-40B4-BE49-F238E27FC236}">
                <a16:creationId xmlns:a16="http://schemas.microsoft.com/office/drawing/2014/main" id="{2AE42641-E238-0FCF-5B50-16EB810EC393}"/>
              </a:ext>
            </a:extLst>
          </p:cNvPr>
          <p:cNvPicPr>
            <a:picLocks noChangeAspect="1"/>
          </p:cNvPicPr>
          <p:nvPr/>
        </p:nvPicPr>
        <p:blipFill>
          <a:blip r:embed="rId3"/>
          <a:stretch>
            <a:fillRect/>
          </a:stretch>
        </p:blipFill>
        <p:spPr>
          <a:xfrm>
            <a:off x="4552545" y="2673836"/>
            <a:ext cx="3424891" cy="58846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78765AF-BF5D-509B-B301-9419F4E76AB7}"/>
                  </a:ext>
                </a:extLst>
              </p:cNvPr>
              <p:cNvSpPr txBox="1"/>
              <p:nvPr/>
            </p:nvSpPr>
            <p:spPr>
              <a:xfrm>
                <a:off x="742521" y="3262305"/>
                <a:ext cx="10934766" cy="2053511"/>
              </a:xfrm>
              <a:prstGeom prst="rect">
                <a:avLst/>
              </a:prstGeom>
              <a:noFill/>
            </p:spPr>
            <p:txBody>
              <a:bodyPr wrap="square" rtlCol="0">
                <a:spAutoFit/>
              </a:bodyPr>
              <a:lstStyle/>
              <a:p>
                <a:pPr>
                  <a:lnSpc>
                    <a:spcPct val="200000"/>
                  </a:lnSpc>
                </a:pPr>
                <a:r>
                  <a:rPr lang="en-IN" sz="2400" dirty="0">
                    <a:solidFill>
                      <a:schemeClr val="bg1"/>
                    </a:solidFill>
                    <a:latin typeface="Arial" panose="020B0604020202020204" pitchFamily="34" charset="0"/>
                    <a:cs typeface="Arial" panose="020B0604020202020204" pitchFamily="34" charset="0"/>
                  </a:rPr>
                  <a:t>If we set  </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f>
                          <m:fPr>
                            <m:ctrlPr>
                              <a:rPr lang="en-IN" sz="2400" i="1">
                                <a:solidFill>
                                  <a:schemeClr val="bg1"/>
                                </a:solidFill>
                                <a:latin typeface="Cambria Math" panose="02040503050406030204" pitchFamily="18" charset="0"/>
                                <a:cs typeface="Arial" panose="020B0604020202020204" pitchFamily="34" charset="0"/>
                              </a:rPr>
                            </m:ctrlPr>
                          </m:fPr>
                          <m:num>
                            <m:r>
                              <a:rPr lang="en-IN" sz="2400" i="1">
                                <a:solidFill>
                                  <a:schemeClr val="bg1"/>
                                </a:solidFill>
                                <a:latin typeface="Cambria Math" panose="02040503050406030204" pitchFamily="18" charset="0"/>
                                <a:cs typeface="Arial" panose="020B0604020202020204" pitchFamily="34" charset="0"/>
                              </a:rPr>
                              <m:t>𝑐</m:t>
                            </m:r>
                            <m:d>
                              <m:dPr>
                                <m:ctrlPr>
                                  <a:rPr lang="en-IN" sz="2400" i="1">
                                    <a:solidFill>
                                      <a:schemeClr val="bg1"/>
                                    </a:solidFill>
                                    <a:latin typeface="Cambria Math" panose="02040503050406030204" pitchFamily="18" charset="0"/>
                                    <a:cs typeface="Arial" panose="020B0604020202020204" pitchFamily="34" charset="0"/>
                                  </a:rPr>
                                </m:ctrlPr>
                              </m:dPr>
                              <m:e>
                                <m:r>
                                  <a:rPr lang="en-IN" sz="2400" i="1">
                                    <a:solidFill>
                                      <a:schemeClr val="bg1"/>
                                    </a:solidFill>
                                    <a:latin typeface="Cambria Math" panose="02040503050406030204" pitchFamily="18" charset="0"/>
                                    <a:cs typeface="Arial" panose="020B0604020202020204" pitchFamily="34" charset="0"/>
                                  </a:rPr>
                                  <m:t>1</m:t>
                                </m:r>
                              </m:e>
                              <m:e>
                                <m:r>
                                  <a:rPr lang="en-IN" sz="2400" i="1">
                                    <a:solidFill>
                                      <a:schemeClr val="bg1"/>
                                    </a:solidFill>
                                    <a:latin typeface="Cambria Math" panose="02040503050406030204" pitchFamily="18" charset="0"/>
                                    <a:cs typeface="Arial" panose="020B0604020202020204" pitchFamily="34" charset="0"/>
                                  </a:rPr>
                                  <m:t>2</m:t>
                                </m:r>
                              </m:e>
                            </m:d>
                          </m:num>
                          <m:den>
                            <m:r>
                              <a:rPr lang="en-IN" sz="2400" i="1">
                                <a:solidFill>
                                  <a:schemeClr val="bg1"/>
                                </a:solidFill>
                                <a:latin typeface="Cambria Math" panose="02040503050406030204" pitchFamily="18" charset="0"/>
                                <a:cs typeface="Arial" panose="020B0604020202020204" pitchFamily="34" charset="0"/>
                              </a:rPr>
                              <m:t>(</m:t>
                            </m:r>
                            <m:r>
                              <a:rPr lang="en-IN" sz="2400" i="1">
                                <a:solidFill>
                                  <a:schemeClr val="bg1"/>
                                </a:solidFill>
                                <a:latin typeface="Cambria Math" panose="02040503050406030204" pitchFamily="18" charset="0"/>
                                <a:cs typeface="Arial" panose="020B0604020202020204" pitchFamily="34" charset="0"/>
                              </a:rPr>
                              <m:t>𝑐</m:t>
                            </m:r>
                            <m:d>
                              <m:dPr>
                                <m:ctrlPr>
                                  <a:rPr lang="en-IN" sz="2400" i="1">
                                    <a:solidFill>
                                      <a:schemeClr val="bg1"/>
                                    </a:solidFill>
                                    <a:latin typeface="Cambria Math" panose="02040503050406030204" pitchFamily="18" charset="0"/>
                                    <a:cs typeface="Arial" panose="020B0604020202020204" pitchFamily="34" charset="0"/>
                                  </a:rPr>
                                </m:ctrlPr>
                              </m:dPr>
                              <m:e>
                                <m:r>
                                  <a:rPr lang="en-IN" sz="2400" i="1">
                                    <a:solidFill>
                                      <a:schemeClr val="bg1"/>
                                    </a:solidFill>
                                    <a:latin typeface="Cambria Math" panose="02040503050406030204" pitchFamily="18" charset="0"/>
                                    <a:cs typeface="Arial" panose="020B0604020202020204" pitchFamily="34" charset="0"/>
                                  </a:rPr>
                                  <m:t>2</m:t>
                                </m:r>
                              </m:e>
                              <m:e>
                                <m:r>
                                  <a:rPr lang="en-IN" sz="2400" i="1">
                                    <a:solidFill>
                                      <a:schemeClr val="bg1"/>
                                    </a:solidFill>
                                    <a:latin typeface="Cambria Math" panose="02040503050406030204" pitchFamily="18" charset="0"/>
                                    <a:cs typeface="Arial" panose="020B0604020202020204" pitchFamily="34" charset="0"/>
                                  </a:rPr>
                                  <m:t>1</m:t>
                                </m:r>
                              </m:e>
                            </m:d>
                          </m:den>
                        </m:f>
                      </m:e>
                    </m:d>
                    <m:r>
                      <a:rPr lang="en-IN" sz="2400" b="0" i="1" smtClean="0">
                        <a:solidFill>
                          <a:schemeClr val="bg1"/>
                        </a:solidFill>
                        <a:latin typeface="Cambria Math" panose="02040503050406030204" pitchFamily="18" charset="0"/>
                        <a:cs typeface="Arial" panose="020B0604020202020204" pitchFamily="34" charset="0"/>
                      </a:rPr>
                      <m:t>∗</m:t>
                    </m:r>
                    <m:d>
                      <m:dPr>
                        <m:ctrlPr>
                          <a:rPr lang="en-IN" sz="2400" b="0" i="1" smtClean="0">
                            <a:solidFill>
                              <a:schemeClr val="bg1"/>
                            </a:solidFill>
                            <a:latin typeface="Cambria Math" panose="02040503050406030204" pitchFamily="18" charset="0"/>
                            <a:cs typeface="Arial" panose="020B0604020202020204" pitchFamily="34" charset="0"/>
                          </a:rPr>
                        </m:ctrlPr>
                      </m:dPr>
                      <m:e>
                        <m:f>
                          <m:fPr>
                            <m:ctrlPr>
                              <a:rPr lang="en-IN" sz="2400" b="0" i="1" smtClean="0">
                                <a:solidFill>
                                  <a:schemeClr val="bg1"/>
                                </a:solidFill>
                                <a:latin typeface="Cambria Math" panose="02040503050406030204" pitchFamily="18" charset="0"/>
                                <a:cs typeface="Arial" panose="020B0604020202020204" pitchFamily="34" charset="0"/>
                              </a:rPr>
                            </m:ctrlPr>
                          </m:fPr>
                          <m:num>
                            <m:sSub>
                              <m:sSubPr>
                                <m:ctrlPr>
                                  <a:rPr lang="en-IN" sz="2400" b="0" i="1" smtClean="0">
                                    <a:solidFill>
                                      <a:schemeClr val="bg1"/>
                                    </a:solidFill>
                                    <a:latin typeface="Cambria Math" panose="02040503050406030204" pitchFamily="18" charset="0"/>
                                    <a:cs typeface="Arial" panose="020B0604020202020204" pitchFamily="34" charset="0"/>
                                  </a:rPr>
                                </m:ctrlPr>
                              </m:sSubPr>
                              <m:e>
                                <m:r>
                                  <a:rPr lang="en-IN" sz="2400" b="0" i="1" smtClean="0">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2</m:t>
                                </m:r>
                              </m:sub>
                            </m:sSub>
                          </m:num>
                          <m:den>
                            <m:sSub>
                              <m:sSubPr>
                                <m:ctrlPr>
                                  <a:rPr lang="en-IN" sz="2400" b="0" i="1" smtClean="0">
                                    <a:solidFill>
                                      <a:schemeClr val="bg1"/>
                                    </a:solidFill>
                                    <a:latin typeface="Cambria Math" panose="02040503050406030204" pitchFamily="18" charset="0"/>
                                    <a:cs typeface="Arial" panose="020B0604020202020204" pitchFamily="34" charset="0"/>
                                  </a:rPr>
                                </m:ctrlPr>
                              </m:sSubPr>
                              <m:e>
                                <m:r>
                                  <a:rPr lang="en-IN" sz="2400" b="0" i="1" smtClean="0">
                                    <a:solidFill>
                                      <a:schemeClr val="bg1"/>
                                    </a:solidFill>
                                    <a:latin typeface="Cambria Math" panose="02040503050406030204" pitchFamily="18" charset="0"/>
                                    <a:cs typeface="Arial" panose="020B0604020202020204" pitchFamily="34" charset="0"/>
                                  </a:rPr>
                                  <m:t>𝑝</m:t>
                                </m:r>
                              </m:e>
                              <m:sub>
                                <m:r>
                                  <a:rPr lang="en-IN" sz="2400" b="0" i="1" smtClean="0">
                                    <a:solidFill>
                                      <a:schemeClr val="bg1"/>
                                    </a:solidFill>
                                    <a:latin typeface="Cambria Math" panose="02040503050406030204" pitchFamily="18" charset="0"/>
                                    <a:cs typeface="Arial" panose="020B0604020202020204" pitchFamily="34" charset="0"/>
                                  </a:rPr>
                                  <m:t>1</m:t>
                                </m:r>
                              </m:sub>
                            </m:sSub>
                          </m:den>
                        </m:f>
                      </m:e>
                    </m:d>
                    <m:r>
                      <a:rPr lang="en-IN" sz="2400" b="0" i="1" smtClean="0">
                        <a:solidFill>
                          <a:schemeClr val="bg1"/>
                        </a:solidFill>
                        <a:latin typeface="Cambria Math" panose="02040503050406030204" pitchFamily="18" charset="0"/>
                        <a:cs typeface="Arial" panose="020B0604020202020204" pitchFamily="34" charset="0"/>
                      </a:rPr>
                      <m:t>=1</m:t>
                    </m:r>
                  </m:oMath>
                </a14:m>
                <a:r>
                  <a:rPr lang="en-IN" sz="2400" dirty="0">
                    <a:solidFill>
                      <a:schemeClr val="bg1"/>
                    </a:solidFill>
                    <a:latin typeface="Arial" panose="020B0604020202020204" pitchFamily="34" charset="0"/>
                    <a:cs typeface="Arial" panose="020B0604020202020204" pitchFamily="34" charset="0"/>
                  </a:rPr>
                  <a:t> we find ln(1) =0 and then the above equation may be written as two parts  after equating the following relation to 0.</a:t>
                </a:r>
              </a:p>
            </p:txBody>
          </p:sp>
        </mc:Choice>
        <mc:Fallback xmlns="">
          <p:sp>
            <p:nvSpPr>
              <p:cNvPr id="2" name="TextBox 1">
                <a:extLst>
                  <a:ext uri="{FF2B5EF4-FFF2-40B4-BE49-F238E27FC236}">
                    <a16:creationId xmlns:a16="http://schemas.microsoft.com/office/drawing/2014/main" id="{D78765AF-BF5D-509B-B301-9419F4E76AB7}"/>
                  </a:ext>
                </a:extLst>
              </p:cNvPr>
              <p:cNvSpPr txBox="1">
                <a:spLocks noRot="1" noChangeAspect="1" noMove="1" noResize="1" noEditPoints="1" noAdjustHandles="1" noChangeArrowheads="1" noChangeShapeType="1" noTextEdit="1"/>
              </p:cNvSpPr>
              <p:nvPr/>
            </p:nvSpPr>
            <p:spPr>
              <a:xfrm>
                <a:off x="742521" y="3262305"/>
                <a:ext cx="10934766" cy="2053511"/>
              </a:xfrm>
              <a:prstGeom prst="rect">
                <a:avLst/>
              </a:prstGeom>
              <a:blipFill>
                <a:blip r:embed="rId4"/>
                <a:stretch>
                  <a:fillRect l="-892" r="-279" b="-5935"/>
                </a:stretch>
              </a:blipFill>
            </p:spPr>
            <p:txBody>
              <a:bodyPr/>
              <a:lstStyle/>
              <a:p>
                <a:r>
                  <a:rPr lang="en-IN">
                    <a:noFill/>
                  </a:rPr>
                  <a:t> </a:t>
                </a:r>
              </a:p>
            </p:txBody>
          </p:sp>
        </mc:Fallback>
      </mc:AlternateContent>
      <p:grpSp>
        <p:nvGrpSpPr>
          <p:cNvPr id="8" name="Group 7">
            <a:extLst>
              <a:ext uri="{FF2B5EF4-FFF2-40B4-BE49-F238E27FC236}">
                <a16:creationId xmlns:a16="http://schemas.microsoft.com/office/drawing/2014/main" id="{FD08D6C9-E6DC-CD6C-586C-F50F21FDF7E4}"/>
              </a:ext>
            </a:extLst>
          </p:cNvPr>
          <p:cNvGrpSpPr/>
          <p:nvPr/>
        </p:nvGrpSpPr>
        <p:grpSpPr>
          <a:xfrm>
            <a:off x="946802" y="5695184"/>
            <a:ext cx="9375097" cy="886984"/>
            <a:chOff x="946802" y="5695184"/>
            <a:chExt cx="9375097" cy="886984"/>
          </a:xfrm>
        </p:grpSpPr>
        <p:pic>
          <p:nvPicPr>
            <p:cNvPr id="5" name="Picture 4">
              <a:extLst>
                <a:ext uri="{FF2B5EF4-FFF2-40B4-BE49-F238E27FC236}">
                  <a16:creationId xmlns:a16="http://schemas.microsoft.com/office/drawing/2014/main" id="{1984CD09-B0AD-F664-2759-7772785DDF32}"/>
                </a:ext>
              </a:extLst>
            </p:cNvPr>
            <p:cNvPicPr>
              <a:picLocks noChangeAspect="1"/>
            </p:cNvPicPr>
            <p:nvPr/>
          </p:nvPicPr>
          <p:blipFill>
            <a:blip r:embed="rId5"/>
            <a:stretch>
              <a:fillRect/>
            </a:stretch>
          </p:blipFill>
          <p:spPr>
            <a:xfrm>
              <a:off x="946802" y="5695184"/>
              <a:ext cx="8697739" cy="886984"/>
            </a:xfrm>
            <a:prstGeom prst="rect">
              <a:avLst/>
            </a:prstGeom>
          </p:spPr>
        </p:pic>
        <p:sp>
          <p:nvSpPr>
            <p:cNvPr id="6" name="TextBox 5">
              <a:extLst>
                <a:ext uri="{FF2B5EF4-FFF2-40B4-BE49-F238E27FC236}">
                  <a16:creationId xmlns:a16="http://schemas.microsoft.com/office/drawing/2014/main" id="{1339AEB0-D651-B7E3-3E9D-38F4439F0BA2}"/>
                </a:ext>
              </a:extLst>
            </p:cNvPr>
            <p:cNvSpPr txBox="1"/>
            <p:nvPr/>
          </p:nvSpPr>
          <p:spPr>
            <a:xfrm>
              <a:off x="9644541" y="5918043"/>
              <a:ext cx="677358" cy="492443"/>
            </a:xfrm>
            <a:prstGeom prst="rect">
              <a:avLst/>
            </a:prstGeom>
            <a:noFill/>
          </p:spPr>
          <p:txBody>
            <a:bodyPr wrap="square" rtlCol="0">
              <a:spAutoFit/>
            </a:bodyPr>
            <a:lstStyle/>
            <a:p>
              <a:r>
                <a:rPr lang="en-IN" sz="2600" dirty="0">
                  <a:solidFill>
                    <a:schemeClr val="bg1"/>
                  </a:solidFill>
                  <a:latin typeface="Arial" panose="020B0604020202020204" pitchFamily="34" charset="0"/>
                  <a:cs typeface="Arial" panose="020B0604020202020204" pitchFamily="34" charset="0"/>
                </a:rPr>
                <a:t>= 0</a:t>
              </a:r>
            </a:p>
          </p:txBody>
        </p:sp>
      </p:gr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AE8A2CB9-BC62-FAA4-301B-08DBAF0D1EFA}"/>
                  </a:ext>
                </a:extLst>
              </p14:cNvPr>
              <p14:cNvContentPartPr/>
              <p14:nvPr/>
            </p14:nvContentPartPr>
            <p14:xfrm>
              <a:off x="1033560" y="1419120"/>
              <a:ext cx="10630440" cy="5439240"/>
            </p14:xfrm>
          </p:contentPart>
        </mc:Choice>
        <mc:Fallback>
          <p:pic>
            <p:nvPicPr>
              <p:cNvPr id="3" name="Ink 2">
                <a:extLst>
                  <a:ext uri="{FF2B5EF4-FFF2-40B4-BE49-F238E27FC236}">
                    <a16:creationId xmlns:a16="http://schemas.microsoft.com/office/drawing/2014/main" id="{AE8A2CB9-BC62-FAA4-301B-08DBAF0D1EFA}"/>
                  </a:ext>
                </a:extLst>
              </p:cNvPr>
              <p:cNvPicPr/>
              <p:nvPr/>
            </p:nvPicPr>
            <p:blipFill>
              <a:blip r:embed="rId7"/>
              <a:stretch>
                <a:fillRect/>
              </a:stretch>
            </p:blipFill>
            <p:spPr>
              <a:xfrm>
                <a:off x="1024200" y="1409760"/>
                <a:ext cx="10649160" cy="5457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0EA6E3D4-89E3-F1DF-752A-9905ED6E67FC}"/>
                  </a:ext>
                </a:extLst>
              </p14:cNvPr>
              <p14:cNvContentPartPr/>
              <p14:nvPr/>
            </p14:nvContentPartPr>
            <p14:xfrm>
              <a:off x="1690913" y="6401725"/>
              <a:ext cx="24480" cy="1080"/>
            </p14:xfrm>
          </p:contentPart>
        </mc:Choice>
        <mc:Fallback>
          <p:pic>
            <p:nvPicPr>
              <p:cNvPr id="4" name="Ink 3">
                <a:extLst>
                  <a:ext uri="{FF2B5EF4-FFF2-40B4-BE49-F238E27FC236}">
                    <a16:creationId xmlns:a16="http://schemas.microsoft.com/office/drawing/2014/main" id="{0EA6E3D4-89E3-F1DF-752A-9905ED6E67FC}"/>
                  </a:ext>
                </a:extLst>
              </p:cNvPr>
              <p:cNvPicPr/>
              <p:nvPr/>
            </p:nvPicPr>
            <p:blipFill>
              <a:blip r:embed="rId9"/>
              <a:stretch>
                <a:fillRect/>
              </a:stretch>
            </p:blipFill>
            <p:spPr>
              <a:xfrm>
                <a:off x="1684793" y="6395605"/>
                <a:ext cx="3672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E9C9C048-571F-B4C0-B90F-5FA8BFF8CC0F}"/>
                  </a:ext>
                </a:extLst>
              </p14:cNvPr>
              <p14:cNvContentPartPr/>
              <p14:nvPr/>
            </p14:nvContentPartPr>
            <p14:xfrm>
              <a:off x="4185353" y="6353125"/>
              <a:ext cx="3960" cy="13680"/>
            </p14:xfrm>
          </p:contentPart>
        </mc:Choice>
        <mc:Fallback>
          <p:pic>
            <p:nvPicPr>
              <p:cNvPr id="10" name="Ink 9">
                <a:extLst>
                  <a:ext uri="{FF2B5EF4-FFF2-40B4-BE49-F238E27FC236}">
                    <a16:creationId xmlns:a16="http://schemas.microsoft.com/office/drawing/2014/main" id="{E9C9C048-571F-B4C0-B90F-5FA8BFF8CC0F}"/>
                  </a:ext>
                </a:extLst>
              </p:cNvPr>
              <p:cNvPicPr/>
              <p:nvPr/>
            </p:nvPicPr>
            <p:blipFill>
              <a:blip r:embed="rId11"/>
              <a:stretch>
                <a:fillRect/>
              </a:stretch>
            </p:blipFill>
            <p:spPr>
              <a:xfrm>
                <a:off x="4179233" y="6347005"/>
                <a:ext cx="1620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E2A2B47B-0B1A-137F-A510-E8868338B58F}"/>
                  </a:ext>
                </a:extLst>
              </p14:cNvPr>
              <p14:cNvContentPartPr/>
              <p14:nvPr/>
            </p14:nvContentPartPr>
            <p14:xfrm>
              <a:off x="4758473" y="5757685"/>
              <a:ext cx="383760" cy="941400"/>
            </p14:xfrm>
          </p:contentPart>
        </mc:Choice>
        <mc:Fallback>
          <p:pic>
            <p:nvPicPr>
              <p:cNvPr id="11" name="Ink 10">
                <a:extLst>
                  <a:ext uri="{FF2B5EF4-FFF2-40B4-BE49-F238E27FC236}">
                    <a16:creationId xmlns:a16="http://schemas.microsoft.com/office/drawing/2014/main" id="{E2A2B47B-0B1A-137F-A510-E8868338B58F}"/>
                  </a:ext>
                </a:extLst>
              </p:cNvPr>
              <p:cNvPicPr/>
              <p:nvPr/>
            </p:nvPicPr>
            <p:blipFill>
              <a:blip r:embed="rId13"/>
              <a:stretch>
                <a:fillRect/>
              </a:stretch>
            </p:blipFill>
            <p:spPr>
              <a:xfrm>
                <a:off x="4752353" y="5751565"/>
                <a:ext cx="396000" cy="953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4FE774B2-E8E4-A2BD-6654-08782074CB7C}"/>
                  </a:ext>
                </a:extLst>
              </p14:cNvPr>
              <p14:cNvContentPartPr/>
              <p14:nvPr/>
            </p14:nvContentPartPr>
            <p14:xfrm>
              <a:off x="9331553" y="5637085"/>
              <a:ext cx="416880" cy="1059120"/>
            </p14:xfrm>
          </p:contentPart>
        </mc:Choice>
        <mc:Fallback>
          <p:pic>
            <p:nvPicPr>
              <p:cNvPr id="12" name="Ink 11">
                <a:extLst>
                  <a:ext uri="{FF2B5EF4-FFF2-40B4-BE49-F238E27FC236}">
                    <a16:creationId xmlns:a16="http://schemas.microsoft.com/office/drawing/2014/main" id="{4FE774B2-E8E4-A2BD-6654-08782074CB7C}"/>
                  </a:ext>
                </a:extLst>
              </p:cNvPr>
              <p:cNvPicPr/>
              <p:nvPr/>
            </p:nvPicPr>
            <p:blipFill>
              <a:blip r:embed="rId15"/>
              <a:stretch>
                <a:fillRect/>
              </a:stretch>
            </p:blipFill>
            <p:spPr>
              <a:xfrm>
                <a:off x="9325433" y="5630965"/>
                <a:ext cx="429120" cy="1071360"/>
              </a:xfrm>
              <a:prstGeom prst="rect">
                <a:avLst/>
              </a:prstGeom>
            </p:spPr>
          </p:pic>
        </mc:Fallback>
      </mc:AlternateContent>
    </p:spTree>
    <p:extLst>
      <p:ext uri="{BB962C8B-B14F-4D97-AF65-F5344CB8AC3E}">
        <p14:creationId xmlns:p14="http://schemas.microsoft.com/office/powerpoint/2010/main" val="8458604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FBAAE-3494-0C7F-C832-5105DD9F72F0}"/>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C83D143E-CCE6-EBE4-168D-EA14768F2E54}"/>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sp>
        <p:nvSpPr>
          <p:cNvPr id="2" name="TextBox 1">
            <a:extLst>
              <a:ext uri="{FF2B5EF4-FFF2-40B4-BE49-F238E27FC236}">
                <a16:creationId xmlns:a16="http://schemas.microsoft.com/office/drawing/2014/main" id="{B2141605-36ED-0857-3B35-F0B9BC8A2380}"/>
              </a:ext>
            </a:extLst>
          </p:cNvPr>
          <p:cNvSpPr txBox="1"/>
          <p:nvPr/>
        </p:nvSpPr>
        <p:spPr>
          <a:xfrm>
            <a:off x="732133" y="722042"/>
            <a:ext cx="10934766" cy="3323987"/>
          </a:xfrm>
          <a:prstGeom prst="rect">
            <a:avLst/>
          </a:prstGeom>
          <a:noFill/>
        </p:spPr>
        <p:txBody>
          <a:bodyPr wrap="square" rtlCol="0">
            <a:spAutoFit/>
          </a:bodyPr>
          <a:lstStyle/>
          <a:p>
            <a:r>
              <a:rPr lang="en-US" dirty="0"/>
              <a:t>estimated minimum ECM rule for two normal populations</a:t>
            </a:r>
          </a:p>
          <a:p>
            <a:r>
              <a:rPr lang="en-US" sz="2400" dirty="0">
                <a:solidFill>
                  <a:schemeClr val="bg1"/>
                </a:solidFill>
                <a:latin typeface="Arial" panose="020B0604020202020204" pitchFamily="34" charset="0"/>
                <a:cs typeface="Arial" panose="020B0604020202020204" pitchFamily="34" charset="0"/>
              </a:rPr>
              <a:t>The estimated ECM rule amounts to comparing the scalar variable</a:t>
            </a:r>
          </a:p>
          <a:p>
            <a:endParaRPr lang="en-US" sz="2400" dirty="0">
              <a:solidFill>
                <a:schemeClr val="bg1"/>
              </a:solidFill>
              <a:latin typeface="Arial" panose="020B0604020202020204" pitchFamily="34" charset="0"/>
              <a:cs typeface="Arial" panose="020B0604020202020204" pitchFamily="34" charset="0"/>
            </a:endParaRPr>
          </a:p>
          <a:p>
            <a:endParaRPr lang="en-US" sz="2400" dirty="0">
              <a:solidFill>
                <a:schemeClr val="bg1"/>
              </a:solidFill>
              <a:latin typeface="Arial" panose="020B0604020202020204" pitchFamily="34" charset="0"/>
              <a:cs typeface="Arial" panose="020B0604020202020204" pitchFamily="34" charset="0"/>
            </a:endParaRPr>
          </a:p>
          <a:p>
            <a:endParaRPr lang="en-US" sz="2400" dirty="0">
              <a:solidFill>
                <a:schemeClr val="bg1"/>
              </a:solidFill>
              <a:latin typeface="Arial" panose="020B0604020202020204" pitchFamily="34" charset="0"/>
              <a:cs typeface="Arial" panose="020B0604020202020204" pitchFamily="34" charset="0"/>
            </a:endParaRPr>
          </a:p>
          <a:p>
            <a:r>
              <a:rPr lang="en-US" sz="2400" dirty="0">
                <a:solidFill>
                  <a:schemeClr val="bg1"/>
                </a:solidFill>
                <a:latin typeface="Arial" panose="020B0604020202020204" pitchFamily="34" charset="0"/>
                <a:cs typeface="Arial" panose="020B0604020202020204" pitchFamily="34" charset="0"/>
              </a:rPr>
              <a:t>with the </a:t>
            </a:r>
          </a:p>
          <a:p>
            <a:r>
              <a:rPr lang="en-US" sz="2400" dirty="0">
                <a:solidFill>
                  <a:schemeClr val="bg1"/>
                </a:solidFill>
                <a:latin typeface="Arial" panose="020B0604020202020204" pitchFamily="34" charset="0"/>
                <a:cs typeface="Arial" panose="020B0604020202020204" pitchFamily="34" charset="0"/>
              </a:rPr>
              <a:t>number (second part)</a:t>
            </a:r>
          </a:p>
          <a:p>
            <a:endParaRPr lang="en-US" sz="2400" dirty="0">
              <a:solidFill>
                <a:schemeClr val="bg1"/>
              </a:solidFill>
              <a:latin typeface="Arial" panose="020B0604020202020204" pitchFamily="34" charset="0"/>
              <a:cs typeface="Arial" panose="020B0604020202020204" pitchFamily="34" charset="0"/>
            </a:endParaRPr>
          </a:p>
          <a:p>
            <a:r>
              <a:rPr lang="en-US" sz="2400" dirty="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F914D2D-7938-8E78-B82C-7C6147BFD1A8}"/>
              </a:ext>
            </a:extLst>
          </p:cNvPr>
          <p:cNvPicPr>
            <a:picLocks noChangeAspect="1"/>
          </p:cNvPicPr>
          <p:nvPr/>
        </p:nvPicPr>
        <p:blipFill>
          <a:blip r:embed="rId2"/>
          <a:stretch>
            <a:fillRect/>
          </a:stretch>
        </p:blipFill>
        <p:spPr>
          <a:xfrm>
            <a:off x="3528174" y="1499337"/>
            <a:ext cx="5467446" cy="884699"/>
          </a:xfrm>
          <a:prstGeom prst="rect">
            <a:avLst/>
          </a:prstGeom>
        </p:spPr>
      </p:pic>
      <p:pic>
        <p:nvPicPr>
          <p:cNvPr id="6" name="Picture 5">
            <a:extLst>
              <a:ext uri="{FF2B5EF4-FFF2-40B4-BE49-F238E27FC236}">
                <a16:creationId xmlns:a16="http://schemas.microsoft.com/office/drawing/2014/main" id="{73A69C4D-5FF2-C758-1099-E2D8D2587011}"/>
              </a:ext>
            </a:extLst>
          </p:cNvPr>
          <p:cNvPicPr>
            <a:picLocks noChangeAspect="1"/>
          </p:cNvPicPr>
          <p:nvPr/>
        </p:nvPicPr>
        <p:blipFill>
          <a:blip r:embed="rId3"/>
          <a:stretch>
            <a:fillRect/>
          </a:stretch>
        </p:blipFill>
        <p:spPr>
          <a:xfrm>
            <a:off x="4359978" y="2763416"/>
            <a:ext cx="6108417" cy="2241332"/>
          </a:xfrm>
          <a:prstGeom prst="rect">
            <a:avLst/>
          </a:prstGeom>
        </p:spPr>
      </p:pic>
      <p:pic>
        <p:nvPicPr>
          <p:cNvPr id="10" name="Picture 9">
            <a:extLst>
              <a:ext uri="{FF2B5EF4-FFF2-40B4-BE49-F238E27FC236}">
                <a16:creationId xmlns:a16="http://schemas.microsoft.com/office/drawing/2014/main" id="{1D4EE243-E16C-BA65-9262-01BE7D2DA499}"/>
              </a:ext>
            </a:extLst>
          </p:cNvPr>
          <p:cNvPicPr>
            <a:picLocks noChangeAspect="1"/>
          </p:cNvPicPr>
          <p:nvPr/>
        </p:nvPicPr>
        <p:blipFill>
          <a:blip r:embed="rId4"/>
          <a:stretch>
            <a:fillRect/>
          </a:stretch>
        </p:blipFill>
        <p:spPr>
          <a:xfrm>
            <a:off x="3403227" y="4902275"/>
            <a:ext cx="5385543" cy="1955725"/>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50BA6B83-86CC-B984-21F9-3197767D2ED9}"/>
                  </a:ext>
                </a:extLst>
              </p14:cNvPr>
              <p14:cNvContentPartPr/>
              <p14:nvPr/>
            </p14:nvContentPartPr>
            <p14:xfrm>
              <a:off x="4614120" y="2175840"/>
              <a:ext cx="4013280" cy="556200"/>
            </p14:xfrm>
          </p:contentPart>
        </mc:Choice>
        <mc:Fallback>
          <p:pic>
            <p:nvPicPr>
              <p:cNvPr id="3" name="Ink 2">
                <a:extLst>
                  <a:ext uri="{FF2B5EF4-FFF2-40B4-BE49-F238E27FC236}">
                    <a16:creationId xmlns:a16="http://schemas.microsoft.com/office/drawing/2014/main" id="{50BA6B83-86CC-B984-21F9-3197767D2ED9}"/>
                  </a:ext>
                </a:extLst>
              </p:cNvPr>
              <p:cNvPicPr/>
              <p:nvPr/>
            </p:nvPicPr>
            <p:blipFill>
              <a:blip r:embed="rId6"/>
              <a:stretch>
                <a:fillRect/>
              </a:stretch>
            </p:blipFill>
            <p:spPr>
              <a:xfrm>
                <a:off x="4604760" y="2166480"/>
                <a:ext cx="4032000" cy="574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43BD2DEB-2FA8-76E8-66EC-87C063799D84}"/>
                  </a:ext>
                </a:extLst>
              </p14:cNvPr>
              <p14:cNvContentPartPr/>
              <p14:nvPr/>
            </p14:nvContentPartPr>
            <p14:xfrm>
              <a:off x="5561633" y="2787720"/>
              <a:ext cx="408240" cy="1066320"/>
            </p14:xfrm>
          </p:contentPart>
        </mc:Choice>
        <mc:Fallback>
          <p:pic>
            <p:nvPicPr>
              <p:cNvPr id="5" name="Ink 4">
                <a:extLst>
                  <a:ext uri="{FF2B5EF4-FFF2-40B4-BE49-F238E27FC236}">
                    <a16:creationId xmlns:a16="http://schemas.microsoft.com/office/drawing/2014/main" id="{43BD2DEB-2FA8-76E8-66EC-87C063799D84}"/>
                  </a:ext>
                </a:extLst>
              </p:cNvPr>
              <p:cNvPicPr/>
              <p:nvPr/>
            </p:nvPicPr>
            <p:blipFill>
              <a:blip r:embed="rId8"/>
              <a:stretch>
                <a:fillRect/>
              </a:stretch>
            </p:blipFill>
            <p:spPr>
              <a:xfrm>
                <a:off x="5555513" y="2781600"/>
                <a:ext cx="420480" cy="1078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75E71142-246B-8A4A-919A-1F17CDA6DFD9}"/>
                  </a:ext>
                </a:extLst>
              </p14:cNvPr>
              <p14:cNvContentPartPr/>
              <p14:nvPr/>
            </p14:nvContentPartPr>
            <p14:xfrm>
              <a:off x="7300073" y="3590160"/>
              <a:ext cx="19080" cy="7920"/>
            </p14:xfrm>
          </p:contentPart>
        </mc:Choice>
        <mc:Fallback>
          <p:pic>
            <p:nvPicPr>
              <p:cNvPr id="7" name="Ink 6">
                <a:extLst>
                  <a:ext uri="{FF2B5EF4-FFF2-40B4-BE49-F238E27FC236}">
                    <a16:creationId xmlns:a16="http://schemas.microsoft.com/office/drawing/2014/main" id="{75E71142-246B-8A4A-919A-1F17CDA6DFD9}"/>
                  </a:ext>
                </a:extLst>
              </p:cNvPr>
              <p:cNvPicPr/>
              <p:nvPr/>
            </p:nvPicPr>
            <p:blipFill>
              <a:blip r:embed="rId10"/>
              <a:stretch>
                <a:fillRect/>
              </a:stretch>
            </p:blipFill>
            <p:spPr>
              <a:xfrm>
                <a:off x="7293953" y="3584040"/>
                <a:ext cx="3132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FF54BF2F-5872-02FD-4AA3-2BCD63127759}"/>
                  </a:ext>
                </a:extLst>
              </p14:cNvPr>
              <p14:cNvContentPartPr/>
              <p14:nvPr/>
            </p14:nvContentPartPr>
            <p14:xfrm>
              <a:off x="10202033" y="3537600"/>
              <a:ext cx="67680" cy="5400"/>
            </p14:xfrm>
          </p:contentPart>
        </mc:Choice>
        <mc:Fallback>
          <p:pic>
            <p:nvPicPr>
              <p:cNvPr id="8" name="Ink 7">
                <a:extLst>
                  <a:ext uri="{FF2B5EF4-FFF2-40B4-BE49-F238E27FC236}">
                    <a16:creationId xmlns:a16="http://schemas.microsoft.com/office/drawing/2014/main" id="{FF54BF2F-5872-02FD-4AA3-2BCD63127759}"/>
                  </a:ext>
                </a:extLst>
              </p:cNvPr>
              <p:cNvPicPr/>
              <p:nvPr/>
            </p:nvPicPr>
            <p:blipFill>
              <a:blip r:embed="rId12"/>
              <a:stretch>
                <a:fillRect/>
              </a:stretch>
            </p:blipFill>
            <p:spPr>
              <a:xfrm>
                <a:off x="10195913" y="3531480"/>
                <a:ext cx="79920" cy="17640"/>
              </a:xfrm>
              <a:prstGeom prst="rect">
                <a:avLst/>
              </a:prstGeom>
            </p:spPr>
          </p:pic>
        </mc:Fallback>
      </mc:AlternateContent>
      <p:grpSp>
        <p:nvGrpSpPr>
          <p:cNvPr id="12" name="Group 11">
            <a:extLst>
              <a:ext uri="{FF2B5EF4-FFF2-40B4-BE49-F238E27FC236}">
                <a16:creationId xmlns:a16="http://schemas.microsoft.com/office/drawing/2014/main" id="{A92BD98B-8DED-22E8-AFFB-844BAE2C15F6}"/>
              </a:ext>
            </a:extLst>
          </p:cNvPr>
          <p:cNvGrpSpPr/>
          <p:nvPr/>
        </p:nvGrpSpPr>
        <p:grpSpPr>
          <a:xfrm>
            <a:off x="7664393" y="2271840"/>
            <a:ext cx="29880" cy="15120"/>
            <a:chOff x="7664393" y="2271840"/>
            <a:chExt cx="29880" cy="15120"/>
          </a:xfrm>
        </p:grpSpPr>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F39129AD-0874-D8FE-69CE-B09D49484E51}"/>
                    </a:ext>
                  </a:extLst>
                </p14:cNvPr>
                <p14:cNvContentPartPr/>
                <p14:nvPr/>
              </p14:nvContentPartPr>
              <p14:xfrm>
                <a:off x="7664393" y="2271840"/>
                <a:ext cx="19440" cy="15120"/>
              </p14:xfrm>
            </p:contentPart>
          </mc:Choice>
          <mc:Fallback>
            <p:pic>
              <p:nvPicPr>
                <p:cNvPr id="9" name="Ink 8">
                  <a:extLst>
                    <a:ext uri="{FF2B5EF4-FFF2-40B4-BE49-F238E27FC236}">
                      <a16:creationId xmlns:a16="http://schemas.microsoft.com/office/drawing/2014/main" id="{F39129AD-0874-D8FE-69CE-B09D49484E51}"/>
                    </a:ext>
                  </a:extLst>
                </p:cNvPr>
                <p:cNvPicPr/>
                <p:nvPr/>
              </p:nvPicPr>
              <p:blipFill>
                <a:blip r:embed="rId14"/>
                <a:stretch>
                  <a:fillRect/>
                </a:stretch>
              </p:blipFill>
              <p:spPr>
                <a:xfrm>
                  <a:off x="7658273" y="2265720"/>
                  <a:ext cx="3168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2E38EB34-044D-245C-677B-57F734E33CA8}"/>
                    </a:ext>
                  </a:extLst>
                </p14:cNvPr>
                <p14:cNvContentPartPr/>
                <p14:nvPr/>
              </p14:nvContentPartPr>
              <p14:xfrm>
                <a:off x="7692473" y="2273280"/>
                <a:ext cx="1800" cy="5040"/>
              </p14:xfrm>
            </p:contentPart>
          </mc:Choice>
          <mc:Fallback>
            <p:pic>
              <p:nvPicPr>
                <p:cNvPr id="11" name="Ink 10">
                  <a:extLst>
                    <a:ext uri="{FF2B5EF4-FFF2-40B4-BE49-F238E27FC236}">
                      <a16:creationId xmlns:a16="http://schemas.microsoft.com/office/drawing/2014/main" id="{2E38EB34-044D-245C-677B-57F734E33CA8}"/>
                    </a:ext>
                  </a:extLst>
                </p:cNvPr>
                <p:cNvPicPr/>
                <p:nvPr/>
              </p:nvPicPr>
              <p:blipFill>
                <a:blip r:embed="rId16"/>
                <a:stretch>
                  <a:fillRect/>
                </a:stretch>
              </p:blipFill>
              <p:spPr>
                <a:xfrm>
                  <a:off x="7686353" y="2267160"/>
                  <a:ext cx="14040" cy="1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31FC0BD0-16A6-30E4-2206-CCD11773DD8C}"/>
                  </a:ext>
                </a:extLst>
              </p14:cNvPr>
              <p14:cNvContentPartPr/>
              <p14:nvPr/>
            </p14:nvContentPartPr>
            <p14:xfrm>
              <a:off x="8584193" y="2123880"/>
              <a:ext cx="8280" cy="9360"/>
            </p14:xfrm>
          </p:contentPart>
        </mc:Choice>
        <mc:Fallback>
          <p:pic>
            <p:nvPicPr>
              <p:cNvPr id="13" name="Ink 12">
                <a:extLst>
                  <a:ext uri="{FF2B5EF4-FFF2-40B4-BE49-F238E27FC236}">
                    <a16:creationId xmlns:a16="http://schemas.microsoft.com/office/drawing/2014/main" id="{31FC0BD0-16A6-30E4-2206-CCD11773DD8C}"/>
                  </a:ext>
                </a:extLst>
              </p:cNvPr>
              <p:cNvPicPr/>
              <p:nvPr/>
            </p:nvPicPr>
            <p:blipFill>
              <a:blip r:embed="rId18"/>
              <a:stretch>
                <a:fillRect/>
              </a:stretch>
            </p:blipFill>
            <p:spPr>
              <a:xfrm>
                <a:off x="8578073" y="2117760"/>
                <a:ext cx="205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CE53D558-5E5F-63DE-4F75-EC8CB3B14CCC}"/>
                  </a:ext>
                </a:extLst>
              </p14:cNvPr>
              <p14:cNvContentPartPr/>
              <p14:nvPr/>
            </p14:nvContentPartPr>
            <p14:xfrm>
              <a:off x="7217993" y="6665280"/>
              <a:ext cx="360" cy="360"/>
            </p14:xfrm>
          </p:contentPart>
        </mc:Choice>
        <mc:Fallback>
          <p:pic>
            <p:nvPicPr>
              <p:cNvPr id="15" name="Ink 14">
                <a:extLst>
                  <a:ext uri="{FF2B5EF4-FFF2-40B4-BE49-F238E27FC236}">
                    <a16:creationId xmlns:a16="http://schemas.microsoft.com/office/drawing/2014/main" id="{CE53D558-5E5F-63DE-4F75-EC8CB3B14CCC}"/>
                  </a:ext>
                </a:extLst>
              </p:cNvPr>
              <p:cNvPicPr/>
              <p:nvPr/>
            </p:nvPicPr>
            <p:blipFill>
              <a:blip r:embed="rId16"/>
              <a:stretch>
                <a:fillRect/>
              </a:stretch>
            </p:blipFill>
            <p:spPr>
              <a:xfrm>
                <a:off x="7211873" y="6659160"/>
                <a:ext cx="12600" cy="12600"/>
              </a:xfrm>
              <a:prstGeom prst="rect">
                <a:avLst/>
              </a:prstGeom>
            </p:spPr>
          </p:pic>
        </mc:Fallback>
      </mc:AlternateContent>
      <p:grpSp>
        <p:nvGrpSpPr>
          <p:cNvPr id="18" name="Group 17">
            <a:extLst>
              <a:ext uri="{FF2B5EF4-FFF2-40B4-BE49-F238E27FC236}">
                <a16:creationId xmlns:a16="http://schemas.microsoft.com/office/drawing/2014/main" id="{C970F80B-65F2-DCE3-3B75-D5314B00F84E}"/>
              </a:ext>
            </a:extLst>
          </p:cNvPr>
          <p:cNvGrpSpPr/>
          <p:nvPr/>
        </p:nvGrpSpPr>
        <p:grpSpPr>
          <a:xfrm>
            <a:off x="4823633" y="5593560"/>
            <a:ext cx="2481840" cy="192240"/>
            <a:chOff x="4823633" y="5593560"/>
            <a:chExt cx="2481840" cy="192240"/>
          </a:xfrm>
        </p:grpSpPr>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502738EA-B15A-50A3-ED20-430FA28A79BF}"/>
                    </a:ext>
                  </a:extLst>
                </p14:cNvPr>
                <p14:cNvContentPartPr/>
                <p14:nvPr/>
              </p14:nvContentPartPr>
              <p14:xfrm>
                <a:off x="7301153" y="5597160"/>
                <a:ext cx="4320" cy="3240"/>
              </p14:xfrm>
            </p:contentPart>
          </mc:Choice>
          <mc:Fallback>
            <p:pic>
              <p:nvPicPr>
                <p:cNvPr id="14" name="Ink 13">
                  <a:extLst>
                    <a:ext uri="{FF2B5EF4-FFF2-40B4-BE49-F238E27FC236}">
                      <a16:creationId xmlns:a16="http://schemas.microsoft.com/office/drawing/2014/main" id="{502738EA-B15A-50A3-ED20-430FA28A79BF}"/>
                    </a:ext>
                  </a:extLst>
                </p:cNvPr>
                <p:cNvPicPr/>
                <p:nvPr/>
              </p:nvPicPr>
              <p:blipFill>
                <a:blip r:embed="rId16"/>
                <a:stretch>
                  <a:fillRect/>
                </a:stretch>
              </p:blipFill>
              <p:spPr>
                <a:xfrm>
                  <a:off x="7295033" y="5591040"/>
                  <a:ext cx="1656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48E70F44-10CD-3751-8B65-BD5EAFB997F1}"/>
                    </a:ext>
                  </a:extLst>
                </p14:cNvPr>
                <p14:cNvContentPartPr/>
                <p14:nvPr/>
              </p14:nvContentPartPr>
              <p14:xfrm>
                <a:off x="4823633" y="5593560"/>
                <a:ext cx="2231640" cy="192240"/>
              </p14:xfrm>
            </p:contentPart>
          </mc:Choice>
          <mc:Fallback>
            <p:pic>
              <p:nvPicPr>
                <p:cNvPr id="16" name="Ink 15">
                  <a:extLst>
                    <a:ext uri="{FF2B5EF4-FFF2-40B4-BE49-F238E27FC236}">
                      <a16:creationId xmlns:a16="http://schemas.microsoft.com/office/drawing/2014/main" id="{48E70F44-10CD-3751-8B65-BD5EAFB997F1}"/>
                    </a:ext>
                  </a:extLst>
                </p:cNvPr>
                <p:cNvPicPr/>
                <p:nvPr/>
              </p:nvPicPr>
              <p:blipFill>
                <a:blip r:embed="rId22"/>
                <a:stretch>
                  <a:fillRect/>
                </a:stretch>
              </p:blipFill>
              <p:spPr>
                <a:xfrm>
                  <a:off x="4817513" y="5587440"/>
                  <a:ext cx="2243880" cy="204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4EB4CE17-8662-5B05-E8CE-6EAEE5EDD887}"/>
                  </a:ext>
                </a:extLst>
              </p14:cNvPr>
              <p14:cNvContentPartPr/>
              <p14:nvPr/>
            </p14:nvContentPartPr>
            <p14:xfrm>
              <a:off x="4753073" y="6606960"/>
              <a:ext cx="2634120" cy="127440"/>
            </p14:xfrm>
          </p:contentPart>
        </mc:Choice>
        <mc:Fallback>
          <p:pic>
            <p:nvPicPr>
              <p:cNvPr id="17" name="Ink 16">
                <a:extLst>
                  <a:ext uri="{FF2B5EF4-FFF2-40B4-BE49-F238E27FC236}">
                    <a16:creationId xmlns:a16="http://schemas.microsoft.com/office/drawing/2014/main" id="{4EB4CE17-8662-5B05-E8CE-6EAEE5EDD887}"/>
                  </a:ext>
                </a:extLst>
              </p:cNvPr>
              <p:cNvPicPr/>
              <p:nvPr/>
            </p:nvPicPr>
            <p:blipFill>
              <a:blip r:embed="rId24"/>
              <a:stretch>
                <a:fillRect/>
              </a:stretch>
            </p:blipFill>
            <p:spPr>
              <a:xfrm>
                <a:off x="4746953" y="6600840"/>
                <a:ext cx="2646360" cy="139680"/>
              </a:xfrm>
              <a:prstGeom prst="rect">
                <a:avLst/>
              </a:prstGeom>
            </p:spPr>
          </p:pic>
        </mc:Fallback>
      </mc:AlternateContent>
      <p:grpSp>
        <p:nvGrpSpPr>
          <p:cNvPr id="21" name="Group 20">
            <a:extLst>
              <a:ext uri="{FF2B5EF4-FFF2-40B4-BE49-F238E27FC236}">
                <a16:creationId xmlns:a16="http://schemas.microsoft.com/office/drawing/2014/main" id="{A83FBE4B-7A4A-9E8B-9CFA-C9C1433CFB4F}"/>
              </a:ext>
            </a:extLst>
          </p:cNvPr>
          <p:cNvGrpSpPr/>
          <p:nvPr/>
        </p:nvGrpSpPr>
        <p:grpSpPr>
          <a:xfrm>
            <a:off x="7864913" y="5568000"/>
            <a:ext cx="266760" cy="183960"/>
            <a:chOff x="7864913" y="5568000"/>
            <a:chExt cx="266760" cy="183960"/>
          </a:xfrm>
        </p:grpSpPr>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9720566E-685F-340D-C463-390924FA97CF}"/>
                    </a:ext>
                  </a:extLst>
                </p14:cNvPr>
                <p14:cNvContentPartPr/>
                <p14:nvPr/>
              </p14:nvContentPartPr>
              <p14:xfrm>
                <a:off x="7890473" y="5568000"/>
                <a:ext cx="241200" cy="104040"/>
              </p14:xfrm>
            </p:contentPart>
          </mc:Choice>
          <mc:Fallback>
            <p:pic>
              <p:nvPicPr>
                <p:cNvPr id="19" name="Ink 18">
                  <a:extLst>
                    <a:ext uri="{FF2B5EF4-FFF2-40B4-BE49-F238E27FC236}">
                      <a16:creationId xmlns:a16="http://schemas.microsoft.com/office/drawing/2014/main" id="{9720566E-685F-340D-C463-390924FA97CF}"/>
                    </a:ext>
                  </a:extLst>
                </p:cNvPr>
                <p:cNvPicPr/>
                <p:nvPr/>
              </p:nvPicPr>
              <p:blipFill>
                <a:blip r:embed="rId26"/>
                <a:stretch>
                  <a:fillRect/>
                </a:stretch>
              </p:blipFill>
              <p:spPr>
                <a:xfrm>
                  <a:off x="7884353" y="5561880"/>
                  <a:ext cx="2534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1DF6E6F7-D3D8-F761-DD8A-E9AA4C42FEAC}"/>
                    </a:ext>
                  </a:extLst>
                </p14:cNvPr>
                <p14:cNvContentPartPr/>
                <p14:nvPr/>
              </p14:nvContentPartPr>
              <p14:xfrm>
                <a:off x="7864913" y="5693280"/>
                <a:ext cx="193680" cy="58680"/>
              </p14:xfrm>
            </p:contentPart>
          </mc:Choice>
          <mc:Fallback>
            <p:pic>
              <p:nvPicPr>
                <p:cNvPr id="20" name="Ink 19">
                  <a:extLst>
                    <a:ext uri="{FF2B5EF4-FFF2-40B4-BE49-F238E27FC236}">
                      <a16:creationId xmlns:a16="http://schemas.microsoft.com/office/drawing/2014/main" id="{1DF6E6F7-D3D8-F761-DD8A-E9AA4C42FEAC}"/>
                    </a:ext>
                  </a:extLst>
                </p:cNvPr>
                <p:cNvPicPr/>
                <p:nvPr/>
              </p:nvPicPr>
              <p:blipFill>
                <a:blip r:embed="rId28"/>
                <a:stretch>
                  <a:fillRect/>
                </a:stretch>
              </p:blipFill>
              <p:spPr>
                <a:xfrm>
                  <a:off x="7858793" y="5687160"/>
                  <a:ext cx="205920" cy="70920"/>
                </a:xfrm>
                <a:prstGeom prst="rect">
                  <a:avLst/>
                </a:prstGeom>
              </p:spPr>
            </p:pic>
          </mc:Fallback>
        </mc:AlternateContent>
      </p:grpSp>
      <p:grpSp>
        <p:nvGrpSpPr>
          <p:cNvPr id="24" name="Group 23">
            <a:extLst>
              <a:ext uri="{FF2B5EF4-FFF2-40B4-BE49-F238E27FC236}">
                <a16:creationId xmlns:a16="http://schemas.microsoft.com/office/drawing/2014/main" id="{20B0470C-B4FF-BE3F-66BF-0B9DFBC97774}"/>
              </a:ext>
            </a:extLst>
          </p:cNvPr>
          <p:cNvGrpSpPr/>
          <p:nvPr/>
        </p:nvGrpSpPr>
        <p:grpSpPr>
          <a:xfrm>
            <a:off x="7892273" y="6559080"/>
            <a:ext cx="244440" cy="139320"/>
            <a:chOff x="7892273" y="6559080"/>
            <a:chExt cx="244440" cy="139320"/>
          </a:xfrm>
        </p:grpSpPr>
        <mc:AlternateContent xmlns:mc="http://schemas.openxmlformats.org/markup-compatibility/2006">
          <mc:Choice xmlns:p14="http://schemas.microsoft.com/office/powerpoint/2010/main" Requires="p14">
            <p:contentPart p14:bwMode="auto" r:id="rId29">
              <p14:nvContentPartPr>
                <p14:cNvPr id="22" name="Ink 21">
                  <a:extLst>
                    <a:ext uri="{FF2B5EF4-FFF2-40B4-BE49-F238E27FC236}">
                      <a16:creationId xmlns:a16="http://schemas.microsoft.com/office/drawing/2014/main" id="{200CF994-0AF6-BFE9-7834-B9C2558ECCE1}"/>
                    </a:ext>
                  </a:extLst>
                </p14:cNvPr>
                <p14:cNvContentPartPr/>
                <p14:nvPr/>
              </p14:nvContentPartPr>
              <p14:xfrm>
                <a:off x="7892273" y="6559080"/>
                <a:ext cx="244440" cy="61920"/>
              </p14:xfrm>
            </p:contentPart>
          </mc:Choice>
          <mc:Fallback>
            <p:pic>
              <p:nvPicPr>
                <p:cNvPr id="22" name="Ink 21">
                  <a:extLst>
                    <a:ext uri="{FF2B5EF4-FFF2-40B4-BE49-F238E27FC236}">
                      <a16:creationId xmlns:a16="http://schemas.microsoft.com/office/drawing/2014/main" id="{200CF994-0AF6-BFE9-7834-B9C2558ECCE1}"/>
                    </a:ext>
                  </a:extLst>
                </p:cNvPr>
                <p:cNvPicPr/>
                <p:nvPr/>
              </p:nvPicPr>
              <p:blipFill>
                <a:blip r:embed="rId30"/>
                <a:stretch>
                  <a:fillRect/>
                </a:stretch>
              </p:blipFill>
              <p:spPr>
                <a:xfrm>
                  <a:off x="7886153" y="6552960"/>
                  <a:ext cx="2566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EC2B98A0-22ED-92A7-5B37-3283D23D6226}"/>
                    </a:ext>
                  </a:extLst>
                </p14:cNvPr>
                <p14:cNvContentPartPr/>
                <p14:nvPr/>
              </p14:nvContentPartPr>
              <p14:xfrm>
                <a:off x="7934753" y="6645120"/>
                <a:ext cx="168480" cy="53280"/>
              </p14:xfrm>
            </p:contentPart>
          </mc:Choice>
          <mc:Fallback>
            <p:pic>
              <p:nvPicPr>
                <p:cNvPr id="23" name="Ink 22">
                  <a:extLst>
                    <a:ext uri="{FF2B5EF4-FFF2-40B4-BE49-F238E27FC236}">
                      <a16:creationId xmlns:a16="http://schemas.microsoft.com/office/drawing/2014/main" id="{EC2B98A0-22ED-92A7-5B37-3283D23D6226}"/>
                    </a:ext>
                  </a:extLst>
                </p:cNvPr>
                <p:cNvPicPr/>
                <p:nvPr/>
              </p:nvPicPr>
              <p:blipFill>
                <a:blip r:embed="rId32"/>
                <a:stretch>
                  <a:fillRect/>
                </a:stretch>
              </p:blipFill>
              <p:spPr>
                <a:xfrm>
                  <a:off x="7928633" y="6639000"/>
                  <a:ext cx="180720" cy="65520"/>
                </a:xfrm>
                <a:prstGeom prst="rect">
                  <a:avLst/>
                </a:prstGeom>
              </p:spPr>
            </p:pic>
          </mc:Fallback>
        </mc:AlternateContent>
      </p:grpSp>
      <p:grpSp>
        <p:nvGrpSpPr>
          <p:cNvPr id="42" name="Group 41">
            <a:extLst>
              <a:ext uri="{FF2B5EF4-FFF2-40B4-BE49-F238E27FC236}">
                <a16:creationId xmlns:a16="http://schemas.microsoft.com/office/drawing/2014/main" id="{C99ADAC1-EA0E-CCDB-B9FF-7790292DFC28}"/>
              </a:ext>
            </a:extLst>
          </p:cNvPr>
          <p:cNvGrpSpPr/>
          <p:nvPr/>
        </p:nvGrpSpPr>
        <p:grpSpPr>
          <a:xfrm>
            <a:off x="9300953" y="4473240"/>
            <a:ext cx="1881360" cy="556560"/>
            <a:chOff x="9300953" y="4473240"/>
            <a:chExt cx="1881360" cy="556560"/>
          </a:xfrm>
        </p:grpSpPr>
        <mc:AlternateContent xmlns:mc="http://schemas.openxmlformats.org/markup-compatibility/2006">
          <mc:Choice xmlns:p14="http://schemas.microsoft.com/office/powerpoint/2010/main" Requires="p14">
            <p:contentPart p14:bwMode="auto" r:id="rId33">
              <p14:nvContentPartPr>
                <p14:cNvPr id="30" name="Ink 29">
                  <a:extLst>
                    <a:ext uri="{FF2B5EF4-FFF2-40B4-BE49-F238E27FC236}">
                      <a16:creationId xmlns:a16="http://schemas.microsoft.com/office/drawing/2014/main" id="{95097F41-7DAE-1F7B-80A1-468CA2A8A969}"/>
                    </a:ext>
                  </a:extLst>
                </p14:cNvPr>
                <p14:cNvContentPartPr/>
                <p14:nvPr/>
              </p14:nvContentPartPr>
              <p14:xfrm>
                <a:off x="9300953" y="4843680"/>
                <a:ext cx="145080" cy="186120"/>
              </p14:xfrm>
            </p:contentPart>
          </mc:Choice>
          <mc:Fallback>
            <p:pic>
              <p:nvPicPr>
                <p:cNvPr id="30" name="Ink 29">
                  <a:extLst>
                    <a:ext uri="{FF2B5EF4-FFF2-40B4-BE49-F238E27FC236}">
                      <a16:creationId xmlns:a16="http://schemas.microsoft.com/office/drawing/2014/main" id="{95097F41-7DAE-1F7B-80A1-468CA2A8A969}"/>
                    </a:ext>
                  </a:extLst>
                </p:cNvPr>
                <p:cNvPicPr/>
                <p:nvPr/>
              </p:nvPicPr>
              <p:blipFill>
                <a:blip r:embed="rId34"/>
                <a:stretch>
                  <a:fillRect/>
                </a:stretch>
              </p:blipFill>
              <p:spPr>
                <a:xfrm>
                  <a:off x="9294833" y="4837560"/>
                  <a:ext cx="1573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1" name="Ink 30">
                  <a:extLst>
                    <a:ext uri="{FF2B5EF4-FFF2-40B4-BE49-F238E27FC236}">
                      <a16:creationId xmlns:a16="http://schemas.microsoft.com/office/drawing/2014/main" id="{28DA7EF0-58E3-9F45-D186-8CC7861B94C7}"/>
                    </a:ext>
                  </a:extLst>
                </p14:cNvPr>
                <p14:cNvContentPartPr/>
                <p14:nvPr/>
              </p14:nvContentPartPr>
              <p14:xfrm>
                <a:off x="9494993" y="4859520"/>
                <a:ext cx="190800" cy="84240"/>
              </p14:xfrm>
            </p:contentPart>
          </mc:Choice>
          <mc:Fallback>
            <p:pic>
              <p:nvPicPr>
                <p:cNvPr id="31" name="Ink 30">
                  <a:extLst>
                    <a:ext uri="{FF2B5EF4-FFF2-40B4-BE49-F238E27FC236}">
                      <a16:creationId xmlns:a16="http://schemas.microsoft.com/office/drawing/2014/main" id="{28DA7EF0-58E3-9F45-D186-8CC7861B94C7}"/>
                    </a:ext>
                  </a:extLst>
                </p:cNvPr>
                <p:cNvPicPr/>
                <p:nvPr/>
              </p:nvPicPr>
              <p:blipFill>
                <a:blip r:embed="rId36"/>
                <a:stretch>
                  <a:fillRect/>
                </a:stretch>
              </p:blipFill>
              <p:spPr>
                <a:xfrm>
                  <a:off x="9488873" y="4853400"/>
                  <a:ext cx="2030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2" name="Ink 31">
                  <a:extLst>
                    <a:ext uri="{FF2B5EF4-FFF2-40B4-BE49-F238E27FC236}">
                      <a16:creationId xmlns:a16="http://schemas.microsoft.com/office/drawing/2014/main" id="{D056261A-1E8A-ACF1-0A7A-6C896718EFA7}"/>
                    </a:ext>
                  </a:extLst>
                </p14:cNvPr>
                <p14:cNvContentPartPr/>
                <p14:nvPr/>
              </p14:nvContentPartPr>
              <p14:xfrm>
                <a:off x="9678233" y="4797960"/>
                <a:ext cx="272880" cy="97920"/>
              </p14:xfrm>
            </p:contentPart>
          </mc:Choice>
          <mc:Fallback>
            <p:pic>
              <p:nvPicPr>
                <p:cNvPr id="32" name="Ink 31">
                  <a:extLst>
                    <a:ext uri="{FF2B5EF4-FFF2-40B4-BE49-F238E27FC236}">
                      <a16:creationId xmlns:a16="http://schemas.microsoft.com/office/drawing/2014/main" id="{D056261A-1E8A-ACF1-0A7A-6C896718EFA7}"/>
                    </a:ext>
                  </a:extLst>
                </p:cNvPr>
                <p:cNvPicPr/>
                <p:nvPr/>
              </p:nvPicPr>
              <p:blipFill>
                <a:blip r:embed="rId38"/>
                <a:stretch>
                  <a:fillRect/>
                </a:stretch>
              </p:blipFill>
              <p:spPr>
                <a:xfrm>
                  <a:off x="9672113" y="4791840"/>
                  <a:ext cx="2851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3" name="Ink 32">
                  <a:extLst>
                    <a:ext uri="{FF2B5EF4-FFF2-40B4-BE49-F238E27FC236}">
                      <a16:creationId xmlns:a16="http://schemas.microsoft.com/office/drawing/2014/main" id="{3ED54104-E576-3A12-F2A2-A573EAD072FE}"/>
                    </a:ext>
                  </a:extLst>
                </p14:cNvPr>
                <p14:cNvContentPartPr/>
                <p14:nvPr/>
              </p14:nvContentPartPr>
              <p14:xfrm>
                <a:off x="9946433" y="4732080"/>
                <a:ext cx="153720" cy="186120"/>
              </p14:xfrm>
            </p:contentPart>
          </mc:Choice>
          <mc:Fallback>
            <p:pic>
              <p:nvPicPr>
                <p:cNvPr id="33" name="Ink 32">
                  <a:extLst>
                    <a:ext uri="{FF2B5EF4-FFF2-40B4-BE49-F238E27FC236}">
                      <a16:creationId xmlns:a16="http://schemas.microsoft.com/office/drawing/2014/main" id="{3ED54104-E576-3A12-F2A2-A573EAD072FE}"/>
                    </a:ext>
                  </a:extLst>
                </p:cNvPr>
                <p:cNvPicPr/>
                <p:nvPr/>
              </p:nvPicPr>
              <p:blipFill>
                <a:blip r:embed="rId40"/>
                <a:stretch>
                  <a:fillRect/>
                </a:stretch>
              </p:blipFill>
              <p:spPr>
                <a:xfrm>
                  <a:off x="9940313" y="4725960"/>
                  <a:ext cx="16596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4" name="Ink 33">
                  <a:extLst>
                    <a:ext uri="{FF2B5EF4-FFF2-40B4-BE49-F238E27FC236}">
                      <a16:creationId xmlns:a16="http://schemas.microsoft.com/office/drawing/2014/main" id="{E142041A-E1FA-215C-9FA7-02412427E09C}"/>
                    </a:ext>
                  </a:extLst>
                </p14:cNvPr>
                <p14:cNvContentPartPr/>
                <p14:nvPr/>
              </p14:nvContentPartPr>
              <p14:xfrm>
                <a:off x="10085033" y="4594920"/>
                <a:ext cx="100800" cy="157320"/>
              </p14:xfrm>
            </p:contentPart>
          </mc:Choice>
          <mc:Fallback>
            <p:pic>
              <p:nvPicPr>
                <p:cNvPr id="34" name="Ink 33">
                  <a:extLst>
                    <a:ext uri="{FF2B5EF4-FFF2-40B4-BE49-F238E27FC236}">
                      <a16:creationId xmlns:a16="http://schemas.microsoft.com/office/drawing/2014/main" id="{E142041A-E1FA-215C-9FA7-02412427E09C}"/>
                    </a:ext>
                  </a:extLst>
                </p:cNvPr>
                <p:cNvPicPr/>
                <p:nvPr/>
              </p:nvPicPr>
              <p:blipFill>
                <a:blip r:embed="rId42"/>
                <a:stretch>
                  <a:fillRect/>
                </a:stretch>
              </p:blipFill>
              <p:spPr>
                <a:xfrm>
                  <a:off x="10078913" y="4588800"/>
                  <a:ext cx="113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5" name="Ink 34">
                  <a:extLst>
                    <a:ext uri="{FF2B5EF4-FFF2-40B4-BE49-F238E27FC236}">
                      <a16:creationId xmlns:a16="http://schemas.microsoft.com/office/drawing/2014/main" id="{3263347C-3041-72E6-5429-9CE48C22C680}"/>
                    </a:ext>
                  </a:extLst>
                </p14:cNvPr>
                <p14:cNvContentPartPr/>
                <p14:nvPr/>
              </p14:nvContentPartPr>
              <p14:xfrm>
                <a:off x="10185833" y="4614360"/>
                <a:ext cx="160560" cy="151920"/>
              </p14:xfrm>
            </p:contentPart>
          </mc:Choice>
          <mc:Fallback>
            <p:pic>
              <p:nvPicPr>
                <p:cNvPr id="35" name="Ink 34">
                  <a:extLst>
                    <a:ext uri="{FF2B5EF4-FFF2-40B4-BE49-F238E27FC236}">
                      <a16:creationId xmlns:a16="http://schemas.microsoft.com/office/drawing/2014/main" id="{3263347C-3041-72E6-5429-9CE48C22C680}"/>
                    </a:ext>
                  </a:extLst>
                </p:cNvPr>
                <p:cNvPicPr/>
                <p:nvPr/>
              </p:nvPicPr>
              <p:blipFill>
                <a:blip r:embed="rId44"/>
                <a:stretch>
                  <a:fillRect/>
                </a:stretch>
              </p:blipFill>
              <p:spPr>
                <a:xfrm>
                  <a:off x="10179713" y="4608240"/>
                  <a:ext cx="1728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6" name="Ink 35">
                  <a:extLst>
                    <a:ext uri="{FF2B5EF4-FFF2-40B4-BE49-F238E27FC236}">
                      <a16:creationId xmlns:a16="http://schemas.microsoft.com/office/drawing/2014/main" id="{5050E2FB-8B19-A67E-EADD-9459175468E0}"/>
                    </a:ext>
                  </a:extLst>
                </p14:cNvPr>
                <p14:cNvContentPartPr/>
                <p14:nvPr/>
              </p14:nvContentPartPr>
              <p14:xfrm>
                <a:off x="10416593" y="4601400"/>
                <a:ext cx="257760" cy="103680"/>
              </p14:xfrm>
            </p:contentPart>
          </mc:Choice>
          <mc:Fallback>
            <p:pic>
              <p:nvPicPr>
                <p:cNvPr id="36" name="Ink 35">
                  <a:extLst>
                    <a:ext uri="{FF2B5EF4-FFF2-40B4-BE49-F238E27FC236}">
                      <a16:creationId xmlns:a16="http://schemas.microsoft.com/office/drawing/2014/main" id="{5050E2FB-8B19-A67E-EADD-9459175468E0}"/>
                    </a:ext>
                  </a:extLst>
                </p:cNvPr>
                <p:cNvPicPr/>
                <p:nvPr/>
              </p:nvPicPr>
              <p:blipFill>
                <a:blip r:embed="rId46"/>
                <a:stretch>
                  <a:fillRect/>
                </a:stretch>
              </p:blipFill>
              <p:spPr>
                <a:xfrm>
                  <a:off x="10410473" y="4595280"/>
                  <a:ext cx="27000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7" name="Ink 36">
                  <a:extLst>
                    <a:ext uri="{FF2B5EF4-FFF2-40B4-BE49-F238E27FC236}">
                      <a16:creationId xmlns:a16="http://schemas.microsoft.com/office/drawing/2014/main" id="{9A954344-92B7-B5A3-9931-DB92BAE92CCA}"/>
                    </a:ext>
                  </a:extLst>
                </p14:cNvPr>
                <p14:cNvContentPartPr/>
                <p14:nvPr/>
              </p14:nvContentPartPr>
              <p14:xfrm>
                <a:off x="10662113" y="4515720"/>
                <a:ext cx="277560" cy="131760"/>
              </p14:xfrm>
            </p:contentPart>
          </mc:Choice>
          <mc:Fallback>
            <p:pic>
              <p:nvPicPr>
                <p:cNvPr id="37" name="Ink 36">
                  <a:extLst>
                    <a:ext uri="{FF2B5EF4-FFF2-40B4-BE49-F238E27FC236}">
                      <a16:creationId xmlns:a16="http://schemas.microsoft.com/office/drawing/2014/main" id="{9A954344-92B7-B5A3-9931-DB92BAE92CCA}"/>
                    </a:ext>
                  </a:extLst>
                </p:cNvPr>
                <p:cNvPicPr/>
                <p:nvPr/>
              </p:nvPicPr>
              <p:blipFill>
                <a:blip r:embed="rId48"/>
                <a:stretch>
                  <a:fillRect/>
                </a:stretch>
              </p:blipFill>
              <p:spPr>
                <a:xfrm>
                  <a:off x="10655993" y="4509600"/>
                  <a:ext cx="2898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8" name="Ink 37">
                  <a:extLst>
                    <a:ext uri="{FF2B5EF4-FFF2-40B4-BE49-F238E27FC236}">
                      <a16:creationId xmlns:a16="http://schemas.microsoft.com/office/drawing/2014/main" id="{0F732416-1ABC-B7BC-3610-30DF87826E63}"/>
                    </a:ext>
                  </a:extLst>
                </p14:cNvPr>
                <p14:cNvContentPartPr/>
                <p14:nvPr/>
              </p14:nvContentPartPr>
              <p14:xfrm>
                <a:off x="10946153" y="4473240"/>
                <a:ext cx="236160" cy="88920"/>
              </p14:xfrm>
            </p:contentPart>
          </mc:Choice>
          <mc:Fallback>
            <p:pic>
              <p:nvPicPr>
                <p:cNvPr id="38" name="Ink 37">
                  <a:extLst>
                    <a:ext uri="{FF2B5EF4-FFF2-40B4-BE49-F238E27FC236}">
                      <a16:creationId xmlns:a16="http://schemas.microsoft.com/office/drawing/2014/main" id="{0F732416-1ABC-B7BC-3610-30DF87826E63}"/>
                    </a:ext>
                  </a:extLst>
                </p:cNvPr>
                <p:cNvPicPr/>
                <p:nvPr/>
              </p:nvPicPr>
              <p:blipFill>
                <a:blip r:embed="rId50"/>
                <a:stretch>
                  <a:fillRect/>
                </a:stretch>
              </p:blipFill>
              <p:spPr>
                <a:xfrm>
                  <a:off x="10940033" y="4467120"/>
                  <a:ext cx="248400" cy="101160"/>
                </a:xfrm>
                <a:prstGeom prst="rect">
                  <a:avLst/>
                </a:prstGeom>
              </p:spPr>
            </p:pic>
          </mc:Fallback>
        </mc:AlternateContent>
      </p:grpSp>
      <p:grpSp>
        <p:nvGrpSpPr>
          <p:cNvPr id="43" name="Group 42">
            <a:extLst>
              <a:ext uri="{FF2B5EF4-FFF2-40B4-BE49-F238E27FC236}">
                <a16:creationId xmlns:a16="http://schemas.microsoft.com/office/drawing/2014/main" id="{25460D82-C924-7E20-D88A-4B34FE083593}"/>
              </a:ext>
            </a:extLst>
          </p:cNvPr>
          <p:cNvGrpSpPr/>
          <p:nvPr/>
        </p:nvGrpSpPr>
        <p:grpSpPr>
          <a:xfrm>
            <a:off x="8632793" y="5054280"/>
            <a:ext cx="420840" cy="1174680"/>
            <a:chOff x="8632793" y="5054280"/>
            <a:chExt cx="420840" cy="1174680"/>
          </a:xfrm>
        </p:grpSpPr>
        <mc:AlternateContent xmlns:mc="http://schemas.openxmlformats.org/markup-compatibility/2006">
          <mc:Choice xmlns:p14="http://schemas.microsoft.com/office/powerpoint/2010/main" Requires="p14">
            <p:contentPart p14:bwMode="auto" r:id="rId51">
              <p14:nvContentPartPr>
                <p14:cNvPr id="28" name="Ink 27">
                  <a:extLst>
                    <a:ext uri="{FF2B5EF4-FFF2-40B4-BE49-F238E27FC236}">
                      <a16:creationId xmlns:a16="http://schemas.microsoft.com/office/drawing/2014/main" id="{83B0909E-D175-C91F-67FC-7634C85F686D}"/>
                    </a:ext>
                  </a:extLst>
                </p14:cNvPr>
                <p14:cNvContentPartPr/>
                <p14:nvPr/>
              </p14:nvContentPartPr>
              <p14:xfrm>
                <a:off x="8632793" y="5120520"/>
                <a:ext cx="384840" cy="187200"/>
              </p14:xfrm>
            </p:contentPart>
          </mc:Choice>
          <mc:Fallback>
            <p:pic>
              <p:nvPicPr>
                <p:cNvPr id="28" name="Ink 27">
                  <a:extLst>
                    <a:ext uri="{FF2B5EF4-FFF2-40B4-BE49-F238E27FC236}">
                      <a16:creationId xmlns:a16="http://schemas.microsoft.com/office/drawing/2014/main" id="{83B0909E-D175-C91F-67FC-7634C85F686D}"/>
                    </a:ext>
                  </a:extLst>
                </p:cNvPr>
                <p:cNvPicPr/>
                <p:nvPr/>
              </p:nvPicPr>
              <p:blipFill>
                <a:blip r:embed="rId52"/>
                <a:stretch>
                  <a:fillRect/>
                </a:stretch>
              </p:blipFill>
              <p:spPr>
                <a:xfrm>
                  <a:off x="8626673" y="5114400"/>
                  <a:ext cx="39708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9" name="Ink 28">
                  <a:extLst>
                    <a:ext uri="{FF2B5EF4-FFF2-40B4-BE49-F238E27FC236}">
                      <a16:creationId xmlns:a16="http://schemas.microsoft.com/office/drawing/2014/main" id="{A20521D7-318D-E812-7BA4-D24A2A80F67F}"/>
                    </a:ext>
                  </a:extLst>
                </p14:cNvPr>
                <p14:cNvContentPartPr/>
                <p14:nvPr/>
              </p14:nvContentPartPr>
              <p14:xfrm>
                <a:off x="8915393" y="5054280"/>
                <a:ext cx="138240" cy="147600"/>
              </p14:xfrm>
            </p:contentPart>
          </mc:Choice>
          <mc:Fallback>
            <p:pic>
              <p:nvPicPr>
                <p:cNvPr id="29" name="Ink 28">
                  <a:extLst>
                    <a:ext uri="{FF2B5EF4-FFF2-40B4-BE49-F238E27FC236}">
                      <a16:creationId xmlns:a16="http://schemas.microsoft.com/office/drawing/2014/main" id="{A20521D7-318D-E812-7BA4-D24A2A80F67F}"/>
                    </a:ext>
                  </a:extLst>
                </p:cNvPr>
                <p:cNvPicPr/>
                <p:nvPr/>
              </p:nvPicPr>
              <p:blipFill>
                <a:blip r:embed="rId54"/>
                <a:stretch>
                  <a:fillRect/>
                </a:stretch>
              </p:blipFill>
              <p:spPr>
                <a:xfrm>
                  <a:off x="8909273" y="5048160"/>
                  <a:ext cx="1504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9" name="Ink 38">
                  <a:extLst>
                    <a:ext uri="{FF2B5EF4-FFF2-40B4-BE49-F238E27FC236}">
                      <a16:creationId xmlns:a16="http://schemas.microsoft.com/office/drawing/2014/main" id="{CAA132BA-6721-7C91-E506-4AAAA36C93C8}"/>
                    </a:ext>
                  </a:extLst>
                </p14:cNvPr>
                <p14:cNvContentPartPr/>
                <p14:nvPr/>
              </p14:nvContentPartPr>
              <p14:xfrm>
                <a:off x="8642873" y="5307000"/>
                <a:ext cx="396000" cy="921960"/>
              </p14:xfrm>
            </p:contentPart>
          </mc:Choice>
          <mc:Fallback>
            <p:pic>
              <p:nvPicPr>
                <p:cNvPr id="39" name="Ink 38">
                  <a:extLst>
                    <a:ext uri="{FF2B5EF4-FFF2-40B4-BE49-F238E27FC236}">
                      <a16:creationId xmlns:a16="http://schemas.microsoft.com/office/drawing/2014/main" id="{CAA132BA-6721-7C91-E506-4AAAA36C93C8}"/>
                    </a:ext>
                  </a:extLst>
                </p:cNvPr>
                <p:cNvPicPr/>
                <p:nvPr/>
              </p:nvPicPr>
              <p:blipFill>
                <a:blip r:embed="rId56"/>
                <a:stretch>
                  <a:fillRect/>
                </a:stretch>
              </p:blipFill>
              <p:spPr>
                <a:xfrm>
                  <a:off x="8636753" y="5300880"/>
                  <a:ext cx="408240" cy="9342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0" name="Ink 39">
                  <a:extLst>
                    <a:ext uri="{FF2B5EF4-FFF2-40B4-BE49-F238E27FC236}">
                      <a16:creationId xmlns:a16="http://schemas.microsoft.com/office/drawing/2014/main" id="{F6E40336-3D65-64F7-D7F4-09B10D284F34}"/>
                    </a:ext>
                  </a:extLst>
                </p14:cNvPr>
                <p14:cNvContentPartPr/>
                <p14:nvPr/>
              </p14:nvContentPartPr>
              <p14:xfrm>
                <a:off x="8945633" y="5321040"/>
                <a:ext cx="84960" cy="228240"/>
              </p14:xfrm>
            </p:contentPart>
          </mc:Choice>
          <mc:Fallback>
            <p:pic>
              <p:nvPicPr>
                <p:cNvPr id="40" name="Ink 39">
                  <a:extLst>
                    <a:ext uri="{FF2B5EF4-FFF2-40B4-BE49-F238E27FC236}">
                      <a16:creationId xmlns:a16="http://schemas.microsoft.com/office/drawing/2014/main" id="{F6E40336-3D65-64F7-D7F4-09B10D284F34}"/>
                    </a:ext>
                  </a:extLst>
                </p:cNvPr>
                <p:cNvPicPr/>
                <p:nvPr/>
              </p:nvPicPr>
              <p:blipFill>
                <a:blip r:embed="rId58"/>
                <a:stretch>
                  <a:fillRect/>
                </a:stretch>
              </p:blipFill>
              <p:spPr>
                <a:xfrm>
                  <a:off x="8939513" y="5314920"/>
                  <a:ext cx="97200" cy="240480"/>
                </a:xfrm>
                <a:prstGeom prst="rect">
                  <a:avLst/>
                </a:prstGeom>
              </p:spPr>
            </p:pic>
          </mc:Fallback>
        </mc:AlternateContent>
      </p:grpSp>
      <p:grpSp>
        <p:nvGrpSpPr>
          <p:cNvPr id="45" name="Group 44">
            <a:extLst>
              <a:ext uri="{FF2B5EF4-FFF2-40B4-BE49-F238E27FC236}">
                <a16:creationId xmlns:a16="http://schemas.microsoft.com/office/drawing/2014/main" id="{62A970AE-15CD-B805-A04E-E2D06CD32B9F}"/>
              </a:ext>
            </a:extLst>
          </p:cNvPr>
          <p:cNvGrpSpPr/>
          <p:nvPr/>
        </p:nvGrpSpPr>
        <p:grpSpPr>
          <a:xfrm>
            <a:off x="8672033" y="1808520"/>
            <a:ext cx="467640" cy="613800"/>
            <a:chOff x="8672033" y="1808520"/>
            <a:chExt cx="467640" cy="613800"/>
          </a:xfrm>
        </p:grpSpPr>
        <mc:AlternateContent xmlns:mc="http://schemas.openxmlformats.org/markup-compatibility/2006">
          <mc:Choice xmlns:p14="http://schemas.microsoft.com/office/powerpoint/2010/main" Requires="p14">
            <p:contentPart p14:bwMode="auto" r:id="rId59">
              <p14:nvContentPartPr>
                <p14:cNvPr id="25" name="Ink 24">
                  <a:extLst>
                    <a:ext uri="{FF2B5EF4-FFF2-40B4-BE49-F238E27FC236}">
                      <a16:creationId xmlns:a16="http://schemas.microsoft.com/office/drawing/2014/main" id="{DAAA7461-0BB9-1593-5A97-5C7D0C24D468}"/>
                    </a:ext>
                  </a:extLst>
                </p14:cNvPr>
                <p14:cNvContentPartPr/>
                <p14:nvPr/>
              </p14:nvContentPartPr>
              <p14:xfrm>
                <a:off x="8672033" y="2245560"/>
                <a:ext cx="358200" cy="141840"/>
              </p14:xfrm>
            </p:contentPart>
          </mc:Choice>
          <mc:Fallback>
            <p:pic>
              <p:nvPicPr>
                <p:cNvPr id="25" name="Ink 24">
                  <a:extLst>
                    <a:ext uri="{FF2B5EF4-FFF2-40B4-BE49-F238E27FC236}">
                      <a16:creationId xmlns:a16="http://schemas.microsoft.com/office/drawing/2014/main" id="{DAAA7461-0BB9-1593-5A97-5C7D0C24D468}"/>
                    </a:ext>
                  </a:extLst>
                </p:cNvPr>
                <p:cNvPicPr/>
                <p:nvPr/>
              </p:nvPicPr>
              <p:blipFill>
                <a:blip r:embed="rId60"/>
                <a:stretch>
                  <a:fillRect/>
                </a:stretch>
              </p:blipFill>
              <p:spPr>
                <a:xfrm>
                  <a:off x="8665913" y="2239440"/>
                  <a:ext cx="3704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26" name="Ink 25">
                  <a:extLst>
                    <a:ext uri="{FF2B5EF4-FFF2-40B4-BE49-F238E27FC236}">
                      <a16:creationId xmlns:a16="http://schemas.microsoft.com/office/drawing/2014/main" id="{2E23572E-0862-AAF9-6959-6453EC145F7A}"/>
                    </a:ext>
                  </a:extLst>
                </p14:cNvPr>
                <p14:cNvContentPartPr/>
                <p14:nvPr/>
              </p14:nvContentPartPr>
              <p14:xfrm>
                <a:off x="8748353" y="2310720"/>
                <a:ext cx="284760" cy="111600"/>
              </p14:xfrm>
            </p:contentPart>
          </mc:Choice>
          <mc:Fallback>
            <p:pic>
              <p:nvPicPr>
                <p:cNvPr id="26" name="Ink 25">
                  <a:extLst>
                    <a:ext uri="{FF2B5EF4-FFF2-40B4-BE49-F238E27FC236}">
                      <a16:creationId xmlns:a16="http://schemas.microsoft.com/office/drawing/2014/main" id="{2E23572E-0862-AAF9-6959-6453EC145F7A}"/>
                    </a:ext>
                  </a:extLst>
                </p:cNvPr>
                <p:cNvPicPr/>
                <p:nvPr/>
              </p:nvPicPr>
              <p:blipFill>
                <a:blip r:embed="rId62"/>
                <a:stretch>
                  <a:fillRect/>
                </a:stretch>
              </p:blipFill>
              <p:spPr>
                <a:xfrm>
                  <a:off x="8742233" y="2304600"/>
                  <a:ext cx="2970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4" name="Ink 43">
                  <a:extLst>
                    <a:ext uri="{FF2B5EF4-FFF2-40B4-BE49-F238E27FC236}">
                      <a16:creationId xmlns:a16="http://schemas.microsoft.com/office/drawing/2014/main" id="{3E6EC0A2-3A9B-965C-9546-A8BB07B35B44}"/>
                    </a:ext>
                  </a:extLst>
                </p14:cNvPr>
                <p14:cNvContentPartPr/>
                <p14:nvPr/>
              </p14:nvContentPartPr>
              <p14:xfrm>
                <a:off x="8738993" y="1808520"/>
                <a:ext cx="400680" cy="531720"/>
              </p14:xfrm>
            </p:contentPart>
          </mc:Choice>
          <mc:Fallback>
            <p:pic>
              <p:nvPicPr>
                <p:cNvPr id="44" name="Ink 43">
                  <a:extLst>
                    <a:ext uri="{FF2B5EF4-FFF2-40B4-BE49-F238E27FC236}">
                      <a16:creationId xmlns:a16="http://schemas.microsoft.com/office/drawing/2014/main" id="{3E6EC0A2-3A9B-965C-9546-A8BB07B35B44}"/>
                    </a:ext>
                  </a:extLst>
                </p:cNvPr>
                <p:cNvPicPr/>
                <p:nvPr/>
              </p:nvPicPr>
              <p:blipFill>
                <a:blip r:embed="rId64"/>
                <a:stretch>
                  <a:fillRect/>
                </a:stretch>
              </p:blipFill>
              <p:spPr>
                <a:xfrm>
                  <a:off x="8732873" y="1802400"/>
                  <a:ext cx="412920" cy="543960"/>
                </a:xfrm>
                <a:prstGeom prst="rect">
                  <a:avLst/>
                </a:prstGeom>
              </p:spPr>
            </p:pic>
          </mc:Fallback>
        </mc:AlternateContent>
      </p:grpSp>
    </p:spTree>
    <p:extLst>
      <p:ext uri="{BB962C8B-B14F-4D97-AF65-F5344CB8AC3E}">
        <p14:creationId xmlns:p14="http://schemas.microsoft.com/office/powerpoint/2010/main" val="17313901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CFBAAE-3494-0C7F-C832-5105DD9F72F0}"/>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C83D143E-CCE6-EBE4-168D-EA14768F2E54}"/>
              </a:ext>
            </a:extLst>
          </p:cNvPr>
          <p:cNvSpPr>
            <a:spLocks noGrp="1"/>
          </p:cNvSpPr>
          <p:nvPr>
            <p:ph type="ctrTitle"/>
          </p:nvPr>
        </p:nvSpPr>
        <p:spPr>
          <a:xfrm>
            <a:off x="310432"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Classification with Two Multivariate Normal Distributions</a:t>
            </a:r>
          </a:p>
        </p:txBody>
      </p:sp>
      <p:sp>
        <p:nvSpPr>
          <p:cNvPr id="2" name="TextBox 1">
            <a:extLst>
              <a:ext uri="{FF2B5EF4-FFF2-40B4-BE49-F238E27FC236}">
                <a16:creationId xmlns:a16="http://schemas.microsoft.com/office/drawing/2014/main" id="{B2141605-36ED-0857-3B35-F0B9BC8A2380}"/>
              </a:ext>
            </a:extLst>
          </p:cNvPr>
          <p:cNvSpPr txBox="1"/>
          <p:nvPr/>
        </p:nvSpPr>
        <p:spPr>
          <a:xfrm>
            <a:off x="540336" y="1563692"/>
            <a:ext cx="10934766" cy="3323987"/>
          </a:xfrm>
          <a:prstGeom prst="rect">
            <a:avLst/>
          </a:prstGeom>
          <a:noFill/>
        </p:spPr>
        <p:txBody>
          <a:bodyPr wrap="square" rtlCol="0">
            <a:spAutoFit/>
          </a:bodyPr>
          <a:lstStyle/>
          <a:p>
            <a:r>
              <a:rPr lang="en-US" dirty="0"/>
              <a:t>estimated minimum ECM rule for two normal populations</a:t>
            </a:r>
          </a:p>
          <a:p>
            <a:r>
              <a:rPr lang="en-US" sz="2400" dirty="0">
                <a:solidFill>
                  <a:schemeClr val="bg1"/>
                </a:solidFill>
                <a:latin typeface="Arial" panose="020B0604020202020204" pitchFamily="34" charset="0"/>
                <a:cs typeface="Arial" panose="020B0604020202020204" pitchFamily="34" charset="0"/>
              </a:rPr>
              <a:t>The estimated ECM rule amounts to comparing the scalar variable</a:t>
            </a:r>
          </a:p>
          <a:p>
            <a:endParaRPr lang="en-US" sz="2400" dirty="0">
              <a:solidFill>
                <a:schemeClr val="bg1"/>
              </a:solidFill>
              <a:latin typeface="Arial" panose="020B0604020202020204" pitchFamily="34" charset="0"/>
              <a:cs typeface="Arial" panose="020B0604020202020204" pitchFamily="34" charset="0"/>
            </a:endParaRPr>
          </a:p>
          <a:p>
            <a:endParaRPr lang="en-US" sz="2400" dirty="0">
              <a:solidFill>
                <a:schemeClr val="bg1"/>
              </a:solidFill>
              <a:latin typeface="Arial" panose="020B0604020202020204" pitchFamily="34" charset="0"/>
              <a:cs typeface="Arial" panose="020B0604020202020204" pitchFamily="34" charset="0"/>
            </a:endParaRPr>
          </a:p>
          <a:p>
            <a:endParaRPr lang="en-US" sz="2400" dirty="0">
              <a:solidFill>
                <a:schemeClr val="bg1"/>
              </a:solidFill>
              <a:latin typeface="Arial" panose="020B0604020202020204" pitchFamily="34" charset="0"/>
              <a:cs typeface="Arial" panose="020B0604020202020204" pitchFamily="34" charset="0"/>
            </a:endParaRPr>
          </a:p>
          <a:p>
            <a:r>
              <a:rPr lang="en-US" sz="2400" dirty="0">
                <a:solidFill>
                  <a:schemeClr val="bg1"/>
                </a:solidFill>
                <a:latin typeface="Arial" panose="020B0604020202020204" pitchFamily="34" charset="0"/>
                <a:cs typeface="Arial" panose="020B0604020202020204" pitchFamily="34" charset="0"/>
              </a:rPr>
              <a:t>with the </a:t>
            </a:r>
          </a:p>
          <a:p>
            <a:r>
              <a:rPr lang="en-US" sz="2400" dirty="0">
                <a:solidFill>
                  <a:schemeClr val="bg1"/>
                </a:solidFill>
                <a:latin typeface="Arial" panose="020B0604020202020204" pitchFamily="34" charset="0"/>
                <a:cs typeface="Arial" panose="020B0604020202020204" pitchFamily="34" charset="0"/>
              </a:rPr>
              <a:t>number (second part)</a:t>
            </a:r>
          </a:p>
          <a:p>
            <a:endParaRPr lang="en-US" sz="2400" dirty="0">
              <a:solidFill>
                <a:schemeClr val="bg1"/>
              </a:solidFill>
              <a:latin typeface="Arial" panose="020B0604020202020204" pitchFamily="34" charset="0"/>
              <a:cs typeface="Arial" panose="020B0604020202020204" pitchFamily="34" charset="0"/>
            </a:endParaRPr>
          </a:p>
          <a:p>
            <a:r>
              <a:rPr lang="en-US" sz="2400" dirty="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F914D2D-7938-8E78-B82C-7C6147BFD1A8}"/>
              </a:ext>
            </a:extLst>
          </p:cNvPr>
          <p:cNvPicPr>
            <a:picLocks noChangeAspect="1"/>
          </p:cNvPicPr>
          <p:nvPr/>
        </p:nvPicPr>
        <p:blipFill>
          <a:blip r:embed="rId2"/>
          <a:stretch>
            <a:fillRect/>
          </a:stretch>
        </p:blipFill>
        <p:spPr>
          <a:xfrm>
            <a:off x="4145572" y="2315120"/>
            <a:ext cx="4434005" cy="717476"/>
          </a:xfrm>
          <a:prstGeom prst="rect">
            <a:avLst/>
          </a:prstGeom>
        </p:spPr>
      </p:pic>
      <p:pic>
        <p:nvPicPr>
          <p:cNvPr id="10" name="Picture 9">
            <a:extLst>
              <a:ext uri="{FF2B5EF4-FFF2-40B4-BE49-F238E27FC236}">
                <a16:creationId xmlns:a16="http://schemas.microsoft.com/office/drawing/2014/main" id="{1D4EE243-E16C-BA65-9262-01BE7D2DA499}"/>
              </a:ext>
            </a:extLst>
          </p:cNvPr>
          <p:cNvPicPr>
            <a:picLocks noChangeAspect="1"/>
          </p:cNvPicPr>
          <p:nvPr/>
        </p:nvPicPr>
        <p:blipFill>
          <a:blip r:embed="rId3"/>
          <a:stretch>
            <a:fillRect/>
          </a:stretch>
        </p:blipFill>
        <p:spPr>
          <a:xfrm>
            <a:off x="3602142" y="5110861"/>
            <a:ext cx="4811154" cy="1747139"/>
          </a:xfrm>
          <a:prstGeom prst="rect">
            <a:avLst/>
          </a:prstGeom>
        </p:spPr>
      </p:pic>
      <p:grpSp>
        <p:nvGrpSpPr>
          <p:cNvPr id="14" name="Group 13">
            <a:extLst>
              <a:ext uri="{FF2B5EF4-FFF2-40B4-BE49-F238E27FC236}">
                <a16:creationId xmlns:a16="http://schemas.microsoft.com/office/drawing/2014/main" id="{FD08D6C9-E6DC-CD6C-586C-F50F21FDF7E4}"/>
              </a:ext>
            </a:extLst>
          </p:cNvPr>
          <p:cNvGrpSpPr/>
          <p:nvPr/>
        </p:nvGrpSpPr>
        <p:grpSpPr>
          <a:xfrm>
            <a:off x="1320170" y="812417"/>
            <a:ext cx="9375097" cy="886984"/>
            <a:chOff x="946802" y="5695184"/>
            <a:chExt cx="9375097" cy="886984"/>
          </a:xfrm>
        </p:grpSpPr>
        <p:pic>
          <p:nvPicPr>
            <p:cNvPr id="15" name="Picture 14">
              <a:extLst>
                <a:ext uri="{FF2B5EF4-FFF2-40B4-BE49-F238E27FC236}">
                  <a16:creationId xmlns:a16="http://schemas.microsoft.com/office/drawing/2014/main" id="{1984CD09-B0AD-F664-2759-7772785DDF32}"/>
                </a:ext>
              </a:extLst>
            </p:cNvPr>
            <p:cNvPicPr>
              <a:picLocks noChangeAspect="1"/>
            </p:cNvPicPr>
            <p:nvPr/>
          </p:nvPicPr>
          <p:blipFill>
            <a:blip r:embed="rId4"/>
            <a:stretch>
              <a:fillRect/>
            </a:stretch>
          </p:blipFill>
          <p:spPr>
            <a:xfrm>
              <a:off x="946802" y="5695184"/>
              <a:ext cx="8697739" cy="886984"/>
            </a:xfrm>
            <a:prstGeom prst="rect">
              <a:avLst/>
            </a:prstGeom>
          </p:spPr>
        </p:pic>
        <p:sp>
          <p:nvSpPr>
            <p:cNvPr id="16" name="TextBox 15">
              <a:extLst>
                <a:ext uri="{FF2B5EF4-FFF2-40B4-BE49-F238E27FC236}">
                  <a16:creationId xmlns:a16="http://schemas.microsoft.com/office/drawing/2014/main" id="{1339AEB0-D651-B7E3-3E9D-38F4439F0BA2}"/>
                </a:ext>
              </a:extLst>
            </p:cNvPr>
            <p:cNvSpPr txBox="1"/>
            <p:nvPr/>
          </p:nvSpPr>
          <p:spPr>
            <a:xfrm>
              <a:off x="9644541" y="5918043"/>
              <a:ext cx="677358" cy="492443"/>
            </a:xfrm>
            <a:prstGeom prst="rect">
              <a:avLst/>
            </a:prstGeom>
            <a:noFill/>
          </p:spPr>
          <p:txBody>
            <a:bodyPr wrap="square" rtlCol="0">
              <a:spAutoFit/>
            </a:bodyPr>
            <a:lstStyle/>
            <a:p>
              <a:r>
                <a:rPr lang="en-IN" sz="2600" dirty="0">
                  <a:solidFill>
                    <a:schemeClr val="bg1"/>
                  </a:solidFill>
                  <a:latin typeface="Arial" panose="020B0604020202020204" pitchFamily="34" charset="0"/>
                  <a:cs typeface="Arial" panose="020B0604020202020204" pitchFamily="34" charset="0"/>
                </a:rPr>
                <a:t>= 0</a:t>
              </a:r>
            </a:p>
          </p:txBody>
        </p:sp>
      </p:grpSp>
      <p:pic>
        <p:nvPicPr>
          <p:cNvPr id="3" name="Picture 2"/>
          <p:cNvPicPr>
            <a:picLocks noChangeAspect="1"/>
          </p:cNvPicPr>
          <p:nvPr/>
        </p:nvPicPr>
        <p:blipFill>
          <a:blip r:embed="rId5"/>
          <a:stretch>
            <a:fillRect/>
          </a:stretch>
        </p:blipFill>
        <p:spPr>
          <a:xfrm>
            <a:off x="4145572" y="3270057"/>
            <a:ext cx="4616290" cy="756515"/>
          </a:xfrm>
          <a:prstGeom prst="rect">
            <a:avLst/>
          </a:prstGeom>
        </p:spPr>
      </p:pic>
      <p:pic>
        <p:nvPicPr>
          <p:cNvPr id="5" name="Picture 4"/>
          <p:cNvPicPr>
            <a:picLocks noChangeAspect="1"/>
          </p:cNvPicPr>
          <p:nvPr/>
        </p:nvPicPr>
        <p:blipFill>
          <a:blip r:embed="rId6"/>
          <a:stretch>
            <a:fillRect/>
          </a:stretch>
        </p:blipFill>
        <p:spPr>
          <a:xfrm>
            <a:off x="5109863" y="4018058"/>
            <a:ext cx="2505425" cy="981212"/>
          </a:xfrm>
          <a:prstGeom prst="rect">
            <a:avLst/>
          </a:prstGeom>
        </p:spPr>
      </p:pic>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F2BA4BF3-3D06-3ECA-10D1-A8D91A6B5D21}"/>
                  </a:ext>
                </a:extLst>
              </p14:cNvPr>
              <p14:cNvContentPartPr/>
              <p14:nvPr/>
            </p14:nvContentPartPr>
            <p14:xfrm>
              <a:off x="4268153" y="3963120"/>
              <a:ext cx="247320" cy="36000"/>
            </p14:xfrm>
          </p:contentPart>
        </mc:Choice>
        <mc:Fallback>
          <p:pic>
            <p:nvPicPr>
              <p:cNvPr id="6" name="Ink 5">
                <a:extLst>
                  <a:ext uri="{FF2B5EF4-FFF2-40B4-BE49-F238E27FC236}">
                    <a16:creationId xmlns:a16="http://schemas.microsoft.com/office/drawing/2014/main" id="{F2BA4BF3-3D06-3ECA-10D1-A8D91A6B5D21}"/>
                  </a:ext>
                </a:extLst>
              </p:cNvPr>
              <p:cNvPicPr/>
              <p:nvPr/>
            </p:nvPicPr>
            <p:blipFill>
              <a:blip r:embed="rId8"/>
              <a:stretch>
                <a:fillRect/>
              </a:stretch>
            </p:blipFill>
            <p:spPr>
              <a:xfrm>
                <a:off x="4262033" y="3957000"/>
                <a:ext cx="25956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EAD20626-ED8E-D69B-A7B2-AB58FE1F375A}"/>
                  </a:ext>
                </a:extLst>
              </p14:cNvPr>
              <p14:cNvContentPartPr/>
              <p14:nvPr/>
            </p14:nvContentPartPr>
            <p14:xfrm>
              <a:off x="4208033" y="4126920"/>
              <a:ext cx="285480" cy="25560"/>
            </p14:xfrm>
          </p:contentPart>
        </mc:Choice>
        <mc:Fallback>
          <p:pic>
            <p:nvPicPr>
              <p:cNvPr id="7" name="Ink 6">
                <a:extLst>
                  <a:ext uri="{FF2B5EF4-FFF2-40B4-BE49-F238E27FC236}">
                    <a16:creationId xmlns:a16="http://schemas.microsoft.com/office/drawing/2014/main" id="{EAD20626-ED8E-D69B-A7B2-AB58FE1F375A}"/>
                  </a:ext>
                </a:extLst>
              </p:cNvPr>
              <p:cNvPicPr/>
              <p:nvPr/>
            </p:nvPicPr>
            <p:blipFill>
              <a:blip r:embed="rId10"/>
              <a:stretch>
                <a:fillRect/>
              </a:stretch>
            </p:blipFill>
            <p:spPr>
              <a:xfrm>
                <a:off x="4201913" y="4120800"/>
                <a:ext cx="29772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93501D2C-E7DF-34E0-3544-EA2D7BF7C088}"/>
                  </a:ext>
                </a:extLst>
              </p14:cNvPr>
              <p14:cNvContentPartPr/>
              <p14:nvPr/>
            </p14:nvContentPartPr>
            <p14:xfrm>
              <a:off x="5564513" y="1629240"/>
              <a:ext cx="4504320" cy="211680"/>
            </p14:xfrm>
          </p:contentPart>
        </mc:Choice>
        <mc:Fallback>
          <p:pic>
            <p:nvPicPr>
              <p:cNvPr id="8" name="Ink 7">
                <a:extLst>
                  <a:ext uri="{FF2B5EF4-FFF2-40B4-BE49-F238E27FC236}">
                    <a16:creationId xmlns:a16="http://schemas.microsoft.com/office/drawing/2014/main" id="{93501D2C-E7DF-34E0-3544-EA2D7BF7C088}"/>
                  </a:ext>
                </a:extLst>
              </p:cNvPr>
              <p:cNvPicPr/>
              <p:nvPr/>
            </p:nvPicPr>
            <p:blipFill>
              <a:blip r:embed="rId12"/>
              <a:stretch>
                <a:fillRect/>
              </a:stretch>
            </p:blipFill>
            <p:spPr>
              <a:xfrm>
                <a:off x="5558393" y="1623120"/>
                <a:ext cx="45165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03BB2175-4191-EEB8-A7E9-F6C862D6A4C3}"/>
                  </a:ext>
                </a:extLst>
              </p14:cNvPr>
              <p14:cNvContentPartPr/>
              <p14:nvPr/>
            </p14:nvContentPartPr>
            <p14:xfrm>
              <a:off x="4530953" y="3981480"/>
              <a:ext cx="25920" cy="16200"/>
            </p14:xfrm>
          </p:contentPart>
        </mc:Choice>
        <mc:Fallback>
          <p:pic>
            <p:nvPicPr>
              <p:cNvPr id="9" name="Ink 8">
                <a:extLst>
                  <a:ext uri="{FF2B5EF4-FFF2-40B4-BE49-F238E27FC236}">
                    <a16:creationId xmlns:a16="http://schemas.microsoft.com/office/drawing/2014/main" id="{03BB2175-4191-EEB8-A7E9-F6C862D6A4C3}"/>
                  </a:ext>
                </a:extLst>
              </p:cNvPr>
              <p:cNvPicPr/>
              <p:nvPr/>
            </p:nvPicPr>
            <p:blipFill>
              <a:blip r:embed="rId14"/>
              <a:stretch>
                <a:fillRect/>
              </a:stretch>
            </p:blipFill>
            <p:spPr>
              <a:xfrm>
                <a:off x="4524833" y="3975360"/>
                <a:ext cx="38160" cy="28440"/>
              </a:xfrm>
              <a:prstGeom prst="rect">
                <a:avLst/>
              </a:prstGeom>
            </p:spPr>
          </p:pic>
        </mc:Fallback>
      </mc:AlternateContent>
    </p:spTree>
    <p:extLst>
      <p:ext uri="{BB962C8B-B14F-4D97-AF65-F5344CB8AC3E}">
        <p14:creationId xmlns:p14="http://schemas.microsoft.com/office/powerpoint/2010/main" val="24348026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50E8DB-19B0-ECB5-FF27-E98556960E3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3AA413F-2FF6-ADD3-54F2-7F8A5F5527F1}"/>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C5B63D1-D912-20C6-426E-DE83D8DE8E23}"/>
                  </a:ext>
                </a:extLst>
              </p:cNvPr>
              <p:cNvSpPr txBox="1"/>
              <p:nvPr/>
            </p:nvSpPr>
            <p:spPr>
              <a:xfrm>
                <a:off x="711740" y="982626"/>
                <a:ext cx="10768519" cy="452431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That is, the estimated minimum ECM rule for two normal populations is tantamount to creating two univariate populations for the y values.</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This is done by taking an appropriate linear combination of the observations from populations </a:t>
                </a:r>
                <a:r>
                  <a:rPr lang="el-GR" sz="2400" dirty="0">
                    <a:solidFill>
                      <a:schemeClr val="bg1"/>
                    </a:solidFill>
                    <a:latin typeface="Arial" panose="020B0604020202020204" pitchFamily="34" charset="0"/>
                    <a:cs typeface="Arial" panose="020B0604020202020204" pitchFamily="34" charset="0"/>
                  </a:rPr>
                  <a:t>π</a:t>
                </a:r>
                <a:r>
                  <a:rPr lang="en-IN" sz="2400" baseline="-25000" dirty="0">
                    <a:solidFill>
                      <a:schemeClr val="bg1"/>
                    </a:solidFill>
                    <a:latin typeface="Arial" panose="020B0604020202020204" pitchFamily="34" charset="0"/>
                    <a:cs typeface="Arial" panose="020B0604020202020204" pitchFamily="34" charset="0"/>
                  </a:rPr>
                  <a:t>1</a:t>
                </a:r>
                <a:r>
                  <a:rPr lang="en-IN" sz="2400" dirty="0">
                    <a:solidFill>
                      <a:schemeClr val="bg1"/>
                    </a:solidFill>
                    <a:latin typeface="Arial" panose="020B0604020202020204" pitchFamily="34" charset="0"/>
                    <a:cs typeface="Arial" panose="020B0604020202020204" pitchFamily="34" charset="0"/>
                  </a:rPr>
                  <a:t> and </a:t>
                </a:r>
                <a:r>
                  <a:rPr lang="el-GR" sz="2400" dirty="0">
                    <a:solidFill>
                      <a:schemeClr val="bg1"/>
                    </a:solidFill>
                    <a:latin typeface="Arial" panose="020B0604020202020204" pitchFamily="34" charset="0"/>
                    <a:cs typeface="Arial" panose="020B0604020202020204" pitchFamily="34" charset="0"/>
                  </a:rPr>
                  <a:t>π</a:t>
                </a:r>
                <a:r>
                  <a:rPr lang="en-IN" sz="2400" baseline="-25000" dirty="0">
                    <a:solidFill>
                      <a:schemeClr val="bg1"/>
                    </a:solidFill>
                    <a:latin typeface="Arial" panose="020B0604020202020204" pitchFamily="34" charset="0"/>
                    <a:cs typeface="Arial" panose="020B0604020202020204" pitchFamily="34" charset="0"/>
                  </a:rPr>
                  <a:t>2</a:t>
                </a:r>
                <a:r>
                  <a:rPr lang="en-IN" sz="2400"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 and then assigning a new observation </a:t>
                </a:r>
                <a:r>
                  <a:rPr lang="en-US" sz="2400" b="1" dirty="0">
                    <a:solidFill>
                      <a:schemeClr val="bg1"/>
                    </a:solidFill>
                    <a:latin typeface="Arial" panose="020B0604020202020204" pitchFamily="34" charset="0"/>
                    <a:cs typeface="Arial" panose="020B0604020202020204" pitchFamily="34" charset="0"/>
                  </a:rPr>
                  <a:t>x</a:t>
                </a:r>
                <a:r>
                  <a:rPr lang="en-US" sz="2400" b="1" baseline="-25000" dirty="0">
                    <a:solidFill>
                      <a:schemeClr val="bg1"/>
                    </a:solidFill>
                    <a:latin typeface="Arial" panose="020B0604020202020204" pitchFamily="34" charset="0"/>
                    <a:cs typeface="Arial" panose="020B0604020202020204" pitchFamily="34" charset="0"/>
                  </a:rPr>
                  <a:t>o</a:t>
                </a:r>
                <a:r>
                  <a:rPr lang="en-US" sz="2400" dirty="0">
                    <a:solidFill>
                      <a:schemeClr val="bg1"/>
                    </a:solidFill>
                    <a:latin typeface="Arial" panose="020B0604020202020204" pitchFamily="34" charset="0"/>
                    <a:cs typeface="Arial" panose="020B0604020202020204" pitchFamily="34" charset="0"/>
                  </a:rPr>
                  <a:t> to </a:t>
                </a:r>
                <a:r>
                  <a:rPr lang="el-GR" sz="2400" dirty="0">
                    <a:solidFill>
                      <a:schemeClr val="bg1"/>
                    </a:solidFill>
                    <a:latin typeface="Arial" panose="020B0604020202020204" pitchFamily="34" charset="0"/>
                    <a:cs typeface="Arial" panose="020B0604020202020204" pitchFamily="34" charset="0"/>
                  </a:rPr>
                  <a:t>π</a:t>
                </a:r>
                <a:r>
                  <a:rPr lang="en-IN" sz="2400" baseline="-25000" dirty="0">
                    <a:solidFill>
                      <a:schemeClr val="bg1"/>
                    </a:solidFill>
                    <a:latin typeface="Arial" panose="020B0604020202020204" pitchFamily="34" charset="0"/>
                    <a:cs typeface="Arial" panose="020B0604020202020204" pitchFamily="34" charset="0"/>
                  </a:rPr>
                  <a:t>1</a:t>
                </a:r>
                <a:r>
                  <a:rPr lang="en-IN" sz="2400" dirty="0">
                    <a:solidFill>
                      <a:schemeClr val="bg1"/>
                    </a:solidFill>
                    <a:latin typeface="Arial" panose="020B0604020202020204" pitchFamily="34" charset="0"/>
                    <a:cs typeface="Arial" panose="020B0604020202020204" pitchFamily="34" charset="0"/>
                  </a:rPr>
                  <a:t> or </a:t>
                </a:r>
                <a:r>
                  <a:rPr lang="el-GR" sz="2400" dirty="0">
                    <a:solidFill>
                      <a:schemeClr val="bg1"/>
                    </a:solidFill>
                    <a:latin typeface="Arial" panose="020B0604020202020204" pitchFamily="34" charset="0"/>
                    <a:cs typeface="Arial" panose="020B0604020202020204" pitchFamily="34" charset="0"/>
                  </a:rPr>
                  <a:t>π</a:t>
                </a:r>
                <a:r>
                  <a:rPr lang="en-IN" sz="2400" baseline="-25000" dirty="0">
                    <a:solidFill>
                      <a:schemeClr val="bg1"/>
                    </a:solidFill>
                    <a:latin typeface="Arial" panose="020B0604020202020204" pitchFamily="34" charset="0"/>
                    <a:cs typeface="Arial" panose="020B0604020202020204" pitchFamily="34" charset="0"/>
                  </a:rPr>
                  <a:t>2</a:t>
                </a:r>
                <a:r>
                  <a:rPr lang="en-IN" sz="2400"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depending upon whether  </a:t>
                </a:r>
                <a14:m>
                  <m:oMath xmlns:m="http://schemas.openxmlformats.org/officeDocument/2006/math">
                    <m:sSub>
                      <m:sSubPr>
                        <m:ctrlPr>
                          <a:rPr lang="en-IN" sz="2400" b="0" i="1" smtClean="0">
                            <a:solidFill>
                              <a:schemeClr val="bg1"/>
                            </a:solidFill>
                            <a:latin typeface="Cambria Math" panose="02040503050406030204" pitchFamily="18" charset="0"/>
                            <a:cs typeface="Arial" panose="020B0604020202020204" pitchFamily="34" charset="0"/>
                          </a:rPr>
                        </m:ctrlPr>
                      </m:sSubPr>
                      <m:e>
                        <m:acc>
                          <m:accPr>
                            <m:chr m:val="̂"/>
                            <m:ctrlPr>
                              <a:rPr lang="en-IN" sz="2400" b="0" i="1" smtClean="0">
                                <a:solidFill>
                                  <a:schemeClr val="bg1"/>
                                </a:solidFill>
                                <a:latin typeface="Cambria Math" panose="02040503050406030204" pitchFamily="18" charset="0"/>
                                <a:cs typeface="Arial" panose="020B0604020202020204" pitchFamily="34" charset="0"/>
                              </a:rPr>
                            </m:ctrlPr>
                          </m:accPr>
                          <m:e>
                            <m:r>
                              <a:rPr lang="en-IN" sz="2400" b="0" i="1" smtClean="0">
                                <a:solidFill>
                                  <a:schemeClr val="bg1"/>
                                </a:solidFill>
                                <a:latin typeface="Cambria Math" panose="02040503050406030204" pitchFamily="18" charset="0"/>
                                <a:cs typeface="Arial" panose="020B0604020202020204" pitchFamily="34" charset="0"/>
                              </a:rPr>
                              <m:t>𝑦</m:t>
                            </m:r>
                          </m:e>
                        </m:acc>
                      </m:e>
                      <m:sub>
                        <m:r>
                          <a:rPr lang="en-IN" sz="2400" b="0" i="1" smtClean="0">
                            <a:solidFill>
                              <a:schemeClr val="bg1"/>
                            </a:solidFill>
                            <a:latin typeface="Cambria Math" panose="02040503050406030204" pitchFamily="18" charset="0"/>
                            <a:cs typeface="Arial" panose="020B0604020202020204" pitchFamily="34" charset="0"/>
                          </a:rPr>
                          <m:t>𝑜</m:t>
                        </m:r>
                      </m:sub>
                    </m:sSub>
                    <m:r>
                      <a:rPr lang="en-IN" sz="2400" b="0" i="1" smtClean="0">
                        <a:solidFill>
                          <a:schemeClr val="bg1"/>
                        </a:solidFill>
                        <a:latin typeface="Cambria Math" panose="02040503050406030204" pitchFamily="18" charset="0"/>
                        <a:cs typeface="Arial" panose="020B0604020202020204" pitchFamily="34" charset="0"/>
                      </a:rPr>
                      <m:t>=</m:t>
                    </m:r>
                    <m:acc>
                      <m:accPr>
                        <m:chr m:val="̂"/>
                        <m:ctrlPr>
                          <a:rPr lang="en-IN" sz="2400" b="1" i="1">
                            <a:solidFill>
                              <a:schemeClr val="bg1"/>
                            </a:solidFill>
                            <a:latin typeface="Cambria Math" panose="02040503050406030204" pitchFamily="18" charset="0"/>
                            <a:cs typeface="Arial" panose="020B0604020202020204" pitchFamily="34" charset="0"/>
                          </a:rPr>
                        </m:ctrlPr>
                      </m:accPr>
                      <m:e>
                        <m:r>
                          <a:rPr lang="en-IN" sz="2400" b="1" i="1">
                            <a:solidFill>
                              <a:schemeClr val="bg1"/>
                            </a:solidFill>
                            <a:latin typeface="Cambria Math" panose="02040503050406030204" pitchFamily="18" charset="0"/>
                            <a:cs typeface="Arial" panose="020B0604020202020204" pitchFamily="34" charset="0"/>
                          </a:rPr>
                          <m:t>𝒂</m:t>
                        </m:r>
                      </m:e>
                    </m:acc>
                    <m:r>
                      <a:rPr lang="en-IN" sz="2400" b="1" i="1">
                        <a:solidFill>
                          <a:schemeClr val="bg1"/>
                        </a:solidFill>
                        <a:latin typeface="Cambria Math" panose="02040503050406030204" pitchFamily="18" charset="0"/>
                        <a:cs typeface="Arial" panose="020B0604020202020204" pitchFamily="34" charset="0"/>
                      </a:rPr>
                      <m:t>′</m:t>
                    </m:r>
                  </m:oMath>
                </a14:m>
                <a:r>
                  <a:rPr lang="en-US" sz="2400" b="1" dirty="0">
                    <a:solidFill>
                      <a:schemeClr val="bg1"/>
                    </a:solidFill>
                    <a:latin typeface="Arial" panose="020B0604020202020204" pitchFamily="34" charset="0"/>
                    <a:cs typeface="Arial" panose="020B0604020202020204" pitchFamily="34" charset="0"/>
                  </a:rPr>
                  <a:t>x</a:t>
                </a:r>
                <a:r>
                  <a:rPr lang="en-US" sz="2400" b="1" baseline="-25000" dirty="0">
                    <a:solidFill>
                      <a:schemeClr val="bg1"/>
                    </a:solidFill>
                    <a:latin typeface="Arial" panose="020B0604020202020204" pitchFamily="34" charset="0"/>
                    <a:cs typeface="Arial" panose="020B0604020202020204" pitchFamily="34" charset="0"/>
                  </a:rPr>
                  <a:t>o</a:t>
                </a:r>
                <a:r>
                  <a:rPr lang="en-US" sz="2400" b="1" dirty="0">
                    <a:solidFill>
                      <a:schemeClr val="bg1"/>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falls to the right or left of the midpoint </a:t>
                </a:r>
                <a14:m>
                  <m:oMath xmlns:m="http://schemas.openxmlformats.org/officeDocument/2006/math">
                    <m:acc>
                      <m:accPr>
                        <m:chr m:val="̂"/>
                        <m:ctrlPr>
                          <a:rPr lang="en-IN" sz="2400" b="0" i="1" smtClean="0">
                            <a:solidFill>
                              <a:schemeClr val="bg1"/>
                            </a:solidFill>
                            <a:latin typeface="Cambria Math" panose="02040503050406030204" pitchFamily="18" charset="0"/>
                            <a:cs typeface="Arial" panose="020B0604020202020204" pitchFamily="34" charset="0"/>
                          </a:rPr>
                        </m:ctrlPr>
                      </m:accPr>
                      <m:e>
                        <m:r>
                          <a:rPr lang="en-IN" sz="2400" b="0" i="1" smtClean="0">
                            <a:solidFill>
                              <a:schemeClr val="bg1"/>
                            </a:solidFill>
                            <a:latin typeface="Cambria Math" panose="02040503050406030204" pitchFamily="18" charset="0"/>
                            <a:cs typeface="Arial" panose="020B0604020202020204" pitchFamily="34" charset="0"/>
                          </a:rPr>
                          <m:t>𝑚</m:t>
                        </m:r>
                      </m:e>
                    </m:acc>
                  </m:oMath>
                </a14:m>
                <a:r>
                  <a:rPr lang="en-US" sz="2400" dirty="0">
                    <a:solidFill>
                      <a:schemeClr val="bg1"/>
                    </a:solidFill>
                    <a:latin typeface="Arial" panose="020B0604020202020204" pitchFamily="34" charset="0"/>
                    <a:cs typeface="Arial" panose="020B0604020202020204" pitchFamily="34" charset="0"/>
                  </a:rPr>
                  <a:t> between the two-univariate means  </a:t>
                </a:r>
                <a14:m>
                  <m:oMath xmlns:m="http://schemas.openxmlformats.org/officeDocument/2006/math">
                    <m:sSub>
                      <m:sSubPr>
                        <m:ctrlPr>
                          <a:rPr lang="en-IN" sz="2400" b="0" i="1" smtClean="0">
                            <a:solidFill>
                              <a:schemeClr val="bg1"/>
                            </a:solidFill>
                            <a:latin typeface="Cambria Math" panose="02040503050406030204" pitchFamily="18" charset="0"/>
                            <a:cs typeface="Arial" panose="020B0604020202020204" pitchFamily="34" charset="0"/>
                          </a:rPr>
                        </m:ctrlPr>
                      </m:sSubPr>
                      <m:e>
                        <m:acc>
                          <m:accPr>
                            <m:chr m:val="̅"/>
                            <m:ctrlPr>
                              <a:rPr lang="en-IN" sz="2400" b="0" i="1" smtClean="0">
                                <a:solidFill>
                                  <a:schemeClr val="bg1"/>
                                </a:solidFill>
                                <a:latin typeface="Cambria Math" panose="02040503050406030204" pitchFamily="18" charset="0"/>
                                <a:cs typeface="Arial" panose="020B0604020202020204" pitchFamily="34" charset="0"/>
                              </a:rPr>
                            </m:ctrlPr>
                          </m:accPr>
                          <m:e>
                            <m:r>
                              <a:rPr lang="en-IN" sz="2400" b="0" i="1" smtClean="0">
                                <a:solidFill>
                                  <a:schemeClr val="bg1"/>
                                </a:solidFill>
                                <a:latin typeface="Cambria Math" panose="02040503050406030204" pitchFamily="18" charset="0"/>
                                <a:cs typeface="Arial" panose="020B0604020202020204" pitchFamily="34" charset="0"/>
                              </a:rPr>
                              <m:t>𝑦</m:t>
                            </m:r>
                          </m:e>
                        </m:acc>
                      </m:e>
                      <m:sub>
                        <m:r>
                          <a:rPr lang="en-IN" sz="2400" b="0" i="1" smtClean="0">
                            <a:solidFill>
                              <a:schemeClr val="bg1"/>
                            </a:solidFill>
                            <a:latin typeface="Cambria Math" panose="02040503050406030204" pitchFamily="18" charset="0"/>
                            <a:cs typeface="Arial" panose="020B0604020202020204" pitchFamily="34" charset="0"/>
                          </a:rPr>
                          <m:t>1</m:t>
                        </m:r>
                      </m:sub>
                    </m:sSub>
                  </m:oMath>
                </a14:m>
                <a:r>
                  <a:rPr lang="en-IN" sz="2400" dirty="0">
                    <a:solidFill>
                      <a:schemeClr val="bg1"/>
                    </a:solidFill>
                    <a:latin typeface="Arial" panose="020B0604020202020204" pitchFamily="34" charset="0"/>
                    <a:cs typeface="Arial" panose="020B0604020202020204" pitchFamily="34" charset="0"/>
                  </a:rPr>
                  <a:t> and </a:t>
                </a:r>
                <a14:m>
                  <m:oMath xmlns:m="http://schemas.openxmlformats.org/officeDocument/2006/math">
                    <m:sSub>
                      <m:sSubPr>
                        <m:ctrlPr>
                          <a:rPr lang="en-IN" sz="2400" i="1">
                            <a:solidFill>
                              <a:schemeClr val="bg1"/>
                            </a:solidFill>
                            <a:latin typeface="Cambria Math" panose="02040503050406030204" pitchFamily="18" charset="0"/>
                            <a:cs typeface="Arial" panose="020B0604020202020204" pitchFamily="34" charset="0"/>
                          </a:rPr>
                        </m:ctrlPr>
                      </m:sSubPr>
                      <m:e>
                        <m:acc>
                          <m:accPr>
                            <m:chr m:val="̅"/>
                            <m:ctrlPr>
                              <a:rPr lang="en-IN" sz="2400" i="1">
                                <a:solidFill>
                                  <a:schemeClr val="bg1"/>
                                </a:solidFill>
                                <a:latin typeface="Cambria Math" panose="02040503050406030204" pitchFamily="18" charset="0"/>
                                <a:cs typeface="Arial" panose="020B0604020202020204" pitchFamily="34" charset="0"/>
                              </a:rPr>
                            </m:ctrlPr>
                          </m:accPr>
                          <m:e>
                            <m:r>
                              <a:rPr lang="en-IN" sz="2400" i="1">
                                <a:solidFill>
                                  <a:schemeClr val="bg1"/>
                                </a:solidFill>
                                <a:latin typeface="Cambria Math" panose="02040503050406030204" pitchFamily="18" charset="0"/>
                                <a:cs typeface="Arial" panose="020B0604020202020204" pitchFamily="34" charset="0"/>
                              </a:rPr>
                              <m:t>𝑦</m:t>
                            </m:r>
                          </m:e>
                        </m:acc>
                      </m:e>
                      <m:sub>
                        <m:r>
                          <a:rPr lang="en-IN" sz="2400" b="0" i="1" smtClean="0">
                            <a:solidFill>
                              <a:schemeClr val="bg1"/>
                            </a:solidFill>
                            <a:latin typeface="Cambria Math" panose="02040503050406030204" pitchFamily="18" charset="0"/>
                            <a:cs typeface="Arial" panose="020B0604020202020204" pitchFamily="34" charset="0"/>
                          </a:rPr>
                          <m:t>2</m:t>
                        </m:r>
                      </m:sub>
                    </m:sSub>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4C5B63D1-D912-20C6-426E-DE83D8DE8E23}"/>
                  </a:ext>
                </a:extLst>
              </p:cNvPr>
              <p:cNvSpPr txBox="1">
                <a:spLocks noRot="1" noChangeAspect="1" noMove="1" noResize="1" noEditPoints="1" noAdjustHandles="1" noChangeArrowheads="1" noChangeShapeType="1" noTextEdit="1"/>
              </p:cNvSpPr>
              <p:nvPr/>
            </p:nvSpPr>
            <p:spPr>
              <a:xfrm>
                <a:off x="711740" y="982626"/>
                <a:ext cx="10768519" cy="4524315"/>
              </a:xfrm>
              <a:prstGeom prst="rect">
                <a:avLst/>
              </a:prstGeom>
              <a:blipFill>
                <a:blip r:embed="rId2"/>
                <a:stretch>
                  <a:fillRect l="-793" r="-849"/>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B0E33F1-FB38-2B52-4C97-9E6CFFBAA288}"/>
                  </a:ext>
                </a:extLst>
              </p14:cNvPr>
              <p14:cNvContentPartPr/>
              <p14:nvPr/>
            </p14:nvContentPartPr>
            <p14:xfrm>
              <a:off x="4392353" y="5934120"/>
              <a:ext cx="424080" cy="234720"/>
            </p14:xfrm>
          </p:contentPart>
        </mc:Choice>
        <mc:Fallback>
          <p:pic>
            <p:nvPicPr>
              <p:cNvPr id="2" name="Ink 1">
                <a:extLst>
                  <a:ext uri="{FF2B5EF4-FFF2-40B4-BE49-F238E27FC236}">
                    <a16:creationId xmlns:a16="http://schemas.microsoft.com/office/drawing/2014/main" id="{5B0E33F1-FB38-2B52-4C97-9E6CFFBAA288}"/>
                  </a:ext>
                </a:extLst>
              </p:cNvPr>
              <p:cNvPicPr/>
              <p:nvPr/>
            </p:nvPicPr>
            <p:blipFill>
              <a:blip r:embed="rId4"/>
              <a:stretch>
                <a:fillRect/>
              </a:stretch>
            </p:blipFill>
            <p:spPr>
              <a:xfrm>
                <a:off x="4386233" y="5928000"/>
                <a:ext cx="43632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6BA2720B-8136-4D73-7372-4204C80761BE}"/>
                  </a:ext>
                </a:extLst>
              </p14:cNvPr>
              <p14:cNvContentPartPr/>
              <p14:nvPr/>
            </p14:nvContentPartPr>
            <p14:xfrm>
              <a:off x="4567313" y="5719200"/>
              <a:ext cx="156960" cy="89280"/>
            </p14:xfrm>
          </p:contentPart>
        </mc:Choice>
        <mc:Fallback>
          <p:pic>
            <p:nvPicPr>
              <p:cNvPr id="3" name="Ink 2">
                <a:extLst>
                  <a:ext uri="{FF2B5EF4-FFF2-40B4-BE49-F238E27FC236}">
                    <a16:creationId xmlns:a16="http://schemas.microsoft.com/office/drawing/2014/main" id="{6BA2720B-8136-4D73-7372-4204C80761BE}"/>
                  </a:ext>
                </a:extLst>
              </p:cNvPr>
              <p:cNvPicPr/>
              <p:nvPr/>
            </p:nvPicPr>
            <p:blipFill>
              <a:blip r:embed="rId6"/>
              <a:stretch>
                <a:fillRect/>
              </a:stretch>
            </p:blipFill>
            <p:spPr>
              <a:xfrm>
                <a:off x="4561193" y="5713080"/>
                <a:ext cx="16920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E2AAE05F-4E3C-2BF9-17FD-0CA40C711124}"/>
                  </a:ext>
                </a:extLst>
              </p14:cNvPr>
              <p14:cNvContentPartPr/>
              <p14:nvPr/>
            </p14:nvContentPartPr>
            <p14:xfrm>
              <a:off x="10211033" y="3494040"/>
              <a:ext cx="491400" cy="555480"/>
            </p14:xfrm>
          </p:contentPart>
        </mc:Choice>
        <mc:Fallback>
          <p:pic>
            <p:nvPicPr>
              <p:cNvPr id="5" name="Ink 4">
                <a:extLst>
                  <a:ext uri="{FF2B5EF4-FFF2-40B4-BE49-F238E27FC236}">
                    <a16:creationId xmlns:a16="http://schemas.microsoft.com/office/drawing/2014/main" id="{E2AAE05F-4E3C-2BF9-17FD-0CA40C711124}"/>
                  </a:ext>
                </a:extLst>
              </p:cNvPr>
              <p:cNvPicPr/>
              <p:nvPr/>
            </p:nvPicPr>
            <p:blipFill>
              <a:blip r:embed="rId8"/>
              <a:stretch>
                <a:fillRect/>
              </a:stretch>
            </p:blipFill>
            <p:spPr>
              <a:xfrm>
                <a:off x="10204913" y="3487920"/>
                <a:ext cx="503640" cy="567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4F9C6DBC-436F-145F-402A-D47D20231F6A}"/>
                  </a:ext>
                </a:extLst>
              </p14:cNvPr>
              <p14:cNvContentPartPr/>
              <p14:nvPr/>
            </p14:nvContentPartPr>
            <p14:xfrm>
              <a:off x="5556953" y="4136640"/>
              <a:ext cx="575640" cy="684360"/>
            </p14:xfrm>
          </p:contentPart>
        </mc:Choice>
        <mc:Fallback>
          <p:pic>
            <p:nvPicPr>
              <p:cNvPr id="6" name="Ink 5">
                <a:extLst>
                  <a:ext uri="{FF2B5EF4-FFF2-40B4-BE49-F238E27FC236}">
                    <a16:creationId xmlns:a16="http://schemas.microsoft.com/office/drawing/2014/main" id="{4F9C6DBC-436F-145F-402A-D47D20231F6A}"/>
                  </a:ext>
                </a:extLst>
              </p:cNvPr>
              <p:cNvPicPr/>
              <p:nvPr/>
            </p:nvPicPr>
            <p:blipFill>
              <a:blip r:embed="rId10"/>
              <a:stretch>
                <a:fillRect/>
              </a:stretch>
            </p:blipFill>
            <p:spPr>
              <a:xfrm>
                <a:off x="5550833" y="4130520"/>
                <a:ext cx="587880" cy="696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3C8216DB-5203-00F1-7703-7873B899DFC8}"/>
                  </a:ext>
                </a:extLst>
              </p14:cNvPr>
              <p14:cNvContentPartPr/>
              <p14:nvPr/>
            </p14:nvContentPartPr>
            <p14:xfrm>
              <a:off x="6550913" y="4631280"/>
              <a:ext cx="360" cy="360"/>
            </p14:xfrm>
          </p:contentPart>
        </mc:Choice>
        <mc:Fallback>
          <p:pic>
            <p:nvPicPr>
              <p:cNvPr id="7" name="Ink 6">
                <a:extLst>
                  <a:ext uri="{FF2B5EF4-FFF2-40B4-BE49-F238E27FC236}">
                    <a16:creationId xmlns:a16="http://schemas.microsoft.com/office/drawing/2014/main" id="{3C8216DB-5203-00F1-7703-7873B899DFC8}"/>
                  </a:ext>
                </a:extLst>
              </p:cNvPr>
              <p:cNvPicPr/>
              <p:nvPr/>
            </p:nvPicPr>
            <p:blipFill>
              <a:blip r:embed="rId12"/>
              <a:stretch>
                <a:fillRect/>
              </a:stretch>
            </p:blipFill>
            <p:spPr>
              <a:xfrm>
                <a:off x="6544793" y="4625160"/>
                <a:ext cx="12600" cy="12600"/>
              </a:xfrm>
              <a:prstGeom prst="rect">
                <a:avLst/>
              </a:prstGeom>
            </p:spPr>
          </p:pic>
        </mc:Fallback>
      </mc:AlternateContent>
      <p:grpSp>
        <p:nvGrpSpPr>
          <p:cNvPr id="14" name="Group 13">
            <a:extLst>
              <a:ext uri="{FF2B5EF4-FFF2-40B4-BE49-F238E27FC236}">
                <a16:creationId xmlns:a16="http://schemas.microsoft.com/office/drawing/2014/main" id="{01124FE3-7EB5-BCE5-A5CA-578F8C274317}"/>
              </a:ext>
            </a:extLst>
          </p:cNvPr>
          <p:cNvGrpSpPr/>
          <p:nvPr/>
        </p:nvGrpSpPr>
        <p:grpSpPr>
          <a:xfrm>
            <a:off x="6550913" y="4551000"/>
            <a:ext cx="457920" cy="169200"/>
            <a:chOff x="6550913" y="4551000"/>
            <a:chExt cx="457920" cy="169200"/>
          </a:xfrm>
        </p:grpSpPr>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6DA99A78-9253-A6FA-277C-FCD55078CB6C}"/>
                    </a:ext>
                  </a:extLst>
                </p14:cNvPr>
                <p14:cNvContentPartPr/>
                <p14:nvPr/>
              </p14:nvContentPartPr>
              <p14:xfrm>
                <a:off x="6550913" y="4551000"/>
                <a:ext cx="7200" cy="6480"/>
              </p14:xfrm>
            </p:contentPart>
          </mc:Choice>
          <mc:Fallback>
            <p:pic>
              <p:nvPicPr>
                <p:cNvPr id="8" name="Ink 7">
                  <a:extLst>
                    <a:ext uri="{FF2B5EF4-FFF2-40B4-BE49-F238E27FC236}">
                      <a16:creationId xmlns:a16="http://schemas.microsoft.com/office/drawing/2014/main" id="{6DA99A78-9253-A6FA-277C-FCD55078CB6C}"/>
                    </a:ext>
                  </a:extLst>
                </p:cNvPr>
                <p:cNvPicPr/>
                <p:nvPr/>
              </p:nvPicPr>
              <p:blipFill>
                <a:blip r:embed="rId14"/>
                <a:stretch>
                  <a:fillRect/>
                </a:stretch>
              </p:blipFill>
              <p:spPr>
                <a:xfrm>
                  <a:off x="6544793" y="4544880"/>
                  <a:ext cx="194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1B206A07-9791-F0E1-3D1B-F2BE67506CBD}"/>
                    </a:ext>
                  </a:extLst>
                </p14:cNvPr>
                <p14:cNvContentPartPr/>
                <p14:nvPr/>
              </p14:nvContentPartPr>
              <p14:xfrm>
                <a:off x="6837113" y="4656840"/>
                <a:ext cx="140760" cy="4320"/>
              </p14:xfrm>
            </p:contentPart>
          </mc:Choice>
          <mc:Fallback>
            <p:pic>
              <p:nvPicPr>
                <p:cNvPr id="9" name="Ink 8">
                  <a:extLst>
                    <a:ext uri="{FF2B5EF4-FFF2-40B4-BE49-F238E27FC236}">
                      <a16:creationId xmlns:a16="http://schemas.microsoft.com/office/drawing/2014/main" id="{1B206A07-9791-F0E1-3D1B-F2BE67506CBD}"/>
                    </a:ext>
                  </a:extLst>
                </p:cNvPr>
                <p:cNvPicPr/>
                <p:nvPr/>
              </p:nvPicPr>
              <p:blipFill>
                <a:blip r:embed="rId16"/>
                <a:stretch>
                  <a:fillRect/>
                </a:stretch>
              </p:blipFill>
              <p:spPr>
                <a:xfrm>
                  <a:off x="6830993" y="4650720"/>
                  <a:ext cx="15300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3557E733-BB8F-AF1B-45F2-3DD3F2D0CECA}"/>
                    </a:ext>
                  </a:extLst>
                </p14:cNvPr>
                <p14:cNvContentPartPr/>
                <p14:nvPr/>
              </p14:nvContentPartPr>
              <p14:xfrm>
                <a:off x="6748553" y="4695360"/>
                <a:ext cx="235440" cy="18000"/>
              </p14:xfrm>
            </p:contentPart>
          </mc:Choice>
          <mc:Fallback>
            <p:pic>
              <p:nvPicPr>
                <p:cNvPr id="10" name="Ink 9">
                  <a:extLst>
                    <a:ext uri="{FF2B5EF4-FFF2-40B4-BE49-F238E27FC236}">
                      <a16:creationId xmlns:a16="http://schemas.microsoft.com/office/drawing/2014/main" id="{3557E733-BB8F-AF1B-45F2-3DD3F2D0CECA}"/>
                    </a:ext>
                  </a:extLst>
                </p:cNvPr>
                <p:cNvPicPr/>
                <p:nvPr/>
              </p:nvPicPr>
              <p:blipFill>
                <a:blip r:embed="rId18"/>
                <a:stretch>
                  <a:fillRect/>
                </a:stretch>
              </p:blipFill>
              <p:spPr>
                <a:xfrm>
                  <a:off x="6742433" y="4689240"/>
                  <a:ext cx="2476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05F52F94-C94C-EF67-7DCD-F776513B30C1}"/>
                    </a:ext>
                  </a:extLst>
                </p14:cNvPr>
                <p14:cNvContentPartPr/>
                <p14:nvPr/>
              </p14:nvContentPartPr>
              <p14:xfrm>
                <a:off x="6767633" y="4617600"/>
                <a:ext cx="241200" cy="19440"/>
              </p14:xfrm>
            </p:contentPart>
          </mc:Choice>
          <mc:Fallback>
            <p:pic>
              <p:nvPicPr>
                <p:cNvPr id="11" name="Ink 10">
                  <a:extLst>
                    <a:ext uri="{FF2B5EF4-FFF2-40B4-BE49-F238E27FC236}">
                      <a16:creationId xmlns:a16="http://schemas.microsoft.com/office/drawing/2014/main" id="{05F52F94-C94C-EF67-7DCD-F776513B30C1}"/>
                    </a:ext>
                  </a:extLst>
                </p:cNvPr>
                <p:cNvPicPr/>
                <p:nvPr/>
              </p:nvPicPr>
              <p:blipFill>
                <a:blip r:embed="rId20"/>
                <a:stretch>
                  <a:fillRect/>
                </a:stretch>
              </p:blipFill>
              <p:spPr>
                <a:xfrm>
                  <a:off x="6761513" y="4611480"/>
                  <a:ext cx="2534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8D8D35A3-332C-23AE-D2F3-4E12D8883EDF}"/>
                    </a:ext>
                  </a:extLst>
                </p14:cNvPr>
                <p14:cNvContentPartPr/>
                <p14:nvPr/>
              </p14:nvContentPartPr>
              <p14:xfrm>
                <a:off x="6746033" y="4696440"/>
                <a:ext cx="232920" cy="23760"/>
              </p14:xfrm>
            </p:contentPart>
          </mc:Choice>
          <mc:Fallback>
            <p:pic>
              <p:nvPicPr>
                <p:cNvPr id="12" name="Ink 11">
                  <a:extLst>
                    <a:ext uri="{FF2B5EF4-FFF2-40B4-BE49-F238E27FC236}">
                      <a16:creationId xmlns:a16="http://schemas.microsoft.com/office/drawing/2014/main" id="{8D8D35A3-332C-23AE-D2F3-4E12D8883EDF}"/>
                    </a:ext>
                  </a:extLst>
                </p:cNvPr>
                <p:cNvPicPr/>
                <p:nvPr/>
              </p:nvPicPr>
              <p:blipFill>
                <a:blip r:embed="rId22"/>
                <a:stretch>
                  <a:fillRect/>
                </a:stretch>
              </p:blipFill>
              <p:spPr>
                <a:xfrm>
                  <a:off x="6739913" y="4690320"/>
                  <a:ext cx="2451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8B9A0426-43B1-B080-286C-1A73DA12FAC9}"/>
                    </a:ext>
                  </a:extLst>
                </p14:cNvPr>
                <p14:cNvContentPartPr/>
                <p14:nvPr/>
              </p14:nvContentPartPr>
              <p14:xfrm>
                <a:off x="6731633" y="4594200"/>
                <a:ext cx="271800" cy="22320"/>
              </p14:xfrm>
            </p:contentPart>
          </mc:Choice>
          <mc:Fallback>
            <p:pic>
              <p:nvPicPr>
                <p:cNvPr id="13" name="Ink 12">
                  <a:extLst>
                    <a:ext uri="{FF2B5EF4-FFF2-40B4-BE49-F238E27FC236}">
                      <a16:creationId xmlns:a16="http://schemas.microsoft.com/office/drawing/2014/main" id="{8B9A0426-43B1-B080-286C-1A73DA12FAC9}"/>
                    </a:ext>
                  </a:extLst>
                </p:cNvPr>
                <p:cNvPicPr/>
                <p:nvPr/>
              </p:nvPicPr>
              <p:blipFill>
                <a:blip r:embed="rId24"/>
                <a:stretch>
                  <a:fillRect/>
                </a:stretch>
              </p:blipFill>
              <p:spPr>
                <a:xfrm>
                  <a:off x="6725513" y="4588080"/>
                  <a:ext cx="284040" cy="34560"/>
                </a:xfrm>
                <a:prstGeom prst="rect">
                  <a:avLst/>
                </a:prstGeom>
              </p:spPr>
            </p:pic>
          </mc:Fallback>
        </mc:AlternateContent>
      </p:grpSp>
      <p:grpSp>
        <p:nvGrpSpPr>
          <p:cNvPr id="18" name="Group 17">
            <a:extLst>
              <a:ext uri="{FF2B5EF4-FFF2-40B4-BE49-F238E27FC236}">
                <a16:creationId xmlns:a16="http://schemas.microsoft.com/office/drawing/2014/main" id="{9200F92B-D300-2810-BD93-13836E5EBAC1}"/>
              </a:ext>
            </a:extLst>
          </p:cNvPr>
          <p:cNvGrpSpPr/>
          <p:nvPr/>
        </p:nvGrpSpPr>
        <p:grpSpPr>
          <a:xfrm>
            <a:off x="9998633" y="4814520"/>
            <a:ext cx="324360" cy="1379160"/>
            <a:chOff x="9998633" y="4814520"/>
            <a:chExt cx="324360" cy="1379160"/>
          </a:xfrm>
        </p:grpSpPr>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B2EE0688-EDAE-BFFC-E71D-C1AF3E0CBF07}"/>
                    </a:ext>
                  </a:extLst>
                </p14:cNvPr>
                <p14:cNvContentPartPr/>
                <p14:nvPr/>
              </p14:nvContentPartPr>
              <p14:xfrm>
                <a:off x="10126073" y="4814520"/>
                <a:ext cx="114840" cy="947160"/>
              </p14:xfrm>
            </p:contentPart>
          </mc:Choice>
          <mc:Fallback>
            <p:pic>
              <p:nvPicPr>
                <p:cNvPr id="15" name="Ink 14">
                  <a:extLst>
                    <a:ext uri="{FF2B5EF4-FFF2-40B4-BE49-F238E27FC236}">
                      <a16:creationId xmlns:a16="http://schemas.microsoft.com/office/drawing/2014/main" id="{B2EE0688-EDAE-BFFC-E71D-C1AF3E0CBF07}"/>
                    </a:ext>
                  </a:extLst>
                </p:cNvPr>
                <p:cNvPicPr/>
                <p:nvPr/>
              </p:nvPicPr>
              <p:blipFill>
                <a:blip r:embed="rId26"/>
                <a:stretch>
                  <a:fillRect/>
                </a:stretch>
              </p:blipFill>
              <p:spPr>
                <a:xfrm>
                  <a:off x="10119953" y="4808400"/>
                  <a:ext cx="127080" cy="959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8DD183CE-0A70-3593-4A7B-A94514EC2E86}"/>
                    </a:ext>
                  </a:extLst>
                </p14:cNvPr>
                <p14:cNvContentPartPr/>
                <p14:nvPr/>
              </p14:nvContentPartPr>
              <p14:xfrm>
                <a:off x="9998633" y="6059400"/>
                <a:ext cx="290880" cy="134280"/>
              </p14:xfrm>
            </p:contentPart>
          </mc:Choice>
          <mc:Fallback>
            <p:pic>
              <p:nvPicPr>
                <p:cNvPr id="16" name="Ink 15">
                  <a:extLst>
                    <a:ext uri="{FF2B5EF4-FFF2-40B4-BE49-F238E27FC236}">
                      <a16:creationId xmlns:a16="http://schemas.microsoft.com/office/drawing/2014/main" id="{8DD183CE-0A70-3593-4A7B-A94514EC2E86}"/>
                    </a:ext>
                  </a:extLst>
                </p:cNvPr>
                <p:cNvPicPr/>
                <p:nvPr/>
              </p:nvPicPr>
              <p:blipFill>
                <a:blip r:embed="rId28"/>
                <a:stretch>
                  <a:fillRect/>
                </a:stretch>
              </p:blipFill>
              <p:spPr>
                <a:xfrm>
                  <a:off x="9992513" y="6053280"/>
                  <a:ext cx="3031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A377985D-2FF3-5820-DBD0-98BA44A4DD1A}"/>
                    </a:ext>
                  </a:extLst>
                </p14:cNvPr>
                <p14:cNvContentPartPr/>
                <p14:nvPr/>
              </p14:nvContentPartPr>
              <p14:xfrm>
                <a:off x="10130393" y="5889480"/>
                <a:ext cx="192600" cy="75600"/>
              </p14:xfrm>
            </p:contentPart>
          </mc:Choice>
          <mc:Fallback>
            <p:pic>
              <p:nvPicPr>
                <p:cNvPr id="17" name="Ink 16">
                  <a:extLst>
                    <a:ext uri="{FF2B5EF4-FFF2-40B4-BE49-F238E27FC236}">
                      <a16:creationId xmlns:a16="http://schemas.microsoft.com/office/drawing/2014/main" id="{A377985D-2FF3-5820-DBD0-98BA44A4DD1A}"/>
                    </a:ext>
                  </a:extLst>
                </p:cNvPr>
                <p:cNvPicPr/>
                <p:nvPr/>
              </p:nvPicPr>
              <p:blipFill>
                <a:blip r:embed="rId30"/>
                <a:stretch>
                  <a:fillRect/>
                </a:stretch>
              </p:blipFill>
              <p:spPr>
                <a:xfrm>
                  <a:off x="10124273" y="5883360"/>
                  <a:ext cx="204840" cy="87840"/>
                </a:xfrm>
                <a:prstGeom prst="rect">
                  <a:avLst/>
                </a:prstGeom>
              </p:spPr>
            </p:pic>
          </mc:Fallback>
        </mc:AlternateContent>
      </p:grpSp>
      <p:grpSp>
        <p:nvGrpSpPr>
          <p:cNvPr id="38" name="Group 37">
            <a:extLst>
              <a:ext uri="{FF2B5EF4-FFF2-40B4-BE49-F238E27FC236}">
                <a16:creationId xmlns:a16="http://schemas.microsoft.com/office/drawing/2014/main" id="{131CC262-5263-5C7D-62AF-F49CE3A28D29}"/>
              </a:ext>
            </a:extLst>
          </p:cNvPr>
          <p:cNvGrpSpPr/>
          <p:nvPr/>
        </p:nvGrpSpPr>
        <p:grpSpPr>
          <a:xfrm>
            <a:off x="9278273" y="4715880"/>
            <a:ext cx="535320" cy="281520"/>
            <a:chOff x="9278273" y="4715880"/>
            <a:chExt cx="535320" cy="281520"/>
          </a:xfrm>
        </p:grpSpPr>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46DC8CD7-1FFC-C62A-FD10-F18EB23E6158}"/>
                    </a:ext>
                  </a:extLst>
                </p14:cNvPr>
                <p14:cNvContentPartPr/>
                <p14:nvPr/>
              </p14:nvContentPartPr>
              <p14:xfrm>
                <a:off x="9278273" y="4756920"/>
                <a:ext cx="114120" cy="240480"/>
              </p14:xfrm>
            </p:contentPart>
          </mc:Choice>
          <mc:Fallback>
            <p:pic>
              <p:nvPicPr>
                <p:cNvPr id="19" name="Ink 18">
                  <a:extLst>
                    <a:ext uri="{FF2B5EF4-FFF2-40B4-BE49-F238E27FC236}">
                      <a16:creationId xmlns:a16="http://schemas.microsoft.com/office/drawing/2014/main" id="{46DC8CD7-1FFC-C62A-FD10-F18EB23E6158}"/>
                    </a:ext>
                  </a:extLst>
                </p:cNvPr>
                <p:cNvPicPr/>
                <p:nvPr/>
              </p:nvPicPr>
              <p:blipFill>
                <a:blip r:embed="rId32"/>
                <a:stretch>
                  <a:fillRect/>
                </a:stretch>
              </p:blipFill>
              <p:spPr>
                <a:xfrm>
                  <a:off x="9272153" y="4750800"/>
                  <a:ext cx="12636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09BEE5F7-70DC-EC0C-71DC-905EE927BD06}"/>
                    </a:ext>
                  </a:extLst>
                </p14:cNvPr>
                <p14:cNvContentPartPr/>
                <p14:nvPr/>
              </p14:nvContentPartPr>
              <p14:xfrm>
                <a:off x="9477353" y="4784640"/>
                <a:ext cx="25560" cy="158040"/>
              </p14:xfrm>
            </p:contentPart>
          </mc:Choice>
          <mc:Fallback>
            <p:pic>
              <p:nvPicPr>
                <p:cNvPr id="20" name="Ink 19">
                  <a:extLst>
                    <a:ext uri="{FF2B5EF4-FFF2-40B4-BE49-F238E27FC236}">
                      <a16:creationId xmlns:a16="http://schemas.microsoft.com/office/drawing/2014/main" id="{09BEE5F7-70DC-EC0C-71DC-905EE927BD06}"/>
                    </a:ext>
                  </a:extLst>
                </p:cNvPr>
                <p:cNvPicPr/>
                <p:nvPr/>
              </p:nvPicPr>
              <p:blipFill>
                <a:blip r:embed="rId34"/>
                <a:stretch>
                  <a:fillRect/>
                </a:stretch>
              </p:blipFill>
              <p:spPr>
                <a:xfrm>
                  <a:off x="9471233" y="4778520"/>
                  <a:ext cx="378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BFA6436C-6117-3406-8BEA-8D753B531EE8}"/>
                    </a:ext>
                  </a:extLst>
                </p14:cNvPr>
                <p14:cNvContentPartPr/>
                <p14:nvPr/>
              </p14:nvContentPartPr>
              <p14:xfrm>
                <a:off x="9595073" y="4720200"/>
                <a:ext cx="25920" cy="184320"/>
              </p14:xfrm>
            </p:contentPart>
          </mc:Choice>
          <mc:Fallback>
            <p:pic>
              <p:nvPicPr>
                <p:cNvPr id="21" name="Ink 20">
                  <a:extLst>
                    <a:ext uri="{FF2B5EF4-FFF2-40B4-BE49-F238E27FC236}">
                      <a16:creationId xmlns:a16="http://schemas.microsoft.com/office/drawing/2014/main" id="{BFA6436C-6117-3406-8BEA-8D753B531EE8}"/>
                    </a:ext>
                  </a:extLst>
                </p:cNvPr>
                <p:cNvPicPr/>
                <p:nvPr/>
              </p:nvPicPr>
              <p:blipFill>
                <a:blip r:embed="rId36"/>
                <a:stretch>
                  <a:fillRect/>
                </a:stretch>
              </p:blipFill>
              <p:spPr>
                <a:xfrm>
                  <a:off x="9588953" y="4714080"/>
                  <a:ext cx="381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4544CD8A-AE22-D56F-7162-7597DBA0C9D6}"/>
                    </a:ext>
                  </a:extLst>
                </p14:cNvPr>
                <p14:cNvContentPartPr/>
                <p14:nvPr/>
              </p14:nvContentPartPr>
              <p14:xfrm>
                <a:off x="9473753" y="4801560"/>
                <a:ext cx="223560" cy="56880"/>
              </p14:xfrm>
            </p:contentPart>
          </mc:Choice>
          <mc:Fallback>
            <p:pic>
              <p:nvPicPr>
                <p:cNvPr id="22" name="Ink 21">
                  <a:extLst>
                    <a:ext uri="{FF2B5EF4-FFF2-40B4-BE49-F238E27FC236}">
                      <a16:creationId xmlns:a16="http://schemas.microsoft.com/office/drawing/2014/main" id="{4544CD8A-AE22-D56F-7162-7597DBA0C9D6}"/>
                    </a:ext>
                  </a:extLst>
                </p:cNvPr>
                <p:cNvPicPr/>
                <p:nvPr/>
              </p:nvPicPr>
              <p:blipFill>
                <a:blip r:embed="rId38"/>
                <a:stretch>
                  <a:fillRect/>
                </a:stretch>
              </p:blipFill>
              <p:spPr>
                <a:xfrm>
                  <a:off x="9467633" y="4795440"/>
                  <a:ext cx="2358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10CE511A-7AB4-3AEF-674A-C98D7DDF364C}"/>
                    </a:ext>
                  </a:extLst>
                </p14:cNvPr>
                <p14:cNvContentPartPr/>
                <p14:nvPr/>
              </p14:nvContentPartPr>
              <p14:xfrm>
                <a:off x="9649073" y="4715880"/>
                <a:ext cx="164520" cy="182520"/>
              </p14:xfrm>
            </p:contentPart>
          </mc:Choice>
          <mc:Fallback>
            <p:pic>
              <p:nvPicPr>
                <p:cNvPr id="23" name="Ink 22">
                  <a:extLst>
                    <a:ext uri="{FF2B5EF4-FFF2-40B4-BE49-F238E27FC236}">
                      <a16:creationId xmlns:a16="http://schemas.microsoft.com/office/drawing/2014/main" id="{10CE511A-7AB4-3AEF-674A-C98D7DDF364C}"/>
                    </a:ext>
                  </a:extLst>
                </p:cNvPr>
                <p:cNvPicPr/>
                <p:nvPr/>
              </p:nvPicPr>
              <p:blipFill>
                <a:blip r:embed="rId40"/>
                <a:stretch>
                  <a:fillRect/>
                </a:stretch>
              </p:blipFill>
              <p:spPr>
                <a:xfrm>
                  <a:off x="9642953" y="4709760"/>
                  <a:ext cx="176760" cy="194760"/>
                </a:xfrm>
                <a:prstGeom prst="rect">
                  <a:avLst/>
                </a:prstGeom>
              </p:spPr>
            </p:pic>
          </mc:Fallback>
        </mc:AlternateContent>
      </p:grpSp>
      <p:grpSp>
        <p:nvGrpSpPr>
          <p:cNvPr id="37" name="Group 36">
            <a:extLst>
              <a:ext uri="{FF2B5EF4-FFF2-40B4-BE49-F238E27FC236}">
                <a16:creationId xmlns:a16="http://schemas.microsoft.com/office/drawing/2014/main" id="{76DC854C-CD58-58FC-ED9D-7CD9B5996FFB}"/>
              </a:ext>
            </a:extLst>
          </p:cNvPr>
          <p:cNvGrpSpPr/>
          <p:nvPr/>
        </p:nvGrpSpPr>
        <p:grpSpPr>
          <a:xfrm>
            <a:off x="10844633" y="4669440"/>
            <a:ext cx="652320" cy="305280"/>
            <a:chOff x="10844633" y="4669440"/>
            <a:chExt cx="652320" cy="305280"/>
          </a:xfrm>
        </p:grpSpPr>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B2E752EE-5A2A-1874-C115-D7A825214A72}"/>
                    </a:ext>
                  </a:extLst>
                </p14:cNvPr>
                <p14:cNvContentPartPr/>
                <p14:nvPr/>
              </p14:nvContentPartPr>
              <p14:xfrm>
                <a:off x="10844633" y="4669440"/>
                <a:ext cx="266400" cy="235080"/>
              </p14:xfrm>
            </p:contentPart>
          </mc:Choice>
          <mc:Fallback>
            <p:pic>
              <p:nvPicPr>
                <p:cNvPr id="24" name="Ink 23">
                  <a:extLst>
                    <a:ext uri="{FF2B5EF4-FFF2-40B4-BE49-F238E27FC236}">
                      <a16:creationId xmlns:a16="http://schemas.microsoft.com/office/drawing/2014/main" id="{B2E752EE-5A2A-1874-C115-D7A825214A72}"/>
                    </a:ext>
                  </a:extLst>
                </p:cNvPr>
                <p:cNvPicPr/>
                <p:nvPr/>
              </p:nvPicPr>
              <p:blipFill>
                <a:blip r:embed="rId42"/>
                <a:stretch>
                  <a:fillRect/>
                </a:stretch>
              </p:blipFill>
              <p:spPr>
                <a:xfrm>
                  <a:off x="10838513" y="4663320"/>
                  <a:ext cx="27864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5" name="Ink 24">
                  <a:extLst>
                    <a:ext uri="{FF2B5EF4-FFF2-40B4-BE49-F238E27FC236}">
                      <a16:creationId xmlns:a16="http://schemas.microsoft.com/office/drawing/2014/main" id="{BC05B025-D18B-C722-6B5F-3F85F3D0C1D5}"/>
                    </a:ext>
                  </a:extLst>
                </p14:cNvPr>
                <p14:cNvContentPartPr/>
                <p14:nvPr/>
              </p14:nvContentPartPr>
              <p14:xfrm>
                <a:off x="11151713" y="4738920"/>
                <a:ext cx="39240" cy="117360"/>
              </p14:xfrm>
            </p:contentPart>
          </mc:Choice>
          <mc:Fallback>
            <p:pic>
              <p:nvPicPr>
                <p:cNvPr id="25" name="Ink 24">
                  <a:extLst>
                    <a:ext uri="{FF2B5EF4-FFF2-40B4-BE49-F238E27FC236}">
                      <a16:creationId xmlns:a16="http://schemas.microsoft.com/office/drawing/2014/main" id="{BC05B025-D18B-C722-6B5F-3F85F3D0C1D5}"/>
                    </a:ext>
                  </a:extLst>
                </p:cNvPr>
                <p:cNvPicPr/>
                <p:nvPr/>
              </p:nvPicPr>
              <p:blipFill>
                <a:blip r:embed="rId44"/>
                <a:stretch>
                  <a:fillRect/>
                </a:stretch>
              </p:blipFill>
              <p:spPr>
                <a:xfrm>
                  <a:off x="11145593" y="4732800"/>
                  <a:ext cx="5148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6" name="Ink 25">
                  <a:extLst>
                    <a:ext uri="{FF2B5EF4-FFF2-40B4-BE49-F238E27FC236}">
                      <a16:creationId xmlns:a16="http://schemas.microsoft.com/office/drawing/2014/main" id="{3237A6CB-5CE3-575A-8B08-14315BB7A8E2}"/>
                    </a:ext>
                  </a:extLst>
                </p14:cNvPr>
                <p14:cNvContentPartPr/>
                <p14:nvPr/>
              </p14:nvContentPartPr>
              <p14:xfrm>
                <a:off x="11248193" y="4696440"/>
                <a:ext cx="38880" cy="172800"/>
              </p14:xfrm>
            </p:contentPart>
          </mc:Choice>
          <mc:Fallback>
            <p:pic>
              <p:nvPicPr>
                <p:cNvPr id="26" name="Ink 25">
                  <a:extLst>
                    <a:ext uri="{FF2B5EF4-FFF2-40B4-BE49-F238E27FC236}">
                      <a16:creationId xmlns:a16="http://schemas.microsoft.com/office/drawing/2014/main" id="{3237A6CB-5CE3-575A-8B08-14315BB7A8E2}"/>
                    </a:ext>
                  </a:extLst>
                </p:cNvPr>
                <p:cNvPicPr/>
                <p:nvPr/>
              </p:nvPicPr>
              <p:blipFill>
                <a:blip r:embed="rId46"/>
                <a:stretch>
                  <a:fillRect/>
                </a:stretch>
              </p:blipFill>
              <p:spPr>
                <a:xfrm>
                  <a:off x="11242073" y="4690320"/>
                  <a:ext cx="5112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7" name="Ink 26">
                  <a:extLst>
                    <a:ext uri="{FF2B5EF4-FFF2-40B4-BE49-F238E27FC236}">
                      <a16:creationId xmlns:a16="http://schemas.microsoft.com/office/drawing/2014/main" id="{E48F9CA4-1E55-AC1E-0441-AE9147039B5C}"/>
                    </a:ext>
                  </a:extLst>
                </p14:cNvPr>
                <p14:cNvContentPartPr/>
                <p14:nvPr/>
              </p14:nvContentPartPr>
              <p14:xfrm>
                <a:off x="11209673" y="4784640"/>
                <a:ext cx="131760" cy="20880"/>
              </p14:xfrm>
            </p:contentPart>
          </mc:Choice>
          <mc:Fallback>
            <p:pic>
              <p:nvPicPr>
                <p:cNvPr id="27" name="Ink 26">
                  <a:extLst>
                    <a:ext uri="{FF2B5EF4-FFF2-40B4-BE49-F238E27FC236}">
                      <a16:creationId xmlns:a16="http://schemas.microsoft.com/office/drawing/2014/main" id="{E48F9CA4-1E55-AC1E-0441-AE9147039B5C}"/>
                    </a:ext>
                  </a:extLst>
                </p:cNvPr>
                <p:cNvPicPr/>
                <p:nvPr/>
              </p:nvPicPr>
              <p:blipFill>
                <a:blip r:embed="rId48"/>
                <a:stretch>
                  <a:fillRect/>
                </a:stretch>
              </p:blipFill>
              <p:spPr>
                <a:xfrm>
                  <a:off x="11203553" y="4778520"/>
                  <a:ext cx="144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8" name="Ink 27">
                  <a:extLst>
                    <a:ext uri="{FF2B5EF4-FFF2-40B4-BE49-F238E27FC236}">
                      <a16:creationId xmlns:a16="http://schemas.microsoft.com/office/drawing/2014/main" id="{4C3FA665-02BE-3B18-FF35-A745C6B00E42}"/>
                    </a:ext>
                  </a:extLst>
                </p14:cNvPr>
                <p14:cNvContentPartPr/>
                <p14:nvPr/>
              </p14:nvContentPartPr>
              <p14:xfrm>
                <a:off x="11259713" y="4710120"/>
                <a:ext cx="237240" cy="264600"/>
              </p14:xfrm>
            </p:contentPart>
          </mc:Choice>
          <mc:Fallback>
            <p:pic>
              <p:nvPicPr>
                <p:cNvPr id="28" name="Ink 27">
                  <a:extLst>
                    <a:ext uri="{FF2B5EF4-FFF2-40B4-BE49-F238E27FC236}">
                      <a16:creationId xmlns:a16="http://schemas.microsoft.com/office/drawing/2014/main" id="{4C3FA665-02BE-3B18-FF35-A745C6B00E42}"/>
                    </a:ext>
                  </a:extLst>
                </p:cNvPr>
                <p:cNvPicPr/>
                <p:nvPr/>
              </p:nvPicPr>
              <p:blipFill>
                <a:blip r:embed="rId50"/>
                <a:stretch>
                  <a:fillRect/>
                </a:stretch>
              </p:blipFill>
              <p:spPr>
                <a:xfrm>
                  <a:off x="11253593" y="4704000"/>
                  <a:ext cx="249480" cy="276840"/>
                </a:xfrm>
                <a:prstGeom prst="rect">
                  <a:avLst/>
                </a:prstGeom>
              </p:spPr>
            </p:pic>
          </mc:Fallback>
        </mc:AlternateContent>
      </p:grpSp>
      <p:grpSp>
        <p:nvGrpSpPr>
          <p:cNvPr id="40" name="Group 39">
            <a:extLst>
              <a:ext uri="{FF2B5EF4-FFF2-40B4-BE49-F238E27FC236}">
                <a16:creationId xmlns:a16="http://schemas.microsoft.com/office/drawing/2014/main" id="{E1A0631C-C187-BBEB-E865-F7B5E872C4CC}"/>
              </a:ext>
            </a:extLst>
          </p:cNvPr>
          <p:cNvGrpSpPr/>
          <p:nvPr/>
        </p:nvGrpSpPr>
        <p:grpSpPr>
          <a:xfrm>
            <a:off x="10688033" y="5220960"/>
            <a:ext cx="811080" cy="489600"/>
            <a:chOff x="10688033" y="5220960"/>
            <a:chExt cx="811080" cy="489600"/>
          </a:xfrm>
        </p:grpSpPr>
        <mc:AlternateContent xmlns:mc="http://schemas.openxmlformats.org/markup-compatibility/2006">
          <mc:Choice xmlns:p14="http://schemas.microsoft.com/office/powerpoint/2010/main" Requires="p14">
            <p:contentPart p14:bwMode="auto" r:id="rId51">
              <p14:nvContentPartPr>
                <p14:cNvPr id="29" name="Ink 28">
                  <a:extLst>
                    <a:ext uri="{FF2B5EF4-FFF2-40B4-BE49-F238E27FC236}">
                      <a16:creationId xmlns:a16="http://schemas.microsoft.com/office/drawing/2014/main" id="{7C9DCAD0-2262-4DDD-F29E-54C723FAFE2D}"/>
                    </a:ext>
                  </a:extLst>
                </p14:cNvPr>
                <p14:cNvContentPartPr/>
                <p14:nvPr/>
              </p14:nvContentPartPr>
              <p14:xfrm>
                <a:off x="10770113" y="5275320"/>
                <a:ext cx="52560" cy="321120"/>
              </p14:xfrm>
            </p:contentPart>
          </mc:Choice>
          <mc:Fallback>
            <p:pic>
              <p:nvPicPr>
                <p:cNvPr id="29" name="Ink 28">
                  <a:extLst>
                    <a:ext uri="{FF2B5EF4-FFF2-40B4-BE49-F238E27FC236}">
                      <a16:creationId xmlns:a16="http://schemas.microsoft.com/office/drawing/2014/main" id="{7C9DCAD0-2262-4DDD-F29E-54C723FAFE2D}"/>
                    </a:ext>
                  </a:extLst>
                </p:cNvPr>
                <p:cNvPicPr/>
                <p:nvPr/>
              </p:nvPicPr>
              <p:blipFill>
                <a:blip r:embed="rId52"/>
                <a:stretch>
                  <a:fillRect/>
                </a:stretch>
              </p:blipFill>
              <p:spPr>
                <a:xfrm>
                  <a:off x="10763993" y="5269200"/>
                  <a:ext cx="6480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0" name="Ink 29">
                  <a:extLst>
                    <a:ext uri="{FF2B5EF4-FFF2-40B4-BE49-F238E27FC236}">
                      <a16:creationId xmlns:a16="http://schemas.microsoft.com/office/drawing/2014/main" id="{897DFA95-F841-96C1-707F-16D7BC2F32BF}"/>
                    </a:ext>
                  </a:extLst>
                </p14:cNvPr>
                <p14:cNvContentPartPr/>
                <p14:nvPr/>
              </p14:nvContentPartPr>
              <p14:xfrm>
                <a:off x="10688033" y="5262360"/>
                <a:ext cx="277200" cy="278640"/>
              </p14:xfrm>
            </p:contentPart>
          </mc:Choice>
          <mc:Fallback>
            <p:pic>
              <p:nvPicPr>
                <p:cNvPr id="30" name="Ink 29">
                  <a:extLst>
                    <a:ext uri="{FF2B5EF4-FFF2-40B4-BE49-F238E27FC236}">
                      <a16:creationId xmlns:a16="http://schemas.microsoft.com/office/drawing/2014/main" id="{897DFA95-F841-96C1-707F-16D7BC2F32BF}"/>
                    </a:ext>
                  </a:extLst>
                </p:cNvPr>
                <p:cNvPicPr/>
                <p:nvPr/>
              </p:nvPicPr>
              <p:blipFill>
                <a:blip r:embed="rId54"/>
                <a:stretch>
                  <a:fillRect/>
                </a:stretch>
              </p:blipFill>
              <p:spPr>
                <a:xfrm>
                  <a:off x="10681913" y="5256240"/>
                  <a:ext cx="28944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1" name="Ink 30">
                  <a:extLst>
                    <a:ext uri="{FF2B5EF4-FFF2-40B4-BE49-F238E27FC236}">
                      <a16:creationId xmlns:a16="http://schemas.microsoft.com/office/drawing/2014/main" id="{5741CB4F-2877-FDE4-B39D-920CED707833}"/>
                    </a:ext>
                  </a:extLst>
                </p14:cNvPr>
                <p14:cNvContentPartPr/>
                <p14:nvPr/>
              </p14:nvContentPartPr>
              <p14:xfrm>
                <a:off x="11050553" y="5478000"/>
                <a:ext cx="25200" cy="110520"/>
              </p14:xfrm>
            </p:contentPart>
          </mc:Choice>
          <mc:Fallback>
            <p:pic>
              <p:nvPicPr>
                <p:cNvPr id="31" name="Ink 30">
                  <a:extLst>
                    <a:ext uri="{FF2B5EF4-FFF2-40B4-BE49-F238E27FC236}">
                      <a16:creationId xmlns:a16="http://schemas.microsoft.com/office/drawing/2014/main" id="{5741CB4F-2877-FDE4-B39D-920CED707833}"/>
                    </a:ext>
                  </a:extLst>
                </p:cNvPr>
                <p:cNvPicPr/>
                <p:nvPr/>
              </p:nvPicPr>
              <p:blipFill>
                <a:blip r:embed="rId56"/>
                <a:stretch>
                  <a:fillRect/>
                </a:stretch>
              </p:blipFill>
              <p:spPr>
                <a:xfrm>
                  <a:off x="11044433" y="5471880"/>
                  <a:ext cx="374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2" name="Ink 31">
                  <a:extLst>
                    <a:ext uri="{FF2B5EF4-FFF2-40B4-BE49-F238E27FC236}">
                      <a16:creationId xmlns:a16="http://schemas.microsoft.com/office/drawing/2014/main" id="{B8BB9F2B-8BD6-9D54-CC54-4CD59A119A28}"/>
                    </a:ext>
                  </a:extLst>
                </p14:cNvPr>
                <p14:cNvContentPartPr/>
                <p14:nvPr/>
              </p14:nvContentPartPr>
              <p14:xfrm>
                <a:off x="11264033" y="5308440"/>
                <a:ext cx="41760" cy="170280"/>
              </p14:xfrm>
            </p:contentPart>
          </mc:Choice>
          <mc:Fallback>
            <p:pic>
              <p:nvPicPr>
                <p:cNvPr id="32" name="Ink 31">
                  <a:extLst>
                    <a:ext uri="{FF2B5EF4-FFF2-40B4-BE49-F238E27FC236}">
                      <a16:creationId xmlns:a16="http://schemas.microsoft.com/office/drawing/2014/main" id="{B8BB9F2B-8BD6-9D54-CC54-4CD59A119A28}"/>
                    </a:ext>
                  </a:extLst>
                </p:cNvPr>
                <p:cNvPicPr/>
                <p:nvPr/>
              </p:nvPicPr>
              <p:blipFill>
                <a:blip r:embed="rId58"/>
                <a:stretch>
                  <a:fillRect/>
                </a:stretch>
              </p:blipFill>
              <p:spPr>
                <a:xfrm>
                  <a:off x="11257913" y="5302320"/>
                  <a:ext cx="5400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3" name="Ink 32">
                  <a:extLst>
                    <a:ext uri="{FF2B5EF4-FFF2-40B4-BE49-F238E27FC236}">
                      <a16:creationId xmlns:a16="http://schemas.microsoft.com/office/drawing/2014/main" id="{0C1970E4-E41D-BC47-E06E-20F0CC6D3DF8}"/>
                    </a:ext>
                  </a:extLst>
                </p14:cNvPr>
                <p14:cNvContentPartPr/>
                <p14:nvPr/>
              </p14:nvContentPartPr>
              <p14:xfrm>
                <a:off x="11356193" y="5267040"/>
                <a:ext cx="28800" cy="211320"/>
              </p14:xfrm>
            </p:contentPart>
          </mc:Choice>
          <mc:Fallback>
            <p:pic>
              <p:nvPicPr>
                <p:cNvPr id="33" name="Ink 32">
                  <a:extLst>
                    <a:ext uri="{FF2B5EF4-FFF2-40B4-BE49-F238E27FC236}">
                      <a16:creationId xmlns:a16="http://schemas.microsoft.com/office/drawing/2014/main" id="{0C1970E4-E41D-BC47-E06E-20F0CC6D3DF8}"/>
                    </a:ext>
                  </a:extLst>
                </p:cNvPr>
                <p:cNvPicPr/>
                <p:nvPr/>
              </p:nvPicPr>
              <p:blipFill>
                <a:blip r:embed="rId60"/>
                <a:stretch>
                  <a:fillRect/>
                </a:stretch>
              </p:blipFill>
              <p:spPr>
                <a:xfrm>
                  <a:off x="11350073" y="5260920"/>
                  <a:ext cx="4104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4" name="Ink 33">
                  <a:extLst>
                    <a:ext uri="{FF2B5EF4-FFF2-40B4-BE49-F238E27FC236}">
                      <a16:creationId xmlns:a16="http://schemas.microsoft.com/office/drawing/2014/main" id="{79FF545F-1D77-1C0E-571B-026159F2C622}"/>
                    </a:ext>
                  </a:extLst>
                </p14:cNvPr>
                <p14:cNvContentPartPr/>
                <p14:nvPr/>
              </p14:nvContentPartPr>
              <p14:xfrm>
                <a:off x="11110673" y="5220960"/>
                <a:ext cx="385920" cy="63720"/>
              </p14:xfrm>
            </p:contentPart>
          </mc:Choice>
          <mc:Fallback>
            <p:pic>
              <p:nvPicPr>
                <p:cNvPr id="34" name="Ink 33">
                  <a:extLst>
                    <a:ext uri="{FF2B5EF4-FFF2-40B4-BE49-F238E27FC236}">
                      <a16:creationId xmlns:a16="http://schemas.microsoft.com/office/drawing/2014/main" id="{79FF545F-1D77-1C0E-571B-026159F2C622}"/>
                    </a:ext>
                  </a:extLst>
                </p:cNvPr>
                <p:cNvPicPr/>
                <p:nvPr/>
              </p:nvPicPr>
              <p:blipFill>
                <a:blip r:embed="rId62"/>
                <a:stretch>
                  <a:fillRect/>
                </a:stretch>
              </p:blipFill>
              <p:spPr>
                <a:xfrm>
                  <a:off x="11104553" y="5214840"/>
                  <a:ext cx="39816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5" name="Ink 34">
                  <a:extLst>
                    <a:ext uri="{FF2B5EF4-FFF2-40B4-BE49-F238E27FC236}">
                      <a16:creationId xmlns:a16="http://schemas.microsoft.com/office/drawing/2014/main" id="{4F5CE029-4B6A-D26E-FDC3-8772EE29D4B3}"/>
                    </a:ext>
                  </a:extLst>
                </p14:cNvPr>
                <p14:cNvContentPartPr/>
                <p14:nvPr/>
              </p14:nvContentPartPr>
              <p14:xfrm>
                <a:off x="11472473" y="5469360"/>
                <a:ext cx="26640" cy="115560"/>
              </p14:xfrm>
            </p:contentPart>
          </mc:Choice>
          <mc:Fallback>
            <p:pic>
              <p:nvPicPr>
                <p:cNvPr id="35" name="Ink 34">
                  <a:extLst>
                    <a:ext uri="{FF2B5EF4-FFF2-40B4-BE49-F238E27FC236}">
                      <a16:creationId xmlns:a16="http://schemas.microsoft.com/office/drawing/2014/main" id="{4F5CE029-4B6A-D26E-FDC3-8772EE29D4B3}"/>
                    </a:ext>
                  </a:extLst>
                </p:cNvPr>
                <p:cNvPicPr/>
                <p:nvPr/>
              </p:nvPicPr>
              <p:blipFill>
                <a:blip r:embed="rId64"/>
                <a:stretch>
                  <a:fillRect/>
                </a:stretch>
              </p:blipFill>
              <p:spPr>
                <a:xfrm>
                  <a:off x="11466353" y="5463240"/>
                  <a:ext cx="388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3A7A9289-1B61-E476-03AF-C901950A8F5A}"/>
                    </a:ext>
                  </a:extLst>
                </p14:cNvPr>
                <p14:cNvContentPartPr/>
                <p14:nvPr/>
              </p14:nvContentPartPr>
              <p14:xfrm>
                <a:off x="11053793" y="5579520"/>
                <a:ext cx="134640" cy="131040"/>
              </p14:xfrm>
            </p:contentPart>
          </mc:Choice>
          <mc:Fallback>
            <p:pic>
              <p:nvPicPr>
                <p:cNvPr id="39" name="Ink 38">
                  <a:extLst>
                    <a:ext uri="{FF2B5EF4-FFF2-40B4-BE49-F238E27FC236}">
                      <a16:creationId xmlns:a16="http://schemas.microsoft.com/office/drawing/2014/main" id="{3A7A9289-1B61-E476-03AF-C901950A8F5A}"/>
                    </a:ext>
                  </a:extLst>
                </p:cNvPr>
                <p:cNvPicPr/>
                <p:nvPr/>
              </p:nvPicPr>
              <p:blipFill>
                <a:blip r:embed="rId66"/>
                <a:stretch>
                  <a:fillRect/>
                </a:stretch>
              </p:blipFill>
              <p:spPr>
                <a:xfrm>
                  <a:off x="11047673" y="5573400"/>
                  <a:ext cx="146880" cy="143280"/>
                </a:xfrm>
                <a:prstGeom prst="rect">
                  <a:avLst/>
                </a:prstGeom>
              </p:spPr>
            </p:pic>
          </mc:Fallback>
        </mc:AlternateContent>
      </p:grpSp>
      <p:grpSp>
        <p:nvGrpSpPr>
          <p:cNvPr id="49" name="Group 48">
            <a:extLst>
              <a:ext uri="{FF2B5EF4-FFF2-40B4-BE49-F238E27FC236}">
                <a16:creationId xmlns:a16="http://schemas.microsoft.com/office/drawing/2014/main" id="{7AB4FA00-2327-139F-2E24-2031A66BE220}"/>
              </a:ext>
            </a:extLst>
          </p:cNvPr>
          <p:cNvGrpSpPr/>
          <p:nvPr/>
        </p:nvGrpSpPr>
        <p:grpSpPr>
          <a:xfrm>
            <a:off x="8957153" y="5125560"/>
            <a:ext cx="921960" cy="458280"/>
            <a:chOff x="8957153" y="5125560"/>
            <a:chExt cx="921960" cy="458280"/>
          </a:xfrm>
        </p:grpSpPr>
        <mc:AlternateContent xmlns:mc="http://schemas.openxmlformats.org/markup-compatibility/2006">
          <mc:Choice xmlns:p14="http://schemas.microsoft.com/office/powerpoint/2010/main" Requires="p14">
            <p:contentPart p14:bwMode="auto" r:id="rId67">
              <p14:nvContentPartPr>
                <p14:cNvPr id="41" name="Ink 40">
                  <a:extLst>
                    <a:ext uri="{FF2B5EF4-FFF2-40B4-BE49-F238E27FC236}">
                      <a16:creationId xmlns:a16="http://schemas.microsoft.com/office/drawing/2014/main" id="{467C10FF-D257-1ED6-8315-C064995FD2CA}"/>
                    </a:ext>
                  </a:extLst>
                </p14:cNvPr>
                <p14:cNvContentPartPr/>
                <p14:nvPr/>
              </p14:nvContentPartPr>
              <p14:xfrm>
                <a:off x="9001433" y="5263800"/>
                <a:ext cx="19440" cy="239040"/>
              </p14:xfrm>
            </p:contentPart>
          </mc:Choice>
          <mc:Fallback>
            <p:pic>
              <p:nvPicPr>
                <p:cNvPr id="41" name="Ink 40">
                  <a:extLst>
                    <a:ext uri="{FF2B5EF4-FFF2-40B4-BE49-F238E27FC236}">
                      <a16:creationId xmlns:a16="http://schemas.microsoft.com/office/drawing/2014/main" id="{467C10FF-D257-1ED6-8315-C064995FD2CA}"/>
                    </a:ext>
                  </a:extLst>
                </p:cNvPr>
                <p:cNvPicPr/>
                <p:nvPr/>
              </p:nvPicPr>
              <p:blipFill>
                <a:blip r:embed="rId68"/>
                <a:stretch>
                  <a:fillRect/>
                </a:stretch>
              </p:blipFill>
              <p:spPr>
                <a:xfrm>
                  <a:off x="8995313" y="5257680"/>
                  <a:ext cx="3168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2" name="Ink 41">
                  <a:extLst>
                    <a:ext uri="{FF2B5EF4-FFF2-40B4-BE49-F238E27FC236}">
                      <a16:creationId xmlns:a16="http://schemas.microsoft.com/office/drawing/2014/main" id="{4F285A28-6341-D6EB-7A8E-94E7C66E65B9}"/>
                    </a:ext>
                  </a:extLst>
                </p14:cNvPr>
                <p14:cNvContentPartPr/>
                <p14:nvPr/>
              </p14:nvContentPartPr>
              <p14:xfrm>
                <a:off x="8957153" y="5221320"/>
                <a:ext cx="187560" cy="230760"/>
              </p14:xfrm>
            </p:contentPart>
          </mc:Choice>
          <mc:Fallback>
            <p:pic>
              <p:nvPicPr>
                <p:cNvPr id="42" name="Ink 41">
                  <a:extLst>
                    <a:ext uri="{FF2B5EF4-FFF2-40B4-BE49-F238E27FC236}">
                      <a16:creationId xmlns:a16="http://schemas.microsoft.com/office/drawing/2014/main" id="{4F285A28-6341-D6EB-7A8E-94E7C66E65B9}"/>
                    </a:ext>
                  </a:extLst>
                </p:cNvPr>
                <p:cNvPicPr/>
                <p:nvPr/>
              </p:nvPicPr>
              <p:blipFill>
                <a:blip r:embed="rId70"/>
                <a:stretch>
                  <a:fillRect/>
                </a:stretch>
              </p:blipFill>
              <p:spPr>
                <a:xfrm>
                  <a:off x="8951033" y="5215200"/>
                  <a:ext cx="1998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3" name="Ink 42">
                  <a:extLst>
                    <a:ext uri="{FF2B5EF4-FFF2-40B4-BE49-F238E27FC236}">
                      <a16:creationId xmlns:a16="http://schemas.microsoft.com/office/drawing/2014/main" id="{A6810750-2E0B-82F3-3B8F-67CDE522ACAE}"/>
                    </a:ext>
                  </a:extLst>
                </p14:cNvPr>
                <p14:cNvContentPartPr/>
                <p14:nvPr/>
              </p14:nvContentPartPr>
              <p14:xfrm>
                <a:off x="9166313" y="5399160"/>
                <a:ext cx="130320" cy="156240"/>
              </p14:xfrm>
            </p:contentPart>
          </mc:Choice>
          <mc:Fallback>
            <p:pic>
              <p:nvPicPr>
                <p:cNvPr id="43" name="Ink 42">
                  <a:extLst>
                    <a:ext uri="{FF2B5EF4-FFF2-40B4-BE49-F238E27FC236}">
                      <a16:creationId xmlns:a16="http://schemas.microsoft.com/office/drawing/2014/main" id="{A6810750-2E0B-82F3-3B8F-67CDE522ACAE}"/>
                    </a:ext>
                  </a:extLst>
                </p:cNvPr>
                <p:cNvPicPr/>
                <p:nvPr/>
              </p:nvPicPr>
              <p:blipFill>
                <a:blip r:embed="rId72"/>
                <a:stretch>
                  <a:fillRect/>
                </a:stretch>
              </p:blipFill>
              <p:spPr>
                <a:xfrm>
                  <a:off x="9160193" y="5393040"/>
                  <a:ext cx="14256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4" name="Ink 43">
                  <a:extLst>
                    <a:ext uri="{FF2B5EF4-FFF2-40B4-BE49-F238E27FC236}">
                      <a16:creationId xmlns:a16="http://schemas.microsoft.com/office/drawing/2014/main" id="{11D435C4-D01E-6AAA-0AE1-0A87C7C9683C}"/>
                    </a:ext>
                  </a:extLst>
                </p14:cNvPr>
                <p14:cNvContentPartPr/>
                <p14:nvPr/>
              </p14:nvContentPartPr>
              <p14:xfrm>
                <a:off x="9312113" y="5445960"/>
                <a:ext cx="28440" cy="137880"/>
              </p14:xfrm>
            </p:contentPart>
          </mc:Choice>
          <mc:Fallback>
            <p:pic>
              <p:nvPicPr>
                <p:cNvPr id="44" name="Ink 43">
                  <a:extLst>
                    <a:ext uri="{FF2B5EF4-FFF2-40B4-BE49-F238E27FC236}">
                      <a16:creationId xmlns:a16="http://schemas.microsoft.com/office/drawing/2014/main" id="{11D435C4-D01E-6AAA-0AE1-0A87C7C9683C}"/>
                    </a:ext>
                  </a:extLst>
                </p:cNvPr>
                <p:cNvPicPr/>
                <p:nvPr/>
              </p:nvPicPr>
              <p:blipFill>
                <a:blip r:embed="rId74"/>
                <a:stretch>
                  <a:fillRect/>
                </a:stretch>
              </p:blipFill>
              <p:spPr>
                <a:xfrm>
                  <a:off x="9305993" y="5439840"/>
                  <a:ext cx="406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5" name="Ink 44">
                  <a:extLst>
                    <a:ext uri="{FF2B5EF4-FFF2-40B4-BE49-F238E27FC236}">
                      <a16:creationId xmlns:a16="http://schemas.microsoft.com/office/drawing/2014/main" id="{31A3C8C8-BCA7-E434-9E80-AF07D041F99A}"/>
                    </a:ext>
                  </a:extLst>
                </p14:cNvPr>
                <p14:cNvContentPartPr/>
                <p14:nvPr/>
              </p14:nvContentPartPr>
              <p14:xfrm>
                <a:off x="9495713" y="5228880"/>
                <a:ext cx="50400" cy="162360"/>
              </p14:xfrm>
            </p:contentPart>
          </mc:Choice>
          <mc:Fallback>
            <p:pic>
              <p:nvPicPr>
                <p:cNvPr id="45" name="Ink 44">
                  <a:extLst>
                    <a:ext uri="{FF2B5EF4-FFF2-40B4-BE49-F238E27FC236}">
                      <a16:creationId xmlns:a16="http://schemas.microsoft.com/office/drawing/2014/main" id="{31A3C8C8-BCA7-E434-9E80-AF07D041F99A}"/>
                    </a:ext>
                  </a:extLst>
                </p:cNvPr>
                <p:cNvPicPr/>
                <p:nvPr/>
              </p:nvPicPr>
              <p:blipFill>
                <a:blip r:embed="rId76"/>
                <a:stretch>
                  <a:fillRect/>
                </a:stretch>
              </p:blipFill>
              <p:spPr>
                <a:xfrm>
                  <a:off x="9489593" y="5222760"/>
                  <a:ext cx="626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6" name="Ink 45">
                  <a:extLst>
                    <a:ext uri="{FF2B5EF4-FFF2-40B4-BE49-F238E27FC236}">
                      <a16:creationId xmlns:a16="http://schemas.microsoft.com/office/drawing/2014/main" id="{D20094B7-2BC1-5534-5BF3-A810FEA92719}"/>
                    </a:ext>
                  </a:extLst>
                </p14:cNvPr>
                <p14:cNvContentPartPr/>
                <p14:nvPr/>
              </p14:nvContentPartPr>
              <p14:xfrm>
                <a:off x="9602273" y="5207280"/>
                <a:ext cx="44280" cy="183600"/>
              </p14:xfrm>
            </p:contentPart>
          </mc:Choice>
          <mc:Fallback>
            <p:pic>
              <p:nvPicPr>
                <p:cNvPr id="46" name="Ink 45">
                  <a:extLst>
                    <a:ext uri="{FF2B5EF4-FFF2-40B4-BE49-F238E27FC236}">
                      <a16:creationId xmlns:a16="http://schemas.microsoft.com/office/drawing/2014/main" id="{D20094B7-2BC1-5534-5BF3-A810FEA92719}"/>
                    </a:ext>
                  </a:extLst>
                </p:cNvPr>
                <p:cNvPicPr/>
                <p:nvPr/>
              </p:nvPicPr>
              <p:blipFill>
                <a:blip r:embed="rId78"/>
                <a:stretch>
                  <a:fillRect/>
                </a:stretch>
              </p:blipFill>
              <p:spPr>
                <a:xfrm>
                  <a:off x="9596153" y="5201160"/>
                  <a:ext cx="565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55D0A6FB-0FCB-C8C8-E6DF-A060C4BCAD9B}"/>
                    </a:ext>
                  </a:extLst>
                </p14:cNvPr>
                <p14:cNvContentPartPr/>
                <p14:nvPr/>
              </p14:nvContentPartPr>
              <p14:xfrm>
                <a:off x="9386633" y="5125560"/>
                <a:ext cx="357840" cy="114120"/>
              </p14:xfrm>
            </p:contentPart>
          </mc:Choice>
          <mc:Fallback>
            <p:pic>
              <p:nvPicPr>
                <p:cNvPr id="47" name="Ink 46">
                  <a:extLst>
                    <a:ext uri="{FF2B5EF4-FFF2-40B4-BE49-F238E27FC236}">
                      <a16:creationId xmlns:a16="http://schemas.microsoft.com/office/drawing/2014/main" id="{55D0A6FB-0FCB-C8C8-E6DF-A060C4BCAD9B}"/>
                    </a:ext>
                  </a:extLst>
                </p:cNvPr>
                <p:cNvPicPr/>
                <p:nvPr/>
              </p:nvPicPr>
              <p:blipFill>
                <a:blip r:embed="rId80"/>
                <a:stretch>
                  <a:fillRect/>
                </a:stretch>
              </p:blipFill>
              <p:spPr>
                <a:xfrm>
                  <a:off x="9380513" y="5119440"/>
                  <a:ext cx="3700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55B7C5B0-BD59-DD24-F39B-B82972E60071}"/>
                    </a:ext>
                  </a:extLst>
                </p14:cNvPr>
                <p14:cNvContentPartPr/>
                <p14:nvPr/>
              </p14:nvContentPartPr>
              <p14:xfrm>
                <a:off x="9680753" y="5344440"/>
                <a:ext cx="198360" cy="153360"/>
              </p14:xfrm>
            </p:contentPart>
          </mc:Choice>
          <mc:Fallback>
            <p:pic>
              <p:nvPicPr>
                <p:cNvPr id="48" name="Ink 47">
                  <a:extLst>
                    <a:ext uri="{FF2B5EF4-FFF2-40B4-BE49-F238E27FC236}">
                      <a16:creationId xmlns:a16="http://schemas.microsoft.com/office/drawing/2014/main" id="{55B7C5B0-BD59-DD24-F39B-B82972E60071}"/>
                    </a:ext>
                  </a:extLst>
                </p:cNvPr>
                <p:cNvPicPr/>
                <p:nvPr/>
              </p:nvPicPr>
              <p:blipFill>
                <a:blip r:embed="rId82"/>
                <a:stretch>
                  <a:fillRect/>
                </a:stretch>
              </p:blipFill>
              <p:spPr>
                <a:xfrm>
                  <a:off x="9674633" y="5338320"/>
                  <a:ext cx="210600" cy="165600"/>
                </a:xfrm>
                <a:prstGeom prst="rect">
                  <a:avLst/>
                </a:prstGeom>
              </p:spPr>
            </p:pic>
          </mc:Fallback>
        </mc:AlternateContent>
      </p:grpSp>
    </p:spTree>
    <p:extLst>
      <p:ext uri="{BB962C8B-B14F-4D97-AF65-F5344CB8AC3E}">
        <p14:creationId xmlns:p14="http://schemas.microsoft.com/office/powerpoint/2010/main" val="6459535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F4AD2-D8D1-DEE1-5C57-76A9BAEA725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F66F28A-A47F-5D03-6CCE-CF7E31D01F3E}"/>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Probability Distributions</a:t>
            </a:r>
          </a:p>
        </p:txBody>
      </p:sp>
      <p:sp>
        <p:nvSpPr>
          <p:cNvPr id="4" name="TextBox 3">
            <a:extLst>
              <a:ext uri="{FF2B5EF4-FFF2-40B4-BE49-F238E27FC236}">
                <a16:creationId xmlns:a16="http://schemas.microsoft.com/office/drawing/2014/main" id="{48FA8A38-86C1-4280-02FA-3F6FEAF03EFE}"/>
              </a:ext>
            </a:extLst>
          </p:cNvPr>
          <p:cNvSpPr txBox="1"/>
          <p:nvPr/>
        </p:nvSpPr>
        <p:spPr>
          <a:xfrm>
            <a:off x="310432" y="805876"/>
            <a:ext cx="11502188" cy="5645584"/>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Once parameter estimates are inserted for the corresponding unknown population quantities, there is no assurance that the resulting rule will minimize the expected cost of misclassification in a particular application</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 This is because the optimal rule was derived assuming that the multivariate normal densities f</a:t>
            </a:r>
            <a:r>
              <a:rPr lang="en-US" sz="2300" baseline="-25000" dirty="0">
                <a:solidFill>
                  <a:schemeClr val="bg1"/>
                </a:solidFill>
                <a:latin typeface="Arial" panose="020B0604020202020204" pitchFamily="34" charset="0"/>
                <a:cs typeface="Arial" panose="020B0604020202020204" pitchFamily="34" charset="0"/>
              </a:rPr>
              <a:t>1</a:t>
            </a:r>
            <a:r>
              <a:rPr lang="en-US" sz="2300" dirty="0">
                <a:solidFill>
                  <a:schemeClr val="bg1"/>
                </a:solidFill>
                <a:latin typeface="Arial" panose="020B0604020202020204" pitchFamily="34" charset="0"/>
                <a:cs typeface="Arial" panose="020B0604020202020204" pitchFamily="34" charset="0"/>
              </a:rPr>
              <a:t>(</a:t>
            </a:r>
            <a:r>
              <a:rPr lang="en-US" sz="2300" b="1" dirty="0">
                <a:solidFill>
                  <a:schemeClr val="bg1"/>
                </a:solidFill>
                <a:latin typeface="Arial" panose="020B0604020202020204" pitchFamily="34" charset="0"/>
                <a:cs typeface="Arial" panose="020B0604020202020204" pitchFamily="34" charset="0"/>
              </a:rPr>
              <a:t>x</a:t>
            </a:r>
            <a:r>
              <a:rPr lang="en-US" sz="2300" dirty="0">
                <a:solidFill>
                  <a:schemeClr val="bg1"/>
                </a:solidFill>
                <a:latin typeface="Arial" panose="020B0604020202020204" pitchFamily="34" charset="0"/>
                <a:cs typeface="Arial" panose="020B0604020202020204" pitchFamily="34" charset="0"/>
              </a:rPr>
              <a:t>) and f</a:t>
            </a:r>
            <a:r>
              <a:rPr lang="en-US" sz="2300" baseline="-25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a:t>
            </a:r>
            <a:r>
              <a:rPr lang="en-US" sz="2300" b="1" dirty="0">
                <a:solidFill>
                  <a:schemeClr val="bg1"/>
                </a:solidFill>
                <a:latin typeface="Arial" panose="020B0604020202020204" pitchFamily="34" charset="0"/>
                <a:cs typeface="Arial" panose="020B0604020202020204" pitchFamily="34" charset="0"/>
              </a:rPr>
              <a:t>x</a:t>
            </a:r>
            <a:r>
              <a:rPr lang="en-US" sz="2300" dirty="0">
                <a:solidFill>
                  <a:schemeClr val="bg1"/>
                </a:solidFill>
                <a:latin typeface="Arial" panose="020B0604020202020204" pitchFamily="34" charset="0"/>
                <a:cs typeface="Arial" panose="020B0604020202020204" pitchFamily="34" charset="0"/>
              </a:rPr>
              <a:t>) were known completely. </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Expression </a:t>
            </a:r>
          </a:p>
          <a:p>
            <a:pPr algn="just">
              <a:lnSpc>
                <a:spcPct val="200000"/>
              </a:lnSpc>
              <a:buClr>
                <a:srgbClr val="0000FF"/>
              </a:buClr>
            </a:pPr>
            <a:r>
              <a:rPr lang="en-US" sz="2300" dirty="0">
                <a:solidFill>
                  <a:schemeClr val="bg1"/>
                </a:solidFill>
                <a:latin typeface="Arial" panose="020B0604020202020204" pitchFamily="34" charset="0"/>
                <a:cs typeface="Arial" panose="020B0604020202020204" pitchFamily="34" charset="0"/>
              </a:rPr>
              <a:t>is simply an estimate of the optimal rule.</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It is reasonable to expect that it should perform well if the sample sizes are large</a:t>
            </a:r>
            <a:endParaRPr lang="en-IN" sz="23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34161E7-D4AD-9504-E11C-405607526D96}"/>
              </a:ext>
            </a:extLst>
          </p:cNvPr>
          <p:cNvPicPr>
            <a:picLocks noChangeAspect="1"/>
          </p:cNvPicPr>
          <p:nvPr/>
        </p:nvPicPr>
        <p:blipFill>
          <a:blip r:embed="rId2"/>
          <a:stretch>
            <a:fillRect/>
          </a:stretch>
        </p:blipFill>
        <p:spPr>
          <a:xfrm>
            <a:off x="2267205" y="4297849"/>
            <a:ext cx="9924795" cy="935631"/>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6FA41BF-894C-0091-0C16-B345DB66E3E6}"/>
                  </a:ext>
                </a:extLst>
              </p14:cNvPr>
              <p14:cNvContentPartPr/>
              <p14:nvPr/>
            </p14:nvContentPartPr>
            <p14:xfrm>
              <a:off x="4606200" y="4541040"/>
              <a:ext cx="406080" cy="585720"/>
            </p14:xfrm>
          </p:contentPart>
        </mc:Choice>
        <mc:Fallback>
          <p:pic>
            <p:nvPicPr>
              <p:cNvPr id="2" name="Ink 1">
                <a:extLst>
                  <a:ext uri="{FF2B5EF4-FFF2-40B4-BE49-F238E27FC236}">
                    <a16:creationId xmlns:a16="http://schemas.microsoft.com/office/drawing/2014/main" id="{86FA41BF-894C-0091-0C16-B345DB66E3E6}"/>
                  </a:ext>
                </a:extLst>
              </p:cNvPr>
              <p:cNvPicPr/>
              <p:nvPr/>
            </p:nvPicPr>
            <p:blipFill>
              <a:blip r:embed="rId4"/>
              <a:stretch>
                <a:fillRect/>
              </a:stretch>
            </p:blipFill>
            <p:spPr>
              <a:xfrm>
                <a:off x="4596840" y="4531680"/>
                <a:ext cx="424800" cy="604440"/>
              </a:xfrm>
              <a:prstGeom prst="rect">
                <a:avLst/>
              </a:prstGeom>
            </p:spPr>
          </p:pic>
        </mc:Fallback>
      </mc:AlternateContent>
    </p:spTree>
    <p:extLst>
      <p:ext uri="{BB962C8B-B14F-4D97-AF65-F5344CB8AC3E}">
        <p14:creationId xmlns:p14="http://schemas.microsoft.com/office/powerpoint/2010/main" val="42084280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DB10EB-6A83-FD18-C0FA-319071477F4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3A38C72-E625-79EA-11AF-7814144149DD}"/>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Summary (End of Part 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6ECB6C-5D77-99AA-5F37-481CE545984D}"/>
                  </a:ext>
                </a:extLst>
              </p:cNvPr>
              <p:cNvSpPr txBox="1"/>
              <p:nvPr/>
            </p:nvSpPr>
            <p:spPr>
              <a:xfrm>
                <a:off x="643645" y="1058795"/>
                <a:ext cx="10768519" cy="5445337"/>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To summarize, if the data appear to be multivariate normal, the classification statistic to the left of the inequality can be calculated for each new observation</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These observations are classified by comparing the values of the statistic with the value of</a:t>
                </a:r>
              </a:p>
              <a:p>
                <a:pPr algn="ctr">
                  <a:lnSpc>
                    <a:spcPct val="200000"/>
                  </a:lnSpc>
                  <a:buClr>
                    <a:srgbClr val="0000FF"/>
                  </a:buClr>
                </a:pPr>
                <a14:m>
                  <m:oMathPara xmlns:m="http://schemas.openxmlformats.org/officeDocument/2006/math">
                    <m:oMath>
                      <m:func>
                        <m:funcPr>
                          <m:ctrlPr>
                            <a:rPr lang="en-IN" sz="2400" b="0" i="0" smtClean="0">
                              <a:solidFill>
                                <a:schemeClr val="bg1"/>
                              </a:solidFill>
                              <a:latin typeface="Cambria Math" panose="02040503050406030204" pitchFamily="18" charset="0"/>
                              <a:cs typeface="Arial" panose="020B0604020202020204" pitchFamily="34" charset="0"/>
                            </a:rPr>
                          </m:ctrlPr>
                        </m:funcPr>
                        <m:fName>
                          <m:r>
                            <m:rPr>
                              <m:sty m:val="p"/>
                            </m:rPr>
                            <a:rPr lang="en-IN" sz="2400" b="0" i="0" smtClean="0">
                              <a:solidFill>
                                <a:schemeClr val="bg1"/>
                              </a:solidFill>
                              <a:latin typeface="Cambria Math" panose="02040503050406030204" pitchFamily="18" charset="0"/>
                              <a:cs typeface="Arial" panose="020B0604020202020204" pitchFamily="34" charset="0"/>
                            </a:rPr>
                            <m:t>ln</m:t>
                          </m:r>
                        </m:fName>
                        <m:e>
                          <m:d>
                            <m:dPr>
                              <m:begChr m:val="["/>
                              <m:endChr m:val="]"/>
                              <m:ctrlPr>
                                <a:rPr lang="en-IN" sz="2400" b="0" i="1" smtClean="0">
                                  <a:solidFill>
                                    <a:schemeClr val="bg1"/>
                                  </a:solidFill>
                                  <a:latin typeface="Cambria Math" panose="02040503050406030204" pitchFamily="18" charset="0"/>
                                  <a:cs typeface="Arial" panose="020B0604020202020204" pitchFamily="34" charset="0"/>
                                </a:rPr>
                              </m:ctrlPr>
                            </m:dPr>
                            <m:e>
                              <m:f>
                                <m:fPr>
                                  <m:ctrlPr>
                                    <a:rPr lang="en-IN" sz="2400" b="0" i="1" smtClean="0">
                                      <a:solidFill>
                                        <a:schemeClr val="bg1"/>
                                      </a:solidFill>
                                      <a:latin typeface="Cambria Math" panose="02040503050406030204" pitchFamily="18" charset="0"/>
                                      <a:cs typeface="Arial" panose="020B0604020202020204" pitchFamily="34" charset="0"/>
                                    </a:rPr>
                                  </m:ctrlPr>
                                </m:fPr>
                                <m:num>
                                  <m:r>
                                    <a:rPr lang="en-IN" sz="2400" b="0" i="1" smtClean="0">
                                      <a:solidFill>
                                        <a:schemeClr val="bg1"/>
                                      </a:solidFill>
                                      <a:latin typeface="Cambria Math" panose="02040503050406030204" pitchFamily="18" charset="0"/>
                                      <a:cs typeface="Arial" panose="020B0604020202020204" pitchFamily="34" charset="0"/>
                                    </a:rPr>
                                    <m:t>𝑐</m:t>
                                  </m:r>
                                  <m:d>
                                    <m:dPr>
                                      <m:ctrlPr>
                                        <a:rPr lang="en-IN" sz="2400" b="0" i="1" smtClean="0">
                                          <a:solidFill>
                                            <a:schemeClr val="bg1"/>
                                          </a:solidFill>
                                          <a:latin typeface="Cambria Math" panose="02040503050406030204" pitchFamily="18" charset="0"/>
                                          <a:cs typeface="Arial" panose="020B0604020202020204" pitchFamily="34" charset="0"/>
                                        </a:rPr>
                                      </m:ctrlPr>
                                    </m:dPr>
                                    <m:e>
                                      <m:r>
                                        <a:rPr lang="en-IN" sz="2400" b="0" i="1" smtClean="0">
                                          <a:solidFill>
                                            <a:schemeClr val="bg1"/>
                                          </a:solidFill>
                                          <a:latin typeface="Cambria Math" panose="02040503050406030204" pitchFamily="18" charset="0"/>
                                          <a:cs typeface="Arial" panose="020B0604020202020204" pitchFamily="34" charset="0"/>
                                        </a:rPr>
                                        <m:t>1</m:t>
                                      </m:r>
                                    </m:e>
                                    <m:e>
                                      <m:r>
                                        <a:rPr lang="en-IN" sz="2400" b="0" i="1" smtClean="0">
                                          <a:solidFill>
                                            <a:schemeClr val="bg1"/>
                                          </a:solidFill>
                                          <a:latin typeface="Cambria Math" panose="02040503050406030204" pitchFamily="18" charset="0"/>
                                          <a:cs typeface="Arial" panose="020B0604020202020204" pitchFamily="34" charset="0"/>
                                        </a:rPr>
                                        <m:t>2</m:t>
                                      </m:r>
                                    </m:e>
                                  </m:d>
                                </m:num>
                                <m:den>
                                  <m:r>
                                    <a:rPr lang="en-IN" sz="2400" b="0" i="1" smtClean="0">
                                      <a:solidFill>
                                        <a:schemeClr val="bg1"/>
                                      </a:solidFill>
                                      <a:latin typeface="Cambria Math" panose="02040503050406030204" pitchFamily="18" charset="0"/>
                                      <a:cs typeface="Arial" panose="020B0604020202020204" pitchFamily="34" charset="0"/>
                                    </a:rPr>
                                    <m:t>𝑐</m:t>
                                  </m:r>
                                  <m:d>
                                    <m:dPr>
                                      <m:ctrlPr>
                                        <a:rPr lang="en-IN" sz="2400" b="0" i="1" smtClean="0">
                                          <a:solidFill>
                                            <a:schemeClr val="bg1"/>
                                          </a:solidFill>
                                          <a:latin typeface="Cambria Math" panose="02040503050406030204" pitchFamily="18" charset="0"/>
                                          <a:cs typeface="Arial" panose="020B0604020202020204" pitchFamily="34" charset="0"/>
                                        </a:rPr>
                                      </m:ctrlPr>
                                    </m:dPr>
                                    <m:e>
                                      <m:r>
                                        <a:rPr lang="en-IN" sz="2400" b="0" i="1" smtClean="0">
                                          <a:solidFill>
                                            <a:schemeClr val="bg1"/>
                                          </a:solidFill>
                                          <a:latin typeface="Cambria Math" panose="02040503050406030204" pitchFamily="18" charset="0"/>
                                          <a:cs typeface="Arial" panose="020B0604020202020204" pitchFamily="34" charset="0"/>
                                        </a:rPr>
                                        <m:t>2</m:t>
                                      </m:r>
                                    </m:e>
                                    <m:e>
                                      <m:r>
                                        <a:rPr lang="en-IN" sz="2400" b="0" i="1" smtClean="0">
                                          <a:solidFill>
                                            <a:schemeClr val="bg1"/>
                                          </a:solidFill>
                                          <a:latin typeface="Cambria Math" panose="02040503050406030204" pitchFamily="18" charset="0"/>
                                          <a:cs typeface="Arial" panose="020B0604020202020204" pitchFamily="34" charset="0"/>
                                        </a:rPr>
                                        <m:t>1</m:t>
                                      </m:r>
                                    </m:e>
                                  </m:d>
                                </m:den>
                              </m:f>
                              <m:d>
                                <m:dPr>
                                  <m:ctrlPr>
                                    <a:rPr lang="en-IN" sz="2400" i="1">
                                      <a:solidFill>
                                        <a:schemeClr val="bg1"/>
                                      </a:solidFill>
                                      <a:latin typeface="Cambria Math" panose="02040503050406030204" pitchFamily="18" charset="0"/>
                                      <a:cs typeface="Arial" panose="020B0604020202020204" pitchFamily="34" charset="0"/>
                                    </a:rPr>
                                  </m:ctrlPr>
                                </m:dPr>
                                <m:e>
                                  <m:f>
                                    <m:fPr>
                                      <m:ctrlPr>
                                        <a:rPr lang="en-IN" sz="2400" i="1">
                                          <a:solidFill>
                                            <a:schemeClr val="bg1"/>
                                          </a:solidFill>
                                          <a:latin typeface="Cambria Math" panose="02040503050406030204" pitchFamily="18" charset="0"/>
                                          <a:cs typeface="Arial" panose="020B0604020202020204" pitchFamily="34" charset="0"/>
                                        </a:rPr>
                                      </m:ctrlPr>
                                    </m:fPr>
                                    <m:num>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2</m:t>
                                          </m:r>
                                        </m:sub>
                                      </m:sSub>
                                    </m:num>
                                    <m:den>
                                      <m:sSub>
                                        <m:sSubPr>
                                          <m:ctrlPr>
                                            <a:rPr lang="en-IN" sz="2400" i="1">
                                              <a:solidFill>
                                                <a:schemeClr val="bg1"/>
                                              </a:solidFill>
                                              <a:latin typeface="Cambria Math" panose="02040503050406030204" pitchFamily="18" charset="0"/>
                                              <a:cs typeface="Arial" panose="020B0604020202020204" pitchFamily="34" charset="0"/>
                                            </a:rPr>
                                          </m:ctrlPr>
                                        </m:sSubPr>
                                        <m:e>
                                          <m:r>
                                            <a:rPr lang="en-IN" sz="2400" i="1">
                                              <a:solidFill>
                                                <a:schemeClr val="bg1"/>
                                              </a:solidFill>
                                              <a:latin typeface="Cambria Math" panose="02040503050406030204" pitchFamily="18" charset="0"/>
                                              <a:cs typeface="Arial" panose="020B0604020202020204" pitchFamily="34" charset="0"/>
                                            </a:rPr>
                                            <m:t>𝑝</m:t>
                                          </m:r>
                                        </m:e>
                                        <m:sub>
                                          <m:r>
                                            <a:rPr lang="en-IN" sz="2400" i="1">
                                              <a:solidFill>
                                                <a:schemeClr val="bg1"/>
                                              </a:solidFill>
                                              <a:latin typeface="Cambria Math" panose="02040503050406030204" pitchFamily="18" charset="0"/>
                                              <a:cs typeface="Arial" panose="020B0604020202020204" pitchFamily="34" charset="0"/>
                                            </a:rPr>
                                            <m:t>1</m:t>
                                          </m:r>
                                        </m:sub>
                                      </m:sSub>
                                    </m:den>
                                  </m:f>
                                </m:e>
                              </m:d>
                            </m:e>
                          </m:d>
                        </m:e>
                      </m:func>
                    </m:oMath>
                  </m:oMathPara>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5D6ECB6C-5D77-99AA-5F37-481CE545984D}"/>
                  </a:ext>
                </a:extLst>
              </p:cNvPr>
              <p:cNvSpPr txBox="1">
                <a:spLocks noRot="1" noChangeAspect="1" noMove="1" noResize="1" noEditPoints="1" noAdjustHandles="1" noChangeArrowheads="1" noChangeShapeType="1" noTextEdit="1"/>
              </p:cNvSpPr>
              <p:nvPr/>
            </p:nvSpPr>
            <p:spPr>
              <a:xfrm>
                <a:off x="643645" y="1058795"/>
                <a:ext cx="10768519" cy="5445337"/>
              </a:xfrm>
              <a:prstGeom prst="rect">
                <a:avLst/>
              </a:prstGeom>
              <a:blipFill>
                <a:blip r:embed="rId2"/>
                <a:stretch>
                  <a:fillRect l="-793" r="-849"/>
                </a:stretch>
              </a:blipFill>
            </p:spPr>
            <p:txBody>
              <a:bodyPr/>
              <a:lstStyle/>
              <a:p>
                <a:r>
                  <a:rPr lang="en-IN">
                    <a:noFill/>
                  </a:rPr>
                  <a:t> </a:t>
                </a:r>
              </a:p>
            </p:txBody>
          </p:sp>
        </mc:Fallback>
      </mc:AlternateContent>
    </p:spTree>
    <p:extLst>
      <p:ext uri="{BB962C8B-B14F-4D97-AF65-F5344CB8AC3E}">
        <p14:creationId xmlns:p14="http://schemas.microsoft.com/office/powerpoint/2010/main" val="18992895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E95CC5-C8BE-E743-2F2F-C1796F4688E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26065BDB-742A-D91C-0592-76F9791ACF07}"/>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Example Problem</a:t>
            </a:r>
          </a:p>
        </p:txBody>
      </p:sp>
      <p:sp>
        <p:nvSpPr>
          <p:cNvPr id="4" name="TextBox 3">
            <a:extLst>
              <a:ext uri="{FF2B5EF4-FFF2-40B4-BE49-F238E27FC236}">
                <a16:creationId xmlns:a16="http://schemas.microsoft.com/office/drawing/2014/main" id="{347854A5-370B-6D80-5823-83A60E613394}"/>
              </a:ext>
            </a:extLst>
          </p:cNvPr>
          <p:cNvSpPr txBox="1"/>
          <p:nvPr/>
        </p:nvSpPr>
        <p:spPr>
          <a:xfrm>
            <a:off x="643645" y="1058795"/>
            <a:ext cx="10768519" cy="5148332"/>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Using the data given in the excel file do the following</a:t>
            </a:r>
          </a:p>
          <a:p>
            <a:pPr marL="457200" indent="-457200" algn="just">
              <a:lnSpc>
                <a:spcPct val="200000"/>
              </a:lnSpc>
              <a:buClr>
                <a:srgbClr val="0000FF"/>
              </a:buClr>
              <a:buAutoNum type="alphaLcParenR"/>
            </a:pPr>
            <a:r>
              <a:rPr lang="en-US" sz="2400" dirty="0">
                <a:solidFill>
                  <a:schemeClr val="bg1"/>
                </a:solidFill>
                <a:latin typeface="Arial" panose="020B0604020202020204" pitchFamily="34" charset="0"/>
                <a:cs typeface="Arial" panose="020B0604020202020204" pitchFamily="34" charset="0"/>
              </a:rPr>
              <a:t>Carry out the discriminant analysis</a:t>
            </a:r>
          </a:p>
          <a:p>
            <a:pPr marL="457200" indent="-457200" algn="just">
              <a:lnSpc>
                <a:spcPct val="200000"/>
              </a:lnSpc>
              <a:buClr>
                <a:srgbClr val="0000FF"/>
              </a:buClr>
              <a:buAutoNum type="alphaLcParenR"/>
            </a:pPr>
            <a:r>
              <a:rPr lang="en-US" sz="2400" dirty="0">
                <a:solidFill>
                  <a:schemeClr val="bg1"/>
                </a:solidFill>
                <a:latin typeface="Arial" panose="020B0604020202020204" pitchFamily="34" charset="0"/>
                <a:cs typeface="Arial" panose="020B0604020202020204" pitchFamily="34" charset="0"/>
              </a:rPr>
              <a:t>Obtain the sample linear discriminant function, assuming equal prior probabilities</a:t>
            </a:r>
          </a:p>
          <a:p>
            <a:pPr marL="457200" indent="-457200" algn="just">
              <a:lnSpc>
                <a:spcPct val="200000"/>
              </a:lnSpc>
              <a:buClr>
                <a:srgbClr val="0000FF"/>
              </a:buClr>
              <a:buAutoNum type="alphaLcParenR"/>
            </a:pPr>
            <a:r>
              <a:rPr lang="en-US" sz="2400" dirty="0">
                <a:solidFill>
                  <a:schemeClr val="bg1"/>
                </a:solidFill>
                <a:latin typeface="Arial" panose="020B0604020202020204" pitchFamily="34" charset="0"/>
                <a:cs typeface="Arial" panose="020B0604020202020204" pitchFamily="34" charset="0"/>
              </a:rPr>
              <a:t>Classify the following 10 new cases using the discriminant function in Part b.</a:t>
            </a:r>
          </a:p>
          <a:p>
            <a:pPr algn="just">
              <a:lnSpc>
                <a:spcPct val="200000"/>
              </a:lnSpc>
              <a:buClr>
                <a:srgbClr val="0000FF"/>
              </a:buClr>
            </a:pPr>
            <a:endParaRPr lang="en-US"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41277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859DC4-A675-F51A-EA13-80A61F0733BC}"/>
              </a:ext>
            </a:extLst>
          </p:cNvPr>
          <p:cNvPicPr>
            <a:picLocks noChangeAspect="1"/>
          </p:cNvPicPr>
          <p:nvPr/>
        </p:nvPicPr>
        <p:blipFill>
          <a:blip r:embed="rId2"/>
          <a:stretch>
            <a:fillRect/>
          </a:stretch>
        </p:blipFill>
        <p:spPr>
          <a:xfrm>
            <a:off x="1818710" y="1459150"/>
            <a:ext cx="8969465" cy="4902740"/>
          </a:xfrm>
          <a:prstGeom prst="rect">
            <a:avLst/>
          </a:prstGeom>
        </p:spPr>
      </p:pic>
      <p:sp>
        <p:nvSpPr>
          <p:cNvPr id="7" name="TextBox 6">
            <a:extLst>
              <a:ext uri="{FF2B5EF4-FFF2-40B4-BE49-F238E27FC236}">
                <a16:creationId xmlns:a16="http://schemas.microsoft.com/office/drawing/2014/main" id="{F8D74BE6-2F42-50C0-538D-EC61006E2553}"/>
              </a:ext>
            </a:extLst>
          </p:cNvPr>
          <p:cNvSpPr txBox="1"/>
          <p:nvPr/>
        </p:nvSpPr>
        <p:spPr>
          <a:xfrm>
            <a:off x="2216022" y="207951"/>
            <a:ext cx="8174839" cy="584775"/>
          </a:xfrm>
          <a:prstGeom prst="rect">
            <a:avLst/>
          </a:prstGeom>
          <a:noFill/>
        </p:spPr>
        <p:txBody>
          <a:bodyPr wrap="square">
            <a:spAutoFit/>
          </a:bodyPr>
          <a:lstStyle/>
          <a:p>
            <a:pPr algn="ctr"/>
            <a:r>
              <a:rPr lang="en-US" sz="3200" b="1" dirty="0">
                <a:solidFill>
                  <a:srgbClr val="0070C0"/>
                </a:solidFill>
                <a:latin typeface="Arial" pitchFamily="34" charset="0"/>
                <a:cs typeface="Arial" pitchFamily="34" charset="0"/>
              </a:rPr>
              <a:t>New Data Set for Classification</a:t>
            </a:r>
            <a:endParaRPr lang="en-IN" sz="3200" b="1" dirty="0"/>
          </a:p>
        </p:txBody>
      </p:sp>
    </p:spTree>
    <p:extLst>
      <p:ext uri="{BB962C8B-B14F-4D97-AF65-F5344CB8AC3E}">
        <p14:creationId xmlns:p14="http://schemas.microsoft.com/office/powerpoint/2010/main" val="25913881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C59FE5-D154-B125-F62A-20258583F75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8D65007-4E82-5B4B-B5E9-552E70A79D9A}"/>
              </a:ext>
            </a:extLst>
          </p:cNvPr>
          <p:cNvSpPr>
            <a:spLocks noGrp="1"/>
          </p:cNvSpPr>
          <p:nvPr>
            <p:ph type="ctrTitle"/>
          </p:nvPr>
        </p:nvSpPr>
        <p:spPr>
          <a:xfrm>
            <a:off x="310432" y="0"/>
            <a:ext cx="11571136" cy="589235"/>
          </a:xfrm>
        </p:spPr>
        <p:txBody>
          <a:bodyPr>
            <a:normAutofit/>
          </a:bodyPr>
          <a:lstStyle/>
          <a:p>
            <a:pPr algn="ctr"/>
            <a:r>
              <a:rPr lang="en-US" sz="3600" dirty="0">
                <a:solidFill>
                  <a:srgbClr val="0070C0"/>
                </a:solidFill>
                <a:latin typeface="Arial" pitchFamily="34" charset="0"/>
                <a:cs typeface="Arial" pitchFamily="34" charset="0"/>
              </a:rPr>
              <a:t>Summary of Formulae Used</a:t>
            </a:r>
          </a:p>
        </p:txBody>
      </p:sp>
      <p:pic>
        <p:nvPicPr>
          <p:cNvPr id="2" name="Picture 1">
            <a:extLst>
              <a:ext uri="{FF2B5EF4-FFF2-40B4-BE49-F238E27FC236}">
                <a16:creationId xmlns:a16="http://schemas.microsoft.com/office/drawing/2014/main" id="{E35247C2-4036-D702-2F4D-C284A0DD2182}"/>
              </a:ext>
            </a:extLst>
          </p:cNvPr>
          <p:cNvPicPr>
            <a:picLocks noChangeAspect="1"/>
          </p:cNvPicPr>
          <p:nvPr/>
        </p:nvPicPr>
        <p:blipFill>
          <a:blip r:embed="rId2"/>
          <a:stretch>
            <a:fillRect/>
          </a:stretch>
        </p:blipFill>
        <p:spPr>
          <a:xfrm>
            <a:off x="1446897" y="1715716"/>
            <a:ext cx="9565409" cy="2264002"/>
          </a:xfrm>
          <a:prstGeom prst="rect">
            <a:avLst/>
          </a:prstGeom>
        </p:spPr>
      </p:pic>
      <p:pic>
        <p:nvPicPr>
          <p:cNvPr id="3" name="Picture 2">
            <a:extLst>
              <a:ext uri="{FF2B5EF4-FFF2-40B4-BE49-F238E27FC236}">
                <a16:creationId xmlns:a16="http://schemas.microsoft.com/office/drawing/2014/main" id="{DC271F80-22E2-AE45-1612-DD5DD330F873}"/>
              </a:ext>
            </a:extLst>
          </p:cNvPr>
          <p:cNvPicPr>
            <a:picLocks noChangeAspect="1"/>
          </p:cNvPicPr>
          <p:nvPr/>
        </p:nvPicPr>
        <p:blipFill>
          <a:blip r:embed="rId3"/>
          <a:stretch>
            <a:fillRect/>
          </a:stretch>
        </p:blipFill>
        <p:spPr>
          <a:xfrm>
            <a:off x="380352" y="4639351"/>
            <a:ext cx="11431295" cy="1338374"/>
          </a:xfrm>
          <a:prstGeom prst="rect">
            <a:avLst/>
          </a:prstGeom>
        </p:spPr>
      </p:pic>
    </p:spTree>
    <p:extLst>
      <p:ext uri="{BB962C8B-B14F-4D97-AF65-F5344CB8AC3E}">
        <p14:creationId xmlns:p14="http://schemas.microsoft.com/office/powerpoint/2010/main" val="22060854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99C632-FB44-EA6B-B26C-C50EA05A32F4}"/>
              </a:ext>
            </a:extLst>
          </p:cNvPr>
          <p:cNvPicPr>
            <a:picLocks noChangeAspect="1"/>
          </p:cNvPicPr>
          <p:nvPr/>
        </p:nvPicPr>
        <p:blipFill>
          <a:blip r:embed="rId2"/>
          <a:stretch>
            <a:fillRect/>
          </a:stretch>
        </p:blipFill>
        <p:spPr>
          <a:xfrm>
            <a:off x="3590519" y="1343474"/>
            <a:ext cx="5467446" cy="884699"/>
          </a:xfrm>
          <a:prstGeom prst="rect">
            <a:avLst/>
          </a:prstGeom>
        </p:spPr>
      </p:pic>
      <p:pic>
        <p:nvPicPr>
          <p:cNvPr id="5" name="Picture 4">
            <a:extLst>
              <a:ext uri="{FF2B5EF4-FFF2-40B4-BE49-F238E27FC236}">
                <a16:creationId xmlns:a16="http://schemas.microsoft.com/office/drawing/2014/main" id="{BBAA837C-3ECD-0459-D991-F54D543AF781}"/>
              </a:ext>
            </a:extLst>
          </p:cNvPr>
          <p:cNvPicPr>
            <a:picLocks noChangeAspect="1"/>
          </p:cNvPicPr>
          <p:nvPr/>
        </p:nvPicPr>
        <p:blipFill>
          <a:blip r:embed="rId3"/>
          <a:stretch>
            <a:fillRect/>
          </a:stretch>
        </p:blipFill>
        <p:spPr>
          <a:xfrm>
            <a:off x="3270034" y="2388316"/>
            <a:ext cx="6108417" cy="2241332"/>
          </a:xfrm>
          <a:prstGeom prst="rect">
            <a:avLst/>
          </a:prstGeom>
        </p:spPr>
      </p:pic>
      <p:pic>
        <p:nvPicPr>
          <p:cNvPr id="6" name="Picture 5">
            <a:extLst>
              <a:ext uri="{FF2B5EF4-FFF2-40B4-BE49-F238E27FC236}">
                <a16:creationId xmlns:a16="http://schemas.microsoft.com/office/drawing/2014/main" id="{20AB35FB-BFB9-56E1-BEC0-3A6A4A5BB7B5}"/>
              </a:ext>
            </a:extLst>
          </p:cNvPr>
          <p:cNvPicPr>
            <a:picLocks noChangeAspect="1"/>
          </p:cNvPicPr>
          <p:nvPr/>
        </p:nvPicPr>
        <p:blipFill>
          <a:blip r:embed="rId4"/>
          <a:stretch>
            <a:fillRect/>
          </a:stretch>
        </p:blipFill>
        <p:spPr>
          <a:xfrm>
            <a:off x="3403228" y="4629648"/>
            <a:ext cx="5385543" cy="1955725"/>
          </a:xfrm>
          <a:prstGeom prst="rect">
            <a:avLst/>
          </a:prstGeom>
        </p:spPr>
      </p:pic>
      <p:sp>
        <p:nvSpPr>
          <p:cNvPr id="7" name="Title 1">
            <a:extLst>
              <a:ext uri="{FF2B5EF4-FFF2-40B4-BE49-F238E27FC236}">
                <a16:creationId xmlns:a16="http://schemas.microsoft.com/office/drawing/2014/main" id="{AA966D16-FE5D-E363-DBCA-F5301F4D20E5}"/>
              </a:ext>
            </a:extLst>
          </p:cNvPr>
          <p:cNvSpPr txBox="1">
            <a:spLocks/>
          </p:cNvSpPr>
          <p:nvPr/>
        </p:nvSpPr>
        <p:spPr bwMode="auto">
          <a:xfrm>
            <a:off x="538674" y="137973"/>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rPr>
              <a:t>Summary of Formulae Used</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0505949-3518-5C25-FDAE-770B40E8A7BD}"/>
                  </a:ext>
                </a:extLst>
              </p14:cNvPr>
              <p14:cNvContentPartPr/>
              <p14:nvPr/>
            </p14:nvContentPartPr>
            <p14:xfrm>
              <a:off x="7539120" y="1635480"/>
              <a:ext cx="1652400" cy="5002560"/>
            </p14:xfrm>
          </p:contentPart>
        </mc:Choice>
        <mc:Fallback>
          <p:pic>
            <p:nvPicPr>
              <p:cNvPr id="2" name="Ink 1">
                <a:extLst>
                  <a:ext uri="{FF2B5EF4-FFF2-40B4-BE49-F238E27FC236}">
                    <a16:creationId xmlns:a16="http://schemas.microsoft.com/office/drawing/2014/main" id="{30505949-3518-5C25-FDAE-770B40E8A7BD}"/>
                  </a:ext>
                </a:extLst>
              </p:cNvPr>
              <p:cNvPicPr/>
              <p:nvPr/>
            </p:nvPicPr>
            <p:blipFill>
              <a:blip r:embed="rId6"/>
              <a:stretch>
                <a:fillRect/>
              </a:stretch>
            </p:blipFill>
            <p:spPr>
              <a:xfrm>
                <a:off x="7529760" y="1626120"/>
                <a:ext cx="1671120" cy="5021280"/>
              </a:xfrm>
              <a:prstGeom prst="rect">
                <a:avLst/>
              </a:prstGeom>
            </p:spPr>
          </p:pic>
        </mc:Fallback>
      </mc:AlternateContent>
    </p:spTree>
    <p:extLst>
      <p:ext uri="{BB962C8B-B14F-4D97-AF65-F5344CB8AC3E}">
        <p14:creationId xmlns:p14="http://schemas.microsoft.com/office/powerpoint/2010/main" val="1892116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8829A8-F61D-A706-F492-EFE5FD83B18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07B2D36-0904-801C-2C3A-322E8C26ACBB}"/>
              </a:ext>
            </a:extLst>
          </p:cNvPr>
          <p:cNvSpPr>
            <a:spLocks noGrp="1"/>
          </p:cNvSpPr>
          <p:nvPr>
            <p:ph type="ctrTitle"/>
          </p:nvPr>
        </p:nvSpPr>
        <p:spPr>
          <a:xfrm>
            <a:off x="310432" y="0"/>
            <a:ext cx="11571136" cy="589235"/>
          </a:xfrm>
        </p:spPr>
        <p:txBody>
          <a:bodyPr>
            <a:normAutofit/>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 For Discrimination</a:t>
            </a:r>
          </a:p>
        </p:txBody>
      </p:sp>
      <p:sp>
        <p:nvSpPr>
          <p:cNvPr id="5" name="TextBox 4">
            <a:extLst>
              <a:ext uri="{FF2B5EF4-FFF2-40B4-BE49-F238E27FC236}">
                <a16:creationId xmlns:a16="http://schemas.microsoft.com/office/drawing/2014/main" id="{6424A39F-0650-A0D2-ECDA-E834F959912C}"/>
              </a:ext>
            </a:extLst>
          </p:cNvPr>
          <p:cNvSpPr txBox="1"/>
          <p:nvPr/>
        </p:nvSpPr>
        <p:spPr>
          <a:xfrm>
            <a:off x="127434" y="117693"/>
            <a:ext cx="2188724" cy="6463308"/>
          </a:xfrm>
          <a:prstGeom prst="rect">
            <a:avLst/>
          </a:prstGeom>
          <a:noFill/>
        </p:spPr>
        <p:txBody>
          <a:bodyPr wrap="square" rtlCol="0">
            <a:spAutoFit/>
          </a:bodyPr>
          <a:lstStyle/>
          <a:p>
            <a:pPr>
              <a:buNone/>
            </a:pPr>
            <a:r>
              <a:rPr lang="en-IN" sz="1800" b="0" i="0" dirty="0">
                <a:solidFill>
                  <a:schemeClr val="bg1"/>
                </a:solidFill>
                <a:effectLst/>
                <a:latin typeface="Menlo"/>
              </a:rPr>
              <a:t>% Problem 11.8 in</a:t>
            </a:r>
          </a:p>
          <a:p>
            <a:pPr>
              <a:buNone/>
            </a:pPr>
            <a:r>
              <a:rPr lang="en-IN" sz="1800" b="0" i="0" dirty="0">
                <a:solidFill>
                  <a:schemeClr val="bg1"/>
                </a:solidFill>
                <a:effectLst/>
                <a:latin typeface="Menlo"/>
              </a:rPr>
              <a:t>clear all</a:t>
            </a:r>
          </a:p>
          <a:p>
            <a:pPr>
              <a:buNone/>
            </a:pPr>
            <a:r>
              <a:rPr lang="en-IN" sz="1800" b="0" i="0" dirty="0" err="1">
                <a:solidFill>
                  <a:schemeClr val="bg1"/>
                </a:solidFill>
                <a:effectLst/>
                <a:latin typeface="Menlo"/>
              </a:rPr>
              <a:t>clc</a:t>
            </a:r>
            <a:endParaRPr lang="en-IN" sz="1800" b="0" i="0" dirty="0">
              <a:solidFill>
                <a:schemeClr val="bg1"/>
              </a:solidFill>
              <a:effectLst/>
              <a:latin typeface="Menlo"/>
            </a:endParaRPr>
          </a:p>
          <a:p>
            <a:pPr>
              <a:buNone/>
            </a:pPr>
            <a:r>
              <a:rPr lang="en-IN" sz="1800" b="0" i="0" dirty="0">
                <a:solidFill>
                  <a:schemeClr val="bg1"/>
                </a:solidFill>
                <a:effectLst/>
                <a:latin typeface="Menlo"/>
              </a:rPr>
              <a:t>Group1 = [</a:t>
            </a:r>
          </a:p>
          <a:p>
            <a:pPr>
              <a:buNone/>
            </a:pPr>
            <a:r>
              <a:rPr lang="en-IN" sz="1800" b="0" i="0" dirty="0">
                <a:solidFill>
                  <a:schemeClr val="bg1"/>
                </a:solidFill>
                <a:effectLst/>
                <a:latin typeface="Menlo"/>
              </a:rPr>
              <a:t>-0.0056 -0.1657</a:t>
            </a:r>
          </a:p>
          <a:p>
            <a:pPr>
              <a:buNone/>
            </a:pPr>
            <a:r>
              <a:rPr lang="en-IN" sz="1800" b="0" i="0" dirty="0">
                <a:solidFill>
                  <a:schemeClr val="bg1"/>
                </a:solidFill>
                <a:effectLst/>
                <a:latin typeface="Menlo"/>
              </a:rPr>
              <a:t>-0.1698 -0.1585</a:t>
            </a:r>
          </a:p>
          <a:p>
            <a:pPr>
              <a:buNone/>
            </a:pPr>
            <a:r>
              <a:rPr lang="en-IN" sz="1800" b="0" i="0" dirty="0">
                <a:solidFill>
                  <a:schemeClr val="bg1"/>
                </a:solidFill>
                <a:effectLst/>
                <a:latin typeface="Menlo"/>
              </a:rPr>
              <a:t>-0.3469 -0.1879</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0.1507 0.0933</a:t>
            </a:r>
          </a:p>
          <a:p>
            <a:pPr>
              <a:buNone/>
            </a:pPr>
            <a:r>
              <a:rPr lang="en-IN" sz="1800" b="0" i="0" dirty="0">
                <a:solidFill>
                  <a:schemeClr val="bg1"/>
                </a:solidFill>
                <a:effectLst/>
                <a:latin typeface="Menlo"/>
              </a:rPr>
              <a:t>-0.1259 -0.0669</a:t>
            </a:r>
          </a:p>
          <a:p>
            <a:pPr>
              <a:buNone/>
            </a:pPr>
            <a:r>
              <a:rPr lang="en-IN" sz="1800" b="0" i="0" dirty="0">
                <a:solidFill>
                  <a:schemeClr val="bg1"/>
                </a:solidFill>
                <a:effectLst/>
                <a:latin typeface="Menlo"/>
              </a:rPr>
              <a:t>-0.1551 -0.1232</a:t>
            </a:r>
          </a:p>
          <a:p>
            <a:pPr>
              <a:buNone/>
            </a:pPr>
            <a:r>
              <a:rPr lang="en-IN" sz="1800" b="0" i="0" dirty="0">
                <a:solidFill>
                  <a:schemeClr val="bg1"/>
                </a:solidFill>
                <a:effectLst/>
                <a:latin typeface="Menlo"/>
              </a:rPr>
              <a:t>-0.1952 -0.1007</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-0.1972 -0.0607</a:t>
            </a:r>
          </a:p>
          <a:p>
            <a:pPr>
              <a:buNone/>
            </a:pPr>
            <a:r>
              <a:rPr lang="en-IN" sz="1800" b="0" i="0" dirty="0">
                <a:solidFill>
                  <a:schemeClr val="bg1"/>
                </a:solidFill>
                <a:effectLst/>
                <a:latin typeface="Menlo"/>
              </a:rPr>
              <a:t>-0.0867 -0.056 ];</a:t>
            </a:r>
          </a:p>
          <a:p>
            <a:pPr>
              <a:buNone/>
            </a:pPr>
            <a:r>
              <a:rPr lang="en-IN" sz="1800" b="0" i="0" dirty="0">
                <a:solidFill>
                  <a:schemeClr val="bg1"/>
                </a:solidFill>
                <a:effectLst/>
                <a:latin typeface="Menlo"/>
              </a:rPr>
              <a:t>Group2= [</a:t>
            </a:r>
          </a:p>
          <a:p>
            <a:pPr>
              <a:buNone/>
            </a:pPr>
            <a:r>
              <a:rPr lang="en-IN" sz="1800" b="0" i="0" dirty="0">
                <a:solidFill>
                  <a:schemeClr val="bg1"/>
                </a:solidFill>
                <a:effectLst/>
                <a:latin typeface="Menlo"/>
              </a:rPr>
              <a:t>-0.3478 0.1151</a:t>
            </a:r>
          </a:p>
          <a:p>
            <a:pPr>
              <a:buNone/>
            </a:pPr>
            <a:r>
              <a:rPr lang="en-IN" sz="1800" b="0" i="0" dirty="0">
                <a:solidFill>
                  <a:schemeClr val="bg1"/>
                </a:solidFill>
                <a:effectLst/>
                <a:latin typeface="Menlo"/>
              </a:rPr>
              <a:t>-0.3618 -0.2008</a:t>
            </a:r>
          </a:p>
          <a:p>
            <a:pPr>
              <a:buNone/>
            </a:pPr>
            <a:r>
              <a:rPr lang="en-IN" sz="1800" b="0" i="0" dirty="0">
                <a:solidFill>
                  <a:schemeClr val="bg1"/>
                </a:solidFill>
                <a:effectLst/>
                <a:latin typeface="Menlo"/>
              </a:rPr>
              <a:t>-0.4986 -0.086</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-0.2444 0.1614</a:t>
            </a:r>
          </a:p>
          <a:p>
            <a:pPr>
              <a:buNone/>
            </a:pPr>
            <a:r>
              <a:rPr lang="en-IN" sz="1800" b="0" i="0" dirty="0">
                <a:solidFill>
                  <a:schemeClr val="bg1"/>
                </a:solidFill>
                <a:effectLst/>
                <a:latin typeface="Menlo"/>
              </a:rPr>
              <a:t>-0.4784 0.0282</a:t>
            </a:r>
          </a:p>
          <a:p>
            <a:pPr>
              <a:buNone/>
            </a:pPr>
            <a:r>
              <a:rPr lang="en-IN" sz="1800" b="0" i="0" dirty="0">
                <a:solidFill>
                  <a:schemeClr val="bg1"/>
                </a:solidFill>
                <a:effectLst/>
                <a:latin typeface="Menlo"/>
              </a:rPr>
              <a:t>];</a:t>
            </a:r>
            <a:endParaRPr lang="en-IN" dirty="0">
              <a:solidFill>
                <a:schemeClr val="bg1"/>
              </a:solidFill>
            </a:endParaRPr>
          </a:p>
        </p:txBody>
      </p:sp>
      <p:sp>
        <p:nvSpPr>
          <p:cNvPr id="6" name="TextBox 5">
            <a:extLst>
              <a:ext uri="{FF2B5EF4-FFF2-40B4-BE49-F238E27FC236}">
                <a16:creationId xmlns:a16="http://schemas.microsoft.com/office/drawing/2014/main" id="{D5AE07E8-7F56-42B1-E405-0C97C5E20012}"/>
              </a:ext>
            </a:extLst>
          </p:cNvPr>
          <p:cNvSpPr txBox="1"/>
          <p:nvPr/>
        </p:nvSpPr>
        <p:spPr>
          <a:xfrm>
            <a:off x="2114143" y="726386"/>
            <a:ext cx="3527899" cy="5078313"/>
          </a:xfrm>
          <a:prstGeom prst="rect">
            <a:avLst/>
          </a:prstGeom>
          <a:noFill/>
        </p:spPr>
        <p:txBody>
          <a:bodyPr wrap="square" rtlCol="0">
            <a:spAutoFit/>
          </a:bodyPr>
          <a:lstStyle/>
          <a:p>
            <a:pPr>
              <a:buNone/>
            </a:pPr>
            <a:r>
              <a:rPr lang="en-IN" sz="1800" b="0" i="0" dirty="0">
                <a:solidFill>
                  <a:srgbClr val="0000FF"/>
                </a:solidFill>
                <a:effectLst/>
                <a:latin typeface="Menlo"/>
              </a:rPr>
              <a:t>div1=length(Group1);</a:t>
            </a:r>
          </a:p>
          <a:p>
            <a:pPr>
              <a:buNone/>
            </a:pPr>
            <a:r>
              <a:rPr lang="en-IN" sz="1800" b="0" i="0" dirty="0">
                <a:solidFill>
                  <a:srgbClr val="0000FF"/>
                </a:solidFill>
                <a:effectLst/>
                <a:latin typeface="Menlo"/>
              </a:rPr>
              <a:t>div2=length(Group2);</a:t>
            </a:r>
          </a:p>
          <a:p>
            <a:pPr>
              <a:buNone/>
            </a:pPr>
            <a:r>
              <a:rPr lang="en-IN" sz="1800" b="0" i="0" dirty="0">
                <a:solidFill>
                  <a:srgbClr val="0000FF"/>
                </a:solidFill>
                <a:effectLst/>
                <a:latin typeface="Menlo"/>
              </a:rPr>
              <a:t>x1bar=mean(Group1)';</a:t>
            </a:r>
          </a:p>
          <a:p>
            <a:pPr>
              <a:buNone/>
            </a:pPr>
            <a:r>
              <a:rPr lang="en-IN" sz="1800" b="0" i="0" dirty="0">
                <a:solidFill>
                  <a:srgbClr val="0000FF"/>
                </a:solidFill>
                <a:effectLst/>
                <a:latin typeface="Menlo"/>
              </a:rPr>
              <a:t>x2bar=mean(Group2)';</a:t>
            </a:r>
          </a:p>
          <a:p>
            <a:pPr>
              <a:buNone/>
            </a:pPr>
            <a:r>
              <a:rPr lang="en-IN" sz="1800" b="0" i="0" dirty="0">
                <a:solidFill>
                  <a:srgbClr val="0000FF"/>
                </a:solidFill>
                <a:effectLst/>
                <a:latin typeface="Menlo"/>
              </a:rPr>
              <a:t>S1=</a:t>
            </a:r>
            <a:r>
              <a:rPr lang="en-IN" sz="1800" b="0" i="0" dirty="0" err="1">
                <a:solidFill>
                  <a:srgbClr val="0000FF"/>
                </a:solidFill>
                <a:effectLst/>
                <a:latin typeface="Menlo"/>
              </a:rPr>
              <a:t>cov</a:t>
            </a:r>
            <a:r>
              <a:rPr lang="en-IN" sz="1800" b="0" i="0" dirty="0">
                <a:solidFill>
                  <a:srgbClr val="0000FF"/>
                </a:solidFill>
                <a:effectLst/>
                <a:latin typeface="Menlo"/>
              </a:rPr>
              <a:t>(Group1);</a:t>
            </a:r>
          </a:p>
          <a:p>
            <a:pPr>
              <a:buNone/>
            </a:pPr>
            <a:r>
              <a:rPr lang="en-IN" sz="1800" b="0" i="0" dirty="0">
                <a:solidFill>
                  <a:srgbClr val="0000FF"/>
                </a:solidFill>
                <a:effectLst/>
                <a:latin typeface="Menlo"/>
              </a:rPr>
              <a:t>S2=</a:t>
            </a:r>
            <a:r>
              <a:rPr lang="en-IN" sz="1800" b="0" i="0" dirty="0" err="1">
                <a:solidFill>
                  <a:srgbClr val="0000FF"/>
                </a:solidFill>
                <a:effectLst/>
                <a:latin typeface="Menlo"/>
              </a:rPr>
              <a:t>cov</a:t>
            </a:r>
            <a:r>
              <a:rPr lang="en-IN" sz="1800" b="0" i="0" dirty="0">
                <a:solidFill>
                  <a:srgbClr val="0000FF"/>
                </a:solidFill>
                <a:effectLst/>
                <a:latin typeface="Menlo"/>
              </a:rPr>
              <a:t>(Group2);</a:t>
            </a:r>
          </a:p>
          <a:p>
            <a:pPr>
              <a:buNone/>
            </a:pPr>
            <a:r>
              <a:rPr lang="en-IN" sz="1800" b="0" i="0" dirty="0">
                <a:solidFill>
                  <a:srgbClr val="0000FF"/>
                </a:solidFill>
                <a:effectLst/>
                <a:latin typeface="Menlo"/>
              </a:rPr>
              <a:t>n1m1=div1-1;</a:t>
            </a:r>
          </a:p>
          <a:p>
            <a:pPr>
              <a:buNone/>
            </a:pPr>
            <a:r>
              <a:rPr lang="en-IN" sz="1800" b="0" i="0" dirty="0">
                <a:solidFill>
                  <a:srgbClr val="0000FF"/>
                </a:solidFill>
                <a:effectLst/>
                <a:latin typeface="Menlo"/>
              </a:rPr>
              <a:t>n2m1=div2-1;</a:t>
            </a:r>
          </a:p>
          <a:p>
            <a:pPr>
              <a:buNone/>
            </a:pPr>
            <a:r>
              <a:rPr lang="en-IN" sz="1800" b="0" i="0" dirty="0">
                <a:solidFill>
                  <a:srgbClr val="0000FF"/>
                </a:solidFill>
                <a:effectLst/>
                <a:latin typeface="Menlo"/>
              </a:rPr>
              <a:t>Spooled=(n1m1/(n1m1+n2m1))*S1+</a:t>
            </a:r>
          </a:p>
          <a:p>
            <a:pPr>
              <a:buNone/>
            </a:pPr>
            <a:r>
              <a:rPr lang="en-IN" sz="1800" b="0" i="0" dirty="0">
                <a:solidFill>
                  <a:srgbClr val="0000FF"/>
                </a:solidFill>
                <a:effectLst/>
                <a:latin typeface="Menlo"/>
              </a:rPr>
              <a:t>(n2m1/(n1m1+n2m1))*S2;</a:t>
            </a:r>
          </a:p>
          <a:p>
            <a:pPr>
              <a:buNone/>
            </a:pPr>
            <a:r>
              <a:rPr lang="en-IN" sz="1800" b="0" i="0" dirty="0" err="1">
                <a:solidFill>
                  <a:srgbClr val="0000FF"/>
                </a:solidFill>
                <a:effectLst/>
                <a:latin typeface="Menlo"/>
              </a:rPr>
              <a:t>Spooledinv</a:t>
            </a:r>
            <a:r>
              <a:rPr lang="en-IN" sz="1800" b="0" i="0" dirty="0">
                <a:solidFill>
                  <a:srgbClr val="0000FF"/>
                </a:solidFill>
                <a:effectLst/>
                <a:latin typeface="Menlo"/>
              </a:rPr>
              <a:t>=</a:t>
            </a:r>
            <a:r>
              <a:rPr lang="en-IN" sz="1800" b="0" i="0" dirty="0" err="1">
                <a:solidFill>
                  <a:srgbClr val="0000FF"/>
                </a:solidFill>
                <a:effectLst/>
                <a:latin typeface="Menlo"/>
              </a:rPr>
              <a:t>inv</a:t>
            </a:r>
            <a:r>
              <a:rPr lang="en-IN" sz="1800" b="0" i="0" dirty="0">
                <a:solidFill>
                  <a:srgbClr val="0000FF"/>
                </a:solidFill>
                <a:effectLst/>
                <a:latin typeface="Menlo"/>
              </a:rPr>
              <a:t>(Spooled);</a:t>
            </a:r>
          </a:p>
          <a:p>
            <a:pPr>
              <a:buNone/>
            </a:pPr>
            <a:r>
              <a:rPr lang="en-IN" sz="1800" b="0" i="0" dirty="0" err="1">
                <a:solidFill>
                  <a:schemeClr val="bg1"/>
                </a:solidFill>
                <a:effectLst/>
                <a:latin typeface="Menlo"/>
              </a:rPr>
              <a:t>diffp</a:t>
            </a:r>
            <a:r>
              <a:rPr lang="en-IN" sz="1800" b="0" i="0" dirty="0">
                <a:solidFill>
                  <a:schemeClr val="bg1"/>
                </a:solidFill>
                <a:effectLst/>
                <a:latin typeface="Menlo"/>
              </a:rPr>
              <a:t>=(x1bar-x2bar)';</a:t>
            </a:r>
          </a:p>
          <a:p>
            <a:pPr>
              <a:buNone/>
            </a:pPr>
            <a:r>
              <a:rPr lang="en-IN" sz="1800" b="0" i="0" dirty="0" err="1">
                <a:solidFill>
                  <a:schemeClr val="bg1"/>
                </a:solidFill>
                <a:effectLst/>
                <a:latin typeface="Menlo"/>
              </a:rPr>
              <a:t>ahatp</a:t>
            </a:r>
            <a:r>
              <a:rPr lang="en-IN" sz="1800" b="0" i="0" dirty="0">
                <a:solidFill>
                  <a:schemeClr val="bg1"/>
                </a:solidFill>
                <a:effectLst/>
                <a:latin typeface="Menlo"/>
              </a:rPr>
              <a:t> = </a:t>
            </a:r>
            <a:r>
              <a:rPr lang="en-IN" sz="1800" b="0" i="0" dirty="0" err="1">
                <a:solidFill>
                  <a:schemeClr val="bg1"/>
                </a:solidFill>
                <a:effectLst/>
                <a:latin typeface="Menlo"/>
              </a:rPr>
              <a:t>diffp</a:t>
            </a:r>
            <a:r>
              <a:rPr lang="en-IN" sz="1800" b="0" i="0" dirty="0">
                <a:solidFill>
                  <a:schemeClr val="bg1"/>
                </a:solidFill>
                <a:effectLst/>
                <a:latin typeface="Menlo"/>
              </a:rPr>
              <a:t>*</a:t>
            </a:r>
            <a:r>
              <a:rPr lang="en-IN" sz="1800" b="0" i="0" dirty="0" err="1">
                <a:solidFill>
                  <a:schemeClr val="bg1"/>
                </a:solidFill>
                <a:effectLst/>
                <a:latin typeface="Menlo"/>
              </a:rPr>
              <a:t>Spooledinv</a:t>
            </a:r>
            <a:r>
              <a:rPr lang="en-IN" sz="1800" b="0" i="0" dirty="0">
                <a:solidFill>
                  <a:schemeClr val="bg1"/>
                </a:solidFill>
                <a:effectLst/>
                <a:latin typeface="Menlo"/>
              </a:rPr>
              <a:t>;</a:t>
            </a:r>
          </a:p>
          <a:p>
            <a:pPr>
              <a:buNone/>
            </a:pPr>
            <a:r>
              <a:rPr lang="en-IN" sz="1800" b="0" i="0" dirty="0">
                <a:solidFill>
                  <a:schemeClr val="bg1"/>
                </a:solidFill>
                <a:effectLst/>
                <a:latin typeface="Menlo"/>
              </a:rPr>
              <a:t>y1bar=</a:t>
            </a:r>
            <a:r>
              <a:rPr lang="en-IN" sz="1800" b="0" i="0" dirty="0" err="1">
                <a:solidFill>
                  <a:schemeClr val="bg1"/>
                </a:solidFill>
                <a:effectLst/>
                <a:latin typeface="Menlo"/>
              </a:rPr>
              <a:t>ahatp</a:t>
            </a:r>
            <a:r>
              <a:rPr lang="en-IN" sz="1800" b="0" i="0" dirty="0">
                <a:solidFill>
                  <a:schemeClr val="bg1"/>
                </a:solidFill>
                <a:effectLst/>
                <a:latin typeface="Menlo"/>
              </a:rPr>
              <a:t>*x1bar;</a:t>
            </a:r>
          </a:p>
          <a:p>
            <a:pPr>
              <a:buNone/>
            </a:pPr>
            <a:r>
              <a:rPr lang="en-IN" sz="1800" b="0" i="0" dirty="0">
                <a:solidFill>
                  <a:schemeClr val="bg1"/>
                </a:solidFill>
                <a:effectLst/>
                <a:latin typeface="Menlo"/>
              </a:rPr>
              <a:t>y2bar=</a:t>
            </a:r>
            <a:r>
              <a:rPr lang="en-IN" sz="1800" b="0" i="0" dirty="0" err="1">
                <a:solidFill>
                  <a:schemeClr val="bg1"/>
                </a:solidFill>
                <a:effectLst/>
                <a:latin typeface="Menlo"/>
              </a:rPr>
              <a:t>ahatp</a:t>
            </a:r>
            <a:r>
              <a:rPr lang="en-IN" sz="1800" b="0" i="0" dirty="0">
                <a:solidFill>
                  <a:schemeClr val="bg1"/>
                </a:solidFill>
                <a:effectLst/>
                <a:latin typeface="Menlo"/>
              </a:rPr>
              <a:t>*x2bar;</a:t>
            </a:r>
          </a:p>
          <a:p>
            <a:pPr>
              <a:buNone/>
            </a:pPr>
            <a:r>
              <a:rPr lang="en-IN" sz="1800" b="0" i="0" dirty="0" err="1">
                <a:solidFill>
                  <a:schemeClr val="bg1"/>
                </a:solidFill>
                <a:effectLst/>
                <a:latin typeface="Menlo"/>
              </a:rPr>
              <a:t>mhat</a:t>
            </a:r>
            <a:r>
              <a:rPr lang="en-IN" sz="1800" b="0" i="0" dirty="0">
                <a:solidFill>
                  <a:schemeClr val="bg1"/>
                </a:solidFill>
                <a:effectLst/>
                <a:latin typeface="Menlo"/>
              </a:rPr>
              <a:t>=0.5*(y1bar+y2bar);</a:t>
            </a:r>
          </a:p>
          <a:p>
            <a:endParaRPr lang="en-IN" dirty="0">
              <a:solidFill>
                <a:schemeClr val="bg1"/>
              </a:solidFill>
            </a:endParaRPr>
          </a:p>
        </p:txBody>
      </p:sp>
      <p:pic>
        <p:nvPicPr>
          <p:cNvPr id="7" name="Picture 6">
            <a:extLst>
              <a:ext uri="{FF2B5EF4-FFF2-40B4-BE49-F238E27FC236}">
                <a16:creationId xmlns:a16="http://schemas.microsoft.com/office/drawing/2014/main" id="{08FA0B1C-5349-B1F6-028C-AFD389B5A365}"/>
              </a:ext>
            </a:extLst>
          </p:cNvPr>
          <p:cNvPicPr>
            <a:picLocks noChangeAspect="1"/>
          </p:cNvPicPr>
          <p:nvPr/>
        </p:nvPicPr>
        <p:blipFill>
          <a:blip r:embed="rId2"/>
          <a:stretch>
            <a:fillRect/>
          </a:stretch>
        </p:blipFill>
        <p:spPr>
          <a:xfrm>
            <a:off x="4721039" y="825700"/>
            <a:ext cx="7238350" cy="1713219"/>
          </a:xfrm>
          <a:prstGeom prst="rect">
            <a:avLst/>
          </a:prstGeom>
        </p:spPr>
      </p:pic>
      <p:pic>
        <p:nvPicPr>
          <p:cNvPr id="8" name="Picture 7">
            <a:extLst>
              <a:ext uri="{FF2B5EF4-FFF2-40B4-BE49-F238E27FC236}">
                <a16:creationId xmlns:a16="http://schemas.microsoft.com/office/drawing/2014/main" id="{D1E3C5F7-A0BA-DE4B-33DB-DF844DC9AF06}"/>
              </a:ext>
            </a:extLst>
          </p:cNvPr>
          <p:cNvPicPr>
            <a:picLocks noChangeAspect="1"/>
          </p:cNvPicPr>
          <p:nvPr/>
        </p:nvPicPr>
        <p:blipFill>
          <a:blip r:embed="rId3"/>
          <a:stretch>
            <a:fillRect/>
          </a:stretch>
        </p:blipFill>
        <p:spPr>
          <a:xfrm>
            <a:off x="2822561" y="5452803"/>
            <a:ext cx="9369439" cy="1096972"/>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09A9FA4-BE26-BE69-2EA1-AB6CA366117C}"/>
                  </a:ext>
                </a:extLst>
              </p14:cNvPr>
              <p14:cNvContentPartPr/>
              <p14:nvPr/>
            </p14:nvContentPartPr>
            <p14:xfrm>
              <a:off x="3152513" y="1600080"/>
              <a:ext cx="16560" cy="6120"/>
            </p14:xfrm>
          </p:contentPart>
        </mc:Choice>
        <mc:Fallback>
          <p:pic>
            <p:nvPicPr>
              <p:cNvPr id="2" name="Ink 1">
                <a:extLst>
                  <a:ext uri="{FF2B5EF4-FFF2-40B4-BE49-F238E27FC236}">
                    <a16:creationId xmlns:a16="http://schemas.microsoft.com/office/drawing/2014/main" id="{E09A9FA4-BE26-BE69-2EA1-AB6CA366117C}"/>
                  </a:ext>
                </a:extLst>
              </p:cNvPr>
              <p:cNvPicPr/>
              <p:nvPr/>
            </p:nvPicPr>
            <p:blipFill>
              <a:blip r:embed="rId5"/>
              <a:stretch>
                <a:fillRect/>
              </a:stretch>
            </p:blipFill>
            <p:spPr>
              <a:xfrm>
                <a:off x="3146393" y="1593960"/>
                <a:ext cx="2880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5229F7D2-8E5C-D011-ECDA-FFD45D83971B}"/>
                  </a:ext>
                </a:extLst>
              </p14:cNvPr>
              <p14:cNvContentPartPr/>
              <p14:nvPr/>
            </p14:nvContentPartPr>
            <p14:xfrm>
              <a:off x="2189160" y="1350360"/>
              <a:ext cx="9639000" cy="4171320"/>
            </p14:xfrm>
          </p:contentPart>
        </mc:Choice>
        <mc:Fallback>
          <p:pic>
            <p:nvPicPr>
              <p:cNvPr id="3" name="Ink 2">
                <a:extLst>
                  <a:ext uri="{FF2B5EF4-FFF2-40B4-BE49-F238E27FC236}">
                    <a16:creationId xmlns:a16="http://schemas.microsoft.com/office/drawing/2014/main" id="{5229F7D2-8E5C-D011-ECDA-FFD45D83971B}"/>
                  </a:ext>
                </a:extLst>
              </p:cNvPr>
              <p:cNvPicPr/>
              <p:nvPr/>
            </p:nvPicPr>
            <p:blipFill>
              <a:blip r:embed="rId7"/>
              <a:stretch>
                <a:fillRect/>
              </a:stretch>
            </p:blipFill>
            <p:spPr>
              <a:xfrm>
                <a:off x="2179800" y="1341000"/>
                <a:ext cx="9657720" cy="4190040"/>
              </a:xfrm>
              <a:prstGeom prst="rect">
                <a:avLst/>
              </a:prstGeom>
            </p:spPr>
          </p:pic>
        </mc:Fallback>
      </mc:AlternateContent>
    </p:spTree>
    <p:extLst>
      <p:ext uri="{BB962C8B-B14F-4D97-AF65-F5344CB8AC3E}">
        <p14:creationId xmlns:p14="http://schemas.microsoft.com/office/powerpoint/2010/main" val="4956483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E4CCCE-E12D-D62B-9363-5FD5B053896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8908C9C0-FD4B-5C62-8AE8-FA2355953412}"/>
              </a:ext>
            </a:extLst>
          </p:cNvPr>
          <p:cNvSpPr>
            <a:spLocks noGrp="1"/>
          </p:cNvSpPr>
          <p:nvPr>
            <p:ph type="ctrTitle"/>
          </p:nvPr>
        </p:nvSpPr>
        <p:spPr>
          <a:xfrm>
            <a:off x="565179" y="-17619"/>
            <a:ext cx="11571136" cy="589235"/>
          </a:xfrm>
        </p:spPr>
        <p:txBody>
          <a:bodyPr>
            <a:normAutofit/>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 For Discrimination</a:t>
            </a:r>
          </a:p>
        </p:txBody>
      </p:sp>
      <p:sp>
        <p:nvSpPr>
          <p:cNvPr id="5" name="TextBox 4">
            <a:extLst>
              <a:ext uri="{FF2B5EF4-FFF2-40B4-BE49-F238E27FC236}">
                <a16:creationId xmlns:a16="http://schemas.microsoft.com/office/drawing/2014/main" id="{E3D8FDB7-9783-9378-F5DF-2370064C87DB}"/>
              </a:ext>
            </a:extLst>
          </p:cNvPr>
          <p:cNvSpPr txBox="1"/>
          <p:nvPr/>
        </p:nvSpPr>
        <p:spPr>
          <a:xfrm>
            <a:off x="565179" y="117693"/>
            <a:ext cx="2188724" cy="6463308"/>
          </a:xfrm>
          <a:prstGeom prst="rect">
            <a:avLst/>
          </a:prstGeom>
          <a:noFill/>
        </p:spPr>
        <p:txBody>
          <a:bodyPr wrap="square" rtlCol="0">
            <a:spAutoFit/>
          </a:bodyPr>
          <a:lstStyle/>
          <a:p>
            <a:pPr>
              <a:buNone/>
            </a:pPr>
            <a:r>
              <a:rPr lang="en-IN" sz="1800" b="0" i="0" dirty="0">
                <a:solidFill>
                  <a:schemeClr val="bg1"/>
                </a:solidFill>
                <a:effectLst/>
                <a:latin typeface="Menlo"/>
              </a:rPr>
              <a:t>% Problem 11.8 in</a:t>
            </a:r>
          </a:p>
          <a:p>
            <a:pPr>
              <a:buNone/>
            </a:pPr>
            <a:r>
              <a:rPr lang="en-IN" sz="1800" b="0" i="0" dirty="0">
                <a:solidFill>
                  <a:schemeClr val="bg1"/>
                </a:solidFill>
                <a:effectLst/>
                <a:latin typeface="Menlo"/>
              </a:rPr>
              <a:t>clear all</a:t>
            </a:r>
          </a:p>
          <a:p>
            <a:pPr>
              <a:buNone/>
            </a:pPr>
            <a:r>
              <a:rPr lang="en-IN" sz="1800" b="0" i="0" dirty="0" err="1">
                <a:solidFill>
                  <a:schemeClr val="bg1"/>
                </a:solidFill>
                <a:effectLst/>
                <a:latin typeface="Menlo"/>
              </a:rPr>
              <a:t>clc</a:t>
            </a:r>
            <a:endParaRPr lang="en-IN" sz="1800" b="0" i="0" dirty="0">
              <a:solidFill>
                <a:schemeClr val="bg1"/>
              </a:solidFill>
              <a:effectLst/>
              <a:latin typeface="Menlo"/>
            </a:endParaRPr>
          </a:p>
          <a:p>
            <a:pPr>
              <a:buNone/>
            </a:pPr>
            <a:r>
              <a:rPr lang="en-IN" sz="1800" b="0" i="0" dirty="0">
                <a:solidFill>
                  <a:schemeClr val="bg1"/>
                </a:solidFill>
                <a:effectLst/>
                <a:latin typeface="Menlo"/>
              </a:rPr>
              <a:t>Group1 = [</a:t>
            </a:r>
          </a:p>
          <a:p>
            <a:pPr>
              <a:buNone/>
            </a:pPr>
            <a:r>
              <a:rPr lang="en-IN" sz="1800" b="0" i="0" dirty="0">
                <a:solidFill>
                  <a:schemeClr val="bg1"/>
                </a:solidFill>
                <a:effectLst/>
                <a:latin typeface="Menlo"/>
              </a:rPr>
              <a:t>-0.0056 -0.1657</a:t>
            </a:r>
          </a:p>
          <a:p>
            <a:pPr>
              <a:buNone/>
            </a:pPr>
            <a:r>
              <a:rPr lang="en-IN" sz="1800" b="0" i="0" dirty="0">
                <a:solidFill>
                  <a:schemeClr val="bg1"/>
                </a:solidFill>
                <a:effectLst/>
                <a:latin typeface="Menlo"/>
              </a:rPr>
              <a:t>-0.1698 -0.1585</a:t>
            </a:r>
          </a:p>
          <a:p>
            <a:pPr>
              <a:buNone/>
            </a:pPr>
            <a:r>
              <a:rPr lang="en-IN" sz="1800" b="0" i="0" dirty="0">
                <a:solidFill>
                  <a:schemeClr val="bg1"/>
                </a:solidFill>
                <a:effectLst/>
                <a:latin typeface="Menlo"/>
              </a:rPr>
              <a:t>-0.3469 -0.1879</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0.1507 0.0933</a:t>
            </a:r>
          </a:p>
          <a:p>
            <a:pPr>
              <a:buNone/>
            </a:pPr>
            <a:r>
              <a:rPr lang="en-IN" sz="1800" b="0" i="0" dirty="0">
                <a:solidFill>
                  <a:schemeClr val="bg1"/>
                </a:solidFill>
                <a:effectLst/>
                <a:latin typeface="Menlo"/>
              </a:rPr>
              <a:t>-0.1259 -0.0669</a:t>
            </a:r>
          </a:p>
          <a:p>
            <a:pPr>
              <a:buNone/>
            </a:pPr>
            <a:r>
              <a:rPr lang="en-IN" sz="1800" b="0" i="0" dirty="0">
                <a:solidFill>
                  <a:schemeClr val="bg1"/>
                </a:solidFill>
                <a:effectLst/>
                <a:latin typeface="Menlo"/>
              </a:rPr>
              <a:t>-0.1551 -0.1232</a:t>
            </a:r>
          </a:p>
          <a:p>
            <a:pPr>
              <a:buNone/>
            </a:pPr>
            <a:r>
              <a:rPr lang="en-IN" sz="1800" b="0" i="0" dirty="0">
                <a:solidFill>
                  <a:schemeClr val="bg1"/>
                </a:solidFill>
                <a:effectLst/>
                <a:latin typeface="Menlo"/>
              </a:rPr>
              <a:t>-0.1952 -0.1007</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-0.1972 -0.0607</a:t>
            </a:r>
          </a:p>
          <a:p>
            <a:pPr>
              <a:buNone/>
            </a:pPr>
            <a:r>
              <a:rPr lang="en-IN" sz="1800" b="0" i="0" dirty="0">
                <a:solidFill>
                  <a:schemeClr val="bg1"/>
                </a:solidFill>
                <a:effectLst/>
                <a:latin typeface="Menlo"/>
              </a:rPr>
              <a:t>-0.0867 -0.056 ];</a:t>
            </a:r>
          </a:p>
          <a:p>
            <a:pPr>
              <a:buNone/>
            </a:pPr>
            <a:r>
              <a:rPr lang="en-IN" sz="1800" b="0" i="0" dirty="0">
                <a:solidFill>
                  <a:schemeClr val="bg1"/>
                </a:solidFill>
                <a:effectLst/>
                <a:latin typeface="Menlo"/>
              </a:rPr>
              <a:t>Group2= [</a:t>
            </a:r>
          </a:p>
          <a:p>
            <a:pPr>
              <a:buNone/>
            </a:pPr>
            <a:r>
              <a:rPr lang="en-IN" sz="1800" b="0" i="0" dirty="0">
                <a:solidFill>
                  <a:schemeClr val="bg1"/>
                </a:solidFill>
                <a:effectLst/>
                <a:latin typeface="Menlo"/>
              </a:rPr>
              <a:t>-0.3478 0.1151</a:t>
            </a:r>
          </a:p>
          <a:p>
            <a:pPr>
              <a:buNone/>
            </a:pPr>
            <a:r>
              <a:rPr lang="en-IN" sz="1800" b="0" i="0" dirty="0">
                <a:solidFill>
                  <a:schemeClr val="bg1"/>
                </a:solidFill>
                <a:effectLst/>
                <a:latin typeface="Menlo"/>
              </a:rPr>
              <a:t>-0.3618 -0.2008</a:t>
            </a:r>
          </a:p>
          <a:p>
            <a:pPr>
              <a:buNone/>
            </a:pPr>
            <a:r>
              <a:rPr lang="en-IN" sz="1800" b="0" i="0" dirty="0">
                <a:solidFill>
                  <a:schemeClr val="bg1"/>
                </a:solidFill>
                <a:effectLst/>
                <a:latin typeface="Menlo"/>
              </a:rPr>
              <a:t>-0.4986 -0.086</a:t>
            </a:r>
          </a:p>
          <a:p>
            <a:pPr>
              <a:buNone/>
            </a:pPr>
            <a:r>
              <a:rPr lang="en-IN" sz="1800" b="0" i="0" dirty="0">
                <a:solidFill>
                  <a:schemeClr val="bg1"/>
                </a:solidFill>
                <a:effectLst/>
                <a:latin typeface="Menlo"/>
              </a:rPr>
              <a:t>           …</a:t>
            </a:r>
          </a:p>
          <a:p>
            <a:pPr>
              <a:buNone/>
            </a:pPr>
            <a:r>
              <a:rPr lang="en-IN" sz="1800" b="0" i="0" dirty="0">
                <a:solidFill>
                  <a:schemeClr val="bg1"/>
                </a:solidFill>
                <a:effectLst/>
                <a:latin typeface="Menlo"/>
              </a:rPr>
              <a:t>-0.2444 0.1614</a:t>
            </a:r>
          </a:p>
          <a:p>
            <a:pPr>
              <a:buNone/>
            </a:pPr>
            <a:r>
              <a:rPr lang="en-IN" sz="1800" b="0" i="0" dirty="0">
                <a:solidFill>
                  <a:schemeClr val="bg1"/>
                </a:solidFill>
                <a:effectLst/>
                <a:latin typeface="Menlo"/>
              </a:rPr>
              <a:t>-0.4784 0.0282</a:t>
            </a:r>
          </a:p>
          <a:p>
            <a:pPr>
              <a:buNone/>
            </a:pPr>
            <a:r>
              <a:rPr lang="en-IN" sz="1800" b="0" i="0" dirty="0">
                <a:solidFill>
                  <a:schemeClr val="bg1"/>
                </a:solidFill>
                <a:effectLst/>
                <a:latin typeface="Menlo"/>
              </a:rPr>
              <a:t>];</a:t>
            </a:r>
            <a:endParaRPr lang="en-IN" dirty="0">
              <a:solidFill>
                <a:schemeClr val="bg1"/>
              </a:solidFill>
            </a:endParaRPr>
          </a:p>
        </p:txBody>
      </p:sp>
      <p:sp>
        <p:nvSpPr>
          <p:cNvPr id="6" name="TextBox 5">
            <a:extLst>
              <a:ext uri="{FF2B5EF4-FFF2-40B4-BE49-F238E27FC236}">
                <a16:creationId xmlns:a16="http://schemas.microsoft.com/office/drawing/2014/main" id="{6D523920-BDB2-903E-BB94-BA87B4753CC1}"/>
              </a:ext>
            </a:extLst>
          </p:cNvPr>
          <p:cNvSpPr txBox="1"/>
          <p:nvPr/>
        </p:nvSpPr>
        <p:spPr>
          <a:xfrm>
            <a:off x="3035059" y="862573"/>
            <a:ext cx="3878095" cy="4801314"/>
          </a:xfrm>
          <a:prstGeom prst="rect">
            <a:avLst/>
          </a:prstGeom>
          <a:noFill/>
        </p:spPr>
        <p:txBody>
          <a:bodyPr wrap="square" rtlCol="0">
            <a:spAutoFit/>
          </a:bodyPr>
          <a:lstStyle/>
          <a:p>
            <a:pPr>
              <a:buNone/>
            </a:pPr>
            <a:r>
              <a:rPr lang="en-IN" sz="1800" b="0" i="0" dirty="0">
                <a:solidFill>
                  <a:schemeClr val="bg1"/>
                </a:solidFill>
                <a:effectLst/>
                <a:latin typeface="Menlo"/>
              </a:rPr>
              <a:t>div1=length(Group1);</a:t>
            </a:r>
          </a:p>
          <a:p>
            <a:pPr>
              <a:buNone/>
            </a:pPr>
            <a:r>
              <a:rPr lang="en-IN" sz="1800" b="0" i="0" dirty="0">
                <a:solidFill>
                  <a:schemeClr val="bg1"/>
                </a:solidFill>
                <a:effectLst/>
                <a:latin typeface="Menlo"/>
              </a:rPr>
              <a:t>div2=length(Group2);</a:t>
            </a:r>
          </a:p>
          <a:p>
            <a:pPr>
              <a:buNone/>
            </a:pPr>
            <a:r>
              <a:rPr lang="en-IN" sz="1800" b="0" i="0" dirty="0">
                <a:solidFill>
                  <a:schemeClr val="bg1"/>
                </a:solidFill>
                <a:effectLst/>
                <a:latin typeface="Menlo"/>
              </a:rPr>
              <a:t>x1bar=mean(Group1)';</a:t>
            </a:r>
          </a:p>
          <a:p>
            <a:pPr>
              <a:buNone/>
            </a:pPr>
            <a:r>
              <a:rPr lang="en-IN" sz="1800" b="0" i="0" dirty="0">
                <a:solidFill>
                  <a:schemeClr val="bg1"/>
                </a:solidFill>
                <a:effectLst/>
                <a:latin typeface="Menlo"/>
              </a:rPr>
              <a:t>x2bar=mean(Group2)';</a:t>
            </a:r>
          </a:p>
          <a:p>
            <a:pPr>
              <a:buNone/>
            </a:pPr>
            <a:r>
              <a:rPr lang="en-IN" sz="1800" b="0" i="0" dirty="0">
                <a:solidFill>
                  <a:schemeClr val="bg1"/>
                </a:solidFill>
                <a:effectLst/>
                <a:latin typeface="Menlo"/>
              </a:rPr>
              <a:t>S1=</a:t>
            </a:r>
            <a:r>
              <a:rPr lang="en-IN" sz="1800" b="0" i="0" dirty="0" err="1">
                <a:solidFill>
                  <a:schemeClr val="bg1"/>
                </a:solidFill>
                <a:effectLst/>
                <a:latin typeface="Menlo"/>
              </a:rPr>
              <a:t>cov</a:t>
            </a:r>
            <a:r>
              <a:rPr lang="en-IN" sz="1800" b="0" i="0" dirty="0">
                <a:solidFill>
                  <a:schemeClr val="bg1"/>
                </a:solidFill>
                <a:effectLst/>
                <a:latin typeface="Menlo"/>
              </a:rPr>
              <a:t>(Group1);</a:t>
            </a:r>
          </a:p>
          <a:p>
            <a:pPr>
              <a:buNone/>
            </a:pPr>
            <a:r>
              <a:rPr lang="en-IN" sz="1800" b="0" i="0" dirty="0">
                <a:solidFill>
                  <a:schemeClr val="bg1"/>
                </a:solidFill>
                <a:effectLst/>
                <a:latin typeface="Menlo"/>
              </a:rPr>
              <a:t>S2=</a:t>
            </a:r>
            <a:r>
              <a:rPr lang="en-IN" sz="1800" b="0" i="0" dirty="0" err="1">
                <a:solidFill>
                  <a:schemeClr val="bg1"/>
                </a:solidFill>
                <a:effectLst/>
                <a:latin typeface="Menlo"/>
              </a:rPr>
              <a:t>cov</a:t>
            </a:r>
            <a:r>
              <a:rPr lang="en-IN" sz="1800" b="0" i="0" dirty="0">
                <a:solidFill>
                  <a:schemeClr val="bg1"/>
                </a:solidFill>
                <a:effectLst/>
                <a:latin typeface="Menlo"/>
              </a:rPr>
              <a:t>(Group2);</a:t>
            </a:r>
          </a:p>
          <a:p>
            <a:pPr>
              <a:buNone/>
            </a:pPr>
            <a:r>
              <a:rPr lang="en-IN" sz="1800" b="0" i="0" dirty="0">
                <a:solidFill>
                  <a:schemeClr val="bg1"/>
                </a:solidFill>
                <a:effectLst/>
                <a:latin typeface="Menlo"/>
              </a:rPr>
              <a:t>n1m1=div1-1;</a:t>
            </a:r>
          </a:p>
          <a:p>
            <a:pPr>
              <a:buNone/>
            </a:pPr>
            <a:r>
              <a:rPr lang="en-IN" sz="1800" b="0" i="0" dirty="0">
                <a:solidFill>
                  <a:schemeClr val="bg1"/>
                </a:solidFill>
                <a:effectLst/>
                <a:latin typeface="Menlo"/>
              </a:rPr>
              <a:t>n2m1=div2-1;</a:t>
            </a:r>
          </a:p>
          <a:p>
            <a:pPr>
              <a:buNone/>
            </a:pPr>
            <a:r>
              <a:rPr lang="en-IN" sz="1800" b="0" i="0" dirty="0">
                <a:solidFill>
                  <a:schemeClr val="bg1"/>
                </a:solidFill>
                <a:effectLst/>
                <a:latin typeface="Menlo"/>
              </a:rPr>
              <a:t>Spooled=(n1m1/(n1m1+n2m1))*S1+</a:t>
            </a:r>
          </a:p>
          <a:p>
            <a:pPr>
              <a:buNone/>
            </a:pPr>
            <a:r>
              <a:rPr lang="en-IN" sz="1800" b="0" i="0" dirty="0">
                <a:solidFill>
                  <a:schemeClr val="bg1"/>
                </a:solidFill>
                <a:effectLst/>
                <a:latin typeface="Menlo"/>
              </a:rPr>
              <a:t>(n2m1/(n1m1+n2m1))*S2;</a:t>
            </a:r>
          </a:p>
          <a:p>
            <a:pPr>
              <a:buNone/>
            </a:pPr>
            <a:r>
              <a:rPr lang="en-IN" sz="1800" b="0" i="0" dirty="0" err="1">
                <a:solidFill>
                  <a:srgbClr val="0000FF"/>
                </a:solidFill>
                <a:effectLst/>
                <a:latin typeface="Menlo"/>
              </a:rPr>
              <a:t>Spooledinv</a:t>
            </a:r>
            <a:r>
              <a:rPr lang="en-IN" sz="1800" b="0" i="0" dirty="0">
                <a:solidFill>
                  <a:srgbClr val="0000FF"/>
                </a:solidFill>
                <a:effectLst/>
                <a:latin typeface="Menlo"/>
              </a:rPr>
              <a:t>=</a:t>
            </a:r>
            <a:r>
              <a:rPr lang="en-IN" sz="1800" b="0" i="0" dirty="0" err="1">
                <a:solidFill>
                  <a:srgbClr val="0000FF"/>
                </a:solidFill>
                <a:effectLst/>
                <a:latin typeface="Menlo"/>
              </a:rPr>
              <a:t>inv</a:t>
            </a:r>
            <a:r>
              <a:rPr lang="en-IN" sz="1800" b="0" i="0" dirty="0">
                <a:solidFill>
                  <a:srgbClr val="0000FF"/>
                </a:solidFill>
                <a:effectLst/>
                <a:latin typeface="Menlo"/>
              </a:rPr>
              <a:t>(Spooled);</a:t>
            </a:r>
          </a:p>
          <a:p>
            <a:pPr>
              <a:buNone/>
            </a:pPr>
            <a:r>
              <a:rPr lang="en-IN" sz="1800" b="0" i="0" dirty="0" err="1">
                <a:solidFill>
                  <a:srgbClr val="0000FF"/>
                </a:solidFill>
                <a:effectLst/>
                <a:latin typeface="Menlo"/>
              </a:rPr>
              <a:t>diffp</a:t>
            </a:r>
            <a:r>
              <a:rPr lang="en-IN" sz="1800" b="0" i="0" dirty="0">
                <a:solidFill>
                  <a:srgbClr val="0000FF"/>
                </a:solidFill>
                <a:effectLst/>
                <a:latin typeface="Menlo"/>
              </a:rPr>
              <a:t>=(x1bar-x2bar)';</a:t>
            </a:r>
          </a:p>
          <a:p>
            <a:pPr>
              <a:buNone/>
            </a:pPr>
            <a:r>
              <a:rPr lang="en-IN" sz="1800" b="0" i="0" dirty="0" err="1">
                <a:solidFill>
                  <a:srgbClr val="0000FF"/>
                </a:solidFill>
                <a:effectLst/>
                <a:latin typeface="Menlo"/>
              </a:rPr>
              <a:t>ahatp</a:t>
            </a:r>
            <a:r>
              <a:rPr lang="en-IN" sz="1800" b="0" i="0" dirty="0">
                <a:solidFill>
                  <a:srgbClr val="0000FF"/>
                </a:solidFill>
                <a:effectLst/>
                <a:latin typeface="Menlo"/>
              </a:rPr>
              <a:t> = </a:t>
            </a:r>
            <a:r>
              <a:rPr lang="en-IN" sz="1800" b="0" i="0" dirty="0" err="1">
                <a:solidFill>
                  <a:srgbClr val="0000FF"/>
                </a:solidFill>
                <a:effectLst/>
                <a:latin typeface="Menlo"/>
              </a:rPr>
              <a:t>diffp</a:t>
            </a:r>
            <a:r>
              <a:rPr lang="en-IN" sz="1800" b="0" i="0" dirty="0">
                <a:solidFill>
                  <a:srgbClr val="0000FF"/>
                </a:solidFill>
                <a:effectLst/>
                <a:latin typeface="Menlo"/>
              </a:rPr>
              <a:t>*</a:t>
            </a:r>
            <a:r>
              <a:rPr lang="en-IN" sz="1800" b="0" i="0" dirty="0" err="1">
                <a:solidFill>
                  <a:srgbClr val="0000FF"/>
                </a:solidFill>
                <a:effectLst/>
                <a:latin typeface="Menlo"/>
              </a:rPr>
              <a:t>Spooledinv</a:t>
            </a:r>
            <a:r>
              <a:rPr lang="en-IN" sz="1800" b="0" i="0" dirty="0">
                <a:solidFill>
                  <a:srgbClr val="0000FF"/>
                </a:solidFill>
                <a:effectLst/>
                <a:latin typeface="Menlo"/>
              </a:rPr>
              <a:t>;</a:t>
            </a:r>
          </a:p>
          <a:p>
            <a:pPr>
              <a:buNone/>
            </a:pPr>
            <a:r>
              <a:rPr lang="en-IN" sz="1800" b="0" i="0" dirty="0">
                <a:solidFill>
                  <a:srgbClr val="0000FF"/>
                </a:solidFill>
                <a:effectLst/>
                <a:latin typeface="Menlo"/>
              </a:rPr>
              <a:t>y1bar=</a:t>
            </a:r>
            <a:r>
              <a:rPr lang="en-IN" sz="1800" b="0" i="0" dirty="0" err="1">
                <a:solidFill>
                  <a:srgbClr val="0000FF"/>
                </a:solidFill>
                <a:effectLst/>
                <a:latin typeface="Menlo"/>
              </a:rPr>
              <a:t>ahatp</a:t>
            </a:r>
            <a:r>
              <a:rPr lang="en-IN" sz="1800" b="0" i="0" dirty="0">
                <a:solidFill>
                  <a:srgbClr val="0000FF"/>
                </a:solidFill>
                <a:effectLst/>
                <a:latin typeface="Menlo"/>
              </a:rPr>
              <a:t>*x1bar;</a:t>
            </a:r>
          </a:p>
          <a:p>
            <a:pPr>
              <a:buNone/>
            </a:pPr>
            <a:r>
              <a:rPr lang="en-IN" sz="1800" b="0" i="0" dirty="0">
                <a:solidFill>
                  <a:srgbClr val="0000FF"/>
                </a:solidFill>
                <a:effectLst/>
                <a:latin typeface="Menlo"/>
              </a:rPr>
              <a:t>y2bar=</a:t>
            </a:r>
            <a:r>
              <a:rPr lang="en-IN" sz="1800" b="0" i="0" dirty="0" err="1">
                <a:solidFill>
                  <a:srgbClr val="0000FF"/>
                </a:solidFill>
                <a:effectLst/>
                <a:latin typeface="Menlo"/>
              </a:rPr>
              <a:t>ahatp</a:t>
            </a:r>
            <a:r>
              <a:rPr lang="en-IN" sz="1800" b="0" i="0" dirty="0">
                <a:solidFill>
                  <a:srgbClr val="0000FF"/>
                </a:solidFill>
                <a:effectLst/>
                <a:latin typeface="Menlo"/>
              </a:rPr>
              <a:t>*x2bar;</a:t>
            </a:r>
          </a:p>
          <a:p>
            <a:pPr>
              <a:buNone/>
            </a:pPr>
            <a:r>
              <a:rPr lang="en-IN" sz="1800" b="0" i="0" dirty="0" err="1">
                <a:solidFill>
                  <a:srgbClr val="0000FF"/>
                </a:solidFill>
                <a:effectLst/>
                <a:latin typeface="Menlo"/>
              </a:rPr>
              <a:t>mhat</a:t>
            </a:r>
            <a:r>
              <a:rPr lang="en-IN" sz="1800" b="0" i="0" dirty="0">
                <a:solidFill>
                  <a:srgbClr val="0000FF"/>
                </a:solidFill>
                <a:effectLst/>
                <a:latin typeface="Menlo"/>
              </a:rPr>
              <a:t>=0.5*(y1bar+y2bar);</a:t>
            </a:r>
          </a:p>
          <a:p>
            <a:endParaRPr lang="en-IN" dirty="0">
              <a:solidFill>
                <a:schemeClr val="bg1"/>
              </a:solidFill>
            </a:endParaRPr>
          </a:p>
        </p:txBody>
      </p:sp>
      <p:pic>
        <p:nvPicPr>
          <p:cNvPr id="2" name="Picture 1">
            <a:extLst>
              <a:ext uri="{FF2B5EF4-FFF2-40B4-BE49-F238E27FC236}">
                <a16:creationId xmlns:a16="http://schemas.microsoft.com/office/drawing/2014/main" id="{8717EEBA-B871-40E1-D4F1-8FCAA3DD16A2}"/>
              </a:ext>
            </a:extLst>
          </p:cNvPr>
          <p:cNvPicPr>
            <a:picLocks noChangeAspect="1"/>
          </p:cNvPicPr>
          <p:nvPr/>
        </p:nvPicPr>
        <p:blipFill>
          <a:blip r:embed="rId2"/>
          <a:stretch>
            <a:fillRect/>
          </a:stretch>
        </p:blipFill>
        <p:spPr>
          <a:xfrm>
            <a:off x="6768614" y="2031786"/>
            <a:ext cx="4764803" cy="771003"/>
          </a:xfrm>
          <a:prstGeom prst="rect">
            <a:avLst/>
          </a:prstGeom>
        </p:spPr>
      </p:pic>
      <p:pic>
        <p:nvPicPr>
          <p:cNvPr id="3" name="Picture 2">
            <a:extLst>
              <a:ext uri="{FF2B5EF4-FFF2-40B4-BE49-F238E27FC236}">
                <a16:creationId xmlns:a16="http://schemas.microsoft.com/office/drawing/2014/main" id="{3CECBC09-8182-7667-E1F2-25FA8875A835}"/>
              </a:ext>
            </a:extLst>
          </p:cNvPr>
          <p:cNvPicPr>
            <a:picLocks noChangeAspect="1"/>
          </p:cNvPicPr>
          <p:nvPr/>
        </p:nvPicPr>
        <p:blipFill>
          <a:blip r:embed="rId3"/>
          <a:stretch>
            <a:fillRect/>
          </a:stretch>
        </p:blipFill>
        <p:spPr>
          <a:xfrm>
            <a:off x="6768614" y="3076127"/>
            <a:ext cx="4764803" cy="1748326"/>
          </a:xfrm>
          <a:prstGeom prst="rect">
            <a:avLst/>
          </a:prstGeom>
        </p:spPr>
      </p:pic>
      <p:pic>
        <p:nvPicPr>
          <p:cNvPr id="4" name="Picture 3">
            <a:extLst>
              <a:ext uri="{FF2B5EF4-FFF2-40B4-BE49-F238E27FC236}">
                <a16:creationId xmlns:a16="http://schemas.microsoft.com/office/drawing/2014/main" id="{8F1DF250-CC8C-9C37-0CD2-4BDB16456637}"/>
              </a:ext>
            </a:extLst>
          </p:cNvPr>
          <p:cNvPicPr>
            <a:picLocks noChangeAspect="1"/>
          </p:cNvPicPr>
          <p:nvPr/>
        </p:nvPicPr>
        <p:blipFill>
          <a:blip r:embed="rId4"/>
          <a:stretch>
            <a:fillRect/>
          </a:stretch>
        </p:blipFill>
        <p:spPr>
          <a:xfrm>
            <a:off x="6695450" y="4811693"/>
            <a:ext cx="4693426" cy="1704387"/>
          </a:xfrm>
          <a:prstGeom prst="rect">
            <a:avLst/>
          </a:prstGeom>
        </p:spPr>
      </p:pic>
      <p:pic>
        <p:nvPicPr>
          <p:cNvPr id="9" name="Picture 8">
            <a:extLst>
              <a:ext uri="{FF2B5EF4-FFF2-40B4-BE49-F238E27FC236}">
                <a16:creationId xmlns:a16="http://schemas.microsoft.com/office/drawing/2014/main" id="{8C13FCAB-2024-E6DB-BA85-4F35EF500879}"/>
              </a:ext>
            </a:extLst>
          </p:cNvPr>
          <p:cNvPicPr>
            <a:picLocks noChangeAspect="1"/>
          </p:cNvPicPr>
          <p:nvPr/>
        </p:nvPicPr>
        <p:blipFill>
          <a:blip r:embed="rId5"/>
          <a:stretch>
            <a:fillRect/>
          </a:stretch>
        </p:blipFill>
        <p:spPr>
          <a:xfrm>
            <a:off x="5471925" y="862573"/>
            <a:ext cx="6720075" cy="786785"/>
          </a:xfrm>
          <a:prstGeom prst="rect">
            <a:avLst/>
          </a:prstGeom>
        </p:spPr>
      </p:pic>
    </p:spTree>
    <p:extLst>
      <p:ext uri="{BB962C8B-B14F-4D97-AF65-F5344CB8AC3E}">
        <p14:creationId xmlns:p14="http://schemas.microsoft.com/office/powerpoint/2010/main" val="41274329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00884E-959A-B27F-F0AE-22700C4CEA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8071C3-3F95-073C-D943-6E0965CA0E35}"/>
              </a:ext>
            </a:extLst>
          </p:cNvPr>
          <p:cNvPicPr>
            <a:picLocks noChangeAspect="1"/>
          </p:cNvPicPr>
          <p:nvPr/>
        </p:nvPicPr>
        <p:blipFill>
          <a:blip r:embed="rId2"/>
          <a:stretch>
            <a:fillRect/>
          </a:stretch>
        </p:blipFill>
        <p:spPr>
          <a:xfrm>
            <a:off x="1818710" y="1459150"/>
            <a:ext cx="8969465" cy="4902740"/>
          </a:xfrm>
          <a:prstGeom prst="rect">
            <a:avLst/>
          </a:prstGeom>
        </p:spPr>
      </p:pic>
      <p:sp>
        <p:nvSpPr>
          <p:cNvPr id="7" name="TextBox 6">
            <a:extLst>
              <a:ext uri="{FF2B5EF4-FFF2-40B4-BE49-F238E27FC236}">
                <a16:creationId xmlns:a16="http://schemas.microsoft.com/office/drawing/2014/main" id="{DABEC7C3-3352-A1E8-7F26-B087F57D00AC}"/>
              </a:ext>
            </a:extLst>
          </p:cNvPr>
          <p:cNvSpPr txBox="1"/>
          <p:nvPr/>
        </p:nvSpPr>
        <p:spPr>
          <a:xfrm>
            <a:off x="2324911" y="389106"/>
            <a:ext cx="8174839" cy="584775"/>
          </a:xfrm>
          <a:prstGeom prst="rect">
            <a:avLst/>
          </a:prstGeom>
          <a:noFill/>
        </p:spPr>
        <p:txBody>
          <a:bodyPr wrap="square">
            <a:spAutoFit/>
          </a:bodyPr>
          <a:lstStyle/>
          <a:p>
            <a:pPr algn="ctr"/>
            <a:r>
              <a:rPr lang="en-US" sz="3200" b="1" dirty="0">
                <a:solidFill>
                  <a:srgbClr val="0070C0"/>
                </a:solidFill>
                <a:latin typeface="Arial" pitchFamily="34" charset="0"/>
                <a:cs typeface="Arial" pitchFamily="34" charset="0"/>
              </a:rPr>
              <a:t>New Data Set for Classification</a:t>
            </a:r>
            <a:endParaRPr lang="en-IN" sz="3200" b="1"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EC22A17-B4BB-2EAD-3181-AA0854201511}"/>
                  </a:ext>
                </a:extLst>
              </p14:cNvPr>
              <p14:cNvContentPartPr/>
              <p14:nvPr/>
            </p14:nvContentPartPr>
            <p14:xfrm>
              <a:off x="9985680" y="2849760"/>
              <a:ext cx="1553400" cy="1260720"/>
            </p14:xfrm>
          </p:contentPart>
        </mc:Choice>
        <mc:Fallback>
          <p:pic>
            <p:nvPicPr>
              <p:cNvPr id="2" name="Ink 1">
                <a:extLst>
                  <a:ext uri="{FF2B5EF4-FFF2-40B4-BE49-F238E27FC236}">
                    <a16:creationId xmlns:a16="http://schemas.microsoft.com/office/drawing/2014/main" id="{0EC22A17-B4BB-2EAD-3181-AA0854201511}"/>
                  </a:ext>
                </a:extLst>
              </p:cNvPr>
              <p:cNvPicPr/>
              <p:nvPr/>
            </p:nvPicPr>
            <p:blipFill>
              <a:blip r:embed="rId4"/>
              <a:stretch>
                <a:fillRect/>
              </a:stretch>
            </p:blipFill>
            <p:spPr>
              <a:xfrm>
                <a:off x="9976320" y="2840400"/>
                <a:ext cx="1572120" cy="1279440"/>
              </a:xfrm>
              <a:prstGeom prst="rect">
                <a:avLst/>
              </a:prstGeom>
            </p:spPr>
          </p:pic>
        </mc:Fallback>
      </mc:AlternateContent>
    </p:spTree>
    <p:extLst>
      <p:ext uri="{BB962C8B-B14F-4D97-AF65-F5344CB8AC3E}">
        <p14:creationId xmlns:p14="http://schemas.microsoft.com/office/powerpoint/2010/main" val="14017433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211FA3-CA08-2F47-066E-C481B8BB29A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8994926C-7DEC-49DF-A8BF-2DA9F11710D8}"/>
              </a:ext>
            </a:extLst>
          </p:cNvPr>
          <p:cNvSpPr>
            <a:spLocks noGrp="1"/>
          </p:cNvSpPr>
          <p:nvPr>
            <p:ph type="ctrTitle"/>
          </p:nvPr>
        </p:nvSpPr>
        <p:spPr>
          <a:xfrm>
            <a:off x="565179" y="-17619"/>
            <a:ext cx="11571136" cy="589235"/>
          </a:xfrm>
        </p:spPr>
        <p:txBody>
          <a:bodyPr>
            <a:normAutofit/>
          </a:bodyPr>
          <a:lstStyle/>
          <a:p>
            <a:pPr algn="ctr"/>
            <a:r>
              <a:rPr lang="en-US" sz="3600" dirty="0">
                <a:solidFill>
                  <a:srgbClr val="0070C0"/>
                </a:solidFill>
                <a:latin typeface="Arial" pitchFamily="34" charset="0"/>
                <a:cs typeface="Arial" pitchFamily="34" charset="0"/>
              </a:rPr>
              <a:t>Code For Classification</a:t>
            </a:r>
          </a:p>
        </p:txBody>
      </p:sp>
      <p:sp>
        <p:nvSpPr>
          <p:cNvPr id="6" name="TextBox 5">
            <a:extLst>
              <a:ext uri="{FF2B5EF4-FFF2-40B4-BE49-F238E27FC236}">
                <a16:creationId xmlns:a16="http://schemas.microsoft.com/office/drawing/2014/main" id="{F3D561D1-EF0F-2502-9236-59D015AD6F0E}"/>
              </a:ext>
            </a:extLst>
          </p:cNvPr>
          <p:cNvSpPr txBox="1"/>
          <p:nvPr/>
        </p:nvSpPr>
        <p:spPr>
          <a:xfrm>
            <a:off x="-70774" y="394692"/>
            <a:ext cx="4555225" cy="6463308"/>
          </a:xfrm>
          <a:prstGeom prst="rect">
            <a:avLst/>
          </a:prstGeom>
          <a:noFill/>
        </p:spPr>
        <p:txBody>
          <a:bodyPr wrap="square" rtlCol="0">
            <a:spAutoFit/>
          </a:bodyPr>
          <a:lstStyle/>
          <a:p>
            <a:pPr>
              <a:buNone/>
            </a:pPr>
            <a:r>
              <a:rPr lang="en-IN" sz="1800" b="0" i="0" dirty="0">
                <a:solidFill>
                  <a:schemeClr val="bg1"/>
                </a:solidFill>
                <a:effectLst/>
                <a:latin typeface="Menlo"/>
              </a:rPr>
              <a:t>% Add following lines to previous code</a:t>
            </a:r>
            <a:endParaRPr lang="en-IN" sz="1800" b="0" i="0" dirty="0">
              <a:solidFill>
                <a:srgbClr val="0000FF"/>
              </a:solidFill>
              <a:effectLst/>
              <a:latin typeface="Menlo"/>
            </a:endParaRPr>
          </a:p>
          <a:p>
            <a:pPr>
              <a:buNone/>
            </a:pPr>
            <a:r>
              <a:rPr lang="en-IN" sz="1800" b="0" i="0" dirty="0">
                <a:solidFill>
                  <a:srgbClr val="0000FF"/>
                </a:solidFill>
                <a:effectLst/>
                <a:latin typeface="Menlo"/>
              </a:rPr>
              <a:t>% For classification New Test Data set </a:t>
            </a:r>
          </a:p>
          <a:p>
            <a:pPr>
              <a:buNone/>
            </a:pPr>
            <a:r>
              <a:rPr lang="en-IN" sz="1800" b="0" i="0" dirty="0" err="1">
                <a:solidFill>
                  <a:srgbClr val="0000FF"/>
                </a:solidFill>
                <a:effectLst/>
                <a:latin typeface="Menlo"/>
              </a:rPr>
              <a:t>Test_Data</a:t>
            </a:r>
            <a:r>
              <a:rPr lang="en-IN" sz="1800" b="0" i="0" dirty="0">
                <a:solidFill>
                  <a:srgbClr val="0000FF"/>
                </a:solidFill>
                <a:effectLst/>
                <a:latin typeface="Menlo"/>
              </a:rPr>
              <a:t> = [</a:t>
            </a:r>
          </a:p>
          <a:p>
            <a:pPr>
              <a:buNone/>
            </a:pPr>
            <a:r>
              <a:rPr lang="en-IN" sz="1800" b="0" i="0" dirty="0">
                <a:solidFill>
                  <a:srgbClr val="0000FF"/>
                </a:solidFill>
                <a:effectLst/>
                <a:latin typeface="Menlo"/>
              </a:rPr>
              <a:t>-0.112	-0.279</a:t>
            </a:r>
          </a:p>
          <a:p>
            <a:pPr>
              <a:buNone/>
            </a:pPr>
            <a:r>
              <a:rPr lang="en-IN" sz="1800" b="0" i="0" dirty="0">
                <a:solidFill>
                  <a:srgbClr val="0000FF"/>
                </a:solidFill>
                <a:effectLst/>
                <a:latin typeface="Menlo"/>
              </a:rPr>
              <a:t>-0.059	-0.068</a:t>
            </a:r>
          </a:p>
          <a:p>
            <a:pPr>
              <a:buNone/>
            </a:pPr>
            <a:r>
              <a:rPr lang="en-IN" sz="1800" b="0" i="0" dirty="0">
                <a:solidFill>
                  <a:srgbClr val="0000FF"/>
                </a:solidFill>
                <a:effectLst/>
                <a:latin typeface="Menlo"/>
              </a:rPr>
              <a:t>0.064	0.012</a:t>
            </a:r>
          </a:p>
          <a:p>
            <a:pPr>
              <a:buNone/>
            </a:pPr>
            <a:r>
              <a:rPr lang="en-IN" sz="1800" b="0" i="0" dirty="0">
                <a:solidFill>
                  <a:srgbClr val="0000FF"/>
                </a:solidFill>
                <a:effectLst/>
                <a:latin typeface="Menlo"/>
              </a:rPr>
              <a:t>-0.043	-0.052</a:t>
            </a:r>
          </a:p>
          <a:p>
            <a:pPr>
              <a:buNone/>
            </a:pPr>
            <a:r>
              <a:rPr lang="en-IN" sz="1800" b="0" i="0" dirty="0">
                <a:solidFill>
                  <a:srgbClr val="0000FF"/>
                </a:solidFill>
                <a:effectLst/>
                <a:latin typeface="Menlo"/>
              </a:rPr>
              <a:t>-0.05	-0.098</a:t>
            </a:r>
          </a:p>
          <a:p>
            <a:pPr>
              <a:buNone/>
            </a:pPr>
            <a:r>
              <a:rPr lang="en-IN" sz="1800" b="0" i="0" dirty="0">
                <a:solidFill>
                  <a:srgbClr val="0000FF"/>
                </a:solidFill>
                <a:effectLst/>
                <a:latin typeface="Menlo"/>
              </a:rPr>
              <a:t>-0.094	-0.113</a:t>
            </a:r>
          </a:p>
          <a:p>
            <a:pPr>
              <a:buNone/>
            </a:pPr>
            <a:r>
              <a:rPr lang="en-IN" sz="1800" b="0" i="0" dirty="0">
                <a:solidFill>
                  <a:srgbClr val="0000FF"/>
                </a:solidFill>
                <a:effectLst/>
                <a:latin typeface="Menlo"/>
              </a:rPr>
              <a:t>-0.123	-0.143</a:t>
            </a:r>
          </a:p>
          <a:p>
            <a:pPr>
              <a:buNone/>
            </a:pPr>
            <a:r>
              <a:rPr lang="en-IN" sz="1800" b="0" i="0" dirty="0">
                <a:solidFill>
                  <a:srgbClr val="0000FF"/>
                </a:solidFill>
                <a:effectLst/>
                <a:latin typeface="Menlo"/>
              </a:rPr>
              <a:t>-0.011	-0.037</a:t>
            </a:r>
          </a:p>
          <a:p>
            <a:pPr>
              <a:buNone/>
            </a:pPr>
            <a:r>
              <a:rPr lang="en-IN" sz="1800" b="0" i="0" dirty="0">
                <a:solidFill>
                  <a:srgbClr val="0000FF"/>
                </a:solidFill>
                <a:effectLst/>
                <a:latin typeface="Menlo"/>
              </a:rPr>
              <a:t>-0.21	-0.09</a:t>
            </a:r>
          </a:p>
          <a:p>
            <a:pPr>
              <a:buNone/>
            </a:pPr>
            <a:r>
              <a:rPr lang="en-IN" sz="1800" b="0" i="0" dirty="0">
                <a:solidFill>
                  <a:srgbClr val="0000FF"/>
                </a:solidFill>
                <a:effectLst/>
                <a:latin typeface="Menlo"/>
              </a:rPr>
              <a:t>-0.126	-0.019];</a:t>
            </a:r>
          </a:p>
          <a:p>
            <a:pPr>
              <a:buNone/>
            </a:pPr>
            <a:r>
              <a:rPr lang="en-IN" sz="1800" b="0" i="0" dirty="0">
                <a:solidFill>
                  <a:srgbClr val="0000FF"/>
                </a:solidFill>
                <a:effectLst/>
                <a:latin typeface="Menlo"/>
              </a:rPr>
              <a:t>Result = </a:t>
            </a:r>
            <a:r>
              <a:rPr lang="en-IN" sz="1800" b="0" i="0" dirty="0" err="1">
                <a:solidFill>
                  <a:srgbClr val="0000FF"/>
                </a:solidFill>
                <a:effectLst/>
                <a:latin typeface="Menlo"/>
              </a:rPr>
              <a:t>ahatp</a:t>
            </a:r>
            <a:r>
              <a:rPr lang="en-IN" sz="1800" b="0" i="0" dirty="0">
                <a:solidFill>
                  <a:srgbClr val="0000FF"/>
                </a:solidFill>
                <a:effectLst/>
                <a:latin typeface="Menlo"/>
              </a:rPr>
              <a:t>*</a:t>
            </a:r>
            <a:r>
              <a:rPr lang="en-IN" sz="1800" b="0" i="0" dirty="0" err="1">
                <a:solidFill>
                  <a:srgbClr val="0000FF"/>
                </a:solidFill>
                <a:effectLst/>
                <a:latin typeface="Menlo"/>
              </a:rPr>
              <a:t>Test_Data</a:t>
            </a:r>
            <a:r>
              <a:rPr lang="en-IN" sz="1800" b="0" i="0" dirty="0">
                <a:solidFill>
                  <a:srgbClr val="0000FF"/>
                </a:solidFill>
                <a:effectLst/>
                <a:latin typeface="Menlo"/>
              </a:rPr>
              <a:t>';</a:t>
            </a:r>
          </a:p>
          <a:p>
            <a:pPr>
              <a:buNone/>
            </a:pPr>
            <a:r>
              <a:rPr lang="en-IN" sz="1800" b="0" i="0" dirty="0">
                <a:solidFill>
                  <a:srgbClr val="0000FF"/>
                </a:solidFill>
                <a:effectLst/>
                <a:latin typeface="Menlo"/>
              </a:rPr>
              <a:t>Score = Result-</a:t>
            </a:r>
            <a:r>
              <a:rPr lang="en-IN" sz="1800" b="0" i="0" dirty="0" err="1">
                <a:solidFill>
                  <a:srgbClr val="0000FF"/>
                </a:solidFill>
                <a:effectLst/>
                <a:latin typeface="Menlo"/>
              </a:rPr>
              <a:t>mhat</a:t>
            </a:r>
            <a:r>
              <a:rPr lang="en-IN" sz="1800" b="0" i="0" dirty="0">
                <a:solidFill>
                  <a:srgbClr val="0000FF"/>
                </a:solidFill>
                <a:effectLst/>
                <a:latin typeface="Menlo"/>
              </a:rPr>
              <a:t>;</a:t>
            </a:r>
          </a:p>
          <a:p>
            <a:pPr>
              <a:buNone/>
            </a:pPr>
            <a:r>
              <a:rPr lang="en-IN" sz="1800" b="0" i="0" dirty="0">
                <a:solidFill>
                  <a:srgbClr val="0000FF"/>
                </a:solidFill>
                <a:effectLst/>
                <a:latin typeface="Menlo"/>
              </a:rPr>
              <a:t>for j=1:length(</a:t>
            </a:r>
            <a:r>
              <a:rPr lang="en-IN" sz="1800" b="0" i="0" dirty="0" err="1">
                <a:solidFill>
                  <a:srgbClr val="0000FF"/>
                </a:solidFill>
                <a:effectLst/>
                <a:latin typeface="Menlo"/>
              </a:rPr>
              <a:t>Test_Data</a:t>
            </a:r>
            <a:r>
              <a:rPr lang="en-IN" sz="1800" b="0" i="0" dirty="0">
                <a:solidFill>
                  <a:srgbClr val="0000FF"/>
                </a:solidFill>
                <a:effectLst/>
                <a:latin typeface="Menlo"/>
              </a:rPr>
              <a:t>)</a:t>
            </a:r>
          </a:p>
          <a:p>
            <a:pPr>
              <a:buNone/>
            </a:pPr>
            <a:r>
              <a:rPr lang="en-IN" sz="1800" b="0" i="0" dirty="0">
                <a:solidFill>
                  <a:srgbClr val="0000FF"/>
                </a:solidFill>
                <a:effectLst/>
                <a:latin typeface="Menlo"/>
              </a:rPr>
              <a:t>  if Score(j) &gt; 0</a:t>
            </a:r>
          </a:p>
          <a:p>
            <a:pPr>
              <a:buNone/>
            </a:pPr>
            <a:r>
              <a:rPr lang="en-IN" sz="1800" b="0" i="0" dirty="0">
                <a:solidFill>
                  <a:srgbClr val="0000FF"/>
                </a:solidFill>
                <a:effectLst/>
                <a:latin typeface="Menlo"/>
              </a:rPr>
              <a:t>    Class(j) = 1;</a:t>
            </a:r>
          </a:p>
          <a:p>
            <a:pPr>
              <a:buNone/>
            </a:pPr>
            <a:r>
              <a:rPr lang="en-IN" sz="1800" b="0" i="0" dirty="0">
                <a:solidFill>
                  <a:srgbClr val="0000FF"/>
                </a:solidFill>
                <a:effectLst/>
                <a:latin typeface="Menlo"/>
              </a:rPr>
              <a:t>else</a:t>
            </a:r>
          </a:p>
          <a:p>
            <a:pPr>
              <a:buNone/>
            </a:pPr>
            <a:r>
              <a:rPr lang="en-IN" sz="1800" b="0" i="0" dirty="0">
                <a:solidFill>
                  <a:srgbClr val="0000FF"/>
                </a:solidFill>
                <a:effectLst/>
                <a:latin typeface="Menlo"/>
              </a:rPr>
              <a:t>    Class(j) = 2;</a:t>
            </a:r>
          </a:p>
          <a:p>
            <a:pPr>
              <a:buNone/>
            </a:pPr>
            <a:r>
              <a:rPr lang="en-IN" sz="1800" b="0" i="0" dirty="0">
                <a:solidFill>
                  <a:srgbClr val="0000FF"/>
                </a:solidFill>
                <a:effectLst/>
                <a:latin typeface="Menlo"/>
              </a:rPr>
              <a:t>end</a:t>
            </a:r>
          </a:p>
          <a:p>
            <a:pPr>
              <a:buNone/>
            </a:pPr>
            <a:r>
              <a:rPr lang="en-IN" sz="1800" b="0" i="0" dirty="0">
                <a:solidFill>
                  <a:srgbClr val="0000FF"/>
                </a:solidFill>
                <a:effectLst/>
                <a:latin typeface="Menlo"/>
              </a:rPr>
              <a:t>end</a:t>
            </a:r>
          </a:p>
          <a:p>
            <a:pPr>
              <a:buNone/>
            </a:pPr>
            <a:r>
              <a:rPr lang="en-IN" sz="1800" b="0" i="0" dirty="0" err="1">
                <a:solidFill>
                  <a:srgbClr val="0000FF"/>
                </a:solidFill>
                <a:effectLst/>
                <a:latin typeface="Menlo"/>
              </a:rPr>
              <a:t>Final_Outcome</a:t>
            </a:r>
            <a:r>
              <a:rPr lang="en-IN" sz="1800" b="0" i="0" dirty="0">
                <a:solidFill>
                  <a:srgbClr val="0000FF"/>
                </a:solidFill>
                <a:effectLst/>
                <a:latin typeface="Menlo"/>
              </a:rPr>
              <a:t>=[</a:t>
            </a:r>
            <a:r>
              <a:rPr lang="en-IN" sz="1800" b="0" i="0" dirty="0" err="1">
                <a:solidFill>
                  <a:srgbClr val="0000FF"/>
                </a:solidFill>
                <a:effectLst/>
                <a:latin typeface="Menlo"/>
              </a:rPr>
              <a:t>Test_Data</a:t>
            </a:r>
            <a:r>
              <a:rPr lang="en-IN" sz="1800" b="0" i="0" dirty="0">
                <a:solidFill>
                  <a:srgbClr val="0000FF"/>
                </a:solidFill>
                <a:effectLst/>
                <a:latin typeface="Menlo"/>
              </a:rPr>
              <a:t>  Score' </a:t>
            </a:r>
            <a:r>
              <a:rPr lang="en-IN" sz="1800" b="0" i="0" dirty="0" err="1">
                <a:solidFill>
                  <a:srgbClr val="0000FF"/>
                </a:solidFill>
                <a:effectLst/>
                <a:latin typeface="Menlo"/>
              </a:rPr>
              <a:t>Class'</a:t>
            </a:r>
            <a:r>
              <a:rPr lang="en-IN" sz="1800" b="0" i="0" dirty="0">
                <a:solidFill>
                  <a:srgbClr val="0000FF"/>
                </a:solidFill>
                <a:effectLst/>
                <a:latin typeface="Menlo"/>
              </a:rPr>
              <a:t>]</a:t>
            </a:r>
            <a:endParaRPr lang="en-IN" dirty="0">
              <a:solidFill>
                <a:schemeClr val="bg1"/>
              </a:solidFill>
            </a:endParaRPr>
          </a:p>
        </p:txBody>
      </p:sp>
      <p:pic>
        <p:nvPicPr>
          <p:cNvPr id="2" name="Picture 1">
            <a:extLst>
              <a:ext uri="{FF2B5EF4-FFF2-40B4-BE49-F238E27FC236}">
                <a16:creationId xmlns:a16="http://schemas.microsoft.com/office/drawing/2014/main" id="{7C1E6705-F1A0-5DD2-C486-8F8F2BF030E2}"/>
              </a:ext>
            </a:extLst>
          </p:cNvPr>
          <p:cNvPicPr>
            <a:picLocks noChangeAspect="1"/>
          </p:cNvPicPr>
          <p:nvPr/>
        </p:nvPicPr>
        <p:blipFill>
          <a:blip r:embed="rId2"/>
          <a:stretch>
            <a:fillRect/>
          </a:stretch>
        </p:blipFill>
        <p:spPr>
          <a:xfrm>
            <a:off x="6659761" y="998998"/>
            <a:ext cx="4764803" cy="771003"/>
          </a:xfrm>
          <a:prstGeom prst="rect">
            <a:avLst/>
          </a:prstGeom>
        </p:spPr>
      </p:pic>
      <p:pic>
        <p:nvPicPr>
          <p:cNvPr id="3" name="Picture 2">
            <a:extLst>
              <a:ext uri="{FF2B5EF4-FFF2-40B4-BE49-F238E27FC236}">
                <a16:creationId xmlns:a16="http://schemas.microsoft.com/office/drawing/2014/main" id="{B0DB14AC-4597-C310-35FC-5AEE02F6445F}"/>
              </a:ext>
            </a:extLst>
          </p:cNvPr>
          <p:cNvPicPr>
            <a:picLocks noChangeAspect="1"/>
          </p:cNvPicPr>
          <p:nvPr/>
        </p:nvPicPr>
        <p:blipFill>
          <a:blip r:embed="rId3"/>
          <a:stretch>
            <a:fillRect/>
          </a:stretch>
        </p:blipFill>
        <p:spPr>
          <a:xfrm>
            <a:off x="6659761" y="2043726"/>
            <a:ext cx="4764803" cy="1748326"/>
          </a:xfrm>
          <a:prstGeom prst="rect">
            <a:avLst/>
          </a:prstGeom>
        </p:spPr>
      </p:pic>
      <p:pic>
        <p:nvPicPr>
          <p:cNvPr id="4" name="Picture 3">
            <a:extLst>
              <a:ext uri="{FF2B5EF4-FFF2-40B4-BE49-F238E27FC236}">
                <a16:creationId xmlns:a16="http://schemas.microsoft.com/office/drawing/2014/main" id="{E58336A3-8EE8-232E-9334-8C2337C34CCF}"/>
              </a:ext>
            </a:extLst>
          </p:cNvPr>
          <p:cNvPicPr>
            <a:picLocks noChangeAspect="1"/>
          </p:cNvPicPr>
          <p:nvPr/>
        </p:nvPicPr>
        <p:blipFill>
          <a:blip r:embed="rId4"/>
          <a:stretch>
            <a:fillRect/>
          </a:stretch>
        </p:blipFill>
        <p:spPr>
          <a:xfrm>
            <a:off x="6802515" y="3919715"/>
            <a:ext cx="4693426" cy="1704387"/>
          </a:xfrm>
          <a:prstGeom prst="rect">
            <a:avLst/>
          </a:prstGeom>
        </p:spPr>
      </p:pic>
      <p:sp>
        <p:nvSpPr>
          <p:cNvPr id="8" name="TextBox 7">
            <a:extLst>
              <a:ext uri="{FF2B5EF4-FFF2-40B4-BE49-F238E27FC236}">
                <a16:creationId xmlns:a16="http://schemas.microsoft.com/office/drawing/2014/main" id="{8EA3E7C0-AB8A-6318-64E3-681B083464FF}"/>
              </a:ext>
            </a:extLst>
          </p:cNvPr>
          <p:cNvSpPr txBox="1"/>
          <p:nvPr/>
        </p:nvSpPr>
        <p:spPr>
          <a:xfrm>
            <a:off x="2689697" y="1878608"/>
            <a:ext cx="4197486" cy="3416320"/>
          </a:xfrm>
          <a:prstGeom prst="rect">
            <a:avLst/>
          </a:prstGeom>
          <a:noFill/>
        </p:spPr>
        <p:txBody>
          <a:bodyPr wrap="square">
            <a:spAutoFit/>
          </a:bodyPr>
          <a:lstStyle/>
          <a:p>
            <a:r>
              <a:rPr lang="en-IN" dirty="0" err="1">
                <a:solidFill>
                  <a:schemeClr val="bg1"/>
                </a:solidFill>
                <a:latin typeface="Arial" panose="020B0604020202020204" pitchFamily="34" charset="0"/>
                <a:cs typeface="Arial" panose="020B0604020202020204" pitchFamily="34" charset="0"/>
              </a:rPr>
              <a:t>Final_Outcome</a:t>
            </a:r>
            <a:r>
              <a:rPr lang="en-IN" dirty="0">
                <a:solidFill>
                  <a:schemeClr val="bg1"/>
                </a:solidFill>
                <a:latin typeface="Arial" panose="020B0604020202020204" pitchFamily="34" charset="0"/>
                <a:cs typeface="Arial" panose="020B0604020202020204" pitchFamily="34" charset="0"/>
              </a:rPr>
              <a:t> =</a:t>
            </a:r>
          </a:p>
          <a:p>
            <a:endParaRPr lang="en-IN" dirty="0">
              <a:solidFill>
                <a:schemeClr val="bg1"/>
              </a:solidFill>
              <a:latin typeface="Arial" panose="020B0604020202020204" pitchFamily="34" charset="0"/>
              <a:cs typeface="Arial" panose="020B0604020202020204" pitchFamily="34" charset="0"/>
            </a:endParaRPr>
          </a:p>
          <a:p>
            <a:r>
              <a:rPr lang="en-IN" dirty="0">
                <a:solidFill>
                  <a:schemeClr val="bg1"/>
                </a:solidFill>
                <a:latin typeface="Arial" panose="020B0604020202020204" pitchFamily="34" charset="0"/>
                <a:cs typeface="Arial" panose="020B0604020202020204" pitchFamily="34" charset="0"/>
              </a:rPr>
              <a:t>   -0.1120   -0.2790    6.1734    1.0000</a:t>
            </a:r>
          </a:p>
          <a:p>
            <a:r>
              <a:rPr lang="en-IN" dirty="0">
                <a:solidFill>
                  <a:schemeClr val="bg1"/>
                </a:solidFill>
                <a:latin typeface="Arial" panose="020B0604020202020204" pitchFamily="34" charset="0"/>
                <a:cs typeface="Arial" panose="020B0604020202020204" pitchFamily="34" charset="0"/>
              </a:rPr>
              <a:t>   -0.0590   -0.0680    3.5841    1.0000</a:t>
            </a:r>
          </a:p>
          <a:p>
            <a:r>
              <a:rPr lang="en-IN" dirty="0">
                <a:solidFill>
                  <a:schemeClr val="bg1"/>
                </a:solidFill>
                <a:latin typeface="Arial" panose="020B0604020202020204" pitchFamily="34" charset="0"/>
                <a:cs typeface="Arial" panose="020B0604020202020204" pitchFamily="34" charset="0"/>
              </a:rPr>
              <a:t>    0.0640    0.0120    4.5904    1.0000</a:t>
            </a:r>
          </a:p>
          <a:p>
            <a:r>
              <a:rPr lang="en-IN" dirty="0">
                <a:solidFill>
                  <a:schemeClr val="bg1"/>
                </a:solidFill>
                <a:latin typeface="Arial" panose="020B0604020202020204" pitchFamily="34" charset="0"/>
                <a:cs typeface="Arial" panose="020B0604020202020204" pitchFamily="34" charset="0"/>
              </a:rPr>
              <a:t>   -0.0430   -0.0520    3.6192    1.0000</a:t>
            </a:r>
          </a:p>
          <a:p>
            <a:r>
              <a:rPr lang="en-IN" dirty="0">
                <a:solidFill>
                  <a:schemeClr val="bg1"/>
                </a:solidFill>
                <a:latin typeface="Arial" panose="020B0604020202020204" pitchFamily="34" charset="0"/>
                <a:cs typeface="Arial" panose="020B0604020202020204" pitchFamily="34" charset="0"/>
              </a:rPr>
              <a:t>   -0.0500   -0.0980    4.2717    1.0000</a:t>
            </a:r>
          </a:p>
          <a:p>
            <a:r>
              <a:rPr lang="en-IN" dirty="0">
                <a:solidFill>
                  <a:schemeClr val="bg1"/>
                </a:solidFill>
                <a:latin typeface="Arial" panose="020B0604020202020204" pitchFamily="34" charset="0"/>
                <a:cs typeface="Arial" panose="020B0604020202020204" pitchFamily="34" charset="0"/>
              </a:rPr>
              <a:t>   -0.0940   -0.1130    3.6785    1.0000</a:t>
            </a:r>
          </a:p>
          <a:p>
            <a:r>
              <a:rPr lang="en-IN" dirty="0">
                <a:solidFill>
                  <a:schemeClr val="bg1"/>
                </a:solidFill>
                <a:latin typeface="Arial" panose="020B0604020202020204" pitchFamily="34" charset="0"/>
                <a:cs typeface="Arial" panose="020B0604020202020204" pitchFamily="34" charset="0"/>
              </a:rPr>
              <a:t>   -0.1230   -0.1430    3.6320    1.0000</a:t>
            </a:r>
          </a:p>
          <a:p>
            <a:r>
              <a:rPr lang="en-IN" dirty="0">
                <a:solidFill>
                  <a:schemeClr val="bg1"/>
                </a:solidFill>
                <a:latin typeface="Arial" panose="020B0604020202020204" pitchFamily="34" charset="0"/>
                <a:cs typeface="Arial" panose="020B0604020202020204" pitchFamily="34" charset="0"/>
              </a:rPr>
              <a:t>   -0.0110   -0.0370    3.9806    1.0000</a:t>
            </a:r>
          </a:p>
          <a:p>
            <a:r>
              <a:rPr lang="en-IN" dirty="0">
                <a:solidFill>
                  <a:schemeClr val="bg1"/>
                </a:solidFill>
                <a:latin typeface="Arial" panose="020B0604020202020204" pitchFamily="34" charset="0"/>
                <a:cs typeface="Arial" panose="020B0604020202020204" pitchFamily="34" charset="0"/>
              </a:rPr>
              <a:t>   -0.2100   -0.0900    1.0437    1.0000</a:t>
            </a:r>
          </a:p>
          <a:p>
            <a:r>
              <a:rPr lang="en-IN" dirty="0">
                <a:solidFill>
                  <a:schemeClr val="bg1"/>
                </a:solidFill>
                <a:latin typeface="Arial" panose="020B0604020202020204" pitchFamily="34" charset="0"/>
                <a:cs typeface="Arial" panose="020B0604020202020204" pitchFamily="34" charset="0"/>
              </a:rPr>
              <a:t>   -0.1260   -0.0190    1.4506    1.0000</a:t>
            </a:r>
          </a:p>
        </p:txBody>
      </p:sp>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8BD9769F-F1CE-CFD1-6613-C4F194BE24C6}"/>
                  </a:ext>
                </a:extLst>
              </p14:cNvPr>
              <p14:cNvContentPartPr/>
              <p14:nvPr/>
            </p14:nvContentPartPr>
            <p14:xfrm>
              <a:off x="1341000" y="1119960"/>
              <a:ext cx="5075280" cy="4752000"/>
            </p14:xfrm>
          </p:contentPart>
        </mc:Choice>
        <mc:Fallback>
          <p:pic>
            <p:nvPicPr>
              <p:cNvPr id="5" name="Ink 4">
                <a:extLst>
                  <a:ext uri="{FF2B5EF4-FFF2-40B4-BE49-F238E27FC236}">
                    <a16:creationId xmlns:a16="http://schemas.microsoft.com/office/drawing/2014/main" id="{8BD9769F-F1CE-CFD1-6613-C4F194BE24C6}"/>
                  </a:ext>
                </a:extLst>
              </p:cNvPr>
              <p:cNvPicPr/>
              <p:nvPr/>
            </p:nvPicPr>
            <p:blipFill>
              <a:blip r:embed="rId6"/>
              <a:stretch>
                <a:fillRect/>
              </a:stretch>
            </p:blipFill>
            <p:spPr>
              <a:xfrm>
                <a:off x="1331640" y="1110600"/>
                <a:ext cx="5094000" cy="4770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5C25BF09-D467-6DB4-526E-3E300C779165}"/>
                  </a:ext>
                </a:extLst>
              </p14:cNvPr>
              <p14:cNvContentPartPr/>
              <p14:nvPr/>
            </p14:nvContentPartPr>
            <p14:xfrm>
              <a:off x="7755473" y="5926560"/>
              <a:ext cx="232920" cy="535680"/>
            </p14:xfrm>
          </p:contentPart>
        </mc:Choice>
        <mc:Fallback>
          <p:pic>
            <p:nvPicPr>
              <p:cNvPr id="9" name="Ink 8">
                <a:extLst>
                  <a:ext uri="{FF2B5EF4-FFF2-40B4-BE49-F238E27FC236}">
                    <a16:creationId xmlns:a16="http://schemas.microsoft.com/office/drawing/2014/main" id="{5C25BF09-D467-6DB4-526E-3E300C779165}"/>
                  </a:ext>
                </a:extLst>
              </p:cNvPr>
              <p:cNvPicPr/>
              <p:nvPr/>
            </p:nvPicPr>
            <p:blipFill>
              <a:blip r:embed="rId8"/>
              <a:stretch>
                <a:fillRect/>
              </a:stretch>
            </p:blipFill>
            <p:spPr>
              <a:xfrm>
                <a:off x="7749353" y="5920440"/>
                <a:ext cx="245160" cy="547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78A94AEE-7215-D76C-C60E-3A793F45C8A2}"/>
                  </a:ext>
                </a:extLst>
              </p14:cNvPr>
              <p14:cNvContentPartPr/>
              <p14:nvPr/>
            </p14:nvContentPartPr>
            <p14:xfrm>
              <a:off x="8022953" y="6320040"/>
              <a:ext cx="157680" cy="123840"/>
            </p14:xfrm>
          </p:contentPart>
        </mc:Choice>
        <mc:Fallback>
          <p:pic>
            <p:nvPicPr>
              <p:cNvPr id="10" name="Ink 9">
                <a:extLst>
                  <a:ext uri="{FF2B5EF4-FFF2-40B4-BE49-F238E27FC236}">
                    <a16:creationId xmlns:a16="http://schemas.microsoft.com/office/drawing/2014/main" id="{78A94AEE-7215-D76C-C60E-3A793F45C8A2}"/>
                  </a:ext>
                </a:extLst>
              </p:cNvPr>
              <p:cNvPicPr/>
              <p:nvPr/>
            </p:nvPicPr>
            <p:blipFill>
              <a:blip r:embed="rId10"/>
              <a:stretch>
                <a:fillRect/>
              </a:stretch>
            </p:blipFill>
            <p:spPr>
              <a:xfrm>
                <a:off x="8016833" y="6313920"/>
                <a:ext cx="16992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31A95305-845C-FB2F-1CEF-BB6F8C983B0D}"/>
                  </a:ext>
                </a:extLst>
              </p14:cNvPr>
              <p14:cNvContentPartPr/>
              <p14:nvPr/>
            </p14:nvContentPartPr>
            <p14:xfrm>
              <a:off x="8185673" y="6380880"/>
              <a:ext cx="112320" cy="82080"/>
            </p14:xfrm>
          </p:contentPart>
        </mc:Choice>
        <mc:Fallback>
          <p:pic>
            <p:nvPicPr>
              <p:cNvPr id="11" name="Ink 10">
                <a:extLst>
                  <a:ext uri="{FF2B5EF4-FFF2-40B4-BE49-F238E27FC236}">
                    <a16:creationId xmlns:a16="http://schemas.microsoft.com/office/drawing/2014/main" id="{31A95305-845C-FB2F-1CEF-BB6F8C983B0D}"/>
                  </a:ext>
                </a:extLst>
              </p:cNvPr>
              <p:cNvPicPr/>
              <p:nvPr/>
            </p:nvPicPr>
            <p:blipFill>
              <a:blip r:embed="rId12"/>
              <a:stretch>
                <a:fillRect/>
              </a:stretch>
            </p:blipFill>
            <p:spPr>
              <a:xfrm>
                <a:off x="8179553" y="6374760"/>
                <a:ext cx="12456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1A22914E-5DC5-6D8E-89E5-5F9B06321FE9}"/>
                  </a:ext>
                </a:extLst>
              </p14:cNvPr>
              <p14:cNvContentPartPr/>
              <p14:nvPr/>
            </p14:nvContentPartPr>
            <p14:xfrm>
              <a:off x="8331113" y="6403920"/>
              <a:ext cx="134280" cy="73080"/>
            </p14:xfrm>
          </p:contentPart>
        </mc:Choice>
        <mc:Fallback>
          <p:pic>
            <p:nvPicPr>
              <p:cNvPr id="12" name="Ink 11">
                <a:extLst>
                  <a:ext uri="{FF2B5EF4-FFF2-40B4-BE49-F238E27FC236}">
                    <a16:creationId xmlns:a16="http://schemas.microsoft.com/office/drawing/2014/main" id="{1A22914E-5DC5-6D8E-89E5-5F9B06321FE9}"/>
                  </a:ext>
                </a:extLst>
              </p:cNvPr>
              <p:cNvPicPr/>
              <p:nvPr/>
            </p:nvPicPr>
            <p:blipFill>
              <a:blip r:embed="rId14"/>
              <a:stretch>
                <a:fillRect/>
              </a:stretch>
            </p:blipFill>
            <p:spPr>
              <a:xfrm>
                <a:off x="8324993" y="6397800"/>
                <a:ext cx="1465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62360C98-BCEA-5EA8-6E2B-318933DDEAD9}"/>
                  </a:ext>
                </a:extLst>
              </p14:cNvPr>
              <p14:cNvContentPartPr/>
              <p14:nvPr/>
            </p14:nvContentPartPr>
            <p14:xfrm>
              <a:off x="8528393" y="6381240"/>
              <a:ext cx="115560" cy="86040"/>
            </p14:xfrm>
          </p:contentPart>
        </mc:Choice>
        <mc:Fallback>
          <p:pic>
            <p:nvPicPr>
              <p:cNvPr id="14" name="Ink 13">
                <a:extLst>
                  <a:ext uri="{FF2B5EF4-FFF2-40B4-BE49-F238E27FC236}">
                    <a16:creationId xmlns:a16="http://schemas.microsoft.com/office/drawing/2014/main" id="{62360C98-BCEA-5EA8-6E2B-318933DDEAD9}"/>
                  </a:ext>
                </a:extLst>
              </p:cNvPr>
              <p:cNvPicPr/>
              <p:nvPr/>
            </p:nvPicPr>
            <p:blipFill>
              <a:blip r:embed="rId16"/>
              <a:stretch>
                <a:fillRect/>
              </a:stretch>
            </p:blipFill>
            <p:spPr>
              <a:xfrm>
                <a:off x="8522273" y="6375120"/>
                <a:ext cx="12780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1524A4C3-EAC7-F359-1D9F-A2ADCDDA8D76}"/>
                  </a:ext>
                </a:extLst>
              </p14:cNvPr>
              <p14:cNvContentPartPr/>
              <p14:nvPr/>
            </p14:nvContentPartPr>
            <p14:xfrm>
              <a:off x="8653313" y="6389880"/>
              <a:ext cx="154080" cy="76320"/>
            </p14:xfrm>
          </p:contentPart>
        </mc:Choice>
        <mc:Fallback>
          <p:pic>
            <p:nvPicPr>
              <p:cNvPr id="15" name="Ink 14">
                <a:extLst>
                  <a:ext uri="{FF2B5EF4-FFF2-40B4-BE49-F238E27FC236}">
                    <a16:creationId xmlns:a16="http://schemas.microsoft.com/office/drawing/2014/main" id="{1524A4C3-EAC7-F359-1D9F-A2ADCDDA8D76}"/>
                  </a:ext>
                </a:extLst>
              </p:cNvPr>
              <p:cNvPicPr/>
              <p:nvPr/>
            </p:nvPicPr>
            <p:blipFill>
              <a:blip r:embed="rId18"/>
              <a:stretch>
                <a:fillRect/>
              </a:stretch>
            </p:blipFill>
            <p:spPr>
              <a:xfrm>
                <a:off x="8647193" y="6383760"/>
                <a:ext cx="1663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F9C286B8-F0AA-FF0B-04D6-8508B3294B73}"/>
                  </a:ext>
                </a:extLst>
              </p14:cNvPr>
              <p14:cNvContentPartPr/>
              <p14:nvPr/>
            </p14:nvContentPartPr>
            <p14:xfrm>
              <a:off x="8819273" y="6095400"/>
              <a:ext cx="396720" cy="527040"/>
            </p14:xfrm>
          </p:contentPart>
        </mc:Choice>
        <mc:Fallback>
          <p:pic>
            <p:nvPicPr>
              <p:cNvPr id="16" name="Ink 15">
                <a:extLst>
                  <a:ext uri="{FF2B5EF4-FFF2-40B4-BE49-F238E27FC236}">
                    <a16:creationId xmlns:a16="http://schemas.microsoft.com/office/drawing/2014/main" id="{F9C286B8-F0AA-FF0B-04D6-8508B3294B73}"/>
                  </a:ext>
                </a:extLst>
              </p:cNvPr>
              <p:cNvPicPr/>
              <p:nvPr/>
            </p:nvPicPr>
            <p:blipFill>
              <a:blip r:embed="rId20"/>
              <a:stretch>
                <a:fillRect/>
              </a:stretch>
            </p:blipFill>
            <p:spPr>
              <a:xfrm>
                <a:off x="8813153" y="6089280"/>
                <a:ext cx="408960" cy="539280"/>
              </a:xfrm>
              <a:prstGeom prst="rect">
                <a:avLst/>
              </a:prstGeom>
            </p:spPr>
          </p:pic>
        </mc:Fallback>
      </mc:AlternateContent>
      <p:grpSp>
        <p:nvGrpSpPr>
          <p:cNvPr id="40" name="Group 39">
            <a:extLst>
              <a:ext uri="{FF2B5EF4-FFF2-40B4-BE49-F238E27FC236}">
                <a16:creationId xmlns:a16="http://schemas.microsoft.com/office/drawing/2014/main" id="{E18C2D1E-A815-9B43-B9FE-BBAE018E078F}"/>
              </a:ext>
            </a:extLst>
          </p:cNvPr>
          <p:cNvGrpSpPr/>
          <p:nvPr/>
        </p:nvGrpSpPr>
        <p:grpSpPr>
          <a:xfrm>
            <a:off x="9380153" y="6214200"/>
            <a:ext cx="1079640" cy="456480"/>
            <a:chOff x="9380153" y="6214200"/>
            <a:chExt cx="1079640" cy="456480"/>
          </a:xfrm>
        </p:grpSpPr>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CD0FDB6F-6FF2-7F9A-EEFD-F74664F7D91E}"/>
                    </a:ext>
                  </a:extLst>
                </p14:cNvPr>
                <p14:cNvContentPartPr/>
                <p14:nvPr/>
              </p14:nvContentPartPr>
              <p14:xfrm>
                <a:off x="9380153" y="6214200"/>
                <a:ext cx="212040" cy="456480"/>
              </p14:xfrm>
            </p:contentPart>
          </mc:Choice>
          <mc:Fallback>
            <p:pic>
              <p:nvPicPr>
                <p:cNvPr id="17" name="Ink 16">
                  <a:extLst>
                    <a:ext uri="{FF2B5EF4-FFF2-40B4-BE49-F238E27FC236}">
                      <a16:creationId xmlns:a16="http://schemas.microsoft.com/office/drawing/2014/main" id="{CD0FDB6F-6FF2-7F9A-EEFD-F74664F7D91E}"/>
                    </a:ext>
                  </a:extLst>
                </p:cNvPr>
                <p:cNvPicPr/>
                <p:nvPr/>
              </p:nvPicPr>
              <p:blipFill>
                <a:blip r:embed="rId22"/>
                <a:stretch>
                  <a:fillRect/>
                </a:stretch>
              </p:blipFill>
              <p:spPr>
                <a:xfrm>
                  <a:off x="9374033" y="6208080"/>
                  <a:ext cx="224280" cy="468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A93B53B7-B5D1-E556-7106-686E3336BE64}"/>
                    </a:ext>
                  </a:extLst>
                </p14:cNvPr>
                <p14:cNvContentPartPr/>
                <p14:nvPr/>
              </p14:nvContentPartPr>
              <p14:xfrm>
                <a:off x="9679313" y="6338040"/>
                <a:ext cx="223920" cy="148320"/>
              </p14:xfrm>
            </p:contentPart>
          </mc:Choice>
          <mc:Fallback>
            <p:pic>
              <p:nvPicPr>
                <p:cNvPr id="18" name="Ink 17">
                  <a:extLst>
                    <a:ext uri="{FF2B5EF4-FFF2-40B4-BE49-F238E27FC236}">
                      <a16:creationId xmlns:a16="http://schemas.microsoft.com/office/drawing/2014/main" id="{A93B53B7-B5D1-E556-7106-686E3336BE64}"/>
                    </a:ext>
                  </a:extLst>
                </p:cNvPr>
                <p:cNvPicPr/>
                <p:nvPr/>
              </p:nvPicPr>
              <p:blipFill>
                <a:blip r:embed="rId24"/>
                <a:stretch>
                  <a:fillRect/>
                </a:stretch>
              </p:blipFill>
              <p:spPr>
                <a:xfrm>
                  <a:off x="9673193" y="6331920"/>
                  <a:ext cx="23616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EBBE70BE-E086-226B-B595-A68223896F17}"/>
                    </a:ext>
                  </a:extLst>
                </p14:cNvPr>
                <p14:cNvContentPartPr/>
                <p14:nvPr/>
              </p14:nvContentPartPr>
              <p14:xfrm>
                <a:off x="9938873" y="6397080"/>
                <a:ext cx="279720" cy="121680"/>
              </p14:xfrm>
            </p:contentPart>
          </mc:Choice>
          <mc:Fallback>
            <p:pic>
              <p:nvPicPr>
                <p:cNvPr id="19" name="Ink 18">
                  <a:extLst>
                    <a:ext uri="{FF2B5EF4-FFF2-40B4-BE49-F238E27FC236}">
                      <a16:creationId xmlns:a16="http://schemas.microsoft.com/office/drawing/2014/main" id="{EBBE70BE-E086-226B-B595-A68223896F17}"/>
                    </a:ext>
                  </a:extLst>
                </p:cNvPr>
                <p:cNvPicPr/>
                <p:nvPr/>
              </p:nvPicPr>
              <p:blipFill>
                <a:blip r:embed="rId26"/>
                <a:stretch>
                  <a:fillRect/>
                </a:stretch>
              </p:blipFill>
              <p:spPr>
                <a:xfrm>
                  <a:off x="9932753" y="6390960"/>
                  <a:ext cx="29196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DC5DF99E-2C1D-10AB-F8C3-395008A3A93F}"/>
                    </a:ext>
                  </a:extLst>
                </p14:cNvPr>
                <p14:cNvContentPartPr/>
                <p14:nvPr/>
              </p14:nvContentPartPr>
              <p14:xfrm>
                <a:off x="10130753" y="6342360"/>
                <a:ext cx="360" cy="360"/>
              </p14:xfrm>
            </p:contentPart>
          </mc:Choice>
          <mc:Fallback>
            <p:pic>
              <p:nvPicPr>
                <p:cNvPr id="20" name="Ink 19">
                  <a:extLst>
                    <a:ext uri="{FF2B5EF4-FFF2-40B4-BE49-F238E27FC236}">
                      <a16:creationId xmlns:a16="http://schemas.microsoft.com/office/drawing/2014/main" id="{DC5DF99E-2C1D-10AB-F8C3-395008A3A93F}"/>
                    </a:ext>
                  </a:extLst>
                </p:cNvPr>
                <p:cNvPicPr/>
                <p:nvPr/>
              </p:nvPicPr>
              <p:blipFill>
                <a:blip r:embed="rId28"/>
                <a:stretch>
                  <a:fillRect/>
                </a:stretch>
              </p:blipFill>
              <p:spPr>
                <a:xfrm>
                  <a:off x="10124633" y="633624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D6CF0EED-4EFF-1B72-B92C-E81283AFB2FF}"/>
                    </a:ext>
                  </a:extLst>
                </p14:cNvPr>
                <p14:cNvContentPartPr/>
                <p14:nvPr/>
              </p14:nvContentPartPr>
              <p14:xfrm>
                <a:off x="10310753" y="6267120"/>
                <a:ext cx="9000" cy="230400"/>
              </p14:xfrm>
            </p:contentPart>
          </mc:Choice>
          <mc:Fallback>
            <p:pic>
              <p:nvPicPr>
                <p:cNvPr id="21" name="Ink 20">
                  <a:extLst>
                    <a:ext uri="{FF2B5EF4-FFF2-40B4-BE49-F238E27FC236}">
                      <a16:creationId xmlns:a16="http://schemas.microsoft.com/office/drawing/2014/main" id="{D6CF0EED-4EFF-1B72-B92C-E81283AFB2FF}"/>
                    </a:ext>
                  </a:extLst>
                </p:cNvPr>
                <p:cNvPicPr/>
                <p:nvPr/>
              </p:nvPicPr>
              <p:blipFill>
                <a:blip r:embed="rId30"/>
                <a:stretch>
                  <a:fillRect/>
                </a:stretch>
              </p:blipFill>
              <p:spPr>
                <a:xfrm>
                  <a:off x="10304633" y="6261000"/>
                  <a:ext cx="2124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708FCBAA-B811-B275-2B6F-49B500750B2E}"/>
                    </a:ext>
                  </a:extLst>
                </p14:cNvPr>
                <p14:cNvContentPartPr/>
                <p14:nvPr/>
              </p14:nvContentPartPr>
              <p14:xfrm>
                <a:off x="10421993" y="6474480"/>
                <a:ext cx="360" cy="360"/>
              </p14:xfrm>
            </p:contentPart>
          </mc:Choice>
          <mc:Fallback>
            <p:pic>
              <p:nvPicPr>
                <p:cNvPr id="22" name="Ink 21">
                  <a:extLst>
                    <a:ext uri="{FF2B5EF4-FFF2-40B4-BE49-F238E27FC236}">
                      <a16:creationId xmlns:a16="http://schemas.microsoft.com/office/drawing/2014/main" id="{708FCBAA-B811-B275-2B6F-49B500750B2E}"/>
                    </a:ext>
                  </a:extLst>
                </p:cNvPr>
                <p:cNvPicPr/>
                <p:nvPr/>
              </p:nvPicPr>
              <p:blipFill>
                <a:blip r:embed="rId28"/>
                <a:stretch>
                  <a:fillRect/>
                </a:stretch>
              </p:blipFill>
              <p:spPr>
                <a:xfrm>
                  <a:off x="10415873" y="646836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FF823242-35A3-A5F2-05FF-AB10CE42C566}"/>
                    </a:ext>
                  </a:extLst>
                </p14:cNvPr>
                <p14:cNvContentPartPr/>
                <p14:nvPr/>
              </p14:nvContentPartPr>
              <p14:xfrm>
                <a:off x="10427393" y="6471240"/>
                <a:ext cx="32400" cy="48600"/>
              </p14:xfrm>
            </p:contentPart>
          </mc:Choice>
          <mc:Fallback>
            <p:pic>
              <p:nvPicPr>
                <p:cNvPr id="24" name="Ink 23">
                  <a:extLst>
                    <a:ext uri="{FF2B5EF4-FFF2-40B4-BE49-F238E27FC236}">
                      <a16:creationId xmlns:a16="http://schemas.microsoft.com/office/drawing/2014/main" id="{FF823242-35A3-A5F2-05FF-AB10CE42C566}"/>
                    </a:ext>
                  </a:extLst>
                </p:cNvPr>
                <p:cNvPicPr/>
                <p:nvPr/>
              </p:nvPicPr>
              <p:blipFill>
                <a:blip r:embed="rId33"/>
                <a:stretch>
                  <a:fillRect/>
                </a:stretch>
              </p:blipFill>
              <p:spPr>
                <a:xfrm>
                  <a:off x="10421273" y="6465120"/>
                  <a:ext cx="44640" cy="60840"/>
                </a:xfrm>
                <a:prstGeom prst="rect">
                  <a:avLst/>
                </a:prstGeom>
              </p:spPr>
            </p:pic>
          </mc:Fallback>
        </mc:AlternateContent>
      </p:grpSp>
      <p:grpSp>
        <p:nvGrpSpPr>
          <p:cNvPr id="39" name="Group 38">
            <a:extLst>
              <a:ext uri="{FF2B5EF4-FFF2-40B4-BE49-F238E27FC236}">
                <a16:creationId xmlns:a16="http://schemas.microsoft.com/office/drawing/2014/main" id="{F4D84970-2619-7777-D470-3AE1129B4984}"/>
              </a:ext>
            </a:extLst>
          </p:cNvPr>
          <p:cNvGrpSpPr/>
          <p:nvPr/>
        </p:nvGrpSpPr>
        <p:grpSpPr>
          <a:xfrm>
            <a:off x="10617473" y="6174240"/>
            <a:ext cx="1411560" cy="363240"/>
            <a:chOff x="10617473" y="6174240"/>
            <a:chExt cx="1411560" cy="363240"/>
          </a:xfrm>
        </p:grpSpPr>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2E444411-E6CE-809B-9A3A-FE31F891CA6E}"/>
                    </a:ext>
                  </a:extLst>
                </p14:cNvPr>
                <p14:cNvContentPartPr/>
                <p14:nvPr/>
              </p14:nvContentPartPr>
              <p14:xfrm>
                <a:off x="10635113" y="6351720"/>
                <a:ext cx="27000" cy="132840"/>
              </p14:xfrm>
            </p:contentPart>
          </mc:Choice>
          <mc:Fallback>
            <p:pic>
              <p:nvPicPr>
                <p:cNvPr id="25" name="Ink 24">
                  <a:extLst>
                    <a:ext uri="{FF2B5EF4-FFF2-40B4-BE49-F238E27FC236}">
                      <a16:creationId xmlns:a16="http://schemas.microsoft.com/office/drawing/2014/main" id="{2E444411-E6CE-809B-9A3A-FE31F891CA6E}"/>
                    </a:ext>
                  </a:extLst>
                </p:cNvPr>
                <p:cNvPicPr/>
                <p:nvPr/>
              </p:nvPicPr>
              <p:blipFill>
                <a:blip r:embed="rId35"/>
                <a:stretch>
                  <a:fillRect/>
                </a:stretch>
              </p:blipFill>
              <p:spPr>
                <a:xfrm>
                  <a:off x="10628993" y="6345600"/>
                  <a:ext cx="392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5D12343F-2E74-D2AB-2355-E35D9D1A4B02}"/>
                    </a:ext>
                  </a:extLst>
                </p14:cNvPr>
                <p14:cNvContentPartPr/>
                <p14:nvPr/>
              </p14:nvContentPartPr>
              <p14:xfrm>
                <a:off x="10617473" y="6225720"/>
                <a:ext cx="11160" cy="34560"/>
              </p14:xfrm>
            </p:contentPart>
          </mc:Choice>
          <mc:Fallback>
            <p:pic>
              <p:nvPicPr>
                <p:cNvPr id="26" name="Ink 25">
                  <a:extLst>
                    <a:ext uri="{FF2B5EF4-FFF2-40B4-BE49-F238E27FC236}">
                      <a16:creationId xmlns:a16="http://schemas.microsoft.com/office/drawing/2014/main" id="{5D12343F-2E74-D2AB-2355-E35D9D1A4B02}"/>
                    </a:ext>
                  </a:extLst>
                </p:cNvPr>
                <p:cNvPicPr/>
                <p:nvPr/>
              </p:nvPicPr>
              <p:blipFill>
                <a:blip r:embed="rId37"/>
                <a:stretch>
                  <a:fillRect/>
                </a:stretch>
              </p:blipFill>
              <p:spPr>
                <a:xfrm>
                  <a:off x="10611353" y="6219600"/>
                  <a:ext cx="234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52810E8B-FAF4-C9D1-7209-2F2E56235621}"/>
                    </a:ext>
                  </a:extLst>
                </p14:cNvPr>
                <p14:cNvContentPartPr/>
                <p14:nvPr/>
              </p14:nvContentPartPr>
              <p14:xfrm>
                <a:off x="10775513" y="6388440"/>
                <a:ext cx="57240" cy="122400"/>
              </p14:xfrm>
            </p:contentPart>
          </mc:Choice>
          <mc:Fallback>
            <p:pic>
              <p:nvPicPr>
                <p:cNvPr id="27" name="Ink 26">
                  <a:extLst>
                    <a:ext uri="{FF2B5EF4-FFF2-40B4-BE49-F238E27FC236}">
                      <a16:creationId xmlns:a16="http://schemas.microsoft.com/office/drawing/2014/main" id="{52810E8B-FAF4-C9D1-7209-2F2E56235621}"/>
                    </a:ext>
                  </a:extLst>
                </p:cNvPr>
                <p:cNvPicPr/>
                <p:nvPr/>
              </p:nvPicPr>
              <p:blipFill>
                <a:blip r:embed="rId39"/>
                <a:stretch>
                  <a:fillRect/>
                </a:stretch>
              </p:blipFill>
              <p:spPr>
                <a:xfrm>
                  <a:off x="10769393" y="6382320"/>
                  <a:ext cx="6948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95D25C0D-E7B3-C7BB-8A9D-D04144868DBB}"/>
                    </a:ext>
                  </a:extLst>
                </p14:cNvPr>
                <p14:cNvContentPartPr/>
                <p14:nvPr/>
              </p14:nvContentPartPr>
              <p14:xfrm>
                <a:off x="10774793" y="6303120"/>
                <a:ext cx="16200" cy="3600"/>
              </p14:xfrm>
            </p:contentPart>
          </mc:Choice>
          <mc:Fallback>
            <p:pic>
              <p:nvPicPr>
                <p:cNvPr id="28" name="Ink 27">
                  <a:extLst>
                    <a:ext uri="{FF2B5EF4-FFF2-40B4-BE49-F238E27FC236}">
                      <a16:creationId xmlns:a16="http://schemas.microsoft.com/office/drawing/2014/main" id="{95D25C0D-E7B3-C7BB-8A9D-D04144868DBB}"/>
                    </a:ext>
                  </a:extLst>
                </p:cNvPr>
                <p:cNvPicPr/>
                <p:nvPr/>
              </p:nvPicPr>
              <p:blipFill>
                <a:blip r:embed="rId41"/>
                <a:stretch>
                  <a:fillRect/>
                </a:stretch>
              </p:blipFill>
              <p:spPr>
                <a:xfrm>
                  <a:off x="10768673" y="6297000"/>
                  <a:ext cx="2844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BA088CD8-2E7A-0EEC-6AA8-B316FA1DF4A8}"/>
                    </a:ext>
                  </a:extLst>
                </p14:cNvPr>
                <p14:cNvContentPartPr/>
                <p14:nvPr/>
              </p14:nvContentPartPr>
              <p14:xfrm>
                <a:off x="10947953" y="6174240"/>
                <a:ext cx="60120" cy="292320"/>
              </p14:xfrm>
            </p:contentPart>
          </mc:Choice>
          <mc:Fallback>
            <p:pic>
              <p:nvPicPr>
                <p:cNvPr id="29" name="Ink 28">
                  <a:extLst>
                    <a:ext uri="{FF2B5EF4-FFF2-40B4-BE49-F238E27FC236}">
                      <a16:creationId xmlns:a16="http://schemas.microsoft.com/office/drawing/2014/main" id="{BA088CD8-2E7A-0EEC-6AA8-B316FA1DF4A8}"/>
                    </a:ext>
                  </a:extLst>
                </p:cNvPr>
                <p:cNvPicPr/>
                <p:nvPr/>
              </p:nvPicPr>
              <p:blipFill>
                <a:blip r:embed="rId43"/>
                <a:stretch>
                  <a:fillRect/>
                </a:stretch>
              </p:blipFill>
              <p:spPr>
                <a:xfrm>
                  <a:off x="10941833" y="6168120"/>
                  <a:ext cx="7236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4DE49C44-0111-0DF3-3F9B-73AC7BE9D946}"/>
                    </a:ext>
                  </a:extLst>
                </p14:cNvPr>
                <p14:cNvContentPartPr/>
                <p14:nvPr/>
              </p14:nvContentPartPr>
              <p14:xfrm>
                <a:off x="10933193" y="6366480"/>
                <a:ext cx="109440" cy="14760"/>
              </p14:xfrm>
            </p:contentPart>
          </mc:Choice>
          <mc:Fallback>
            <p:pic>
              <p:nvPicPr>
                <p:cNvPr id="30" name="Ink 29">
                  <a:extLst>
                    <a:ext uri="{FF2B5EF4-FFF2-40B4-BE49-F238E27FC236}">
                      <a16:creationId xmlns:a16="http://schemas.microsoft.com/office/drawing/2014/main" id="{4DE49C44-0111-0DF3-3F9B-73AC7BE9D946}"/>
                    </a:ext>
                  </a:extLst>
                </p:cNvPr>
                <p:cNvPicPr/>
                <p:nvPr/>
              </p:nvPicPr>
              <p:blipFill>
                <a:blip r:embed="rId45"/>
                <a:stretch>
                  <a:fillRect/>
                </a:stretch>
              </p:blipFill>
              <p:spPr>
                <a:xfrm>
                  <a:off x="10927073" y="6360360"/>
                  <a:ext cx="12168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3685861B-A6D9-8A78-365A-E5093A4B111F}"/>
                    </a:ext>
                  </a:extLst>
                </p14:cNvPr>
                <p14:cNvContentPartPr/>
                <p14:nvPr/>
              </p14:nvContentPartPr>
              <p14:xfrm>
                <a:off x="11077913" y="6348480"/>
                <a:ext cx="175320" cy="142200"/>
              </p14:xfrm>
            </p:contentPart>
          </mc:Choice>
          <mc:Fallback>
            <p:pic>
              <p:nvPicPr>
                <p:cNvPr id="31" name="Ink 30">
                  <a:extLst>
                    <a:ext uri="{FF2B5EF4-FFF2-40B4-BE49-F238E27FC236}">
                      <a16:creationId xmlns:a16="http://schemas.microsoft.com/office/drawing/2014/main" id="{3685861B-A6D9-8A78-365A-E5093A4B111F}"/>
                    </a:ext>
                  </a:extLst>
                </p:cNvPr>
                <p:cNvPicPr/>
                <p:nvPr/>
              </p:nvPicPr>
              <p:blipFill>
                <a:blip r:embed="rId47"/>
                <a:stretch>
                  <a:fillRect/>
                </a:stretch>
              </p:blipFill>
              <p:spPr>
                <a:xfrm>
                  <a:off x="11071793" y="6342360"/>
                  <a:ext cx="1875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978FFEAF-0BAF-ADC4-DFB9-AD19164BBDBE}"/>
                    </a:ext>
                  </a:extLst>
                </p14:cNvPr>
                <p14:cNvContentPartPr/>
                <p14:nvPr/>
              </p14:nvContentPartPr>
              <p14:xfrm>
                <a:off x="11302553" y="6473040"/>
                <a:ext cx="23040" cy="7920"/>
              </p14:xfrm>
            </p:contentPart>
          </mc:Choice>
          <mc:Fallback>
            <p:pic>
              <p:nvPicPr>
                <p:cNvPr id="32" name="Ink 31">
                  <a:extLst>
                    <a:ext uri="{FF2B5EF4-FFF2-40B4-BE49-F238E27FC236}">
                      <a16:creationId xmlns:a16="http://schemas.microsoft.com/office/drawing/2014/main" id="{978FFEAF-0BAF-ADC4-DFB9-AD19164BBDBE}"/>
                    </a:ext>
                  </a:extLst>
                </p:cNvPr>
                <p:cNvPicPr/>
                <p:nvPr/>
              </p:nvPicPr>
              <p:blipFill>
                <a:blip r:embed="rId49"/>
                <a:stretch>
                  <a:fillRect/>
                </a:stretch>
              </p:blipFill>
              <p:spPr>
                <a:xfrm>
                  <a:off x="11296433" y="6466920"/>
                  <a:ext cx="352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04689099-3B98-8506-50BE-6E39910EB4FD}"/>
                    </a:ext>
                  </a:extLst>
                </p14:cNvPr>
                <p14:cNvContentPartPr/>
                <p14:nvPr/>
              </p14:nvContentPartPr>
              <p14:xfrm>
                <a:off x="11440793" y="6394200"/>
                <a:ext cx="123480" cy="113400"/>
              </p14:xfrm>
            </p:contentPart>
          </mc:Choice>
          <mc:Fallback>
            <p:pic>
              <p:nvPicPr>
                <p:cNvPr id="33" name="Ink 32">
                  <a:extLst>
                    <a:ext uri="{FF2B5EF4-FFF2-40B4-BE49-F238E27FC236}">
                      <a16:creationId xmlns:a16="http://schemas.microsoft.com/office/drawing/2014/main" id="{04689099-3B98-8506-50BE-6E39910EB4FD}"/>
                    </a:ext>
                  </a:extLst>
                </p:cNvPr>
                <p:cNvPicPr/>
                <p:nvPr/>
              </p:nvPicPr>
              <p:blipFill>
                <a:blip r:embed="rId51"/>
                <a:stretch>
                  <a:fillRect/>
                </a:stretch>
              </p:blipFill>
              <p:spPr>
                <a:xfrm>
                  <a:off x="11434673" y="6388080"/>
                  <a:ext cx="1357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99759EFF-0102-7A2D-96E3-E7513003E321}"/>
                    </a:ext>
                  </a:extLst>
                </p14:cNvPr>
                <p14:cNvContentPartPr/>
                <p14:nvPr/>
              </p14:nvContentPartPr>
              <p14:xfrm>
                <a:off x="11574713" y="6398160"/>
                <a:ext cx="95040" cy="97920"/>
              </p14:xfrm>
            </p:contentPart>
          </mc:Choice>
          <mc:Fallback>
            <p:pic>
              <p:nvPicPr>
                <p:cNvPr id="34" name="Ink 33">
                  <a:extLst>
                    <a:ext uri="{FF2B5EF4-FFF2-40B4-BE49-F238E27FC236}">
                      <a16:creationId xmlns:a16="http://schemas.microsoft.com/office/drawing/2014/main" id="{99759EFF-0102-7A2D-96E3-E7513003E321}"/>
                    </a:ext>
                  </a:extLst>
                </p:cNvPr>
                <p:cNvPicPr/>
                <p:nvPr/>
              </p:nvPicPr>
              <p:blipFill>
                <a:blip r:embed="rId53"/>
                <a:stretch>
                  <a:fillRect/>
                </a:stretch>
              </p:blipFill>
              <p:spPr>
                <a:xfrm>
                  <a:off x="11568593" y="6392040"/>
                  <a:ext cx="1072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D4E2BB63-1B71-7C4F-7431-E9F82F784288}"/>
                    </a:ext>
                  </a:extLst>
                </p14:cNvPr>
                <p14:cNvContentPartPr/>
                <p14:nvPr/>
              </p14:nvContentPartPr>
              <p14:xfrm>
                <a:off x="11705033" y="6456840"/>
                <a:ext cx="2160" cy="7200"/>
              </p14:xfrm>
            </p:contentPart>
          </mc:Choice>
          <mc:Fallback>
            <p:pic>
              <p:nvPicPr>
                <p:cNvPr id="35" name="Ink 34">
                  <a:extLst>
                    <a:ext uri="{FF2B5EF4-FFF2-40B4-BE49-F238E27FC236}">
                      <a16:creationId xmlns:a16="http://schemas.microsoft.com/office/drawing/2014/main" id="{D4E2BB63-1B71-7C4F-7431-E9F82F784288}"/>
                    </a:ext>
                  </a:extLst>
                </p:cNvPr>
                <p:cNvPicPr/>
                <p:nvPr/>
              </p:nvPicPr>
              <p:blipFill>
                <a:blip r:embed="rId55"/>
                <a:stretch>
                  <a:fillRect/>
                </a:stretch>
              </p:blipFill>
              <p:spPr>
                <a:xfrm>
                  <a:off x="11698913" y="6450720"/>
                  <a:ext cx="144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5760AE9D-44CB-F901-7C40-FD78E22E71F7}"/>
                    </a:ext>
                  </a:extLst>
                </p14:cNvPr>
                <p14:cNvContentPartPr/>
                <p14:nvPr/>
              </p14:nvContentPartPr>
              <p14:xfrm>
                <a:off x="11787473" y="6420840"/>
                <a:ext cx="3600" cy="108000"/>
              </p14:xfrm>
            </p:contentPart>
          </mc:Choice>
          <mc:Fallback>
            <p:pic>
              <p:nvPicPr>
                <p:cNvPr id="36" name="Ink 35">
                  <a:extLst>
                    <a:ext uri="{FF2B5EF4-FFF2-40B4-BE49-F238E27FC236}">
                      <a16:creationId xmlns:a16="http://schemas.microsoft.com/office/drawing/2014/main" id="{5760AE9D-44CB-F901-7C40-FD78E22E71F7}"/>
                    </a:ext>
                  </a:extLst>
                </p:cNvPr>
                <p:cNvPicPr/>
                <p:nvPr/>
              </p:nvPicPr>
              <p:blipFill>
                <a:blip r:embed="rId57"/>
                <a:stretch>
                  <a:fillRect/>
                </a:stretch>
              </p:blipFill>
              <p:spPr>
                <a:xfrm>
                  <a:off x="11781353" y="6414720"/>
                  <a:ext cx="1584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0EE26804-BD1B-3B11-E179-5B095822DBD1}"/>
                    </a:ext>
                  </a:extLst>
                </p14:cNvPr>
                <p14:cNvContentPartPr/>
                <p14:nvPr/>
              </p14:nvContentPartPr>
              <p14:xfrm>
                <a:off x="11776313" y="6351000"/>
                <a:ext cx="48600" cy="27360"/>
              </p14:xfrm>
            </p:contentPart>
          </mc:Choice>
          <mc:Fallback>
            <p:pic>
              <p:nvPicPr>
                <p:cNvPr id="37" name="Ink 36">
                  <a:extLst>
                    <a:ext uri="{FF2B5EF4-FFF2-40B4-BE49-F238E27FC236}">
                      <a16:creationId xmlns:a16="http://schemas.microsoft.com/office/drawing/2014/main" id="{0EE26804-BD1B-3B11-E179-5B095822DBD1}"/>
                    </a:ext>
                  </a:extLst>
                </p:cNvPr>
                <p:cNvPicPr/>
                <p:nvPr/>
              </p:nvPicPr>
              <p:blipFill>
                <a:blip r:embed="rId59"/>
                <a:stretch>
                  <a:fillRect/>
                </a:stretch>
              </p:blipFill>
              <p:spPr>
                <a:xfrm>
                  <a:off x="11770193" y="6344880"/>
                  <a:ext cx="608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55154F1D-9578-D8E9-F4E2-69B1AD215366}"/>
                    </a:ext>
                  </a:extLst>
                </p14:cNvPr>
                <p14:cNvContentPartPr/>
                <p14:nvPr/>
              </p14:nvContentPartPr>
              <p14:xfrm>
                <a:off x="11859473" y="6431640"/>
                <a:ext cx="169560" cy="105840"/>
              </p14:xfrm>
            </p:contentPart>
          </mc:Choice>
          <mc:Fallback>
            <p:pic>
              <p:nvPicPr>
                <p:cNvPr id="38" name="Ink 37">
                  <a:extLst>
                    <a:ext uri="{FF2B5EF4-FFF2-40B4-BE49-F238E27FC236}">
                      <a16:creationId xmlns:a16="http://schemas.microsoft.com/office/drawing/2014/main" id="{55154F1D-9578-D8E9-F4E2-69B1AD215366}"/>
                    </a:ext>
                  </a:extLst>
                </p:cNvPr>
                <p:cNvPicPr/>
                <p:nvPr/>
              </p:nvPicPr>
              <p:blipFill>
                <a:blip r:embed="rId61"/>
                <a:stretch>
                  <a:fillRect/>
                </a:stretch>
              </p:blipFill>
              <p:spPr>
                <a:xfrm>
                  <a:off x="11853353" y="6425520"/>
                  <a:ext cx="181800" cy="118080"/>
                </a:xfrm>
                <a:prstGeom prst="rect">
                  <a:avLst/>
                </a:prstGeom>
              </p:spPr>
            </p:pic>
          </mc:Fallback>
        </mc:AlternateContent>
      </p:grpSp>
      <p:grpSp>
        <p:nvGrpSpPr>
          <p:cNvPr id="49" name="Group 48">
            <a:extLst>
              <a:ext uri="{FF2B5EF4-FFF2-40B4-BE49-F238E27FC236}">
                <a16:creationId xmlns:a16="http://schemas.microsoft.com/office/drawing/2014/main" id="{9A15EEB9-A0C1-AB6A-DD6B-43601E6B277F}"/>
              </a:ext>
            </a:extLst>
          </p:cNvPr>
          <p:cNvGrpSpPr/>
          <p:nvPr/>
        </p:nvGrpSpPr>
        <p:grpSpPr>
          <a:xfrm>
            <a:off x="10256033" y="283560"/>
            <a:ext cx="675360" cy="773640"/>
            <a:chOff x="10256033" y="283560"/>
            <a:chExt cx="675360" cy="773640"/>
          </a:xfrm>
        </p:grpSpPr>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CE3E4CBA-49F8-3D8B-7C24-85757F9867C4}"/>
                    </a:ext>
                  </a:extLst>
                </p14:cNvPr>
                <p14:cNvContentPartPr/>
                <p14:nvPr/>
              </p14:nvContentPartPr>
              <p14:xfrm>
                <a:off x="10299233" y="288960"/>
                <a:ext cx="21240" cy="346680"/>
              </p14:xfrm>
            </p:contentPart>
          </mc:Choice>
          <mc:Fallback>
            <p:pic>
              <p:nvPicPr>
                <p:cNvPr id="41" name="Ink 40">
                  <a:extLst>
                    <a:ext uri="{FF2B5EF4-FFF2-40B4-BE49-F238E27FC236}">
                      <a16:creationId xmlns:a16="http://schemas.microsoft.com/office/drawing/2014/main" id="{CE3E4CBA-49F8-3D8B-7C24-85757F9867C4}"/>
                    </a:ext>
                  </a:extLst>
                </p:cNvPr>
                <p:cNvPicPr/>
                <p:nvPr/>
              </p:nvPicPr>
              <p:blipFill>
                <a:blip r:embed="rId63"/>
                <a:stretch>
                  <a:fillRect/>
                </a:stretch>
              </p:blipFill>
              <p:spPr>
                <a:xfrm>
                  <a:off x="10293113" y="282840"/>
                  <a:ext cx="3348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44C54390-0240-D98C-1BA7-B17E62ECD8D4}"/>
                    </a:ext>
                  </a:extLst>
                </p14:cNvPr>
                <p14:cNvContentPartPr/>
                <p14:nvPr/>
              </p14:nvContentPartPr>
              <p14:xfrm>
                <a:off x="10423433" y="283560"/>
                <a:ext cx="204120" cy="321480"/>
              </p14:xfrm>
            </p:contentPart>
          </mc:Choice>
          <mc:Fallback>
            <p:pic>
              <p:nvPicPr>
                <p:cNvPr id="42" name="Ink 41">
                  <a:extLst>
                    <a:ext uri="{FF2B5EF4-FFF2-40B4-BE49-F238E27FC236}">
                      <a16:creationId xmlns:a16="http://schemas.microsoft.com/office/drawing/2014/main" id="{44C54390-0240-D98C-1BA7-B17E62ECD8D4}"/>
                    </a:ext>
                  </a:extLst>
                </p:cNvPr>
                <p:cNvPicPr/>
                <p:nvPr/>
              </p:nvPicPr>
              <p:blipFill>
                <a:blip r:embed="rId65"/>
                <a:stretch>
                  <a:fillRect/>
                </a:stretch>
              </p:blipFill>
              <p:spPr>
                <a:xfrm>
                  <a:off x="10417313" y="277440"/>
                  <a:ext cx="216360" cy="333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A842DF85-3637-0A51-516A-F2A7676A1AF1}"/>
                    </a:ext>
                  </a:extLst>
                </p14:cNvPr>
                <p14:cNvContentPartPr/>
                <p14:nvPr/>
              </p14:nvContentPartPr>
              <p14:xfrm>
                <a:off x="10622153" y="301560"/>
                <a:ext cx="150120" cy="196560"/>
              </p14:xfrm>
            </p:contentPart>
          </mc:Choice>
          <mc:Fallback>
            <p:pic>
              <p:nvPicPr>
                <p:cNvPr id="43" name="Ink 42">
                  <a:extLst>
                    <a:ext uri="{FF2B5EF4-FFF2-40B4-BE49-F238E27FC236}">
                      <a16:creationId xmlns:a16="http://schemas.microsoft.com/office/drawing/2014/main" id="{A842DF85-3637-0A51-516A-F2A7676A1AF1}"/>
                    </a:ext>
                  </a:extLst>
                </p:cNvPr>
                <p:cNvPicPr/>
                <p:nvPr/>
              </p:nvPicPr>
              <p:blipFill>
                <a:blip r:embed="rId67"/>
                <a:stretch>
                  <a:fillRect/>
                </a:stretch>
              </p:blipFill>
              <p:spPr>
                <a:xfrm>
                  <a:off x="10616033" y="295440"/>
                  <a:ext cx="1623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D2771186-3E8D-94CD-04EE-D839F3BF604F}"/>
                    </a:ext>
                  </a:extLst>
                </p14:cNvPr>
                <p14:cNvContentPartPr/>
                <p14:nvPr/>
              </p14:nvContentPartPr>
              <p14:xfrm>
                <a:off x="10256033" y="510000"/>
                <a:ext cx="675360" cy="231120"/>
              </p14:xfrm>
            </p:contentPart>
          </mc:Choice>
          <mc:Fallback>
            <p:pic>
              <p:nvPicPr>
                <p:cNvPr id="44" name="Ink 43">
                  <a:extLst>
                    <a:ext uri="{FF2B5EF4-FFF2-40B4-BE49-F238E27FC236}">
                      <a16:creationId xmlns:a16="http://schemas.microsoft.com/office/drawing/2014/main" id="{D2771186-3E8D-94CD-04EE-D839F3BF604F}"/>
                    </a:ext>
                  </a:extLst>
                </p:cNvPr>
                <p:cNvPicPr/>
                <p:nvPr/>
              </p:nvPicPr>
              <p:blipFill>
                <a:blip r:embed="rId69"/>
                <a:stretch>
                  <a:fillRect/>
                </a:stretch>
              </p:blipFill>
              <p:spPr>
                <a:xfrm>
                  <a:off x="10249913" y="503880"/>
                  <a:ext cx="68760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5993BC63-1D61-E1D5-7922-F8E2D73F4864}"/>
                    </a:ext>
                  </a:extLst>
                </p14:cNvPr>
                <p14:cNvContentPartPr/>
                <p14:nvPr/>
              </p14:nvContentPartPr>
              <p14:xfrm>
                <a:off x="10388873" y="776040"/>
                <a:ext cx="163800" cy="281160"/>
              </p14:xfrm>
            </p:contentPart>
          </mc:Choice>
          <mc:Fallback>
            <p:pic>
              <p:nvPicPr>
                <p:cNvPr id="45" name="Ink 44">
                  <a:extLst>
                    <a:ext uri="{FF2B5EF4-FFF2-40B4-BE49-F238E27FC236}">
                      <a16:creationId xmlns:a16="http://schemas.microsoft.com/office/drawing/2014/main" id="{5993BC63-1D61-E1D5-7922-F8E2D73F4864}"/>
                    </a:ext>
                  </a:extLst>
                </p:cNvPr>
                <p:cNvPicPr/>
                <p:nvPr/>
              </p:nvPicPr>
              <p:blipFill>
                <a:blip r:embed="rId71"/>
                <a:stretch>
                  <a:fillRect/>
                </a:stretch>
              </p:blipFill>
              <p:spPr>
                <a:xfrm>
                  <a:off x="10382753" y="769920"/>
                  <a:ext cx="17604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B287C998-7529-BA10-9399-362A5E6A4B37}"/>
                    </a:ext>
                  </a:extLst>
                </p14:cNvPr>
                <p14:cNvContentPartPr/>
                <p14:nvPr/>
              </p14:nvContentPartPr>
              <p14:xfrm>
                <a:off x="10447193" y="823920"/>
                <a:ext cx="194040" cy="118800"/>
              </p14:xfrm>
            </p:contentPart>
          </mc:Choice>
          <mc:Fallback>
            <p:pic>
              <p:nvPicPr>
                <p:cNvPr id="46" name="Ink 45">
                  <a:extLst>
                    <a:ext uri="{FF2B5EF4-FFF2-40B4-BE49-F238E27FC236}">
                      <a16:creationId xmlns:a16="http://schemas.microsoft.com/office/drawing/2014/main" id="{B287C998-7529-BA10-9399-362A5E6A4B37}"/>
                    </a:ext>
                  </a:extLst>
                </p:cNvPr>
                <p:cNvPicPr/>
                <p:nvPr/>
              </p:nvPicPr>
              <p:blipFill>
                <a:blip r:embed="rId73"/>
                <a:stretch>
                  <a:fillRect/>
                </a:stretch>
              </p:blipFill>
              <p:spPr>
                <a:xfrm>
                  <a:off x="10441073" y="817800"/>
                  <a:ext cx="20628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91ED4B54-D18D-AB36-FFD4-2982CC2A407D}"/>
                    </a:ext>
                  </a:extLst>
                </p14:cNvPr>
                <p14:cNvContentPartPr/>
                <p14:nvPr/>
              </p14:nvContentPartPr>
              <p14:xfrm>
                <a:off x="10677953" y="777480"/>
                <a:ext cx="103680" cy="195480"/>
              </p14:xfrm>
            </p:contentPart>
          </mc:Choice>
          <mc:Fallback>
            <p:pic>
              <p:nvPicPr>
                <p:cNvPr id="47" name="Ink 46">
                  <a:extLst>
                    <a:ext uri="{FF2B5EF4-FFF2-40B4-BE49-F238E27FC236}">
                      <a16:creationId xmlns:a16="http://schemas.microsoft.com/office/drawing/2014/main" id="{91ED4B54-D18D-AB36-FFD4-2982CC2A407D}"/>
                    </a:ext>
                  </a:extLst>
                </p:cNvPr>
                <p:cNvPicPr/>
                <p:nvPr/>
              </p:nvPicPr>
              <p:blipFill>
                <a:blip r:embed="rId75"/>
                <a:stretch>
                  <a:fillRect/>
                </a:stretch>
              </p:blipFill>
              <p:spPr>
                <a:xfrm>
                  <a:off x="10671833" y="771360"/>
                  <a:ext cx="1159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847B6FDF-8E5F-CBC3-B9C2-B57DBABAF4AB}"/>
                    </a:ext>
                  </a:extLst>
                </p14:cNvPr>
                <p14:cNvContentPartPr/>
                <p14:nvPr/>
              </p14:nvContentPartPr>
              <p14:xfrm>
                <a:off x="10682633" y="680640"/>
                <a:ext cx="178200" cy="115920"/>
              </p14:xfrm>
            </p:contentPart>
          </mc:Choice>
          <mc:Fallback>
            <p:pic>
              <p:nvPicPr>
                <p:cNvPr id="48" name="Ink 47">
                  <a:extLst>
                    <a:ext uri="{FF2B5EF4-FFF2-40B4-BE49-F238E27FC236}">
                      <a16:creationId xmlns:a16="http://schemas.microsoft.com/office/drawing/2014/main" id="{847B6FDF-8E5F-CBC3-B9C2-B57DBABAF4AB}"/>
                    </a:ext>
                  </a:extLst>
                </p:cNvPr>
                <p:cNvPicPr/>
                <p:nvPr/>
              </p:nvPicPr>
              <p:blipFill>
                <a:blip r:embed="rId77"/>
                <a:stretch>
                  <a:fillRect/>
                </a:stretch>
              </p:blipFill>
              <p:spPr>
                <a:xfrm>
                  <a:off x="10676513" y="674520"/>
                  <a:ext cx="190440" cy="128160"/>
                </a:xfrm>
                <a:prstGeom prst="rect">
                  <a:avLst/>
                </a:prstGeom>
              </p:spPr>
            </p:pic>
          </mc:Fallback>
        </mc:AlternateContent>
      </p:grpSp>
      <p:grpSp>
        <p:nvGrpSpPr>
          <p:cNvPr id="13322" name="Group 13321">
            <a:extLst>
              <a:ext uri="{FF2B5EF4-FFF2-40B4-BE49-F238E27FC236}">
                <a16:creationId xmlns:a16="http://schemas.microsoft.com/office/drawing/2014/main" id="{76210E12-08E1-B669-BD63-6EAD5C06E895}"/>
              </a:ext>
            </a:extLst>
          </p:cNvPr>
          <p:cNvGrpSpPr/>
          <p:nvPr/>
        </p:nvGrpSpPr>
        <p:grpSpPr>
          <a:xfrm>
            <a:off x="11076473" y="-12360"/>
            <a:ext cx="1398600" cy="1144800"/>
            <a:chOff x="11076473" y="-12360"/>
            <a:chExt cx="1398600" cy="1144800"/>
          </a:xfrm>
        </p:grpSpPr>
        <mc:AlternateContent xmlns:mc="http://schemas.openxmlformats.org/markup-compatibility/2006">
          <mc:Choice xmlns:p14="http://schemas.microsoft.com/office/powerpoint/2010/main" Requires="p14">
            <p:contentPart p14:bwMode="auto" r:id="rId78">
              <p14:nvContentPartPr>
                <p14:cNvPr id="50" name="Ink 49">
                  <a:extLst>
                    <a:ext uri="{FF2B5EF4-FFF2-40B4-BE49-F238E27FC236}">
                      <a16:creationId xmlns:a16="http://schemas.microsoft.com/office/drawing/2014/main" id="{960B4D61-D8F0-D6FD-FC8D-C133677F433E}"/>
                    </a:ext>
                  </a:extLst>
                </p14:cNvPr>
                <p14:cNvContentPartPr/>
                <p14:nvPr/>
              </p14:nvContentPartPr>
              <p14:xfrm>
                <a:off x="11076473" y="373200"/>
                <a:ext cx="121320" cy="24840"/>
              </p14:xfrm>
            </p:contentPart>
          </mc:Choice>
          <mc:Fallback>
            <p:pic>
              <p:nvPicPr>
                <p:cNvPr id="50" name="Ink 49">
                  <a:extLst>
                    <a:ext uri="{FF2B5EF4-FFF2-40B4-BE49-F238E27FC236}">
                      <a16:creationId xmlns:a16="http://schemas.microsoft.com/office/drawing/2014/main" id="{960B4D61-D8F0-D6FD-FC8D-C133677F433E}"/>
                    </a:ext>
                  </a:extLst>
                </p:cNvPr>
                <p:cNvPicPr/>
                <p:nvPr/>
              </p:nvPicPr>
              <p:blipFill>
                <a:blip r:embed="rId79"/>
                <a:stretch>
                  <a:fillRect/>
                </a:stretch>
              </p:blipFill>
              <p:spPr>
                <a:xfrm>
                  <a:off x="11070353" y="367080"/>
                  <a:ext cx="1335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13EAB9F5-4867-41EB-B1F4-162C53222778}"/>
                    </a:ext>
                  </a:extLst>
                </p14:cNvPr>
                <p14:cNvContentPartPr/>
                <p14:nvPr/>
              </p14:nvContentPartPr>
              <p14:xfrm>
                <a:off x="11089073" y="430080"/>
                <a:ext cx="152280" cy="52560"/>
              </p14:xfrm>
            </p:contentPart>
          </mc:Choice>
          <mc:Fallback>
            <p:pic>
              <p:nvPicPr>
                <p:cNvPr id="51" name="Ink 50">
                  <a:extLst>
                    <a:ext uri="{FF2B5EF4-FFF2-40B4-BE49-F238E27FC236}">
                      <a16:creationId xmlns:a16="http://schemas.microsoft.com/office/drawing/2014/main" id="{13EAB9F5-4867-41EB-B1F4-162C53222778}"/>
                    </a:ext>
                  </a:extLst>
                </p:cNvPr>
                <p:cNvPicPr/>
                <p:nvPr/>
              </p:nvPicPr>
              <p:blipFill>
                <a:blip r:embed="rId81"/>
                <a:stretch>
                  <a:fillRect/>
                </a:stretch>
              </p:blipFill>
              <p:spPr>
                <a:xfrm>
                  <a:off x="11082953" y="423960"/>
                  <a:ext cx="16452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3" name="Ink 52">
                  <a:extLst>
                    <a:ext uri="{FF2B5EF4-FFF2-40B4-BE49-F238E27FC236}">
                      <a16:creationId xmlns:a16="http://schemas.microsoft.com/office/drawing/2014/main" id="{2929CFA8-35B6-BAC6-F96A-A83B5BB7896D}"/>
                    </a:ext>
                  </a:extLst>
                </p14:cNvPr>
                <p14:cNvContentPartPr/>
                <p14:nvPr/>
              </p14:nvContentPartPr>
              <p14:xfrm>
                <a:off x="11332433" y="213720"/>
                <a:ext cx="178560" cy="330840"/>
              </p14:xfrm>
            </p:contentPart>
          </mc:Choice>
          <mc:Fallback>
            <p:pic>
              <p:nvPicPr>
                <p:cNvPr id="53" name="Ink 52">
                  <a:extLst>
                    <a:ext uri="{FF2B5EF4-FFF2-40B4-BE49-F238E27FC236}">
                      <a16:creationId xmlns:a16="http://schemas.microsoft.com/office/drawing/2014/main" id="{2929CFA8-35B6-BAC6-F96A-A83B5BB7896D}"/>
                    </a:ext>
                  </a:extLst>
                </p:cNvPr>
                <p:cNvPicPr/>
                <p:nvPr/>
              </p:nvPicPr>
              <p:blipFill>
                <a:blip r:embed="rId83"/>
                <a:stretch>
                  <a:fillRect/>
                </a:stretch>
              </p:blipFill>
              <p:spPr>
                <a:xfrm>
                  <a:off x="11326313" y="207600"/>
                  <a:ext cx="19080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4" name="Ink 53">
                  <a:extLst>
                    <a:ext uri="{FF2B5EF4-FFF2-40B4-BE49-F238E27FC236}">
                      <a16:creationId xmlns:a16="http://schemas.microsoft.com/office/drawing/2014/main" id="{D72A3CFE-35B1-3828-0C25-05B4799E71B3}"/>
                    </a:ext>
                  </a:extLst>
                </p14:cNvPr>
                <p14:cNvContentPartPr/>
                <p14:nvPr/>
              </p14:nvContentPartPr>
              <p14:xfrm>
                <a:off x="11580113" y="432960"/>
                <a:ext cx="35280" cy="27000"/>
              </p14:xfrm>
            </p:contentPart>
          </mc:Choice>
          <mc:Fallback>
            <p:pic>
              <p:nvPicPr>
                <p:cNvPr id="54" name="Ink 53">
                  <a:extLst>
                    <a:ext uri="{FF2B5EF4-FFF2-40B4-BE49-F238E27FC236}">
                      <a16:creationId xmlns:a16="http://schemas.microsoft.com/office/drawing/2014/main" id="{D72A3CFE-35B1-3828-0C25-05B4799E71B3}"/>
                    </a:ext>
                  </a:extLst>
                </p:cNvPr>
                <p:cNvPicPr/>
                <p:nvPr/>
              </p:nvPicPr>
              <p:blipFill>
                <a:blip r:embed="rId85"/>
                <a:stretch>
                  <a:fillRect/>
                </a:stretch>
              </p:blipFill>
              <p:spPr>
                <a:xfrm>
                  <a:off x="11573993" y="426840"/>
                  <a:ext cx="4752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6" name="Ink 55">
                  <a:extLst>
                    <a:ext uri="{FF2B5EF4-FFF2-40B4-BE49-F238E27FC236}">
                      <a16:creationId xmlns:a16="http://schemas.microsoft.com/office/drawing/2014/main" id="{D3ED475B-4415-5F3D-CF3C-2FAC75F46559}"/>
                    </a:ext>
                  </a:extLst>
                </p14:cNvPr>
                <p14:cNvContentPartPr/>
                <p14:nvPr/>
              </p14:nvContentPartPr>
              <p14:xfrm>
                <a:off x="11101313" y="7800"/>
                <a:ext cx="110160" cy="138960"/>
              </p14:xfrm>
            </p:contentPart>
          </mc:Choice>
          <mc:Fallback>
            <p:pic>
              <p:nvPicPr>
                <p:cNvPr id="56" name="Ink 55">
                  <a:extLst>
                    <a:ext uri="{FF2B5EF4-FFF2-40B4-BE49-F238E27FC236}">
                      <a16:creationId xmlns:a16="http://schemas.microsoft.com/office/drawing/2014/main" id="{D3ED475B-4415-5F3D-CF3C-2FAC75F46559}"/>
                    </a:ext>
                  </a:extLst>
                </p:cNvPr>
                <p:cNvPicPr/>
                <p:nvPr/>
              </p:nvPicPr>
              <p:blipFill>
                <a:blip r:embed="rId87"/>
                <a:stretch>
                  <a:fillRect/>
                </a:stretch>
              </p:blipFill>
              <p:spPr>
                <a:xfrm>
                  <a:off x="11095193" y="1680"/>
                  <a:ext cx="1224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7" name="Ink 56">
                  <a:extLst>
                    <a:ext uri="{FF2B5EF4-FFF2-40B4-BE49-F238E27FC236}">
                      <a16:creationId xmlns:a16="http://schemas.microsoft.com/office/drawing/2014/main" id="{0BAAA685-BD85-21E1-4445-8E0A4F54FD71}"/>
                    </a:ext>
                  </a:extLst>
                </p14:cNvPr>
                <p14:cNvContentPartPr/>
                <p14:nvPr/>
              </p14:nvContentPartPr>
              <p14:xfrm>
                <a:off x="11208233" y="21120"/>
                <a:ext cx="86040" cy="79560"/>
              </p14:xfrm>
            </p:contentPart>
          </mc:Choice>
          <mc:Fallback>
            <p:pic>
              <p:nvPicPr>
                <p:cNvPr id="57" name="Ink 56">
                  <a:extLst>
                    <a:ext uri="{FF2B5EF4-FFF2-40B4-BE49-F238E27FC236}">
                      <a16:creationId xmlns:a16="http://schemas.microsoft.com/office/drawing/2014/main" id="{0BAAA685-BD85-21E1-4445-8E0A4F54FD71}"/>
                    </a:ext>
                  </a:extLst>
                </p:cNvPr>
                <p:cNvPicPr/>
                <p:nvPr/>
              </p:nvPicPr>
              <p:blipFill>
                <a:blip r:embed="rId89"/>
                <a:stretch>
                  <a:fillRect/>
                </a:stretch>
              </p:blipFill>
              <p:spPr>
                <a:xfrm>
                  <a:off x="11202113" y="15000"/>
                  <a:ext cx="982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8" name="Ink 57">
                  <a:extLst>
                    <a:ext uri="{FF2B5EF4-FFF2-40B4-BE49-F238E27FC236}">
                      <a16:creationId xmlns:a16="http://schemas.microsoft.com/office/drawing/2014/main" id="{A1B28EE4-96D4-B346-833A-A38D9EC69E34}"/>
                    </a:ext>
                  </a:extLst>
                </p14:cNvPr>
                <p14:cNvContentPartPr/>
                <p14:nvPr/>
              </p14:nvContentPartPr>
              <p14:xfrm>
                <a:off x="11361953" y="-12360"/>
                <a:ext cx="74520" cy="73440"/>
              </p14:xfrm>
            </p:contentPart>
          </mc:Choice>
          <mc:Fallback>
            <p:pic>
              <p:nvPicPr>
                <p:cNvPr id="58" name="Ink 57">
                  <a:extLst>
                    <a:ext uri="{FF2B5EF4-FFF2-40B4-BE49-F238E27FC236}">
                      <a16:creationId xmlns:a16="http://schemas.microsoft.com/office/drawing/2014/main" id="{A1B28EE4-96D4-B346-833A-A38D9EC69E34}"/>
                    </a:ext>
                  </a:extLst>
                </p:cNvPr>
                <p:cNvPicPr/>
                <p:nvPr/>
              </p:nvPicPr>
              <p:blipFill>
                <a:blip r:embed="rId91"/>
                <a:stretch>
                  <a:fillRect/>
                </a:stretch>
              </p:blipFill>
              <p:spPr>
                <a:xfrm>
                  <a:off x="11355833" y="-18480"/>
                  <a:ext cx="8676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0" name="Ink 59">
                  <a:extLst>
                    <a:ext uri="{FF2B5EF4-FFF2-40B4-BE49-F238E27FC236}">
                      <a16:creationId xmlns:a16="http://schemas.microsoft.com/office/drawing/2014/main" id="{D6128186-FD48-52CB-07A3-6C26E54C40C9}"/>
                    </a:ext>
                  </a:extLst>
                </p14:cNvPr>
                <p14:cNvContentPartPr/>
                <p14:nvPr/>
              </p14:nvContentPartPr>
              <p14:xfrm>
                <a:off x="11716913" y="275280"/>
                <a:ext cx="171360" cy="151560"/>
              </p14:xfrm>
            </p:contentPart>
          </mc:Choice>
          <mc:Fallback>
            <p:pic>
              <p:nvPicPr>
                <p:cNvPr id="60" name="Ink 59">
                  <a:extLst>
                    <a:ext uri="{FF2B5EF4-FFF2-40B4-BE49-F238E27FC236}">
                      <a16:creationId xmlns:a16="http://schemas.microsoft.com/office/drawing/2014/main" id="{D6128186-FD48-52CB-07A3-6C26E54C40C9}"/>
                    </a:ext>
                  </a:extLst>
                </p:cNvPr>
                <p:cNvPicPr/>
                <p:nvPr/>
              </p:nvPicPr>
              <p:blipFill>
                <a:blip r:embed="rId93"/>
                <a:stretch>
                  <a:fillRect/>
                </a:stretch>
              </p:blipFill>
              <p:spPr>
                <a:xfrm>
                  <a:off x="11710793" y="269160"/>
                  <a:ext cx="1836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1" name="Ink 60">
                  <a:extLst>
                    <a:ext uri="{FF2B5EF4-FFF2-40B4-BE49-F238E27FC236}">
                      <a16:creationId xmlns:a16="http://schemas.microsoft.com/office/drawing/2014/main" id="{FE073719-6FCF-1EFB-7532-8136DB505109}"/>
                    </a:ext>
                  </a:extLst>
                </p14:cNvPr>
                <p14:cNvContentPartPr/>
                <p14:nvPr/>
              </p14:nvContentPartPr>
              <p14:xfrm>
                <a:off x="11803313" y="322080"/>
                <a:ext cx="12960" cy="210240"/>
              </p14:xfrm>
            </p:contentPart>
          </mc:Choice>
          <mc:Fallback>
            <p:pic>
              <p:nvPicPr>
                <p:cNvPr id="61" name="Ink 60">
                  <a:extLst>
                    <a:ext uri="{FF2B5EF4-FFF2-40B4-BE49-F238E27FC236}">
                      <a16:creationId xmlns:a16="http://schemas.microsoft.com/office/drawing/2014/main" id="{FE073719-6FCF-1EFB-7532-8136DB505109}"/>
                    </a:ext>
                  </a:extLst>
                </p:cNvPr>
                <p:cNvPicPr/>
                <p:nvPr/>
              </p:nvPicPr>
              <p:blipFill>
                <a:blip r:embed="rId95"/>
                <a:stretch>
                  <a:fillRect/>
                </a:stretch>
              </p:blipFill>
              <p:spPr>
                <a:xfrm>
                  <a:off x="11797193" y="315960"/>
                  <a:ext cx="2520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3" name="Ink 62">
                  <a:extLst>
                    <a:ext uri="{FF2B5EF4-FFF2-40B4-BE49-F238E27FC236}">
                      <a16:creationId xmlns:a16="http://schemas.microsoft.com/office/drawing/2014/main" id="{3119F75D-642F-1EA8-0A10-AD2FE7968264}"/>
                    </a:ext>
                  </a:extLst>
                </p14:cNvPr>
                <p14:cNvContentPartPr/>
                <p14:nvPr/>
              </p14:nvContentPartPr>
              <p14:xfrm>
                <a:off x="11116793" y="815280"/>
                <a:ext cx="6840" cy="317160"/>
              </p14:xfrm>
            </p:contentPart>
          </mc:Choice>
          <mc:Fallback>
            <p:pic>
              <p:nvPicPr>
                <p:cNvPr id="63" name="Ink 62">
                  <a:extLst>
                    <a:ext uri="{FF2B5EF4-FFF2-40B4-BE49-F238E27FC236}">
                      <a16:creationId xmlns:a16="http://schemas.microsoft.com/office/drawing/2014/main" id="{3119F75D-642F-1EA8-0A10-AD2FE7968264}"/>
                    </a:ext>
                  </a:extLst>
                </p:cNvPr>
                <p:cNvPicPr/>
                <p:nvPr/>
              </p:nvPicPr>
              <p:blipFill>
                <a:blip r:embed="rId97"/>
                <a:stretch>
                  <a:fillRect/>
                </a:stretch>
              </p:blipFill>
              <p:spPr>
                <a:xfrm>
                  <a:off x="11110673" y="809160"/>
                  <a:ext cx="19080" cy="3294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3312" name="Ink 13311">
                  <a:extLst>
                    <a:ext uri="{FF2B5EF4-FFF2-40B4-BE49-F238E27FC236}">
                      <a16:creationId xmlns:a16="http://schemas.microsoft.com/office/drawing/2014/main" id="{1DDCFF33-0381-D4A5-5370-87C39D914693}"/>
                    </a:ext>
                  </a:extLst>
                </p14:cNvPr>
                <p14:cNvContentPartPr/>
                <p14:nvPr/>
              </p14:nvContentPartPr>
              <p14:xfrm>
                <a:off x="11091593" y="791880"/>
                <a:ext cx="121680" cy="178200"/>
              </p14:xfrm>
            </p:contentPart>
          </mc:Choice>
          <mc:Fallback>
            <p:pic>
              <p:nvPicPr>
                <p:cNvPr id="13312" name="Ink 13311">
                  <a:extLst>
                    <a:ext uri="{FF2B5EF4-FFF2-40B4-BE49-F238E27FC236}">
                      <a16:creationId xmlns:a16="http://schemas.microsoft.com/office/drawing/2014/main" id="{1DDCFF33-0381-D4A5-5370-87C39D914693}"/>
                    </a:ext>
                  </a:extLst>
                </p:cNvPr>
                <p:cNvPicPr/>
                <p:nvPr/>
              </p:nvPicPr>
              <p:blipFill>
                <a:blip r:embed="rId99"/>
                <a:stretch>
                  <a:fillRect/>
                </a:stretch>
              </p:blipFill>
              <p:spPr>
                <a:xfrm>
                  <a:off x="11085473" y="785760"/>
                  <a:ext cx="1339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3313" name="Ink 13312">
                  <a:extLst>
                    <a:ext uri="{FF2B5EF4-FFF2-40B4-BE49-F238E27FC236}">
                      <a16:creationId xmlns:a16="http://schemas.microsoft.com/office/drawing/2014/main" id="{02CBA96C-132D-52E8-1483-1F76C5296C18}"/>
                    </a:ext>
                  </a:extLst>
                </p14:cNvPr>
                <p14:cNvContentPartPr/>
                <p14:nvPr/>
              </p14:nvContentPartPr>
              <p14:xfrm>
                <a:off x="11258993" y="799800"/>
                <a:ext cx="156240" cy="130320"/>
              </p14:xfrm>
            </p:contentPart>
          </mc:Choice>
          <mc:Fallback>
            <p:pic>
              <p:nvPicPr>
                <p:cNvPr id="13313" name="Ink 13312">
                  <a:extLst>
                    <a:ext uri="{FF2B5EF4-FFF2-40B4-BE49-F238E27FC236}">
                      <a16:creationId xmlns:a16="http://schemas.microsoft.com/office/drawing/2014/main" id="{02CBA96C-132D-52E8-1483-1F76C5296C18}"/>
                    </a:ext>
                  </a:extLst>
                </p:cNvPr>
                <p:cNvPicPr/>
                <p:nvPr/>
              </p:nvPicPr>
              <p:blipFill>
                <a:blip r:embed="rId101"/>
                <a:stretch>
                  <a:fillRect/>
                </a:stretch>
              </p:blipFill>
              <p:spPr>
                <a:xfrm>
                  <a:off x="11252873" y="793680"/>
                  <a:ext cx="1684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3315" name="Ink 13314">
                  <a:extLst>
                    <a:ext uri="{FF2B5EF4-FFF2-40B4-BE49-F238E27FC236}">
                      <a16:creationId xmlns:a16="http://schemas.microsoft.com/office/drawing/2014/main" id="{214CE983-F37F-0B28-8A4A-3BCAD49B691A}"/>
                    </a:ext>
                  </a:extLst>
                </p14:cNvPr>
                <p14:cNvContentPartPr/>
                <p14:nvPr/>
              </p14:nvContentPartPr>
              <p14:xfrm>
                <a:off x="11984393" y="252240"/>
                <a:ext cx="321840" cy="163080"/>
              </p14:xfrm>
            </p:contentPart>
          </mc:Choice>
          <mc:Fallback>
            <p:pic>
              <p:nvPicPr>
                <p:cNvPr id="13315" name="Ink 13314">
                  <a:extLst>
                    <a:ext uri="{FF2B5EF4-FFF2-40B4-BE49-F238E27FC236}">
                      <a16:creationId xmlns:a16="http://schemas.microsoft.com/office/drawing/2014/main" id="{214CE983-F37F-0B28-8A4A-3BCAD49B691A}"/>
                    </a:ext>
                  </a:extLst>
                </p:cNvPr>
                <p:cNvPicPr/>
                <p:nvPr/>
              </p:nvPicPr>
              <p:blipFill>
                <a:blip r:embed="rId103"/>
                <a:stretch>
                  <a:fillRect/>
                </a:stretch>
              </p:blipFill>
              <p:spPr>
                <a:xfrm>
                  <a:off x="11978273" y="246120"/>
                  <a:ext cx="3340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3316" name="Ink 13315">
                  <a:extLst>
                    <a:ext uri="{FF2B5EF4-FFF2-40B4-BE49-F238E27FC236}">
                      <a16:creationId xmlns:a16="http://schemas.microsoft.com/office/drawing/2014/main" id="{8930F5DB-AC92-8B90-67F2-D8562962E004}"/>
                    </a:ext>
                  </a:extLst>
                </p14:cNvPr>
                <p14:cNvContentPartPr/>
                <p14:nvPr/>
              </p14:nvContentPartPr>
              <p14:xfrm>
                <a:off x="12246833" y="141360"/>
                <a:ext cx="20880" cy="27720"/>
              </p14:xfrm>
            </p:contentPart>
          </mc:Choice>
          <mc:Fallback>
            <p:pic>
              <p:nvPicPr>
                <p:cNvPr id="13316" name="Ink 13315">
                  <a:extLst>
                    <a:ext uri="{FF2B5EF4-FFF2-40B4-BE49-F238E27FC236}">
                      <a16:creationId xmlns:a16="http://schemas.microsoft.com/office/drawing/2014/main" id="{8930F5DB-AC92-8B90-67F2-D8562962E004}"/>
                    </a:ext>
                  </a:extLst>
                </p:cNvPr>
                <p:cNvPicPr/>
                <p:nvPr/>
              </p:nvPicPr>
              <p:blipFill>
                <a:blip r:embed="rId105"/>
                <a:stretch>
                  <a:fillRect/>
                </a:stretch>
              </p:blipFill>
              <p:spPr>
                <a:xfrm>
                  <a:off x="12240713" y="135240"/>
                  <a:ext cx="331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3317" name="Ink 13316">
                  <a:extLst>
                    <a:ext uri="{FF2B5EF4-FFF2-40B4-BE49-F238E27FC236}">
                      <a16:creationId xmlns:a16="http://schemas.microsoft.com/office/drawing/2014/main" id="{AA04FF87-ACB4-D0D7-ED5A-D3A87421C923}"/>
                    </a:ext>
                  </a:extLst>
                </p14:cNvPr>
                <p14:cNvContentPartPr/>
                <p14:nvPr/>
              </p14:nvContentPartPr>
              <p14:xfrm>
                <a:off x="12308033" y="241080"/>
                <a:ext cx="167040" cy="100440"/>
              </p14:xfrm>
            </p:contentPart>
          </mc:Choice>
          <mc:Fallback>
            <p:pic>
              <p:nvPicPr>
                <p:cNvPr id="13317" name="Ink 13316">
                  <a:extLst>
                    <a:ext uri="{FF2B5EF4-FFF2-40B4-BE49-F238E27FC236}">
                      <a16:creationId xmlns:a16="http://schemas.microsoft.com/office/drawing/2014/main" id="{AA04FF87-ACB4-D0D7-ED5A-D3A87421C923}"/>
                    </a:ext>
                  </a:extLst>
                </p:cNvPr>
                <p:cNvPicPr/>
                <p:nvPr/>
              </p:nvPicPr>
              <p:blipFill>
                <a:blip r:embed="rId107"/>
                <a:stretch>
                  <a:fillRect/>
                </a:stretch>
              </p:blipFill>
              <p:spPr>
                <a:xfrm>
                  <a:off x="12301913" y="234960"/>
                  <a:ext cx="1792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3318" name="Ink 13317">
                  <a:extLst>
                    <a:ext uri="{FF2B5EF4-FFF2-40B4-BE49-F238E27FC236}">
                      <a16:creationId xmlns:a16="http://schemas.microsoft.com/office/drawing/2014/main" id="{A9BC7EAC-BD51-CA53-1A49-BBF12EC067E4}"/>
                    </a:ext>
                  </a:extLst>
                </p14:cNvPr>
                <p14:cNvContentPartPr/>
                <p14:nvPr/>
              </p14:nvContentPartPr>
              <p14:xfrm>
                <a:off x="11629793" y="695760"/>
                <a:ext cx="239400" cy="171000"/>
              </p14:xfrm>
            </p:contentPart>
          </mc:Choice>
          <mc:Fallback>
            <p:pic>
              <p:nvPicPr>
                <p:cNvPr id="13318" name="Ink 13317">
                  <a:extLst>
                    <a:ext uri="{FF2B5EF4-FFF2-40B4-BE49-F238E27FC236}">
                      <a16:creationId xmlns:a16="http://schemas.microsoft.com/office/drawing/2014/main" id="{A9BC7EAC-BD51-CA53-1A49-BBF12EC067E4}"/>
                    </a:ext>
                  </a:extLst>
                </p:cNvPr>
                <p:cNvPicPr/>
                <p:nvPr/>
              </p:nvPicPr>
              <p:blipFill>
                <a:blip r:embed="rId109"/>
                <a:stretch>
                  <a:fillRect/>
                </a:stretch>
              </p:blipFill>
              <p:spPr>
                <a:xfrm>
                  <a:off x="11623673" y="689640"/>
                  <a:ext cx="2516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3319" name="Ink 13318">
                  <a:extLst>
                    <a:ext uri="{FF2B5EF4-FFF2-40B4-BE49-F238E27FC236}">
                      <a16:creationId xmlns:a16="http://schemas.microsoft.com/office/drawing/2014/main" id="{AF2A6632-6E2E-EC92-4BC3-EE1384A37C76}"/>
                    </a:ext>
                  </a:extLst>
                </p14:cNvPr>
                <p14:cNvContentPartPr/>
                <p14:nvPr/>
              </p14:nvContentPartPr>
              <p14:xfrm>
                <a:off x="11852273" y="691440"/>
                <a:ext cx="262440" cy="85680"/>
              </p14:xfrm>
            </p:contentPart>
          </mc:Choice>
          <mc:Fallback>
            <p:pic>
              <p:nvPicPr>
                <p:cNvPr id="13319" name="Ink 13318">
                  <a:extLst>
                    <a:ext uri="{FF2B5EF4-FFF2-40B4-BE49-F238E27FC236}">
                      <a16:creationId xmlns:a16="http://schemas.microsoft.com/office/drawing/2014/main" id="{AF2A6632-6E2E-EC92-4BC3-EE1384A37C76}"/>
                    </a:ext>
                  </a:extLst>
                </p:cNvPr>
                <p:cNvPicPr/>
                <p:nvPr/>
              </p:nvPicPr>
              <p:blipFill>
                <a:blip r:embed="rId111"/>
                <a:stretch>
                  <a:fillRect/>
                </a:stretch>
              </p:blipFill>
              <p:spPr>
                <a:xfrm>
                  <a:off x="11846153" y="685320"/>
                  <a:ext cx="2746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3320" name="Ink 13319">
                  <a:extLst>
                    <a:ext uri="{FF2B5EF4-FFF2-40B4-BE49-F238E27FC236}">
                      <a16:creationId xmlns:a16="http://schemas.microsoft.com/office/drawing/2014/main" id="{5625D59C-FD24-D4D5-301A-EAE858D5D954}"/>
                    </a:ext>
                  </a:extLst>
                </p14:cNvPr>
                <p14:cNvContentPartPr/>
                <p14:nvPr/>
              </p14:nvContentPartPr>
              <p14:xfrm>
                <a:off x="12182753" y="556800"/>
                <a:ext cx="193680" cy="241920"/>
              </p14:xfrm>
            </p:contentPart>
          </mc:Choice>
          <mc:Fallback>
            <p:pic>
              <p:nvPicPr>
                <p:cNvPr id="13320" name="Ink 13319">
                  <a:extLst>
                    <a:ext uri="{FF2B5EF4-FFF2-40B4-BE49-F238E27FC236}">
                      <a16:creationId xmlns:a16="http://schemas.microsoft.com/office/drawing/2014/main" id="{5625D59C-FD24-D4D5-301A-EAE858D5D954}"/>
                    </a:ext>
                  </a:extLst>
                </p:cNvPr>
                <p:cNvPicPr/>
                <p:nvPr/>
              </p:nvPicPr>
              <p:blipFill>
                <a:blip r:embed="rId113"/>
                <a:stretch>
                  <a:fillRect/>
                </a:stretch>
              </p:blipFill>
              <p:spPr>
                <a:xfrm>
                  <a:off x="12176633" y="550680"/>
                  <a:ext cx="205920" cy="254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4">
            <p14:nvContentPartPr>
              <p14:cNvPr id="13323" name="Ink 13322">
                <a:extLst>
                  <a:ext uri="{FF2B5EF4-FFF2-40B4-BE49-F238E27FC236}">
                    <a16:creationId xmlns:a16="http://schemas.microsoft.com/office/drawing/2014/main" id="{F8EE6CAC-9B00-5AB1-569F-660BC6F1AE42}"/>
                  </a:ext>
                </a:extLst>
              </p14:cNvPr>
              <p14:cNvContentPartPr/>
              <p14:nvPr/>
            </p14:nvContentPartPr>
            <p14:xfrm>
              <a:off x="11787833" y="1918680"/>
              <a:ext cx="244800" cy="428760"/>
            </p14:xfrm>
          </p:contentPart>
        </mc:Choice>
        <mc:Fallback>
          <p:pic>
            <p:nvPicPr>
              <p:cNvPr id="13323" name="Ink 13322">
                <a:extLst>
                  <a:ext uri="{FF2B5EF4-FFF2-40B4-BE49-F238E27FC236}">
                    <a16:creationId xmlns:a16="http://schemas.microsoft.com/office/drawing/2014/main" id="{F8EE6CAC-9B00-5AB1-569F-660BC6F1AE42}"/>
                  </a:ext>
                </a:extLst>
              </p:cNvPr>
              <p:cNvPicPr/>
              <p:nvPr/>
            </p:nvPicPr>
            <p:blipFill>
              <a:blip r:embed="rId115"/>
              <a:stretch>
                <a:fillRect/>
              </a:stretch>
            </p:blipFill>
            <p:spPr>
              <a:xfrm>
                <a:off x="11781713" y="1912560"/>
                <a:ext cx="257040" cy="441000"/>
              </a:xfrm>
              <a:prstGeom prst="rect">
                <a:avLst/>
              </a:prstGeom>
            </p:spPr>
          </p:pic>
        </mc:Fallback>
      </mc:AlternateContent>
      <p:grpSp>
        <p:nvGrpSpPr>
          <p:cNvPr id="13335" name="Group 13334">
            <a:extLst>
              <a:ext uri="{FF2B5EF4-FFF2-40B4-BE49-F238E27FC236}">
                <a16:creationId xmlns:a16="http://schemas.microsoft.com/office/drawing/2014/main" id="{C43A3E08-52C1-C3EB-5D5D-DEA00F8BA9B0}"/>
              </a:ext>
            </a:extLst>
          </p:cNvPr>
          <p:cNvGrpSpPr/>
          <p:nvPr/>
        </p:nvGrpSpPr>
        <p:grpSpPr>
          <a:xfrm>
            <a:off x="11801513" y="2485680"/>
            <a:ext cx="1258560" cy="328680"/>
            <a:chOff x="11801513" y="2485680"/>
            <a:chExt cx="1258560" cy="328680"/>
          </a:xfrm>
        </p:grpSpPr>
        <mc:AlternateContent xmlns:mc="http://schemas.openxmlformats.org/markup-compatibility/2006">
          <mc:Choice xmlns:p14="http://schemas.microsoft.com/office/powerpoint/2010/main" Requires="p14">
            <p:contentPart p14:bwMode="auto" r:id="rId116">
              <p14:nvContentPartPr>
                <p14:cNvPr id="13324" name="Ink 13323">
                  <a:extLst>
                    <a:ext uri="{FF2B5EF4-FFF2-40B4-BE49-F238E27FC236}">
                      <a16:creationId xmlns:a16="http://schemas.microsoft.com/office/drawing/2014/main" id="{31CE7FBF-89E3-16C5-C37C-7C14FBB854DA}"/>
                    </a:ext>
                  </a:extLst>
                </p14:cNvPr>
                <p14:cNvContentPartPr/>
                <p14:nvPr/>
              </p14:nvContentPartPr>
              <p14:xfrm>
                <a:off x="11801513" y="2511960"/>
                <a:ext cx="20160" cy="297720"/>
              </p14:xfrm>
            </p:contentPart>
          </mc:Choice>
          <mc:Fallback>
            <p:pic>
              <p:nvPicPr>
                <p:cNvPr id="13324" name="Ink 13323">
                  <a:extLst>
                    <a:ext uri="{FF2B5EF4-FFF2-40B4-BE49-F238E27FC236}">
                      <a16:creationId xmlns:a16="http://schemas.microsoft.com/office/drawing/2014/main" id="{31CE7FBF-89E3-16C5-C37C-7C14FBB854DA}"/>
                    </a:ext>
                  </a:extLst>
                </p:cNvPr>
                <p:cNvPicPr/>
                <p:nvPr/>
              </p:nvPicPr>
              <p:blipFill>
                <a:blip r:embed="rId117"/>
                <a:stretch>
                  <a:fillRect/>
                </a:stretch>
              </p:blipFill>
              <p:spPr>
                <a:xfrm>
                  <a:off x="11795393" y="2505840"/>
                  <a:ext cx="3240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3326" name="Ink 13325">
                  <a:extLst>
                    <a:ext uri="{FF2B5EF4-FFF2-40B4-BE49-F238E27FC236}">
                      <a16:creationId xmlns:a16="http://schemas.microsoft.com/office/drawing/2014/main" id="{D7415408-0A6A-529C-8685-3B53C4BBA781}"/>
                    </a:ext>
                  </a:extLst>
                </p14:cNvPr>
                <p14:cNvContentPartPr/>
                <p14:nvPr/>
              </p14:nvContentPartPr>
              <p14:xfrm>
                <a:off x="12110393" y="2620320"/>
                <a:ext cx="89280" cy="90720"/>
              </p14:xfrm>
            </p:contentPart>
          </mc:Choice>
          <mc:Fallback>
            <p:pic>
              <p:nvPicPr>
                <p:cNvPr id="13326" name="Ink 13325">
                  <a:extLst>
                    <a:ext uri="{FF2B5EF4-FFF2-40B4-BE49-F238E27FC236}">
                      <a16:creationId xmlns:a16="http://schemas.microsoft.com/office/drawing/2014/main" id="{D7415408-0A6A-529C-8685-3B53C4BBA781}"/>
                    </a:ext>
                  </a:extLst>
                </p:cNvPr>
                <p:cNvPicPr/>
                <p:nvPr/>
              </p:nvPicPr>
              <p:blipFill>
                <a:blip r:embed="rId119"/>
                <a:stretch>
                  <a:fillRect/>
                </a:stretch>
              </p:blipFill>
              <p:spPr>
                <a:xfrm>
                  <a:off x="12104273" y="2614200"/>
                  <a:ext cx="1015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3327" name="Ink 13326">
                  <a:extLst>
                    <a:ext uri="{FF2B5EF4-FFF2-40B4-BE49-F238E27FC236}">
                      <a16:creationId xmlns:a16="http://schemas.microsoft.com/office/drawing/2014/main" id="{1FC3084B-DA10-50CE-A56E-3782DE21A3BF}"/>
                    </a:ext>
                  </a:extLst>
                </p14:cNvPr>
                <p14:cNvContentPartPr/>
                <p14:nvPr/>
              </p14:nvContentPartPr>
              <p14:xfrm>
                <a:off x="11880353" y="2485680"/>
                <a:ext cx="148680" cy="328680"/>
              </p14:xfrm>
            </p:contentPart>
          </mc:Choice>
          <mc:Fallback>
            <p:pic>
              <p:nvPicPr>
                <p:cNvPr id="13327" name="Ink 13326">
                  <a:extLst>
                    <a:ext uri="{FF2B5EF4-FFF2-40B4-BE49-F238E27FC236}">
                      <a16:creationId xmlns:a16="http://schemas.microsoft.com/office/drawing/2014/main" id="{1FC3084B-DA10-50CE-A56E-3782DE21A3BF}"/>
                    </a:ext>
                  </a:extLst>
                </p:cNvPr>
                <p:cNvPicPr/>
                <p:nvPr/>
              </p:nvPicPr>
              <p:blipFill>
                <a:blip r:embed="rId121"/>
                <a:stretch>
                  <a:fillRect/>
                </a:stretch>
              </p:blipFill>
              <p:spPr>
                <a:xfrm>
                  <a:off x="11874233" y="2479560"/>
                  <a:ext cx="16092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3328" name="Ink 13327">
                  <a:extLst>
                    <a:ext uri="{FF2B5EF4-FFF2-40B4-BE49-F238E27FC236}">
                      <a16:creationId xmlns:a16="http://schemas.microsoft.com/office/drawing/2014/main" id="{745A0303-F0EF-F80F-DEF1-D0EA56EA9D3A}"/>
                    </a:ext>
                  </a:extLst>
                </p14:cNvPr>
                <p14:cNvContentPartPr/>
                <p14:nvPr/>
              </p14:nvContentPartPr>
              <p14:xfrm>
                <a:off x="12152873" y="2619600"/>
                <a:ext cx="202320" cy="114120"/>
              </p14:xfrm>
            </p:contentPart>
          </mc:Choice>
          <mc:Fallback>
            <p:pic>
              <p:nvPicPr>
                <p:cNvPr id="13328" name="Ink 13327">
                  <a:extLst>
                    <a:ext uri="{FF2B5EF4-FFF2-40B4-BE49-F238E27FC236}">
                      <a16:creationId xmlns:a16="http://schemas.microsoft.com/office/drawing/2014/main" id="{745A0303-F0EF-F80F-DEF1-D0EA56EA9D3A}"/>
                    </a:ext>
                  </a:extLst>
                </p:cNvPr>
                <p:cNvPicPr/>
                <p:nvPr/>
              </p:nvPicPr>
              <p:blipFill>
                <a:blip r:embed="rId123"/>
                <a:stretch>
                  <a:fillRect/>
                </a:stretch>
              </p:blipFill>
              <p:spPr>
                <a:xfrm>
                  <a:off x="12146753" y="2613480"/>
                  <a:ext cx="21456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3329" name="Ink 13328">
                  <a:extLst>
                    <a:ext uri="{FF2B5EF4-FFF2-40B4-BE49-F238E27FC236}">
                      <a16:creationId xmlns:a16="http://schemas.microsoft.com/office/drawing/2014/main" id="{42E0234C-CEED-AFAD-C05A-B285293E6036}"/>
                    </a:ext>
                  </a:extLst>
                </p14:cNvPr>
                <p14:cNvContentPartPr/>
                <p14:nvPr/>
              </p14:nvContentPartPr>
              <p14:xfrm>
                <a:off x="12407033" y="2637600"/>
                <a:ext cx="10080" cy="84240"/>
              </p14:xfrm>
            </p:contentPart>
          </mc:Choice>
          <mc:Fallback>
            <p:pic>
              <p:nvPicPr>
                <p:cNvPr id="13329" name="Ink 13328">
                  <a:extLst>
                    <a:ext uri="{FF2B5EF4-FFF2-40B4-BE49-F238E27FC236}">
                      <a16:creationId xmlns:a16="http://schemas.microsoft.com/office/drawing/2014/main" id="{42E0234C-CEED-AFAD-C05A-B285293E6036}"/>
                    </a:ext>
                  </a:extLst>
                </p:cNvPr>
                <p:cNvPicPr/>
                <p:nvPr/>
              </p:nvPicPr>
              <p:blipFill>
                <a:blip r:embed="rId125"/>
                <a:stretch>
                  <a:fillRect/>
                </a:stretch>
              </p:blipFill>
              <p:spPr>
                <a:xfrm>
                  <a:off x="12400913" y="2631480"/>
                  <a:ext cx="223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3330" name="Ink 13329">
                  <a:extLst>
                    <a:ext uri="{FF2B5EF4-FFF2-40B4-BE49-F238E27FC236}">
                      <a16:creationId xmlns:a16="http://schemas.microsoft.com/office/drawing/2014/main" id="{147811A2-F00C-0EB6-1E7C-2330A8C4C945}"/>
                    </a:ext>
                  </a:extLst>
                </p14:cNvPr>
                <p14:cNvContentPartPr/>
                <p14:nvPr/>
              </p14:nvContentPartPr>
              <p14:xfrm>
                <a:off x="12416393" y="2519160"/>
                <a:ext cx="18000" cy="23760"/>
              </p14:xfrm>
            </p:contentPart>
          </mc:Choice>
          <mc:Fallback>
            <p:pic>
              <p:nvPicPr>
                <p:cNvPr id="13330" name="Ink 13329">
                  <a:extLst>
                    <a:ext uri="{FF2B5EF4-FFF2-40B4-BE49-F238E27FC236}">
                      <a16:creationId xmlns:a16="http://schemas.microsoft.com/office/drawing/2014/main" id="{147811A2-F00C-0EB6-1E7C-2330A8C4C945}"/>
                    </a:ext>
                  </a:extLst>
                </p:cNvPr>
                <p:cNvPicPr/>
                <p:nvPr/>
              </p:nvPicPr>
              <p:blipFill>
                <a:blip r:embed="rId127"/>
                <a:stretch>
                  <a:fillRect/>
                </a:stretch>
              </p:blipFill>
              <p:spPr>
                <a:xfrm>
                  <a:off x="12410273" y="2513040"/>
                  <a:ext cx="302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3331" name="Ink 13330">
                  <a:extLst>
                    <a:ext uri="{FF2B5EF4-FFF2-40B4-BE49-F238E27FC236}">
                      <a16:creationId xmlns:a16="http://schemas.microsoft.com/office/drawing/2014/main" id="{CD71A080-57AD-19D8-EB5F-B62A40D76B72}"/>
                    </a:ext>
                  </a:extLst>
                </p14:cNvPr>
                <p14:cNvContentPartPr/>
                <p14:nvPr/>
              </p14:nvContentPartPr>
              <p14:xfrm>
                <a:off x="12472193" y="2633280"/>
                <a:ext cx="90000" cy="56160"/>
              </p14:xfrm>
            </p:contentPart>
          </mc:Choice>
          <mc:Fallback>
            <p:pic>
              <p:nvPicPr>
                <p:cNvPr id="13331" name="Ink 13330">
                  <a:extLst>
                    <a:ext uri="{FF2B5EF4-FFF2-40B4-BE49-F238E27FC236}">
                      <a16:creationId xmlns:a16="http://schemas.microsoft.com/office/drawing/2014/main" id="{CD71A080-57AD-19D8-EB5F-B62A40D76B72}"/>
                    </a:ext>
                  </a:extLst>
                </p:cNvPr>
                <p:cNvPicPr/>
                <p:nvPr/>
              </p:nvPicPr>
              <p:blipFill>
                <a:blip r:embed="rId129"/>
                <a:stretch>
                  <a:fillRect/>
                </a:stretch>
              </p:blipFill>
              <p:spPr>
                <a:xfrm>
                  <a:off x="12466073" y="2627160"/>
                  <a:ext cx="10224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3332" name="Ink 13331">
                  <a:extLst>
                    <a:ext uri="{FF2B5EF4-FFF2-40B4-BE49-F238E27FC236}">
                      <a16:creationId xmlns:a16="http://schemas.microsoft.com/office/drawing/2014/main" id="{449A532F-BF63-2EA2-75C8-E1711997B3D4}"/>
                    </a:ext>
                  </a:extLst>
                </p14:cNvPr>
                <p14:cNvContentPartPr/>
                <p14:nvPr/>
              </p14:nvContentPartPr>
              <p14:xfrm>
                <a:off x="12600713" y="2486400"/>
                <a:ext cx="182520" cy="218160"/>
              </p14:xfrm>
            </p:contentPart>
          </mc:Choice>
          <mc:Fallback>
            <p:pic>
              <p:nvPicPr>
                <p:cNvPr id="13332" name="Ink 13331">
                  <a:extLst>
                    <a:ext uri="{FF2B5EF4-FFF2-40B4-BE49-F238E27FC236}">
                      <a16:creationId xmlns:a16="http://schemas.microsoft.com/office/drawing/2014/main" id="{449A532F-BF63-2EA2-75C8-E1711997B3D4}"/>
                    </a:ext>
                  </a:extLst>
                </p:cNvPr>
                <p:cNvPicPr/>
                <p:nvPr/>
              </p:nvPicPr>
              <p:blipFill>
                <a:blip r:embed="rId131"/>
                <a:stretch>
                  <a:fillRect/>
                </a:stretch>
              </p:blipFill>
              <p:spPr>
                <a:xfrm>
                  <a:off x="12594593" y="2480280"/>
                  <a:ext cx="1947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3333" name="Ink 13332">
                  <a:extLst>
                    <a:ext uri="{FF2B5EF4-FFF2-40B4-BE49-F238E27FC236}">
                      <a16:creationId xmlns:a16="http://schemas.microsoft.com/office/drawing/2014/main" id="{4E445FBF-EE5C-2C6F-D8A5-F0DBBEBE7D29}"/>
                    </a:ext>
                  </a:extLst>
                </p14:cNvPr>
                <p14:cNvContentPartPr/>
                <p14:nvPr/>
              </p14:nvContentPartPr>
              <p14:xfrm>
                <a:off x="12786833" y="2593320"/>
                <a:ext cx="169920" cy="107640"/>
              </p14:xfrm>
            </p:contentPart>
          </mc:Choice>
          <mc:Fallback>
            <p:pic>
              <p:nvPicPr>
                <p:cNvPr id="13333" name="Ink 13332">
                  <a:extLst>
                    <a:ext uri="{FF2B5EF4-FFF2-40B4-BE49-F238E27FC236}">
                      <a16:creationId xmlns:a16="http://schemas.microsoft.com/office/drawing/2014/main" id="{4E445FBF-EE5C-2C6F-D8A5-F0DBBEBE7D29}"/>
                    </a:ext>
                  </a:extLst>
                </p:cNvPr>
                <p:cNvPicPr/>
                <p:nvPr/>
              </p:nvPicPr>
              <p:blipFill>
                <a:blip r:embed="rId133"/>
                <a:stretch>
                  <a:fillRect/>
                </a:stretch>
              </p:blipFill>
              <p:spPr>
                <a:xfrm>
                  <a:off x="12780713" y="2587200"/>
                  <a:ext cx="18216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3334" name="Ink 13333">
                  <a:extLst>
                    <a:ext uri="{FF2B5EF4-FFF2-40B4-BE49-F238E27FC236}">
                      <a16:creationId xmlns:a16="http://schemas.microsoft.com/office/drawing/2014/main" id="{B47D2DAE-3D6F-8123-2F1E-E7EB1FF9409E}"/>
                    </a:ext>
                  </a:extLst>
                </p14:cNvPr>
                <p14:cNvContentPartPr/>
                <p14:nvPr/>
              </p14:nvContentPartPr>
              <p14:xfrm>
                <a:off x="13059713" y="2659920"/>
                <a:ext cx="360" cy="360"/>
              </p14:xfrm>
            </p:contentPart>
          </mc:Choice>
          <mc:Fallback>
            <p:pic>
              <p:nvPicPr>
                <p:cNvPr id="13334" name="Ink 13333">
                  <a:extLst>
                    <a:ext uri="{FF2B5EF4-FFF2-40B4-BE49-F238E27FC236}">
                      <a16:creationId xmlns:a16="http://schemas.microsoft.com/office/drawing/2014/main" id="{B47D2DAE-3D6F-8123-2F1E-E7EB1FF9409E}"/>
                    </a:ext>
                  </a:extLst>
                </p:cNvPr>
                <p:cNvPicPr/>
                <p:nvPr/>
              </p:nvPicPr>
              <p:blipFill>
                <a:blip r:embed="rId28"/>
                <a:stretch>
                  <a:fillRect/>
                </a:stretch>
              </p:blipFill>
              <p:spPr>
                <a:xfrm>
                  <a:off x="13053593" y="2653800"/>
                  <a:ext cx="12600" cy="12600"/>
                </a:xfrm>
                <a:prstGeom prst="rect">
                  <a:avLst/>
                </a:prstGeom>
              </p:spPr>
            </p:pic>
          </mc:Fallback>
        </mc:AlternateContent>
      </p:grpSp>
    </p:spTree>
    <p:extLst>
      <p:ext uri="{BB962C8B-B14F-4D97-AF65-F5344CB8AC3E}">
        <p14:creationId xmlns:p14="http://schemas.microsoft.com/office/powerpoint/2010/main" val="40849358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1">
      <a:dk1>
        <a:sysClr val="windowText" lastClr="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11201</TotalTime>
  <Words>5444</Words>
  <Application>Microsoft Office PowerPoint</Application>
  <PresentationFormat>Widescreen</PresentationFormat>
  <Paragraphs>454</Paragraphs>
  <Slides>81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Aptos</vt:lpstr>
      <vt:lpstr>Arial</vt:lpstr>
      <vt:lpstr>Calibri</vt:lpstr>
      <vt:lpstr>Cambria Math</vt:lpstr>
      <vt:lpstr>Constantia</vt:lpstr>
      <vt:lpstr>Menlo</vt:lpstr>
      <vt:lpstr>Wingdings</vt:lpstr>
      <vt:lpstr>Wingdings 2</vt:lpstr>
      <vt:lpstr>Theme1</vt:lpstr>
      <vt:lpstr>Discriminant Analysis</vt:lpstr>
      <vt:lpstr>Introduction:</vt:lpstr>
      <vt:lpstr>Variables </vt:lpstr>
      <vt:lpstr>Process of Discrimination</vt:lpstr>
      <vt:lpstr>Process of Discrimination</vt:lpstr>
      <vt:lpstr>Application of Discriminant Analysis</vt:lpstr>
      <vt:lpstr>Example: Credit Scoring</vt:lpstr>
      <vt:lpstr>Six Step Procedure in DA: First Step</vt:lpstr>
      <vt:lpstr>Six Step Procedure: Further Steps</vt:lpstr>
      <vt:lpstr>Six Step Procedure: Further Steps</vt:lpstr>
      <vt:lpstr>PowerPoint Presentation</vt:lpstr>
      <vt:lpstr>Definition of Groups</vt:lpstr>
      <vt:lpstr>Definition of Groups</vt:lpstr>
      <vt:lpstr>Recommendations related to the minimum number of observations</vt:lpstr>
      <vt:lpstr>Number of Observations Within the Group</vt:lpstr>
      <vt:lpstr>Number of Observations Across the Groups</vt:lpstr>
      <vt:lpstr>Recommendations related to the minimum number of observations</vt:lpstr>
      <vt:lpstr>Participants Doubt: Ordinal to Metric</vt:lpstr>
      <vt:lpstr>Participants Doubt: Ordinal to Metric</vt:lpstr>
      <vt:lpstr>Participants Doubt: Clustering vs. LDA</vt:lpstr>
      <vt:lpstr>Participants Doubt: Clustering vs. LDA</vt:lpstr>
      <vt:lpstr>The Discriminant Function</vt:lpstr>
      <vt:lpstr>Discriminant function </vt:lpstr>
      <vt:lpstr>Discriminant function </vt:lpstr>
      <vt:lpstr>Discriminant function </vt:lpstr>
      <vt:lpstr>Discriminant function </vt:lpstr>
      <vt:lpstr>Canonical Linear Discriminant function </vt:lpstr>
      <vt:lpstr>Why Linear Matters?</vt:lpstr>
      <vt:lpstr>PowerPoint Presentation</vt:lpstr>
      <vt:lpstr>PowerPoint Presentation</vt:lpstr>
      <vt:lpstr>PowerPoint Presentation</vt:lpstr>
      <vt:lpstr>Discriminant function </vt:lpstr>
      <vt:lpstr>Estimation of the Discriminant Function</vt:lpstr>
      <vt:lpstr>Discriminant Criterion</vt:lpstr>
      <vt:lpstr>PowerPoint Presentation</vt:lpstr>
      <vt:lpstr>Discriminant Criterion</vt:lpstr>
      <vt:lpstr>Discriminant Criterion</vt:lpstr>
      <vt:lpstr>Mathematical Theory: Basics</vt:lpstr>
      <vt:lpstr>Alternate Approach: Basics</vt:lpstr>
      <vt:lpstr>Problems of Misclassification</vt:lpstr>
      <vt:lpstr>Probability Distributions</vt:lpstr>
      <vt:lpstr>PowerPoint Presentation</vt:lpstr>
      <vt:lpstr>Probability of Misclassifications</vt:lpstr>
      <vt:lpstr>PowerPoint Presentation</vt:lpstr>
      <vt:lpstr>PowerPoint Presentation</vt:lpstr>
      <vt:lpstr>Probability Distributions</vt:lpstr>
      <vt:lpstr>Probability Distributions</vt:lpstr>
      <vt:lpstr>Probability Distributions</vt:lpstr>
      <vt:lpstr>PowerPoint Presentation</vt:lpstr>
      <vt:lpstr>Cost of Misclassifications</vt:lpstr>
      <vt:lpstr>Probability Distributions</vt:lpstr>
      <vt:lpstr>Explanation Accounting For Costs</vt:lpstr>
      <vt:lpstr>Explanation Accounting For Costs</vt:lpstr>
      <vt:lpstr>Explanation Accounting For Costs</vt:lpstr>
      <vt:lpstr>Probability Distributions</vt:lpstr>
      <vt:lpstr>PowerPoint Presentation</vt:lpstr>
      <vt:lpstr>Probability Distributions</vt:lpstr>
      <vt:lpstr>Classification with Two Multivariate Normal Distributions</vt:lpstr>
      <vt:lpstr>PowerPoint Presentation</vt:lpstr>
      <vt:lpstr>PowerPoint Presentation</vt:lpstr>
      <vt:lpstr>PowerPoint Presentation</vt:lpstr>
      <vt:lpstr>Classification of Normal Populations When ∑1 = ∑2 = ∑</vt:lpstr>
      <vt:lpstr>Classification of Normal Populations When ∑1 = ∑2 = ∑</vt:lpstr>
      <vt:lpstr>Classification of Normal Populations When ∑1 = ∑2 = ∑</vt:lpstr>
      <vt:lpstr>Classification with Two Multivariate Normal Distributions</vt:lpstr>
      <vt:lpstr>Classification with Two Multivariate Normal Distributions</vt:lpstr>
      <vt:lpstr>Classification with Two Multivariate Normal Distributions</vt:lpstr>
      <vt:lpstr>Classification with Two Multivariate Normal Distributions</vt:lpstr>
      <vt:lpstr>Classification with Two Multivariate Normal Distributions</vt:lpstr>
      <vt:lpstr>Classification with Two Multivariate Normal Distributions</vt:lpstr>
      <vt:lpstr>Probability Distributions</vt:lpstr>
      <vt:lpstr>Probability Distributions</vt:lpstr>
      <vt:lpstr>Summary (End of Part 1)</vt:lpstr>
      <vt:lpstr>Example Problem</vt:lpstr>
      <vt:lpstr>PowerPoint Presentation</vt:lpstr>
      <vt:lpstr>Summary of Formulae Used</vt:lpstr>
      <vt:lpstr>PowerPoint Presentation</vt:lpstr>
      <vt:lpstr>Matlab Code For Discrimination</vt:lpstr>
      <vt:lpstr>Matlab Code For Discrimination</vt:lpstr>
      <vt:lpstr>PowerPoint Presentation</vt:lpstr>
      <vt:lpstr>Code For Classification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Discriminant Analysis</dc:title>
  <dc:creator>KANNAN ARAVAMUDAN</dc:creator>
  <cp:lastModifiedBy>NPTEL Office9</cp:lastModifiedBy>
  <cp:revision>209</cp:revision>
  <dcterms:created xsi:type="dcterms:W3CDTF">2025-01-15T14:22:28Z</dcterms:created>
  <dcterms:modified xsi:type="dcterms:W3CDTF">2026-08-11T12:05:12Z</dcterms:modified>
</cp:coreProperties>
</file>