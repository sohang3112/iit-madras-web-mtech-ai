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79DE-ED1E-5149-172F-46EA7C50D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C8793E-8D21-098B-0E23-3D591A8F3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34641-E6C0-0D08-A32C-997B9804E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808E3-E9A9-4EDB-B26A-53AFD431B35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DDF88-652D-5AF5-6CD0-76394928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964B0-E637-99C8-BE08-2DF062BB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22F3-46D8-4799-8771-18CEEC8FF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825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E3E7-7FC7-B4E9-FF8D-41382C4C5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94BB8-6D20-583F-66C3-A850E799A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E7A3B-5687-17E8-EBE2-82F61891F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808E3-E9A9-4EDB-B26A-53AFD431B35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BE2AA-986F-EE7D-FA7A-AAA4A4116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AD814-992E-90D7-6794-AAEAEF2C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22F3-46D8-4799-8771-18CEEC8FF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371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846D-8908-A5FE-8E40-72C6C4189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38A14-BAC9-59D7-7A71-AAF59BFA4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BA562-72C6-1005-649F-1130AF5F4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808E3-E9A9-4EDB-B26A-53AFD431B35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4A916-0359-5DEB-4755-8DA79369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4C680-BAA6-1020-E8D1-2338C956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22F3-46D8-4799-8771-18CEEC8FF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232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84FC4-D59A-3688-1CB3-14E201AF2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B1A7C-FD95-76BE-F680-76A4443A7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ACDE7-9AC1-CA04-DF5E-06B78BBC4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B7870-6DD9-A9C5-0592-CFE7BA105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808E3-E9A9-4EDB-B26A-53AFD431B35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48126-C85A-D97B-DF10-F6331A1BC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42221-49C8-FA16-1FB0-A3913F56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22F3-46D8-4799-8771-18CEEC8FF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564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1BC5-F91F-135F-378C-D36F02F81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42986-1707-1BF8-848D-E38E53BE0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4010C-2756-6139-4D74-471D91ED3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3AB98B-041B-118C-12C5-6CA08C15E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4582AE-95A3-E35D-05CB-975B3AE66E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1A2CBB-6828-C32A-46D6-39AC01348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808E3-E9A9-4EDB-B26A-53AFD431B35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808D3B-742D-47CD-555A-39787FA4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7584BB-D1E8-9881-7CCA-7DA0740D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22F3-46D8-4799-8771-18CEEC8FF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700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0DC81-B260-A99B-8170-156781FDF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4E95CC-520E-243A-F9DE-E6A69A450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808E3-E9A9-4EDB-B26A-53AFD431B35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9765E-ED93-EA03-56C8-892F6C63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80DEF-80AD-5495-DD7E-3C08E348A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22F3-46D8-4799-8771-18CEEC8FF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434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269B50-B778-3919-CBEE-DB1F0BCDF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808E3-E9A9-4EDB-B26A-53AFD431B35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4103B9-0DDE-0356-0881-5DC5760BC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86E8A-7DF4-0D4F-C233-E623A4A3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22F3-46D8-4799-8771-18CEEC8FF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155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9D98-DF3F-F35B-7430-AAE13B3F7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2EB3B-C69B-D658-49B0-B5E3A9FC4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16194-14BA-5767-6601-5D3D5118F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CE28E-2974-97D1-E090-B763B241F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808E3-E9A9-4EDB-B26A-53AFD431B35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A1937-1962-8102-85F4-8AD8586E1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ACB0F-46BC-C1C9-B283-B84083E4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22F3-46D8-4799-8771-18CEEC8FF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400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D5C46-A5B9-1619-BCC6-3152A0A6D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180CC0-B1AC-9CF0-21BF-1F2F20F6C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E7C43-15FD-E7DE-3538-EBBDCACE4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9A2D6-B712-5AE1-8645-29ED6354C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808E3-E9A9-4EDB-B26A-53AFD431B35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950C7-DBCA-FB50-FE3C-1BDD76D1E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026CF-C9F7-CC71-E5EE-333EF6E7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22F3-46D8-4799-8771-18CEEC8FF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06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054C-E4A5-838E-F3BB-68BC033F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DF28D-7CD9-955E-3465-16ADB2CCE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64D5A-96C0-E99C-D109-DF1F49FD9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808E3-E9A9-4EDB-B26A-53AFD431B35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5C22F-2D54-13B5-D44A-9F9F09D98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95C54-5D49-F648-6469-AD16A6AF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22F3-46D8-4799-8771-18CEEC8FF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51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9F1ABC-17CD-4CA2-D293-8C0C823645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D043F8-CAE1-B8BA-14B9-521506A2A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9623C-3C26-64B0-0CAE-C770AB68B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808E3-E9A9-4EDB-B26A-53AFD431B35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5AE6B-E682-5AAA-01F4-868904DE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A7FA1-343F-BE15-57DE-701294CE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A22F3-46D8-4799-8771-18CEEC8FF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44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8AD947-66FB-6059-6F55-E0ABF832C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5E8A0-F9E8-874C-3F58-2B0C46484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0482C-1452-6DB2-AD81-7AF52A98B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808E3-E9A9-4EDB-B26A-53AFD431B352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3F73A-956C-FC25-B6EB-A60E289FE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EB5AF-55FB-3F17-5603-41C54D217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A22F3-46D8-4799-8771-18CEEC8FF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405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9C88FE-8BE8-977E-4D87-1B35739092CD}"/>
              </a:ext>
            </a:extLst>
          </p:cNvPr>
          <p:cNvSpPr txBox="1"/>
          <p:nvPr/>
        </p:nvSpPr>
        <p:spPr>
          <a:xfrm>
            <a:off x="1295400" y="419100"/>
            <a:ext cx="10001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Assignment and End Semester Exam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C1ED82-00DC-C06D-734D-BE0F4B22A3BA}"/>
              </a:ext>
            </a:extLst>
          </p:cNvPr>
          <p:cNvSpPr txBox="1"/>
          <p:nvPr/>
        </p:nvSpPr>
        <p:spPr>
          <a:xfrm>
            <a:off x="1209675" y="1657350"/>
            <a:ext cx="100012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en-US" dirty="0"/>
              <a:t>PLS1 only theory in Assignment</a:t>
            </a:r>
          </a:p>
          <a:p>
            <a:pPr marL="342900" indent="-342900" algn="ctr">
              <a:buAutoNum type="arabicPeriod"/>
            </a:pPr>
            <a:r>
              <a:rPr lang="en-US" dirty="0"/>
              <a:t>Codes in Python or </a:t>
            </a:r>
            <a:r>
              <a:rPr lang="en-US" dirty="0" err="1"/>
              <a:t>Matlab</a:t>
            </a:r>
            <a:r>
              <a:rPr lang="en-US" dirty="0"/>
              <a:t> for PLS2, LDA toy problems</a:t>
            </a:r>
          </a:p>
          <a:p>
            <a:pPr marL="342900" indent="-342900" algn="ctr">
              <a:buAutoNum type="arabicPeriod"/>
            </a:pPr>
            <a:r>
              <a:rPr lang="en-US" dirty="0"/>
              <a:t>For large dataset problem, option is to show only JMP results</a:t>
            </a:r>
          </a:p>
          <a:p>
            <a:pPr marL="342900" indent="-342900" algn="ctr">
              <a:buAutoNum type="arabicPeriod"/>
            </a:pPr>
            <a:r>
              <a:rPr lang="en-US" dirty="0"/>
              <a:t>Matrix algebra is there in portions including </a:t>
            </a:r>
            <a:r>
              <a:rPr lang="en-US"/>
              <a:t>Matrix  Differentiation</a:t>
            </a:r>
          </a:p>
          <a:p>
            <a:pPr marL="342900" indent="-342900" algn="ctr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3213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42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NPTEL Office9</dc:creator>
  <cp:lastModifiedBy>NPTEL Office9</cp:lastModifiedBy>
  <cp:revision>2</cp:revision>
  <dcterms:created xsi:type="dcterms:W3CDTF">2026-08-11T10:31:50Z</dcterms:created>
  <dcterms:modified xsi:type="dcterms:W3CDTF">2026-08-11T10:39:40Z</dcterms:modified>
</cp:coreProperties>
</file>