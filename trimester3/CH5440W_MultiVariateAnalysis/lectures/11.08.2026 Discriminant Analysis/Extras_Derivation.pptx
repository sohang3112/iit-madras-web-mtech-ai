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987" r:id="rId3"/>
    <p:sldId id="993" r:id="rId4"/>
    <p:sldId id="99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1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3T10:31:19.0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18769 2828 46 0,'2'0'50'0,"-2"0"-35"15,0 0 50-15,0 0-22 16,0 0-36-16,0 0-5 15,0 0 7-15,0 0 3 16,0 0-5-16,0 0 2 16,0 0 2-16,0 0-2 0,0 0-1 15,0 0-2-15,0 0 2 16,0 0-2-16,0 0 1 16,0 0 6-16,0 0 6 15,0 0-2-15,0 0-2 0,0 0 2 16,0 0 2-16,0 0 3 15,0 0-9-15,0 0-4 16,0 0-5-16,0 0-3 16,0 2-1-16,2 0-1 15,1 4-2-15,4 4 4 0,1 3 5 16,4 8 2-16,4 5-4 16,0 4 2-16,5 5-1 15,2 2-1-15,1 3-2 16,1-2 1-16,0-4 0 15,2 0 0-15,-2-5 0 16,1-1 4-16,-5-5-1 0,0-3 0 16,-3-2-1-16,-4 1-1 15,0-6-2-15,-4-1-1 16,-3-2 0-16,0-4-1 16,-3 1 1-16,1-3 0 0,-1-3-1 15,-3 1 1-15,-1-2 0 16,0 0-6-16,0 0-13 15,0 0-12-15,0 0-41 16,-9-11-118-16</inkml:trace>
  <inkml:trace contextRef="#ctx0" brushRef="#br0" timeOffset="557.78">19088 2798 191 0,'0'0'13'0,"0"0"25"0,0 0-8 0,0 0-5 16,0 0-6-16,0 0-12 15,0 0-4-15,0 0 2 16,0 0 2-16,0 0 10 0,0 0-3 15,-51 40-1-15,37-21-1 16,-4 9 0-16,-3 5 2 16,-2 5-2-16,-2 3-7 15,1 7 2-15,-4-1-2 16,3-1 0-16,1-2-1 16,2-2 0-16,5-6-1 0,1-8 3 15,3-6 0-15,3-4 3 16,2-5-2-16,6-6-2 15,-2-1 1-15,1-4-3 16,2-2-1-16,1 0 0 16,0 0 1-16,0 0-9 0,0-4-44 15,0-10-100-15,0 0-152 16</inkml:trace>
  <inkml:trace contextRef="#ctx0" brushRef="#br0" timeOffset="1636.04">19665 2956 189 0,'0'-3'32'0,"0"3"-9"0,0 0-1 15,0 0-5-15,0-1-5 16,0 1-1-16,0 0-4 15,0 0-1-15,2 0-4 0,2 0-1 16,6 0 0-16,4 0 11 16,0 0 6-16,8 0-2 15,0 0-1-15,2 0-5 16,3 0-4-16,-3 0-3 0,-1-2 1 16,-1 1-2-16,2 1-1 15,-6-3 0-15,-4 3 0 16,0 0 0-16,-8-1-1 15,1 1-4-15,-7 0-34 16,0 0-20-16,0 0-17 16,-9 0-53-16</inkml:trace>
  <inkml:trace contextRef="#ctx0" brushRef="#br0" timeOffset="1936.8">19665 3110 56 0,'0'0'32'0,"0"0"-9"0,0 0 29 15,0 0-7-15,0 0-14 16,0 0-3-16,46 10-5 15,-30-9 0-15,5 0-2 16,-2-1-6-16,2 0-1 16,-2 0-1-16,2 3-9 0,-4 0-2 15,1-2-2-15,-5 2-1 16,-1 3-13-16,-4-3-47 16,-4-2-45-16</inkml:trace>
  <inkml:trace contextRef="#ctx0" brushRef="#br0" timeOffset="2493.14">20655 2645 255 0,'0'0'14'0,"0"0"0"0,0 0-17 16,0 0 7-16,0 44 17 15,0-13 9-15,0 3-1 0,-3 6-10 16,-2 4-6-16,2 4-9 16,-5 2-1-16,4-2-2 15,0-3-1-15,-1-6 2 16,2-6-2-16,2-9 1 16,-1-7-1-16,2-3 1 0,0-8-11 15,0-3-36-15,0-3-17 16,0 0-33-16,0-15-76 15</inkml:trace>
  <inkml:trace contextRef="#ctx0" brushRef="#br0" timeOffset="2898.17">20369 2678 183 0,'0'0'46'15,"0"0"-44"-15,0 0-2 16,0 0 1-16,0 0 4 0,0 0-1 16,0 0 2-16,0 0 8 15,0 0 16-15,44 0-5 16,-13 0-4-16,5-1-7 16,5-4-9-16,5-2 2 15,2-2-6-15,-4 2 0 16,0 0 0-16,-6-1-1 0,0 3 0 15,-6 1-11-15,-4 3-25 16,0-5-19-16,-6 2-37 16</inkml:trace>
  <inkml:trace contextRef="#ctx0" brushRef="#br0" timeOffset="3397.22">21220 2565 243 0,'0'0'13'0,"0"0"-4"15,0 0-12-15,0 0 5 0,12 41 6 16,-9-15 11-16,-2 3-8 16,0 6-4-16,-1 2 17 15,0 7-3-15,0 1-12 16,0-2-7-16,2 1 0 16,-2-4-1-16,2-3-1 15,0-3 1-15,0-8-1 0,-2-4 0 16,3-5 1-16,-2-4-2 15,-1-6-20-15,3-3-24 16,-2-4-6-16,3-4-29 16</inkml:trace>
  <inkml:trace contextRef="#ctx0" brushRef="#br0" timeOffset="3982.47">21219 2554 182 0,'0'0'7'0,"0"0"10"16,0 0-7-16,0 0-1 15,0 0 1-15,0 0 10 16,0 0 2-16,0 0-7 0,0 0-1 15,0 0 0-15,6-25-3 16,-2 20-5-16,6-2 1 16,2 2-3-16,4-1 8 15,5 1 3-15,0 1-5 16,7 0-3-16,6 3-1 16,-4 1-1-16,1 0-2 0,-3 4-2 15,-4 4 0-15,-4 5-1 16,-5 3-2-16,-5 1 2 15,-3 3 0-15,-6 3 0 16,-1-2 0-16,0 3 0 0,-13-2 1 16,-6-2-1-16,-3 0 3 15,-5-4 0-15,-1-2-3 16,0-3 1-16,-4-2 0 16,4-2-15-16,5 0-28 15,3-7-20-15,7 0-9 16,5 0-143-16</inkml:trace>
  <inkml:trace contextRef="#ctx0" brushRef="#br0" timeOffset="4309">21765 2217 353 0,'0'0'-2'0,"0"0"15"0,0 0-2 16,0 0-11-16,0 0-7 15,0 0 5-15,0 0 3 16,-10 57 1-16,-5-27-2 16,-5 3 1-16,-3 4 0 15,-2-2-2-15,-2-4-77 0,3-6-137 16</inkml:trace>
  <inkml:trace contextRef="#ctx0" brushRef="#br0" timeOffset="4851.16">22064 2793 265 0,'0'0'2'16,"0"0"0"-16,0 0-4 15,0 0 1-15,0 0 2 16,56 0 1-16,-27 0 8 0,6 0-1 16,4 0-3-16,5 0-1 15,-2-5-1-15,-2-1-2 16,0 1 0-16,-4-2-2 16,-2 3 0-16,-12-1-27 15,-2 1-12-15,-9-1-36 16</inkml:trace>
  <inkml:trace contextRef="#ctx0" brushRef="#br0" timeOffset="5134.26">22281 2605 304 0,'0'0'2'16,"0"0"29"-16,0 0-22 15,0 0-14-15,0 0 2 16,0 40 4-16,2-16 8 16,2 3 0-16,-2 3-2 15,2 5-4-15,-1 1-2 0,-2 1 1 16,2 3-2-16,-2-8-37 15,-1-5-49-15,0-7-125 16</inkml:trace>
  <inkml:trace contextRef="#ctx0" brushRef="#br0" timeOffset="5913.78">23300 2446 251 0,'0'0'2'0,"0"0"9"0,0 0 3 15,0 0-4-15,0 0-7 16,0 0-1-16,0 0 0 15,0 0 4-15,-49-9 4 0,34 9 4 16,-1 0 8-16,1 0 1 16,-1 0-9-16,2 4-5 15,-2 4-5-15,2 1-3 16,-2 2 0-16,6 4-1 16,-2 1-1-16,1 0 1 0,7 1-1 15,1 2 2-15,3-2-2 16,0 2 1-16,7-3 1 15,5-2 0-15,1 1 0 16,5-3-1-16,-1-5-2 16,2-2-9-16,-5 0 3 0,0-2-4 15,-8-3 8-15,1 0 2 16,-7 0 2-16,0 3 0 16,-1-2-4-16,-13 3 0 15,-6 0 6-15,-2 0-1 16,-5 1 2-16,0 3 3 15,-1 0 5-15,3 2 5 0,2 2-4 16,6 1-2-16,0 3 0 16,5 1-11-16,4 1 4 15,5-1-3-15,3 2 0 16,0-2 0-16,11-2 3 16,9-3-1-16,4-2 0 0,8-6 3 15,5-4-1-15,3 0-1 16,0-1-2-16,-1-8 1 15,-3-1-1-15,-3 0 0 16,-9 3-7-16,-3-4-31 16,-6 3-31-16,-6 0-6 0,-7 0-59 15</inkml:trace>
  <inkml:trace contextRef="#ctx0" brushRef="#br0" timeOffset="8694.93">18860 4118 326 0,'-3'-4'27'0,"-1"-1"20"0,3 4-27 16,1 1-11-16,0 0-11 16,0 0 1-16,0 1 1 15,4 6 1-15,5 2 1 16,5 8 4-16,3 3 4 0,3 4-5 15,4 6-2-15,4 0-2 16,1 2 0-16,5-1-1 16,-4-2 0-16,0-2 0 15,-2-6-13-15,-3-3-46 16,-5-8-33-16,-1-8-9 16</inkml:trace>
  <inkml:trace contextRef="#ctx0" brushRef="#br0" timeOffset="9046.68">19355 4037 255 0,'0'0'12'15,"0"0"0"-15,0 0-13 16,0 0 7-16,0 0 16 16,0 0 4-16,0 37-6 15,-2-13 2-15,-2 7-4 16,-1 6-1-16,-3 11-3 0,-5 8 8 16,-2 12-9-16,-6 4-3 15,-1 4-2-15,-3-1 1 16,-2 1-4-16,2-7-2 15,4-5-1-15,1-8-2 16,6-9 0-16,4-7 0 0,4-9 0 16,2-11 0-16,2-4-12 15,2-12-40-15,0-4-63 16,0-3 5-16</inkml:trace>
  <inkml:trace contextRef="#ctx0" brushRef="#br0" timeOffset="9402.19">19667 4582 319 0,'0'0'44'0,"0"0"-23"16,0 0-16-16,0 0-4 15,0 0 2-15,0 0 3 0,50-8 4 16,-32 6-5-16,2-1-4 15,4-1 0-15,2 0-1 16,0 1 1-16,-4 1-2 16,1-2-35-16,-7 0-68 15,-3 4-62-15</inkml:trace>
  <inkml:trace contextRef="#ctx0" brushRef="#br0" timeOffset="9581.37">19735 4773 243 0,'0'0'21'16,"34"4"-20"-16,-6-4 0 16,11-8-1-16,5-4-2 15,5-7-26-15,5-3-55 0</inkml:trace>
  <inkml:trace contextRef="#ctx0" brushRef="#br0" timeOffset="10342.43">20840 4020 99 0,'0'0'106'0,"0"0"-55"16,0 0-27-16,0 0-15 15,0 0 0-15,0 0-1 0,0 0 7 16,0 0 25-16,9 54-15 15,-5-23-1-15,0 4-2 16,2 3-2-16,-1 4-9 16,-2 2-5-16,1-3-4 15,-3 0-1-15,-1-2 0 16,0-4-1-16,0-5 1 0,0-7-5 16,0-6-9-16,0-6-12 15,0-6-27-15,0-5-53 16,0 0-75-16</inkml:trace>
  <inkml:trace contextRef="#ctx0" brushRef="#br0" timeOffset="10861.38">20607 4088 115 0,'0'0'36'0,"0"0"-7"0,0 0-7 15,0 0 5-15,0 0 6 16,0 0-5-16,0 0 2 16,0 0 3-16,0 0-11 0,0 0-13 15,12-26-4-15,5 22-3 16,10 0 3-16,6-2 1 16,2-1-1-16,5-2-3 15,2 1-1-15,-2-2 0 16,-4 1-1-16,-2 1-20 0,-8 1-76 15,-7-2-46-15</inkml:trace>
  <inkml:trace contextRef="#ctx0" brushRef="#br0" timeOffset="11714.97">21228 4044 138 0,'0'0'14'0,"0"0"18"0,0 0-8 16,0 0 3-16,0 0-6 16,0 0 12-16,-9-43 4 15,9 38 3-15,0 2-8 16,0 0-10-16,0 3-9 16,0 0-9-16,0 0-4 15,0 6-4-15,0 6 2 0,0 8 2 16,1 6 0-16,3 5 0 15,-3 6 3-15,3 2-1 16,2 1-1-16,-2-1 0 16,2-5-1-16,-2-2 1 15,-1-5 1-15,2-4-5 0,-1-6-6 16,-4-5-17-16,2-4-29 16,-2-3-12-16,0-5-24 15</inkml:trace>
  <inkml:trace contextRef="#ctx0" brushRef="#br0" timeOffset="12669.31">21252 4024 88 0,'0'0'45'16,"0"0"-3"-16,0 0-11 15,0 0-8-15,0 0-5 16,0 0 4-16,0 0 1 0,0 0-6 16,0 0 8-16,0 0-8 15,0 0-2-15,-3-20-1 16,3 16-3-16,3-3-6 16,6 2-5-16,1-1 1 15,3 1 0-15,6-2 3 0,-1 5 3 16,6-2 0-1,-1 4-2-15,0 0-2 0,-1 0-1 16,-3 4-2-16,-4 1 0 16,-2 6 0-16,-5-2 0 15,-3 4 0-15,-3 1 0 0,-2-1 0 16,1 2 0-16,-14-1 0 16,-1 2 0-16,-4-2 1 15,-2-1-1-15,-2 0 2 16,4-2-2-16,-2-2 0 15,2-1 0-15,4-2 0 16,3-2 1-16,4 0-1 0,1-4 0 16,4 2 0-16,1-2 0 15,1 0-1-15,0 0-1 16,3 0 0-16,6 0 2 16,6 0 0-16,2 0 0 15,6-1 0-15,2 0 0 0,2 1 0 16,-2 0 0-16,3 2 0 15,-3 8 0-15,-2 3-1 16,-3 2 0-16,-3 1 1 16,-3 1 0-16,-6 3 0 15,-3-3 0-15,-2 3 0 0,-3-1 1 16,0 0 0-16,-12-2 0 16,0-1 3-16,-6-1 4 15,-3-2 10-15,-2-1-1 16,-3 0-6-16,-6-7-3 15,-2 1-4-15,0-5-2 0,-1-1 0 16,2 0-1-16,5-1-1 16,2-9-1-16,8 0-10 15,6 0-29-15,4-2-88 16,2-1-137-16</inkml:trace>
  <inkml:trace contextRef="#ctx0" brushRef="#br0" timeOffset="13296.88">21949 3914 252 0,'0'0'4'0,"0"0"23"0,0 0-8 16,0 0 3-16,-50-9 4 16,35 13 20-16,-2 3-13 0,-1 6-13 15,1 4-7-15,-2 5-6 16,-1 3-1-16,4 6-3 16,2 3 2-16,3 2-1 15,3 2-1-15,5-1 2 16,3-2-5-16,0-2 1 0,8-2 1 15,11-6-2-15,2-4 1 16,7-10 0-16,6-4-1 16,0-7 4-16,4-7-1 15,-2-10-1-15,-2-6 0 16,-2-4 0-16,-4-5-1 0,-5-2 2 16,-8-4-1-16,-5 0 0 15,-8 0-2-15,-2 1 1 16,-10 4-1-16,-7 5 1 15,-7 4-2-15,-5 5 1 16,-2 6-3-16,-5 5 0 0,0 5-20 16,3 3-25-16,2 0-20 15,4 3-10-15,9 6 13 16,0-1-95-16</inkml:trace>
  <inkml:trace contextRef="#ctx0" brushRef="#br0" timeOffset="13579.94">21823 4101 225 0,'0'0'29'0,"0"0"3"0,0 0-7 15,0 0 10-15,0 0 5 16,44 0-8-16,-28 0-12 15,2 11 0-15,4 2-5 16,2 8-4-16,-2 2-4 0,5 4-3 16,0 1-1-16,1-3-1 15,-3-4-1-15,2 1-1 16,-5-8-18-16,0-6-21 16,-2-4-51-16,-6-4-51 15</inkml:trace>
  <inkml:trace contextRef="#ctx0" brushRef="#br0" timeOffset="13906.84">22277 3709 212 0,'0'0'28'0,"0"0"29"0,0 0-9 16,0 0-22-16,0 0-27 15,0 0 5-15,3 39 16 16,-10-11-3-16,-2 2-5 16,1 2-9-16,-3 2 0 0,-1-6-21 15,3-4-128-15</inkml:trace>
  <inkml:trace contextRef="#ctx0" brushRef="#br0" timeOffset="14725.16">22475 4206 326 0,'0'0'25'16,"0"0"18"-16,0 0-34 15,0 0-8-15,0 0-1 16,37-6 0-16,-9 2 3 15,4-2 6-15,9-3 7 0,6 1 0 16,2-3 1-16,2 2-8 16,-4-2-3-16,-6 5-5 15,-4-1 0-15,-7 3 0 16,-9 1-1-16,-4-1 0 16,-7 4-11-16,-5 0-26 15,-5-2-46-15,-1 2-8 0,-13-3-30 16</inkml:trace>
  <inkml:trace contextRef="#ctx0" brushRef="#br0" timeOffset="15006.56">22749 4004 215 0,'0'0'47'0,"0"0"17"16,0 0 3-16,0 0-19 16,0 0-22-16,0 0-23 15,0 0-4-15,0 0 0 16,0 0 6-16,-8 46 6 0,8-14-5 16,6 2-4-16,-4 2-1 15,1 1 1-15,0-2-2 16,-3-5-18-16,0-7-60 15,0-8-49-15,0-10-136 16</inkml:trace>
  <inkml:trace contextRef="#ctx0" brushRef="#br0" timeOffset="16041.99">23684 3728 202 0,'0'0'23'0,"0"0"18"0,0 0-15 16,0 0 6-16,0 0 3 16,0 0 3-16,0 0-5 15,0 0-15-15,0 0-8 0,0 0-2 16,0 0-5-16,-20-22 0 15,13 22 1-15,-6 0-2 16,2 0 2-16,-2 0-1 16,0 0 1-16,-3 0 3 0,0 7 0 15,0 2-3-15,-2 2-1 16,5 2-2-16,0 1 0 16,1-4-1-16,2 5 0 15,6-2-1-15,0-1 0 16,4 2 1-16,0-2 1 0,2 0-1 15,8 1 0-15,4-2 0 16,3-1 0-16,2 0 0 16,-1-2 0-16,0-2-1 15,0 1 0-15,-8-3 1 16,-1 0 0-16,-4 0-1 16,-1-4 1-16,-4 4 1 0,0-4-1 15,0 3 2-15,-12 1 0 16,-4 0 0-16,-2 4 1 15,-5 4-2-15,-1-2 2 16,0 8 4-16,4-2-1 16,1 4-1-16,5 0 2 0,4 1-1 15,2-1-1-15,6 0-2 16,2-3-2-16,2 1 1 16,16-4 0-16,6-4 2 15,9-5 0-15,10-5 5 16,5 0-2-16,4-7-3 0,1-9-3 15,-4 2 0-15,-6-2 1 16,-11 1-29-16,-8 2-28 16,-15-1-64-16,-9 0-230 15</inkml:trace>
  <inkml:trace contextRef="#ctx0" brushRef="#br0" timeOffset="17390.18">23527 2848 134 0,'1'0'37'0,"-1"0"-23"0,1 0-6 15,2 0 13-15,-3 0 7 16,1-3-6-16,-1 2-8 15,2-2 3-15,-2 0-2 16,1-1 9-16,-1 3-5 0,0-2-6 16,0 1-8-16,0 0 0 15,-3 0-2-15,-5 2-1 16,-1 0 0-16,-4 0-1 16,-5 0 2-16,1 8 2 15,0 1-1-15,-2 4-1 0,2 2-1 16,2 1-1-16,3 0 0 15,4 1-1-15,0-2 0 16,7 1 0-16,-1-5 0 16,2 2 0-16,0-4-1 15,11-2 1-15,2-4 2 16,1-3 0-16,2 0 1 0,1 0-1 16,0-8-1-16,2-2 1 15,-6-2-1-15,-2 2 1 16,-2-4-1-16,1 2 1 15,-5 0-1-15,-2 0 2 16,-2 6-2-16,-1-1 6 0,0 3 14 16,0-1 1-16,0 3-2 15,0 2-7-15,0 0-5 16,0 0-8-16,0 4-2 16,0 6 2-16,0 0 1 15,0 4-1-15,5-1 1 0,3 0 0 16,4 1-1-16,7-1 1 15,6-5-2-15,7-1 1 16,6-7-29-16,-1-2-117 16</inkml:trace>
  <inkml:trace contextRef="#ctx0" brushRef="#br0" timeOffset="18340.75">24015 3946 255 0,'0'-6'55'15,"0"2"6"-15,0 1-22 16,0 3-19-16,0 0-18 16,1 7-5-16,2 9 4 15,-1 1 5-15,5 7 7 16,-2 3 5-16,3 5-9 0,-2 0 1 16,2-2-7-16,-3 1-3 15,0-6 1-15,1-3 0 16,-6-9-1-16,2-6 1 15,-2-2 0-15,0-5 4 16,2 0 37-16,-1-5-8 16,0-5-27-16,3-4-5 0,2-2-1 15,2 0 0-15,0-2-1 16,1 5 0-16,4 2 0 16,2 6-1-16,2 1 1 15,1 4-1-15,0 0 0 0,-3 7-1 16,1 5 1-1,-4 2-1-15,-5 6 0 0,-1-1 0 16,-6 0 2-16,0-3-1 16,-2 1 0-16,-12-1 2 15,-3-5-1-15,-6-3 0 0,-3-2 0 16,-2-3 0-16,1-3-3 16,-1 0-12-16,5-7-16 15,6-9-22-15,6-8-60 16,7-6-174-16</inkml:trace>
  <inkml:trace contextRef="#ctx0" brushRef="#br0" timeOffset="24827.04">20881 4714 2 0,'0'0'5'0,"0"0"-4"16,58-10 0-16,-22 3 3 15,12 0 4-15,12-5 4 16,13 0 8-16,16-1 2 16,11-2-6-16,10 1-13 15,4-5-6-15</inkml:trace>
  <inkml:trace contextRef="#ctx0" brushRef="#br0" timeOffset="25947.96">21232 4633 149 0,'0'0'21'16,"0"0"-19"-16,0 0-1 0,52-1-1 15,-19 1 11-15,5-3 15 16,8-1 4-16,6-3-6 16,2 1-11-16,4-1-5 15,-2 0 1-15,3-1-5 16,2 0 1-16,-2-2-2 16,-4-1-1-16,-3 3-1 0,-6 0 0 15,-6 1-1-15,-6 2 0 16,-9 2 0-16,-2 1 1 15,-9 2-1-15,-2-2 0 16,-5 2 0-16,2 0-1 16,-6 0-1-16,1 0-2 0,0 0-7 15,-1 0-10-15,-3 2-20 16,0 0-18-16,0 0-82 16</inkml:trace>
  <inkml:trace contextRef="#ctx0" brushRef="#br0" timeOffset="27279.78">26811 3169 341 0,'0'0'6'0,"0"0"-4"16,0 0-4-16,0 0 0 16,0 0 2-16,0 0 0 0,-8 48 5 15,8-19 12-15,0 5 3 16,0 8-3-16,0 4-4 16,0 2-4-16,0 0-5 15,0 1-1-15,0-5-2 16,0-3-1-16,0-3 1 15,0-5-1-15,0-6 0 16,-2-3 1-16,0-4-1 0,-1-6-16 16,-5-4-41-16,0-6-28 15,-3-4-38-15</inkml:trace>
  <inkml:trace contextRef="#ctx0" brushRef="#br0" timeOffset="27862.56">26672 3273 299 0,'0'0'3'0,"12"-45"29"16,-4 26 8-16,5 2-8 15,2 5-15-15,4 5-8 16,-2 3-4-16,4 4-3 0,-1 0 0 15,4 11-4-15,-4 5 2 16,0 1-1-16,-2 4 1 16,-4 5 0-16,-4-2 0 15,-5 0 1-15,-1 2-2 16,-4 0 1-16,-1-1 0 16,-11-1-1-16,-3-1 0 0,-4-3-2 15,1-2 0-15,-6-2-1 16,1-2-3-16,3-4 0 15,4-3 3-15,4-2 2 16,5-3 3-16,5 0-2 16,2 0 1-16,4 0-2 0,9 1 2 15,6 1 2-15,2 4-1 16,3 0-1-16,4 3 0 16,-4 2 0-16,0 2 0 15,-3 1-1-15,-6 1 1 0,-3 0-2 16,-4 3 1-16,-5-2 0 15,-3-2 0-15,0-2 2 16,-2 1 0-16,-7-3 0 16,-6 0 3-16,-1-1 1 15,-4-3-2-15,-4-6 0 16,-1 5-1-16,-3-4-2 0,-4-3 3 16,4 0-3-16,0 0-1 15,5 0-2-15,5-2-35 16,8-6-28-16,6-2-35 15</inkml:trace>
  <inkml:trace contextRef="#ctx0" brushRef="#br0" timeOffset="28184.26">27208 3337 424 0,'0'0'3'0,"0"0"2"0,0 0-8 15,0 0-15-15,0 0-15 16,0 0-24-16,0 0-10 16,0 0-57-16</inkml:trace>
  <inkml:trace contextRef="#ctx0" brushRef="#br0" timeOffset="28391.03">27200 3633 386 0,'0'0'25'0,"0"0"-7"15,0 0-16-15,0 0-2 0,0 0-6 16,0 0-63-16,0 0-29 16,0 0-120-16</inkml:trace>
  <inkml:trace contextRef="#ctx0" brushRef="#br0" timeOffset="28723.88">27716 3250 284 0,'0'0'227'16,"0"0"-221"-16,0 0-9 0,0 0 1 15,20 43 4-15,-12-11 0 16,-3 3 0-16,3 5 0 16,-2 2 0-16,0 2-1 15,-4-2-1-15,2 0 0 16,-3-7-1-16,-1-4-23 0,1-7-17 16,-1-8-38-16,0-12-22 15,0-4 11-15,-4-2-97 16</inkml:trace>
  <inkml:trace contextRef="#ctx0" brushRef="#br0" timeOffset="29077.07">27744 3297 303 0,'0'0'2'0,"39"-51"4"0,-18 33 18 16,3 3 17-16,3 4-17 15,2 9-1-15,4 2-1 16,-1 0-9-16,3 13-7 16,-2 8-3-16,-1 6-1 15,-2 6-1-15,-4 3 1 16,-4 3 0-16,-4 0 1 0,-6-1 1 16,-4 0-3-16,-2-1 0 15,-8-4 0-15,2-3-1 16,-8-6 1-16,-5-4 0 15,-6-3 0-15,-2-6 2 16,-6-2-2-16,-2-2 1 0,-4-3-2 16,-1-4-1-16,4 0-2 15,3 0-16-15,7 0-2 16,7 0-8-16,6 0-35 16,7-7-35-16,0 0-34 15</inkml:trace>
  <inkml:trace contextRef="#ctx0" brushRef="#br0" timeOffset="29360.24">28309 3484 298 0,'0'0'42'0,"0"0"-22"0,0 0-12 0,0 0 11 16,0 0 3-16,12 49-7 15,-9-34-8-15,0 5-3 16,-2-3-3-16,2 2 0 16,-3-1-1-16,0-2-1 0,0-1-37 15,0-6-63-15,-4-5-43 16</inkml:trace>
  <inkml:trace contextRef="#ctx0" brushRef="#br0" timeOffset="29500.94">28309 3322 374 0,'0'0'-3'0,"0"0"6"16,0 0-2-16,0 0-6 0,0 0-49 15,0 0 9-15,0 0-1 16,0 0-52-16</inkml:trace>
  <inkml:trace contextRef="#ctx0" brushRef="#br0" timeOffset="30123.26">28667 3524 294 0,'0'0'5'0,"0"0"60"16,0 0-33-16,0 0-3 0,0 0-15 15,0 0-3-15,0 0-5 16,-42-34 0-16,29 33-2 16,-2 1-2-16,2 0-1 15,-3 0 1-15,1 3-2 0,2 5 1 16,2 0-1-16,1 1 0 16,3 2 0-16,-1 2 0 15,5-2 0-15,1 2-1 16,2 0 1-16,0 1 0 15,0-4-1-15,5 2 0 16,4-4-3-16,-1-2-3 0,3-2 3 16,1-4 0-16,0 0 3 15,0-7 1-15,0-1 1 16,-1-5-2-16,-1-2 2 16,-2 3-1-16,-2 0 1 15,-2 0 1-15,-3 4 8 0,2 0 2 16,-3 3 5-16,0 2 5 15,0 2-6-15,0 1-11 16,0 0-5-16,0 6-1 16,0 5 1-16,0 4 2 15,0-1-1-15,1 4-1 0,6-1 1 16,2-1-1-16,4 1-1 16,5-6-14-16,0 1-9 15,4-4-12-15,0-1-12 16,5-7-65-16,-7 0-31 15</inkml:trace>
  <inkml:trace contextRef="#ctx0" brushRef="#br0" timeOffset="30702.36">28995 3518 271 0,'0'0'40'0,"0"0"39"0,0 0-38 0,0 0-7 16,0 0-10-16,-14-38 3 0,8 34-11 15,-5 1-9-15,0 3-4 16,-3 0-2-16,0 4-1 16,-4 7 1-16,3 2-1 15,-1 2-1-15,3 2 1 16,2 0-1-16,4 3 0 0,5-2 0 15,2-1-3-15,0-4-18 16,0-3-4-16,8-5 8 16,6-5 10-16,0 0 2 15,4-4 6-15,1-8-1 16,0-1 1-16,-1-3 0 16,-2 2 0-16,-4 5 3 0,-4 1 7 15,-2 4 13-15,-2 3-3 16,0 1-13-16,1 5-11 15,-2 12 2-15,-1 7 3 16,2 14 3-16,-4 4 1 0,0 9-2 16,0 4 0-16,0 2-2 15,0 2 1-15,0-2-1 16,0-4 0-16,0-5 0 16,0-5-1-16,-2-11 1 15,-2-9 1-15,-2-10 0 16,0-6 0-16,-4-7 4 0,0 0 21 15,-6-14-11-15,-2-2-12 16,0-9-3-16,-2-4-1 16,4-3 0-16,4-4-1 15,4-4-2-15,8 1-8 16,0-1-15-16,8 4-6 0,12 3-5 16,2 2-12-16,5 4-60 15,1 3-46-15</inkml:trace>
  <inkml:trace contextRef="#ctx0" brushRef="#br0" timeOffset="31137.51">29196 3530 294 0,'0'0'76'0,"0"0"-40"0,0 0-26 0,-39 4-8 0,29 7 0 0,0 1-1 0,4 5 2 0,0 1-3 0,4 2 1 0,2-3 1 0,0 0 0 0,0-3-2 0,9-1 1 0,4-6 1 16,2-1-1-16,2-6 1 15,2 0-1-15,0-1 1 16,-1-11 1-16,-2-1-1 0,-1-5-1 16,-4-3-1-16,-2-2 0 15,-5 3 0-15,-4-2 0 16,0 0-1-16,-5 4 2 16,-9 2-2-16,-6 2 0 0,2 1 0 15,-4 8 1-15,5 1 0 16,-2 4-2-16,6 0 1 15,2 5-1-15,2 4-3 16,5 3-46-16,4-1-52 16,1-4-9-16</inkml:trace>
  <inkml:trace contextRef="#ctx0" brushRef="#br0" timeOffset="31542.38">29380 3516 368 0,'0'0'4'0,"0"0"13"16,0 0-17-16,0 0 4 16,0 0 3-16,28 40 6 15,-24-26 0-15,1 1-7 16,1-2-3-16,-2 3-1 16,0-5-1-16,-3 2 0 0,2-3 1 15,-3-2-1-15,0-2-1 16,0-2 1-16,0-1-1 15,-7-3 0-15,2 0 0 16,-1 0 1-16,1-8 1 16,2-5-1-16,2-2 0 0,1-4 0 15,0-1-1-15,4 0 1 16,8 2-1-16,0 3 4 16,1 2 6-16,2 6 3 15,2 3-4-15,-1 4-5 16,4 0-4-16,-4 11 1 0,0 2-2 15,-1 3 2-15,-3 1-1 16,-1 3 0-16,-2 0-1 16,-1-2-11-16,-1-1-16 15,-3-1-36-15,0-1-69 16,-2-5-87-16</inkml:trace>
  <inkml:trace contextRef="#ctx0" brushRef="#br0" timeOffset="32205.05">29844 3557 403 0,'0'0'13'0,"0"0"35"15,0 0-36-15,-45-20-8 0,29 20-3 16,-2 0-1-16,1 7 1 15,4 3-1-15,1 1 1 16,1 2-2-16,6 1 1 16,1-1 1-16,2 2-1 15,2 1 0-15,0-6 0 16,2 2-1-16,6-4-5 0,4-1-1 16,1-7 1-16,-1 0 5 15,5-3 2-15,-2-6-1 16,0-3 1-16,-3 1 0 15,0 1 0-15,-8 0 3 0,0 6 8 16,-3-1-2-16,0 1-2 16,-1 4 1-16,0 0-4 15,0 0-4-15,2 0-4 16,0 5 1-16,2 5 1 16,3-1 1-16,2 4 0 15,1-2 0-15,2 0 1 0,1-2-3 16,2-2-10-16,1-2-3 15,-2-4-1-15,2-1 4 16,-1-2 7-16,-2-12 4 16,2-3 1-16,-4-7 0 15,1-7-1-15,-4-3 0 0,-2-10-1 16,-2-3 1-16,-2-1 0 16,-2 3-2-16,0 3 2 15,-6 10 3-15,-2 10 13 16,-1 8 14-16,-2 14-8 0,-1 7-15 15,0 17-5-15,2 12 0 16,0 5 5-16,4 3 2 16,6 3-2-16,0-3-3 15,8-1 0-15,6-5-2 16,9-3-1-16,0-4 2 0,3-7-12 16,-2-7-41-16,-1-8-59 15,-6-9-148-15</inkml:trace>
  <inkml:trace contextRef="#ctx0" brushRef="#br0" timeOffset="32990.29">27951 4076 387 0,'0'0'19'0,"0"6"16"16,0 14-37-16,0 14 5 15,0 3 0-15,0 10 2 16,-3 3 2-16,-4 5 1 16,5 0 0-16,-2-2-3 0,-2-5-2 15,2-8-2-15,0-7-1 16,2-11 2-16,-2-8-2 16,2-8 1-16,0-6-2 15,0-3 3-15,-2-12-30 16,2-9-85-16,-1-6-32 15</inkml:trace>
  <inkml:trace contextRef="#ctx0" brushRef="#br0" timeOffset="33204.96">27929 4138 305 0,'0'0'4'0,"0"0"62"16,0 0-23-16,0 0-5 15,0 0-13-15,0 0-18 16,0 0-10-16,0 0 5 16,46 22 2-16,-24 2 0 0,5 2-3 15,1 4 0-15,0-4-1 16,1 0-6-16,-1-8-44 16,-2-4-59-16,-1-9-20 15</inkml:trace>
  <inkml:trace contextRef="#ctx0" brushRef="#br0" timeOffset="33673.79">28352 4213 160 0,'0'0'119'0,"0"0"-92"16,0 0-3-16,0 0-7 15,-49 3 5-15,30 7 3 16,0 1-5-16,-1 1-4 15,-1 0-5-15,5 0-7 16,-1 0-1-16,2 1-3 0,3-2 1 16,4 0-1-16,-1-3 1 15,3 0-2-15,4-3 1 16,2-5-4-16,0 0-6 16,0 0 10-16,10-13 1 15,6-7-4-15,4-3 1 0,6-6 0 16,2-3-3-16,0 0 2 15,-3 2 2-15,-4 1 1 16,-3 5 1-16,-8 7 2 16,0 3 7-16,-5 6 8 15,-1 6 3-15,-3 2 1 16,-1 0-13-16,0 2-12 0,0 16 3 16,0 3 5-16,0 6-3 15,2 2 0-15,-1 2 0 16,3 2 0-16,-1-1 0 15,2-1-2-15,0-2 0 16,-1 0 1-16,0-1-2 0,-1-2-20 16,-2-6-21-16,-1-6-19 15,0 1-38-15,0-6-11 16</inkml:trace>
  <inkml:trace contextRef="#ctx0" brushRef="#br0" timeOffset="34188.05">28736 4361 294 0,'0'0'40'0,"0"0"16"16,-36-13-29-16,13 13-5 15,-3 0 4-15,-2 0 1 0,0 4-8 16,4 2-9-16,1 5-5 16,4-2-2-16,6 6-1 15,2-2-2-15,5 3-1 16,4-1 2-16,2-2-2 16,0 1 1-16,7-4 0 15,5 0-7-15,4-5-6 0,3-4-6 16,2-1 2-16,2-2 5 15,-3-12 4-15,-3 4 6 16,-1-4 2-16,-5 2-1 16,-6 4 2-16,-1 2 1 15,-3 2 6-15,-1 0 7 0,0 2 0 16,0 1-1-16,-1 1-7 16,-3 0-1-16,3 0-1 15,-1 7-1-15,2 2-1 16,0-1-1-16,3 5-1 0,10-3-1 15,-2-1 1-15,9-1 0 16,0-1-4-16,5-3-21 16,-2-4-17-16,2 0-28 15,-2-2-65-15,2-10-17 16</inkml:trace>
  <inkml:trace contextRef="#ctx0" brushRef="#br0" timeOffset="34841.47">29044 4240 316 0,'0'0'8'0,"0"0"48"0,0 0-16 0,0 0-16 15,0 0-21-15,0 0 1 16,0 0 8-16,0 0 1 0,24 50-3 15,-15-26-5-15,5 0-3 16,-4 4 0-16,0-1-2 16,-1-2 1-16,-1-3 0 15,-3-5-1-15,-2-5 0 16,0-4 0-16,-2-7 0 16,-1-1 0-16,0-1 3 0,0-8-2 15,0-5 1-15,0 0-2 16,1-2 1-16,3 2-1 15,-1 0 2-15,4 0-2 16,1 5 1-16,2-2 1 0,1 7 3 16,5 0 3-16,0 2 1 15,3 2-2-15,2 0-4 16,-1 9 1-16,1 3-1 16,-2 0-2-16,-3 3 1 15,-3 1-1-15,-1 1 0 0,-1-2 0 16,-3-1-2-16,-1-2 2 15,-2 0-1-15,0-5 0 16,-2 0 1-16,-2-3-1 16,-1-3-2-16,0-1-1 15,0 0 4-15,0-4-1 16,0-7 1-16,-1-3-2 0,1-2 2 16,0-4-2-16,0 2 0 15,9 0 2-15,3 3-2 16,7 2 2-16,-2 5-1 15,6 2 1-15,1 6 2 16,-3 0-3-16,-1 10 1 0,-2 0-2 16,-4 8 4-16,0-4-5 15,-8 2 4-15,1-1-2 16,-2 0-8-16,-3-2-39 16,-2-4-30-16,0-1-55 15,-3-5-162-15</inkml:trace>
  <inkml:trace contextRef="#ctx0" brushRef="#br0" timeOffset="35002.16">29463 4196 404 0,'0'0'3'0,"0"0"16"0,0 0-13 16,0 0-8-16,0 0-8 15,0 0 1-15,0 0-13 0,0 0-50 16,0 0-61-16</inkml:trace>
  <inkml:trace contextRef="#ctx0" brushRef="#br0" timeOffset="35236.85">29664 4538 382 0,'0'0'8'16,"0"0"37"-16,43-38-12 15,-25 19 0-15,4-2 13 0,-2-1-19 16,1 0 1-16,-1 2-14 16,0-3-11-16,-3 2-2 15,1 5 0-15,-6 0-3 16,-6 4-15-16,-2 4-31 15,-4 2-38-15,-2 2-74 0</inkml:trace>
  <inkml:trace contextRef="#ctx0" brushRef="#br0" timeOffset="35435.79">29719 4310 399 0,'0'0'5'0,"0"0"8"16,0 0-10-16,0 0 26 15,34 52 6-15,-12-32-6 16,2 2-5-16,0-2-14 0,2 2-7 16,2-2-2-16,-1 0-1 15,0-9-60-15,-3-4-104 16</inkml:trace>
  <inkml:trace contextRef="#ctx0" brushRef="#br0" timeOffset="41111.26">11920 5741 109 0,'0'3'167'0,"0"-3"-146"16,0 0-19-16,0 5-4 0,0 0 0 15,-1 6 8-15,-7 4 3 16,-3 2-1-16,0 2-3 16,-2 2 4-16,0 2-2 15,-3-1 0-15,0 1-3 16,0 1 0-16,-2-3-1 0,1 1 1 16,1-4-1-16,3-3 1 15,3-6 2-15,5 1-1 16,4-6-1-16,1 0-4 15,2-2 1-15,12-2 6 16,4 2 6-16,6-1-1 16,3 0-3-16,2 2-5 15,2 0-3-15,0 2 0 0,-2 0 0 16,-1 1-1-16,-4-1 0 16,-1 3 1-16,-6-4-1 15,-4 1 1-15,-3-2-2 16,-2 0-17-16,-4-2-25 0,-3 2-41 15,-1-3-22-15</inkml:trace>
  <inkml:trace contextRef="#ctx0" brushRef="#br0" timeOffset="41596.12">11737 6052 172 0,'0'0'30'0,"0"0"3"0,0 0-2 0,0 0-7 16,0 0 7-16,0 0-4 16,0 0-16-16,0 0-6 15,55-38 7-15,-16 21 3 16,14-6-2-16,12-3-1 0,13-5-2 16,4-4-5-16,5-1-3 15,0 0-1-15,-3 0 1 16,-4-1 3-16,-4 0-1 15,-7 1 2-15,-5 1-1 16,-5 2 1-16,-7 2-4 0,-7 7 0 16,-8 1-1-16,-6 6 0 15,-11 6-1-15,-7 2 0 16,-3 6 1-16,-9 2-1 16,-1 1-2-16,0 0 0 15,0 3-3-15,0 1-18 0,-1 4-58 16,-7-4-58-16</inkml:trace>
  <inkml:trace contextRef="#ctx0" brushRef="#br0" timeOffset="42518.29">12907 5109 203 0,'0'0'88'0,"0"0"-63"15,0 0 0-15,0 0 5 0,0 0 6 16,0 0 3-16,8-37-13 16,-7 29-9-16,3 0-9 15,0 1-5-15,1-4 0 16,3 5-2-16,6-2 1 0,2-2-2 16,2 4 0-16,6 2 1 15,3 1-1-15,0 3 0 16,-1 0-1-16,0 7 1 15,-6 9 0-15,-3 1-2 16,-2 3 2-16,-7 7 0 0,-8-1 0 16,0 5 0-16,-3 1 0 15,-8 1 0-15,1 3 0 16,-2-1 0-16,1-4 0 16,2 2 0-16,2-2 0 15,4-1 2-15,3 1-4 0,0 0 4 16,3-1-2-16,6 0 0 15,5 0-10-15,-1-3-40 16,-2-3-66-16,1-4-22 16</inkml:trace>
  <inkml:trace contextRef="#ctx0" brushRef="#br0" timeOffset="42829.49">13244 5841 264 0,'0'0'48'0,"0"0"-1"0,0 0-15 15,0 0 13-15,0 0-3 16,0 0-14-16,0 0-16 15,37-20-7-15,-33 20 1 16,0 0-4-16,0 5-1 16,-4 1 0-16,0 2 0 0,0 1 0 15,-9-2 0-15,0-1-2 16,1-6-39-16,-2 0-143 16</inkml:trace>
  <inkml:trace contextRef="#ctx0" brushRef="#br0" timeOffset="44788.33">19115 6252 196 0,'0'0'72'16,"0"0"-42"-16,0 0-16 15,0 0-11-15,0 0 3 16,0 0 15-16,0 0 7 16,18 44 1-16,0-27-7 15,3 6-5-15,4 1-1 0,5 5-4 16,0 0-4-16,8 2-2 16,-6 0-4-16,2-2-1 15,-3-1 0-15,-4-3 0 16,-5 2 0-16,-3-4 0 0,-6-3-1 15,-2-6-2-15,-3 1-14 16,-3-3-11-16,-1-5-32 16,-4-2-40-16,0-5-7 15</inkml:trace>
  <inkml:trace contextRef="#ctx0" brushRef="#br0" timeOffset="45194.78">19464 6186 182 0,'0'0'35'0,"0"0"3"0,0 0-23 16,0 0-1-16,-40 11 7 0,25 6 21 16,-2 6-4-16,-3 5-8 15,-3 9 0-15,-1 3-9 16,-1 4-10-16,1 0-4 15,-3 0-3-15,1 0-3 16,0-4 0-16,1-5-1 0,0-4 1 16,5-3-1-16,0-3 1 15,5-5-7-15,6-3-27 16,1-6-67-16,2-6-67 16</inkml:trace>
  <inkml:trace contextRef="#ctx0" brushRef="#br0" timeOffset="46126.23">19900 6452 119 0,'0'0'41'0,"0"0"-10"16,0 0 2-16,0 0 0 16,0 0-6-16,0 0 2 0,0 0 5 15,0 0-10-15,0 0-15 16,0 0-5-16,0 0-3 16,-7-6 0-16,11 13 9 15,4 0 1-15,3 1 1 16,1-2 1-16,5 1-4 15,-1-3-4-15,3-1-2 0,-2 1 0 16,-1-4-2-16,0 0 0 16,-2 0 0-16,-2-4 0 15,0-3 0-15,-3-4 2 16,0-2-1-16,1-4-1 16,-2-3 1-16,0 0-1 0,0 0 0 15,0 2-1-15,0 2 2 16,-3 6 18-16,0 2-10 15,3 6 5-15,-2 2-9 16,2 0-4-16,2 6 0 16,1 7 4-16,2 2 4 0,1-1-2 15,2 5-1-15,-2-3-1 16,4-3-3-16,2-1-1 16,1-5-1-16,3-3 0 15,4-4-1-15,0 0-7 16,0-1-44-16,-4-9-61 0,-5-2-111 15</inkml:trace>
  <inkml:trace contextRef="#ctx0" brushRef="#br0" timeOffset="47490.12">21020 6092 199 0,'1'0'66'0,"-1"0"-21"0,0 0-28 15,0 8-14-15,0 6 19 16,0 8 28-16,0 2-11 16,0 8-15-16,0 2-7 0,0 5-3 15,0 5-7-15,0-4-4 16,0 0-1-16,0-7-2 16,0-5 1-16,0-10-1 15,0-5-2-15,0-6-24 0,0-3-30 16,0-4-62-16,-1-4 11 15</inkml:trace>
  <inkml:trace contextRef="#ctx0" brushRef="#br0" timeOffset="47814.92">20733 6109 240 0,'0'0'5'16,"0"0"30"-16,0 0 15 0,0 0-14 15,0 0-17-15,0 0 2 16,0 0 8-16,52-9 0 15,-17 5-16-15,10-3-4 16,2 0-6-16,5 2-2 16,0-3 0-16,-1 1 0 15,-9 5-2-15,-6-1-1 0,-6 2-25 16,-8 1-44-16,-3-2-49 16,-3-3-100-16</inkml:trace>
  <inkml:trace contextRef="#ctx0" brushRef="#br0" timeOffset="48126.28">21515 5992 304 0,'0'0'13'0,"0"0"47"15,0 0-39-15,4 45 31 16,-4-20-16-16,1 2-7 16,2 6-3-16,-2 5-6 15,-1 3-7-15,0 2-7 0,0-1-2 16,0 0-3-16,0-5-1 16,0-5 1-16,1-7-1 15,2-6 0-15,-2-4-2 16,2-5-18-16,-2-4-19 0,-1-4-22 15,0-2-32-15,0 0-17 16,0-6-67-16</inkml:trace>
  <inkml:trace contextRef="#ctx0" brushRef="#br0" timeOffset="48534.95">21489 6058 276 0,'0'0'3'16,"0"0"41"-16,7-50 14 16,0 34-23-16,5 1-5 15,2 2-1-15,2-1-5 16,4 6-5-16,2 2-5 0,3 0-6 15,2 6-2-15,-2 0-4 16,0 4 0-16,-2 10-2 16,-3 2 0-16,-3 1 1 15,-5 3-1-15,-2 0 0 16,-5 0 1-16,-5 1-1 0,0-5 0 16,-4-1 0-16,-11 1 1 15,-5-3-2-15,-2-2-1 16,-8 2-6-16,0-3-10 15,0 0-14-15,2-3-11 16,0-3-21-16,6-1-30 0,4-3-18 16</inkml:trace>
  <inkml:trace contextRef="#ctx0" brushRef="#br0" timeOffset="48830.66">21976 5705 127 0,'0'0'195'0,"0"0"-139"0,0 0-15 16,0 0-35-16,0 0 20 0,-24 49 4 16,5-19-12-16,-2 4-4 15,-4 6-8-15,-1 4-4 16,1 0-2-16,2-2-1 16,3-9-75-16,7-9-156 15</inkml:trace>
  <inkml:trace contextRef="#ctx0" brushRef="#br0" timeOffset="49964.79">22907 5856 200 0,'0'0'5'0,"0"0"21"15,0 0 2-15,0 0-9 16,0 0-17-16,0 0 19 0,0 0 31 15,28 72-9-15,-22-27-4 16,-3 10-14-16,0 3-13 16,-1 6-4-16,2 0-2 15,-1-4-4-15,1-2-1 16,3-8 0-16,-2-12 0 0,3-8-1 16,-5-11 1-16,2-10-1 15,0-9 3-15,-3 0-2 16,3-12 1-16,-2-9-1 15,-2-4-1-15,-1-5-1 0,0-2-9 16,-3-1-3-16,-10 0 0 16,-7 6 6-16,-8 6 5 15,-9 5 2-15,-6 8 0 16,-2 6-1-16,-6 2 1 16,-1 3 1-16,4 10 6 15,7 3-2-15,3 2 2 0,10-1-1 16,11-1-1-16,8-1-2 15,9-3-2-15,5-4 0 16,20-4 0-16,9-3 2 16,10-1-2-16,10-1 1 15,5-11-2-15,8-4 1 0,1 0-1 16,1-6-1-16,-5 2-20 16,-7-2-39-16,-10-4-80 15</inkml:trace>
  <inkml:trace contextRef="#ctx0" brushRef="#br0" timeOffset="50486.78">23981 5765 245 0,'0'0'3'16,"0"0"41"-16,0 0 5 16,0 0-14-16,0 0-28 0,0 0 6 15,0 0 23-15,15 44-8 16,5-17-13-16,0 1-8 16,5 4-4-16,3 0-3 15,-1-4 1-15,0-3-1 16,-1-5-21-16,0-7-44 15,-1-9-45-15,-4-4-46 0</inkml:trace>
  <inkml:trace contextRef="#ctx0" brushRef="#br0" timeOffset="50736.15">24369 5785 302 0,'0'0'23'15,"0"0"22"-15,0 0-18 16,-37 31 14-16,24-2-5 16,-1 10-3-16,-2 7-10 0,0 8-5 15,-2 2-1-15,-1 2-8 16,0 0-6-16,1-6-1 16,0-2-1-16,4-6-1 15,0-6 0-15,5-9-3 16,2-2-23-16,1-13-33 0,0-6-88 15,6-8-45-15</inkml:trace>
  <inkml:trace contextRef="#ctx0" brushRef="#br0" timeOffset="51235.24">24484 6184 325 0,'0'0'50'0,"0"0"8"16,0 0-28-16,0 0-26 15,0 0-1-15,0 0-1 16,0 0 3-16,45 20 2 16,-31-14-3-16,-1 1-1 15,2-3-3-15,-1-1 1 0,0-3 0 16,-1 0 1-16,0 0-2 16,2-7 1-16,0-6 0 15,2-5 0-15,0-4 0 16,-1 0-1-16,2 0 0 15,-2 2 0-15,-3 4 0 16,0 5 7-16,-3 6 9 0,0 5-3 16,2 0-6-16,-2 10-4 15,-1 5 3-15,4 4 1 16,-1-2-1-16,3 3-3 16,0-4-1-16,2-4 1 0,3-3-3 15,4-3 1-15,1-5-1 16,3-1-21-1,0-5-44-15,-2-10-104 0</inkml:trace>
  <inkml:trace contextRef="#ctx0" brushRef="#br0" timeOffset="52246.12">25653 5777 208 0,'6'-5'41'16,"-1"1"25"-16,-1 4 9 0,1 0-48 15,2 14-12-15,0 6 11 16,2 6 1-16,-1 4-2 16,-1 5-7-16,-2 1-5 15,2 1-7-15,-3-2-4 16,0 1-1-16,-2-8-1 0,1-5 1 16,0-6-5-16,-2-6-28 15,-1-7-23-15,0-2-27 16,0-2-10-16,-5-5-24 15</inkml:trace>
  <inkml:trace contextRef="#ctx0" brushRef="#br0" timeOffset="52544.86">25416 5801 204 0,'0'0'28'16,"0"0"30"-16,0 0-18 16,0 0 11-16,0 0-7 15,0 0-17-15,0 0-15 16,43-24-5-16,-3 19 4 15,9-3-1-15,10 1-6 0,3-1-2 16,2-1-1-16,-4 1 0 16,-5 0-2-16,-8 1-8 15,-9 0-37-15,-6 2-61 16,-6-4-18-16</inkml:trace>
  <inkml:trace contextRef="#ctx0" brushRef="#br0" timeOffset="52829.46">26247 5732 382 0,'0'0'32'0,"0"0"-9"0,14 46 13 16,-7-19-14-16,-3 6-7 16,0 3-7-16,-1 4-4 15,1 0-3-15,-2 0 0 16,1-5-1-16,0-3 0 16,2-9-25-16,-2-5-32 0,-2-8-51 15,-1-9-26-15</inkml:trace>
  <inkml:trace contextRef="#ctx0" brushRef="#br0" timeOffset="53420.26">26204 5805 297 0,'0'0'5'0,"0"0"53"0,-1-52-16 16,2 37-5-16,8 5-11 16,5-1-2-16,3 3-1 15,3 4-10-15,3 3-2 16,2 1-5-16,0 0-4 16,-1 5 0-16,-2 4-2 0,-2 2 0 15,-4 1 0-15,-6-1 0 16,0 2 0-16,-9-1 0 15,-1 0 0-15,0 0-1 16,-4 0 0-16,-8 1-3 16,-4-3 1-16,-1 3-1 0,-5-6 0 15,5 2 0-15,-3-1 2 16,7-1 0-16,3-2 0 16,2 0-1-16,7 1 0 15,1-2 0-15,1 0-3 0,11 2 5 16,7 2 1-16,4 2 0 15,5 2 0-15,0 0 0 16,0 2 0-16,-3 1 0 16,0 2 1-16,-10-1-2 15,-2 2 1-15,-5-2-3 16,-2-2 3-16,-6 1 0 0,0-3 0 16,-6-1 1-16,-6-2 1 15,-4-1-1-15,-2-3 1 16,-5 1-2-16,-1-2 1 15,-3-3 0-15,1 2-1 16,-5-2 0-16,0-1 0 0,3 0-1 16,3 0-19-16,5 0-23 15,7-5-11-15,5-5-30 16,8 0-1-16</inkml:trace>
  <inkml:trace contextRef="#ctx0" brushRef="#br0" timeOffset="53875.82">27031 5717 351 0,'0'0'41'15,"-52"0"-12"-15,24 1-9 0,2 13-7 16,4 3 0-16,2 3 2 16,4 3 2-16,5 1 0 15,6 2-5-15,3 4-5 16,2 0-2-16,4 2-2 16,8 0-2-16,7-1 0 0,2-7 0 15,5-4-2-15,2-5 2 16,4-10-3-16,1-5 1 15,2-3 0-15,-3-10 0 16,-3-8 1-16,-2-5 0 16,-5-4-1-16,-7-5 1 15,-3-4-1-15,-8-3 0 0,-4 4 0 16,0 1-1-16,-9 5 2 16,-10 5-1-16,-2 6 0 15,-6 8-1-15,-1 6 0 16,0 7-8-16,0 0-25 15,1 7-10-15,5 6-33 0,4 3-34 16,6 0-123-16</inkml:trace>
  <inkml:trace contextRef="#ctx0" brushRef="#br0" timeOffset="54129.95">26952 5877 264 0,'0'0'21'0,"0"0"57"16,0 0-34-16,0 0-9 16,0 0 13-16,49-17-6 0,-27 17-18 15,3 12-7-15,4 1-7 16,3 6-5-16,3 3 1 16,1 2-4-16,0-1-1 15,0-2 0-15,0-3-1 16,-3-2-4-16,-2-4-27 15,-4-6-31-15,-5-3-16 0,-3-3-81 16</inkml:trace>
  <inkml:trace contextRef="#ctx0" brushRef="#br0" timeOffset="54426">27624 5444 229 0,'0'0'138'0,"0"0"-75"16,0 0-8-16,0 0-41 15,0 0-13-15,0 0 11 16,-20 60 1-16,0-23-5 16,-3 6-7-16,-1-1-1 15,3-2-38-15,4-9-123 16</inkml:trace>
  <inkml:trace contextRef="#ctx0" brushRef="#br0" timeOffset="63126.58">18221 7360 0 0,'-2'0'73'16,"-2"-2"-64"-16,2 2 35 15,0-1-22-15,0 1-3 0,1 0 6 16,-2-1 0-16,2 1-2 16,0 0-7-16,-1 0-1 15,2 0-2-15,0 0 0 16,0 0 1-16,0 0-1 16,0 0 4-16,0 0-2 0,0 0-3 15,0 0-6-15,0 0-5 16,7 0-1-16,4 2 3 15,5 5 13-15,2 5 4 16,8 7 1-16,2 2-5 16,4 7-4-16,2 4-4 15,-2 5-5-15,3 2-1 0,-6-2 0 16,1-3 0-16,-4-4-2 16,-3-3 1-16,-6-7-1 15,-1-3 0-15,-2-3 1 16,-9-5-1-16,3-1 0 15,-7-3-15-15,-1-2-31 0,0-2-51 16,0-1 5-16</inkml:trace>
  <inkml:trace contextRef="#ctx0" brushRef="#br0" timeOffset="63624.11">18508 7345 67 0,'0'0'34'0,"0"0"13"0,0 0-9 16,0 0-5-16,0 0-3 15,0 0-5-15,0 0-1 16,0 0-4-16,0 0-8 16,0 0 0-16,-39 9 14 0,19 10-3 15,0 5 2-15,-4 9-6 16,-5 2-1-16,0 5-7 16,-1 1-7-16,4 2-2 15,-1-3-2-15,3-5 1 0,5-5-1 16,6-6 1-16,1-1-4 15,3-7-31-15,3-5-65 16,2-5-48-16</inkml:trace>
  <inkml:trace contextRef="#ctx0" brushRef="#br0" timeOffset="65639.92">19745 7430 180 0,'-4'-4'30'0,"0"-2"14"16,3-1-4-16,-3 3 12 16,1 0-1-16,2 1-11 15,0 1-4-15,1 2-19 16,0 0-12-16,0 0-7 0,0 0 2 15,4 5 2-15,2 0-2 16,2 5 0-16,3-2 1 16,2 1 0-16,2 0-1 15,1-1 1-15,-1-1-1 16,2 0 1-16,-1-3-1 16,0-4 0-16,0 0 1 0,-1 0 0 15,1-8 1-15,0-6 1 16,1-4-2-16,0-4 0 15,2 1 0-15,-2-2 0 16,1 6-1-16,-4 0 0 16,-2 5 0-16,2 5 0 0,-2 3-1 15,0 4 1-15,1 0-1 16,-2 7 0-16,5 5 1 16,0 0 1-16,-2 4 1 15,4-2-1-15,-2 1 0 16,5-3-1-16,-2 1 1 0,2-3-1 15,2-4-1-15,1-2-15 16,0-4-54-16,-2 0-71 16,0-6-144-16</inkml:trace>
  <inkml:trace contextRef="#ctx0" brushRef="#br0" timeOffset="66096.87">20868 7145 295 0,'0'0'69'0,"0"0"-26"15,0 0-42-15,0 0 12 16,0 0 17-16,7 52 3 0,-6-29-9 16,3-1-13-16,0 1-4 15,0 4-3-15,0-3-3 16,-3 0-2-16,2-2 3 16,0-2-4-16,-2-2-19 15,0-8-24-15,-1 0-23 0,0-4-29 16,-2-6 13-16</inkml:trace>
  <inkml:trace contextRef="#ctx0" brushRef="#br0" timeOffset="66408.75">20605 7157 247 0,'0'0'20'15,"0"0"30"-15,0 0 1 16,0 0-3-16,0 0-20 16,0 0-4-16,0 0-14 0,0 0-2 15,66-32 2-15,-26 27 2 16,6-2-6-16,6-1-3 15,4-1-2-15,-2 1-1 16,-5 2 1-16,-4 0-1 16,-11 3-11-16,-8 3-37 15,-7-1-63-15,-8-3-20 0</inkml:trace>
  <inkml:trace contextRef="#ctx0" brushRef="#br0" timeOffset="66763.96">21469 6968 337 0,'0'0'55'15,"0"0"11"-15,0 0-41 16,0 0-20-16,0 0 13 16,0 0 5-16,30 61-3 0,-22-28-2 15,-4 5-6-15,0 3-4 16,0-1-4-16,0 1-1 16,-2-2-2-16,1-4-1 15,-2-9 1-15,2-2-1 16,-2-5 0-16,2-4-10 0,-3-7-14 15,0-2-15-15,0-3-17 16,0-3-33-16,0 0-5 16,-4-3-61-16</inkml:trace>
  <inkml:trace contextRef="#ctx0" brushRef="#br0" timeOffset="67247">21453 7001 151 0,'0'0'7'0,"0"0"36"0,0 0 1 0,0 0-14 16,0 0-4-16,-6-37 17 16,6 27-5-16,8 2-9 15,1 2-13-15,4-4-6 16,3 4-2-16,3 2-3 15,5 1-1-15,-1 3 0 0,2 0 3 16,2 0-2-16,-3 7-1 16,0 6 0-16,-7 3 0 15,-4 3-2-15,-6 1 0 16,-6 2 0-16,-1 0-1 16,-9 0 0-16,-10 0 0 0,-2-5-1 15,-6 2 1-15,-1-5-1 16,-2-2-8-16,0 3-29 15,4-4-32-15,2-3-25 16,2-3-3-16</inkml:trace>
  <inkml:trace contextRef="#ctx0" brushRef="#br0" timeOffset="67769.87">21841 6673 155 0,'0'0'20'0,"0"0"26"16,0 0-8-16,0 0 4 0,0 0 9 16,0 0-20-16,0 0-21 15,0 0 12-15,0 0 13 16,-20 44-17-16,7-20-10 15,2 7-3-15,-2-1-4 16,1 1-1-16,3-7-52 0,1-8-186 16</inkml:trace>
  <inkml:trace contextRef="#ctx0" brushRef="#br0" timeOffset="71361.03">21937 6981 81 0,'0'0'76'0,"0"0"-34"0,0 0 0 15,0 0-26-15,0 0 1 16,0 0 1-16,0 0-3 0,0 0 0 15,0 0 3-15,0 0-4 16,10-17 1-16,-10 14-1 16,0 2-3-16,0-1-3 15,0 1 2-15,0-2-2 16,2 2 1-16,-2-2-2 16,0 3 0-16,0-2 1 0,0 0 1 15,0 2 0-15,0-1 6 16,0 0-8-16,0 1-2 15,0 0 0-15,0 0 0 16,0 0-7-16,3 4 2 0,2 8 6 16,3 1 5-16,3 4 3 15,-3 7-4-15,4 2-3 16,-1 3 0-16,1 2-2 16,-2 2-2-16,0-2-1 15,-1-1-1-15,-2-4 0 0,-1-5-1 16,1-6 0-16,-3-6 1 15,0-2-1-15,-3-3 1 16,2-3-1-16,-3 0 0 16,0-1 1-16,1 0 1 15,-1 0 1-15,0 0-1 0,2 0-1 16,-1-6-1-16,0-1 1 16,2-2-1-16,-2-3 1 15,1-4-1-15,2 0 0 16,0-6 0-16,1 2 0 15,-1-2 1-15,3 3-2 16,-5 2 1-16,2 1 0 0,0 6 0 16,-1 5 0-16,0 0 1 15,-2 2-2-15,2 3 1 16,1 0-1-16,1 0 0 16,-1 1 1-16,3 7 0 15,1 2-1-15,1 2 1 0,3 1 0 16,-1 0 0-16,3 5 0 15,-3-2 0-15,2 1 0 16,-1-1 0-16,0 1 0 16,-1-3-1-16,-2-4 2 15,-1 1-1-15,-1-6 0 0,-3 1 0 16,1-4 0-16,-1 0 0 16,-2-2 0-16,0 0 0 15,-2 0 1-15,0 0 0 16,0 0 0-16,0-2 0 15,0-4-1-15,0 0 1 0,0-3-1 16,0 0 0-16,0-3 1 16,0 0-1-16,0-6 1 15,0-2 0-15,0-1-1 16,0-6 1-16,0-2-1 16,-2-2 0-16,2-2 0 0,0-2 0 15,-4 1 0-15,2 2 0 16,0 4 0-16,-1 1 1 15,0 6-1-15,-3 6 0 16,2 3 0-16,2 1 0 16,-2 6 0-16,4-2 0 0,-4 6 0 15,4-3 0-15,0 4 0 16,0-1-1-16,0 1 1 16,0 0-1-16,0 0 0 15,0 0 1-15,0 6-1 16,0 1-8-16,7-2-25 15,0-3-37-15,2-2-105 0</inkml:trace>
  <inkml:trace contextRef="#ctx0" brushRef="#br0" timeOffset="98796.86">18696 7268 81 0,'0'-4'18'0,"0"-2"45"15,0-2-40-15,0 2-3 0,0-1 1 16,0 0 11-16,0 2-11 16,0 0 2-16,0 2 8 15,0 0-5-15,0 2-6 16,0 1-6-16,0 0-11 16,0 0-3-16,5 5 0 0,1 3 0 15,2 4 4-15,0 3 7 16,2 4 4-16,4 1 2 15,-4 4-9-15,6 5-1 16,-2-1 0-16,0 3-2 16,0 2-1-16,0-2-2 0,1-2 2 15,-2-1-3-15,-1 0 1 16,-1-5-1-16,-2-6 0 16,1 0 0-16,-1-5-1 15,-4-1 0-15,3-3 0 0,-4-4 1 16,0 0-1-16,2-3 0 15,-2 2 1-15,-3-2-1 16,3-1 0-16,0 0 0 16,-3 0 1-16,2 0-1 15,0 0 0-15,1 0 1 16,-2-4 0-16,2-5 1 0,-2-2-2 16,2-2 2-16,-3-4-2 15,-1-3 0-15,3-4 0 16,-1 0 1-16,-2 1-1 15,0 0 1-15,0 5-1 16,0 4 0-16,0 4 0 0,0 3 0 16,2 4 0-16,-2 2 1 15,-2 0-1-15,4 1-1 16,-2 0 0-16,2 0 1 16,-2 0 0-16,6 5 0 15,-2 3 0-15,0 1 0 0,1 3 0 16,3 0 0-16,-1 2 0 15,1 2 0-15,1 0 0 16,3 0 0-16,-3 0 0 16,2 1 0-16,0-2 0 15,-2 1 0-15,0-4 0 0,-1 0 0 16,0-4 0-16,0-2 0 16,-1 1 0-16,0-3 0 15,-3-1 0-15,1-2 0 16,0-1 0-16,-1 0 0 15,0 0 1-15,0 0-1 0,0 0 1 16,-2-1 0-16,0-5 0 16,2 4 2-16,-4-5 0 15,2 2-1-15,-2-1 1 16,0 1-1-16,0-3-1 16,0 3 1-16,0-2-1 0,0-2 0 15,0 2-1-15,0-2 1 16,0-3 0-16,-2-2 0 15,2-2-1-15,-4-4 1 16,3-1-1-16,-2-6 1 16,1-2-1-16,-1-3 0 15,-1-1 1-15,1-1-1 0,1 8 0 16,-1-2 1-16,2 5-1 16,-5 2 1-16,5 2 1 15,-2 3-1-15,3 1 2 16,-1 6 0-16,1 1-2 0,0 1 0 15,0 3 0-15,0 2-1 16,0 2 0-16,0-2 0 16,0 0 0-16,0 2 0 15,0 0 0-15,0 0 1 16,0-3-1-16,0 3 0 16,0-1-1-16,0-1 2 0,0 1-1 15,-1-2 0-15,1-1 0 16,0 0 0-16,-2 3 0 15,2-2 0-15,-2 2 0 16,2-3 0-16,0 4 0 0,0 0 0 16,0 0-2-16,0 0-16 15,0 8-6-15,2-3-32 16,0-5-93-16</inkml:trace>
  <inkml:trace contextRef="#ctx0" brushRef="#br0" timeOffset="107985.95">18232 8509 111 0,'0'-4'67'0,"0"0"-27"16,0 3-2-16,0-1-15 16,0 2 1-16,0 0-10 0,0 0-14 15,5 0 0-15,2 4 2 16,4 6 9-16,3 0 11 15,5 4 5-15,4 6-4 16,2 4-5-16,3 6-5 16,1 4-7-16,3 3-1 0,-4 0-4 15,-2-2 0-15,-2-2-1 16,-4-6 1-16,-3-3-1 16,-2-5 0-16,-5-5 0 15,-3-4-1-15,-2-4-12 16,-1-2-21-16,-4-4-35 15,0 0 0-15,0 0 3 0</inkml:trace>
  <inkml:trace contextRef="#ctx0" brushRef="#br0" timeOffset="108327.99">18600 8414 114 0,'0'0'21'0,"0"0"23"16,0 0-8-16,0 0-2 16,0 0-1-16,0 0-4 15,0 0-10-15,0 0-5 16,0 0 8-16,-51 31 1 15,33-6-4-15,-5 6-1 0,-6 8-7 16,-2 3-2-16,-1 5-4 16,-4-2-4-16,3-1-1 15,1-4 0-15,1-2-1 16,8-8 0-16,1-3-2 0,6-6-18 16,2-1-45-16,6-6-19 15,6-8-56-15</inkml:trace>
  <inkml:trace contextRef="#ctx0" brushRef="#br0" timeOffset="109170.01">18747 8501 215 0,'0'0'54'0,"0"0"3"0,0 0-3 0,0 0-24 15,0 0-19-15,0 0-11 16,0 0 2-16,0 0 5 16,0 0 15-16,0 0 1 0,28 59-1 15,-19-29-4-15,-1 2-8 16,1 4-4-16,2-2-3 15,-4-2-2-15,1-4 0 16,0-7 0-16,0-8 0 16,-3-3 0-16,0-5-1 15,-1-4 1-15,-1-1 2 0,2 0 2 16,-1-6 5-16,0-8-6 16,3-2-3-16,2-5 0 15,1-3-1-15,3 1 0 16,-2 2 0-16,2 4 0 0,-4 5 0 15,-1 5 0-15,0 3 1 16,-2 4-2-16,-1 0 1 16,2 8-1-16,1 4 2 15,-2 4 1-15,5 1-1 16,-2 2 2-16,1 0-1 0,2-2-1 16,1 0 0-16,-1-2-1 15,1-3 0-15,-2-5 0 16,1-2 1-16,-1-5-1 15,1 0 1-15,0-3 0 16,0-13 5-16,-3-5 12 16,2-8-5-16,-2-5-3 0,2-8-3 15,-6-4-4-15,3-3-1 16,-3 0-2-16,1-1 1 16,0 5-1-16,-3 5-1 15,4 7 0-15,-5 5-1 16,0 10-3-16,-1 8-6 0,-1 4-9 15,0 6-25-15,0 3-16 16,0 8 13-16,1 2-27 16,-1 0-9-16,0-2-35 15</inkml:trace>
  <inkml:trace contextRef="#ctx0" brushRef="#br0" timeOffset="109580.46">19801 8181 186 0,'0'0'17'15,"0"0"29"-15,0 0-14 0,0 0 2 16,0 0-5-16,0 0 7 16,-44-12-7-16,27 27-6 15,0 6-6-15,-1 8 1 16,0 6 5-16,2 5-1 15,4 4-3-15,2 3-7 16,5 1-5-16,5-2-3 0,0 0-2 16,9-4 0-16,9-3-1 15,7-2-1-15,4-6 0 16,5-6 0-16,-2-3 2 16,5-6-18-16,-5-6-36 15,-4-4-57-15,-1-6-73 0</inkml:trace>
  <inkml:trace contextRef="#ctx0" brushRef="#br0" timeOffset="110939.38">20385 8269 146 0,'-2'-7'30'0,"-1"1"5"16,-1 2-2-16,3-3 1 16,-3 4-2-16,2 2 6 0,2-3 5 15,0 4-19-15,-2 0-15 16,2 1-10-16,0 10 2 16,0 8-1-16,0 3 2 15,0 6 10-15,0 7 15 16,0 2-6-16,0 5-10 0,0 0-1 15,-2 0-7-15,-2-2-1 16,3-6-2-16,0-2 1 16,1-6-1-16,0-6 1 15,0-7-2-15,0-4 0 16,0-3-22-16,0-6-32 0,0 0-37 16,0-7-16-16</inkml:trace>
  <inkml:trace contextRef="#ctx0" brushRef="#br0" timeOffset="111344.92">20320 8258 208 0,'0'0'14'0,"0"0"6"16,-9-40 16-16,9 28-1 16,0 0 4-16,0 2 2 15,2-1-9-15,6 2-6 0,7 1-11 16,2 1-5-16,5 2 0 16,0 2-4-16,6 3-1 15,-1 0-2-15,-3 8-2 16,-1 4 2-16,-1 4-3 15,1 0 2-15,-11 1-2 16,-1 2 0-16,-6 1 0 0,-5-1 1 16,0-1-1-16,-11 1 0 15,-5-3 0-15,-5-1 0 16,-4 2 1-16,-1-6-2 16,1 2 0-16,-3-4-17 0,5-1-17 15,6-2-19-15,2-2-38 16,3-4-7-16</inkml:trace>
  <inkml:trace contextRef="#ctx0" brushRef="#br0" timeOffset="111658">20787 8001 274 0,'0'0'14'0,"0"0"50"0,0 0-39 16,0 0-18-16,0 0 19 15,-40 53-6-15,24-26-8 16,0 2-9-16,1 2-2 16,-1 5-1-16,1-3-1 0,1-2-88 15,0-4-107-15</inkml:trace>
  <inkml:trace contextRef="#ctx0" brushRef="#br0" timeOffset="112116.8">20848 8221 290 0,'0'0'45'15,"0"0"28"-15,0 0-25 0,0 0-24 16,0 0-22-16,0 0 7 15,0 0 12-15,23 61 2 16,-10-30-7-16,0 2-6 16,2 5-7-16,0-1-1 15,-2-4-1-15,0-2 0 0,-2-2-1 16,0-7 0-16,-6-8-1 16,0-4-5-16,-1-5-14 15,-2-4-8-15,-2-1-19 16,1 0-25-16,-1-4-58 15</inkml:trace>
  <inkml:trace contextRef="#ctx0" brushRef="#br0" timeOffset="112434.81">21117 8377 129 0,'0'0'96'0,"0"0"-47"0,0 0-14 16,0 0-21-16,0 0-1 16,0 0 27-16,0 0-7 15,-17 39-13-15,2-23-5 16,-1 0-6-16,-2 1-2 0,-1 0-3 15,2-1-3-15,3 0 0 16,2-2-1-16,0-2 1 16,6-3-1-16,0 0 0 15,4-1-1-15,0-1-17 16,0 0-37-16,2-2-37 16,0-4-5-16</inkml:trace>
  <inkml:trace contextRef="#ctx0" brushRef="#br0" timeOffset="112797.75">21084 8390 191 0,'0'0'38'15,"0"0"14"-15,0 0-9 16,0 0 10-16,0 0-4 16,0 0-13-16,0 0-15 15,0 0-9-15,0 0-8 16,23-20 5-16,-17 27 1 0,4 4 4 16,-1 2-3-16,2 3-1 15,-1 0-2-15,4 3-5 16,-1 1 0-16,0-2-2 15,1 1-1-15,-1-6 0 16,-1 1 0-16,-1-2 0 0,-3-4-3 16,0-3-13-16,-4-2-15 15,-2-1-25-15,-2-2-53 16,0 0 0-16</inkml:trace>
  <inkml:trace contextRef="#ctx0" brushRef="#br0" timeOffset="113174.01">21428 8093 218 0,'0'0'18'0,"0"0"49"16,0 0-35-16,0 0-30 15,0 0 7-15,0 0 35 16,-15 37-7-16,3-11-2 16,0 4-12-16,0 5-8 15,0 2-2-15,0 1-5 0,3 2-4 16,-2 1-1-16,-1-8-3 15,3 2 1-15,1-8-1 16,1-3 0-16,2-4 0 16,1-4-3-16,0-7-15 15,1-2-36-15,2-3-50 0,1-4-9 16,0 0-107-16</inkml:trace>
  <inkml:trace contextRef="#ctx0" brushRef="#br0" timeOffset="113600.2">21664 7941 245 0,'0'0'65'16,"0"0"-9"-16,0 0-38 15,0 0 19-15,44 55-1 16,-32-21-4-16,0 9-10 0,0 5-8 15,-4 8-4-15,-1 4-5 16,-6 3-1-16,-1-3-3 16,-1 1-1-16,-11-6 1 15,-4-9-1-15,-3-6 0 16,-1-9-4-16,0-7-7 0,0-4-9 16,3-7-20-16,-3-3-30 15,4-5-45-15,1-2-50 16</inkml:trace>
  <inkml:trace contextRef="#ctx0" brushRef="#br0" timeOffset="114027.28">21925 7880 208 0,'0'0'20'0,"0"0"45"0,0 0-18 16,0 0-7-16,0 0-10 16,0 0-13-16,38-3 2 0,-22 3-3 15,2 0-10-15,4 0-3 16,-2 1-2-16,2 2 0 15,-3-3-1-15,0 1 0 16,-1-1-1-16,-4 0-28 16,-1 0-45-16,-4 0-31 15,-2-2-107-15</inkml:trace>
  <inkml:trace contextRef="#ctx0" brushRef="#br0" timeOffset="114375.98">22285 7741 227 0,'0'0'42'0,"0"0"1"16,0 0-28-16,0 0-4 15,0 0 14-15,0 0-3 0,0 0-9 16,0 0 10-16,0 0-2 16,7 37-5-16,-7-17-2 15,0 3-2-15,0 2-6 16,0 2-4-16,0 4-2 15,1-5 1-15,-1-2-8 0,0-6-120 16,0-6-228-16</inkml:trace>
  <inkml:trace contextRef="#ctx0" brushRef="#br0" timeOffset="115969.84">22823 8326 172 0,'0'0'56'15,"0"-4"-14"-15,0 3-5 16,0 0-2-16,0-1 4 15,0 2-4-15,0 0-12 16,1 0-10-16,8 0-10 0,9-1-1 16,4 2 7-16,5-2 1 15,5 0-3-15,0 1-5 16,-1-2-1-16,-2 4 0 16,-6-2-1-16,-5 0-1 15,-3 0-19-15,-7 0-39 0,-3 2-51 16,-5 0-11-16</inkml:trace>
  <inkml:trace contextRef="#ctx0" brushRef="#br0" timeOffset="116193.03">22797 8474 182 0,'0'0'46'0,"0"0"-22"0,0 0 17 16,62 3 3-16,-26-3 0 16,6-7-16-16,4-1-16 15,4 0-6-15,1 3-4 16,-2 1-1-16,-3-3-7 16,-4 1-110-16</inkml:trace>
  <inkml:trace contextRef="#ctx0" brushRef="#br0" timeOffset="116639.31">24067 7864 204 0,'0'0'50'0,"0"0"2"16,0 0-47-16,0 0 11 16,0 0 43-16,1 64-12 0,-1-31-9 15,0 4-12-15,0 5-4 16,0 3-6-16,0 2-6 16,0 2-5-16,0 2-2 15,0-7-2-15,0-6-1 16,0-7 0-16,3-8 0 0,-3-9 0 15,0-6-3-15,0-4-25 16,0-4-28-16,0 0-44 16,0-6-19-16</inkml:trace>
  <inkml:trace contextRef="#ctx0" brushRef="#br0" timeOffset="117136.78">23803 7820 129 0,'0'0'26'16,"0"0"20"-16,0 0-10 15,0 0 1-15,0 0 4 16,0 0-1-16,0 0-3 0,0 0-18 16,0 0-11-16,0 0 3 15,21 0 25-15,10 0-11 16,9 0-8-16,8-4-7 16,2-3-2-16,5 3-3 15,-3-5-1-15,-4 5-2 0,-9 0-2 16,-9 1 1-16,-11 2-1 15,-8 1 0-15,-9 0-5 16,-2 0-44-16,-5 0-69 16,-10-3-78-16</inkml:trace>
  <inkml:trace contextRef="#ctx0" brushRef="#br0" timeOffset="150407.1">7301 5296 214 0,'0'-4'50'0,"0"1"-24"16,0 2-11-16,-1 1-5 15,1 0-5-15,-1 0 2 0,1 0 10 16,-4 0-2-16,1 0-8 15,-2 0 2-15,-1 0 0 16,-3 0 5-16,-2 0-3 16,-2 4-4-16,-2-2-3 15,-2 1 0-15,-6 1-1 0,-1 1-1 16,-5 1 0-16,-4 3 0 16,-3 2 0-16,0-1 1 15,0 4 0-15,1 2-2 16,-1 2 1-16,0 5-2 15,4 1 0-15,-3 3 0 0,2 2 0 16,1 2 1-16,3-1 0 16,2 5-1-16,3 1 1 15,5-1 2-15,1-1 1 16,8 0-1-16,1-1 0 16,2 2-1-16,3 1-2 0,3 1 0 15,1 0 0-15,0 3 0 16,0-2 0-16,1 0 0 15,6 0 1-15,-3-4-1 16,3 1 2-16,-1-2 0 16,0 1 1-16,2-2 0 0,1-2 2 15,-1 4 1-15,-1-5-4 16,2-1 2-16,2-1 1 16,-2-3 8-16,3 0-2 15,-3-2 0-15,5-2-4 16,-1-1-3-16,0-3 0 0,1 0-2 15,-2-1 1-15,1-2 2 16,0 0 1-16,-1-2-4 16,0 0 0-16,-1 1-1 15,1-4 2-15,-1 4-1 16,1-4 1-16,0 1 1 0,1-1 1 16,0 0 0-16,-1 0 3 15,2-1-4-15,0 2-1 16,0-1 0-16,-1-3 0 15,6 2-1-15,-5-2-1 16,1-2 1-16,2 1 1 0,1-3 3 16,0-1 0-16,1 0 0 15,0 0 1-15,1 0 0 16,-2-1-4-16,2-6-1 16,-4 3 0-16,4-1 0 15,-2-3 1-15,-2 4-1 0,2-3 1 16,0 1-2-16,-1-2 1 15,0-2-1-15,2 5 0 16,-2-6 0-16,-1 2 0 16,0 0 0-16,0-3 1 15,2 2 0-15,-2-3 2 0,-2 1 0 16,5-4 0-16,0 3-1 16,-2-3-2-16,-2 0 1 15,3 0-1-15,0-4 1 16,0 2-1-16,-3 0 0 15,-2 0-1-15,3 2 1 16,-5-1-1-16,1 2 0 0,0-1 0 16,-3-1 1-16,1 4-1 15,-5-2 0-15,2 0 0 16,-2 1 0-16,-4-1 1 16,2-1-1-16,-2 3 1 15,-1-3-1-15,0 1 0 0,0 0 1 16,0-1-1-16,0 2 1 15,0-2-1-15,0 0 1 16,0 1-1-16,-2-2 0 16,-1 1 1-16,2-4-1 15,-3 1 0-15,1 0 1 16,-2-1-1-16,1 0 1 0,2 0-1 16,-2 3 1-16,-1-2 1 15,1 3 1-15,1 0-1 16,2 2 0-16,-4-2 0 15,2 2 1-15,-1 1-3 0,1 1 1 16,-1-3 0-16,-2 1 0 16,-1 0 0-16,2 0 1 15,-3-2-2-15,2 0 1 16,-3-2 0-16,1 2-1 16,1-2 1-16,-1 0-1 0,0 1 0 15,-2 0 0-15,3-1 0 16,-5 1 1-16,3 2-1 15,-2-1 0-15,3 3 0 16,-4-3 0-16,1 4 0 16,2-1 0-16,0 1 0 0,-2 0 1 15,0 0-2-15,5 1 1 16,-4 0 1-16,0 2-2 16,3-2 1-16,-2 1 1 15,-1-1-1-15,1 0 0 16,0 1-1-16,1 0 1 15,-2 2 0-15,1 2 0 0,1-2 1 16,1 2-2-16,1 1 1 16,-1 0 0-16,3 1 0 15,-1-3 0-15,1 0 0 16,-2 1-1-16,1-1 1 16,1 0 0-16,0 3 0 0,3-1 0 15,-2 2 0-15,2 1-1 16,-1 2 1-16,1 0-3 15,0 0-8-15,-3 0-9 16,2 4-11-16,-2 2-1 0,2-2-8 16,0-1-17-16,1-3-42 15,-3 0-87-15</inkml:trace>
  <inkml:trace contextRef="#ctx0" brushRef="#br0" timeOffset="155122.24">12440 3273 147 0,'0'0'45'16,"0"0"-35"-16,0 0 5 16,0 0 5-16,0 0-6 15,0 0-6-15,0 0-1 16,0 0-1-16,0 0-2 15,0 1-1-15,0 2 1 0,0 1-2 16,0 3 2-16,0-1-2 16,1 4 0-16,3 0 2 15,4 2-2-15,3 4 2 16,5 2-1-16,1 4-1 16,2 1-1-16,2 2 0 0,1 2 0 15,-4 2-1-15,2-1 1 16,-5-2-1-16,-2-1-2 15,-1-5-25-15,-6-4-31 16,-2-4-41-16</inkml:trace>
  <inkml:trace contextRef="#ctx0" brushRef="#br0" timeOffset="156435">12775 3350 0 0,'-11'15'6'15,"2"-2"10"-15,-5 3 16 0,1 2-14 16,-4-2 9-16,-1 2-7 15,0 0-11-15,-2-2-1 16,2 1-6-16,1 0 1 16,4-1-2-16,2 0-1 15,-1-1 2-15,4-4-18 0</inkml:trace>
  <inkml:trace contextRef="#ctx0" brushRef="#br0" timeOffset="156830.42">12560 3618 128 0,'0'0'42'15,"0"0"-22"-15,0 0 4 16,0 0 4-16,0 0-2 16,0 0-5-16,0 0-4 15,0 0-3-15,0-9-1 0,0 9 3 16,0-1-1-16,0 1-5 16,0 0-5-16,0 0-4 15,0 0 0-15,0 1-2 16,0 8 0-16,0 6 2 15,0 5 0-15,0 7 0 0,0 2 0 16,0 3 0-16,0 3 1 16,0-2-1-16,0 0-1 15,0-3 2-15,0-2-2 16,0-4 0-16,-4-6 1 16,1 0-2-16,1-8-48 0,-4-3-27 15,2-7-54-15</inkml:trace>
  <inkml:trace contextRef="#ctx0" brushRef="#br0" timeOffset="157142.85">12863 3614 294 0,'0'0'26'0,"0"0"-24"0,0 0-3 15,0 0 2-15,0 0-1 16,50 3 1-16,-36-2-1 15,2-1 0-15,0 0 1 16,1 0-2-16,-4 0-25 0,-2 0-37 16,-2 0-105-16</inkml:trace>
  <inkml:trace contextRef="#ctx0" brushRef="#br0" timeOffset="157342.97">12897 3761 195 0,'0'0'54'16,"0"0"-44"-16,0 0-4 16,0 0 5-16,0 0 11 15,0 0 11-15,0 0-7 0,0 0-11 16,40 17-7-16,-20-17-5 16,6 0 0-16,-4 0-3 15,1 0 1-15,1 0-31 16,-4 0-75-16</inkml:trace>
  <inkml:trace contextRef="#ctx0" brushRef="#br0" timeOffset="157767.91">13440 3430 325 0,'0'0'16'0,"0"0"-15"0,0 0-2 16,39 30 1-16,-19-8 0 16,-3 2 1-16,6 4-1 0,-2-1 2 15,3 4-1-15,-5-2-1 16,5 0 1-16,-4-1-1 15,0-4 0-15,-2-2 0 16,-3-2 0-16,-3-6-35 16,-1-3-20-16,-9-4-31 0</inkml:trace>
  <inkml:trace contextRef="#ctx0" brushRef="#br0" timeOffset="158060.85">13749 3325 165 0,'0'0'31'15,"0"0"-9"-15,0 0-18 16,0 0-3-16,-33 39 4 15,17-14 19-15,0 4 0 16,-8 6-8-16,1 2-4 0,-6 3-5 16,-2 4-3-16,1 3-3 15,-2 1 0-15,-2-1-1 16,5-3-1-16,2-10-32 16,5-4-46-16</inkml:trace>
  <inkml:trace contextRef="#ctx0" brushRef="#br0" timeOffset="158572.56">14051 3378 275 0,'0'0'15'0,"0"0"10"0,0 0-29 16,0 0 4-16,6 47 0 16,-4-12 1-16,-2 7 0 15,0 10 6-15,0 4 6 16,0 3 4-16,-2 5-7 15,1-3-6-15,0-3-1 0,-1-5-1 16,2-5-1-16,0-8 0 16,-2-3 0-16,0-9 1 15,0-8-4-15,-1-6-40 16,0-10-11-16,-1-4-35 16</inkml:trace>
  <inkml:trace contextRef="#ctx0" brushRef="#br0" timeOffset="159177.1">14063 3460 172 0,'0'0'19'16,"0"0"-9"-16,0 0 15 0,1-44-7 16,4 30-6-16,3 4-4 15,0-4-1-15,4 5 0 16,3-2-3-16,0 5 0 15,3 2 0-15,0 4-2 16,-4 0-1-16,4 4-1 16,-6 9 0-16,-3 3-1 0,-4 3 1 15,-2 1-1-15,-3-2 1 16,-1 0 0-16,-10-1 0 16,-2-1 0-16,-2-4 1 15,-1 0 0-15,4-3 0 16,1-2-1-16,3-2 1 0,3-2 1 15,1-3-2-15,4 0 1 16,0 0 3-16,9 0 5 16,6 0-7-16,5 0 0 15,4-3-2-15,4 2 1 16,-4 1-1-16,3 0-1 0,-5 0 1 16,-4 8 0-16,-5 1-2 15,-4 5 2-15,-3-1-1 16,-6 2 1-16,0 1 1 15,-14-2 3-15,-3 2 9 16,-4-1 4-16,-5-2-5 0,2-3-8 16,-1-2-2-16,1-3-4 15,3-5-12-15,3-1-94 16</inkml:trace>
  <inkml:trace contextRef="#ctx0" brushRef="#br0" timeOffset="161535.79">14489 3028 97 0,'0'0'27'15,"0"0"0"-15,0 0-2 16,0 0-10-16,0 0 0 0,0 0-2 15,-44-31-5-15,34 27 0 16,-4-3 1-16,0 3 4 16,0 2-2-16,-4-1 2 15,0-1-5-15,-3 4-3 16,1 0-2-16,-3 0-1 0,-1 0 3 16,2 0-1-16,-4 7 0 15,1 2-1-15,-2-1-1 16,5 1-1-16,-2 2 1 15,-2-2 1-15,2 2 4 16,4 0-1-16,-4 1 2 0,3 0-4 16,0 1 2-16,1 3 1 15,-2 1-1-15,0-1-1 16,2 3-1-16,1 2-2 16,-1 2-1-16,5 0 0 15,-2 3 0-15,4 2 0 16,-1 3 0-16,2 2 0 0,-1 3 1 15,1 0 1-15,1 2-1 16,1 2 3-16,0 0-3 16,1 4 3-16,4 0 1 15,-5 2-3-15,8 2 0 16,-2-1 0-16,0-3-1 0,1 0 1 16,3-4-1-16,0-3-1 15,0-2 0-15,9-2 1 16,-1-2-1-16,4-2 2 15,4-1-1-15,3-4 4 0,2-1 5 16,3-3 2-16,2-5-4 16,2-1 0-16,-2-3-2 15,1-3-2-15,2-3 0 16,-1-2 4-16,-1-3-1 16,4 0-1-16,1 0-2 0,-4-1-1 15,1-6-1-15,0-4 1 16,-1 1 0-16,2-4 3 15,-4-2 5-15,1 2 2 16,-2-2-2-16,-2-4-2 16,0 0-4-16,-2-2 2 15,-1-4-2-15,3-2-4 0,-5-6 0 16,6 0-1-16,-6-2-1 16,3-4 3-16,-4 0-3 15,-3-2 0-15,-1-2 0 16,-4 2 0-16,-2-2 1 0,-2 1-1 15,1-4 0-15,-4 1 0 16,0-5 0-16,-2-1 1 16,0 1-2-16,0-2 1 15,-2 6 0-15,2 6 0 16,-4 4-1-16,-2 3 1 0,-1 6 0 16,-2 2 0-16,-1 2-2 15,0 1-1-15,-4 2 2 16,1 2-2-16,1 4-1 15,1 2-9-15,5 6-20 16,2 5-22-16,1-2-79 16,3 0-137-16</inkml:trace>
  <inkml:trace contextRef="#ctx0" brushRef="#br0" timeOffset="171299.35">18213 10040 89 0,'3'-4'74'15,"0"4"-49"-15,1-2-10 16,-3 1 4-16,3 1 0 0,3-1-1 16,-1 1 1-16,4 0-3 15,0 0-4-15,6 0 5 16,3 2 10-16,5 5-1 16,3 4-4-16,3 3-1 0,6 4-8 15,-1 6-2-15,2 2-5 16,-1 1-4-16,-5 1-1 15,-4-3 0-15,-2 2-2 16,-8-7 2-16,-2-4-1 16,-4-4 0-16,-7-3-1 15,-3-3-15-15,-1-1-53 0,0-4-19 16,-8-1-23-16</inkml:trace>
  <inkml:trace contextRef="#ctx0" brushRef="#br0" timeOffset="171651.15">18961 9948 208 0,'0'0'34'0,"0"0"-24"16,0 0-9-16,0 0 11 0,0 0 11 15,-25 41 1-15,10-21-4 16,-5 1-7-16,-1 3-7 16,-2 3-4-16,1-2-1 15,-4 3-1-15,4-2 0 16,-2-4 0-16,4 1 0 15,0-3-2-15,4-4-13 0,4-1-27 16,4-6-10-16,0-1-38 16</inkml:trace>
  <inkml:trace contextRef="#ctx0" brushRef="#br0" timeOffset="172178.01">18655 10313 141 0,'0'0'51'0,"0"0"-11"15,0 0-7-15,0 0 0 16,0 0 3-16,0 0-4 15,0 0-2-15,0 0-11 16,0 0-11-16,0 0-5 0,0-4 0 16,0 21 16-16,0 2 6 15,5 5 0-15,-1 5-8 16,1 5 1-16,1 0-5 16,-1 4-5-16,2-2-1 15,-3-3-4-15,-3-2-2 0,3-3 0 16,-3-6-2-16,2-3 3 15,-2-3-2-15,-1-5-1 16,0-2 1-16,0-4-1 16,0 1-16-16,-1-4-15 15,-6-2-21-15,5 0-49 0,-5 0-14 16</inkml:trace>
  <inkml:trace contextRef="#ctx0" brushRef="#br0" timeOffset="172663.84">19367 10370 231 0,'0'0'40'0,"0"0"19"0,0 0-14 16,0 0-14-16,0 0-7 15,0 0-7-15,0 0-8 16,38-13 1-16,-20 13-2 0,4-3 0 16,8 3 0-16,-2-4-3 15,2 4-2-15,4-1-1 16,-5 0-2-16,-5 1 1 15,-1 0-1-15,-6 0 0 16,-5 0-4-16,-4 5-26 16,-7 0-27-16,-1 1-41 0,-2 2 4 15</inkml:trace>
  <inkml:trace contextRef="#ctx0" brushRef="#br0" timeOffset="172973.14">19437 10509 166 0,'0'0'52'0,"0"0"-19"16,0 0-18-16,0 0 17 0,0 0 19 15,0 0-3-15,0 0-28 16,0 0-8-16,0 0 2 15,11 0-1-15,2 0-1 16,5-3 0-16,4-1-2 0,6-2-2 16,0 2-2-16,-1-2-1 15,1 2-3-15,-1 4-2 16,-9 0 1-16,-3 0-1 16,-6 0-2-16,-3 7-26 15,-6-4-74-15,-3-1-80 0</inkml:trace>
  <inkml:trace contextRef="#ctx0" brushRef="#br0" timeOffset="174206.97">20544 10053 180 0,'1'0'11'0,"2"0"7"15,2 4-16-15,5 5 1 16,3 5 22-16,4 2 16 16,5 5-12-16,4 7 9 15,4 4-6-15,2 4-13 0,0 0-8 16,1 1-8-16,-2-3-1 15,-2-5-2-15,-5-5 1 16,0-3-1-16,-7-3 1 16,-3-4-1-16,-4-2 0 15,-3-1 0-15,-4-4-18 0,-3-2-50 16,0-4-11-16,0-1-55 16</inkml:trace>
  <inkml:trace contextRef="#ctx0" brushRef="#br0" timeOffset="174644.01">20835 10104 146 0,'0'0'8'0,"0"0"23"16,0 0 5-16,0 0-12 16,0 0-2-16,0 0-6 15,0 0-2-15,0 0-6 0,0 0-2 16,-26-22 0-16,22 22-1 16,2 0 3-16,-2 0-5 15,2 0 2-15,2 0-1 16,-1 0 7-16,1 0 5 15,0 0-4-15,0 0-8 0,0 0 1 16,0 0 1-16,-3 0-1 16,3 0-2-16,-1 2-3 15,-3 4 0-15,-1 5 0 16,-6 5 3-16,-2 4 2 16,-3 7 16-16,0 5-3 0,-8 1-7 15,0 4-5-15,2 1-4 16,-3 0-2-16,2-3 0 15,3 0 0-15,6-5 0 16,0-3-4-16,6-6-49 16,4-6-58-16,4-8-17 0</inkml:trace>
  <inkml:trace contextRef="#ctx0" brushRef="#br0" timeOffset="175449.08">21109 10024 275 0,'0'0'10'0,"0"0"15"0,0 0 15 15,0 0-36-15,0 0 10 16,0 0 19-16,10 42-3 16,-4-22-1-16,1 6-14 15,2 3-4-15,2 3-2 16,-3 3-3-16,3-3 1 0,-1 0-5 15,1-4-1-15,-4-7 0 16,-1-5 0-16,1-5-1 16,-3-5 1-16,0-6-1 15,1 0 1-15,-1 0 1 16,3-6 2-16,2-8-2 0,-1-3 0 16,4-3-2-16,-1 0 1 15,2 0-1-15,1-1 0 16,0 3 0-16,-4 5 0 15,-1 2 0-15,-1 3 0 16,-3 3 2-16,3 4-2 0,-5 1 0 16,2 0 1-16,2 1 0 15,-2 8 2-15,3 3 1 16,-1 0 2-16,2 6-1 16,1-4 0-16,-1 2 0 15,2 2-2-15,-1-5-2 0,2 0-1 16,-2-2 1-16,-1-2-1 15,2-3 1-15,-3-2-1 16,-2-4 0-16,1 0 1 16,0 0 0-16,-3-2 1 15,0-10 1-15,0-1 6 0,-3-6 0 16,-1-6-2-16,0-6-4 16,0-2-1-16,0-7-2 15,1-1 0-15,-1-2 0 16,3 3 0-16,-2 3 0 15,1 2-1-15,-1 7 1 0,0 5-1 16,2 7 1-16,-3 7-1 16,0 5 1-16,0 4-3 15,0 0-24-15,0 5-3 16,0 7-1-16,-4 3-31 16,3 2-37-16,-1-6-5 0,2 1-115 15</inkml:trace>
  <inkml:trace contextRef="#ctx0" brushRef="#br0" timeOffset="175974.94">22227 9729 109 0,'0'0'19'0,"0"0"31"0,0 0-14 16,0 0-7-16,0 0 3 16,-54-28 4-16,36 28-2 15,-6 11 7-15,1 3-13 16,0 9-6-16,1 4-3 0,4 6-4 15,2-1 0-15,6 7-3 16,2-1 1-16,6 2-5 16,2 4-2-16,4 0-4 15,8-1 0-15,8 0-2 16,-1-5 1-16,2-3-1 0,2-4-6 16,0-7-27-16,-5-6-31 15,1-10-39-15,-3-4-7 16</inkml:trace>
  <inkml:trace contextRef="#ctx0" brushRef="#br0" timeOffset="176286.29">22400 9790 261 0,'0'0'37'16,"0"0"-19"-16,0 0 12 16,0 0-13-16,5 39 29 15,-5-11-7-15,2 3-10 0,-2 2-11 16,0 0-6-16,4 3-8 16,-4 0-3-16,2 0 0 15,1-1 0-15,-3-7-1 16,0-4 0-16,0-5-2 15,0-9-22-15,0-2-27 0,0-5-39 16,0-3 5-16,-4-4-67 16</inkml:trace>
  <inkml:trace contextRef="#ctx0" brushRef="#br0" timeOffset="176594.14">22356 9857 217 0,'0'0'4'0,"4"-44"16"15,5 24 13-15,6 4-9 16,0-1 5-16,5 5 8 16,0 2-5-16,2 4-10 15,2 6-4-15,-2 0-5 16,-1 5-6-16,-5 10-1 0,-3 2-2 15,-5 6-1-15,-5-2-1 16,-3 3 0-16,0-1-1 16,-8-3 0-16,-4-3 0 15,-5-2-1-15,-3-3 0 16,-2 0 1-16,0-3-2 16,0-5-2-16,0-1-29 0,6-1-16 15,2-2-29-15,5 0 2 16,6-10-84-16</inkml:trace>
  <inkml:trace contextRef="#ctx0" brushRef="#br0" timeOffset="176858.02">22755 9581 219 0,'0'0'12'16,"0"0"21"-16,0 0 26 15,0 0-12-15,0 0-39 16,0 0 3-16,0 0 20 16,0 0-10-16,-23 60-14 0,11-27-5 15,0 5-1-15,0-1-2 16,1 0-4-16,1-6-108 15,3-7-115-15</inkml:trace>
  <inkml:trace contextRef="#ctx0" brushRef="#br0" timeOffset="177625.08">22967 9844 174 0,'0'0'131'0,"0"0"-92"16,0 0 33-16,0 0-35 0,0 0-18 16,0 0-17-16,0 0 0 15,0 0 9-15,0 0 2 16,37 20 1-16,-28 2-3 16,2 4-2-16,-3 0-5 15,1 4-3-15,1 0 0 0,-2-3-1 16,-2-2 1-16,5-5-1 15,-6-4-1-15,1-5 2 16,0-4-1-16,0-7 1 16,0 0 0-16,-3-3 3 15,1-9 1-15,3-4-1 0,-5-1-2 16,4-5-2-16,0 0 1 16,0-1-1-16,2 2 0 15,-2 5 0-15,1 2 0 16,-3 5 0-16,0 5 0 15,0 4 0-15,1 0-1 0,1 3 1 16,2 7 0-16,2 4 0 16,1 3 0-16,1 2 0 15,3-2 0-15,-2 2 0 16,2-1 1-16,2 0-1 16,-4-2 0-16,1-2 0 0,-5-4 0 15,0-1 0-15,-3-4 0 16,-1-2 0-16,-4-3 0 15,-1 0 0-15,0-3 2 16,0-9-1-16,0-4 1 16,0-8 6-16,-4-2 5 0,-1-6-2 15,1-4-7-15,1-4-2 16,-1-3-2-16,3 0 0 16,1 5 0-16,0 3-1 15,-3 8-1-15,3 9-6 16,-4 8-15-16,-1 10-17 0,1 0-43 15,-1 7-23-15,3 4 17 16,-2-2-78-16</inkml:trace>
  <inkml:trace contextRef="#ctx0" brushRef="#br0" timeOffset="178047.78">23576 9577 293 0,'0'0'5'0,"0"0"58"0,0 0 2 0,48-27-28 16,-33 31-19-16,3 11 0 16,-2 13 2-16,3 5-4 15,0 11-8-15,-5 10-2 16,-2 4-2-16,-6 2-2 0,-6 7-1 16,0-4-1-16,-3-3 0 15,-12-8 2-15,1-6-2 16,-2-6 1-16,-2-6-2 15,1-8 2-15,1-6-5 16,1-5-18-16,3-4-23 0,2-5-36 16,-1-6-37-16,6 0-45 15</inkml:trace>
  <inkml:trace contextRef="#ctx0" brushRef="#br0" timeOffset="178704.96">23803 9506 178 0,'0'0'31'0,"0"0"26"0,0 0-31 0,0 0-5 15,0 0 19-15,0 0-12 16,0 0-9-16,44 0-5 15,-23 0-5-15,2 0-3 16,5 0-3-16,-2-1 0 0,1-2-2 16,-3 1-1-16,0-2 0 15,-3 0 0-15,-5 1-1 16,2-2-22-16,-5-2-50 16,-2-2-12-16,-2-3-115 15</inkml:trace>
  <inkml:trace contextRef="#ctx0" brushRef="#br0" timeOffset="179064.95">24329 9268 162 0,'0'0'34'16,"0"0"29"-16,0 0-15 15,0 0 5-15,0 0-2 16,0 0-16-16,0 0-26 16,0 0-7-16,0 0 7 15,12 12 12-15,-8 12-4 0,0 1 0 16,0 3-2-16,3 3-5 15,-4-1-6-15,1 1-2 16,-2-4-1-16,2-2 0 16,-4-4-1-16,0-3 0 15,0-4-1-15,0-4-43 0,-1-6-112 16</inkml:trace>
  <inkml:trace contextRef="#ctx0" brushRef="#br0" timeOffset="181822.45">24711 9630 211 0,'0'-6'10'0,"0"2"39"16,0 4-20-16,0 0-24 0,0 1-5 15,-2 12 2-15,2 2 4 16,0 4 17-16,0 5 9 16,0 6-7-16,0 2-4 15,0 3-2-15,0 0-3 16,0-2-8-16,0 0 2 0,0-6-7 15,2-2-2 1,2-2 0-16,-3-3-1 0,-1-5 1 16,0-1-1-16,0 0 0 15,0-2-14-15,0-6-46 16,-1-2-41-16,-5-4-20 16</inkml:trace>
  <inkml:trace contextRef="#ctx0" brushRef="#br0" timeOffset="182476.44">24747 9694 193 0,'0'0'10'0,"0"0"12"15,0 0 7-15,0-48 0 16,0 39-4-16,0 0 8 16,0 1 4-16,0-2-9 15,0 0-8-15,0 3-8 16,9 0-4-16,6 1-3 16,2-1-1-16,7 3 1 0,3 3-2 15,-1 1 0-15,2 0-2 16,-5 5 0-16,0 6 0 15,-6 5-1-15,-4 1 0 16,-3 3 0-16,-8 1 0 0,-2 2 0 16,0 4 0-16,-14-3 0 15,-4 1 0-15,-4-2-1 16,-4 1 1-16,-2-6 0 16,2-3-1-16,3-2-1 15,0-3-1-15,9-4-1 0,3-3 1 16,7 0 2-16,4-3 1 15,3 0 0-15,13 0 0 16,5-2 0-16,6 0 0 16,3-2 0-16,1 4 0 15,2 0 0-15,-2 0 0 16,-3 5 0-16,-3 8 0 0,-6 3 0 16,0 0 0-16,-9 4-1 15,-3 0 1-15,-6 0 0 16,-1-2 1-16,-5-1-1 15,-7 0 1-15,-5-2 1 16,-5-3 1-16,-4-1-1 0,-6-2-2 16,-4 0 1-16,-4-3-1 15,-4-1 0-15,0-1 0 16,1-1-1-16,7-2 1 16,3-1-15-16,9 0-25 15,5 0-37-15,8-7-14 0,9-6-148 16</inkml:trace>
  <inkml:trace contextRef="#ctx0" brushRef="#br0" timeOffset="183036.03">25744 9569 249 0,'0'0'41'15,"0"0"0"-15,0 0-18 16,-49-5 10-16,23 14 6 16,-2 8-5-16,-2 3-11 0,0 6-5 15,0 6-1-15,2 4 0 16,5 2-3-16,6 5-4 16,6-2-4-16,7-1-2 15,4-2-2-15,7-5 0 16,13-1-1-16,6-5-1 15,12-3 1-15,4-8 0 0,4-8-1 16,3-7 1-16,-1 0 1 16,-5-11-1-16,-6-6-1 15,-5-2 1-15,-5-4-1 16,-9-6 1-16,-4 0-1 0,-9-6 1 16,-5-6-1-16,0-4 0 15,-11 0-1-15,-7 0-2 16,-8 4-7-16,-3 7 2 15,-2 5-4-15,-1 8-1 16,-1 9-7-16,2 7-13 0,3 4-31 16,4 0-31-16,6 2-1 15</inkml:trace>
  <inkml:trace contextRef="#ctx0" brushRef="#br0" timeOffset="183309.49">25551 9846 222 0,'0'0'7'0,"0"0"47"16,44-12-10-16,-24 14 10 15,5-2-14-15,3 4-5 16,1 6-11-16,1 9-8 15,0 2-2-15,2 3-8 16,-4 3-4-16,0 0 0 0,0-3-2 16,0-2 0-16,0-4-9 15,-1-8-24-15,-2-3 2 16,-5-7-50-16,-1 0-24 16,-4-11-131-16</inkml:trace>
  <inkml:trace contextRef="#ctx0" brushRef="#br0" timeOffset="183810.5">26284 9256 130 0,'0'0'49'15,"0"0"6"-15,0 0-13 16,0 0 1-16,0 0 17 0,0 0-13 15,0 0-7-15,0 0-23 16,0 0-16-16,0 0 4 16,-31 25 9-16,9 7-5 15,-5 5-8-15,3 6 0 16,4-2-2-16,0-9-30 0,11-13-187 16</inkml:trace>
  <inkml:trace contextRef="#ctx0" brushRef="#br0" timeOffset="188512.11">18661 11648 165 0,'0'0'8'15,"0"0"36"-15,0 0-10 0,0 0-17 16,0 0-3-16,0 0 6 16,0 0 5-16,0 0-3 15,0 0-6-15,0 0 2 16,35-3 3-16,-16 16 1 16,-1 2-9-16,5 5-4 0,0 3-3 15,1 1-2-15,-2 1 0 16,-2 0-2-16,0-2-1 15,-5-2-2-15,-3-2-33 16,-4-4-41-16,-4-2-51 16,0-8-67-16</inkml:trace>
  <inkml:trace contextRef="#ctx0" brushRef="#br0" timeOffset="188826.78">19156 11572 196 0,'0'0'23'16,"0"0"2"-16,0 0-20 15,0 0 13-15,-11 41 24 16,-3-20-6-16,-4 3-10 15,-2 3-12-15,0 4-9 16,-2-5-2-16,-1 0-2 16,3-4 1-16,-1 1-2 0,2-6-3 15,3-2-36-15,3-2-27 16,1-3-13-16,2-6-110 16</inkml:trace>
  <inkml:trace contextRef="#ctx0" brushRef="#br0" timeOffset="189096.01">18909 11884 201 0,'0'0'18'16,"0"0"56"-16,0 0-37 15,0 0-30-15,0 0 21 16,0 48 6-16,0-22-4 16,0 6-14-16,0 4-7 0,0 0-3 15,0 3-3-15,0-3-2 16,0-4 0-16,0-3-1 16,0-5 1-16,0-6-9 15,0-5-25-15,0-5-35 0,0-5-55 16,0-3-55-16</inkml:trace>
  <inkml:trace contextRef="#ctx0" brushRef="#br0" timeOffset="189387.65">19417 11858 299 0,'0'0'32'0,"0"0"33"16,38-24-44-16,-20 20-8 16,0 2-2-16,0-2-3 15,4 4-3-15,-4 0-4 0,2 0 0 16,-4 0-1-16,-2 0 0 15,-1 0-6-15,-9 4-35 16,-1 1-30-16,-3 0-52 16,-3 1-70-16</inkml:trace>
  <inkml:trace contextRef="#ctx0" brushRef="#br0" timeOffset="189544.87">19452 11978 173 0,'0'0'29'0,"0"0"-10"16,0 0 8-16,56-5 1 16,-31-2-15-16,3 1-9 15,3-1-3-15,-6 0-5 16,2 1-80-16</inkml:trace>
  <inkml:trace contextRef="#ctx0" brushRef="#br0" timeOffset="190182.69">20604 11449 192 0,'0'0'22'15,"0"0"23"-15,0 0-16 16,37-4-15-16,-18 15 18 0,8 5 3 16,2 5 2-16,8 6-12 15,3 3-5-15,4 8-6 16,3 2-9-16,0 0-4 15,-3-3 0-15,-4-1-1 0,-8-7 0 16,-6-9-14 0,-3-5-13-16,-10-4-6 0,-9-7-25 15,-4-3-40-15,0-1-14 16</inkml:trace>
  <inkml:trace contextRef="#ctx0" brushRef="#br0" timeOffset="190421">21092 11389 268 0,'0'0'6'0,"0"0"52"16,0 0-23-16,-45 4-5 15,26 15-2-15,-1 7-6 16,-3 1-4-16,-1 6-8 15,0 5-4-15,-1 3-3 0,1 4-2 16,-3 3 0-16,1 0-1 16,-2-2-1-16,4-2-29 15,0-7-35-15,2-10-57 16,5-6-37-16</inkml:trace>
  <inkml:trace contextRef="#ctx0" brushRef="#br0" timeOffset="190865.16">21867 11264 117 0,'0'0'81'16,"0"0"-24"-16,0 0 4 0,0 0-40 15,0 0 13-15,1 61 18 16,-1-20-9-16,0 11-14 15,0 12 1-15,0 10-6 16,-1 3-9-16,1 3-8 16,0 0-3-16,0-3-3 0,2-6 0 15,2-8 0-15,3-10-1 16,-4-10 1-16,-3-9-4 16,0-12-10-16,0-10-19 15,-6-11-19-15,-2-1 15 16,2-7-26-16,-4-11-56 0,1-10-31 15</inkml:trace>
  <inkml:trace contextRef="#ctx0" brushRef="#br0" timeOffset="191422.26">21853 11462 228 0,'0'0'3'16,"0"0"28"-16,0-40 16 15,0 26-5-15,6 4-8 16,3 1-5-16,-1 1-8 16,3-1-7-16,1 5-5 15,4 0-2-15,-3 2-2 0,3 2-1 16,0 0-3-16,0 3 0 15,-3 6 1-15,-3 2-3 16,-1 2 2-16,-5 1-1 16,-3-1 2-16,-1 3-4 15,0-1 4-15,-10 1-2 0,-1-3 0 16,-5 0 0-16,-1-1 0 16,1-2 0-16,0 0 0 15,4-2 0-15,1-2 0 16,4-1 0-16,6-1 0 15,1 0-2-15,0-4 2 16,13 0 0-16,6 1 0 0,2 1 0 16,6-1 2-16,2 2-2 15,-2 3 0-15,-2 0 0 16,-2 3 1-16,-4 3-1 16,-6 1 1-16,-4 2-2 15,-5 0 2-15,-4 1-1 0,0 0 1 16,-8 0-1-16,-8-2 1 15,-4 0 0-15,-2-2-1 16,-5-3 1-16,-2-1-1 16,-2 0-1-16,0-4 1 15,-1-1-1-15,-5-3-32 0,0 0-61 16,2-14-98-16</inkml:trace>
  <inkml:trace contextRef="#ctx0" brushRef="#br0" timeOffset="191906.38">21869 11006 276 0,'0'0'14'0,"0"0"40"0,0 0-42 0,0 0-4 16,-42 20 3-16,34-6-3 15,-4-1 0-15,5 2-3 16,-4-2-3-16,6 0-1 0,-2-3 0 15,3 0-1-15,2-4 1 16,2-4-1-16,0 0 0 16,0-2 1-16,0 0 1 15,1-6 0-15,6-4-1 16,1-1-1-16,0-4 0 0,0 3-1 16,0-2 1-16,-2 0 0 15,0 5 0-15,-2 2 1 16,0 5 24-16,1 2-5 15,2 0-14-15,3 6-2 16,5 8-2-16,4-1 0 16,3 4-2-16,5-1 0 0,0-8-25 15,-3-6-163-15</inkml:trace>
  <inkml:trace contextRef="#ctx0" brushRef="#br0" timeOffset="193476.2">18867 11293 107 0,'0'0'58'0,"0"0"-15"16,0 0-19-16,0 0-15 16,0 0 1-16,0 0 8 15,0 0-1-15,0 0 1 0,-42 48-2 16,30-31-3-16,0-2-2 15,0 0-5-15,6-2-2 16,-2-2-2-16,2-2 1 16,0-2-3-16,4-3 1 15,1-2-1-15,1-2 1 0,0 0 1 16,0 0 1-16,0-2-3 16,0-8 0-16,3 0 0 15,5-4-1-15,1-2 0 16,2 0 0-16,1-1 1 15,0 1-2-15,-2 3 2 0,-4 1 2 16,2 4 18-16,-4 4 11 16,0 4-3-16,2 0-18 15,4 1-2-15,2 10 1 16,4 2-3-16,5 0-3 16,-1 3-1-16,3 2-2 0,1-1-3 15,-3-4-65-15,2-6-151 16</inkml:trace>
  <inkml:trace contextRef="#ctx0" brushRef="#br0" timeOffset="195592.81">19659 13276 257 0,'-6'0'12'0,"-6"0"24"15,3 12-29-15,2 13 12 16,-1 10 25-16,6 9-11 16,2 10-6-16,0 8-2 0,4 6-5 15,5 5-7-15,3 4-5 16,-4 1-2-16,-3-5-4 15,1-4-1-15,-2-7 0 16,-2-9-1-16,-2-12 0 16,2-7 1-16,-2-8-1 0,0-8 0 15,0-8-4-15,0-4-32 16,0-6-11-16,-4-3 7 16,-2-13-71-16,1-8-97 15</inkml:trace>
  <inkml:trace contextRef="#ctx0" brushRef="#br0" timeOffset="196110.44">19629 13398 284 0,'0'0'4'15,"-6"-41"20"-15,6 18 33 16,0 1-20-16,5 0-14 0,8 2-1 16,3 2-3-16,2 3-4 15,2 4-7-15,2 9-5 16,-2 2-1-16,2 2-1 16,-4 12-1-16,0 3 1 15,-5 3-2-15,-4 1 2 16,-3 2-1-16,-6 0 0 0,0-2-1 15,-6-1 1-15,-6 0 0 16,-1-4 0-16,-2-1-2 16,1-2-4-16,0-2 0 15,2-5 1-15,6 1 1 16,2-4 3-16,4-3 1 0,1 0 0 16,14 0 0-16,6 0 0 15,6-4 0-15,2 2 1 16,2 2-1-16,2 0 0 15,-2 0 0-15,-3 10 0 16,-10 0 0-16,-2 4 0 16,-8-1 0-16,-5 2 0 0,-3 1-1 15,-5-3 3-15,-15 3 1 16,0-1-3-16,-7 1 0 16,-1-3 1-16,-5-2-1 15,1 1-1-15,-3-2 1 0,-4-2-9 16,2-2-44-16,-3-2-50 15,3-4-12-15</inkml:trace>
  <inkml:trace contextRef="#ctx0" brushRef="#br0" timeOffset="196614.97">19484 12965 241 0,'0'0'2'0,"0"0"41"16,0 0 9-16,0 0-11 15,0 0-37-15,0 0 9 16,0 0 12-16,0 0-9 16,-36 41-7-16,29-23-5 15,1-1-1-15,2 0-1 0,-3-3-1 16,3-5 0-16,1 2-1 16,-1-9 1-16,4-2-1 15,0 0 4-15,0-4-3 16,0-10 0-16,4-4-1 15,2-3-1-15,3-3 1 0,3 1 0 16,-5 5 0-16,3 2 0 16,0 5 0-16,2 4 1 15,-3 7 2-15,4 0 0 16,2 6 0-16,2 4 1 16,6 6-1-16,0 0-2 0,1 2 0 15,2 0-2-15,2 1-3 16,-1-3-50-16,-2-7-94 15</inkml:trace>
  <inkml:trace contextRef="#ctx0" brushRef="#br0" timeOffset="197018.16">20481 13374 313 0,'0'0'21'0,"0"0"56"0,0 0-43 15,0 0-24-15,0 0-9 16,0 0 1-16,43-18 4 16,-23 16 1-16,1 1-4 15,3 0-2-15,-2 1 0 16,-1 0-1-16,-2 1 0 0,-3-1-4 15,-6 3-36-15,-3 3-44 16,-4 0-21-16,-3 2-104 16</inkml:trace>
  <inkml:trace contextRef="#ctx0" brushRef="#br0" timeOffset="197184.99">20489 13525 172 0,'0'0'55'15,"0"0"-3"-15,0 0-34 16,0 0 36-16,0 0-6 0,0 0-24 16,51-4-15-16,-27-1-6 15,3-1-2-15,2 2-1 16,-4-2-22-16,2-4-84 16,-3 0-76-16</inkml:trace>
  <inkml:trace contextRef="#ctx0" brushRef="#br0" timeOffset="198959.34">22563 13020 269 0,'0'0'16'0,"0"0"51"16,0 0-20-16,0 0-42 15,0 0 3-15,0 0 29 16,0 0-1-16,41 54-11 16,-29-24-9-16,0 2-6 0,1 4-6 15,1-2-1-15,-2 0-2 16,1-4-1-16,-1-6 1 15,-5-6-2-15,1-6 1 16,-3-8 0-16,2-4 1 16,-2-3 1-16,0-12 0 0,3-5-2 15,2-4 0-15,-1-2 0 16,3-2 0-16,0 1 0 16,1 4 0-16,1 6 0 15,-1 8 0-15,0 2 1 16,2 8-1-16,4-1 0 0,-1 7 0 15,1 8 3-15,2-1 0 16,-1 4 4-16,2 2-2 16,-5-2-2-16,-1 1-1 15,-3-2-1-15,1-3 0 16,-5-4-1-16,-4-6 0 0,-1-2 0 16,2-2 1-16,-2-7 3 15,0-8 13-15,0-7-4 16,-2-5 0-16,1-5-5 15,0-4-4-15,-2-3-2 16,0-1-1-16,-1 3-1 16,0 0 0-16,0 7-1 0,0 5 0 15,0 6-3-15,-1 9-12 16,1 4-25-16,0 6-10 16,0 0-106-16,0 0 6 15</inkml:trace>
  <inkml:trace contextRef="#ctx0" brushRef="#br0" timeOffset="199546.96">23755 12733 193 0,'0'0'7'0,"0"0"44"0,0 0-13 16,0 0-9-16,0 0-8 15,-39-16 1-15,18 29 6 16,-6 7-1-16,-2 7-5 16,-1 9 3-16,2 4-1 15,3 5 1-15,5 6-7 0,5 2-8 16,10-1-2-16,5 2-3 15,0 0-3-15,16 0 1 16,3-6-3-16,5-2 0 16,0-4 0-16,2-9-3 0,1-5-28 15,-3-8-40-15,0-8-64 16,0-12-23-16</inkml:trace>
  <inkml:trace contextRef="#ctx0" brushRef="#br0" timeOffset="199887.88">24043 12770 347 0,'0'0'-1'16,"0"0"32"-16,0 0-23 15,0 64 36-15,1-30-8 16,3 4-9-16,-1 1-3 16,2 1-8-16,-1-1-12 15,0 1-1-15,-3 1-3 0,2-6 1 16,0-6-1-16,-3-5-3 15,0-8-28-15,0-7-13 16,0-5-24-16,0-4-20 16,-3-4-2-16</inkml:trace>
  <inkml:trace contextRef="#ctx0" brushRef="#br0" timeOffset="200204.87">24023 12853 274 0,'0'0'8'16,"29"-52"-6"-16,-10 28 32 15,7 7 22-15,1 3-17 16,4 8-5-16,1 6-8 16,-2 0-7-16,0 10-7 15,-8 10-5-15,-2 3-4 0,-9 1-1 16,-7 0 0-16,-4 3-1 15,0-3 0-15,-9-2-1 16,-7-3 0-16,0-3 0 16,-4 1 0-16,0-3-1 0,-4-4-10 15,1 0-19-15,0-4-1 16,1-3-16-16,2-3-23 16,4 0 1-16,5-3-34 15</inkml:trace>
  <inkml:trace contextRef="#ctx0" brushRef="#br0" timeOffset="200456.2">24452 12564 274 0,'0'0'25'0,"0"0"55"16,0 0-74-16,0 0 10 16,0 0 14-16,-8 50-15 0,3-26-11 15,-2 2-3-15,0 3 0 16,2 2-1-16,1-2-23 16,0-2-86-16,0-7-94 15</inkml:trace>
  <inkml:trace contextRef="#ctx0" brushRef="#br0" timeOffset="201095.01">24664 12794 398 0,'0'0'53'0,"0"0"-34"16,0 0-13-16,0 0-5 16,0 0 6-16,0 0 19 15,15 60-2-15,-7-32-9 0,1 2-3 16,-1 0-9-16,3 1 0 15,-2-3-3-15,0-3 1 16,2-3-1-16,-3-9 1 16,1-2-1-16,2-9 0 15,0-2 1-15,1-2 0 16,1-13-1-16,3-2 0 0,-1-6 0 16,2 0-1-16,0 1-1 15,-1-1 0-15,-2 7 0 16,-1 1 0-16,-4 9 1 15,-3 6 1-15,2 0 0 16,-3 4 0-16,3 9 0 0,3 3 0 16,-2 3 1-16,2 2 1 15,-1 0 0-15,1-1 0 16,1-2-1-16,-1-2 0 16,2-4-1-16,2-6 1 0,-2-3-1 15,0-3 1-15,1-3 1 16,-4-7-1-16,0-6 5 15,-5-3 1-15,-1-5 1 16,-4-1-3-16,0-3-3 16,0-6-2-16,-5 1-1 15,-2-2-2-15,0 5-2 0,6 0-23 16,0 2-20-16,1 8-22 16,0 0-60-16,0 6-43 15</inkml:trace>
  <inkml:trace contextRef="#ctx0" brushRef="#br0" timeOffset="201404.81">25320 12480 295 0,'0'0'6'0,"0"0"64"16,0 0-27-16,44 18-23 0,-27 12 11 15,1 6 1-15,-1 8-7 16,-1 6-6-16,-5 5-4 16,-6 5-7-16,-5 1-6 15,0 3 0-15,-9-1-1 16,-11-7-1-16,-4-1-8 0,-6-10-30 15,0-6-5-15,-5-9-14 16,0-10-35-16,2-9-33 16</inkml:trace>
  <inkml:trace contextRef="#ctx0" brushRef="#br0" timeOffset="201995.66">25608 12388 146 0,'0'0'11'0,"0"0"46"0,0 0-3 0,0 0-9 16,0 0 8-16,0 0-18 0,0 0-12 16,40-23-11-16,-17 22-5 15,5-1-3-15,2 2-3 16,1 0-1-16,0 0 0 15,1 0-12-15,-3-1-54 16,-2-6-61-16</inkml:trace>
  <inkml:trace contextRef="#ctx0" brushRef="#br0" timeOffset="202251.69">26087 12157 218 0,'0'0'11'0,"0"0"37"15,0 0 17-15,0 0-10 0,0 0-20 16,0 0-24-16,0 0-6 16,0 0 5-16,20 27 0 15,-18-5-6-15,1 4-3 16,2 0 0-16,-2 4-1 15,-2-1 0-15,3-2-33 0,2-7-84 16,-1-7-103-16</inkml:trace>
  <inkml:trace contextRef="#ctx0" brushRef="#br0" timeOffset="202880.24">26523 12594 279 0,'0'0'3'0,"0"0"33"0,0 0 5 16,0 0-35-16,0 0 12 16,-28 50 24-16,26-18-9 15,2 8-5-15,0 2-7 0,2 4-14 16,2 2-5-16,1-4-1 16,-4 0-1-16,1-7 1 15,-2-5-4-15,0-7-28 16,0-7-23-16,0-9-28 15,-3-6-21-15,-2-3-61 16</inkml:trace>
  <inkml:trace contextRef="#ctx0" brushRef="#br0" timeOffset="203404.13">26465 12720 276 0,'0'0'3'15,"12"-51"9"-15,-2 27 52 16,4 5-16-16,2 3-4 16,4 2-17-16,3 6 2 15,-3 1-13-15,4 7-7 16,-3 0-5-16,-2 7-3 0,-4 6 0 16,-2 3 0-16,-5 3-1 15,-4-1 0-15,-3 2 0 16,-1 0 0-16,0 2 0 15,-8-2 0-15,-5-3 0 0,-2 3 0 16,-2-3 0-16,0 1-1 16,-1-2 1-16,1-3-1 15,4-2 0-15,3-3-1 16,1-2-2-16,8-2 2 16,1 0 0-16,2 0 0 0,14-1 1 15,7 1 1-15,5-1 0 16,5-2 1-16,5 6-1 15,-2-1 0-15,-4 1-1 16,-4 4 2-16,-7-1-2 16,-8 4 2-16,-6-1-1 15,-6 2 0-15,-1 1-1 0,-2-3 2 16,-12 2-2-16,-7-1 2 16,-2-3-1-16,-5 2-1 15,-4-2 1-15,-1-4 1 16,-2 1-1-16,2-3 0 0,1 0 0 15,-1-2-2-15,5-2-4 16,6-1-29-16,4 0-8 16,8 0-24-16,8-9-39 15,2-6-126-15</inkml:trace>
  <inkml:trace contextRef="#ctx0" brushRef="#br0" timeOffset="203845.12">27332 12585 272 0,'0'0'96'0,"-37"-4"-92"16,13 4 13-16,0 4 12 15,-3 12-11-15,3 7 2 16,5 2 6-16,6 6-1 0,4 5-10 15,7 1-3-15,2 6-6 16,2-1-1-16,10 1-3 16,5-6-1-16,4 1-1 15,3-9 1-15,7-5-1 16,1-9 0-16,5-5-1 0,3-10-3 16,-1 0 1-16,2-13 3 15,-3-10 0-15,-2-3 0 16,-4-10 0-16,-7-7 1 15,-4-4-1-15,-7-3 1 0,-8-4 2 16,-6 4-4-16,-1 3 1 16,-14 7-2-16,-10 8 1 15,-4 9 1-15,-11 11-2 16,-3 7-1-16,3 5-10 16,1 1-27-16,7 13-12 15,4 2-2-15,10 1-21 0,4 3 6 16,8-3-40-16</inkml:trace>
  <inkml:trace contextRef="#ctx0" brushRef="#br0" timeOffset="204109.45">27273 12786 241 0,'0'0'16'15,"0"0"42"-15,52-20 1 16,-28 20-16-16,7 0-10 15,5 4-11-15,-3 11-7 0,2 8-7 16,-4-1-2-16,2 6-3 16,-8-1 1-16,2-3-3 15,-3-1 1-15,-1-3-3 16,-1-3 1-16,-2-5-21 16,-2-1-20-16,0-6-11 15,0-2-22-15,-5-3-4 0,0-2-27 16</inkml:trace>
  <inkml:trace contextRef="#ctx0" brushRef="#br0" timeOffset="204357.74">27961 12289 306 0,'0'0'3'0,"0"0"68"15,0 0-14-15,0 0-50 16,0 0 23-16,-25 55 11 16,10-18-12-16,-2 3-14 0,0 4-10 15,1-1-3-15,2-1-2 16,2-4 0-16,3-8-29 15,6-12-92-15</inkml:trace>
  <inkml:trace contextRef="#ctx0" brushRef="#br0" timeOffset="213012.23">19027 12876 37 0,'0'0'24'0,"0"0"4"0,0 0 21 16,5-44-35-16,-5 33 9 15,0 0-2-15,0 2 1 16,0 2-1-16,0 3-3 16,0 3-5-16,0 1-2 15,0 0-8-15,0 9-3 0,0 6 1 16,0 6 0-16,0 6 3 16,0 4 3-16,3 9 3 15,3 6 5-15,4 10 9 16,0 11-4-16,2 8-1 15,-5 6-1-15,1 11-5 0,-4 5-4 16,0 3-2-16,0-1-1 16,-4 4-1-16,1 1-1 15,-1-10-1-15,0-3 1 16,0-4-1-16,0-7 2 16,0-10-3-16,0-6 0 0,-5-9 0 15,2-10-1-15,2-9-1 16,1-10 0-16,0-9 1 15,0-6 0-15,8-5-2 16,1-6-21-16,1-6-30 16,0-18-100-16</inkml:trace>
  <inkml:trace contextRef="#ctx0" brushRef="#br0" timeOffset="-214701.1">19019 12870 58 0,'0'0'23'0,"0"0"-5"0,0 0-8 0,0 0 5 16,0 0 6-16,0 0-1 15,0 0-8-15,0 0 0 16,42-9 1-16,-24 6 1 15,-1-2 1-15,4 0 1 16,5-2-5-16,0-1 0 0,5-1-2 16,4-2-1-16,3-1 4 15,8 0-3-15,6 0-4 16,8-1 0-16,6 2-1 16,6-2 1-16,4-1 1 15,6 5 2-15,0-2 1 0,1 1-3 16,0-1 0-16,1 2-1 15,2-1-2-15,1 0 0 16,1-1 0-16,3 2 0 16,-3-3 0-16,2 1 0 0,-4 2-2 15,0-3 0-15,1 1 2 16,0 3-3-16,-1-1 1 16,4-2-1-16,-2-1 1 15,2 1-1-15,-3-2 0 16,-3 0 0-16,1 1 1 15,-2-2-1-15,0 2 0 0,-3-1 0 16,-2 1 1-16,2 1 0 16,-4-1 1-16,0 3-2 15,-4-2 2-15,2 3 0 16,3-1-1-16,4-3 1 16,-1 1 1-16,7 1-2 0,1-2 0 15,4 0 1-15,1 1-2 16,3-2 0-16,4 1 1 15,0 0-1-15,7-2 0 16,0 2 1-16,3 2-1 16,4 0 0-16,0 0 1 0,2 3 0 15,3 0 0-15,1-1 0 16,1 3-1-16,1 1 1 16,-1 0 0-16,-1 0-1 15,1 1 0-15,-1 1 0 16,2 0 1-16,-2 1-1 15,1 0 0-15,0-2 0 0,5 2 1 16,-1-5-2-16,0 2 1 16,5-4 1-16,-2 3-1 15,0-3 0-15,1-1 0 16,0 1 0-16,2 0 0 16,-4-3 0-16,-2 3 0 0,-1 0 0 15,-3-3 0-15,-5 5 1 16,-5-4-1-16,-6 2 0 15,-6 2 0-15,-8-1 0 16,-9 0 2-16,-8 3-2 16,-9 0 0-16,-6 2 1 0,-6-1-1 15,-6 3 2-15,-6-1 1 16,-4 1-2-16,-5 0 0 16,-1 0 0-16,-4 0 1 15,-6 0-1-15,0 0 0 16,-3 0 0-16,-2 0 0 0,-3 0 0 15,-2 0 2-15,-2 0-2 16,-2 0 0-16,-1 0 0 16,0 0-1-16,-2 0 0 15,0 0 1-15,0 0-1 0,1 0 1 16,3 0-1-16,0 0 0 16,1-3 1-16,2 2-1 15,-2-2 1-15,1 2-1 16,-2-1 1-16,-2 1 0 15,0 1 0-15,-2 0 0 16,-2 0-1-16,1 0 0 0,-3 0 1 16,1 0-1-16,-1 3 0 15,0 2 0-15,0 0 0 16,0 3 0-16,0 4 1 16,0 0-1-16,0 8 1 15,0 3 0-15,-1 5 0 0,-4 4 3 16,2 5-3-16,-4 6 2 15,3 4-1-15,-1 2 0 16,-2 4 0-16,-1 3 0 16,2-1 0-16,-4 1 0 15,1 0 2-15,-2 0 0 0,1-1 0 16,-2-1 1-16,0 2-3 16,0 0 1-16,2 0-2 15,-2 2 2-15,0-2-1 16,2-2-1-16,3 1 1 15,-1-3-1-15,3-3 0 0,-1-3-1 16,4-5 1-16,-2-5 0 16,2-3 1-16,-2-5-2 15,2-4 1-15,-1-1-1 16,-1-4 1-16,3-2-1 16,-5-5 0-16,2 1 1 0,0-3 0 15,-2 2-1-15,0-4 0 16,2 0 1-16,-2-2-1 15,2 0 1-15,1-2-7 16,-4-3-19-16,1 0-7 16,-1-1-33-16,0-5-91 0</inkml:trace>
  <inkml:trace contextRef="#ctx0" brushRef="#br0" timeOffset="-213085.34">18967 14636 62 0,'-12'0'21'0,"5"0"29"0,0-2-28 16,6 1 2-16,0-2-1 16,1 2-3-16,0 1-13 15,5-1-5-15,7 1-1 16,4 0 3-16,7 0-1 15,3 0 2-15,6-2 3 0,7 1 1 16,2-2 5-16,9 1-3 16,2-2 0-16,9-4 3 15,6-2-1-15,10 1 0 16,10-4-1-16,5-1-2 16,12 0-1-16,1-4 0 15,4 1-1-15,6 1 1 0,-2-4 1 16,5 4-2-16,-2-1-3 15,4-1-2-15,-3 4 1 16,2-4-3-16,1 0 1 16,-2 0 0-16,1 1 0 15,1-2-1-15,-1 2 0 0,-2 0 1 16,-1 2-1-16,1-1 2 16,-3 3 2-16,0-1 0 15,2 4 0-15,-1-4-2 16,2 1 0-16,3 2-1 15,0-1-1-15,4 0 1 0,0 0 0 16,4 0-1-16,2 0 0 16,-1 2 1-16,3-4-1 15,0 0 0-15,3-2 1 16,3 0-1-16,1-2 15 16,2-2-12-16,2 3-3 0,-3 0 1 15,1 1-1-15,1 1 2 16,-4 2-2-16,0-1-2 15,-6 1 2-15,4 1 1 16,0 0-2-16,2-1 0 16,0 3 0-16,0 0 0 0,0 0 0 15,-2 2 1-15,0 0-1 16,0 0 0-16,-4 2 0 16,-3-1 0-16,-2 2 0 15,-6-2 0-15,-6 0 0 16,-7 2 0-16,-7 1 0 0,-5 0 0 15,-9 0 0-15,-10 1 0 16,-9-1 1-16,-5 3-1 16,-14 0 0-16,-2-2 0 15,-7 3 0-15,-6 0 0 16,-3 0 0-16,0 0 1 0,-2 0-1 16,-2 0 0-16,-1 0 0 15,0 0 0-15,-2 0 1 16,-2 0-1-16,-2 0 0 15,-2 0 0-15,-5 0 0 16,-5 0 0-16,0 0-1 0,-5 0 0 16,-3 0 1-16,0 0 0 15,0 0 0-15,0 0-1 16,-6 0 1-16,2 0 0 16,0 0 0-16,3-3 0 15,0 2 0-15,1 1 1 0,0-4-1 16,0 3 0-16,0-3 0 15,0 0 0-15,0 1 1 16,0 0-2-16,0 1 0 16,1-4-2-16,3 5 2 15,4-2-3-15,-1 1 1 16,2-1 0-16,3-1-3 0,3 0 2 16,-1 1-1-16,4 1-1 15,-1-4 0-15,3 2-2 16,0 2 3-16,0-4-1 15,-4 5 0-15,-3-2-1 16,-1 3 0-16,-6 0-1 0,-6 0-5 16,-2 0-7-16,-11-16-101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4774AB-DBF8-4E8F-B806-9C718DB9EBB0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CA466-D509-4B4D-ADC4-52C01CF1C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370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9B302-BC0D-65A9-FC36-B0FF947E2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3D5A15-F85A-4474-34A0-19664E84B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A901E4-4D3A-21AB-9117-6B82977E7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615B9-F643-514B-2281-CAD36BEED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54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AFF19-FCE8-E4F7-24A5-904740EE8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3C860D-9375-C850-DD46-616E1389C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C91303-4E33-8F5F-D21A-6CF1146D7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225E5-E0D3-28B1-796F-7677D749C5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453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8BBC5-06BA-0BD1-A118-FA805AC342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AFB598-A65A-95EC-3146-816777F051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EAA03-7F09-B1AA-C3EB-A17468FA2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A82F-4838-44CC-93F4-F29B6FFA0477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445C2-3B69-0049-4574-36B952145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A72D2-045F-EE5C-E9D3-F1201F4A4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3817-4ACE-46CB-AC60-170ED6FB12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978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56D8A-F283-7E95-8D26-17FDBE615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F40C1-134F-49C6-8429-1A7058E62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82A00-810F-90E6-1A58-FD882E1D5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A82F-4838-44CC-93F4-F29B6FFA0477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891C6-1F80-7070-04C4-4C7ABE3EA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444B5-EDCD-859D-9299-6641AAB5E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3817-4ACE-46CB-AC60-170ED6FB12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006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8573C-84E5-6B5C-F6CF-036AFF8F4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EE671-904C-03D4-9052-BD9081B1D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22B95-2C91-B651-F8CD-515403E33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A82F-4838-44CC-93F4-F29B6FFA0477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38B33-1FE8-7AF0-EE7D-04B9BCBAD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ACA1D-9190-10DA-19F7-D22AD136B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3817-4ACE-46CB-AC60-170ED6FB12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470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0A5D7-C2A3-1E55-411C-618FB7A0A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A44D6-21E9-EE5E-828B-5319F292A7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3B6420-E9F3-402D-F134-F742A7A1D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5E94E-F79F-FAC0-B3EA-B927A4C98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A82F-4838-44CC-93F4-F29B6FFA0477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905DC-C97A-BD44-D1D9-0AB7BEF17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080BC-A204-4F62-9ADC-997A80F08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3817-4ACE-46CB-AC60-170ED6FB12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474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AD6B5-95A6-6A35-C20A-30EC7E80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76895-350A-41B2-2AA2-1E1D11DF6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6B711-F6A4-7D9F-C021-E6B6138D19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3FBBCF-2A03-F0BC-54CB-E91B99BB22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DA187C-E78A-73EA-DA8F-A6B6BF91E2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733697-5437-6522-3654-32D05B89C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A82F-4838-44CC-93F4-F29B6FFA0477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EFF556-6B19-5474-8997-A6EBFA411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88B96A-7A8F-09DC-B9EB-2A962A483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3817-4ACE-46CB-AC60-170ED6FB12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454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96B3-3FFF-0AC4-4790-059A4C76A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825BBF-5CBA-19CF-7388-2C3CCF7AE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A82F-4838-44CC-93F4-F29B6FFA0477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5D8551-CAA4-DB7E-4BCF-B0661CD84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65371F-9F41-9786-6A34-B8C35C2C1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3817-4ACE-46CB-AC60-170ED6FB12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119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8F125D-B948-9027-885D-EA4AB772B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A82F-4838-44CC-93F4-F29B6FFA0477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EF54DD-B2E8-D85D-8C9C-48D2ECE95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B162C-A75B-EE98-B345-31B6FBDDA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3817-4ACE-46CB-AC60-170ED6FB12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999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61D59-E05D-CC7E-8192-463C0FA85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E4A6B-2230-4255-4127-70087CEF4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04BC6-9DEC-831B-7824-56D00B73C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541BF-2178-F858-754E-494C82FE9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A82F-4838-44CC-93F4-F29B6FFA0477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C9F64-5F55-C75C-67C6-8D9681D77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D337F3-50A6-2A84-73F7-131A5816E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3817-4ACE-46CB-AC60-170ED6FB12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275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67209-4308-C7F5-9FCE-54E94A505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B040D1-8154-6FEE-A10D-9DCB6A0406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7A213B-789D-8BEA-16A0-EAF53E5EC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86915-D805-1EBA-CEE3-2D87B0938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A82F-4838-44CC-93F4-F29B6FFA0477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81663B-D037-68CD-CD1F-9B3F685EC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E2656-1220-3026-0FC5-1E635CC33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3817-4ACE-46CB-AC60-170ED6FB12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967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F60A7-AD5D-BC84-BD07-6007035D7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89C72-F6BE-4C3A-E38A-1A0A6DE41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C02D5-E59F-7EAE-6550-AA2DBB995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A82F-4838-44CC-93F4-F29B6FFA0477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02FD8-491B-B54C-C522-653225352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135A7-0030-F01E-FC80-37490B032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3817-4ACE-46CB-AC60-170ED6FB12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674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B7F991-C424-67EA-3F27-E98ADA5694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917BFD-9035-CFC6-E739-2DF71BE3E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3309A-8EE9-819C-DE4F-B5527D87B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A82F-4838-44CC-93F4-F29B6FFA0477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B9CC8-5D7C-FDF6-5E2A-10AB596BF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234BD-0868-693C-1016-5F9895C72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3817-4ACE-46CB-AC60-170ED6FB12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872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A918FE-8425-A127-7E29-5F9292698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6C44D-66B0-5E6C-B147-495894924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F5926-7DF9-10CF-169A-161AA83C0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CBA82F-4838-44CC-93F4-F29B6FFA0477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C563-A639-5D6E-A678-55EA8EB81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D4706-CC4B-DC53-488F-F676642AE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773817-4ACE-46CB-AC60-170ED6FB12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414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19D9D-3E6E-843A-A2E4-C02D824785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7F7D5-7BD8-D249-B60D-CB5CFD8EB9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188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8468B-1901-1DA2-2EA6-A63844855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151796B7-C078-A4C7-39DB-E8F91860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1424" y="0"/>
            <a:ext cx="10945216" cy="836712"/>
          </a:xfrm>
        </p:spPr>
        <p:txBody>
          <a:bodyPr anchor="ctr">
            <a:noAutofit/>
          </a:bodyPr>
          <a:lstStyle/>
          <a:p>
            <a:pPr algn="ctr"/>
            <a:r>
              <a:rPr lang="en-US" sz="3733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Extras</a:t>
            </a:r>
            <a:endParaRPr lang="en-IN" sz="3733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045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71" y="713317"/>
            <a:ext cx="4885876" cy="614468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E5D118F-C429-34D2-A1BF-A5D087A28D1F}"/>
                  </a:ext>
                </a:extLst>
              </p14:cNvPr>
              <p14:cNvContentPartPr/>
              <p14:nvPr/>
            </p14:nvContentPartPr>
            <p14:xfrm>
              <a:off x="3173760" y="1064160"/>
              <a:ext cx="8459520" cy="4471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E5D118F-C429-34D2-A1BF-A5D087A28D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64760" y="1054800"/>
                <a:ext cx="8478241" cy="448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539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A6A4A-C4DC-8220-440A-397CD1DCD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9BDF9883-68DE-5D1E-9C5B-C381D68CE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1424" y="0"/>
            <a:ext cx="10945216" cy="836712"/>
          </a:xfrm>
        </p:spPr>
        <p:txBody>
          <a:bodyPr anchor="ctr">
            <a:noAutofit/>
          </a:bodyPr>
          <a:lstStyle/>
          <a:p>
            <a:pPr algn="ctr"/>
            <a:r>
              <a:rPr lang="en-US" sz="3733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EndSem</a:t>
            </a:r>
            <a:r>
              <a:rPr lang="en-US" sz="3733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Portions</a:t>
            </a:r>
            <a:endParaRPr lang="en-IN" sz="3733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807DCA-D140-D296-2D53-3C1082433A78}"/>
              </a:ext>
            </a:extLst>
          </p:cNvPr>
          <p:cNvSpPr txBox="1"/>
          <p:nvPr/>
        </p:nvSpPr>
        <p:spPr>
          <a:xfrm>
            <a:off x="638175" y="836712"/>
            <a:ext cx="10642401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Introduction to MVDA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Types of variables – ratio, interval etc.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Types of missing data and methods of filling them and identifying outliers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Linear Regression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Linear Algebra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Statistical Distance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Partial least Squares Using NIPALS algorithm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Discriminant Analysis </a:t>
            </a:r>
          </a:p>
          <a:p>
            <a:endParaRPr lang="en-IN" dirty="0"/>
          </a:p>
          <a:p>
            <a:r>
              <a:rPr lang="en-IN" dirty="0"/>
              <a:t>Pen and Paper</a:t>
            </a:r>
          </a:p>
          <a:p>
            <a:r>
              <a:rPr lang="en-IN" dirty="0"/>
              <a:t>All portions are there for </a:t>
            </a:r>
            <a:r>
              <a:rPr lang="en-IN" dirty="0" err="1"/>
              <a:t>endsem</a:t>
            </a:r>
            <a:endParaRPr lang="en-IN" dirty="0"/>
          </a:p>
          <a:p>
            <a:r>
              <a:rPr lang="en-IN" dirty="0"/>
              <a:t>3-page formulae sheet (3 sides NOT 6 sides of A4 paper)</a:t>
            </a:r>
          </a:p>
          <a:p>
            <a:r>
              <a:rPr lang="en-IN" dirty="0"/>
              <a:t>Scientific calculator allowed</a:t>
            </a:r>
          </a:p>
          <a:p>
            <a:r>
              <a:rPr lang="en-IN" dirty="0"/>
              <a:t>No mobile/smart watches</a:t>
            </a:r>
          </a:p>
          <a:p>
            <a:r>
              <a:rPr lang="en-IN" dirty="0"/>
              <a:t>3 hours exam</a:t>
            </a:r>
          </a:p>
          <a:p>
            <a:r>
              <a:rPr lang="en-IN" dirty="0"/>
              <a:t>No negative marking</a:t>
            </a:r>
          </a:p>
          <a:p>
            <a:r>
              <a:rPr lang="en-IN" dirty="0"/>
              <a:t>Short answer type, qualitative and quantitative, problem solving</a:t>
            </a:r>
          </a:p>
        </p:txBody>
      </p:sp>
    </p:spTree>
    <p:extLst>
      <p:ext uri="{BB962C8B-B14F-4D97-AF65-F5344CB8AC3E}">
        <p14:creationId xmlns:p14="http://schemas.microsoft.com/office/powerpoint/2010/main" val="1838197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</Words>
  <Application>Microsoft Office PowerPoint</Application>
  <PresentationFormat>Widescreen</PresentationFormat>
  <Paragraphs>21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Extras</vt:lpstr>
      <vt:lpstr>PowerPoint Presentation</vt:lpstr>
      <vt:lpstr>EndSem Portions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NPTEL Office9</dc:creator>
  <cp:lastModifiedBy>NPTEL Office9</cp:lastModifiedBy>
  <cp:revision>1</cp:revision>
  <dcterms:created xsi:type="dcterms:W3CDTF">2026-08-03T10:41:29Z</dcterms:created>
  <dcterms:modified xsi:type="dcterms:W3CDTF">2026-08-03T10:42:01Z</dcterms:modified>
</cp:coreProperties>
</file>