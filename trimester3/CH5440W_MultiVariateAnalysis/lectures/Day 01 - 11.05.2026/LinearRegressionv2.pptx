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7"/>
  </p:notesMasterIdLst>
  <p:sldIdLst>
    <p:sldId id="648" r:id="rId2"/>
    <p:sldId id="256" r:id="rId3"/>
    <p:sldId id="542" r:id="rId4"/>
    <p:sldId id="557" r:id="rId5"/>
    <p:sldId id="558" r:id="rId6"/>
    <p:sldId id="559" r:id="rId7"/>
    <p:sldId id="572" r:id="rId8"/>
    <p:sldId id="573" r:id="rId9"/>
    <p:sldId id="562" r:id="rId10"/>
    <p:sldId id="568" r:id="rId11"/>
    <p:sldId id="645" r:id="rId12"/>
    <p:sldId id="564" r:id="rId13"/>
    <p:sldId id="646" r:id="rId14"/>
    <p:sldId id="653" r:id="rId15"/>
    <p:sldId id="570" r:id="rId16"/>
    <p:sldId id="585" r:id="rId17"/>
    <p:sldId id="586" r:id="rId18"/>
    <p:sldId id="367" r:id="rId19"/>
    <p:sldId id="456" r:id="rId20"/>
    <p:sldId id="368" r:id="rId21"/>
    <p:sldId id="457" r:id="rId22"/>
    <p:sldId id="422" r:id="rId23"/>
    <p:sldId id="543" r:id="rId24"/>
    <p:sldId id="369" r:id="rId25"/>
    <p:sldId id="461" r:id="rId26"/>
    <p:sldId id="370" r:id="rId27"/>
    <p:sldId id="544" r:id="rId28"/>
    <p:sldId id="545" r:id="rId29"/>
    <p:sldId id="463" r:id="rId30"/>
    <p:sldId id="371" r:id="rId31"/>
    <p:sldId id="372" r:id="rId32"/>
    <p:sldId id="506" r:id="rId33"/>
    <p:sldId id="464" r:id="rId34"/>
    <p:sldId id="465" r:id="rId35"/>
    <p:sldId id="386" r:id="rId36"/>
    <p:sldId id="466" r:id="rId37"/>
    <p:sldId id="387" r:id="rId38"/>
    <p:sldId id="467" r:id="rId39"/>
    <p:sldId id="388" r:id="rId40"/>
    <p:sldId id="468" r:id="rId41"/>
    <p:sldId id="402" r:id="rId42"/>
    <p:sldId id="470" r:id="rId43"/>
    <p:sldId id="471" r:id="rId44"/>
    <p:sldId id="547" r:id="rId45"/>
    <p:sldId id="548" r:id="rId46"/>
    <p:sldId id="405" r:id="rId47"/>
    <p:sldId id="474" r:id="rId48"/>
    <p:sldId id="473" r:id="rId49"/>
    <p:sldId id="549" r:id="rId50"/>
    <p:sldId id="407" r:id="rId51"/>
    <p:sldId id="475" r:id="rId52"/>
    <p:sldId id="611" r:id="rId53"/>
    <p:sldId id="612" r:id="rId54"/>
    <p:sldId id="406" r:id="rId55"/>
    <p:sldId id="453" r:id="rId56"/>
    <p:sldId id="420" r:id="rId57"/>
    <p:sldId id="480" r:id="rId58"/>
    <p:sldId id="421" r:id="rId59"/>
    <p:sldId id="482" r:id="rId60"/>
    <p:sldId id="414" r:id="rId61"/>
    <p:sldId id="487" r:id="rId62"/>
    <p:sldId id="552" r:id="rId63"/>
    <p:sldId id="491" r:id="rId64"/>
    <p:sldId id="492" r:id="rId65"/>
    <p:sldId id="493" r:id="rId66"/>
    <p:sldId id="494" r:id="rId67"/>
    <p:sldId id="553" r:id="rId68"/>
    <p:sldId id="442" r:id="rId69"/>
    <p:sldId id="520" r:id="rId70"/>
    <p:sldId id="514" r:id="rId71"/>
    <p:sldId id="519" r:id="rId72"/>
    <p:sldId id="515" r:id="rId73"/>
    <p:sldId id="521" r:id="rId74"/>
    <p:sldId id="523" r:id="rId75"/>
    <p:sldId id="522" r:id="rId76"/>
    <p:sldId id="516" r:id="rId77"/>
    <p:sldId id="524" r:id="rId78"/>
    <p:sldId id="540" r:id="rId79"/>
    <p:sldId id="643" r:id="rId80"/>
    <p:sldId id="644" r:id="rId81"/>
    <p:sldId id="647" r:id="rId82"/>
    <p:sldId id="649" r:id="rId83"/>
    <p:sldId id="650" r:id="rId84"/>
    <p:sldId id="651" r:id="rId85"/>
    <p:sldId id="652" r:id="rId8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3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FF33CC"/>
    <a:srgbClr val="33CC3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72" autoAdjust="0"/>
  </p:normalViewPr>
  <p:slideViewPr>
    <p:cSldViewPr>
      <p:cViewPr varScale="1">
        <p:scale>
          <a:sx n="122" d="100"/>
          <a:sy n="122" d="100"/>
        </p:scale>
        <p:origin x="1284" y="96"/>
      </p:cViewPr>
      <p:guideLst>
        <p:guide orient="horz" pos="1620"/>
        <p:guide pos="340"/>
      </p:guideLst>
    </p:cSldViewPr>
  </p:slideViewPr>
  <p:notesTextViewPr>
    <p:cViewPr>
      <p:scale>
        <a:sx n="100" d="100"/>
        <a:sy n="100" d="100"/>
      </p:scale>
      <p:origin x="0" y="0"/>
    </p:cViewPr>
  </p:notesTextViewPr>
  <p:sorterViewPr>
    <p:cViewPr>
      <p:scale>
        <a:sx n="100" d="100"/>
        <a:sy n="100" d="100"/>
      </p:scale>
      <p:origin x="0" y="-1075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20.587"/>
    </inkml:context>
    <inkml:brush xml:id="br0">
      <inkml:brushProperty name="width" value="0.025" units="cm"/>
      <inkml:brushProperty name="height" value="0.025" units="cm"/>
    </inkml:brush>
  </inkml:definitions>
  <inkml:trace contextRef="#ctx0" brushRef="#br0">301 0 6951,'0'0'94,"0"0"0,1 0 0,-1 0-1,0 0 1,0 0 0,0 0 0,0 0 0,0 0 0,1 0 0,-1 0 0,0 0 0,0 1 0,0-1 0,0 0 0,0 0 0,1 0 0,-1 0 0,0 0 0,0 0 0,0 0 0,0 0 0,0 0 0,0 0 0,0 0 0,1 1 0,-1-1 0,0 0 0,0 0 0,0 0 0,0 0 0,0 0 0,0 0 0,0 1 0,0-1 0,0 0 0,0 0 0,0 0 0,0 0 0,0 0 0,0 1 0,0-1 0,0 0-1,0 0 1,0 0 0,0 0 0,0 0 0,0 1 0,0-1 0,0 0 0,0 0 0,0 0 0,0 0 0,0 0 0,0 1 0,-8 10 1308,-10 8-1027,6-12-240,0 0 0,0 0 0,-1-1 0,0 0 0,0-2 0,-1 1 0,1-1 0,-19 2 0,-4-1 2062,-72 0 1,107-5-1861,3 50-393,11 57 0,1 37 403,-12-86 368,1-59-652,-1 0 0,1 0 1,-1 1-1,0-1 0,0-1 0,0 1 0,1 0 0,-1 0 1,0-1-1,0 0 0,3-3 0,7-5-53,0-1 0,1 2 0,1 0 0,-1 0 0,21-9 0,-27 15-10,-1 0 0,1 0 0,-1 1 1,1 0-1,0 0 0,0 1 1,0-1-1,0 2 0,0-1 1,0 1-1,0 0 0,1 0 1,-1 1-1,12 2 0,-15-1-4,0 1 1,0-1-1,0 1 0,0 0 0,0 0 0,-1 0 1,1 1-1,-1-1 0,0 1 0,0 0 1,0 0-1,-1 0 0,1 0 0,-1 0 0,0 1 1,0-1-1,2 10 0,-2-8 9,0 1 0,0-1-1,-1 1 1,0-1 0,0 1 0,0 0 0,-1-1 0,0 1-1,0 0 1,-1-1 0,0 1 0,-3 9 0,2-11 9,-1 0 1,0 0-1,0-1 1,-1 1-1,0-1 1,1 0-1,-1 0 0,-1 0 1,1 0-1,0-1 1,-1 0-1,0 0 1,0 0-1,0-1 1,0 1-1,0-1 1,0 0-1,-1-1 0,1 1 1,-8 0-1,-11 3-448,0-2-1,0-1 0,-31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23.234"/>
    </inkml:context>
    <inkml:brush xml:id="br0">
      <inkml:brushProperty name="width" value="0.035" units="cm"/>
      <inkml:brushProperty name="height" value="0.035" units="cm"/>
    </inkml:brush>
  </inkml:definitions>
  <inkml:trace contextRef="#ctx0" brushRef="#br0">152 75 1121,'0'0'11771,"-2"-4"-11269,-4-9-155,4 10-32,34-11 587,-24 13-825,0 0-1,0 0 1,0 1 0,0 0-1,0 0 1,8 2-1,-14-2-71,-1 0 0,1 0 0,-1 1 0,0-1 0,1 1 0,-1-1 0,0 1 0,1-1-1,-1 1 1,0 0 0,0 0 0,1 0 0,-1 0 0,0 0 0,0 0 0,0 0 0,0 0 0,0 0-1,-1 0 1,1 0 0,0 1 0,0-1 0,-1 0 0,1 0 0,-1 1 0,1-1 0,-1 1 0,0-1-1,1 0 1,-1 1 0,0-1 0,0 1 0,0-1 0,0 1 0,0-1 0,0 1 0,0-1 0,-1 0-1,1 1 1,-1-1 0,0 2 0,0 0 13,-1 0 0,1-1-1,-1 1 1,0-1 0,0 1-1,0-1 1,0 0 0,-1 0 0,1 0-1,-1 0 1,1 0 0,-1-1-1,1 1 1,-1-1 0,0 1 0,0-1-1,0 0 1,0 0 0,-4 0-1,-3 2 256,0 0 0,0-1 0,0 0 0,-16 0 0,24-2-241,-1-1 0,1 1 1,0-1-1,-1 1 0,1-1 0,0 0 0,0 0 0,0 0 0,-1 0 0,1 0 1,0 0-1,1-1 0,-1 1 0,0-1 0,0 0 0,0 1 0,1-1 0,-1 0 1,1 0-1,0 0 0,-1 0 0,1 0 0,0 0 0,0 0 0,0 0 0,1-1 1,-1 1-1,0 0 0,1-1 0,0 1 0,-1 0 0,1-1 0,0 1 0,0 0 1,0-1-1,0 1 0,1 0 0,-1-1 0,1 1 0,-1 0 0,1-1 1,0 1-1,0 0 0,0 0 0,0 0 0,0 0 0,1 0 0,-1 0 0,1 0 1,-1 0-1,1 0 0,0 1 0,-1-1 0,4-1 0,4-3-31,0 1 0,0 1 0,1 0 0,0 0-1,-1 1 1,1 0 0,0 1 0,1 0 0,-1 0 0,11 0-1,-15 2 1,-1 0 0,1 0 0,-1 1 0,1-1 0,-1 1-1,0 0 1,0 0 0,1 1 0,-1 0 0,0 0 0,0 0-1,0 0 1,-1 1 0,1 0 0,0 0 0,-1 0 0,0 0-1,0 1 1,0 0 0,5 7 0,-3-2 3,0 1 0,-1 0 0,-1 0-1,0 0 1,0 1 0,-1-1 0,-1 1 0,1 0 0,-2 0 0,1 0 0,-2 0-1,1 0 1,-2 1 0,1-1 0,-4 16 0,1-8 21,-1-1 0,-1 0 0,-1 0 0,0 0 1,-1-1-1,-1 0 0,0 0 0,-16 22 0,10-20 142,-1-1 0,-1 0 0,-31 26 1,39-36-98,-1-1 1,0-1 0,-1 0 0,1 0 0,-1-1 0,-1 0 0,1 0 0,0-1 0,-23 5-1,30-8-36,-1-1 0,0 1-1,1 0 1,-1-1-1,0 0 1,0 0-1,0 0 1,1-1 0,-1 1-1,0-1 1,1 0-1,-1 0 1,0 0-1,1 0 1,-1-1-1,1 1 1,0-1 0,-1 0-1,-5-5 1,7 4 6,-1-1 1,0 0-1,1 0 1,0 0-1,0 0 0,0 0 1,1-1-1,-1 1 1,1-1-1,0 1 1,0-1-1,1 1 1,-1-1-1,1 1 1,0-9-1,1 10-39,-1 0-1,1 0 1,0 0-1,0 0 1,0 0 0,0 1-1,0-1 1,1 0-1,-1 1 1,1-1 0,0 1-1,0 0 1,-1-1-1,1 1 1,1 0 0,-1 0-1,0 0 1,1 0-1,-1 1 1,1-1 0,-1 1-1,1-1 1,-1 1-1,1 0 1,0 0 0,0 0-1,0 1 1,3-1-1,8-3 2,0 1 0,0 1 0,0 0 0,22 0 0,-23 3-73,-1 1 1,0 0 0,1 1 0,-1 0-1,0 1 1,-1 0 0,1 1 0,-1 0 0,1 1-1,-2 0 1,1 1 0,-1 0 0,0 1-1,0 0 1,-1 1 0,0 0 0,-1 0-1,10 14 1,-10-3-6251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23.968"/>
    </inkml:context>
    <inkml:brush xml:id="br0">
      <inkml:brushProperty name="width" value="0.035" units="cm"/>
      <inkml:brushProperty name="height" value="0.035" units="cm"/>
    </inkml:brush>
  </inkml:definitions>
  <inkml:trace contextRef="#ctx0" brushRef="#br0">16 11 5637,'-12'-8'5282,"9"5"-1683,8 13-3186,26 29 59,1-1 0,56 51 0,-19-20-35,-48-49-331,31 34 95,-50-52-199,0 0 0,-1 0 0,1 1 0,0-1 1,-1 1-1,0-1 0,1 1 0,-1 0 0,0-1 0,0 1 1,-1 0-1,1 0 0,-1 0 0,1 0 0,-1-1 0,0 1 1,0 0-1,0 0 0,0 0 0,-1 3 0,0-5-234,1 0 1,-1-1-1,0 1 0,1 0 0,-1 0 1,0-1-1,0 1 0,0 0 0,1-1 0,-1 1 1,0-1-1,0 1 0,0-1 0,0 0 1,0 1-1,0-1 0,0 0 0,0 0 0,0 1 1,0-1-1,0 0 0,0 0 0,0 0 1,0 0-1,0 0 0,-2-1 0,3 1-60,-13 0-6258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24.425"/>
    </inkml:context>
    <inkml:brush xml:id="br0">
      <inkml:brushProperty name="width" value="0.035" units="cm"/>
      <inkml:brushProperty name="height" value="0.035" units="cm"/>
    </inkml:brush>
  </inkml:definitions>
  <inkml:trace contextRef="#ctx0" brushRef="#br0">280 0 4740,'0'0'2873,"-8"5"-2681,-4 4 174,1 0 0,0 1 0,1 0 0,0 0 0,1 1 0,0 1 0,1-1 0,-13 24 0,-139 295 2372,154-315-2205,2-4-1951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24.801"/>
    </inkml:context>
    <inkml:brush xml:id="br0">
      <inkml:brushProperty name="width" value="0.035" units="cm"/>
      <inkml:brushProperty name="height" value="0.035" units="cm"/>
    </inkml:brush>
  </inkml:definitions>
  <inkml:trace contextRef="#ctx0" brushRef="#br0">0 0 4420,'0'0'9887,"1"10"-9295,1 41 131,3 0 0,2 0 0,2 0 0,25 78 0,-34-130-847,0 1 1,1 0-1,-1 0 1,0 0-1,0 0 1,0 0-1,0-1 1,0 1-1,0 0 1,0 0 0,1 0-1,-1 0 1,0 0-1,0 0 1,0 0-1,0 0 1,1 0-1,-1 0 1,0-1 0,0 1-1,0 0 1,0 0-1,1 0 1,-1 0-1,0 0 1,0 0-1,0 0 1,0 0-1,1 0 1,-1 0 0,0 0-1,0 1 1,0-1-1,0 0 1,1 0-1,-1 0 1,0 0-1,0 0 1,0 0 0,0 0-1,0 0 1,1 0-1,-1 1 1,0-1-1,0 0 1,0 0-1,0 0 1,2-20-6411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27.313"/>
    </inkml:context>
    <inkml:brush xml:id="br0">
      <inkml:brushProperty name="width" value="0.035" units="cm"/>
      <inkml:brushProperty name="height" value="0.035" units="cm"/>
    </inkml:brush>
  </inkml:definitions>
  <inkml:trace contextRef="#ctx0" brushRef="#br0">79 111 64,'12'-96'7954,"-6"83"1791,-19 11-9865,11 3 123,1 0-1,0-1 0,0 1 0,-1 0 1,1 0-1,0 0 0,0 0 1,0 0-1,0 0 0,0 0 0,0 1 1,0-1-1,0 0 0,1 0 1,-1 1-1,0-1 0,1 1 0,-1-1 1,0 3-1,-11 34 104,11-34-87,-9 27 131,2 1-1,1-1 1,1 1-1,-1 39 1,7-71 154,30-27 1954,-20 19-2254,2 0 0,-1 1-1,1 1 1,1 0 0,-1 1 0,1 0 0,-1 1 0,1 0-1,1 1 1,13-1 0,-22 3-4,-1 1 0,1 0 1,0 0-1,-1 0 0,1 0 0,0 1 0,-1 0 0,1 0 1,-1 0-1,1 1 0,-1-1 0,0 1 0,1 0 1,-1 0-1,0 1 0,0-1 0,-1 1 0,1 0 0,0 0 1,-1 0-1,0 0 0,0 1 0,0-1 0,0 1 1,0 0-1,-1 0 0,1 0 0,-1 0 0,0 0 0,-1 1 1,1-1-1,1 8 0,-1-6 7,0 0-1,-1 0 1,0 0 0,0 1 0,-1-1-1,1 0 1,-2 1 0,1-1 0,0 0-1,-1 1 1,0-1 0,-1 0-1,0 0 1,1 0 0,-2 0 0,1 0-1,-1 0 1,0-1 0,-6 9 0,0-2 8,-1-1 0,0-1 0,-1 1 0,0-2 1,-1 0-1,0 0 0,-18 9 0,-2 2 5,-2 1-46,-70 33 0,104-53-69,-1-1 1,1 0-1,-1 0 0,1 1 0,0-1 0,-1 0 1,1 0-1,-1 0 0,1 1 0,-1-1 0,1 0 0,0 0 1,-1 0-1,1 0 0,-1 0 0,1 0 0,-1 0 0,1 0 1,-1 0-1,1 0 0,-1 0 0,1 0 0,0-1 1,-1 1-1,1 0 0,-1 0 0,1 0 0,0-1 0,-1 1 1,1 0-1,-1 0 0,1-1 0,0 1 0,-1 0 1,1-1-1,0 1 0,0 0 0,-1-1 0,1 1 0,0 0 1,0-1-1,-1 0 0,1-21-6283,1 13 5511,1-17-3281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27.687"/>
    </inkml:context>
    <inkml:brush xml:id="br0">
      <inkml:brushProperty name="width" value="0.035" units="cm"/>
      <inkml:brushProperty name="height" value="0.035" units="cm"/>
    </inkml:brush>
  </inkml:definitions>
  <inkml:trace contextRef="#ctx0" brushRef="#br0">0 81 5830,'3'-20'7819,"6"8"-4551,26 0-2559,-30 11-606,62-9 277,-49 8-1036,0-1 1,0 0-1,24-8 1,-38 8-2575,-4-1-1404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28.314"/>
    </inkml:context>
    <inkml:brush xml:id="br0">
      <inkml:brushProperty name="width" value="0.035" units="cm"/>
      <inkml:brushProperty name="height" value="0.035" units="cm"/>
    </inkml:brush>
  </inkml:definitions>
  <inkml:trace contextRef="#ctx0" brushRef="#br0">126 3 11627,'0'0'1308,"-6"0"-619,1-1-584,2 1-46,1-1 0,-1 1 1,0 0-1,1-1 0,-1 1 0,1 1 1,-1-1-1,0 0 0,1 1 0,-1-1 0,1 1 1,-1 0-1,1 0 0,-1 0 0,1 0 1,0 0-1,-1 0 0,1 1 0,0-1 0,0 1 1,0 0-1,0-1 0,-2 4 0,-3 6 31,0 0-1,0 1 1,1 0-1,1 1 1,0-1-1,1 1 1,0 0-1,1 0 1,1 1-1,0-1 1,0 0-1,2 1 1,0-1-1,0 1 1,1-1-1,4 18 1,-4-25 19,1 0 1,0 0 0,0 0-1,0 0 1,1-1 0,0 0-1,0 1 1,1-1-1,-1 0 1,1 0 0,0-1-1,0 1 1,1-1 0,-1 0-1,1 0 1,0 0-1,0-1 1,0 0 0,1 0-1,-1 0 1,12 4 0,-12-6-64,0 1 1,-1-1 0,1 0 0,0 0 0,0-1-1,0 1 1,0-1 0,-1 0 0,1 0 0,0-1-1,0 1 1,0-1 0,-1 0 0,1-1 0,0 1-1,-1-1 1,1 0 0,-1 0 0,1 0 0,-1-1-1,0 1 1,0-1 0,0 0 0,-1 0 0,1-1-1,-1 1 1,1-1 0,2-4 0,-3 3-25,0 0 1,0 0-1,-1 0 1,0-1-1,0 1 1,0-1-1,-1 0 1,1 1-1,-1-1 1,-1 0-1,1 0 1,-1 0-1,0 0 1,0 0-1,-1 0 1,0 1-1,-2-11 1,0 6-14,0-1 0,-1 1 0,0 0 0,0 0 0,-1 0 0,-1 1 0,0 0-1,-10-14 1,10 16-65,0 0 0,-1 1-1,0 0 1,0 0 0,0 1-1,-1-1 1,0 2 0,0-1-1,0 1 1,0 0 0,-1 1-1,0 0 1,1 0 0,-1 1-1,0 0 1,0 0 0,-19 0-1,12 7-2988,13 6-3807,3-7 1513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28.827"/>
    </inkml:context>
    <inkml:brush xml:id="br0">
      <inkml:brushProperty name="width" value="0.035" units="cm"/>
      <inkml:brushProperty name="height" value="0.035" units="cm"/>
    </inkml:brush>
  </inkml:definitions>
  <inkml:trace contextRef="#ctx0" brushRef="#br0">1 1 9833,'0'0'4041,"6"10"-3560,15 24 121,2-1 1,1-1-1,31 31 0,100 88 21,-152-148-597,0 0-1,0 0 1,0 0-1,-1 0 1,1 0-1,-1 1 1,1-1-1,-1 1 1,0 0-1,-1-1 1,1 1-1,-1 0 1,1 0-1,0 7 0,-2-10-62,0 0 0,0 0 0,0 0-1,0 1 1,0-1 0,0 0 0,-1 0-1,1 0 1,0 0 0,-1 0-1,1 0 1,-1 0 0,1 0 0,-1 0-1,0 0 1,1 0 0,-1 0 0,0-1-1,0 1 1,1 0 0,-2 1-1,-1-1-269,1 0 0,-1 0 0,1 0 0,-1 0 0,1 0-1,-1 0 1,1 0 0,-1-1 0,0 0 0,0 1 0,1-1-1,-5 0 1,-5-2-3371,1-9-1244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29.199"/>
    </inkml:context>
    <inkml:brush xml:id="br0">
      <inkml:brushProperty name="width" value="0.035" units="cm"/>
      <inkml:brushProperty name="height" value="0.035" units="cm"/>
    </inkml:brush>
  </inkml:definitions>
  <inkml:trace contextRef="#ctx0" brushRef="#br0">245 0 6086,'0'0'3422,"-9"9"-2808,-1 0-405,1 0 1,1 1-1,0 1 1,0-1-1,1 1 1,0 0-1,-5 13 1,-44 114 1385,-51 115-361,107-252-1475,-3 7 686,6-7-3542,5-4-1238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29.778"/>
    </inkml:context>
    <inkml:brush xml:id="br0">
      <inkml:brushProperty name="width" value="0.035" units="cm"/>
      <inkml:brushProperty name="height" value="0.035" units="cm"/>
    </inkml:brush>
  </inkml:definitions>
  <inkml:trace contextRef="#ctx0" brushRef="#br0">1 95 5894,'0'0'10500,"0"-8"-9961,0 4-519,0 1-1,0-1 0,0 1 0,1 0 0,0-1 0,0 1 1,0 0-1,0 0 0,0-1 0,0 1 0,1 0 1,0 0-1,0 0 0,-1 1 0,2-1 0,-1 0 0,0 1 1,0-1-1,1 1 0,0 0 0,-1 0 0,1 0 1,0 0-1,0 0 0,0 1 0,0-1 0,0 1 1,0 0-1,0 0 0,1 0 0,5-1 0,-5 1-24,1-1-1,-1 1 1,1 0 0,-1 0-1,1 1 1,0-1-1,-1 1 1,1 0-1,0 0 1,-1 1-1,1 0 1,-1-1 0,1 1-1,-1 1 1,1-1-1,6 4 1,-8-3-2,0 0 0,0 0 0,-1 0 0,1 1 0,-1-1 0,0 1 1,0 0-1,0-1 0,0 1 0,0 0 0,-1 0 0,1 0 0,-1 0 0,0 1 0,0-1 1,0 0-1,0 0 0,0 1 0,-1-1 0,1 0 0,-1 1 0,-1 6 0,1-3 3,0 1 0,-1-1 1,0 1-1,-1-1 0,1 0 0,-1 1 0,-1-1 0,0 0 0,0 0 0,0-1 0,-8 13 0,-2-1 32,-1-1 0,-29 26 1,28-28 3,15-15-30,0 0 0,0 0 0,0 0 0,-1 1 0,1-1 0,0 0 0,0 0 0,0 0 0,-1 1 1,1-1-1,0 0 0,0 0 0,0 1 0,0-1 0,0 0 0,0 0 0,-1 1 0,1-1 0,0 0 0,0 1 0,0-1 1,0 0-1,0 0 0,0 1 0,0-1 0,0 0 0,0 1 0,0-1 0,0 0 0,1 0 0,-1 1 0,0-1 0,0 0 0,0 0 1,0 1-1,0-1 0,0 0 0,1 0 0,-1 1 0,0-1 0,0 0 0,0 0 0,1 0 0,-1 1 0,0-1 0,0 0 1,0 0-1,1 0 0,-1 0 0,0 0 0,1 0 0,-1 1 0,0-1 0,0 0 0,1 0 0,-1 0 0,0 0 0,0 0 0,1 0 1,-1 0-1,0 0 0,1 0 0,-1 0 0,1 0 0,23 1 133,-20-1-69,427-7 2625,-429 7-2787,0 1 1,0-1-1,0 0 1,0-1 0,0 1-1,0 0 1,0-1-1,0 1 1,0-1-1,0 1 1,4-3 0,-6 2-230,1 1 0,0-1 1,0 0-1,-1 0 1,1 0-1,0 1 0,-1-1 1,1 0-1,-1 0 1,1 0-1,-1 0 0,0 0 1,1 0-1,-1 0 1,0 0-1,0 0 0,1-2 1,-1-21-11255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46.307"/>
    </inkml:context>
    <inkml:brush xml:id="br0">
      <inkml:brushProperty name="width" value="0.035" units="cm"/>
      <inkml:brushProperty name="height" value="0.035" units="cm"/>
    </inkml:brush>
  </inkml:definitions>
  <inkml:trace contextRef="#ctx0" brushRef="#br0">192 3 3844,'-30'0'4988,"19"-1"-4222,1 1 1,-1 0-1,0 0 1,0 2-1,-17 3 1,25-4-741,-1 0 1,0 1 0,1 0 0,-1 0-1,1 0 1,0 0 0,0 0-1,-1 1 1,2-1 0,-1 1 0,0 0-1,0 0 1,1 0 0,0 0 0,-1 1-1,1-1 1,1 1 0,-1-1-1,-2 7 1,-1 4 2,1 0 0,0 1 0,1 0 0,1-1-1,0 1 1,1 0 0,1 0 0,0 0 0,3 20-1,-2-25-15,1 0 0,0-1 0,0 1 0,1 0 0,1-1-1,-1 1 1,1-1 0,1 0 0,0 0 0,0-1-1,1 1 1,0-1 0,0 0 0,13 11 0,-17-17 41,0 0 0,0-1-1,0 0 1,0 1 0,0-1 0,0 0 0,1 0 0,-1 0 0,0 0 0,1 0 0,-1-1 0,1 1 0,-1-1 0,1 1-1,-1-1 1,1 0 0,-1 0 0,1 0 0,-1 0 0,1-1 0,-1 1 0,1-1 0,-1 0 0,0 1 0,1-1 0,-1 0-1,0 0 1,1 0 0,-1-1 0,0 1 0,0-1 0,0 1 0,0-1 0,0 1 0,-1-1 0,1 0 0,0 0 0,-1 0-1,3-4 1,1-1 139,-1 1 1,0-1-1,0 0 0,0-1 0,-1 1 0,0 0 0,-1-1 0,0 0 0,0 0 0,0 1 0,0-13 0,-2 10-117,-1 0-1,0 0 1,0 1 0,-1-1-1,-1 1 1,1-1-1,-1 1 1,-1 0 0,0 0-1,-9-15 1,-3 1-101,0 1-1,-28-29 1,24 29-79,13 8-1212,7 13 1006,0 1 0,0 0-1,0-1 1,0 1 0,0-1-1,0 1 1,0-1 0,0 1 0,0-1-1,0 1 1,0 0 0,0-1 0,1 1-1,-1-1 1,0 1 0,0 0 0,0-1-1,1 1 1,-1-1 0,0 1 0,1 0-1,-1-1 1,0 1 0,1 0-1,-1 0 1,0-1 0,1 1 0,-1 0-1,1-1 1,7-2-5338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8:46.619"/>
    </inkml:context>
    <inkml:brush xml:id="br0">
      <inkml:brushProperty name="width" value="0.035" units="cm"/>
      <inkml:brushProperty name="height" value="0.035" units="cm"/>
    </inkml:brush>
  </inkml:definitions>
  <inkml:trace contextRef="#ctx0" brushRef="#br0">1 0 12748,'0'0'5381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16.086"/>
    </inkml:context>
    <inkml:brush xml:id="br0">
      <inkml:brushProperty name="width" value="0.035" units="cm"/>
      <inkml:brushProperty name="height" value="0.035" units="cm"/>
    </inkml:brush>
  </inkml:definitions>
  <inkml:trace contextRef="#ctx0" brushRef="#br0">29 0 4965,'0'0'3235,"6"35"-59,-3-6-2494,-1 1 0,-3 44 0,-1-18-267,2-55-159,24-12 1485,-20 8-1736,1 1 1,-1-1 0,1 0 0,0 1-1,0 0 1,0 0 0,0 1 0,0-1-1,0 1 1,0 0 0,0 1 0,1-1-1,-1 1 1,0 0 0,0 0-1,1 1 1,-1-1 0,0 1 0,0 0-1,0 1 1,0-1 0,0 1 0,0 0-1,0 0 1,6 4 0,-5-1 1,-1-1-1,1 0 1,-2 1 0,1 0-1,0 0 1,-1 1 0,0-1-1,0 1 1,0 0 0,-1 0-1,0 0 1,0 0 0,-1 1-1,1-1 1,-2 1 0,1 0 0,-1 0-1,0-1 1,1 10 0,-2-10 5,1-1 0,-1 0 0,-1 1 1,1-1-1,-1 0 0,1 1 1,-2-1-1,1 0 0,0 0 0,-1 0 1,0 0-1,0 0 0,-1 0 1,1-1-1,-6 8 0,3-7 17,1-1 0,-1 0-1,1 0 1,-1-1 0,-1 1-1,1-1 1,0 0-1,-1 0 1,0-1 0,1 0-1,-1 0 1,0 0 0,-9 1-1,-12 1 33,0-1 0,-50-1-1,62-2-151,14 0-100,0 0-1,1-1 0,-1 1 1,0-1-1,1 1 1,-1-1-1,0 1 0,1-1 1,-1 1-1,1-1 1,-1 1-1,1-1 0,-1 1 1,1-1-1,0 0 1,-1 1-1,1-1 0,0 0 1,-1 0-1,1 1 1,0-1-1,0 0 0,0 0 1,-1 1-1,1-1 1,0 0-1,0 0 0,0 0 1,0 1-1,1-1 1,-1 0-1,0 0 0,0 1 1,1-2-1,-1-1-1136,0-12-4400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16.428"/>
    </inkml:context>
    <inkml:brush xml:id="br0">
      <inkml:brushProperty name="width" value="0.035" units="cm"/>
      <inkml:brushProperty name="height" value="0.035" units="cm"/>
    </inkml:brush>
  </inkml:definitions>
  <inkml:trace contextRef="#ctx0" brushRef="#br0">1 24 7559,'0'0'7399,"63"-18"-7047,-32 17-159,2-2-161,1 2 0,-4 1-32,-2 0-32,-3 0-1282,-2 0-2465,-5-1-994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16.877"/>
    </inkml:context>
    <inkml:brush xml:id="br0">
      <inkml:brushProperty name="width" value="0.035" units="cm"/>
      <inkml:brushProperty name="height" value="0.035" units="cm"/>
    </inkml:brush>
  </inkml:definitions>
  <inkml:trace contextRef="#ctx0" brushRef="#br0">16 24 5029,'0'0'5221,"-16"12"-1308,221-26-947,4 0-3722,-209 7-7225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17.459"/>
    </inkml:context>
    <inkml:brush xml:id="br0">
      <inkml:brushProperty name="width" value="0.035" units="cm"/>
      <inkml:brushProperty name="height" value="0.035" units="cm"/>
    </inkml:brush>
  </inkml:definitions>
  <inkml:trace contextRef="#ctx0" brushRef="#br0">20 34 1537,'0'0'10063,"-3"-5"-9155,2-1-588,-11-17 2493,10 37-2576,1-1-1,1 1 1,0 0-1,0 0 0,2-1 1,3 19-1,-1-6 90,14 183 667,-13-197-595,0-6-1572,1-18-9843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32.191"/>
    </inkml:context>
    <inkml:brush xml:id="br0">
      <inkml:brushProperty name="width" value="0.035" units="cm"/>
      <inkml:brushProperty name="height" value="0.035" units="cm"/>
    </inkml:brush>
  </inkml:definitions>
  <inkml:trace contextRef="#ctx0" brushRef="#br0">237 16 1281,'8'-6'653,"-10"2"579,-24-1 2339,-58 4 3261,64 2-6115,-81-1-707,100 0-11,1 0 1,-1 1-1,0-1 0,0 1 0,1-1 0,-1 1 1,1-1-1,-1 1 0,0-1 0,1 1 0,-1-1 1,1 1-1,-1 0 0,1-1 0,0 1 1,-1 0-1,1 0 0,0-1 0,-1 1 0,1 0 1,0 0-1,0 0 0,0-1 0,0 1 0,0 0 1,0 0-1,0 0 0,0-1 0,0 2 0,0 34-21,1-28 31,-1 247 2361,6-255-2135,0-1 0,0-1 0,0 1 0,0-1 0,0 0 0,10-5 0,22-6 496,-26 10-733,-1 2 0,1-1 0,0 1 1,0 1-1,-1 1 0,1-1 0,0 2 0,0-1 1,-1 2-1,1 0 0,15 6 0,-22-7 2,0 0-1,0 1 0,0 0 0,-1 0 0,1 0 1,-1 1-1,0-1 0,0 1 0,0 0 0,0 0 1,-1 0-1,0 1 0,1-1 0,-2 1 0,1 0 1,-1 0-1,1 0 0,-1 0 0,0 0 0,-1 1 1,0-1-1,0 1 0,0-1 0,0 0 1,-1 1-1,0 7 0,0-9 6,0 0-1,0 0 1,-1 0-1,0 0 1,1-1-1,-1 1 1,-1 0-1,1 0 1,-1-1 0,1 1-1,-1 0 1,0-1-1,0 0 1,0 1-1,-1-1 1,1 0 0,-1 0-1,-3 2 1,0 0 6,-1 0 1,0-1 0,1 1 0,-2-2 0,1 1-1,0-1 1,-1 0 0,-11 2 0,-10 1 34,0-1 1,-1-2-1,-51 0 1,74-3-688,-14 0 1997,14-2-3280,16-12-11339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32.614"/>
    </inkml:context>
    <inkml:brush xml:id="br0">
      <inkml:brushProperty name="width" value="0.035" units="cm"/>
      <inkml:brushProperty name="height" value="0.035" units="cm"/>
    </inkml:brush>
  </inkml:definitions>
  <inkml:trace contextRef="#ctx0" brushRef="#br0">0 71 3812,'0'0'14258,"12"-3"-14012,108-24 477,149-13 1,-247 39-4658,-33 1-22,-5 0-1927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32.897"/>
    </inkml:context>
    <inkml:brush xml:id="br0">
      <inkml:brushProperty name="width" value="0.035" units="cm"/>
      <inkml:brushProperty name="height" value="0.035" units="cm"/>
    </inkml:brush>
  </inkml:definitions>
  <inkml:trace contextRef="#ctx0" brushRef="#br0">7 0 9161,'0'0'6336,"0"10"-5919,4 100 1642,-1-46-1794,-9 123 0,6-181-436,-3 10-871,-2-8-3452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33.647"/>
    </inkml:context>
    <inkml:brush xml:id="br0">
      <inkml:brushProperty name="width" value="0.035" units="cm"/>
      <inkml:brushProperty name="height" value="0.035" units="cm"/>
    </inkml:brush>
  </inkml:definitions>
  <inkml:trace contextRef="#ctx0" brushRef="#br0">381 8 7976,'0'0'6480,"-10"-2"-6421,-17-1 2,-1 1 1,0 1-1,-48 5 1,-93 21 98,167-25-146,-1 1 0,1-1 0,0 1 0,0 0 1,0 0-1,0 0 0,0 0 0,0 0 0,0 1 1,0-1-1,1 1 0,-1-1 0,0 1 0,1-1 0,-1 1 1,1 0-1,0 0 0,-1 0 0,1 0 0,0 0 0,0 0 1,0 0-1,1 0 0,-1 0 0,0 0 0,1 1 1,-1-1-1,1 0 0,0 0 0,0 3 0,-1 10 210,1 0-1,1 0 0,5 25 1,-2-9-84,0 74 453,-1-105-423,1 1 0,-1-1 0,0 0 0,0 0 0,0 0 0,0 0 0,1-1 0,-1 1 0,0-1 0,0 0 0,0 0 0,4-2 0,10-3-159,0 0 0,0 1 0,1 0 1,-1 2-1,1 0 0,0 1 0,0 1 1,0 0-1,26 3 0,-40-1-12,0 0 1,-1-1-1,1 2 1,-1-1-1,1 0 0,-1 1 1,1 0-1,-1-1 1,0 1-1,0 1 0,0-1 1,0 0-1,-1 1 1,1-1-1,0 1 0,-1 0 1,0 0-1,0 0 1,0 0-1,0 0 0,0 1 1,0-1-1,-1 0 1,0 1-1,0-1 0,0 1 1,0 0-1,1 6 1,-2-5-1,1 0 1,-1 0-1,0 0 1,0 0-1,-1 0 1,0 0-1,0 0 1,0 0 0,0 0-1,-1 0 1,1-1-1,-1 1 1,0-1-1,-1 1 1,1-1-1,-1 0 1,0 0 0,0 0-1,0 0 1,-7 6-1,3-5 13,-1 0-1,1-1 0,-1 1 1,0-2-1,0 1 0,0-1 1,0 0-1,0-1 0,-1 0 1,-9 1-1,-10 0 57,-49-1-1,55-2-71,8-3-1195,13 2 1012,1 1-1,0 0 1,-1-1-1,1 1 1,0-1 0,0 1-1,-1 0 1,1-1-1,0 1 1,0-1-1,0 1 1,0-1 0,0 1-1,0-1 1,0 1-1,0-1 1,0 1 0,0-1-1,0 1 1,0-1-1,0 1 1,0-1 0,0 1-1,0-1 1,0 1-1,1 0 1,-1-1-1,0 1 1,0-1 0,1 0-1,7-10-6159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34.460"/>
    </inkml:context>
    <inkml:brush xml:id="br0">
      <inkml:brushProperty name="width" value="0.035" units="cm"/>
      <inkml:brushProperty name="height" value="0.035" units="cm"/>
    </inkml:brush>
  </inkml:definitions>
  <inkml:trace contextRef="#ctx0" brushRef="#br0">0 1 12748,'0'0'2717,"10"1"-2589,12 4 87,-2 2 0,1 0 0,-1 2 0,0 0 0,30 19 0,-32-18-250,10 3 79,1-1 0,38 11 0,-41-15-29,0 1 0,-1 1 0,36 20 0,-61-30-10,1 1-1,0 0 1,0 0 0,0 0-1,-1 0 1,1-1 0,0 1 0,-1 0-1,1 0 1,-1 1 0,1-1-1,-1 0 1,1 0 0,-1 0-1,0 0 1,0 0 0,1 0-1,-1 2 1,-3 5-1521,-6-10-3778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35.277"/>
    </inkml:context>
    <inkml:brush xml:id="br0">
      <inkml:brushProperty name="width" value="0.035" units="cm"/>
      <inkml:brushProperty name="height" value="0.035" units="cm"/>
    </inkml:brush>
  </inkml:definitions>
  <inkml:trace contextRef="#ctx0" brushRef="#br0">226 25 6662,'0'0'5259,"-10"-3"-4720,4 0-401,-1 1 0,1 0-1,-1 0 1,0 1 0,0 0 0,1 0 0,-1 1 0,0 0 0,0 0-1,0 0 1,0 1 0,0 0 0,0 0 0,1 1 0,-1 0 0,1 0 0,-1 1-1,1 0 1,0 0 0,-1 0 0,2 1 0,-12 7 0,12-6-105,0 0 0,1 0 0,-1 1 0,1-1 0,0 1 1,0 0-1,1 0 0,0 0 0,0 1 0,0-1 0,1 1 0,0-1 0,0 1 0,1 0 1,0 0-1,0 0 0,0 0 0,1 0 0,0 0 0,0 0 0,1 0 0,3 12 1,-3-14-25,1 1 0,0-1 0,0 1 0,1-1 0,0 0 0,0 0 0,0 0 0,1 0 0,-1-1 0,1 1 0,0-1 0,0 0 0,1 0 0,-1-1 0,1 1 0,0-1 0,0 0 0,0 0 0,0 0 0,1-1 0,-1 0 0,1 0 0,-1 0 0,1-1 0,0 0 0,-1 0 0,9 0 0,0 1 13,0-2-1,0 0 0,0 0 1,0-1-1,0-1 1,23-6-1,-33 7-1,0 0-1,0-1 1,0 1-1,0-1 0,-1 0 1,1 0-1,-1 0 1,1-1-1,-1 1 0,0-1 1,0 1-1,0-1 1,0 0-1,0-1 1,-1 1-1,0 0 0,1-1 1,-1 1-1,0-1 1,-1 1-1,1-1 1,-1 0-1,1 0 0,-1 0 1,-1 0-1,1 0 1,0-6-1,0 2 65,-1 0 1,-1-1-1,1 1 0,-1-1 0,-1 1 1,1 0-1,-1-1 0,-1 1 0,0 0 1,0 0-1,0 1 0,-1-1 0,0 1 1,-1 0-1,1 0 0,-2 0 0,1 0 1,-1 1-1,1 0 0,-9-6 0,7 7-539,1 0-1,-1 1 0,0 0 0,0 0 0,0 0 0,-1 1 1,1 1-1,-1-1 0,0 1 0,1 0 0,-1 1 0,0 0 1,-13 0-1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35.917"/>
    </inkml:context>
    <inkml:brush xml:id="br0">
      <inkml:brushProperty name="width" value="0.035" units="cm"/>
      <inkml:brushProperty name="height" value="0.035" units="cm"/>
    </inkml:brush>
  </inkml:definitions>
  <inkml:trace contextRef="#ctx0" brushRef="#br0">240 0 6054,'0'0'4361,"-4"11"-3491,-17 49-283,-3-1-1,-2-1 0,-3-1 1,-2-2-1,-59 80 0,89-134-1027,-12 15 1274,13-10-6333,7-6 994</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36.405"/>
    </inkml:context>
    <inkml:brush xml:id="br0">
      <inkml:brushProperty name="width" value="0.035" units="cm"/>
      <inkml:brushProperty name="height" value="0.035" units="cm"/>
    </inkml:brush>
  </inkml:definitions>
  <inkml:trace contextRef="#ctx0" brushRef="#br0">0 89 9449,'0'0'7671,"7"-9"-6502,-3 3-1093,0 0 1,0 0-1,0 1 0,1 0 0,0 0 0,0 0 0,0 0 0,1 1 1,-1 0-1,1 0 0,0 0 0,0 1 0,1 0 0,-1 0 0,1 0 1,-1 1-1,1 0 0,9-1 0,-13 2-77,1 1 1,-1 0-1,1 0 0,-1 0 1,1 0-1,-1 1 0,1-1 1,-1 1-1,0 0 0,1 0 1,-1 0-1,0 0 1,0 0-1,1 1 0,-1 0 1,0-1-1,-1 1 0,1 0 1,0 0-1,3 4 0,-4-3-7,-1 0 0,1 0-1,-1 0 1,0 1 0,0-1-1,0 0 1,0 0-1,0 1 1,-1-1 0,0 0-1,0 1 1,0-1 0,0 0-1,0 1 1,0-1 0,-1 0-1,0 1 1,0-1 0,0 0-1,0 0 1,-3 6-1,-4 5-81,0 0 0,-1-1-1,-1 0 1,0 0-1,0-1 1,-2-1 0,1 1-1,-1-2 1,-21 14-1,-12 14-62,77-36 250,17-5-64,94-17 0,-74 9-35,-23 1-755,-16 0-2859,-4-3-5304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3.558"/>
    </inkml:context>
    <inkml:brush xml:id="br0">
      <inkml:brushProperty name="width" value="0.035" units="cm"/>
      <inkml:brushProperty name="height" value="0.035" units="cm"/>
    </inkml:brush>
  </inkml:definitions>
  <inkml:trace contextRef="#ctx0" brushRef="#br0">176 19 6342,'0'-1'177,"0"1"1,0 0-1,0-1 1,0 1-1,0-1 1,0 1-1,0-1 0,-1 1 1,1-1-1,0 1 1,0 0-1,-1-1 1,1 1-1,0-1 0,-1 1 1,1 0-1,0-1 1,-1 1-1,1 0 1,0-1-1,-1 1 0,1 0 1,-1 0-1,1 0 1,0-1-1,-1 1 1,1 0-1,-1 0 0,1 0 1,-1 0-1,1 0 1,-1 0-1,-24 0 1531,-21 15-970,38-10-673,1 0-1,1 1 1,-1 0 0,1 0-1,0 1 1,1 0-1,-1 0 1,1 0 0,0 0-1,1 1 1,0 0 0,0 0-1,-3 11 1,4-8-33,0 0-1,0 0 1,1 0 0,0 1 0,1-1 0,0 0-1,1 1 1,0-1 0,4 21 0,-3-26 18,0-1 1,1 0 0,0 0 0,0 0-1,0 0 1,0-1 0,1 1 0,0-1 0,-1 1-1,2-1 1,-1 0 0,1 0 0,-1 0-1,1-1 1,0 1 0,0-1 0,7 4-1,-4-3 77,0 0-1,1-1 0,0 0 0,0 0 1,0 0-1,0-1 0,0-1 0,0 1 1,0-1-1,14-1 0,-12 0 20,0 0-1,-1-1 1,0-1 0,1 0-1,-1 0 1,0 0-1,0-1 1,0-1 0,11-5-1,-15 6-75,0 0 0,0 0-1,0-1 1,0 1 0,-1-1-1,1 0 1,-1-1 0,0 1 0,-1-1-1,1 1 1,-1-1 0,0 0-1,0-1 1,0 1 0,2-6 0,-2 1 3,-1 1 1,0-1 0,-1 0-1,0 1 1,0-1 0,-1 0-1,0 0 1,-1 0 0,0 1-1,0-1 1,-1 0 0,0 1 0,-1-1-1,0 1 1,-1 0 0,-8-16-1,9 19-102,-1-1 0,0 1 0,-1 0 0,1 0-1,-1 1 1,0-1 0,0 1 0,-1 0 0,1 1 0,-1-1-1,-1 1 1,1 0 0,0 1 0,-1-1 0,0 1 0,1 0-1,-1 1 1,0 0 0,-1 0 0,1 1 0,0-1 0,-14 1-1,20 1-55,0 0-1,1 0 0,-1 0 1,0 0-1,0 0 0,1 1 1,-1-1-1,0 0 0,0 1 1,1-1-1,-1 0 0,0 1 1,1-1-1,-1 1 0,0-1 1,1 1-1,-1-1 0,1 1 1,-1 0-1,1-1 0,-1 1 1,1 0-1,-1-1 0,1 1 1,0 0-1,-1-1 0,1 1 1,0 0-1,-1 0 0,1-1 1,0 1-1,0 0 0,0 1 1,0 1-509,0-1-1,0 1 1,0-1 0,0 0 0,0 1 0,0-1-1,1 0 1,0 1 0,-1-1 0,3 5 0,7 5-3368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3.779"/>
    </inkml:context>
    <inkml:brush xml:id="br0">
      <inkml:brushProperty name="width" value="0.035" units="cm"/>
      <inkml:brushProperty name="height" value="0.035" units="cm"/>
    </inkml:brush>
  </inkml:definitions>
  <inkml:trace contextRef="#ctx0" brushRef="#br0">0 0 14350,'0'0'1953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4.297"/>
    </inkml:context>
    <inkml:brush xml:id="br0">
      <inkml:brushProperty name="width" value="0.035" units="cm"/>
      <inkml:brushProperty name="height" value="0.035" units="cm"/>
    </inkml:brush>
  </inkml:definitions>
  <inkml:trace contextRef="#ctx0" brushRef="#br0">1 88 9097,'0'0'5279,"2"-8"-4441,-1 4-757,0 0-1,0 0 1,0 0-1,1 0 1,-1 0-1,1 1 1,0-1-1,0 1 0,0-1 1,1 1-1,-1 0 1,1-1-1,0 1 1,-1 0-1,1 1 0,1-1 1,-1 1-1,0-1 1,1 1-1,-1 0 1,1 0-1,0 0 1,0 1-1,-1 0 1,1-1-1,0 1 0,0 0 1,7 0-1,-8 1-75,1-1-1,0 1 1,0 1-1,0-1 1,-1 0 0,1 1-1,0 0 1,-1 0-1,1 0 1,0 0-1,-1 1 1,1-1-1,-1 1 1,0 0-1,1 0 1,4 4-1,-5-3-4,-1 1 0,0-1 0,0 0 0,0 1 0,0-1 0,0 1-1,-1 0 1,1 0 0,-1-1 0,0 1 0,-1 0 0,1 0 0,0 0-1,-1 0 1,0 0 0,0 5 0,-1-3 2,1-1 0,-1 1 0,0 0 0,0 0 0,-1 0 0,0-1 0,0 1 0,0 0 0,-1-1 0,1 0 0,-1 0 0,-1 0 0,-6 8 1,-4 4 18,-2-1 0,-25 20 0,25-22-11,0 0 0,-15 18 1,30-31-10,0-1 0,1 1 0,-1 0-1,1-1 1,-1 1 0,0 0 0,1-1 0,0 1 0,-1 0 0,1 0 0,-1-1 0,1 1 0,0 0 0,0 0 0,-1 0 0,1-1 0,0 1-1,0 0 1,0 0 0,0 0 0,0 0 0,0-1 0,0 1 0,0 0 0,1 0 0,-1 0 0,0 0 0,1 0 0,0 0 3,0 1 0,0-2 0,0 1 0,0 0 1,1 0-1,-1 0 0,0 0 0,1-1 0,-1 1 1,0-1-1,1 1 0,-1-1 0,1 1 0,2-1 0,64 2 123,-55-2-114,33 1-126,23-1 96,-24-3-4577,-36 0-392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4.986"/>
    </inkml:context>
    <inkml:brush xml:id="br0">
      <inkml:brushProperty name="width" value="0.035" units="cm"/>
      <inkml:brushProperty name="height" value="0.035" units="cm"/>
    </inkml:brush>
  </inkml:definitions>
  <inkml:trace contextRef="#ctx0" brushRef="#br0">0 1 3491,'0'0'10036,"7"8"-9710,192 269 1478,-183-262-1488,-4-3-1835,-6-3-4895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5.567"/>
    </inkml:context>
    <inkml:brush xml:id="br0">
      <inkml:brushProperty name="width" value="0.035" units="cm"/>
      <inkml:brushProperty name="height" value="0.035" units="cm"/>
    </inkml:brush>
  </inkml:definitions>
  <inkml:trace contextRef="#ctx0" brushRef="#br0">9 0 10090,'0'0'3395,"2"48"-2274,-2-28-128,-2 3-192,-1 2-353,2 0-160,-2 0-192,3-2-64,-2-1-32,2-5 32,0-1-32,0-6-192,0-3-2562</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6.146"/>
    </inkml:context>
    <inkml:brush xml:id="br0">
      <inkml:brushProperty name="width" value="0.035" units="cm"/>
      <inkml:brushProperty name="height" value="0.035" units="cm"/>
    </inkml:brush>
  </inkml:definitions>
  <inkml:trace contextRef="#ctx0" brushRef="#br0">1 18 7015,'0'0'6539,"8"0"-6048,276-12 2921,-255 10-3386,-25 2-719,14-1 2131,-13-2-3417</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6.458"/>
    </inkml:context>
    <inkml:brush xml:id="br0">
      <inkml:brushProperty name="width" value="0.035" units="cm"/>
      <inkml:brushProperty name="height" value="0.035" units="cm"/>
    </inkml:brush>
  </inkml:definitions>
  <inkml:trace contextRef="#ctx0" brushRef="#br0">2 1 7015,'0'0'7078,"-1"9"-6693,1 183 1271,1-88-4898,-1-95-1194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7.211"/>
    </inkml:context>
    <inkml:brush xml:id="br0">
      <inkml:brushProperty name="width" value="0.035" units="cm"/>
      <inkml:brushProperty name="height" value="0.035" units="cm"/>
    </inkml:brush>
  </inkml:definitions>
  <inkml:trace contextRef="#ctx0" brushRef="#br0">271 2 8104,'0'0'1831,"-10"0"-1719,-18 0 107,-5-2 116,1 2 0,0 2 1,-1 0-1,-43 11 0,75-13-305,0 1 0,0 0 1,0 0-1,0 0 0,0 0 0,0 0 1,0 0-1,0 0 0,1 0 0,-1 0 0,0 0 1,1 0-1,-1 1 0,0-1 0,1 0 1,0 0-1,-1 1 0,1-1 0,0 0 0,-1 1 1,1-1-1,0 1 0,0 0 0,0 41 138,1-29 60,-1 117 434,4-130-482,0-1 1,1 0-1,-1 0 1,0-1-1,0 1 1,0-1-1,0 0 0,1 0 1,3-2-1,0 0-174,1 1 0,0 0-1,0 1 1,0 0-1,-1 0 1,1 1 0,0 0-1,0 0 1,0 1 0,0 0-1,15 4 1,-20-3-6,0-1 0,0 1 1,0 0-1,-1 0 0,1 0 0,-1 1 1,0-1-1,0 1 0,0 0 0,0 0 1,0 0-1,0 0 0,-1 0 0,1 1 1,-1-1-1,0 1 0,0 0 1,-1-1-1,1 1 0,-1 0 0,1 0 1,-1 0-1,-1 0 0,1 0 0,0 0 1,-1 0-1,0 5 0,0-5 7,0-1 0,0 1-1,0-1 1,0 1 0,-1-1 0,1 1-1,-1-1 1,0 1 0,0-1 0,-1 0 0,1 1-1,0-1 1,-1 0 0,0 0 0,0 0-1,0 0 1,0-1 0,0 1 0,-1 0-1,1-1 1,-1 0 0,0 1 0,0-1 0,0 0-1,0 0 1,0-1 0,0 1 0,0-1-1,0 1 1,-1-1 0,1 0 0,-6 1-1,-12 1-1,1 0-1,0-1 0,-1 0 1,-31-4-1,20 2-206,22-4-4688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7.725"/>
    </inkml:context>
    <inkml:brush xml:id="br0">
      <inkml:brushProperty name="width" value="0.035" units="cm"/>
      <inkml:brushProperty name="height" value="0.035" units="cm"/>
    </inkml:brush>
  </inkml:definitions>
  <inkml:trace contextRef="#ctx0" brushRef="#br0">147 5 11371,'0'0'1478,"-9"-1"-992,5 0-424,0 0 0,0 1 0,0-1 0,0 1 0,0 0 0,0 0 0,0 0-1,0 1 1,0-1 0,0 1 0,0 0 0,0 0 0,0 1 0,0-1 0,0 1 0,1 0-1,-1 0 1,1 0 0,-1 0 0,1 1 0,0-1 0,0 1 0,0 0 0,0 0 0,0 0-1,1 0 1,-1 1 0,1-1 0,0 0 0,0 1 0,-2 6 0,-2 3-18,2 0 0,0 0 0,0 0 1,1 0-1,1 1 0,0 0 0,1-1 0,1 21 0,0-30-35,0 0-1,0 0 1,0 0-1,1 0 0,-1 0 1,1 0-1,0-1 1,0 1-1,1 0 0,-1-1 1,1 1-1,-1-1 1,1 1-1,0-1 0,1 0 1,-1 0-1,1 0 1,-1 0-1,1 0 1,0 0-1,0-1 0,0 0 1,0 1-1,0-1 1,1 0-1,-1 0 0,1-1 1,-1 1-1,1-1 1,0 0-1,-1 0 0,1 0 1,6 1-1,-4-2 20,1 1 0,0-1 0,0 0 0,0 0 0,0-1 0,0 0 0,0 0 0,0-1 0,-1 0 0,1 0 0,0 0 0,-1-1 0,0 0 0,7-4 0,-10 4-10,1-1-1,0 1 0,-1 0 0,0-1 0,0 0 0,0 0 0,0 0 0,0 0 0,-1 0 0,0-1 1,0 1-1,0-1 0,0 0 0,-1 1 0,0-1 0,0 0 0,0 0 0,0 0 0,-1 1 0,0-10 1,-1 6-1,1-1 0,-1 0 0,-1 1 0,0-1 0,0 1 1,0 0-1,-1 0 0,0 0 0,-1 0 0,0 0 1,0 1-1,-7-9 0,8 12-40,0 0 1,0 0-1,-1 0 0,1 0 0,-1 1 1,0 0-1,0 0 0,0 0 1,0 0-1,-1 1 0,1-1 0,-1 1 1,0 0-1,1 0 0,-1 1 1,0 0-1,0 0 0,0 0 0,0 0 1,0 1-1,0-1 0,-6 2 1,10-1-100,1 0-1,-1 0 1,1 1 0,-1-1 0,0 0 0,1 1 0,-1-1 0,1 0 0,-1 1 0,1-1 0,-1 1 0,1-1 0,-1 1 0,1-1 0,0 1 0,-1-1 0,1 1 0,-1 0 0,1-1 0,0 1 0,0-1-1,0 1 1,-1 0 0,1-1 0,0 1 0,0 0 0,0-1 0,0 1 0,0 0 0,0-1 0,0 1 0,0 0 0,0-1 0,0 1 0,1 1 0,-1 0-780,0 7-2787</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8.022"/>
    </inkml:context>
    <inkml:brush xml:id="br0">
      <inkml:brushProperty name="width" value="0.035" units="cm"/>
      <inkml:brushProperty name="height" value="0.035" units="cm"/>
    </inkml:brush>
  </inkml:definitions>
  <inkml:trace contextRef="#ctx0" brushRef="#br0">1 1 14061,'0'0'3118,"8"4"-3081,13 9 210,0 1-1,-1 1 1,-1 1 0,0 1-1,-2 1 1,22 26-1,31 29-98,-42-46-116,41 29 0,-23-29-2797,-45-27 2094,3 2-43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8.289"/>
    </inkml:context>
    <inkml:brush xml:id="br0">
      <inkml:brushProperty name="width" value="0.035" units="cm"/>
      <inkml:brushProperty name="height" value="0.035" units="cm"/>
    </inkml:brush>
  </inkml:definitions>
  <inkml:trace contextRef="#ctx0" brushRef="#br0">277 0 10154,'0'0'5124,"-7"1"-4937,4-1-165,0 0 0,0 1 0,0-1 0,0 1 0,1 0 0,-1-1 0,0 1 0,1 1 0,-1-1 0,0 0 0,1 1 0,-4 2 0,1 0 97,1 1-1,0-1 1,0 1-1,0 0 1,1 0-1,-5 10 1,-120 202 729,66-131-6543,53-75 239</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28.723"/>
    </inkml:context>
    <inkml:brush xml:id="br0">
      <inkml:brushProperty name="width" value="0.035" units="cm"/>
      <inkml:brushProperty name="height" value="0.035" units="cm"/>
    </inkml:brush>
  </inkml:definitions>
  <inkml:trace contextRef="#ctx0" brushRef="#br0">1 50 15375,'0'0'2519,"9"-8"-2182,-6 6-350,1-2 82,1 0-1,0 0 1,0 1-1,0-1 0,0 1 1,1 0-1,-1 1 1,1-1-1,0 1 1,0 1-1,0-1 1,0 1-1,0 0 0,6-1 1,-9 2-66,-1 0 0,0 0 0,0 0 0,0 0 0,0 0 0,1 0 0,-1 0 0,0 1 0,0-1 0,0 1 0,0 0 0,0 0 0,0 0 0,0 0 0,0 0 0,0 0 0,0 0 0,0 0 0,-1 1 0,1-1 0,-1 1 0,3 3 0,-2-1-4,0 0 0,-1 1 0,1 0 0,-1-1 0,-1 1 0,1 0 0,0-1 0,-1 1 0,-1 8 0,1-6-9,0-1 0,-1 0 1,0 0-1,-1 0 0,1 0 0,-1 0 1,0 0-1,0 0 0,-1-1 1,0 1-1,0-1 0,-7 10 1,-4 1-74,0 0 0,-24 21 0,-9 9 63,47-46 20,-1 0 0,1 0 0,0 0 0,0 0 0,0 0 0,0 1 0,0-1 0,-1 0 0,1 0 0,0 0 0,0 0 0,0 1 0,0-1 0,0 0 0,0 0 1,0 0-1,0 1 0,0-1 0,0 0 0,0 0 0,0 0 0,0 1 0,0-1 0,0 0 0,0 0 0,0 0 0,0 1 0,0-1 0,0 0 0,0 0 0,0 0 0,0 1 0,0-1 1,0 0-1,1 0 0,-1 0 0,0 0 0,0 1 0,0-1 0,0 0 0,0 0 0,0 0 0,1 0 0,-1 0 0,0 1 0,0-1 0,0 0 0,1 0 0,-1 0 0,0 0 1,0 0-1,0 0 0,1 0 0,19 3 7,26-3 4,-45-1-11,50-4-1670,0-3 1,0-2-1,86-30 1,-94 24-4529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48.773"/>
    </inkml:context>
    <inkml:brush xml:id="br0">
      <inkml:brushProperty name="width" value="0.035" units="cm"/>
      <inkml:brushProperty name="height" value="0.035" units="cm"/>
    </inkml:brush>
  </inkml:definitions>
  <inkml:trace contextRef="#ctx0" brushRef="#br0">1 500 4260,'0'0'9454,"0"-6"-9005,0 2-395,-1-1 1,1 1-1,0-1 1,1 1 0,-1-1-1,1 1 1,0-1-1,0 1 1,0 0-1,1-1 1,-1 1 0,1 0-1,0 0 1,1 0-1,-1 0 1,1 0-1,4-5 1,278-315 361,-280 319-403,18-21 141,37-30 0,-58 56-154,-2 0-43,-12 0-8525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49.303"/>
    </inkml:context>
    <inkml:brush xml:id="br0">
      <inkml:brushProperty name="width" value="0.035" units="cm"/>
      <inkml:brushProperty name="height" value="0.035" units="cm"/>
    </inkml:brush>
  </inkml:definitions>
  <inkml:trace contextRef="#ctx0" brushRef="#br0">18 7 1890,'0'0'9737,"-5"-1"-9475,-8-1-139,14 0 11,28 1 142,48 4 141,-76-2-406,1 0-1,-1 0 1,1 0 0,-1 0 0,1 0 0,-1 0-1,1 1 1,-1-1 0,0 1 0,0-1 0,0 1 0,0-1-1,0 1 1,0-1 0,0 1 0,0 0 0,-1 0-1,1-1 1,-1 1 0,1 0 0,-1 0 0,0 0-1,0 0 1,0-1 0,0 1 0,0 0 0,0 0-1,0 2 1,-7 55 130,-8-1-262,-6 36 400,15-29-4228</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53.926"/>
    </inkml:context>
    <inkml:brush xml:id="br0">
      <inkml:brushProperty name="width" value="0.035" units="cm"/>
      <inkml:brushProperty name="height" value="0.035" units="cm"/>
    </inkml:brush>
  </inkml:definitions>
  <inkml:trace contextRef="#ctx0" brushRef="#br0">3 23 1057,'-3'-23'16069,"3"23"-15979,2 41-650,10 9 759,20 51 1,-21-70-84,0 1 0,-2-1-1,-1 2 1,-2-1 0,3 50 0,-9-81 60,0-21-5557,0 7-822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54.992"/>
    </inkml:context>
    <inkml:brush xml:id="br0">
      <inkml:brushProperty name="width" value="0.035" units="cm"/>
      <inkml:brushProperty name="height" value="0.035" units="cm"/>
    </inkml:brush>
  </inkml:definitions>
  <inkml:trace contextRef="#ctx0" brushRef="#br0">179 50 3171,'0'0'6684,"-8"-3"-6231,7 2-448,-10-4 355,1 1 0,-1 0 1,0 1-1,-13-2 0,21 4-327,0 0 0,0 1 0,0 0 0,1-1 0,-1 1 0,0 0 0,0 0 0,0 1 0,0-1 0,1 1 0,-1-1 0,0 1 0,0 0 0,1 0 0,-1 0 0,1 1 0,-1-1 0,1 0 0,-1 1 0,1 0-1,0-1 1,0 1 0,0 0 0,0 0 0,0 0 0,-2 4 0,-2 4 110,2 0 0,0 1 0,0-1 0,1 1 0,0 0 0,0 0 0,1 0 0,1 0 0,0 0-1,1 1 1,0-1 0,0 0 0,2 0 0,-1 1 0,5 14 0,-5-19-16,1 0 0,1 0 0,-1 0 0,1 0 0,0 0 0,0-1 0,1 1 0,0-1 0,0 0 0,1 0 0,-1-1 0,1 1 0,1-1 0,-1 0 0,1 0 0,-1-1 0,1 0 0,1 0 0,-1 0 0,0-1 0,1 0 0,0 0 0,0 0-1,13 2 1,-10-3 26,-1-1 0,1 0 0,0-1 0,0 0 0,1 0 0,-2-1-1,1-1 1,0 1 0,0-2 0,0 1 0,-1-1 0,1-1-1,-1 0 1,0 0 0,0-1 0,0 0 0,-1 0 0,16-14 0,-22 16-116,0 0 0,0-1 0,-1 1 0,1-1 0,-1 1 0,1-1 1,-1 0-1,0 0 0,0 0 0,-1 0 0,1 1 0,-1-1 0,0 0 1,0 0-1,0 0 0,-1 0 0,-1-7 0,-1-2 120,0 0 0,-1 0 1,-10-24-1,3 13-216,-1 1-1,-22-31 1,30 48 22,1 1 0,-1 0-1,0 0 1,0 0 0,-1 1 0,1-1-1,-1 1 1,0 0 0,0 1-1,-1-1 1,1 1 0,-1 0 0,1 0-1,-1 1 1,0 0 0,-7-2-1,10 4-231,1 0 0,-1 0 0,0 0 0,1 0 0,-1 1 0,0-1 0,1 1 0,-1 0-1,1 0 1,-1 0 0,1 0 0,-1 0 0,1 1 0,0-1 0,0 1 0,0-1 0,-1 1-1,2 0 1,-1 0 0,0 0 0,-2 3 0,-12 10-5352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58.924"/>
    </inkml:context>
    <inkml:brush xml:id="br0">
      <inkml:brushProperty name="width" value="0.035" units="cm"/>
      <inkml:brushProperty name="height" value="0.035" units="cm"/>
    </inkml:brush>
  </inkml:definitions>
  <inkml:trace contextRef="#ctx0" brushRef="#br0">64 40 3299,'1'-2'524,"-1"1"0,0-1 0,1 1 0,-1-1 0,0 0 1,0 0-1,0 1 0,0-1 0,0 0 0,0 1 0,0-1 0,-1 0 0,1 1 0,-1-1 0,1 0 0,-2-2 0,1 3-426,1 1 0,-1 0-1,1-1 1,-1 1-1,0-1 1,1 1-1,-1 0 1,1-1 0,-1 1-1,0 0 1,1 0-1,-1 0 1,0-1-1,1 1 1,-1 0 0,0 0-1,1 0 1,-1 0-1,0 0 1,1 0 0,-1 0-1,0 0 1,1 1-1,-1-1 1,0 0-1,1 0 1,-2 1 0,-1 0-99,1 0 0,-1 1-1,1 0 1,-1-1 0,1 1 0,0 0 0,0 0 0,0 0 0,0 0 0,0 0 0,0 1 0,0-1 0,1 1 0,-1-1 0,1 1 0,0-1 0,0 1 0,-2 4 0,2 1 22,0-1 0,0 0 0,0 1 1,1-1-1,0 1 0,0-1 0,1 1 1,0-1-1,0 1 0,1-1 0,0 0 1,0 0-1,1 0 0,0 0 0,0 0 0,1 0 1,-1-1-1,1 0 0,1 0 0,8 10 1,-7-10 17,1 1 0,0-1 1,0-1-1,1 0 1,0 0-1,-1 0 0,2-1 1,-1 0-1,0-1 1,1 1-1,0-2 0,0 1 1,-1-1-1,1-1 1,1 0-1,14 1 1,-21-3 33,-1 1 1,0-1-1,1 1 1,-1-1 0,0 0-1,1 1 1,-1-1-1,0-1 1,0 1 0,0 0-1,0 0 1,0-1-1,0 1 1,0-1 0,0 0-1,0 1 1,-1-1-1,1 0 1,-1 0 0,1 0-1,-1 0 1,0 0 0,0-1-1,0 1 1,0 0-1,0-1 1,0 1 0,-1 0-1,1-1 1,-1 1-1,0-1 1,0 1 0,0 0-1,0-5 1,1-1-8,-1 0 0,0-1-1,-1 1 1,0-1 0,0 1 0,-1 0 0,0 0 0,0 0 0,-4-9 0,-1 5-71,1 1 0,-2 0 0,1 1 0,-2 0 0,1 0 1,-16-13-1,21 19-38,0 1 1,0 1-1,-1-1 0,1 0 1,-1 1-1,0 0 0,0 0 1,1 0-1,-1 0 0,0 1 1,-1-1-1,1 1 1,0 0-1,0 0 0,0 1 1,-1-1-1,1 1 0,0 0 1,-1 0-1,1 1 0,0-1 1,-1 1-1,-6 2 1,9-2-157,1-1 1,-1 1 0,1 0 0,-1 1 0,1-1 0,0 0 0,-1 0 0,1 1 0,0-1 0,0 0 0,0 1-1,0-1 1,0 1 0,0 1 0,-4 16-7315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59.362"/>
    </inkml:context>
    <inkml:brush xml:id="br0">
      <inkml:brushProperty name="width" value="0.035" units="cm"/>
      <inkml:brushProperty name="height" value="0.035" units="cm"/>
    </inkml:brush>
  </inkml:definitions>
  <inkml:trace contextRef="#ctx0" brushRef="#br0">60 0 6406,'0'0'2851,"-8"9"-2349,3-3-297,0 0 1,0 0 0,0 0-1,1 0 1,0 1 0,1 0 0,-1 0-1,1 0 1,1 0 0,-1 1-1,1-1 1,0 1 0,1-1-1,-1 12 1,1 8 3,0 0-1,2 1 1,1-1-1,1 0 1,2 0-1,0-1 1,14 40-1,-15-56-154,-1 0 0,2-1 0,-1 1-1,1-1 1,1 0 0,0 0 0,0-1-1,0 1 1,1-1 0,1-1-1,-1 0 1,1 0 0,0 0 0,1-1-1,0 0 1,0 0 0,0-1 0,0-1-1,1 1 1,0-2 0,0 1-1,15 2 1,-11-4-633,-1 0 0,1-2 0,24-1-1,0-4-3594</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29:59.801"/>
    </inkml:context>
    <inkml:brush xml:id="br0">
      <inkml:brushProperty name="width" value="0.035" units="cm"/>
      <inkml:brushProperty name="height" value="0.035" units="cm"/>
    </inkml:brush>
  </inkml:definitions>
  <inkml:trace contextRef="#ctx0" brushRef="#br0">1 1 7527,'0'0'7271,"12"4"-7020,-1 0-107,0 0 1,0 0 0,-1 2-1,0-1 1,0 1-1,0 1 1,-1-1-1,0 2 1,0-1-1,-1 1 1,0 1-1,13 16 1,-8-2-113,0 0 1,-2 1-1,0 0 1,-2 1-1,-1 0 0,-1 1 1,-1-1-1,-1 1 0,-1 0 1,-1 1-1,-2-1 1,0 1-1,-2-1 0,-6 38 1,4-49-140,0 0 1,-1-1-1,-1 0 0,-1 0 1,-9 20-1,7-21-760,1-1-1,-2 1 0,-9 11 0,-22 15-5709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0:09.722"/>
    </inkml:context>
    <inkml:brush xml:id="br0">
      <inkml:brushProperty name="width" value="0.035" units="cm"/>
      <inkml:brushProperty name="height" value="0.035" units="cm"/>
    </inkml:brush>
  </inkml:definitions>
  <inkml:trace contextRef="#ctx0" brushRef="#br0">182 46 480,'1'-1'198,"-1"1"0,1-1 0,0 1 0,0 0-1,0-1 1,0 1 0,-1-1 0,1 0 0,0 1-1,0-1 1,-1 0 0,1 1 0,0-1 0,-1 0-1,1 0 1,-1 0 0,1 0 0,-1 1 0,0-1-1,1 0 1,-1 0 0,0 0 0,0 0 0,1 0-1,-1 0 1,0 0 0,0 0 0,0 0-1,0 0 1,0 0 0,0 0 0,0 0 0,-1 0-1,1 0 1,0 0 0,-1 1 0,1-1 0,-1-2-1,0 2 97,0 0 0,0 0-1,-1 0 1,1 0-1,0 0 1,0 0 0,-1 0-1,1 1 1,-1-1 0,1 0-1,0 1 1,-1-1-1,1 1 1,-1 0 0,1-1-1,-1 1 1,0 0-1,1 0 1,-1 0 0,1 0-1,-1 0 1,1 0-1,-1 0 1,-2 2 0,-3 0-289,0 1 1,-1 0 0,1 1 0,1 0-1,-1 0 1,1 0 0,-1 1-1,1 0 1,1 0 0,-1 1 0,1 0-1,0 0 1,0 0 0,0 0-1,1 1 1,0 0 0,-4 8-1,0 2 18,1 0 0,1 0 0,0 0-1,1 1 1,1 0 0,-3 24-1,5-19 17,0 0 0,2 0-1,0 0 1,2 0 0,0 0-1,10 38 1,-9-52-28,0 0 0,0 0-1,0-1 1,1 1 0,1-1 0,0 0-1,0 0 1,0-1 0,1 1 0,0-1-1,0 0 1,1-1 0,0 1 0,0-1-1,0-1 1,1 1 0,0-1 0,0-1-1,12 6 1,-15-8-383,0-1 0,0 1 0,0-1 0,0 0 1,0 0-1,0-1 0,0 0 0,0 0 0,0 0 0,0 0 0,6-2 0,6-5-4753</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0:12.754"/>
    </inkml:context>
    <inkml:brush xml:id="br0">
      <inkml:brushProperty name="width" value="0.035" units="cm"/>
      <inkml:brushProperty name="height" value="0.035" units="cm"/>
    </inkml:brush>
  </inkml:definitions>
  <inkml:trace contextRef="#ctx0" brushRef="#br0">128 28 4260,'0'-1'452,"1"0"1,-1 0-1,0 1 0,0-1 0,1 0 1,-1 0-1,0 0 0,0 0 1,0 0-1,0 0 0,0 0 0,0 0 1,0 0-1,-1 0 0,1 0 1,0 0-1,0 0 0,-1 0 1,1 0-1,-1 0 0,1 0 0,-1 1 1,0-2-1,0 1-346,0 1 0,0-1 0,0 1 0,0-1-1,0 1 1,0 0 0,0-1 0,0 1 0,0 0 0,0 0 0,0 0 0,0 0 0,0 0 0,0 0-1,0 0 1,0 0 0,0 1 0,-1-1 0,-3 2-194,0-1 0,0 1 0,1 0 0,-1 0 0,1 1 0,0-1 0,-1 1 0,-3 3 0,2 1 102,0-1-1,1 1 1,-1 0-1,2 0 1,-1 0-1,1 1 1,0-1-1,0 1 0,1 0 1,0 0-1,1 1 1,0-1-1,0 0 1,0 1-1,1-1 0,1 1 1,-1 0-1,2-1 1,1 17-1,-1-19 31,0-1 0,0 0 0,0 1-1,1-1 1,0 0 0,0 0 0,0 0 0,1 0 0,0 0-1,0-1 1,0 1 0,0-1 0,1 0 0,-1 0-1,1 0 1,0 0 0,1-1 0,-1 1 0,1-1 0,-1 0-1,1-1 1,0 1 0,0-1 0,0 0 0,0 0-1,0 0 1,1-1 0,-1 0 0,0 0 0,1 0 0,8 0-1,-7-1 139,0 0 0,1 0-1,-1-1 1,0 0 0,0 0-1,1 0 1,-1-1 0,0 0-1,0-1 1,-1 0 0,1 0-1,6-4 1,-9 5-90,0-1-1,-1 0 1,1 0 0,-1-1-1,0 1 1,0-1 0,0 1-1,-1-1 1,1 0 0,-1 0-1,0 0 1,0 0 0,0-1-1,0 1 1,-1-1 0,0 1-1,0-1 1,0 1 0,0-1-1,-1-5 1,1 3-85,-1 0 0,-1 1 1,1-1-1,-1 1 0,0-1 0,0 0 0,-1 1 0,0 0 1,0-1-1,-1 1 0,0 0 0,0 0 0,0 0 0,-1 1 1,1-1-1,-1 1 0,-1 0 0,1 0 0,-1 0 0,0 1 0,0-1 1,0 1-1,0 1 0,-1-1 0,0 1 0,0-1 0,0 2 1,0-1-1,0 1 0,0 0 0,-1 0 0,1 0 0,-1 1 1,1 0-1,-1 1 0,0-1 0,1 1 0,-1 1 0,0-1 1,-9 3-1,13-2-157,0 0 0,0 0 0,0 0 0,0 1 0,1 0 0,-1-1 0,0 1 0,1 0 0,-1 0 0,1 0 0,0 1 0,-3 2 0,-6 17-3990,11-22 3751,0 1-1,0 0 0,0 0 0,0 0 0,0 0 1,0 0-1,1 0 0,-1 0 0,0 0 1,0 0-1,1 0 0,-1-1 0,0 1 0,1 0 1,-1 0-1,1 0 0,-1 0 0,1-1 1,-1 1-1,1 0 0,1 0 0,8 4-6859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0:13.017"/>
    </inkml:context>
    <inkml:brush xml:id="br0">
      <inkml:brushProperty name="width" value="0.035" units="cm"/>
      <inkml:brushProperty name="height" value="0.035" units="cm"/>
    </inkml:brush>
  </inkml:definitions>
  <inkml:trace contextRef="#ctx0" brushRef="#br0">0 1 12236,'0'0'8712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0:13.547"/>
    </inkml:context>
    <inkml:brush xml:id="br0">
      <inkml:brushProperty name="width" value="0.035" units="cm"/>
      <inkml:brushProperty name="height" value="0.035" units="cm"/>
    </inkml:brush>
  </inkml:definitions>
  <inkml:trace contextRef="#ctx0" brushRef="#br0">0 1 7335,'0'0'10527,"4"99"-8818,1 37-969,-5-78-3187,0-32-373,0-34-2199</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0:13.984"/>
    </inkml:context>
    <inkml:brush xml:id="br0">
      <inkml:brushProperty name="width" value="0.035" units="cm"/>
      <inkml:brushProperty name="height" value="0.035" units="cm"/>
    </inkml:brush>
  </inkml:definitions>
  <inkml:trace contextRef="#ctx0" brushRef="#br0">94 0 6598,'0'0'9134,"8"6"-9000,3 4-47,-1 0 1,0 1-1,0 1 1,-1-1-1,-1 1 1,0 0-1,-1 1 1,0 0-1,-1 0 1,0 1-1,-2 0 1,1 0-1,2 14 1,-2-4-51,-1 1 0,0 0 0,-2 0 0,-1 0 0,-1 0 0,-1 0 0,-6 32 0,3-41-29,0 0 0,-1 0 1,-1-1-1,-1 0 0,0 0 0,-1 0 0,0-1 0,-1 0 1,-1-1-1,0 0 0,-19 19 0,18-22-1072,0-1 1,0 0-1,-1 0 0,-17 9 0,-8 0-10109</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0:57.722"/>
    </inkml:context>
    <inkml:brush xml:id="br0">
      <inkml:brushProperty name="width" value="0.035" units="cm"/>
      <inkml:brushProperty name="height" value="0.035" units="cm"/>
    </inkml:brush>
  </inkml:definitions>
  <inkml:trace contextRef="#ctx0" brushRef="#br0">14 80 1281,'0'0'8376,"-2"-8"-7223,0-5-731,-8-45 4906,31 81-5398,9 18 48,-2 2 0,36 72-1,-2-1 0,-46-88 23,6 9 11,-1 1-1,-1 1 1,22 61-1,-42-83-342,0-15 240,-1 0 0,1 0 1,0 0-1,-1 0 0,1 0 1,0 0-1,-1 0 0,1 0 1,0 0-1,-1 0 0,1 0 1,0 0-1,-1 0 1,1 0-1,0 0 0,-1 0 1,1 0-1,0-1 0,-1 1 1,1 0-1,0 0 0,0 0 1,-1-1-1,1 1 0,0 0 1,0 0-1,-1-1 1,1 1-1,0 0 0,0 0 1,0-1-1,-1 1 0,1 0 1,0-1-1,0 1 0,0 0 1,0-1-1,0 1 0,0-1 1,-8-14-4538</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0:58.117"/>
    </inkml:context>
    <inkml:brush xml:id="br0">
      <inkml:brushProperty name="width" value="0.035" units="cm"/>
      <inkml:brushProperty name="height" value="0.035" units="cm"/>
    </inkml:brush>
  </inkml:definitions>
  <inkml:trace contextRef="#ctx0" brushRef="#br0">399 0 7175,'0'0'2690,"-8"7"-2647,-9 10 114,1 2-1,1 0 1,1 1-1,1 0 1,-20 41 0,-35 77 895,36-69-841,-2 0 0,-4-3-1,-57 78 1,93-143-226,-9 13-4,9-10-608,8-7-896,8-11-1189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0:58.416"/>
    </inkml:context>
    <inkml:brush xml:id="br0">
      <inkml:brushProperty name="width" value="0.035" units="cm"/>
      <inkml:brushProperty name="height" value="0.035" units="cm"/>
    </inkml:brush>
  </inkml:definitions>
  <inkml:trace contextRef="#ctx0" brushRef="#br0">0 1 8136,'0'0'6881,"1"7"-6897,0 115 1128,-2-65-1236,3 1 1,9 58 0,-9-111-3561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0:59.040"/>
    </inkml:context>
    <inkml:brush xml:id="br0">
      <inkml:brushProperty name="width" value="0.035" units="cm"/>
      <inkml:brushProperty name="height" value="0.035" units="cm"/>
    </inkml:brush>
  </inkml:definitions>
  <inkml:trace contextRef="#ctx0" brushRef="#br0">0 0 1057,'0'0'11504,"9"12"-11216,84 123 815,121 237-1,-209-354-1873,-13-25-4714,1-9 1812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0:59.334"/>
    </inkml:context>
    <inkml:brush xml:id="br0">
      <inkml:brushProperty name="width" value="0.035" units="cm"/>
      <inkml:brushProperty name="height" value="0.035" units="cm"/>
    </inkml:brush>
  </inkml:definitions>
  <inkml:trace contextRef="#ctx0" brushRef="#br0">373 0 8584,'0'0'3945,"-9"10"-3336,-23 30 261,1 3 0,-41 76 0,-81 114-631,82-137-8485,66-89 3580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0:59.821"/>
    </inkml:context>
    <inkml:brush xml:id="br0">
      <inkml:brushProperty name="width" value="0.035" units="cm"/>
      <inkml:brushProperty name="height" value="0.035" units="cm"/>
    </inkml:brush>
  </inkml:definitions>
  <inkml:trace contextRef="#ctx0" brushRef="#br0">1 77 7687,'0'0'6284,"8"-5"-4902,62-46 1987,-66 48-3363,-1 1 1,1 0-1,0 0 1,0 0 0,0 0-1,0 1 1,0-1-1,0 1 1,0 0-1,0 0 1,0 1 0,1-1-1,-1 1 1,0 0-1,1 0 1,-1 0 0,0 1-1,0 0 1,1-1-1,-1 1 1,0 1-1,4 1 1,-4-1-18,-1 0 0,0 0 1,0 0-1,0 1 0,0-1 0,0 1 1,-1 0-1,1 0 0,-1 0 0,0 0 1,1 0-1,-2 0 0,1 1 1,0-1-1,-1 1 0,1-1 0,-1 1 1,0 0-1,0-1 0,0 1 0,-1 0 1,1 0-1,-1 0 0,0 5 0,-1 3-30,-1 0 0,0 0 0,-1 0 0,0 0 0,-1 0 0,0-1 0,-1 0 0,0 0 0,-1 0 0,0 0 0,-8 10 0,-27 56 53,40-76-14,1-1 0,-1 1 0,1 0 0,0 0 0,0 0 0,-1 0 1,1-1-1,0 1 0,0 0 0,0 0 0,0 0 0,0 0 0,0 0 0,0 0 0,0-1 0,0 1 1,1 0-1,-1 0 0,0 0 0,0 0 0,1-1 0,-1 1 0,1 0 0,-1 0 0,0-1 1,1 1-1,0 1 0,1-1 2,0 0 0,0 1 0,0-1 0,0 0-1,0 0 1,0-1 0,0 1 0,0 0 0,0-1 0,1 1 0,2 0 0,11 0 17,1 0 0,27-3 0,-22 1-14,52 2 217,-1-1-2880,-65 0-3159</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01.936"/>
    </inkml:context>
    <inkml:brush xml:id="br0">
      <inkml:brushProperty name="width" value="0.035" units="cm"/>
      <inkml:brushProperty name="height" value="0.035" units="cm"/>
    </inkml:brush>
  </inkml:definitions>
  <inkml:trace contextRef="#ctx0" brushRef="#br0">13 0 6438,'-2'127'9155,"6"193"-6395,-4-316-3062,0 13 1095,-7-13-5122,-1-7-2659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02.971"/>
    </inkml:context>
    <inkml:brush xml:id="br0">
      <inkml:brushProperty name="width" value="0.035" units="cm"/>
      <inkml:brushProperty name="height" value="0.035" units="cm"/>
    </inkml:brush>
  </inkml:definitions>
  <inkml:trace contextRef="#ctx0" brushRef="#br0">33 41 3171,'0'0'13346,"-4"0"-12711,3 0-609,0 0 0,0 0 0,1 0 0,-1 0 1,0 0-1,0 0 0,1 0 0,-1 0 0,0 0 0,0 0 0,1 0 0,-1 0 0,0 0 0,0-1 0,1 1 0,-1 0 0,0-1 0,0 1 0,1 0 0,-1-1 0,1 1 1,-1-1-1,0 1 0,0-2 0,14-9 323,38-6-271,-42 14-84,1 2 1,0-1 0,0 2 0,-1-1 0,1 1 0,0 0-1,12 3 1,-20-3 4,1 1-1,0 0 0,0 0 0,-1 0 1,1 0-1,0 0 0,-1 0 1,1 1-1,-1-1 0,1 1 0,-1 0 1,0 0-1,0-1 0,0 2 1,0-1-1,0 0 0,0 0 1,-1 0-1,1 1 0,-1-1 0,1 1 1,-1 0-1,0-1 0,0 1 1,0 0-1,0-1 0,-1 1 1,1 5-1,0 1 4,-1 1 1,0-1 0,0 0-1,-1 0 1,0 1 0,0-1-1,-1 0 1,-1 0 0,0 0-1,0-1 1,0 1 0,-1-1-1,0 0 1,-1 1 0,-9 11-1,-7 6 14,-2 0 1,0-2-1,-27 22 0,-4 4-6,53-50-8,1 1-1,0-1 0,-1 0 1,1 0-1,0 1 0,0-1 1,-1 0-1,1 1 1,0-1-1,0 0 0,-1 1 1,1-1-1,0 0 0,0 1 1,0-1-1,0 0 0,0 1 1,0-1-1,0 0 1,0 1-1,0-1 0,0 1 1,0-1-1,0 0 0,0 1 1,0-1-1,0 1 0,0-1 1,0 0-1,0 1 1,0-1-1,0 0 0,1 1 1,-1-1-1,0 0 0,0 1 1,0-1-1,1 0 1,-1 1-1,20 9 129,35 2 161,-46-10-244,200 22 1379,-208-11-7373,-7-8-240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03.755"/>
    </inkml:context>
    <inkml:brush xml:id="br0">
      <inkml:brushProperty name="width" value="0.035" units="cm"/>
      <inkml:brushProperty name="height" value="0.035" units="cm"/>
    </inkml:brush>
  </inkml:definitions>
  <inkml:trace contextRef="#ctx0" brushRef="#br0">71 95 4036,'0'0'13250,"0"-8"-12663,-1 2-440,1 4-100,-1-1 0,1 1 0,0-1 0,-1 1 0,1 0 0,0-1 0,1 1 0,-1-1 0,0 1 0,1-1 0,-1 1 0,3-5 0,-1 4-11,1 0-1,-1 0 1,1 0-1,0 0 1,0 0-1,1 1 1,-1-1 0,0 1-1,1 0 1,-1 0-1,1 1 1,0-1 0,0 1-1,0-1 1,-1 1-1,1 0 1,0 1-1,5-1 1,9-2-57,0 1 1,29 1-1,-45 1 18,0 0 0,0 0 0,0 0 1,0 0-1,0 0 0,-1 0 0,1 0 0,0 1 0,0-1 1,0 1-1,0-1 0,-1 1 0,1 0 0,0 0 0,-1 0 1,1 0-1,-1 0 0,1 0 0,-1 0 0,1 0 0,-1 1 1,0-1-1,1 0 0,-1 1 0,0-1 0,0 1 1,0 0-1,0-1 0,-1 1 0,1 0 0,0-1 0,-1 1 1,1 0-1,-1 0 0,1 0 0,-1 0 0,0-1 0,0 1 1,0 0-1,0 0 0,0 0 0,0 0 0,-1 0 0,1 0 1,-1 2-1,-1 3 4,0 1-1,-1-1 1,0 0 0,0 0-1,0 0 1,-1 0 0,0 0 0,0-1-1,-10 11 1,-59 51 63,73-67-65,0-1 1,0 1-1,0-1 0,0 0 1,0 1-1,0-1 0,0 1 1,0-1-1,1 1 0,-1-1 0,0 0 1,0 1-1,0-1 0,0 0 1,1 1-1,-1-1 0,0 1 1,0-1-1,1 0 0,-1 1 0,0-1 1,1 0-1,-1 0 0,0 1 1,1-1-1,-1 0 0,0 0 1,1 0-1,-1 1 0,1-1 0,-1 0 1,0 0-1,1 0 0,-1 0 1,1 0-1,-1 0 0,1 0 0,23 10-34,-21-9 33,11 5-1,-1-1-1,0 2 1,0 0 0,-1 0-1,0 1 1,0 1 0,-1 0-1,12 11 1,-19-15 3,1 1 0,-1-1 1,1 1-1,-1 0 0,-1-1 0,1 2 0,-1-1 0,0 0 1,-1 1-1,1-1 0,-1 1 0,-1 0 0,1 0 0,-1 0 1,0 0-1,-1 0 0,0 0 0,-1 13 0,0-16 45,-1 0-1,1 1 1,-1-1-1,0 0 1,0 0-1,-1 0 1,1-1-1,-1 1 1,0 0-1,0-1 1,0 0-1,-1 0 1,1 0-1,-1 0 0,1 0 1,-1-1-1,0 1 1,0-1-1,-9 3 1,-5 3 157,-1 0 0,0-2 0,-21 5 0,23-7-23,0-1 1,1 0-1,-1-2 0,-19 0 0,29-1-373,1 0 0,-1-1 1,1-1-1,-1 1 0,-11-5 0,15 5-420,-1-1 1,1 1-1,0-1 1,0 0 0,0 0-1,1 0 1,-1-1-1,0 1 1,1-1-1,0 1 1,-5-6-1,-2-9-8674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04.993"/>
    </inkml:context>
    <inkml:brush xml:id="br0">
      <inkml:brushProperty name="width" value="0.035" units="cm"/>
      <inkml:brushProperty name="height" value="0.035" units="cm"/>
    </inkml:brush>
  </inkml:definitions>
  <inkml:trace contextRef="#ctx0" brushRef="#br0">0 0 8904,'0'0'4607,"3"13"-4089,-2-7-415,18 99 1175,10 189 0,-29-292-1396,-1 7-1242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05.462"/>
    </inkml:context>
    <inkml:brush xml:id="br0">
      <inkml:brushProperty name="width" value="0.035" units="cm"/>
      <inkml:brushProperty name="height" value="0.035" units="cm"/>
    </inkml:brush>
  </inkml:definitions>
  <inkml:trace contextRef="#ctx0" brushRef="#br0">163 21 9449,'0'0'3336,"-8"-4"-2247,6 2-1005,-1 0-1,0 0 0,0 1 1,0-1-1,0 1 0,0-1 1,0 1-1,-1 0 0,1 0 1,0 1-1,0-1 0,-1 1 1,1-1-1,-1 1 0,1 0 0,0 0 1,-1 1-1,1-1 0,0 1 1,-1 0-1,1 0 0,0 0 1,0 0-1,0 0 0,0 1 1,0-1-1,0 1 0,0 0 0,0 0 1,1 0-1,-1 0 0,-4 5 1,2-1-18,0 1 0,0 0 0,0 1 0,1-1 0,0 1 0,1-1 0,-1 1 0,1 1 0,1-1 0,0 0 0,0 0 0,1 1 0,0-1 0,0 1 0,1-1 0,0 12 0,1-16-61,-1 1 0,1-1 0,0 0 0,0 1 0,0-1 0,0 0 0,1 1 0,0-1 0,0 0 0,0 0 0,0 0 0,1-1 0,-1 1 0,1-1 0,0 1 0,0-1 0,0 0 0,1 0 0,-1 0 0,1 0 0,-1-1 0,1 1-1,0-1 1,0 0 0,0 0 0,0-1 0,1 1 0,-1-1 0,0 0 0,1 0 0,-1 0 0,6 0 0,-1-1 14,-1 1 0,0-2 0,0 1 0,0-1 1,0 0-1,0 0 0,-1-1 0,1-1 0,0 1 0,-1-1 0,1 0 0,-1-1 0,13-8 0,-16 10-11,-1-1 0,1 0 0,-1 0 0,0 0 1,0 0-1,-1-1 0,1 1 0,-1-1 0,1 1 0,-1-1 0,0 0 0,-1 0 0,1 0 0,-1 0 1,1 0-1,-1-1 0,-1 1 0,1 0 0,0 0 0,-1-1 0,0 1 0,0 0 0,0-1 1,-1 1-1,0 0 0,1-1 0,-1 1 0,-2-4 0,1 2-6,-1 1 0,1 0-1,-1-1 1,0 1 0,-1 1 0,1-1 0,-1 0-1,0 1 1,0 0 0,0 0 0,-1 0-1,1 0 1,-1 1 0,0-1 0,0 1 0,0 0-1,0 1 1,-11-4 0,3 1-14,1 2 1,-1-1-1,0 1 1,1 1-1,-1 1 0,-1-1 1,-18 2-1,29 1-9,1-1-1,-1 1 0,0 0 1,1 0-1,-1 0 0,1 0 0,-1 1 1,1-1-1,0 1 0,-1-1 0,1 1 1,0 0-1,0 0 0,0 0 1,0 0-1,-2 3 0,-5 19-2343,9-23 2036,0 1 1,0-1-1,0 0 0,0 0 1,0 1-1,0-1 0,1 0 1,-1 0-1,0 0 0,1 1 1,-1-1-1,1 0 0,0 0 1,-1 0-1,1 0 0,0 0 1,-1 0-1,2 1 0,15 7-3568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05.868"/>
    </inkml:context>
    <inkml:brush xml:id="br0">
      <inkml:brushProperty name="width" value="0.035" units="cm"/>
      <inkml:brushProperty name="height" value="0.035" units="cm"/>
    </inkml:brush>
  </inkml:definitions>
  <inkml:trace contextRef="#ctx0" brushRef="#br0">218 9 9993,'0'0'673,"-9"-2"715,2 0-1052,-1 0 0,1 1-1,0 0 1,-1 1 0,0-1 0,1 1-1,-1 1 1,1 0 0,0 0 0,-1 0-1,1 1 1,0 0 0,-1 0 0,1 1-1,0 0 1,1 0 0,-1 1 0,-8 5-1,9-3-244,0-1-1,1 1 1,0 0-1,0 0 0,0 1 1,1 0-1,0 0 0,0 0 1,1 0-1,0 0 0,0 1 1,1-1-1,0 1 1,0 0-1,1-1 0,0 1 1,0 0-1,1 0 0,0 0 1,1 10-1,-1-12-91,1-1 1,0 1-1,0-1 0,0 0 0,1 1 0,-1-1 1,1 0-1,1 0 0,-1 0 0,1 0 0,0 0 1,0-1-1,0 1 0,0-1 0,1 0 0,0 0 1,0 0-1,0-1 0,0 1 0,1-1 0,-1 0 1,1 0-1,0 0 0,0-1 0,0 0 0,0 0 1,0 0-1,1 0 0,8 1 0,-5-2-24,0 0 0,1-1 0,-1 1 0,1-2 0,-1 1-1,1-1 1,-1-1 0,0 0 0,1 0 0,-1-1 0,16-7 0,-21 8-5,0 0 0,0 0 0,-1-1 1,1 0-1,-1 0 0,1 0 0,-1 0 1,0 0-1,0 0 0,0-1 0,-1 0 1,1 1-1,-1-1 0,0 0 0,0 0 1,0 0-1,0-1 0,-1 1 0,0 0 0,0-1 1,0 1-1,0-1 0,-1 1 0,0-1 1,0 1-1,-1-9 0,0 7 28,0 1-1,-1-1 1,0 0-1,0 1 1,-1 0-1,1-1 0,-1 1 1,0 0-1,-1 0 1,1 1-1,-1-1 1,0 1-1,0 0 1,0 0-1,-1 0 1,1 0-1,-1 1 1,0 0-1,0 0 1,0 0-1,-1 0 0,-9-2 1,3 0-39,0 0 0,0 2-1,-1-1 1,1 2 0,-1 0 0,0 0 0,1 1 0,-1 0 0,-20 3-1,31-2-99,0 1-1,0-1 0,0 1 1,0 0-1,0 0 1,0 0-1,0 0 0,0 0 1,1 0-1,-1 1 0,0-1 1,1 0-1,-1 1 0,1 0 1,-2 2-1,2-3-88,0 0 0,1 0 0,-1-1 0,1 1 0,-1 0 0,1 0 1,-1 1-1,1-1 0,0 0 0,-1 0 0,1 0 0,0 0 0,0 0 0,0 0 0,0 0 0,0 0 0,0 0 0,0 0 0,0 1 0,0-1 0,1 0 0,-1 0 0,0 0 0,1 0 0,-1 0 0,1 0 0,-1 0 0,1 0 1,0 0-1,-1 0 0,1-1 0,1 2 0,14 8-2786</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06.226"/>
    </inkml:context>
    <inkml:brush xml:id="br0">
      <inkml:brushProperty name="width" value="0.035" units="cm"/>
      <inkml:brushProperty name="height" value="0.035" units="cm"/>
    </inkml:brush>
  </inkml:definitions>
  <inkml:trace contextRef="#ctx0" brushRef="#br0">161 43 10090,'0'0'4804,"-10"-3"-3886,6 2-805,0-1-1,0 1 1,0 0 0,0 0-1,0 0 1,0 0-1,0 1 1,0 0-1,0 0 1,0 0 0,0 0-1,-1 1 1,1-1-1,0 1 1,0 0 0,0 0-1,1 1 1,-1-1-1,0 1 1,0 0-1,1 0 1,-1 0 0,1 0-1,0 1 1,0 0-1,-1-1 1,2 1-1,-1 0 1,0 0 0,1 0-1,-1 1 1,1-1-1,-3 6 1,3-4-94,0-1-1,0 1 1,0 0-1,0 0 1,1 0 0,0 1-1,0-1 1,0 0 0,1 0-1,0 1 1,0-1-1,0 0 1,0 0 0,1 1-1,0-1 1,0 0 0,1 0-1,-1 0 1,1 0 0,0 0-1,0 0 1,3 4-1,0-3-9,-1 0-1,1-1 1,0 1-1,0-1 1,1 0-1,0 0 1,0-1-1,0 0 1,0 0-1,0 0 0,1-1 1,0 1-1,0-2 1,8 3-1,-8-3-2,0 0-1,0 0 0,0-1 1,0 0-1,0 0 0,1-1 1,-1 0-1,0-1 0,0 1 1,1-1-1,-1-1 0,0 1 1,0-1-1,8-4 0,-11 4 7,1 0 0,-1 0 0,0-1 0,0 0 0,-1 0 0,1 0 0,0 0 0,-1-1 0,0 0 0,0 1 0,0-1 0,0 0 0,-1 0 0,1-1 0,-1 1 0,0 0 0,-1-1 0,1 1 0,-1-1 0,0 0 0,0 1 0,0-1 0,0-6 0,0 5-1,-1 0-1,0 0 1,0 0-1,0 0 1,-1 0-1,0-1 1,0 1-1,-1 0 1,1 0-1,-1 1 0,0-1 1,-1 0-1,0 1 1,0-1-1,0 1 1,0 0-1,-1 0 1,0 0-1,0 0 1,0 1-1,-8-7 0,4 6-108,0-1 0,0 1 0,-1 1 0,0-1 0,0 1 0,0 1 0,0 0 0,-1 0 0,1 1 0,-1 0 0,0 1 0,0 0 0,-10 0 0,-36 2-2849,-2 3-2829</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07.321"/>
    </inkml:context>
    <inkml:brush xml:id="br0">
      <inkml:brushProperty name="width" value="0.035" units="cm"/>
      <inkml:brushProperty name="height" value="0.035" units="cm"/>
    </inkml:brush>
  </inkml:definitions>
  <inkml:trace contextRef="#ctx0" brushRef="#br0">116 26 8488,'0'0'7057,"-1"-5"-6608,1 4-432,0 0-1,0 0 1,0 0 0,0 0-1,0 0 1,-1 0 0,1 0 0,0 0-1,0 0 1,-1 0 0,1 0-1,0 0 1,-1 1 0,1-1 0,-1 0-1,1 0 1,-1 0 0,0 1-1,1-1 1,-1 0 0,-1 0 0,-7 14 214,6-4-180,1 0 0,0 0 0,0 1 0,0 13 0,2-20-35,-1 0 0,1 0 0,0 0 0,0 0 0,0 0 0,1 0 0,-1 0 0,1 0 0,0 0 0,0 0 0,0 0 0,0-1-1,0 1 1,0 0 0,1-1 0,-1 1 0,1 0 0,0-1 0,0 0 0,0 1 0,0-1 0,0 0 0,0 0 0,1 0 0,-1-1 0,1 1 0,-1 0 0,1-1 0,0 0 0,-1 1 0,1-1 0,0 0 0,0-1 0,3 2 0,9-1 127,0-1 1,0 0-1,0-1 1,-1 0-1,29-8 1,27-1 102,-68 10-246,0 0 0,0 0 0,0 0 0,0 0 0,0 0 0,0 0 0,1 1 0,-1-1 0,0 1 0,0-1 0,0 1 0,-1 0 0,1 0 0,0-1 0,0 2 0,0-1 0,0 0 0,-1 0 0,1 0 0,-1 1 0,3 2 0,-2 0 0,-1-1 0,1 1 0,-1 0 0,0 0 0,-1-1 0,1 1 0,-1 0 0,0 0 0,1 0 0,-2 0 0,1 4 0,-1-2-1,0 0 1,-1 0-1,1-1 1,-1 1 0,0-1-1,-1 1 1,1-1-1,-1 0 1,0 0 0,0 0-1,-1 0 1,1-1 0,-1 1-1,0-1 1,0 0-1,-1 0 1,1 0 0,-1-1-1,0 1 1,-6 2 0,-6 4-18,-1-1 0,0 0 1,0-2-1,-33 10 0,-31 0-2022,74-16 1072,0-1 0,1 1 0,-1-1 1,1-1-1,-1 1 0,0-1 0,1-1 0,-14-3 0,-2-10-4552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07.524"/>
    </inkml:context>
    <inkml:brush xml:id="br0">
      <inkml:brushProperty name="width" value="0.035" units="cm"/>
      <inkml:brushProperty name="height" value="0.035" units="cm"/>
    </inkml:brush>
  </inkml:definitions>
  <inkml:trace contextRef="#ctx0" brushRef="#br0">1 110 10442,'0'0'3876,"44"-46"-2403,-19 34-448,3-2-224,5 3-129,2 1-255,1 1-193,0 3-128,-2 4-96,-1 2 0,-1 0-96,-2 0-1025,0 6-1153,-3-2-2691,-1-2-961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08.469"/>
    </inkml:context>
    <inkml:brush xml:id="br0">
      <inkml:brushProperty name="width" value="0.035" units="cm"/>
      <inkml:brushProperty name="height" value="0.035" units="cm"/>
    </inkml:brush>
  </inkml:definitions>
  <inkml:trace contextRef="#ctx0" brushRef="#br0">44 33 6822,'0'0'1298,"-5"9"736,-2 5-1241,1 1 1,0-1 0,1 1-1,1 0 1,0 0 0,-2 22 0,6-33-667,-1 1 1,1-1 0,0 1-1,1-1 1,-1 1 0,1-1-1,0 0 1,0 1 0,0-1 0,0 0-1,1 1 1,4 6 0,-4-9-126,0 1-1,0-1 1,0 1 0,0-1 0,1 0 0,-1 0 0,1 0-1,0 0 1,0-1 0,0 1 0,0-1 0,0 1 0,0-1 0,0 0-1,0 0 1,0-1 0,0 1 0,0-1 0,1 1 0,3-1-1,2 0 31,-1-1 0,1 1-1,0-2 1,-1 1-1,1-1 1,-1 0 0,0-1-1,1 0 1,-1 0-1,0-1 1,-1 0-1,1 0 1,-1-1 0,9-7-1,-10 7-15,0 1 0,-1-1 0,0-1-1,0 1 1,0-1 0,0 0 0,-1 0-1,0 0 1,0 0 0,-1-1 0,1 0 0,-2 0-1,1 0 1,-1 0 0,0 0 0,2-15 0,-4 20-18,0 0 1,0-1-1,-1 1 1,1 0 0,-1 0-1,0-1 1,0 1 0,0 0-1,0 0 1,0 0 0,0 0-1,0 0 1,-1 0 0,1 0-1,-1 1 1,1-1 0,-1 0-1,0 1 1,1-1 0,-1 1-1,0 0 1,0 0 0,0-1-1,0 1 1,0 1 0,0-1-1,-1 0 1,1 0 0,0 1-1,0-1 1,-1 1 0,1 0-1,-3-1 1,-14-1-23,0 0 0,0 1 0,-20 2-1,21-1 18,-42 0-17,54 0 21,8 0 0,33 0 1,54-3 2,63 3 0,-149 0 2,-1 0-1,1 0 1,0 1-1,0-1 1,-1 1-1,1-1 1,-1 1-1,1 0 1,0 1-1,-1-1 1,0 0-1,1 1 1,-1-1-1,0 1 1,0-1-1,0 1 1,0 0-1,0 0 1,0 0-1,0 0 1,-1 1-1,1-1 1,1 3-1,0 3 13,0 1 0,-1-1-1,1 1 1,-2-1 0,2 17-1,-2-16 2,0-1 0,0 1 0,1-1-1,0 1 1,7 15 0,-8-22-13,0 1 1,1-1-1,0 0 0,-1 1 0,1-1 1,0 0-1,0-1 0,0 1 0,0 0 1,0 0-1,1-1 0,-1 1 1,0-1-1,1 0 0,-1 0 0,1 0 1,0 0-1,-1 0 0,1 0 0,0-1 1,-1 1-1,1-1 0,3 0 1,6 1 21,-1-1 1,1 0-1,-1 0 0,1-2 1,-1 1-1,0-1 1,12-4-1,-20 5-12,1 0 0,-1-1 0,0 1 0,0 0 0,0-1-1,0 0 1,0 0 0,-1 0 0,1 0 0,-1 0 0,1 0-1,-1-1 1,0 1 0,1-1 0,-1 0 0,-1 1 0,1-1 0,0 0-1,-1 0 1,1 0 0,-1 0 0,0-1 0,0 1 0,0 0-1,-1-1 1,1 1 0,-1 0 0,1-6 0,-2 7-8,1-1 0,-1 1 1,0-1-1,0 1 0,0-1 0,0 1 1,0 0-1,-1-1 0,1 1 0,0 0 1,-1 0-1,0 0 0,0 0 0,1 0 1,-1 1-1,0-1 0,-1 0 0,1 1 1,0-1-1,0 1 0,-1 0 0,1 0 1,0 0-1,-1 0 0,-2-1 0,-12-3-29,0 0 0,-26-5 0,35 9 22,-13-2-18,14 2 23,-1 0 0,1 0 0,0 0 0,-1-1 0,1 0 0,0-1 0,-12-5-1,19 8 0,0 0-1,0 0 0,0-1 0,0 1 0,-1 0 1,1 0-1,0 0 0,0-1 0,0 1 0,0 0 1,0 0-1,0 0 0,0-1 0,0 1 0,0 0 0,0 0 1,0-1-1,-1 1 0,1 0 0,0 0 0,1 0 1,-1-1-1,0 1 0,0 0 0,0 0 0,0-1 1,0 1-1,0 0 0,0 0 0,0 0 0,0-1 1,0 1-1,0 0 0,1 0 0,-1 0 0,0-1 0,0 1 1,0 0-1,0 0 0,0 0 0,1 0 0,-1 0 1,0-1-1,0 1 0,0 0 0,1 0 0,-1 0 1,0 0-1,0 0 0,0 0 0,1 0 0,-1 0 0,0 0 1,0 0-1,1 0 0,-1 0 0,0 0 0,0 0 1,1 0-1,-1 0 0,0 0 0,0 0 0,20-4-38,-17 4 38,68-8-11,1 3 0,136 8 1,-201-3 12,0 1 1,0 0-1,0 0 1,0 0-1,0 1 1,0 0-1,8 4 1,-13-5-2,0 1 0,0-1 0,0 0 0,0 1 0,0-1 0,0 1 1,-1-1-1,1 1 0,0 0 0,-1 0 0,1-1 0,-1 1 0,0 0 0,0 1 1,0-1-1,0 0 0,0 0 0,0 0 0,0 1 0,-1-1 0,1 0 0,-1 1 1,1-1-1,-1 4 0,-3 36 102,1-31-64,1 0 0,1-1 1,0 1-1,2 19 0,-1-29-25,0 0 0,-1 0 1,1 0-1,0 0 0,0 0 1,0 0-1,0 0 0,0 0 0,0 0 1,0 0-1,1 0 0,-1-1 1,0 1-1,0 0 0,1-1 1,-1 1-1,0-1 0,1 1 0,-1-1 1,0 0-1,1 0 0,-1 0 1,0 1-1,1-1 0,2-1 1,42 0 799,-40 0-714,2 0 0,0-1 0,0 1 0,-1-2 0,1 1 0,0-1 0,-1 0 0,0-1 0,0 0 0,0 0-1,0 0 1,-1-1 0,1 0 0,9-11 0,-12 13-56,-1 0 0,0 0 0,0-1 0,-1 1 1,1-1-1,-1 0 0,1 0 0,-1 0 0,-1 0 0,1 0 0,0-1 0,-1 1 0,0 0 0,0-1 0,0 1 0,-1-1 1,1 1-1,-1-1 0,0 1 0,0-1 0,-1 1 0,1-1 0,-1 1 0,0-1 0,-1 1 0,-1-5 0,1 5-37,-1 0-1,1 0 1,-1 1-1,0-1 0,0 1 1,-1 0-1,1 0 0,-1 0 1,1 0-1,-1 1 1,0-1-1,0 1 0,0 0 1,0 0-1,0 0 1,-1 1-1,1-1 0,-1 1 1,-8-1-1,-8-1-426,0 1 0,-40 1 1,10 4-2630,1 7-2118</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09.063"/>
    </inkml:context>
    <inkml:brush xml:id="br0">
      <inkml:brushProperty name="width" value="0.035" units="cm"/>
      <inkml:brushProperty name="height" value="0.035" units="cm"/>
    </inkml:brush>
  </inkml:definitions>
  <inkml:trace contextRef="#ctx0" brushRef="#br0">2 106 10474,'0'0'109,"1"0"0,-1 0 1,1 0-1,-1 0 0,1 0 1,-1-1-1,1 1 0,-1 0 0,1 0 1,-1 0-1,1-1 0,-1 1 1,1 0-1,-1-1 0,0 1 0,1 0 1,-1-1-1,0 1 0,1-1 1,-1 1-1,0 0 0,1-1 0,-1 1 1,0-1-1,0 1 0,0-1 1,1 1-1,-1-1 0,0 1 0,0-1 1,0 1-1,0-1 0,0 1 1,0-1-1,0 1 0,0-1 0,0 1 1,0-1-1,0 1 0,0-1 1,-1 1-1,1-1 0,0 1 0,0-1 1,0 1-1,-1-1 0,1 1 1,0-1-1,-1 1 0,1 0 0,0-1 1,-1 1-1,1-1 0,0 1 1,-1 0-1,1-1 0,-1 1 0,1 0 1,-1 0-1,1-1 0,0 1 1,-1 0-1,1 0 0,-1 0 0,1 0 1,-1 0-1,0 0 0,1-1 1,-1 1-1,44-17 375,2 2 0,-1 2 1,2 2-1,0 2 0,0 2 0,89-2 1,-130 8-480,-1 1 1,1 0-1,0 0 1,0 1 0,0-1-1,-1 1 1,1 0-1,0 0 1,-1 1-1,1 0 1,-1-1-1,1 1 1,-1 1 0,0-1-1,5 4 1,-6-3-4,0 1 1,0 0 0,-1 0-1,0 0 1,1 0-1,-1 0 1,-1 0 0,1 0-1,0 1 1,-1-1-1,0 1 1,0-1 0,-1 1-1,1-1 1,-1 1 0,0 5-1,0 34 17,-3 0 1,-1-1-1,-19 83 0,2-18-21,20-100 42,0-2-117,0 0 1,0 0-1,0 0 0,1 0 0,1 11 1,-1-16-39,0 0-1,1-1 1,-1 1 0,0 0 0,1 0-1,-1 0 1,0 0 0,1-1 0,-1 1-1,1 0 1,-1 0 0,1-1 0,0 1 0,-1 0-1,1-1 1,0 1 0,-1-1 0,1 1-1,0-1 1,0 1 0,0-1 0,-1 1 0,1-1-1,0 0 1,0 1 0,0-1 0,0 0-1,0 0 1,0 0 0,0 0 0,-1 0 0,1 0-1,0 0 1,0 0 0,0 0 0,0 0-1,0 0 1,0-1 0,0 1 0,0 0 0,-1-1-1,1 1 1,0 0 0,1-2 0,24-13-4637,6-13-2065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10.049"/>
    </inkml:context>
    <inkml:brush xml:id="br0">
      <inkml:brushProperty name="width" value="0.035" units="cm"/>
      <inkml:brushProperty name="height" value="0.035" units="cm"/>
    </inkml:brush>
  </inkml:definitions>
  <inkml:trace contextRef="#ctx0" brushRef="#br0">75 23 14510,'0'0'2658,"-10"6"-1814,6-4-692,-1 1 1,1 0-1,0 0 1,0 0-1,0 1 1,0-1-1,0 1 1,1 0-1,0 0 1,0 0-1,0 0 1,0 1-1,1-1 1,-1 1-1,1 0 1,0 0-1,1 0 1,-1 0-1,1 0 1,0 0-1,0 0 1,0 6-1,1-5-126,0 1 0,0-1-1,0 1 1,0-1 0,1 0 0,0 1 0,1-1-1,-1 0 1,1 0 0,1 0 0,-1 0-1,1 0 1,0 0 0,0-1 0,1 1 0,4 5-1,-4-7-18,1 0-1,-1 0 0,1 0 0,0-1 0,0 0 1,0 0-1,0 0 0,1-1 0,-1 0 0,1 0 0,-1 0 1,1-1-1,0 0 0,0 0 0,0 0 0,0-1 1,11 0-1,-14 0 0,0 0-1,0 0 1,1-1 0,-1 1-1,0-1 1,0 0 0,0 0-1,0 0 1,0-1 0,0 1 0,0-1-1,0 1 1,0-1 0,-1 0-1,1 0 1,-1 0 0,1 0-1,-1-1 1,0 1 0,0-1 0,0 1-1,0-1 1,0 0 0,-1 0-1,1 0 1,-1 0 0,0 0-1,1 0 1,-2 0 0,2-5 0,-1 4-11,0 0 0,-1-1 0,0 1 1,0 0-1,0 0 0,0-1 1,0 1-1,-1 0 0,0 0 1,0 0-1,0 0 0,-1 0 1,1 0-1,-1 0 0,0 0 0,0 0 1,0 1-1,0-1 0,-1 1 1,0-1-1,1 1 0,-1 0 1,-5-4-1,-3 0-39,-1-1 0,0 2 0,-1-1-1,-14-4 1,-19-9 14,46 20 30,0 0 1,0 0-1,-1 0 1,1 0-1,0 0 0,-1 0 1,1-1-1,0 1 0,-1 0 1,1 0-1,0 0 1,0 0-1,-1 0 0,1-1 1,0 1-1,0 0 0,-1 0 1,1-1-1,0 1 1,0 0-1,-1 0 0,1-1 1,0 1-1,0 0 1,0 0-1,0-1 0,0 1 1,-1 0-1,1-1 0,0 1 1,0 0-1,0 0 1,0-1-1,0 1 0,0 0 1,0-1-1,0 1 0,0 0 1,0-1-1,14-4-45,23 2-53,2 1 75,54 0-31,-87 2 51,1 1 1,-1 0-1,0 0 1,0 0-1,0 0 1,0 1 0,0 0-1,0 0 1,0 1-1,-1 0 1,7 4-1,-9-5 1,-1 0 0,0 0 0,0 0 0,0 1 0,0-1 0,0 1 0,-1-1 0,1 1 0,-1 0 0,0-1 0,1 1-1,-1 0 1,-1 0 0,1 0 0,0 3 0,1 49-60,0 2-1,-2-55 61,1 1 0,0 0 1,0 0-1,0 0 0,0-1 1,0 1-1,0 0 0,1-1 1,0 1-1,-1-1 0,1 0 1,0 1-1,0-1 0,0 0 1,0 0-1,3 2 0,-1-2 6,0 0-1,0 0 1,0-1-1,0 1 1,0-1 0,0 0-1,0 0 1,0 0-1,0-1 1,1 1-1,-1-1 1,0 0-1,0 0 1,1-1-1,-1 1 1,0-1-1,0 0 1,0 0 0,7-3-1,-4 2 5,-1-1 0,0 0 0,1 0 0,-1-1 0,0 1-1,0-2 1,-1 1 0,1 0 0,-1-1 0,0 0 0,5-6 0,-8 8 1,0 1 0,0-1 0,-1 0 0,1 1 0,0-1 0,-1 0 0,0 0 0,0 0 0,0-1 0,0 1 0,0 0 0,0 0 0,-1-1 0,0 1 0,1 0 1,-2-6-1,1 7-5,-1-1 0,0 1 0,0-1 0,0 0 0,0 1 0,-1 0 0,1-1 0,-1 1 0,1 0 0,-1 0 0,0 0 0,0 0 0,0 0 0,0 0 0,0 0 0,-2-1 0,-10-5-6,-1 1 0,0 0 0,0 1 0,0 0 0,-24-5 0,3 1-21,111 4-79,146 6 76,-219 0 21,0 0 0,0 1 0,0-1 1,0 0-1,0 1 0,0-1 1,0 1-1,0 0 0,0 0 0,-1 0 1,1 0-1,0 0 0,0 0 1,-1 0-1,1 1 0,0-1 0,-1 0 1,0 1-1,1-1 0,-1 1 1,0 0-1,0 0 0,1-1 0,-1 1 1,1 4-1,1 4-3,0 0-1,0 0 1,-1 0 0,1 15 0,-3-18 5,1 1 0,0 0 0,1-1 0,-1 1 0,1-1 0,1 1 1,4 8-1,-5-13 4,1 0 0,0 0 0,0 0 1,0 0-1,0-1 0,1 0 0,-1 1 1,1-1-1,-1 0 0,1-1 0,0 1 1,0-1-1,0 0 0,0 1 0,0-2 1,0 1-1,0 0 0,0-1 0,0 0 1,0 0-1,0 0 0,0 0 0,0-1 0,0 0 1,7-1-1,-2 0 5,0 0 1,0-1-1,-1 0 0,1 0 0,-1-1 1,0 0-1,0-1 0,0 1 1,0-2-1,10-8 0,-16 11 15,1 1 0,0-1 0,-1 0 0,1 0 0,-1 0-1,0 0 1,0 0 0,0-1 0,0 1 0,-1-1 0,1 1 0,-1-1 0,0 0 0,0 0-1,0 1 1,-1-1 0,1 0 0,-1 0 0,0 0 0,0 1 0,-1-1 0,1 0 0,-1 0 0,1 0-1,-3-5 1,0 3 3,1 1-1,-1 0 0,-1 0 1,1 0-1,-1 1 0,1-1 1,-1 1-1,-1 0 0,1 0 0,0 0 1,-1 1-1,0-1 0,0 1 1,0 0-1,0 1 0,-6-3 1,-15-4-267,0 1 1,0 2 0,0 0 0,-1 2 0,0 1-1,0 1 1,-39 2 0,53-1-4766</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10.875"/>
    </inkml:context>
    <inkml:brush xml:id="br0">
      <inkml:brushProperty name="width" value="0.035" units="cm"/>
      <inkml:brushProperty name="height" value="0.035" units="cm"/>
    </inkml:brush>
  </inkml:definitions>
  <inkml:trace contextRef="#ctx0" brushRef="#br0">1 0 13100,'7'5'385,"2"4"-449,5 10 64,6 4 64,3 6 288,3 2 193,3 3-129,-1 0-352,-2-3-64,0-3 32,-4-5-32,-4-6-384,-2-9-2787,-3-8-385,-5 0-4227</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11.126"/>
    </inkml:context>
    <inkml:brush xml:id="br0">
      <inkml:brushProperty name="width" value="0.035" units="cm"/>
      <inkml:brushProperty name="height" value="0.035" units="cm"/>
    </inkml:brush>
  </inkml:definitions>
  <inkml:trace contextRef="#ctx0" brushRef="#br0">239 1 8776,'0'0'710,"-4"10"342,-2 3-590,-1 0 1,0-1-1,0 0 1,-1 0-1,-1-1 1,0 0-1,-14 14 0,-38 24-260,43-37-363,1 2 0,1 0 0,-22 23-1,30-21-4834,7-11 1579</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11.409"/>
    </inkml:context>
    <inkml:brush xml:id="br0">
      <inkml:brushProperty name="width" value="0.035" units="cm"/>
      <inkml:brushProperty name="height" value="0.035" units="cm"/>
    </inkml:brush>
  </inkml:definitions>
  <inkml:trace contextRef="#ctx0" brushRef="#br0">1 1 8040,'0'0'8941,"0"11"-8391,16 298 1329,-16-302-1276,0-4-3476</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13.575"/>
    </inkml:context>
    <inkml:brush xml:id="br0">
      <inkml:brushProperty name="width" value="0.035" units="cm"/>
      <inkml:brushProperty name="height" value="0.035" units="cm"/>
    </inkml:brush>
  </inkml:definitions>
  <inkml:trace contextRef="#ctx0" brushRef="#br0">365 108 3940,'1'0'297,"0"0"0,0-1 0,1 1 0,-1 0 0,0 0 0,0 0 0,0-1 0,0 1 0,0 0 0,0-1 0,0 1 0,0-1 0,0 1 1,0-1-1,0 0 0,0 1 0,0-1 0,-1 0 0,1 1 0,0-1 0,0 0 0,-1 0 0,1 0 0,-1 0 0,1 0 0,0 0 0,-1 0 0,0 0 0,1 0 0,-1 0 0,0 0 1,1 0-1,-1 0 0,0 0 0,0-1 0,0 1 0,0 0 0,0 0 0,0 0 0,0 0 0,-1-2 0,1 0-179,-1 0 0,1 0-1,-1 1 1,0-1 0,0 0-1,0 1 1,0-1 0,-1 0 0,1 1-1,0 0 1,-1-1 0,0 1 0,0 0-1,0 0 1,0 0 0,-3-3-1,-5 0-103,0 1-1,0 0 1,0 0-1,0 1 0,-1 0 1,1 1-1,-1 0 0,0 1 1,-13 0-1,5 1-1,-1 0 0,1 1-1,0 1 1,-26 7 0,35-6 3,1 0 1,-1 1 0,1 0-1,-1 0 1,1 1 0,1 1 0,-1-1-1,-11 11 1,17-14-12,1 0 1,-1 1-1,1-1 0,-1 1 1,1 0-1,0-1 0,0 1 1,0 0-1,0 0 0,1 1 1,-1-1-1,1 0 0,0 0 1,0 1-1,0-1 0,0 1 1,0-1-1,1 1 0,0-1 1,0 1-1,0-1 0,0 1 1,0-1-1,1 1 0,-1-1 1,1 1-1,0-1 0,2 5 1,-2-5-1,1-1 0,0 1 0,0 0 0,0-1 0,0 0 0,1 1 0,-1-1 0,1 0 1,-1 0-1,1 0 0,0-1 0,-1 1 0,1-1 0,0 1 0,0-1 0,0 0 0,0 0 1,1-1-1,-1 1 0,3 0 0,71 4 119,-67-5-114,3 0 43,0 0-1,0-1 0,0-1 1,0 0-1,0-1 0,0 0 1,-1-1-1,1 0 0,-1-1 0,0 0 1,-1-1-1,1 0 0,-1-1 1,0 0-1,-1-1 0,0-1 1,15-14-1,-25 23-36,1-1 0,-1 1 0,1-1 1,-1 1-1,1 0 0,-1-1 0,1 1 0,0 0 1,-1 0-1,1-1 0,-1 1 0,1 0 0,0 0 0,-1 0 1,1 0-1,-1 0 0,1 0 0,0 0 0,-1 0 0,1 0 1,-1 0-1,1 0 0,0 0 0,-1 0 0,1 0 1,-1 1-1,1-1 0,0 0 0,-1 0 0,1 1 0,-1-1 1,1 0-1,-1 1 0,1-1 0,-1 1 0,1-1 0,-1 1 1,0-1-1,1 1 0,-1-1 0,0 1 0,1-1 1,-1 1-1,0-1 0,0 1 0,1-1 0,-1 1 0,0 0 1,0-1-1,0 1 0,0 0 0,14 39 614,-13-35-606,5 19-22,0 1-1,-2 0 1,-1 0 0,-1 0-1,-1 0 1,-1 1-1,-1-1 1,-5 28 0,4-46-17,-1 0 0,1 0 0,-1-1 0,0 1 1,0-1-1,-1 0 0,1 0 0,-2 0 1,1 0-1,-1-1 0,1 0 0,-1 0 0,-1 0 1,-5 4-1,3-3-936,0-1-1,0 0 1,0-1 0,-1 0 0,1 0-1,-11 2 1,-22 4-8646</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14.181"/>
    </inkml:context>
    <inkml:brush xml:id="br0">
      <inkml:brushProperty name="width" value="0.035" units="cm"/>
      <inkml:brushProperty name="height" value="0.035" units="cm"/>
    </inkml:brush>
  </inkml:definitions>
  <inkml:trace contextRef="#ctx0" brushRef="#br0">1 1 8680,'0'0'9545,"3"13"-9267,44 199 1280,-24-59-3986,-23-153 2319,0 0 0,0 0 1,0 0-1,0 0 0,0 0 0,0 1 1,-1-1-1,1 0 0,0 0 0,0 0 1,0 0-1,0 0 0,0 1 1,0-1-1,0 0 0,0 0 0,0 0 1,0 0-1,1 0 0,-1 1 0,0-1 1,0 0-1,0 0 0,0 0 1,0 0-1,0 0 0,0 0 0,0 1 1,0-1-1,0 0 0,0 0 0,1 0 1,-1 0-1,0 0 0,0 0 1,0 0-1,0 0 0,0 0 0,0 1 1,1-1-1,-1 0 0,0 0 1,0 0-1,0 0 0,0 0 0,0 0 1,1 0-1,-1 0 0,0 0 0,0 0 1,0 0-1,0 0 0,0 0 1,1 0-1,-1 0 0,0 0 0,0 0 1,0 0-1,0-1 0,5-4-3441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14.524"/>
    </inkml:context>
    <inkml:brush xml:id="br0">
      <inkml:brushProperty name="width" value="0.035" units="cm"/>
      <inkml:brushProperty name="height" value="0.035" units="cm"/>
    </inkml:brush>
  </inkml:definitions>
  <inkml:trace contextRef="#ctx0" brushRef="#br0">15 1 14189,'0'0'5974,"-3"11"-4997,0-1-834,0 0 0,1 1 1,1-1-1,-1 1 0,2-1 0,-1 1 1,1 0-1,1-1 0,0 1 0,1-1 1,5 20-1,-2-13-121,2 1-1,0-2 1,1 1-1,14 21 1,-20-34-22,0-1 0,0 0 0,1 1 0,-1-1 1,1 0-1,0 0 0,-1-1 0,1 1 0,1-1 0,-1 1 1,0-1-1,0 0 0,1 0 0,-1 0 0,1-1 0,0 1 0,0-1 1,-1 0-1,1 0 0,0 0 0,0 0 0,0-1 0,0 0 1,0 0-1,0 0 0,6-1 0,-8 1 5,0-1 0,1 1 0,-1-1 0,0 0 0,0 0 0,0 0 0,0 0 0,0 0 0,0-1 0,0 1 0,0-1 0,0 1 0,-1-1 0,1 1 0,0-1 0,-1 0 0,0 0 0,1 0 0,-1 0 0,0 0 0,0 0 0,0 0 0,0-1 0,-1 1 0,1 0 0,0 0 0,-1-1 0,0 1 0,1 0 0,-1-1 0,0 1 0,0 0 0,0-1 0,-1 1 0,1 0 0,-1-1 0,1 1 0,-1 0 0,0 0 0,1-1 0,-1 1 0,0 0 0,-1 0 0,1 0 0,0 0 0,-1 0 0,1 1 0,-1-1 0,1 0 0,-1 0 0,0 1 0,0-1 0,1 1 0,-1 0 0,0 0 0,-1 0 0,1-1 0,0 2 0,0-1 0,0 0 0,-3 0 0,-1 0-101,0 0 1,0 1 0,0-1 0,0 2 0,0-1-1,0 0 1,1 1 0,-1 0 0,0 1-1,-10 3 1,10-2-677,1-1-1,0 1 1,0 1 0,0-1-1,1 1 1,-8 6 0,-9 13-5357</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15.056"/>
    </inkml:context>
    <inkml:brush xml:id="br0">
      <inkml:brushProperty name="width" value="0.035" units="cm"/>
      <inkml:brushProperty name="height" value="0.035" units="cm"/>
    </inkml:brush>
  </inkml:definitions>
  <inkml:trace contextRef="#ctx0" brushRef="#br0">1 81 4164,'0'0'12828,"1"-9"-11632,-1 6-1148,1 0-1,0-1 1,-1 1 0,1 0 0,1-1-1,-1 1 1,0 0 0,1 0-1,0 0 1,-1 0 0,1 0 0,0 0-1,1 1 1,-1-1 0,0 1 0,1-1-1,-1 1 1,1 0 0,0 0-1,0 0 1,0 1 0,0-1 0,0 0-1,0 1 1,0 0 0,1 0 0,-1 0-1,0 0 1,1 1 0,-1-1 0,1 1-1,-1 0 1,6 0 0,-5-1-47,-1 1 0,0 0 0,0-1 1,0 1-1,1 1 0,-1-1 0,0 0 0,0 1 1,0-1-1,0 1 0,0 0 0,0 0 1,0 1-1,0-1 0,0 0 0,0 1 0,-1 0 1,1-1-1,0 1 0,-1 0 0,0 1 1,4 2-1,-4-1-2,-1 0 0,1 0 1,0 0-1,-1 0 0,0 0 1,0 0-1,0 1 0,-1-1 0,1 0 1,-1 1-1,0-1 0,0 0 1,0 1-1,-1-1 0,0 0 0,-2 8 1,-2 5 5,-1 0 1,-1 0-1,0-1 1,-2 0-1,1 0 1,-13 15 0,11-17 2,1 1 0,0 0 0,1 0 0,0 1 0,2 1 1,-9 27-1,15-43 4,0 0 0,0 0 0,0 0 0,0 0 1,0 0-1,0 0 0,0 0 0,0 0 0,0 1 0,1-1 0,-1 0 1,0 0-1,1 0 0,-1 0 0,1-1 0,-1 1 0,1 0 1,0 0-1,-1 0 0,1 0 0,0 0 0,-1-1 0,1 1 0,0 0 1,0-1-1,0 1 0,0 0 0,0-1 0,0 1 0,0-1 0,0 0 1,0 1-1,0-1 0,0 0 0,0 1 0,0-1 0,0 0 1,0 0-1,2 0 0,53 0 436,-39-1-432,11-1-115,0 0-1,0-2 1,-1-1 0,35-11-1,-49 12-1685,0-1-1,-1-1 1,16-8-1,-3-3-4017</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15.524"/>
    </inkml:context>
    <inkml:brush xml:id="br0">
      <inkml:brushProperty name="width" value="0.035" units="cm"/>
      <inkml:brushProperty name="height" value="0.035" units="cm"/>
    </inkml:brush>
  </inkml:definitions>
  <inkml:trace contextRef="#ctx0" brushRef="#br0">115 18 15599,'0'0'5429,"8"-5"-5296,-5 4-130,-1-1-1,0 1 0,1 0 0,-1-1 1,1 1-1,0 0 0,-1 0 0,1 1 1,0-1-1,0 1 0,0-1 1,-1 1-1,1 0 0,0 0 0,0 0 1,0 0-1,0 0 0,-1 1 0,1 0 1,0-1-1,0 1 0,-1 0 0,1 0 1,0 0-1,-1 1 0,1-1 1,-1 1-1,0-1 0,1 1 0,-1 0 1,0 0-1,3 3 0,-2-3-12,0 1 0,-1 0 0,1-1 0,0 1 0,-1 0-1,0 0 1,1 1 0,-1-1 0,-1 0 0,1 1 0,0-1 0,-1 1 0,0 0 0,1-1 0,-2 1 0,1 0-1,0 0 1,-1-1 0,0 1 0,1 0 0,-2 0 0,1 0 0,0 0 0,-2 4 0,-2 4-55,0 0 1,-1 0 0,-1 0 0,0-1 0,-14 20 0,-5 9-4,25-39 69,0 0-1,-1 0 0,1 0 0,0 0 0,0 0 0,0 0 1,0 0-1,0 0 0,0 0 0,0 0 0,0 0 0,0 0 1,0 0-1,0 0 0,1 0 0,-1 0 0,0 0 0,1 0 1,-1 0-1,1 0 0,-1 0 0,1 0 0,-1 0 0,1-1 1,0 1-1,-1 0 0,1 0 0,0-1 0,0 1 0,0 0 1,-1-1-1,1 1 0,0-1 0,0 1 0,2 0 0,44 21 13,-25-13-5,-15-6-9,-1 1-1,0 0 1,0 0 0,0 0-1,-1 1 1,0 0 0,0 0-1,6 8 1,-10-12 22,1 1 1,-1 0-1,0-1 0,0 1 1,-1 0-1,1 0 1,0 0-1,0-1 0,-1 1 1,0 0-1,1 0 1,-1 0-1,0 0 0,0 0 1,0 0-1,0 0 1,0 0-1,0 0 0,0 0 1,-1 0-1,1 0 1,-1 0-1,0 0 0,1-1 1,-1 1-1,0 0 1,0 0-1,0-1 0,0 1 1,0 0-1,-1-1 1,1 1-1,0-1 0,-1 0 1,-2 3-1,-14 10 76,-1-1 0,0 0 0,-1-1 1,0-1-1,-23 8 0,-58 17-3221,36-19-4857</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38.481"/>
    </inkml:context>
    <inkml:brush xml:id="br0">
      <inkml:brushProperty name="width" value="0.035" units="cm"/>
      <inkml:brushProperty name="height" value="0.035" units="cm"/>
    </inkml:brush>
  </inkml:definitions>
  <inkml:trace contextRef="#ctx0" brushRef="#br0">24 188 6438,'0'0'7170,"-4"-8"-6717,1 4-449,1 1 64,1 1 1,-1 0-1,1 0 1,-1-1 0,1 1-1,0 0 1,0-1-1,0 0 1,0 1 0,0-1-1,0 1 1,1-1-1,-1 0 1,1 0 0,0 1-1,0-1 1,0 0-1,0 1 1,1-1-1,-1 0 1,1 0 0,-1 1-1,2-5 1,6-4 32,-1 1 0,2-1 0,-1 2 1,1-1-1,1 1 0,0 0 0,12-8 1,-18 15-102,-1-1 0,1 0 0,0 1 1,0 0-1,-1 0 0,2 0 1,-1 1-1,0-1 0,0 1 0,0 0 1,1 0-1,-1 0 0,1 1 1,-1 0-1,0 0 0,1 0 0,-1 0 1,1 1-1,-1-1 0,0 1 0,1 0 1,-1 0-1,0 1 0,8 3 1,-8-2-9,1 1 0,0 0 0,-1 1 1,0-1-1,0 1 0,0-1 1,0 1-1,-1 0 0,0 1 0,0-1 1,0 0-1,-1 1 0,2 6 1,4 13 18,8 43 1,-14-55 14,7 37 177,-2 1 0,-1 81-1,-9-126 1167,-5-14-592,-5-16-317,9 10-430,1 0-1,0 0 1,2-1 0,-1 1 0,2-1 0,0 0 0,0 1 0,4-17 0,-3 21-31,1 1 1,0 0-1,0 0 0,1 0 1,1 0-1,-1 0 1,1 1-1,1-1 1,-1 1-1,1 0 1,1 0-1,0 1 1,10-11-1,-14 16 0,0 0-1,1-1 1,-1 1-1,1 0 1,0 1-1,0-1 1,0 1-1,0-1 1,0 1-1,0 0 1,0 0-1,0 0 1,0 0-1,1 0 1,-1 1-1,0 0 1,0 0-1,1 0 1,-1 0-1,0 0 1,5 1 0,-4 1-7,1 0 1,-1 0 0,1 0 0,-1 0 0,0 1 0,1 0 0,-2 0-1,1 0 1,0 0 0,0 0 0,-1 1 0,5 7 0,2 2-11,-1 1 0,-1 0 1,0 1-1,-1 0 0,-1 0 1,0 1-1,5 22 0,1 45-2663,-8 40-6003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38.952"/>
    </inkml:context>
    <inkml:brush xml:id="br0">
      <inkml:brushProperty name="width" value="0.035" units="cm"/>
      <inkml:brushProperty name="height" value="0.035" units="cm"/>
    </inkml:brush>
  </inkml:definitions>
  <inkml:trace contextRef="#ctx0" brushRef="#br0">79 0 9865,'0'0'5072,"-8"3"-3898,4-3-1095,1 1 1,-1 1-1,1-1 0,-1 0 0,1 1 0,-1 0 0,1 0 0,0 0 1,0 0-1,0 0 0,0 1 0,0 0 0,1-1 0,-1 1 1,1 0-1,-1 0 0,1 0 0,0 0 0,0 1 0,1-1 1,-1 1-1,1-1 0,-1 1 0,1-1 0,0 1 0,0 0 0,1-1 1,-1 7-1,0-3-61,1 1 0,-1 0-1,2 0 1,-1 0 0,1 0 0,0-1 0,1 1 0,0 0 0,0-1 0,0 1-1,7 12 1,-6-16-26,-1 0 0,1 0 0,0 0 0,0 0-1,1-1 1,-1 0 0,1 0 0,-1 1 0,1-2-1,0 1 1,0 0 0,0-1 0,1 0 0,-1 0 0,1 0-1,-1-1 1,1 1 0,-1-1 0,1 0 0,9 0-1,-6 0 15,0 0 0,0-1 0,0 0-1,0 0 1,0-1 0,0 0 0,0 0-1,0-1 1,12-4 0,-17 4 5,0 0-1,0 1 1,0-1 0,0 0 0,0-1-1,0 1 1,0 0 0,-1-1-1,0 0 1,1 0 0,-1 1 0,0-1-1,0 0 1,0-1 0,-1 1 0,1 0-1,-1-1 1,0 1 0,0 0-1,0-1 1,0 1 0,0-1 0,-1-6-1,1 5 5,-1 0 0,0 0 0,0 0 0,0 0 0,-1 0 0,0 0 0,0 0 0,0 0 0,0 1 0,-1-1 0,0 0 0,0 1 0,0-1 0,-1 1 0,1 0 0,-1 0 0,0 0 0,0 0 0,-1 0 0,1 1 0,-1-1 0,1 1 0,-1 0 0,0 0 0,-1 0 0,-6-3 0,-2 0-8,1 1-1,-1 0 1,1 1 0,-1 1-1,0 0 1,-1 1 0,1 0-1,-26 0 1,37 2-44,1 1-1,0-1 1,-1 0 0,1 0 0,-1 1-1,1-1 1,0 0 0,-1 1 0,1 0-1,0-1 1,-1 1 0,1 0 0,0-1-1,0 1 1,0 0 0,0 0-1,0 0 1,0 0 0,0 0 0,0 0-1,0 1 1,0-1 0,0 0 0,1 0-1,-1 0 1,0 3 0,1-3-147,-1-1 0,1 1 0,0 0-1,0 0 1,0 0 0,0 0 0,0 0 0,0 0 0,0 0 0,0-1 0,0 1-1,0 0 1,1 0 0,-1 0 0,0 0 0,0-1 0,1 1 0,-1 0 0,1 0 0,-1 0-1,1-1 1,-1 1 0,1 0 0,-1-1 0,1 1 0,0 0 0,-1-1 0,1 1-1,0-1 1,-1 1 0,1-1 0,0 1 0,0-1 0,0 0 0,-1 1 0,1-1 0,0 0-1,0 0 1,0 0 0,0 1 0,1-1 0,15 1-4765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39.314"/>
    </inkml:context>
    <inkml:brush xml:id="br0">
      <inkml:brushProperty name="width" value="0.035" units="cm"/>
      <inkml:brushProperty name="height" value="0.035" units="cm"/>
    </inkml:brush>
  </inkml:definitions>
  <inkml:trace contextRef="#ctx0" brushRef="#br0">1 36 12684,'0'0'1041,"3"10"-272,29 74 678,-18-54-1262,-2 0 0,16 60 0,-31-104 94,-1-6-51,1-1-1,0 1 1,2-1 0,0 0-1,4-32 1,-2 48-351,0 0-1,0 0 1,0 0 0,1 0-1,0 0 1,0 0-1,0 1 1,0-1 0,1 1-1,0-1 1,0 1 0,0 0-1,0 0 1,1 1-1,0-1 1,0 1 0,-1-1-1,2 1 1,-1 0 0,0 1-1,1-1 1,-1 1-1,1 0 1,0 0 0,0 0-1,0 1 1,0-1-1,8 0 1,12-2-2781,-2 2-1740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0.063"/>
    </inkml:context>
    <inkml:brush xml:id="br0">
      <inkml:brushProperty name="width" value="0.035" units="cm"/>
      <inkml:brushProperty name="height" value="0.035" units="cm"/>
    </inkml:brush>
  </inkml:definitions>
  <inkml:trace contextRef="#ctx0" brushRef="#br0">0 0 12748,'0'0'310,"3"8"-150,5 13 366,2-1 0,12 21 1,-13-28-456,-1 1 0,-1 1 0,0-1 0,0 1 0,-2 0 0,0 1 1,0-1-1,-2 1 0,2 17 0,-5-32 52,-8-16 507,5 10-590,0 0 1,1 0 0,-1 0-1,1 0 1,1-1-1,-1 1 1,1-1 0,0 1-1,0-1 1,0 0-1,1 1 1,0-1 0,0 0-1,0 1 1,1-1-1,0 1 1,0-1 0,3-7-1,-3 9-13,1 0 0,-1 1-1,1-1 1,0 1 0,0-1 0,0 1 0,1 0-1,-1 0 1,1 0 0,0 0 0,0 1 0,0-1-1,0 1 1,0-1 0,1 1 0,-1 0 0,1 1-1,-1-1 1,1 0 0,-1 1 0,1 0 0,0 0-1,0 0 1,0 0 0,0 1 0,7-1-1,-6 1-31,1 0-1,-1 0 0,1 0 1,-1 1-1,1 0 0,-1 0 1,0 0-1,1 0 0,-1 1 1,0 0-1,0 0 0,0 1 0,0-1 1,0 1-1,-1 0 0,1 0 1,-1 1-1,0-1 0,0 1 1,0 0-1,0 0 0,-1 1 0,1-1 1,-1 0-1,0 1 0,-1 0 1,1 0-1,-1 0 0,3 10 1,-2-9 63,-1 0 0,0 1 0,0 0 0,0-1 0,-1 1 0,0 0 0,1 11 0,-3-18-52,1 0 0,0 0 0,0 0 0,0 0 0,-1 0 0,1 0 0,0 1 0,0-1 0,-1 0 0,1 0 0,0 0 0,0 0 0,-1 0 0,1 0 0,0 0 0,0 0 0,-1 0 0,1 0 0,0 0 0,0 0 0,-1 0 0,1 0 0,0 0 0,0-1 0,0 1 0,-1 0 0,1 0 0,0 0 0,0 0 0,0 0 0,-1 0 0,1-1 0,0 1 0,0 0 0,0 0 0,-1 0 0,1-1 0,0 1 0,0 0 0,0 0 0,0 0 0,0-1 0,0 1 0,0 0 0,0 0 0,-1-1 0,1 1 0,0 0 0,0-1 0,-10-12 25,9 6-15,-1 1 1,1-1-1,0 0 0,1 0 1,0 0-1,0 0 1,0 0-1,1 0 0,0 1 1,3-11-1,-4 13-3,1 1 0,0 0 0,0-1 0,0 1 0,1 0 0,-1 0 0,1-1 0,-1 1 1,1 0-1,0 1 0,0-1 0,1 0 0,-1 1 0,1-1 0,-1 1 0,1-1 0,0 1 0,-1 0 0,1 0 0,0 1 0,1-1 0,3-1 1,-1 2 4,-1 1 1,1 0 0,-1 0 0,1 1-1,-1 0 1,1 0 0,-1 0 0,0 1 0,0-1-1,0 1 1,0 0 0,0 1 0,0-1-1,0 1 1,-1 0 0,1 0 0,-1 1 0,0-1-1,0 1 1,5 6 0,-1-2-332,-1 0-1,0 1 1,0-1 0,-1 1-1,6 13 1,2 20-5574,-13-28 677</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1.002"/>
    </inkml:context>
    <inkml:brush xml:id="br0">
      <inkml:brushProperty name="width" value="0.035" units="cm"/>
      <inkml:brushProperty name="height" value="0.035" units="cm"/>
    </inkml:brush>
  </inkml:definitions>
  <inkml:trace contextRef="#ctx0" brushRef="#br0">195 336 7944,'0'0'8578,"-8"-8"-7473,5 4-1018,0 1-10,1 0 0,-1 0 0,0 0 1,0 0-1,-1 0 0,1 1 0,0 0 0,-1-1 1,0 1-1,1 0 0,-1 1 0,0-1 1,0 1-1,0-1 0,0 1 0,0 0 0,-1 1 1,-5-1-1,5 0-59,1 1 0,0 0 1,0 0-1,0 0 0,0 0 0,0 1 0,-1 0 1,1 0-1,0 0 0,0 0 0,0 1 1,1-1-1,-1 1 0,0 0 0,1 0 0,-1 0 1,1 1-1,-1-1 0,1 1 0,0 0 1,0 0-1,0 0 0,1 0 0,-1 1 1,1-1-1,0 1 0,0-1 0,0 1 0,0 0 1,0 0-1,1 0 0,0 0 0,0 0 1,0 0-1,0 0 0,1 0 0,-1 0 0,1 0 1,0 0-1,1 5 0,-1-3-34,1-1 1,0 1-1,0-1 0,0 1 0,1-1 1,0 0-1,0 0 0,0 0 0,1 0 1,0 0-1,6 9 0,-8-12 1,0 0 0,1 0 1,-1-1-1,1 1 0,0 0 0,-1-1 0,1 1 1,0-1-1,0 1 0,0-1 0,0 0 0,0 0 1,0 0-1,0 0 0,0 0 0,1-1 0,-1 1 0,0-1 1,0 1-1,1-1 0,-1 0 0,0 0 0,1 0 1,-1 0-1,0 0 0,1 0 0,-1-1 0,0 1 0,0-1 1,1 0-1,-1 1 0,2-3 0,0 1 33,-1-2-1,0 1 1,-1 0 0,1 0-1,0-1 1,-1 0 0,0 1-1,0-1 1,0 0-1,0 0 1,-1 0 0,0 0-1,1-1 1,-1 1-1,-1 0 1,1 0 0,-1-1-1,1 1 1,-2-7 0,1 11 51,1 4-78,-1 0 1,1 0-1,0 0 0,0 0 1,1 0-1,-1 0 0,4 6 1,-2-5 4,0 0 0,0 0 1,1 0-1,0 0 1,0-1-1,0 0 0,0 0 1,0 0-1,1 0 1,0-1-1,0 0 0,0 0 1,0 0-1,0 0 1,1-1-1,7 3 1,-9-5 1,-1 1 1,1-1 0,0 1 0,0-1 0,-1 0 0,1 0 0,0-1 0,0 1 0,-1-1-1,1 0 1,0 0 0,-1 0 0,1 0 0,-1-1 0,0 1 0,1-1 0,-1 0 0,0 0 0,0 0-1,0-1 1,0 1 0,0-1 0,-1 1 0,1-1 0,-1 0 0,4-6 0,3-4 11,-2 0 0,1-1 0,-2-1 1,0 1-1,0-1 0,-2 0 0,1 0 1,2-22-1,-4 13-4,-1 0 0,-1 0 0,-1-1 0,-5-42 1,3 55-2,-1 0 0,0 0 0,-1 0 0,-1 1 0,-8-19 0,11 26-1,0 0-1,-1 0 1,1 0 0,-1 0 0,0 0-1,0 1 1,0-1 0,0 1 0,0 0-1,-1 0 1,1 0 0,-1 0 0,0 0-1,0 1 1,0 0 0,0 0 0,-1 0-1,-4-1 1,8 2 1,0 1 0,-1 0 0,1 0-1,0 0 1,-1 0 0,1 0 0,0 0 0,-1 1 0,1-1 0,0 0-1,-1 1 1,1-1 0,0 1 0,0-1 0,0 1 0,-1 0 0,1-1-1,0 1 1,0 0 0,0 0 0,0 0 0,0 0 0,-1 1 0,0 1-4,0 1 0,0-1 0,0 1 0,0-1 0,1 1 0,0-1 0,-1 1 0,0 5 0,-1 8-5,1 1 1,0 30 0,2-43 15,0 11 9,0-1 1,0 1-1,2-1 1,0 1-1,1-1 0,0 1 1,1-1-1,1 0 0,1-1 1,0 1-1,0-1 0,2 0 1,-1-1-1,2 0 0,0 0 1,1-1-1,0 0 0,0 0 1,1-1-1,14 10 1,-22-18-30,0-1 0,0 0 0,1 0 0,-1 0 0,0 0 1,1-1-1,0 1 0,-1-1 0,1 0 0,-1 0 0,1 0 0,0-1 1,0 1-1,0-1 0,-1 0 0,1 0 0,0 0 0,0 0 1,0-1-1,-1 0 0,1 1 0,0-2 0,-1 1 0,1 0 1,-1-1-1,1 1 0,-1-1 0,1 0 0,-1 0 0,0 0 0,0-1 1,0 1-1,3-4 0,-1 0 20,0 0 1,0 0-1,-1-1 0,0 0 1,0 1-1,0-1 0,-1-1 1,0 1-1,0 0 0,-1-1 1,0 0-1,0 1 0,-1-1 0,0 0 1,0-9-1,-10 49 180,8-23-468,2-1-1,-1 1 1,1-1-1,0 1 0,1-1 1,0 0-1,4 13 1,-5-18 91,0-1 0,1 1 1,-1-1-1,1 1 1,-1-1-1,1 0 1,0 1-1,-1-1 0,1 0 1,0 0-1,1 0 1,-1-1-1,0 1 1,0 0-1,1-1 0,-1 0 1,1 1-1,-1-1 1,1 0-1,0 0 1,-1 0-1,1-1 0,0 1 1,0-1-1,0 1 1,4-1-1,5 0-6167</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1.175"/>
    </inkml:context>
    <inkml:brush xml:id="br0">
      <inkml:brushProperty name="width" value="0.035" units="cm"/>
      <inkml:brushProperty name="height" value="0.035" units="cm"/>
    </inkml:brush>
  </inkml:definitions>
  <inkml:trace contextRef="#ctx0" brushRef="#br0">1 0 12844,'0'0'897</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1.957"/>
    </inkml:context>
    <inkml:brush xml:id="br0">
      <inkml:brushProperty name="width" value="0.035" units="cm"/>
      <inkml:brushProperty name="height" value="0.035" units="cm"/>
    </inkml:brush>
  </inkml:definitions>
  <inkml:trace contextRef="#ctx0" brushRef="#br0">37 72 14125,'0'0'3086,"0"-8"-1954,-1 2-978,0 4-114,1 1 0,-1-1 0,1 0 0,-1 1 1,1-1-1,0 0 0,0 0 0,-1 1 0,1-1 0,1 0 1,-1 0-1,0 1 0,0-1 0,1 0 0,-1 1 1,0-1-1,1 0 0,0 1 0,-1-1 0,1 0 1,0 1-1,0-1 0,0 1 0,0 0 0,0-1 0,0 1 1,1 0-1,-1 0 0,0-1 0,1 1 0,-1 0 1,0 0-1,1 0 0,-1 1 0,1-1 0,0 0 1,-1 1-1,1-1 0,0 1 0,-1-1 0,4 1 0,-1-1-50,0 1 0,0-1-1,0 1 1,0 0-1,0 1 1,0-1-1,0 1 1,0 0-1,0 0 1,0 0 0,0 0-1,-1 1 1,1-1-1,0 1 1,-1 0-1,1 0 1,-1 0-1,6 6 1,-6-4-40,0 0 1,-1 0-1,1 0 0,-1 0 1,0 1-1,0-1 0,0 1 1,0-1-1,-1 1 0,0 0 1,0 0-1,0 0 0,-1 0 1,1-1-1,-2 9 0,0 14-178,-9 49-1,7-61 210,0 1-1,1-1 0,0 1 0,2 0 0,0 0 0,0 0 0,2-1 0,0 1 0,4 17 0,0-17-399,-1 0 1,-1 0 0,-1 0-1,-1 1 1,2 21-1,-4-35 433,0 1 1,-1 0-1,1-1 0,0 1 1,-1 0-1,0-1 0,0 1 1,0-1-1,-1 1 0,1-1 0,-1 0 1,1 1-1,-1-1 0,0 0 1,-1 0-1,1 0 0,0-1 0,-1 1 1,1 0-1,-1-1 0,0 0 1,0 1-1,0-1 0,0 0 0,0-1 1,-1 1-1,1-1 0,0 1 1,-8 1-1,4-1 273,-1 0 1,1 0 0,-1-1-1,0 0 1,0 0-1,1-1 1,-1 0 0,-11-1-1,17 0-256,0 1 1,0-1-1,0 0 0,0 1 0,0-1 0,0 0 0,0 0 1,1 0-1,-1 0 0,0 0 0,1-1 0,-1 1 0,1 0 0,-1-1 1,1 1-1,0-1 0,0 0 0,-1 1 0,1-1 0,0 0 1,0 0-1,1 1 0,-1-1 0,0 0 0,1 0 0,-1 0 1,1 0-1,-1 0 0,1 0 0,0 0 0,0 0 0,0 0 1,0 0-1,0 0 0,2-4 0,-1 1-38,0 1 0,0 0 0,1 0 0,-1-1 0,1 1 0,0 0 0,1 0 0,-1 1 0,1-1 0,-1 0 0,1 1 0,0 0-1,1-1 1,-1 1 0,7-4 0,62-40-47,-60 40 66,83-41-39,-71 39 11,-2-1 0,1-2 0,-1 0 0,-1-2 0,-1 0 0,31-27 0,-50 40 25,1-1 0,0 1 0,0-1 0,-1 0 0,1 0 0,-1 1 0,0-1 0,0 0 0,1-1 0,-1 1 0,0 0 0,-1 0 0,1 0 0,0-1 0,-1 1 0,1 0 0,-1-1 0,0 1 0,1 0 0,-1-1 0,0 1-1,-1 0 1,1-1 0,-1-2 0,0 2 21,-1 1 0,0-1 0,1 0-1,-1 1 1,0 0 0,0-1 0,0 1 0,-1 0-1,1 0 1,-1 0 0,1 1 0,-1-1-1,1 0 1,-1 1 0,0 0 0,-3-2-1,-3 0 44,0 0-1,0 0 0,0 1 0,0 0 0,-1 1 1,1 0-1,-1 0 0,1 1 0,-1 0 0,1 1 0,-14 2 1,21-2-65,0 0 0,0 0 0,0 0 0,0 0 0,1 1 0,-1-1 0,0 1 0,1-1 0,-1 1 0,1-1 0,-1 1 0,1 0 0,0 0 0,0 0 0,0 0 0,0 0 1,0 0-1,0 0 0,1 0 0,-1 0 0,0 0 0,1 0 0,0 1 0,0-1 0,-1 0 0,1 0 0,1 1 0,-1-1 0,0 0 0,1 3 0,-1 0-16,1 0 0,0 0-1,0 1 1,1-1 0,-1 0-1,1 0 1,0 0-1,0-1 1,1 1 0,-1 0-1,6 6 1,-1-4 43,1 0 1,0-1-1,0 0 0,0-1 1,0 0-1,1 0 0,0-1 1,17 6-1,29 1-1604,-49-11 712,-1 0 1,1 0-1,-1-1 1,1 0-1,-1 0 1,0 0-1,9-3 0,12-13-9099</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2.853"/>
    </inkml:context>
    <inkml:brush xml:id="br0">
      <inkml:brushProperty name="width" value="0.035" units="cm"/>
      <inkml:brushProperty name="height" value="0.035" units="cm"/>
    </inkml:brush>
  </inkml:definitions>
  <inkml:trace contextRef="#ctx0" brushRef="#br0">257 359 7431,'0'-3'340,"0"1"1,0-1-1,0 1 0,0-1 0,-1 0 0,1 1 1,-1-1-1,1 1 0,-1-1 0,0 1 1,0-1-1,0 1 0,-1-1 0,1 1 1,0 0-1,-1 0 0,1 0 0,-1 0 1,0 0-1,-2-2 0,1 2-151,0 1 0,1-1-1,-1 1 1,0 0 0,0 0 0,0 0-1,0 1 1,0-1 0,0 1 0,0-1 0,0 1-1,0 0 1,0 0 0,0 0 0,-3 1-1,-3 1-91,-1 0-1,1 1 1,-1 0-1,1 0 1,0 1-1,0 0 1,1 0-1,-1 1 1,1 1-1,-8 6 1,7-4-32,1 1 1,0 0 0,1 0 0,-1 1 0,2 0-1,0 0 1,0 1 0,0 0 0,-3 12 0,8-19-66,-1 0 0,1 0 0,0 0 0,1 0 0,-1 0 0,1 0 1,0 0-1,0 1 0,0-1 0,0 0 0,1 0 0,1 8 1,0-9-1,-1-1 0,0 1 1,1 0-1,-1-1 0,1 0 1,0 1-1,0-1 0,0 0 1,0 0-1,0 0 0,1 0 1,-1 0-1,0-1 0,1 1 1,-1-1-1,1 0 1,0 1-1,0-1 0,-1 0 1,6 1-1,-4-1 5,0 0 1,1 0-1,-1 0 0,0 0 1,1 0-1,-1-1 0,1 0 0,-1 0 1,1 0-1,-1-1 0,1 1 1,-1-1-1,0 0 0,1 0 1,-1-1-1,0 1 0,0-1 1,7-4-1,-7 3 9,1-1 1,-1 0 0,0 0-1,0-1 1,-1 1-1,1-1 1,-1 1-1,0-1 1,0 0-1,-1 0 1,1-1-1,2-9 1,1-9 10,-1 0 1,-1-1-1,-1 0 1,-1 0-1,-3-36 1,0 32-25,-2 0 0,-1 0 0,-8-31 0,8 44 49,0 1-1,-1 0 1,-1 0-1,-1 0 1,0 1-1,0 0 1,-14-17-1,21 30-24,0 0-1,0 1 0,-1-1 0,1 0 0,0 1 0,-1-1 1,1 0-1,-1 1 0,1-1 0,-1 1 0,1-1 1,-1 1-1,1-1 0,-1 1 0,0-1 0,1 1 0,-1-1 1,0 1-1,1 0 0,-1 0 0,0-1 0,0 1 1,1 0-1,-1 0 0,0 0 0,0-1 0,1 1 0,-1 0 1,0 0-1,0 0 0,1 0 0,-3 1 0,2 0-19,1 1 0,-1-1 0,0 0 0,0 1 0,1-1 0,-1 1 0,1-1 0,-1 1 0,1-1 0,0 1 0,-1 0 0,1-1 0,0 1 0,0 1 0,5 63-136,2-36 162,1-1-1,2 0 1,1 0 0,1-1-1,20 36 1,91 129-2107,-103-164 872,-9-13-2346,-3-6-1169</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3.405"/>
    </inkml:context>
    <inkml:brush xml:id="br0">
      <inkml:brushProperty name="width" value="0.035" units="cm"/>
      <inkml:brushProperty name="height" value="0.035" units="cm"/>
    </inkml:brush>
  </inkml:definitions>
  <inkml:trace contextRef="#ctx0" brushRef="#br0">247 50 9577,'0'0'8632,"-8"-8"-7730,4 4-820,1 1 0,-1-1 0,0 1 0,0-1 0,-1 1 0,1 1-1,-1-1 1,1 0 0,-1 1 0,0 0 0,0 0 0,0 1 0,0-1-1,0 1 1,0 0 0,-1 1 0,-7-1 0,5 1-33,1 0 1,-1 0-1,0 1 1,1 0 0,-1 1-1,1 0 1,0 0-1,0 0 1,0 1-1,0 0 1,0 1-1,-12 7 1,15-8-53,1 0-1,-1 1 1,1-1-1,0 1 1,0-1 0,1 1-1,-1 0 1,1 0-1,0 0 1,0 0 0,0 1-1,0-1 1,1 1-1,0-1 1,0 1 0,0-1-1,0 1 1,1 0-1,0-1 1,0 1-1,0-1 1,1 8 0,0-10-14,0 0 1,-1 1 0,1-1 0,0 0-1,0 0 1,0 0 0,1 0 0,-1 0-1,0 0 1,1 0 0,-1 0 0,1 0-1,0-1 1,-1 1 0,1-1 0,0 1-1,0-1 1,0 0 0,0 1 0,1-1-1,-1 0 1,0 0 0,0-1-1,1 1 1,-1 0 0,0-1 0,1 0-1,-1 1 1,0-1 0,1 0 0,-1 0-1,4-1 1,0 2-27,0-2-1,0 1 1,1 0 0,-1-1-1,0-1 1,0 1 0,0-1-1,0 0 1,0 0-1,-1 0 1,10-6 0,-10 3 79,1 0 0,-1 0 0,0-1 0,0 0 0,5-7 0,-9 12-25,0 0 0,0-1 0,0 1 0,0 0 0,0-1 0,0 1-1,0-1 1,-1 0 0,1 1 0,-1-1 0,1 1 0,-1-1 0,1 0 0,-1 1 0,0-1 0,0 0 0,0 1 0,0-1 0,0 0 0,0 0 0,0 1 0,-1-1 0,1 0 0,-1 1-1,1-1 1,-1 1 0,0-1 0,1 1 0,-2-3 0,1 4 15,1-1 0,0 1-1,-1-1 1,1 1 0,0-1 0,-1 1-1,1-1 1,-1 1 0,1 0-1,-1-1 1,1 1 0,-1 0 0,1-1-1,-1 1 1,1 0 0,-1 0 0,1 0-1,-1-1 1,0 1 0,1 0-1,-1 0 1,1 0 0,-1 0 0,0 0-1,1 0 1,-1 0 0,1 0-1,-1 0 1,0 0 0,1 0 0,-1 1-1,0-1 1,-6 19 125,6-13-166,1 0-1,0 0 1,0 0-1,1-1 1,-1 1-1,3 7 1,1-6-19,0 0 0,1 1 0,-1-2 0,1 1 1,1-1-1,-1 1 0,1-1 0,1-1 0,-1 1 0,1-1 1,0 0-1,0-1 0,0 0 0,14 6 0,-15-7-636,-1-1-1,1 0 1,0-1-1,0 0 0,0 1 1,-1-2-1,11 1 0,-15-1 452,1-1 0,0 1-1,0-1 1,0 0-1,-1 0 1,1 0 0,0 0-1,-1 0 1,1 0-1,-1 0 1,1 0 0,-1-1-1,0 1 1,1 0-1,-1-1 1,0 1-1,0-1 1,0 0 0,0 1-1,0-1 1,0 0-1,-1 0 1,1 1 0,-1-1-1,1 0 1,-1 0-1,1-3 1,6-55-4998,-6 23 1112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3.574"/>
    </inkml:context>
    <inkml:brush xml:id="br0">
      <inkml:brushProperty name="width" value="0.035" units="cm"/>
      <inkml:brushProperty name="height" value="0.035" units="cm"/>
    </inkml:brush>
  </inkml:definitions>
  <inkml:trace contextRef="#ctx0" brushRef="#br0">40 127 3171,'-3'-12'1804,"1"0"-1125,-13-50 1087,-4 21 4886,25 84-4437,29 46-568,-15-37-1670,23 87 1,-37-113-1203,0 3-3700,-2-14-2970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3.762"/>
    </inkml:context>
    <inkml:brush xml:id="br0">
      <inkml:brushProperty name="width" value="0.035" units="cm"/>
      <inkml:brushProperty name="height" value="0.035" units="cm"/>
    </inkml:brush>
  </inkml:definitions>
  <inkml:trace contextRef="#ctx0" brushRef="#br0">1 132 11339,'0'0'2722,"65"-53"-2273,-32 41-1,3 0-288,1 1-128,3 3-32,-1-1 32,-1 0-768,-7 0-3556,-1 1-3364</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4.184"/>
    </inkml:context>
    <inkml:brush xml:id="br0">
      <inkml:brushProperty name="width" value="0.035" units="cm"/>
      <inkml:brushProperty name="height" value="0.035" units="cm"/>
    </inkml:brush>
  </inkml:definitions>
  <inkml:trace contextRef="#ctx0" brushRef="#br0">198 9 9993,'0'0'4378,"-10"-2"-2809,-2 1-1154,-2-1 281,-1 0 1,1 1-1,0 0 0,-1 2 1,-20 2-1,32-3-663,0 1 0,-1-1 0,1 1 0,0 0 0,0 1 0,0-1 0,0 0 0,0 1 0,0-1 0,0 1 0,0 0 0,0 0 0,1 0 0,-1 1 0,1-1 0,0 1 0,0-1 0,0 1 0,0 0 0,0 0 0,0-1 0,1 1 0,-1 0 0,1 1 0,0-1 0,0 0 0,0 0 0,0 1-1,1-1 1,-1 0 0,1 7 0,0 0-40,0-1 0,0 0 0,1 1-1,1-1 1,4 18 0,-6-25-35,1 0 1,-1 0-1,1-1 1,-1 1-1,1 0 1,0-1 0,0 1-1,0-1 1,0 1-1,0-1 1,0 1-1,0-1 1,0 1-1,0-1 1,1 0-1,-1 0 1,1 0 0,-1 0-1,1 0 1,-1 0-1,1 0 1,-1 0-1,1 0 1,0-1-1,0 1 1,-1-1 0,1 1-1,0-1 1,0 0-1,0 0 1,-1 0-1,1 0 1,0 0-1,0 0 1,0 0 0,-1 0-1,1-1 1,3 0-1,-2-1 38,0 0 0,0 0-1,0-1 1,-1 1 0,1-1-1,-1 1 1,1-1 0,-1 0-1,0 0 1,0 0 0,0 0 0,0 0-1,-1 0 1,1-1 0,-1 1-1,2-6 1,1-3 64,-1 0-1,0 0 1,2-21 0,3 43 860,1 4-892,0-1 1,1 0-1,1 0 1,0-1-1,1 0 1,0-1-1,22 15 0,-28-23-153,0-1-1,1 0 0,-1 0 1,1 0-1,-1-1 0,10 1 0,22-4-5079,-5-9-3545</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6.254"/>
    </inkml:context>
    <inkml:brush xml:id="br0">
      <inkml:brushProperty name="width" value="0.035" units="cm"/>
      <inkml:brushProperty name="height" value="0.035" units="cm"/>
    </inkml:brush>
  </inkml:definitions>
  <inkml:trace contextRef="#ctx0" brushRef="#br0">0 1 9129,'0'0'3512,"10"10"-3320,234 259 1829,-204-220-1786,-2 3-1,-2 1 0,54 109 0,-86-153-211,1 0 1,-2 0-1,1 1 0,-2-1 1,1 1-1,-1 0 0,1 13 1,-3-23-111,-1 1 0,1 0 0,-1-1 0,1 1 0,0-1 0,-1 1 0,0-1 0,1 1 0,-1-1 0,1 1 0,-1-1 0,0 0 0,1 1 0,-1-1 0,0 0 0,1 0 0,-1 1 0,0-1 0,1 0 0,-1 0 0,0 0 0,0 0 0,1 0 0,-1 0 0,0 0 0,1 0 0,-1 0 0,0 0 0,0 0 0,1 0 1,-1-1-1,0 1 0,1 0 0,-1 0 0,0-1 0,1 1 0,-1 0 0,0-1 0,1 1 0,-1-2 0,-14-14-4542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6.645"/>
    </inkml:context>
    <inkml:brush xml:id="br0">
      <inkml:brushProperty name="width" value="0.035" units="cm"/>
      <inkml:brushProperty name="height" value="0.035" units="cm"/>
    </inkml:brush>
  </inkml:definitions>
  <inkml:trace contextRef="#ctx0" brushRef="#br0">586 1 6919,'0'0'987,"-8"4"-458,-6 5-176,2 1 1,-1 0 0,2 1-1,-1 0 1,2 1 0,-1 0-1,-16 26 1,-331 443 1514,328-447-1821,6-7-6,-27 39 0,51-65-43,-1-1 1,1 1 0,-1-1 0,1 1-1,0 0 1,-1-1 0,1 1 0,0 0-1,-1-1 1,1 1 0,0 0 0,0-1-1,-1 1 1,1 0 0,0 0 0,0-1-1,0 1 1,0 0 0,0 0 0,0-1-1,1 2 1,11 1-101,21-15-169,-6-10-1010,4-12-3091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7.136"/>
    </inkml:context>
    <inkml:brush xml:id="br0">
      <inkml:brushProperty name="width" value="0.035" units="cm"/>
      <inkml:brushProperty name="height" value="0.035" units="cm"/>
    </inkml:brush>
  </inkml:definitions>
  <inkml:trace contextRef="#ctx0" brushRef="#br0">1 13 8456,'0'0'3929,"10"0"-3779,363-12 1531,-319 12-1496,-21 1-3114,-28-1-3034</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7.482"/>
    </inkml:context>
    <inkml:brush xml:id="br0">
      <inkml:brushProperty name="width" value="0.035" units="cm"/>
      <inkml:brushProperty name="height" value="0.035" units="cm"/>
    </inkml:brush>
  </inkml:definitions>
  <inkml:trace contextRef="#ctx0" brushRef="#br0">5 0 8168,'0'0'5989,"-5"75"-5156,17-24 64,3 7-481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9.395"/>
    </inkml:context>
    <inkml:brush xml:id="br0">
      <inkml:brushProperty name="width" value="0.035" units="cm"/>
      <inkml:brushProperty name="height" value="0.035" units="cm"/>
    </inkml:brush>
  </inkml:definitions>
  <inkml:trace contextRef="#ctx0" brushRef="#br0">1 21 5445,'5'27'1156,"-2"0"0,0 0-1,-2 42 1,0 0-35,7 74 809,7 246 390,-23-485-89,43-546-3122,-36 641 887,1-1 1,0 0 0,0 0 0,1 1-1,-1-1 1,0 0 0,1 0 0,-1 1-1,1-1 1,-1 0 0,1 0 0,0 1-1,-1-1 1,1 1 0,0-1 0,0 1-1,0-1 1,0 1 0,2-2 0,-2 3 1,0 1 0,0-1 0,0 0-1,0 0 1,0 1 0,0-1 0,-1 1 0,1-1 0,0 1 0,0-1 0,0 1 0,-1-1 0,1 1 0,0 0-1,0-1 1,-1 1 0,1 0 0,-1 0 0,1-1 0,-1 1 0,1 0 0,-1 0 0,1 2 0,31 71 72,-31-71-47,1 2-21,46 116 88,-42-107-81,2 0 0,-1-1 0,2 0 0,-1 0 0,2-1 0,14 15 0,-23-26-8,0 0-1,0 0 1,0 1 0,0-1-1,1 0 1,-1 0-1,0 0 1,1 0 0,-1 0-1,1-1 1,-1 1 0,1 0-1,-1-1 1,1 1 0,0-1-1,-1 1 1,1-1-1,-1 0 1,1 0 0,0 0-1,0 0 1,-1 0 0,1 0-1,0 0 1,-1-1 0,1 1-1,-1 0 1,1-1-1,0 1 1,-1-1 0,1 0-1,-1 0 1,1 1 0,-1-1-1,0 0 1,1 0 0,-1 0-1,0 0 1,0-1-1,1 1 1,-1 0 0,0-1-1,0 1 1,0 0 0,-1-1-1,1 1 1,0-1 0,0-1-1,5-10 7,0 0-1,-1 0 1,0 0-1,3-19 1,-7 30-7,8-33 202,-2 0-1,-2 0 1,3-48-1,-6 103 17,1-1 1,1 1-1,7 22 0,-7-28-55,3 11 57,1-1-1,1 0 1,14 25 0,-19-41-219,1 1 0,-1-2 0,2 1 0,-1 0 0,1-1 0,0 0 0,1-1 0,0 1 0,0-1 0,0-1 0,16 11 0,2-9-1608,-24-7 1396,-1 0 1,1 1-1,0-1 1,-1 0-1,1 0 1,0 0-1,-1-1 1,1 1-1,0 0 1,-1 0-1,1 0 1,0 0-1,-1-1 1,1 1-1,-1 0 1,1 0-1,0-1 1,-1 1-1,1-1 1,-1 1 0,1 0-1,0-2 1,3-14-5140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9.852"/>
    </inkml:context>
    <inkml:brush xml:id="br0">
      <inkml:brushProperty name="width" value="0.035" units="cm"/>
      <inkml:brushProperty name="height" value="0.035" units="cm"/>
    </inkml:brush>
  </inkml:definitions>
  <inkml:trace contextRef="#ctx0" brushRef="#br0">0 265 12139,'0'0'566,"9"0"-566,138-8 2423,229-42 1,-161 17-2034,60-3-214,595-102 129,-901 151-3369,-9-4-476</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10.531"/>
    </inkml:context>
    <inkml:brush xml:id="br0">
      <inkml:brushProperty name="width" value="0.035" units="cm"/>
      <inkml:brushProperty name="height" value="0.035" units="cm"/>
    </inkml:brush>
  </inkml:definitions>
  <inkml:trace contextRef="#ctx0" brushRef="#br0">273 65 5830,'0'0'6032,"-4"-8"-4868,1 3-995,1 1 1,-1 0 0,1 0 0,-1 0 0,0 0 0,-1 0-1,1 0 1,-1 1 0,1 0 0,-8-6 0,8 8-133,0 0 1,0 0-1,1-1 1,-1 2 0,0-1-1,0 0 1,0 0 0,0 1-1,0 0 1,0 0-1,0 0 1,0 0 0,0 0-1,0 0 1,0 1-1,0-1 1,0 1 0,0 0-1,0 0 1,0 0-1,0 0 1,1 1 0,-5 2-1,-9 6 12,0 1 0,1 0 0,0 1 0,-16 17 0,25-22-29,-1-1 0,1 1 0,1 1 0,-1-1 0,1 1 0,1 0 0,-1 0 0,1 0 0,0 1 0,-4 15 0,8-22-24,0 0 1,-1 0 0,1 0-1,0 0 1,0 0 0,0 0 0,0 0-1,1-1 1,-1 1 0,0 0-1,1 0 1,0 0 0,-1 0-1,1 0 1,0-1 0,0 1-1,0 0 1,0 0 0,0-1-1,2 3 1,0-1-11,0-1-1,0 0 0,0 0 1,0 0-1,1 0 1,-1 0-1,0-1 1,1 1-1,-1-1 0,6 1 1,11 2-61,0-1 0,-1-2 0,31 0 0,-24 0 60,-11-1 26,16 1 11,55 10 0,-79-10-52,-1 0 0,1 0-1,-1 1 1,0 0-1,1 1 1,-1-1 0,0 1-1,-1 1 1,1-1 0,-1 1-1,1 0 1,-1 0 0,0 0-1,8 10 1,-11-12 27,-1 0 0,1 0 0,-1 1 0,0-1 0,0 0 0,0 1 0,0-1 0,0 1 0,-1-1 0,1 1 0,-1-1 0,0 1 1,1-1-1,-1 1 0,0-1 0,-1 1 0,1 0 0,0-1 0,-1 1 0,0 2 0,-1-1 16,0 1 0,0-1 0,0 0 0,-1 1 1,0-1-1,0 0 0,0 0 0,0-1 0,-8 7 0,-6 4 84,-1-1 0,0-1 0,-34 16 0,43-23-74,-9 5 15,0-1-1,0 0 0,-1-1 1,0-1-1,-1-1 0,1-1 1,-1-1-1,-36 4 1,55-8-76,0 0 0,0 0 0,0 0 1,1 0-1,-1-1 0,0 1 0,0 0 1,0 0-1,0 0 0,0-1 0,0 1 1,1 0-1,-1-1 0,0 1 0,0-1 1,1 1-1,-1-1 0,0 1 0,0-1 1,1 0-1,-1 1 0,1-1 0,-1 0 1,1 1-1,-1-1 0,1 0 0,-1 0 1,0 0-1,-2-28-2562,3 24 1928,0-28-4336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10.829"/>
    </inkml:context>
    <inkml:brush xml:id="br0">
      <inkml:brushProperty name="width" value="0.035" units="cm"/>
      <inkml:brushProperty name="height" value="0.035" units="cm"/>
    </inkml:brush>
  </inkml:definitions>
  <inkml:trace contextRef="#ctx0" brushRef="#br0">294 0 8904,'0'0'2371,"-38"71"-1282,24-32-32,0 8-96,-5 7-385,2 8-288,-4 6-224,-1 2 1,-4 1-1,-4 0-32,-1-4-1217,0-7-2179,1-14-2529</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11.296"/>
    </inkml:context>
    <inkml:brush xml:id="br0">
      <inkml:brushProperty name="width" value="0.035" units="cm"/>
      <inkml:brushProperty name="height" value="0.035" units="cm"/>
    </inkml:brush>
  </inkml:definitions>
  <inkml:trace contextRef="#ctx0" brushRef="#br0">1 0 6694,'0'0'3977,"-1"11"-3235,3 32 158,1 0 0,2 0-1,20 80 1,-12-63-823,9 93 0,-20-135-298,0 16-1421,-4-12-3328,-2-15-192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12.281"/>
    </inkml:context>
    <inkml:brush xml:id="br0">
      <inkml:brushProperty name="width" value="0.035" units="cm"/>
      <inkml:brushProperty name="height" value="0.035" units="cm"/>
    </inkml:brush>
  </inkml:definitions>
  <inkml:trace contextRef="#ctx0" brushRef="#br0">1 145 9545,'0'-9'705,"0"-4"1537,10 0-1602,7 0-319,5 0-129,10 1-64,3-2-32,3-1-32,0 5-32,-2 1-32,-4 1-64,-8 0-2594,-6 1-4261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12.831"/>
    </inkml:context>
    <inkml:brush xml:id="br0">
      <inkml:brushProperty name="width" value="0.035" units="cm"/>
      <inkml:brushProperty name="height" value="0.035" units="cm"/>
    </inkml:brush>
  </inkml:definitions>
  <inkml:trace contextRef="#ctx0" brushRef="#br0">197 394 6086,'0'0'6358,"-9"-6"-4783,3 2-1359,0 0 0,0 1 0,0 0 0,0 0 0,0 0 0,-1 1 0,1 0 0,-1 0 0,-10-1 0,13 3-108,0 0 0,0 0 0,-1 0 0,1 0-1,0 1 1,0 0 0,0 0 0,0 0 0,-1 0 0,2 1 0,-1 0-1,0 0 1,0 0 0,0 0 0,1 0 0,0 1 0,-1-1 0,1 1-1,0 0 1,-3 4 0,2-2-87,0 0-1,1 0 1,0 1 0,0 0-1,0-1 1,1 1 0,0 0-1,0 1 1,0-1 0,1 0-1,0 0 1,0 1 0,0-1-1,1 0 1,0 1 0,1-1-1,-1 1 1,1-1 0,3 10-1,-4-12-29,1 1-1,1-1 0,-1 0 1,0 0-1,1 0 0,0 0 1,0-1-1,0 1 0,1 0 1,-1-1-1,1 1 0,-1-1 0,1 0 1,0 0-1,1 0 0,-1 0 1,0-1-1,1 1 0,0-1 1,-1 0-1,1 0 0,0 0 1,0-1-1,0 1 0,0-1 1,0 0-1,1 0 0,-1 0 1,7 0-1,-8-2-7,0 1 1,0-1 0,-1 0-1,1 0 1,0 0-1,-1 0 1,1-1 0,-1 1-1,1-1 1,-1 1-1,0-1 1,1 0-1,-1 0 1,0 0 0,0 0-1,0 0 1,-1 0-1,1-1 1,0 1 0,-1-1-1,0 1 1,1-1-1,-1 1 1,0-1-1,0 0 1,-1 0 0,2-5-1,3-11 49,-1-1 0,2-35 0,-5 47-42,4-55 0,-5-92 1,-2 122 1,-2 0 0,-1 0 0,-1 0 0,-17-47 0,23 79 14,0 0 0,0 1-1,0-1 1,0 0-1,0 0 1,-1 0 0,1 1-1,0-1 1,-1 0-1,1 0 1,0 1 0,-1-1-1,1 0 1,-1 0-1,0 1 1,1-1 0,-1 1-1,1-1 1,-1 0-1,0 1 1,1-1 0,-1 1-1,-1-1 1,-4 17 49,4 33 5,2-49-59,1 24 25,1 0 0,1-1 0,1 0 0,1 1 0,2-2-1,11 31 1,67 127-483,-67-143 66,-2-9-2812,-2-8-2023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13.694"/>
    </inkml:context>
    <inkml:brush xml:id="br0">
      <inkml:brushProperty name="width" value="0.035" units="cm"/>
      <inkml:brushProperty name="height" value="0.035" units="cm"/>
    </inkml:brush>
  </inkml:definitions>
  <inkml:trace contextRef="#ctx0" brushRef="#br0">131 406 12075,'0'0'2435,"-10"-1"-1421,-32-4-80,39 5-866,0 0 0,0 0-1,0 0 1,0 1 0,0 0-1,0-1 1,0 1 0,0 0-1,0 1 1,1-1 0,-1 0-1,0 1 1,1 0 0,-1-1-1,1 1 1,0 0 0,-1 0-1,1 0 1,0 1 0,0-1-1,1 1 1,-1-1 0,0 1-1,1-1 1,-1 1 0,1 0-1,0 0 1,-1 2 0,0 1-77,0-1 0,0 0 0,1 1 0,0-1 0,0 1 0,0-1 0,1 1 0,0 0 0,0-1 0,0 1 0,0 0 0,1-1 0,2 7 0,-2-9-15,0-1 1,0 1 0,0-1-1,1 0 1,-1 0-1,1 0 1,-1 0 0,1 0-1,0 0 1,0 0 0,0-1-1,0 1 1,0 0-1,0-1 1,0 0 0,1 1-1,-1-1 1,0 0 0,1 0-1,-1-1 1,1 1 0,-1 0-1,1-1 1,-1 0-1,1 1 1,0-1 0,-1 0-1,1 0 1,-1 0 0,1-1-1,-1 1 1,1-1-1,-1 1 1,1-1 0,-1 0-1,1 0 1,-1 0 0,0 0-1,1 0 1,-1-1 0,0 1-1,0-1 1,0 1-1,0-1 1,0 0 0,0 0-1,-1 0 1,1 0 0,-1 0-1,1 0 1,-1 0-1,2-4 1,4-15 33,-1-1 1,0 0-1,-2 0 0,0-1 0,0-40 0,-11-114 31,6 159-20,-1 0 0,-1 1 1,0-1-1,-2 1 0,0 0 1,-1 0-1,0 1 0,-15-26 1,21 42-1,0-1 0,0 1 0,0 0-1,0-1 1,0 1 0,0 0 0,0 0 0,-1-1 0,1 1 0,0 0 0,0-1 0,0 1 0,0 0 0,-1 0 0,1 0-1,0-1 1,0 1 0,-1 0 0,1 0 0,0 0 0,0-1 0,-1 1 0,1 0 0,0 0 0,0 0 0,-1 0 0,1 0-1,0 0 1,-1 0 0,1 0 0,0 0 0,-1 0 0,1 0 0,0 0 0,-1 0 0,1 0 0,0 0 0,0 0 0,-1 0-1,1 0 1,-4 14 155,5 24-215,-1-38 48,4 27 4,2 1 0,0-1 0,2 0 0,1-1 0,1 0 0,1 0 0,1-1 0,2-1-1,0 0 1,1-1 0,22 25 0,-32-43-40,0 1-1,1-1 1,0 0 0,0 0-1,0-1 1,1 0 0,0 0-1,0 0 1,9 3 0,-14-7 19,0 1 0,0 0 1,0 0-1,0-1 1,1 0-1,-1 1 0,0-1 1,1 0-1,-1 0 1,0 0-1,1 0 1,-1 0-1,0-1 0,0 1 1,1-1-1,-1 0 1,0 1-1,0-1 0,0 0 1,0 0-1,0 0 1,0-1-1,0 1 0,0 0 1,0-1-1,-1 1 1,1-1-1,-1 0 1,1 1-1,-1-1 0,1 0 1,-1 0-1,0 0 1,1-2-1,3-6 11,-2-1 0,1 1 0,-1 0 0,-1-1-1,1 0 1,-2 0 0,0 0 0,0 1 0,-1-1 0,0 0 0,-1 0 0,-2-11-1,2 20 19,1 0 0,-1 0-1,0 0 1,0 0-1,0 0 1,0 0-1,0 0 1,0 0-1,-1 0 1,1 1 0,-1-1-1,1 0 1,-1 1-1,1-1 1,-1 1-1,0 0 1,0-1 0,0 1-1,0 0 1,0 0-1,0 0 1,0 1-1,-2-2 1,3 2-6,-1 0-1,1 0 1,0 0-1,-1-1 1,1 1 0,0 0-1,-1 1 1,1-1 0,0 0-1,0 0 1,-1 0-1,1 1 1,0-1 0,0 1-1,-1-1 1,1 1-1,0-1 1,0 1 0,0 0-1,0 0 1,0-1 0,0 1-1,0 0 1,0 0-1,0 0 1,0 0 0,1 0-1,-1 0 1,0 0 0,1 0-1,-1 1 1,1-1-1,-1 0 1,1 0 0,-1 0-1,1 1 1,0-1-1,-1 0 1,1 3 0,-1 5 13,0 0 0,1 0 1,0 0-1,0 0 0,1 0 1,0 0-1,1 0 0,0 0 0,0 0 1,1 0-1,0-1 0,1 1 1,0-1-1,0 0 0,10 14 1,-10-17-123,0 1 0,1-1 0,0 0 0,0 0 1,0-1-1,1 1 0,0-1 0,-1 0 1,9 4-1,-8-6-351,-1 0-1,1 0 1,0 0-1,0-1 1,0 1 0,0-1-1,0-1 1,0 1-1,0-1 1,0 0 0,10-2-1,0-4-3835,-4-6-945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14.275"/>
    </inkml:context>
    <inkml:brush xml:id="br0">
      <inkml:brushProperty name="width" value="0.035" units="cm"/>
      <inkml:brushProperty name="height" value="0.035" units="cm"/>
    </inkml:brush>
  </inkml:definitions>
  <inkml:trace contextRef="#ctx0" brushRef="#br0">0 141 9705,'0'0'5285,"2"8"-4916,-1-3-343,1 1 1,0 0 0,0 0 0,1-1 0,0 0 0,0 1-1,4 5 1,-5-8-22,0-1 0,0 0-1,0 1 1,0-1 0,0 0 0,1 0-1,-1 0 1,0-1 0,1 1 0,0-1-1,-1 1 1,1-1 0,0 0 0,0 0-1,0 0 1,0 0 0,0 0 0,0-1-1,5 1 1,-7-2 2,1 1 0,-1-1 0,0 1-1,0-1 1,0 0 0,0 0 0,0 1 0,0-1-1,0 0 1,0 0 0,0 0 0,-1 0 0,1 0-1,0 0 1,0 0 0,-1 0 0,1-1 0,-1 1-1,1 0 1,-1 0 0,0 0 0,1-1 0,-1 1-1,0 0 1,0 0 0,0-3 0,5-37 67,-5 40-70,-1-53 845,0 40-690,1-1-1,0 0 1,4-29 0,-4 43-160,0 1 1,0-1 0,1 0 0,-1 1-1,0-1 1,0 0 0,0 1-1,1-1 1,-1 0 0,0 1-1,0-1 1,1 0 0,-1 1-1,1-1 1,-1 1 0,0-1-1,1 0 1,-1 1 0,1 0-1,0-1 1,-1 1 0,1-1-1,-1 1 1,1-1 0,0 1-1,-1 0 1,1 0 0,0-1-1,-1 1 1,2 0 0,19 10-52,12 30 55,27 78-195,-63-129 265,1 0 1,0 0-1,0 0 1,1 0-1,1-1 0,0 1 1,2-17-1,-2 27-71,-1 0 0,2 0 0,-1 0 1,0 0-1,0 0 0,0 0 0,0 0 0,1 0 0,-1 0 0,0 0 0,1 0 0,-1 0 0,1 1 0,-1-1 1,1 0-1,-1 0 0,1 0 0,0 1 0,-1-1 0,1 0 0,0 1 0,0-1 0,-1 0 0,1 1 1,0-1-1,0 1 0,0 0 0,0-1 0,0 1 0,0 0 0,0-1 0,0 1 0,0 0 0,0 0 1,0 0-1,0 0 0,-1 0 0,1 0 0,0 0 0,0 0 0,0 0 0,0 0 0,0 1 0,0-1 1,0 0-1,0 1 0,0-1 0,2 1 0,0 1 6,1-1 0,-1 1 0,0 0-1,1 0 1,-1 0 0,0 1 0,0-1 0,0 1 0,-1-1 0,1 1 0,4 6 0,-4-4-478,0 1 1,-1 0 0,1 0 0,-1 0-1,0 0 1,-1 1 0,0-1 0,0 0-1,1 13 1,-2-6-5707</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14.445"/>
    </inkml:context>
    <inkml:brush xml:id="br0">
      <inkml:brushProperty name="width" value="0.035" units="cm"/>
      <inkml:brushProperty name="height" value="0.035" units="cm"/>
    </inkml:brush>
  </inkml:definitions>
  <inkml:trace contextRef="#ctx0" brushRef="#br0">1 0 16432,'0'0'128</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6.184"/>
    </inkml:context>
    <inkml:brush xml:id="br0">
      <inkml:brushProperty name="width" value="0.035" units="cm"/>
      <inkml:brushProperty name="height" value="0.035" units="cm"/>
    </inkml:brush>
  </inkml:definitions>
  <inkml:trace contextRef="#ctx0" brushRef="#br0">0 124 6182,'0'0'6320,"11"0"-5823,159 0 1993,204-25 1,-355 22-2428,435-76 1534,-419 65-1356,-33 12-282,-19 9-474,-38 20-5331,18-12 278</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6.832"/>
    </inkml:context>
    <inkml:brush xml:id="br0">
      <inkml:brushProperty name="width" value="0.035" units="cm"/>
      <inkml:brushProperty name="height" value="0.035" units="cm"/>
    </inkml:brush>
  </inkml:definitions>
  <inkml:trace contextRef="#ctx0" brushRef="#br0">1 80 6598,'0'0'10522,"7"-9"-9513,-3 3-950,1 1 0,0-1-1,1 1 1,-1 0 0,1 0-1,0 0 1,0 1 0,0 0 0,1 0-1,0 1 1,-1 0 0,1 0 0,0 0-1,1 1 1,-1 0 0,13-2-1,-12 3-60,1 1-1,-1-1 0,0 1 0,1 0 1,-1 1-1,0 0 0,12 3 0,-18-3 3,0 0 0,0-1-1,-1 1 1,1 0-1,0 0 1,-1 0 0,1 0-1,-1 0 1,1 1-1,-1-1 1,1 0 0,-1 1-1,0-1 1,0 1-1,0-1 1,0 1 0,0 0-1,0-1 1,0 1 0,0 0-1,-1 0 1,1-1-1,-1 1 1,1 0 0,-1 0-1,0 0 1,1 0-1,-1 0 1,0 0 0,0 0-1,-1-1 1,1 1-1,0 0 1,-1 0 0,1 0-1,-1 0 1,1 0-1,-2 2 1,-2 3 8,1 0-1,-1 0 1,-1-1-1,1 1 1,-1-1-1,0 0 1,-1 0-1,1-1 1,-1 0-1,0 0 1,0 0-1,-14 7 1,9-4-10,1-1 0,0 2 0,-12 11 1,67-19-394,5-8 393,-33 3 1,0 1 0,0 1 0,1 0 0,-1 1-1,0 2 1,0-1 0,25 5 0,-39-4 2,0 0 1,-1 0-1,1 0 1,0 0-1,0 1 0,-1-1 1,1 1-1,-1-1 1,0 1-1,1 0 0,-1 0 1,0 0-1,0 0 1,0 1-1,0-1 0,0 0 1,-1 1-1,1-1 1,-1 1-1,0 0 0,0-1 1,1 1-1,-2 0 1,1 0-1,0 0 0,-1 0 1,1 0-1,-1 0 1,0 0-1,0 4 0,0-2 16,-1 1 0,1-1-1,-1 0 1,-1 0-1,1-1 1,-1 1-1,1 0 1,-1 0 0,0-1-1,-1 1 1,1-1-1,-1 1 1,0-1-1,0 0 1,-1 0 0,1-1-1,-5 5 1,-6 1 132,0 0 1,0 0-1,-1-1 0,0-1 1,0-1-1,-1 0 0,-30 7 1,16-7-6,-1-1 0,0-1 1,-41-1-1,58-8-1181,12-10-3771,2 15 4658,0-21-9267</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8.582"/>
    </inkml:context>
    <inkml:brush xml:id="br0">
      <inkml:brushProperty name="width" value="0.035" units="cm"/>
      <inkml:brushProperty name="height" value="0.035" units="cm"/>
    </inkml:brush>
  </inkml:definitions>
  <inkml:trace contextRef="#ctx0" brushRef="#br0">1 8 1858,'0'0'1697,"0"-1"-1088,0-1 96,0 1 63,0 0-127,0 0-161,0-1-255,1 2-802,5 0-544</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8.976"/>
    </inkml:context>
    <inkml:brush xml:id="br0">
      <inkml:brushProperty name="width" value="0.035" units="cm"/>
      <inkml:brushProperty name="height" value="0.035" units="cm"/>
    </inkml:brush>
  </inkml:definitions>
  <inkml:trace contextRef="#ctx0" brushRef="#br0">319 0 8392,'0'0'3822,"-8"2"-3485,-1 1-227,0 1 0,1 0 0,-1 0 0,1 1 0,0 0 1,0 0-1,1 1 0,0 0 0,0 0 0,0 0 0,0 1 1,-8 13-1,-14 19 204,-30 52 0,34-50-341,9-16-444,-32 53 1335,23-24-7049</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49.489"/>
    </inkml:context>
    <inkml:brush xml:id="br0">
      <inkml:brushProperty name="width" value="0.035" units="cm"/>
      <inkml:brushProperty name="height" value="0.035" units="cm"/>
    </inkml:brush>
  </inkml:definitions>
  <inkml:trace contextRef="#ctx0" brushRef="#br0">2 181 8200,'0'0'4553,"0"-8"-3394,-1-2-901,1 3 257,0 0 1,0 1 0,0-1-1,1 1 1,0-1 0,0 0-1,0 1 1,1 0 0,0-1-1,5-10 1,-4 14-512,-1-1 0,1 1 1,-1 0-1,1 0 0,0 0 0,0 0 1,0 0-1,6-3 0,3-1 23,1 0 1,0 0-1,0 1 0,21-6 0,-27 10-30,0 0 0,0 0 0,0 1 0,1 0-1,-1 0 1,0 1 0,1 0 0,-1 0 0,0 1 0,14 2 0,-18-1 1,1-1 0,-1 1 1,0 0-1,0 0 0,0 0 1,0 0-1,0 0 0,0 1 1,0-1-1,-1 1 1,0 0-1,1 0 0,-1 0 1,0 0-1,0 0 0,0 0 1,-1 1-1,1-1 0,-1 1 1,0-1-1,0 1 1,0-1-1,0 1 0,-1 0 1,0-1-1,1 1 0,-1 0 1,-1-1-1,1 1 0,-1 5 1,0 5 14,-1-1 0,-1 1 1,0-1-1,0 0 1,-2 0-1,-10 25 0,-53 72 47,22-38-24,45-72-37,1 1 0,-1-1 0,1 1 0,0-1 0,-1 1 0,1-1 0,0 1 0,0-1 0,-1 1 0,1-1 0,0 1 0,0 0 0,0-1 0,-1 1-1,1 0 1,0-1 0,0 1 0,0-1 0,0 1 0,0 0 0,0-1 0,1 1 0,-1-1 0,0 1 0,0 0 0,0-1 0,1 1 0,-1-1 0,0 1 0,0 0 0,1-1 0,-1 1-1,0-1 1,1 1 0,-1-1 0,1 0 0,-1 1 0,1-1 0,0 1 0,1 0 1,1 0-1,0 0 1,0 0-1,-1 0 1,1-1 0,0 0-1,0 1 1,0-1-1,4 0 1,68-9 100,175-41-666,-233 46-3134,-9-3-3688</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52.247"/>
    </inkml:context>
    <inkml:brush xml:id="br0">
      <inkml:brushProperty name="width" value="0.035" units="cm"/>
      <inkml:brushProperty name="height" value="0.035" units="cm"/>
    </inkml:brush>
  </inkml:definitions>
  <inkml:trace contextRef="#ctx0" brushRef="#br0">62 173 3587,'-6'-3'1015,"0"-1"0,0 0 0,0-1 0,0 1 0,1-1-1,0 0 1,0-1 0,0 1 0,-6-11 0,56 15-562,730-12 3685,-759 12-4125,1017-98 620,-1011 98-714,-31 8-1238,-33 12-3346,5-7-1356</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52.998"/>
    </inkml:context>
    <inkml:brush xml:id="br0">
      <inkml:brushProperty name="width" value="0.035" units="cm"/>
      <inkml:brushProperty name="height" value="0.035" units="cm"/>
    </inkml:brush>
  </inkml:definitions>
  <inkml:trace contextRef="#ctx0" brushRef="#br0">363 0 7399,'0'0'5536,"-8"0"-5333,-70 5 174,0 4 0,-80 19 1,156-27-360,0-1 0,0 1 0,0-1 0,0 1 0,0 0 0,0 0 0,0 0 0,0 0 0,1 0 0,-1 0 0,0 0 0,1 0 1,-1 1-1,1-1 0,-1 1 0,1-1 0,0 1 0,0 0 0,-1-1 0,1 1 0,0 0 0,1 0 0,-1 0 0,0 0 0,0-1 1,1 1-1,-1 0 0,1 0 0,0 1 0,0-1 0,-1 0 0,1 0 0,1 0 0,-1 0 0,0 0 0,1 2 0,1 11 73,2-1-1,-1 0 0,2 0 1,7 16-1,-1 0 145,-9-25-202,1 4 85,-1-1 1,0 1-1,0-1 1,1 17-1,28-29 2279,-24 2-2365,18-6 8,0 1 0,1 1 0,31-3 0,-52 8-42,0 0 0,-1 1 0,1-1 0,0 1 1,0 1-1,-1-1 0,1 0 0,0 1 0,0 0 0,-1 0 1,1 1-1,-1-1 0,1 1 0,-1 0 0,0 0 0,1 1 1,-1-1-1,0 1 0,-1 0 0,1 0 0,0 0 0,-1 0 1,0 1-1,0-1 0,4 6 0,-6-7 3,1 1 0,-1 0-1,0 0 1,1 0 0,-1 0 0,-1 0 0,1 0-1,0 0 1,-1 0 0,1 0 0,-1 0 0,0 0-1,0 0 1,0 0 0,-1 0 0,1 0 0,-1 0-1,1 0 1,-1 0 0,0 0 0,-2 4-1,0-2 9,0-1 0,0 1 0,-1-1-1,1 0 1,-1 0 0,0 0 0,0 0-1,-1-1 1,1 0 0,-1 0-1,-6 3 1,-9 4 20,-2-1 0,1-1 0,-1-1 0,-36 7 0,-13-6-2234,80-17-4425,7-5-1767</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58.692"/>
    </inkml:context>
    <inkml:brush xml:id="br0">
      <inkml:brushProperty name="width" value="0.035" units="cm"/>
      <inkml:brushProperty name="height" value="0.035" units="cm"/>
    </inkml:brush>
  </inkml:definitions>
  <inkml:trace contextRef="#ctx0" brushRef="#br0">320 107 993,'2'-8'846,"0"0"-1,-1 0 1,0 0 0,-1 0 0,1-1-1,-3-12 1,-12 11 80,12 10-835,0-1 0,1 0 0,-1 1 0,0-1 0,1 0-1,-1 0 1,1 0 0,0 0 0,-1 0 0,1 0 0,0 0 0,0 0 0,-1 0 0,-1-3 0,3 3 29,0 1-1,0-1 0,0 1 0,0-1 0,0 1 0,0-1 1,-1 1-1,1-1 0,0 1 0,0 0 0,-1-1 1,1 1-1,0-1 0,-1 1 0,1 0 0,0-1 0,-1 1 1,1 0-1,0-1 0,-1 1 0,1 0 0,-1 0 1,1-1-1,0 1 0,-1 0 0,1 0 0,-1 0 0,1 0 1,-1-1-1,1 1 0,-1 0 0,1 0 0,-1 0 1,0 0-1,-14 14 1143,-13 39-1927,21-39 1107,-162 342 77,116-195-8005,50-149 1160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59.274"/>
    </inkml:context>
    <inkml:brush xml:id="br0">
      <inkml:brushProperty name="width" value="0.035" units="cm"/>
      <inkml:brushProperty name="height" value="0.035" units="cm"/>
    </inkml:brush>
  </inkml:definitions>
  <inkml:trace contextRef="#ctx0" brushRef="#br0">68 0 8552,'0'0'5018,"-2"13"-4900,-63 351 1280,65-364-1339,0 1 0,0-1 0,0 0 0,1 1-1,-1-1 1,0 0 0,0 1 0,1-1 0,-1 0-1,0 1 1,0-1 0,1 0 0,-1 0 0,0 1 0,1-1-1,-1 0 1,0 0 0,1 1 0,-1-1 0,0 0-1,1 0 1,-1 0 0,1 0 0,-1 0 0,0 0 0,1 0-1,-1 0 1,1 1 0,-1-1 0,0 0 0,1-1-1,-1 1 1,1 0 0,-1 0 0,0 0 0,1 0 0,-1 0-1,0 0 1,1 0 0,-1-1 0,1 1 0,-1 0-1,0 0 1,1-1 0,-1 1 0,0 0 0,0 0 0,1-1-1,30-12-45,-23 9 157,25-9-128,0 2 0,0 2 1,1 1-1,39-5 1,19 8-6998</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1:59.508"/>
    </inkml:context>
    <inkml:brush xml:id="br0">
      <inkml:brushProperty name="width" value="0.035" units="cm"/>
      <inkml:brushProperty name="height" value="0.035" units="cm"/>
    </inkml:brush>
  </inkml:definitions>
  <inkml:trace contextRef="#ctx0" brushRef="#br0">0 1 9961,'0'0'7138,"4"8"-6791,6 20-267,-1 1 0,-1 0 0,-1 1 0,-2-1 0,-1 1 0,-1 0 0,-2 0 0,-4 54 1,-1-59-1131,-5-12-3650,4-12-927</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1.125"/>
    </inkml:context>
    <inkml:brush xml:id="br0">
      <inkml:brushProperty name="width" value="0.035" units="cm"/>
      <inkml:brushProperty name="height" value="0.035" units="cm"/>
    </inkml:brush>
  </inkml:definitions>
  <inkml:trace contextRef="#ctx0" brushRef="#br0">1 41 8680,'0'0'3524,"0"-8"-1763,0 3 65,0-3-64,3 2-449,0 0-320,0 2-513,-1 0-352,3 4-160,-3 0 0,-1 0-32,0 0-64,-1 6-1377,0-1-1314</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1.689"/>
    </inkml:context>
    <inkml:brush xml:id="br0">
      <inkml:brushProperty name="width" value="0.035" units="cm"/>
      <inkml:brushProperty name="height" value="0.035" units="cm"/>
    </inkml:brush>
  </inkml:definitions>
  <inkml:trace contextRef="#ctx0" brushRef="#br0">52 82 12716,'0'0'657,"4"-8"667,-2 1-1009,2 1 1,-1 0-1,1 0 1,0 0-1,0 1 1,0-1 0,10-8-1,-12 12-288,-1 0-1,1 1 0,0-1 1,0 1-1,0 0 0,0 0 1,1-1-1,-1 1 1,0 0-1,1 1 0,-1-1 1,0 0-1,1 1 0,-1-1 1,1 1-1,-1 0 0,0 0 1,1 0-1,-1 0 1,1 0-1,-1 0 0,1 1 1,-1-1-1,0 1 0,1 0 1,-1 0-1,0 0 1,1 0-1,-1 0 0,0 0 1,3 3-1,-2-2-47,1 1 0,-1 0 0,-1 0-1,1 0 1,0 0 0,-1 1 0,1-1 0,-1 0 0,0 1-1,0 0 1,0 0 0,-1 0 0,1-1 0,-1 1 0,0 0-1,0 1 1,-1-1 0,1 0 0,-1 0 0,0 0 0,0 0-1,0 0 1,0 1 0,-1-1 0,0 0 0,0 0 0,-1 5-1,-1-1-123,0 0 0,0 1-1,0-1 1,-1 0-1,0 0 1,-1-1-1,0 0 1,0 1-1,-1-1 1,1-1-1,-14 12 1,19-18 142,-1 0 0,0 0 0,1 1 0,-1-1 0,0 0 0,1 1 0,-1-1 0,1 0 0,-1 1 0,1-1 0,-1 1 0,1-1 0,-1 1 0,1-1 0,-1 1 0,1-1 0,-1 1 0,1 0 0,0-1 0,-1 1 0,1 0 0,0-1 0,0 1 0,0 0 1,-1-1-1,1 1 0,0 0 0,0-1 0,0 1 0,0 0 0,0-1 0,0 1 0,0 0 0,0-1 0,1 1 0,-1 0 0,0-1 0,1 2 0,25 9-313,-9-5 422,-11-4-103,0 1 1,0 0-1,0 0 0,0 0 0,-1 1 1,1 0-1,-1 0 0,0 1 0,0-1 0,0 1 1,-1 0-1,0 1 0,6 8 0,-9-11 13,1-1-1,-1 1 1,0 0-1,0-1 1,0 1-1,0 0 1,-1 0-1,1 0 1,-1 0-1,1 0 1,-1 0-1,0-1 1,-1 1-1,1 0 0,0 0 1,-1 0-1,1 0 1,-1 0-1,0 0 1,0-1-1,0 1 1,0 0-1,-1-1 1,1 1-1,-1-1 1,1 1-1,-1-1 1,0 0-1,0 0 1,0 0-1,0 0 1,-1 0-1,-2 2 0,-6 4 59,-1-1-1,0 0 0,0-1 1,-1 0-1,0-1 0,0-1 1,0 0-1,0 0 0,-1-1 1,1-1-1,-1-1 0,0 0 1,0 0-1,-24-3 0,37 1-263,0 1-1,1-1 1,-1 0-1,0 0 1,1 1 0,-1-1-1,0 0 1,1 0-1,-1 0 1,1 0 0,0 0-1,-1 0 1,1 0-1,0 0 1,-1 0-1,1 0 1,0 0 0,0 0-1,0 0 1,0 0-1,0 0 1,0 0-1,0 0 1,0 0 0,0 0-1,1 0 1,-1 0-1,1-2 1,-1 1-907,4-19-7242</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2.133"/>
    </inkml:context>
    <inkml:brush xml:id="br0">
      <inkml:brushProperty name="width" value="0.035" units="cm"/>
      <inkml:brushProperty name="height" value="0.035" units="cm"/>
    </inkml:brush>
  </inkml:definitions>
  <inkml:trace contextRef="#ctx0" brushRef="#br0">1 77 11723,'0'0'518,"6"-9"592,-2 4-1097,1-3 317,1 1 1,0-1-1,1 1 1,8-7-1,-13 12-246,0 0 0,0 0 0,0 1-1,1-1 1,-1 1 0,1-1 0,-1 1 0,1 0 0,-1 0-1,1 0 1,0 1 0,-1-1 0,1 0 0,0 1-1,0 0 1,0 0 0,-1 0 0,1 0 0,0 0 0,0 0-1,-1 1 1,5 0 0,-5 1-85,0-1 0,0 1 0,0-1 0,-1 1-1,1 0 1,-1 0 0,1 0 0,-1 0 0,0 0 0,1 0 0,-1 0 0,0 0-1,0 0 1,-1 1 0,1-1 0,0 0 0,-1 0 0,1 1 0,-1-1 0,0 1-1,0-1 1,0 4 0,-3 55 278,1-56-343,1 1 0,-2-1 0,1 0 1,0 0-1,-1 0 0,0 0 0,0 0 0,-1 0 1,1-1-1,-1 0 0,0 0 0,0 0 0,-8 6 0,-16 18-315,72-15-72,-39-11 440,1 0 0,-1 0 0,0 0 0,0 1 0,0 0 0,-1 0 1,1 1-1,-1-1 0,1 1 0,-1 0 0,0 0 0,-1 0 0,1 1 0,3 5 1,-6-8 11,0 0 1,0 1 0,0-1-1,0 1 1,0-1 0,0 1 0,-1-1-1,1 1 1,-1-1 0,0 1-1,0 0 1,0-1 0,0 1-1,0 0 1,-1-1 0,1 1 0,-1-1-1,1 1 1,-1-1 0,0 1-1,0-1 1,0 1 0,0-1-1,-1 0 1,1 0 0,-1 0 0,1 1-1,-1-1 1,0-1 0,0 1-1,0 0 1,-3 2 0,-2 2 39,0-1 1,-1 0-1,1-1 1,-1 1-1,0-1 1,0-1-1,-1 0 1,1 0-1,-1 0 1,0-1-1,1 0 1,-1-1-1,0 0 1,-16-1-1,24 0-150,1 0-1,-1-1 0,1 1 1,-1-1-1,1 0 0,-1 1 1,1-1-1,-1 1 0,1-1 1,-1 0-1,1 0 1,0 1-1,-1-1 0,1 0 1,0 1-1,0-1 0,-1 0 1,1 0-1,0 0 0,0 1 1,0-1-1,0 0 0,0 0 1,0 1-1,0-1 0,0 0 1,1 0-1,-1 1 0,0-1 1,1-1-1,-1-1-660,2-16-4833</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2.336"/>
    </inkml:context>
    <inkml:brush xml:id="br0">
      <inkml:brushProperty name="width" value="0.035" units="cm"/>
      <inkml:brushProperty name="height" value="0.035" units="cm"/>
    </inkml:brush>
  </inkml:definitions>
  <inkml:trace contextRef="#ctx0" brushRef="#br0">1 1 13325,'0'0'896,"64"27"-767,-43-2 159,1 1-32,2 3-32,-1-1 65,-1 2-161,1-3-64,-3-2-64,-1-3 0,-4-4 0,1-6-705,-6-6-2402,-3-6-2338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2.553"/>
    </inkml:context>
    <inkml:brush xml:id="br0">
      <inkml:brushProperty name="width" value="0.035" units="cm"/>
      <inkml:brushProperty name="height" value="0.035" units="cm"/>
    </inkml:brush>
  </inkml:definitions>
  <inkml:trace contextRef="#ctx0" brushRef="#br0">201 1 13132,'0'0'321,"-47"2"-193,31 13 64,-1 2 417,1 2 319,1 4-383,2 2-353,2 0-96,0 2-32,0-1-64,0 0 0,2-3-160,0-1-1217,0-4-1089,3-10-2884</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2.773"/>
    </inkml:context>
    <inkml:brush xml:id="br0">
      <inkml:brushProperty name="width" value="0.035" units="cm"/>
      <inkml:brushProperty name="height" value="0.035" units="cm"/>
    </inkml:brush>
  </inkml:definitions>
  <inkml:trace contextRef="#ctx0" brushRef="#br0">2 1 16143,'0'0'513,"-1"50"-609,1-23 160,0 3 32,4 0-64,3 4-32,7-2 0,-1-2-64,1-2-32,-3-8-3107,0-8-3780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3.100"/>
    </inkml:context>
    <inkml:brush xml:id="br0">
      <inkml:brushProperty name="width" value="0.035" units="cm"/>
      <inkml:brushProperty name="height" value="0.035" units="cm"/>
    </inkml:brush>
  </inkml:definitions>
  <inkml:trace contextRef="#ctx0" brushRef="#br0">58 58 14862,'0'0'1110,"-8"8"-1013,5-6-38,0 1 1,-1 0-1,2 1 1,-1-1-1,0 1 1,1-1-1,-1 1 1,1 0 0,0-1-1,0 1 1,0 1-1,1-1 1,0 0-1,0 0 1,0 0-1,0 1 1,0-1 0,1 0-1,0 1 1,0-1-1,0 1 1,0-1-1,1 0 1,0 1-1,0-1 1,0 0 0,0 0-1,1 0 1,-1 0-1,1 0 1,4 6-1,-3-5-49,1-1 0,-1 1 0,1-1 0,0 0 0,0-1-1,1 1 1,-1-1 0,1 1 0,0-1 0,0-1 0,0 1 0,0-1-1,0 0 1,0 0 0,1 0 0,-1-1 0,1 0 0,-1 0 0,1 0-1,0-1 1,-1 0 0,1 0 0,0 0 0,-1-1 0,1 0 0,-1 0-1,1 0 1,-1-1 0,1 1 0,-1-1 0,0-1 0,0 1 0,0-1-1,0 0 1,0 0 0,-1 0 0,0 0 0,1-1 0,-1 0 0,0 0-1,0 0 1,-1-1 0,0 1 0,1-1 0,-1 0 0,-1 0 0,1 0-1,-1 0 1,0 0 0,0 0 0,2-11 0,-2 11-3,-1 0 1,0-1-1,0 1 1,0-1-1,-1 1 0,0-1 1,0 1-1,0-1 1,-1 1-1,1-1 1,-1 1-1,-1 0 1,1-1-1,-1 1 0,0 0 1,0 0-1,0 0 1,-4-6-1,2 7-6,0 1 0,1-1-1,-1 1 1,0-1 0,-1 1-1,1 0 1,-1 1 0,1-1-1,-1 1 1,0 0 0,0 0-1,0 0 1,0 1 0,0 0-1,0 0 1,0 0 0,0 1-1,-1-1 1,-5 1 0,2 0-102,0 0 1,0 1-1,0 0 1,0 0 0,0 1-1,1 0 1,-1 0-1,-9 5 1,11-4-798,0 1-1,0 0 1,0 0-1,1 0 1,-11 10 0,7-4-4339</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03.555"/>
    </inkml:context>
    <inkml:brush xml:id="br0">
      <inkml:brushProperty name="width" value="0.035" units="cm"/>
      <inkml:brushProperty name="height" value="0.035" units="cm"/>
    </inkml:brush>
  </inkml:definitions>
  <inkml:trace contextRef="#ctx0" brushRef="#br0">0 75 12236,'0'0'181,"4"-9"449,-3 5-535,1 1 1,0-1-1,0 0 1,0 0-1,0 1 1,1-1-1,-1 1 0,1-1 1,0 1-1,0 0 1,0 0-1,1 1 1,-1-1-1,1 1 0,-1-1 1,1 1-1,0 0 1,0 0-1,0 1 0,0-1 1,0 1-1,0 0 1,0 0-1,0 0 1,1 1-1,-1 0 0,0-1 1,1 1-1,-1 1 1,0-1-1,8 2 1,-10-1-87,0-1 1,0 1 0,1 0-1,-1 0 1,0 0 0,0 0-1,0 0 1,0 1 0,-1-1-1,1 1 1,0-1 0,-1 1-1,1-1 1,-1 1 0,1 0-1,-1 0 1,0 0 0,1 0-1,-1 0 1,0 0 0,-1 0-1,1 0 1,0 0 0,0 0 0,-1 1-1,0-1 1,1 0 0,-1 0-1,0 1 1,0-1 0,0 0-1,0 1 1,-1-1 0,1 0-1,0 0 1,-1 1 0,-1 2-1,1 0-20,0-1-1,-1 1 1,1-1-1,-1 0 1,0 0-1,0 0 1,0 0-1,-1 0 1,1 0-1,-1 0 1,0-1-1,0 0 1,0 1-1,-1-1 1,1 0 0,-1-1-1,0 1 1,-5 3-1,28-9-126,0 1 1,0 1-1,0 1 0,36 4 0,-53-4 146,0 0 0,0 1 0,0-1 0,0 1 0,0 0 0,0-1-1,0 1 1,0 0 0,0 0 0,0 0 0,-1 1 0,1-1 0,0 0 0,-1 1-1,1-1 1,-1 0 0,1 1 0,-1 0 0,0-1 0,0 1 0,0 0-1,0 0 1,0 0 0,0 0 0,0 0 0,-1 0 0,1 0 0,-1 0 0,1 0-1,-1 0 1,0 0 0,0 0 0,0 0 0,0 0 0,0 0 0,0 0-1,0 0 1,-1 0 0,1 0 0,-1 0 0,0 0 0,1 0 0,-1 0 0,0 0-1,0 0 1,0 0 0,-1-1 0,1 1 0,0 0 0,0-1 0,-1 1-1,1-1 1,-1 0 0,0 1 0,1-1 0,-4 2 0,-12 8 27,1-1 0,-2-1 1,1 0-1,-1-1 0,-1-1 0,1-1 0,-1 0 1,0-1-1,-20 1 0,-2-4-2944</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41.041"/>
    </inkml:context>
    <inkml:brush xml:id="br0">
      <inkml:brushProperty name="width" value="0.035" units="cm"/>
      <inkml:brushProperty name="height" value="0.035" units="cm"/>
    </inkml:brush>
  </inkml:definitions>
  <inkml:trace contextRef="#ctx0" brushRef="#br0">0 0 11243,'0'0'7943,"26"72"-7783,-16-42-96,0 1-32,-3 0-416,-5-1-1922,-2-6-2242</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42.025"/>
    </inkml:context>
    <inkml:brush xml:id="br0">
      <inkml:brushProperty name="width" value="0.035" units="cm"/>
      <inkml:brushProperty name="height" value="0.035" units="cm"/>
    </inkml:brush>
  </inkml:definitions>
  <inkml:trace contextRef="#ctx0" brushRef="#br0">268 4 7783,'0'0'8200,"-5"0"-7917,-31-3-83,-1 2-1,0 2 1,1 1 0,-54 10-1,88-11-191,1-1 0,-1 1-1,0 0 1,1 0 0,-1 0 0,1 0-1,0 0 1,-1 1 0,1-1-1,0 0 1,0 1 0,0-1 0,0 1-1,0-1 1,0 1 0,0-1-1,0 1 1,1 0 0,-1-1 0,0 1-1,1 0 1,0-1 0,-1 1-1,1 0 1,0 0 0,0 2-1,0 59 618,1-41-465,-1-4-5,0-10-139,-1 1 0,2-1 0,-1 1 0,1 0 1,3 10-1,-4-17 8,1-1 0,-1 1 0,1 0 1,0 0-1,0-1 0,-1 1 1,1-1-1,0 1 0,1-1 0,-1 1 1,0-1-1,0 0 0,1 0 0,-1 1 1,0-1-1,1 0 0,0 0 0,-1 0 1,1-1-1,-1 1 0,1 0 1,0 0-1,-1-1 0,1 1 0,0-1 1,0 0-1,0 0 0,-1 1 0,1-1 1,3 0-1,8-1 37,0-1 1,0 0-1,-1-1 1,1 0-1,16-7 0,-17 6-22,1 0-1,0 0 0,0 1 0,0 1 1,18-1-1,-27 3-48,0 0 0,0 0 0,0 1 0,0-1 0,-1 1 0,1 0 0,0 0 0,0 1 0,-1-1 0,1 1 0,-1-1 0,0 1 0,1 0 0,-1 0 0,0 1 0,0-1 0,0 1 0,0-1 0,-1 1 0,1 0 0,-1 0 0,0 0 0,1 0 0,-2 1 0,1-1 1,0 1-1,0-1 0,-1 1 0,0-1 0,0 1 0,0 0 0,0 0 0,-1 0 0,1-1 0,-1 7 0,0-4-12,0 0-1,0 0 1,0 1 0,-1-1 0,0 0-1,0 0 1,-1 0 0,0 0 0,0 0 0,0-1-1,0 1 1,-1-1 0,0 1 0,0-1-1,-1 0 1,1 0 0,-1 0 0,0-1 0,-1 1-1,1-1 1,-1 0 0,-6 4 0,1-3-290,0 0 1,-1 0 0,1-1-1,-1 0 1,-1-1 0,1-1-1,-14 2 1,12-2-1598,0-2 0,0 1 0,-17-3 0,20 0-1668</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42.435"/>
    </inkml:context>
    <inkml:brush xml:id="br0">
      <inkml:brushProperty name="width" value="0.035" units="cm"/>
      <inkml:brushProperty name="height" value="0.035" units="cm"/>
    </inkml:brush>
  </inkml:definitions>
  <inkml:trace contextRef="#ctx0" brushRef="#br0">102 12 13581,'0'0'539,"-9"-1"267,-30-2-181,37 3-534,0 0 0,0 0 0,0 0 0,0 0 0,0 1 0,0-1 0,0 1 0,0 0 0,0-1 0,0 1 0,0 0 0,0 0 0,1 0 0,-1 0 0,0 0 0,1 1 0,-1-1 0,1 0 1,-1 1-1,1-1 0,0 1 0,-1 0 0,1-1 0,0 1 0,0 0 0,0 0 0,1-1 0,-1 1 0,0 0 0,1 0 0,-1 0 0,1 0 0,-1 3 0,-1 7 20,1 1-1,0 0 1,0 0-1,2 13 1,0-9 79,-1-10-190,1 0 1,-1-1-1,1 1 0,1-1 0,0 1 1,-1-1-1,2 0 0,-1 1 1,1-1-1,0 0 0,0-1 0,1 1 1,0 0-1,0-1 0,0 0 1,0 0-1,1 0 0,0-1 1,9 8-1,-10-9-25,1 0 0,0 0 0,0-1 1,0 1-1,0-1 0,1 0 0,-1-1 0,0 1 1,1-1-1,0 0 0,-1 0 0,1-1 1,-1 1-1,1-1 0,0-1 0,-1 1 0,1-1 1,-1 0-1,1 0 0,-1-1 0,1 1 0,-1-1 1,0 0-1,6-4 0,-5 3 26,0-1 0,-1-1 1,1 1-1,-1-1 0,1 0 0,-2 0 0,1-1 0,0 1 1,-1-1-1,0 0 0,-1-1 0,1 1 0,-1 0 0,0-1 1,-1 0-1,1 0 0,-1 1 0,-1-1 0,1-1 0,0-10 1,-2 13 6,1-1 1,-1 1-1,0 0 1,-1 0-1,1-1 0,-1 1 1,0 0-1,-1 0 1,1 0-1,-1 0 1,0 0-1,0 0 1,0 0-1,-1 0 1,0 1-1,0 0 1,0-1-1,0 1 0,0 0 1,-1 0-1,0 1 1,0-1-1,0 1 1,0 0-1,-1 0 1,1 0-1,-11-4 1,6 4 106,0 0 0,-1 0 1,1 1-1,-1 0 1,-15-1-1,22 3-290,0 0 0,1 0-1,-1 1 1,0-1 0,1 1 0,-1-1 0,0 1 0,1 0 0,-1 0-1,-4 2 1,6-2-242,0 0 0,-1-1 0,1 1 0,0 0 0,0 0 0,1 0 0,-1 1 0,0-1 0,0 0 0,0 0 0,1 0 0,-1 1 0,1-1 0,-1 0 0,1 0 0,-1 1 0,1-1 0,0 1 0,0-1 0,-1 0 0,1 1-1,0 1 1,0 6-6608</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42.715"/>
    </inkml:context>
    <inkml:brush xml:id="br0">
      <inkml:brushProperty name="width" value="0.035" units="cm"/>
      <inkml:brushProperty name="height" value="0.035" units="cm"/>
    </inkml:brush>
  </inkml:definitions>
  <inkml:trace contextRef="#ctx0" brushRef="#br0">1 0 2594,'0'0'13741,"38"48"-13612,-19-20 191,2 2 224,5 4 1,0 2-161,1-2-320,-2-1-32,2-1 0,-5-4-320,-2-4-1249,-3-8-577,-2-5-1282,-4-9-1408</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42.946"/>
    </inkml:context>
    <inkml:brush xml:id="br0">
      <inkml:brushProperty name="width" value="0.035" units="cm"/>
      <inkml:brushProperty name="height" value="0.035" units="cm"/>
    </inkml:brush>
  </inkml:definitions>
  <inkml:trace contextRef="#ctx0" brushRef="#br0">176 1 11435,'0'0'6790,"-49"20"-6181,40 6-33,-4 7-319,1 3-193,-1 3-64,-2 5 32,-1-1-128,-3-2-1346,3-7-1408,2-6-4485</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43.322"/>
    </inkml:context>
    <inkml:brush xml:id="br0">
      <inkml:brushProperty name="width" value="0.035" units="cm"/>
      <inkml:brushProperty name="height" value="0.035" units="cm"/>
    </inkml:brush>
  </inkml:definitions>
  <inkml:trace contextRef="#ctx0" brushRef="#br0">22 32 9513,'0'0'8664,"9"-5"-7153,-5 2-1378,1-1 37,1 1 0,-1 0-1,1 0 1,-1 0 0,11-3 0,-14 6-157,-1-1 0,1 1 1,0 0-1,-1-1 1,1 1-1,-1 0 0,1 0 1,-1 0-1,1 0 0,0 0 1,-1 1-1,1-1 1,-1 0-1,1 1 0,-1-1 1,1 1-1,-1 0 1,1-1-1,-1 1 0,0 0 1,1 0-1,-1 0 1,0 0-1,0 0 0,1 0 1,-1 0-1,0 0 1,0 1-1,0-1 0,0 0 1,-1 0-1,1 1 0,1 2 1,0 0-54,0 1 1,-1-1 0,1 0-1,-1 1 1,0 0 0,0-1-1,-1 1 1,1 0-1,-1-1 1,0 1 0,0 0-1,0-1 1,-1 1 0,0 0-1,0-1 1,0 1-1,-1-1 1,1 1 0,-1-1-1,0 0 1,0 0 0,0 0-1,-1 0 1,0 0-1,1 0 1,-5 3 0,-7 7-639,0-1 0,-1 0 0,0-1 0,-33 18 1,49-29 682,-1-1 0,1 1-1,-1-1 1,1 0 0,-1 1 0,1-1 0,-1 1 0,1-1 0,-1 0 0,1 1 0,0-1 0,-1 0 0,1 1 0,0-1 0,-1 0 0,1 0 0,0 0 0,-1 0 0,1 0 0,0 0 0,-1 0 0,1 0 0,0 0 0,-1 0 0,1 0-1,0 0 1,0-1 0,33 3 145,28-7-1170,109-22 1,-142 18-2046,-3-3-1947</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43.634"/>
    </inkml:context>
    <inkml:brush xml:id="br0">
      <inkml:brushProperty name="width" value="0.035" units="cm"/>
      <inkml:brushProperty name="height" value="0.035" units="cm"/>
    </inkml:brush>
  </inkml:definitions>
  <inkml:trace contextRef="#ctx0" brushRef="#br0">1 28 16656,'0'0'1793,"49"-28"-1472,-32 47 63,4 7 33,3 8-257,-3 4-128,1 2 0,1-1-32,-2-2-289,-2-5-928,-2-9-512,-1-9-610,-3-12-2305,-1-2-1185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43.822"/>
    </inkml:context>
    <inkml:brush xml:id="br0">
      <inkml:brushProperty name="width" value="0.035" units="cm"/>
      <inkml:brushProperty name="height" value="0.035" units="cm"/>
    </inkml:brush>
  </inkml:definitions>
  <inkml:trace contextRef="#ctx0" brushRef="#br0">261 0 11563,'0'0'2466,"-57"6"-1601,39 10-64,0 4-129,1 2-415,0 6-129,-1 1-96,-1 1-32,-1-1 0,0 0-160,1-8-2114,0-5-2787,0-8-4228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43.991"/>
    </inkml:context>
    <inkml:brush xml:id="br0">
      <inkml:brushProperty name="width" value="0.035" units="cm"/>
      <inkml:brushProperty name="height" value="0.035" units="cm"/>
    </inkml:brush>
  </inkml:definitions>
  <inkml:trace contextRef="#ctx0" brushRef="#br0">1 46 9385,'0'0'5573,"57"-22"-4772,-26 21-96,5 1-321,0 0-256,4 1-96,-7-1-32,-4 0-897,-4 0-1217,-3-6-2658,-3-12-3716</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44.148"/>
    </inkml:context>
    <inkml:brush xml:id="br0">
      <inkml:brushProperty name="width" value="0.035" units="cm"/>
      <inkml:brushProperty name="height" value="0.035" units="cm"/>
    </inkml:brush>
  </inkml:definitions>
  <inkml:trace contextRef="#ctx0" brushRef="#br0">26 0 11275,'0'0'2658,"-24"56"-1569,23-26 32,1 6-512,0 3-225,3 4-288,5 1-64,1-4-128,-4-9-3811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35.798"/>
    </inkml:context>
    <inkml:brush xml:id="br0">
      <inkml:brushProperty name="width" value="0.035" units="cm"/>
      <inkml:brushProperty name="height" value="0.035" units="cm"/>
    </inkml:brush>
  </inkml:definitions>
  <inkml:trace contextRef="#ctx0" brushRef="#br0">315 29 4228,'1'-1'442,"0"0"-1,0 1 1,0-1 0,0 1 0,0-1-1,-1 0 1,1 0 0,0 0-1,-1 1 1,1-1 0,0 0 0,-1 0-1,1 0 1,-1 0 0,1 0 0,-1 0-1,0 0 1,1 0 0,-1 0-1,0-2 1,0 3-273,0-1-1,-1 1 1,1-1 0,-1 1-1,1-1 1,-1 1-1,1-1 1,-1 1 0,1-1-1,-1 1 1,1-1-1,-1 1 1,1 0 0,-1-1-1,0 1 1,1 0-1,-1 0 1,0-1 0,1 1-1,-1 0 1,0 0 0,1 0-1,-2 0 1,-56 0 262,42 0-241,-23-1 76,-157 1 1523,193 32-1778,1 186 192,46-219 272,-26-1-470,1 1 1,0 1 0,0 0-1,-1 2 1,1 0-1,0 1 1,19 6 0,-32-8-19,-1 1 0,0 0 0,0 0 0,0 0 0,0 1 0,-1 0 1,1 0-1,-1 0 0,1 0 0,-1 1 0,0 0 0,0-1 0,-1 1 0,1 1 0,-1-1 1,0 1-1,0-1 0,0 1 0,-1 0 0,0 0 0,0 0 0,0 0 0,0 0 0,-1 0 1,0 1-1,0-1 0,0 0 0,-1 1 0,0 6 0,0-9 23,0 0 0,0 0-1,0 0 1,-1 0 0,1 0-1,-1 0 1,0 0 0,0 0 0,0-1-1,-1 1 1,1 0 0,0-1 0,-1 1-1,0 0 1,0-1 0,0 0-1,0 1 1,-2 1 0,-1 0 33,0-1 0,1 0 0,-2 0 0,1 0-1,0 0 1,-1-1 0,1 0 0,-11 3 0,-8-1 23,0-1 0,-1 0 0,-37-2 0,50-1-159,11 0-942</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36.254"/>
    </inkml:context>
    <inkml:brush xml:id="br0">
      <inkml:brushProperty name="width" value="0.035" units="cm"/>
      <inkml:brushProperty name="height" value="0.035" units="cm"/>
    </inkml:brush>
  </inkml:definitions>
  <inkml:trace contextRef="#ctx0" brushRef="#br0">0 20 9769,'0'0'7522,"9"0"-7143,95 2 630,179-21 0,-276 18-965,-4 1-2538,-14-1-3058,-3 1 817</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36.645"/>
    </inkml:context>
    <inkml:brush xml:id="br0">
      <inkml:brushProperty name="width" value="0.035" units="cm"/>
      <inkml:brushProperty name="height" value="0.035" units="cm"/>
    </inkml:brush>
  </inkml:definitions>
  <inkml:trace contextRef="#ctx0" brushRef="#br0">11 1 6662,'0'0'9775,"0"0"-9742,0 0 0,-1 0 1,1 0-1,0 0 0,-1 0 1,1 0-1,0 0 0,-1 0 0,1 0 1,0 0-1,-1 0 0,1 0 1,0 0-1,0 0 0,-1 0 0,1 0 1,0 0-1,-1 0 0,1 1 0,0-1 1,-1 0-1,1 0 0,0 0 1,0 1-1,-1-1 0,1 0 0,0 0 1,0 0-1,-1 1 0,1-1 1,0 0-1,0 1 0,0-1 0,0 0 1,-1 0-1,1 1 0,0-1 1,0 0-1,0 1 0,0-1 0,0 0 1,0 1-1,0-1 0,0 0 0,0 1 1,0-1-1,9 154 2839,0 1-5701,-14-154-3615</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2:38.257"/>
    </inkml:context>
    <inkml:brush xml:id="br0">
      <inkml:brushProperty name="width" value="0.035" units="cm"/>
      <inkml:brushProperty name="height" value="0.035" units="cm"/>
    </inkml:brush>
  </inkml:definitions>
  <inkml:trace contextRef="#ctx0" brushRef="#br0">0 1 16656,'0'0'2786</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3:01.714"/>
    </inkml:context>
    <inkml:brush xml:id="br0">
      <inkml:brushProperty name="width" value="0.035" units="cm"/>
      <inkml:brushProperty name="height" value="0.035" units="cm"/>
    </inkml:brush>
  </inkml:definitions>
  <inkml:trace contextRef="#ctx0" brushRef="#br0">200 70 4036,'28'-21'5773,"-2"1"-3553,-19-2 2925,-14 20-4676,0 1 0,0 0 0,0 0 0,0 0 0,0 0 0,-7 2 0,-8-2-215,-66 5 198,81-3-443,0 1 1,0-1 0,1 1-1,-1 0 1,1 1-1,-1 0 1,1 0-1,0 0 1,0 1 0,-9 6-1,14-7-10,-1 0 0,0 0 0,1 0 0,-1 0 0,1 0 0,0 0 0,0 0 0,0 0 0,0 1 0,1-1 0,-1 0 0,1 1 0,0-1 0,0 0 0,1 6 0,5 52-15,-2-46 27,0 0 1,1 0-1,9 18 1,11 32 38,27-67 14,-45 3-91,-1 0-1,0 0 0,1 0 1,-1 1-1,0 0 0,0 0 1,0 1-1,0-1 0,0 1 1,-1 0-1,1 1 0,-1 0 1,5 4-1,-7-6 11,0 1-1,0-1 1,-1 1 0,1-1-1,-1 1 1,1 0-1,-1 0 1,0 0 0,0 0-1,-1 0 1,1 0-1,-1 1 1,1-1 0,-1 1-1,0-1 1,0 1-1,-1-1 1,1 1 0,-1 0-1,0-1 1,0 1-1,0 0 1,0-1 0,-2 8-1,1-8 2,-1 0 0,0-1-1,1 1 1,-1-1 0,0 1-1,-1-1 1,1 0 0,0 1-1,-1-1 1,1 0 0,-1-1-1,0 1 1,0 0 0,1-1-1,-1 1 1,-5 0 0,-52 18 90,57-20-68,-18 6-368,1-2 0,-1 0 1,-37 1-1,59-11-4662,9-7 407</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3:02.279"/>
    </inkml:context>
    <inkml:brush xml:id="br0">
      <inkml:brushProperty name="width" value="0.035" units="cm"/>
      <inkml:brushProperty name="height" value="0.035" units="cm"/>
    </inkml:brush>
  </inkml:definitions>
  <inkml:trace contextRef="#ctx0" brushRef="#br0">134 14 6822,'0'0'7725,"-8"-3"-6935,3 1-759,2 1 55,1 0 1,-1-1-1,1 2 1,0-1 0,-1 0-1,1 0 1,-1 1-1,0-1 1,1 1-1,-1 0 1,0 0 0,1 0-1,-1 0 1,1 0-1,-1 1 1,0-1-1,1 1 1,-1-1 0,1 1-1,-1 0 1,1 0-1,0 0 1,-1 1-1,1-1 1,0 0 0,0 1-1,0 0 1,-2 1-1,-2 5 24,1-1 0,0 1 1,0 0-1,1 0 0,0 1 0,0-1 0,1 1 0,0 0 0,1 0 0,0 0 0,0 0 0,1 0 0,0 0 1,0 0-1,1 1 0,1-1 0,2 17 0,-3-20-113,1-1 0,0 0 0,1 1-1,-1-1 1,1 0 0,0 0 0,0 0 0,0 0 0,1 0 0,0-1-1,0 1 1,0-1 0,0 0 0,1 1 0,-1-1 0,1-1 0,0 1-1,1-1 1,-1 1 0,1-1 0,-1-1 0,1 1 0,0 0 0,0-1 0,0 0-1,0-1 1,0 1 0,0-1 0,1 0 0,9 1 0,-11-1 17,0-1-1,0 0 1,0 0 0,1 0 0,-1 0 0,0-1-1,0 1 1,0-1 0,-1 0 0,1-1 0,0 1 0,0 0-1,0-1 1,-1 0 0,1 0 0,-1 0 0,0 0 0,1-1-1,-1 0 1,0 1 0,0-1 0,-1 0 0,1 0 0,-1 0-1,1-1 1,-1 1 0,0-1 0,0 1 0,-1-1-1,1 0 1,-1 1 0,1-1 0,-1 0 0,0 0 0,-1 0-1,1 0 1,-1 0 0,0-8 0,0 4-11,0 1 1,0 0-1,-1-1 0,0 1 1,-1 0-1,0 0 0,0 0 1,0 0-1,-1 0 0,0 0 1,0 0-1,-1 1 0,1-1 1,-2 1-1,1 0 0,-1 1 1,0-1-1,0 1 1,0 0-1,-1 0 0,1 0 1,-1 1-1,-11-6 0,11 7-380,-1 0 0,1 0 1,-1 0-1,0 1 0,0 0 0,0 1 0,0 0 0,0 0 0,-10 0 0,-16 1-6824,23 0 448</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3:02.856"/>
    </inkml:context>
    <inkml:brush xml:id="br0">
      <inkml:brushProperty name="width" value="0.035" units="cm"/>
      <inkml:brushProperty name="height" value="0.035" units="cm"/>
    </inkml:brush>
  </inkml:definitions>
  <inkml:trace contextRef="#ctx0" brushRef="#br0">1 0 6887,'0'0'6358,"2"11"-5366,6 11-693,1-1 0,1 1 0,1-1 0,1-1 0,24 32 0,-3-9-330,-17-24-237,0 0 1,-2 1-1,0 0 0,-2 1 0,0 1 1,-1 0-1,10 31 0,-21-53 2,2 12-1104,-4-7-3261,-5-5 2325</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3:03.106"/>
    </inkml:context>
    <inkml:brush xml:id="br0">
      <inkml:brushProperty name="width" value="0.035" units="cm"/>
      <inkml:brushProperty name="height" value="0.035" units="cm"/>
    </inkml:brush>
  </inkml:definitions>
  <inkml:trace contextRef="#ctx0" brushRef="#br0">178 0 13100,'0'0'3492,"-49"63"-2595,37-34-225,1 3-416,0 0-95,-3 4-97,3-2-64,-2-2 32,1-3-192,1-2-1602,-1-2-769,2-9-1921,-1-4-1249</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3:03.696"/>
    </inkml:context>
    <inkml:brush xml:id="br0">
      <inkml:brushProperty name="width" value="0.035" units="cm"/>
      <inkml:brushProperty name="height" value="0.035" units="cm"/>
    </inkml:brush>
  </inkml:definitions>
  <inkml:trace contextRef="#ctx0" brushRef="#br0">0 55 10858,'0'0'7997,"7"-20"-6892,0 15-1218,0 1 0,0 0-1,0 0 1,1 1 0,-1 0-1,1 0 1,0 1 0,0 0 0,0 1-1,0-1 1,0 1 0,0 1-1,0 0 1,0 0 0,0 0 0,0 1-1,11 2 1,-18-2 20,1 0 0,-1-1-1,1 1 1,-1 0 0,0 0 0,1 0 0,-1 0 0,0 0-1,1 0 1,-1 0 0,0 0 0,0 1 0,0-1 0,0 0-1,0 1 1,0-1 0,-1 1 0,1-1 0,0 1-1,-1-1 1,1 1 0,-1-1 0,0 1 0,1-1 0,-1 1-1,0 0 1,0-1 0,0 1 0,0 0 0,0-1 0,0 1-1,-1 0 1,1-1 0,0 1 0,-1-1 0,1 1 0,-1-1-1,0 1 1,0-1 0,0 2 0,-3 5 48,0 0 0,-1 0 0,0 0 0,0-1 1,-11 13-1,2-8 85,11-10 20,-1 1 1,0 0-1,1 0 1,0 0-1,-1 1 0,1-1 1,1 1-1,-1 0 1,0 0-1,-3 7 0,43-9 448,-1-2-412,53-7 1,-37-5-2490,-27 4-1483</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3:04.044"/>
    </inkml:context>
    <inkml:brush xml:id="br0">
      <inkml:brushProperty name="width" value="0.035" units="cm"/>
      <inkml:brushProperty name="height" value="0.035" units="cm"/>
    </inkml:brush>
  </inkml:definitions>
  <inkml:trace contextRef="#ctx0" brushRef="#br0">1 1 13549,'0'0'2338,"55"25"-2370,-30-6 64,3 2-64,1-2 64,-2 1-544,-1-5-994,-6-5-928,-4-5-1794,-5-5-2499</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3:04.253"/>
    </inkml:context>
    <inkml:brush xml:id="br0">
      <inkml:brushProperty name="width" value="0.035" units="cm"/>
      <inkml:brushProperty name="height" value="0.035" units="cm"/>
    </inkml:brush>
  </inkml:definitions>
  <inkml:trace contextRef="#ctx0" brushRef="#br0">190 0 11787,'0'0'3748,"-49"24"-2916,40-6-383,-1 2-257,1 2-128,1 0-64,-2 3 32,0 0-96,-3-2-1089,-1 0-513,-2-5-1408,-4-5-898,-1-6-1217</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3:04.422"/>
    </inkml:context>
    <inkml:brush xml:id="br0">
      <inkml:brushProperty name="width" value="0.035" units="cm"/>
      <inkml:brushProperty name="height" value="0.035" units="cm"/>
    </inkml:brush>
  </inkml:definitions>
  <inkml:trace contextRef="#ctx0" brushRef="#br0">1 69 10378,'0'0'4772,"57"-44"-4612,-25 39 33,3 2-1,3-1-96,-2 4-32,-3 0-64,-3 0 0,-3 0-641,-10-4-2113,-6-5-1634</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1T11:33:04.576"/>
    </inkml:context>
    <inkml:brush xml:id="br0">
      <inkml:brushProperty name="width" value="0.035" units="cm"/>
      <inkml:brushProperty name="height" value="0.035" units="cm"/>
    </inkml:brush>
  </inkml:definitions>
  <inkml:trace contextRef="#ctx0" brushRef="#br0">6 0 13485,'0'0'1441,"-5"56"-1217,18-33 33,3 5-161,3 4-32,0-1-224,-1-7-3460,-1-10-5348</inkml:trace>
</inkml:ink>
</file>

<file path=ppt/ink/ink1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11T11:33:54.403"/>
    </inkml:context>
    <inkml:brush xml:id="br0">
      <inkml:brushProperty name="width" value="0.05292" units="cm"/>
      <inkml:brushProperty name="height" value="0.05292" units="cm"/>
      <inkml:brushProperty name="color" value="#FF0000"/>
    </inkml:brush>
  </inkml:definitions>
  <inkml:trace contextRef="#ctx0" brushRef="#br0">19320 3925 315 0,'0'0'41'0,"0"0"-42"0,0 0 0 16,0 0 0-16,0 0 2 16,0 0-3-16,0 0-3 15,0 31-1-15,0-28 0 16,0-2 3-16,0 1 3 0,0-1 1 15,0 0 1-15,0-1 12 16,0 0 27-16,-1 0-39 16,-1-1 12-16,1-5 75 15,1-4-63-15,0-5-10 0,0-5-2 16,4-3 0-16,5-2-7 16,1-1-3-16,3-1-1 15,0 3 5-15,0 2-5 16,1 5 1-16,0 1 1 15,-2 3-2-15,1 3-2 0,2 2-1 16,-3 1 0-16,2 3 0 16,2 1-1-16,-5 2 1 15,1 1-1-15,-1 0 1 16,0 5-2-16,-2 3 2 16,0 2 0-16,-2 0 0 15,-1 3 0-15,0-1 1 0,-2 1-1 16,0 0 1-16,0 0-2 15,-2-2 2-15,-1 0-1 16,2-2 0-16,-1-2 0 16,-2-3 0-16,0-1-1 15,0-1 1-15,0-2 1 0,0 0 1 16,0-4 0-16,0-4-2 16,-1-3 1-16,-1-3 0 15,2-1-1-15,0 0 0 16,0-2 1-16,0 0-2 0,5 2 1 15,-1 2 0-15,3 2 1 16,2 2-1-16,-1 2-2 16,4 3 3-16,2 3-1 15,4 1-1-15,0 0-1 16,4 5 2-16,0 5 1 16,-1 0-2-16,-2 2 1 0,0-2-1 15,-3 3 0-15,-3-2 0 16,-3-1 0-16,-2 0-1 15,-2 2 1-15,-4-1-1 16,-2 1 1-16,0 1-1 16,0 2 2-16,0 0 3 0,-5-2-3 15,3 2 1-15,-1-2-1 16,3 0 0-16,0-2 1 16,0 0-1-16,0-3-1 15,0-1 1-15,8-3-6 16,-2-3-44-16,2-1-30 0,1-2-45 15,0-9-143-15</inkml:trace>
  <inkml:trace contextRef="#ctx0" brushRef="#br0" timeOffset="825.79">20194 3742 266 0,'-4'-2'56'0,"-2"1"-30"16,2-1-18-16,-2 2 3 16,2 0-4-16,-4 0-5 15,2 0 0-15,-1 0-3 0,0 0 2 16,-2 5-1-16,-1-2 1 15,0 2 0-15,1 2 1 16,-1 1 6-16,0 0 2 16,2 2 6-16,0 1-11 15,1 2-3-15,3 0-1 0,3 1 0 16,1 0 0-16,0 2-1 16,0-3 1-16,1-1-1 15,3 0-1-15,3-4 0 16,3-2 1-16,0-4-4 15,2-2 2-15,1 0 12 16,2-6 4-16,-1-3-5 0,0-2 1 16,0 1-4-16,-2-3 0 15,0 2-2-15,-4-1 1 16,-1 2-2-16,-3 0-2 16,-3 2 3-16,-1 1-2 15,0 0 1-15,-4 0 0 0,-5 1 1 16,0 0-1-16,-2 1-3 15,1-1 0-15,-1 1-2 16,2 2-4-16,2 0-4 16,2 1-28-16,3 2 1 15,-2 0-39-15,4 0-51 0,0 0-38 16</inkml:trace>
  <inkml:trace contextRef="#ctx0" brushRef="#br0" timeOffset="1980.34">20526 3783 418 0,'0'0'19'0,"0"0"-11"15,0 0 0-15,0 0 2 16,0 0-10-16,0 0-1 0,0 0-8 16,-34 7-8-16,20-2-10 15,-3 0 12-15,0 0 13 16,-2 0 2-16,1 0 1 16,1 1 2-16,2 0 7 15,-1 3 2-15,2 0 2 16,4 3-2-16,1 0-5 15,1 3-5-15,5 0-1 0,3 1 0 16,0-1-2-16,1-1-1 16,9-3-1-16,1-3-4 15,1-4-4-15,0-4 3 16,3 0 5-16,-2-4 2 0,0-7 3 16,-1-4 3-16,1-2 4 15,-3-4 5-15,-3-4 2 16,0-1-9-16,0-4-2 15,-4-1-2-15,0-2-2 16,0-1 1-16,-3 3 4 0,0 3 2 16,0 3 5-16,0 5-7 15,0 4 10-15,0 8-2 16,0 1-1-16,0 3 0 16,0 2-3-16,-3 2-6 15,3 0-6-15,0 7 1 16,0 5 1-16,0 3-1 0,0 5 1 15,0 3 0-15,4 2 1 16,1 1-2-16,1 1 1 16,4-2 0-16,0-1 0 15,0-1-1-15,0-3 0 0,1-2 0 16,-1-3 0-16,1-2 1 16,0-3-1-16,0-3 1 15,1-4-2-15,-1-1 2 16,2-2-1-16,1 0 2 15,1-6-2-15,1-3 2 0,-2-1-1 16,3-2 0-16,-3-1 1 16,0 0-1-16,0 0 1 15,-1 1-2-15,-2 1 1 16,-2 1 1-16,-1 2-1 16,-4 1 1-16,-1 2-1 15,-1-1 2-15,-2 2 0 0,0 3 0 16,0 0-1-16,0 1 0 15,-5 0-2-15,0 0-2 16,-3 4 3-16,1 6 0 16,0 1 0-16,1 1 0 15,2 3 0-15,-1 0 0 0,5-1 0 16,0 0-1-16,3 0 0 16,6-3 0-16,4-1 0 15,4-2 0-15,3-2 0 16,3-4 0-16,1-2-1 15,-1 0-2-15,1-5-1 0,1-6 3 16,-3-3 1-16,-1-4 1 16,0-2 0-16,-3-1 1 15,-2-6-2-15,0-4 1 16,-4-2 1-16,-2-2-1 16,-7-1 1-16,-2 0 1 0,-1 2 1 15,-4 3-1-15,-3 6 0 16,-3 5 1-16,0 7 9 15,0 3 0-15,1 7 2 16,0 3 0-16,0 7-13 16,1 11-2-16,1 7 1 15,3 6 0-15,4 7 0 0,0 2 0 16,5 1-2-16,9 2 2 16,8-5-3-16,3-1 0 15,10-8-36-15,1-9-73 16,4-12-120-16</inkml:trace>
</inkml:ink>
</file>

<file path=ppt/ink/ink1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11T11:39:53.425"/>
    </inkml:context>
    <inkml:brush xml:id="br0">
      <inkml:brushProperty name="width" value="0.05292" units="cm"/>
      <inkml:brushProperty name="height" value="0.05292" units="cm"/>
      <inkml:brushProperty name="color" value="#FF0000"/>
    </inkml:brush>
  </inkml:definitions>
  <inkml:trace contextRef="#ctx0" brushRef="#br0">10492 4624 219 0,'0'0'52'0,"0"0"-14"0,0 0-8 16,0 0-3-16,0 0-6 16,0 0-7-16,0 0-2 15,0 0 4-15,0 0 3 16,0 0-5-16,-33-20-3 15,26 24 1-15,-3 2-2 0,3 2-1 16,-2 2 1-16,-1 0-3 16,1 3 0-16,-1 4 0 15,2-1-3-15,-2 3 2 16,3 1-2-16,2 1 1 0,0 0 2 16,2 1 1-16,2-2-1 15,1-1-1-15,0-2 0 16,1-1 2-16,4-4-4 15,0-1 4-15,3-2-3 16,2-1-1-16,-1-3 8 0,1-2-7 16,2-1-1-16,-2-2 5 15,0 0-1-15,1 0-1 16,-2-3 2-16,1-2-4 16,-2-3-1-16,-1 0-1 15,1-1-1-15,-2-4 0 16,0 0 0-16,-4-4 2 0,-1-1-3 15,-1-1-1-15,0 0 1 16,-2-1-2-16,-4 1 1 16,-4 2-1-16,0 0-3 15,-2 2 2-15,2 1 2 16,0 0 1-16,2 1 0 0,-1 3-4 16,4 1-11-16,2 2-4 15,1 2-12-15,2 0-31 16,0 3-15-16,0-1-2 15,4 3-37-15,2 0-14 0</inkml:trace>
  <inkml:trace contextRef="#ctx0" brushRef="#br0" timeOffset="394.52">10625 4845 350 0,'0'0'56'0,"0"0"-16"0,0 0-33 0,0 0 2 15,0 0 3-15,34-18 3 16,-19 15-6-16,1-2 0 16,3 1-4-16,2-2-2 15,1 2-1-15,-2-2 0 0,-1 1-2 16,0 0 0-16,-5 2-8 15,0 0-20-15,-3-1-10 16,-5 0-56-16,-1-1-112 16</inkml:trace>
  <inkml:trace contextRef="#ctx0" brushRef="#br0" timeOffset="1053.36">10989 4699 237 0,'0'0'97'0,"0"0"-46"0,0 0-27 16,0 0-4-16,0 0-3 16,0 0 0-16,0 0 1 15,0 0 0-15,0 0 3 16,0 0-3-16,-22-12-5 15,22 9-2-15,2 2-3 16,5-2-6-16,0 3-1 0,3 0-1 16,-3 0-2-16,2 2-1 15,-1 6-1-15,-4 3-8 16,-1 5 1-16,-3 2 4 16,0 4 3-16,-6 2 0 15,-2 1 6-15,-2-1-4 0,0-1 2 16,1-3 0-16,2-2-1 15,1-6 4-15,2-2-3 16,2-2 0-16,2-3 0 16,0-3-2-16,5-2-3 15,4 0 3-15,2 0 7 16,6-2-16-16,0-6-34 0,3-2-31 16,-1-3-75-16</inkml:trace>
  <inkml:trace contextRef="#ctx0" brushRef="#br0" timeOffset="1433.51">11195 4776 366 0,'0'0'48'0,"0"0"-35"0,0 0-7 16,-21 35 8-16,19-23 2 15,-1 2-4-15,3-1-5 16,0 0-3-16,0-1-3 16,0-1-1-16,5-2-1 0,3-1 0 15,2-3-2-15,2-2 5 16,1-3 3-16,1 0-13 16,-1-9 9-16,-1-3-1 15,-2-3 2-15,-2-3-2 16,-2-2 2-16,-5 0 0 0,-1 0 8 15,-5-1 25-15,-7 8-13 16,-3 1-9-16,0 5-8 16,-3 5-4-16,1 2-3 15,2 6 0-15,3 4-52 16,2 1-63-16,7-4-206 16</inkml:trace>
  <inkml:trace contextRef="#ctx0" brushRef="#br0" timeOffset="3132.17">12892 4679 196 0,'0'0'7'0,"-2"0"2"15,2 0 5-15,-1-1 0 16,1 0-3-16,0-1 20 16,0-1-1-16,-1 0-8 15,1-1-3-15,0 1-1 0,4-3-2 16,0 1-1-16,2 0 6 15,-1 0-8-15,3 0 3 16,2 1-3-16,-1 1-6 16,1 1-3-16,1 2-2 15,-1 0-2-15,-1 0 0 0,-1 5-1 16,-1 2 0-16,-4 3-1 16,1 2 0-16,-4 1-3 15,0 1 6-15,-4 1 1 16,-4 0-1-16,-4 0 3 15,-1 0-3-15,1-4 0 16,-1 0 0-16,3-3 2 0,1-3-2 16,3-2 1-16,4-1-1 15,2-2 0-15,0 0-2 16,5 0 0-16,5 0 4 16,3 0 1-16,3-2-3 15,2 2 0-15,0 0-1 0,-2 0 2 16,0 0-2-16,-4 7-2 15,-2 3 2-15,-2 1-1 16,-4 2-1-16,-2 2-2 16,-2-2 4-16,0 2 0 15,-6-2 2-15,-2-2-1 0,-4 0 3 16,-1-1-2-16,-3-1 0 16,0-2 1-16,-3-2 0 15,1 0 0-15,0-3-2 16,3-2 0-16,3 0 1 15,2 0-1-15,4-1-1 16,5-5-13-16,1-2-32 0,1-2-47 16,9-3-97-16</inkml:trace>
  <inkml:trace contextRef="#ctx0" brushRef="#br0" timeOffset="3581.8">13225 4757 344 0,'0'0'19'0,"0"0"11"0,-29 1-15 15,19 4 1-15,1 3-5 16,1 0 4-16,1 4-1 15,1 1-9-15,3 0 2 0,2 1 0 16,-1 0-2-16,2 1-2 16,0-2-1-16,6-1 0 15,2-2-2-15,3-2 6 16,-1-3-3-16,1-1-1 16,0-3-1-16,-1-1 1 0,1 0 1 15,-1-4 0-15,0-4 0 16,-1-2 0-16,-2-3 0 15,-2-2-1-15,-3-1 0 16,-2-1-1-16,0 1 0 16,-4 1 0-16,-5 4 0 0,-1 2-1 15,-3 4 0-15,-1 3-2 16,0 2 0-16,0 0-4 16,3 3-9-16,2 5-16 15,3 0-26-15,4 0-51 16,2-2-27-16</inkml:trace>
  <inkml:trace contextRef="#ctx0" brushRef="#br0" timeOffset="3821.92">13408 4843 372 0,'0'0'11'0,"0"0"17"0,0 0-20 0,36-1 2 16,-22-2-8-16,3 0 0 15,1-1-1-15,1 1-1 16,1-1-2-16,-3-2-32 16,0-1-67-16,0-1-62 15</inkml:trace>
  <inkml:trace contextRef="#ctx0" brushRef="#br0" timeOffset="4378.01">13701 4716 269 0,'0'0'16'16,"0"0"55"-16,0 0-37 16,0 0-23-16,0 0-8 15,0 0 1-15,0 0-1 0,0 0-2 16,0 0-1-16,13-23 1 16,-5 23 0-16,1 0-1 15,1 0 1-15,1 0-1 16,-5 5-1-16,1 2 0 0,-2 4 0 15,-3 0 1-15,-2 0-3 16,0 5 1-16,-5-1 2 16,-4 3 0-16,-1-1 3 15,0 1-3-15,2-3 1 16,-2 0 1-16,2-3 1 16,4-3-1-16,1-2 5 0,2-2 0 15,1 1-5-15,0-3 2 16,8-1-1-16,4-1 1 15,4-1-2-15,4 0-3 16,2-4-42-16,-1-4-37 16,3-4-91-16</inkml:trace>
  <inkml:trace contextRef="#ctx0" brushRef="#br0" timeOffset="5446.99">13931 4774 231 0,'0'0'140'0,"0"0"-107"16,0 0-20-16,-33 21 0 15,28-10 1-15,0 0-3 16,3 2 3-16,2 0-2 0,0-1-7 16,0 0-4-16,0-2-2 15,7-2 2-15,3-1 3 16,0-2-3-16,3-4-1 15,1-1 1-15,1-3-7 16,-1-5 3-16,-3-4 0 16,-2-3 0-16,-2 0 2 0,-7-1 1 15,0 0-1-15,-2 1 1 16,-8 1-1-16,-3 4-2 16,-2 3-1-16,-3 0 2 15,2 2 5-15,1 3-3 16,2 0 1-16,5 1-2 0,1 1 2 15,4 0-2-15,-1 0 2 16,4 0-1-16,0-1-2 16,6 0 2-16,2 1 1 15,6 0 0-15,3-2 0 0,4 0 6 16,-1-1-2-16,2 1-3 16,-2 1-1-16,0 1 0 15,-6 0 2-15,-3 0 0 16,-2 3 0-16,-1 4 0 15,-5 2 2-15,1 1 3 16,-3 1 18-16,1 0-18 0,-2 0-4 16,0 1-3-16,0-2 1 15,2 0-2-15,0-2 1 16,2-1-1-16,1-2 1 16,2-2-1-16,1-1 3 15,1-2-2-15,1 0 1 0,2 0-1 16,-2-7 2-16,0-3-1 15,-3-1-1-15,0-2 0 16,-4-1 1-16,0 1-2 16,-3-2 1-16,0 4-1 15,-5-1 0-15,-5 2-1 0,-1 2 0 16,0 2 1-16,-4 0 0 16,0 3-2-16,1 1 6 15,4-1-5-15,2 2 2 16,1-1-1-16,4 2 0 15,3 0-1-15,0 0 0 0,0-2-4 16,8 0 8-16,4 0-3 16,0 0 0-16,6 0 0 15,1-2 0-15,-1 1-2 16,1 2-1-16,-1-1 3 16,-4 2 0-16,-1 0 0 15,-3 0-1-15,-2 0-2 0,-3 7-1 16,-3-1 2-16,1 2 2 15,-3 1 6-15,0-1-4 16,0 2-1-16,0-2 0 16,0 0-1-16,4-1 1 15,-3 0-1-15,1-2-1 0,2-2 1 16,2 2 0-16,-3-3 1 16,4-1-1-16,-2-1 1 15,2 0 0-15,1 0 1 16,-1-2 0-16,-1-4 0 15,0-2 0-15,-3-2 1 0,-3-2-2 16,0-1 1-16,0-2 0 16,-2 1 1-16,-6 0 8 15,-3 4-6-15,1 0-4 16,-3 4-2-16,-1 4 0 16,0 2-3-16,-1 2-20 0,1 4-63 15,3-1-92-15</inkml:trace>
  <inkml:trace contextRef="#ctx0" brushRef="#br0" timeOffset="6413.93">16712 4718 322 0,'0'0'38'0,"0"0"-6"16,0 0-25-16,0 0-8 16,0 0 1-16,34-4 1 0,-18 4 2 15,2 1 4 1,2 0-3-16,1 0 0 0,2-1-2 15,-2 0-1-15,-3 0 0 16,1 0 1-16,-3 0-1 16,-3-3-1-16,-2-1 0 15,-2 2-22-15,-4-2-44 0,-1 0-56 16,-3-1-86-16</inkml:trace>
  <inkml:trace contextRef="#ctx0" brushRef="#br0" timeOffset="7303.65">17266 4566 217 0,'0'0'30'0,"0"0"32"0,0 0-31 15,0 0-16-15,0 0 7 16,0 0 9-16,0 0-4 15,0 0-12-15,0 0-5 16,0 0-8-16,-28-8-6 0,14 8 10 16,0-1-4-16,0 0-1 15,3 1-1-15,1 0 3 16,3 0-1-16,0 0 1 16,4 0-3-16,1 0 1 15,-2 0-2-15,1 7 0 0,0 1 0 16,0 5 1-16,0 2-1 15,1 1 2-15,0 1 0 16,0 1 1-16,2-1-1 16,-2 0 2-16,1-2-2 15,0-4 1-15,1-1 0 0,0-3 0 16,0-1 0-16,0-5-1 16,0 1 2-16,0-2-3 15,0 0 4-15,0 0 6 16,7 0 7-16,3-1 2 15,3-3-14-15,3 1-4 0,3-2-1 16,-1 3 0-16,-1 2 0 16,0 0 0-16,-3 0 0 15,0 7-1-15,0 3 1 16,-4 3-3-16,-3 0 2 16,-1 2-2-16,-5 1-3 15,-1 0 3-15,0-2 2 0,-1-2 1 16,-8 0 2-16,-2-4 0 15,-1 1 1-15,-3-3-2 16,0-3 1-16,-3 1-1 16,3-3 0-16,0 1-2 15,3-2-3-15,4 0-13 0,4 0-17 16,2-1-1-16,2-5-51 16,4-6-77-16</inkml:trace>
  <inkml:trace contextRef="#ctx0" brushRef="#br0" timeOffset="7597.19">17505 4578 444 0,'0'0'8'16,"0"0"-14"-16,5 29 8 0,-3-10 4 15,1 4 2-15,-1 4-2 16,-1 0-3-16,0 3-2 16,-1-2-1-16,1 0 2 15,-1-4-2-15,0-4-30 16,0-6-58-16,0-4-66 15,0-8-46-15</inkml:trace>
  <inkml:trace contextRef="#ctx0" brushRef="#br0" timeOffset="8114.33">17443 4755 306 0,'0'0'6'0,"0"0"27"15,0 0 7-15,0 0-15 16,0 0 1-16,0 0 8 16,32-22-9-16,-18 20-11 0,2 1-7 15,-2-1-3-15,1 2-4 16,-2 0 1-16,-3 0 0 16,-2 0-1-16,-1 0 0 15,-2 3 0-15,-2 1 0 16,-2 2-1-16,-1-1-3 0,0 3 9 15,-1 1-3-15,-6 2 2 16,2-1-3-16,-1 3 0 16,2-1 0-16,0-2-1 15,1 1 0-15,3-1 0 16,0-3 0-16,0 1 0 0,6-3 0 16,2-1 2-16,4-2 2 15,1-2-1-15,1 0-2 16,2 0 1-16,-2-6-1 15,-1-3 0-15,-1 0 1 16,-3-4 0-16,-1-1 0 0,-1 0-2 16,-4-1 2-16,-3 3-1 15,0-1-1-15,-8 2-2 16,-4 2-1-16,-2 3 1 16,-4 4 0-16,-2 2-12 15,3 0-14-15,2 2-17 0,4 5-21 16,2 1-47-16,6-1-39 15</inkml:trace>
  <inkml:trace contextRef="#ctx0" brushRef="#br0" timeOffset="8414.41">17782 4789 383 0,'0'0'7'0,"0"0"27"0,0 0-24 16,33 0-7-16,-18-3 6 16,5 1 5-16,1 0-2 15,1-2-1-15,2 0-6 0,0-1-4 16,-4 0 1-16,1 2-3 15,-6 0-2-15,-1-1-28 16,-8 0-12-16,-2 0-36 16,-4-1-33-16,-1-2-72 15</inkml:trace>
  <inkml:trace contextRef="#ctx0" brushRef="#br0" timeOffset="8631.37">17904 4701 313 0,'0'0'52'0,"0"0"7"16,0 0-50-16,0 0-1 15,0 0 19-15,1 34 4 16,3-19-4-16,-3 3-12 16,2 0-10-16,-3 3-3 0,0-1-1 15,0 0 0-15,0-4 0 16,0-2-5-16,0-3-58 15,0-5-25-15,0-5-82 16</inkml:trace>
  <inkml:trace contextRef="#ctx0" brushRef="#br0" timeOffset="9224.65">18337 4555 336 0,'0'0'6'0,"0"0"33"15,0 0-17-15,-27-2-16 16,11 2-4-16,-1 0 4 15,1 0 1-15,-2 2-1 16,1 1-3-16,2-1-1 0,3 1-1 16,2 0 0-16,1-1-1 15,4 0 0-15,1 1 0 16,1 0 0-16,2 2-1 16,-1 0 1-16,2 3 0 15,0 3-1-15,0 0 2 0,0 4 1 16,0 0-1-16,0 0-1 15,3-1 2-15,-2-2-1 16,1-1-2-16,-1-4 1 16,1-2 0-16,-1-2 0 15,3-3 0-15,2 0 3 0,2 0 0 16,6-5 1-16,-1 0-3 16,6-1-1-16,0 1 0 15,-1 1 0-15,2 3 0 16,-3 1 0-16,-1 2-1 15,-2 7 0-15,-4 3-1 0,-4 3 1 16,-2 3 0-16,-4 0-3 16,0-3 1-16,-5 1 2 15,-6-4 1-15,-3-2 3 16,-4-2-1-16,-5-3 3 16,-4-2-2-16,-1-1 0 0,-2 0-3 15,4-2-10-15,3-2-155 16</inkml:trace>
  <inkml:trace contextRef="#ctx0" brushRef="#br0" timeOffset="14122.14">20454 2406 85 0,'0'0'113'0,"0"0"-100"0,0 0 5 15,0 0-3-15,0 0-6 16,0 0-1-16,0 0 0 15,0 0-2-15,0 0-3 16,0 0-2-16,0 0 1 16,-15 8-2-16,13 2 3 0,-2 3-1 15,3 4 2-15,-1 1-1 16,2 6 1-16,0 2 1 16,0 3-2-16,0 3-1 15,3 2 0-15,4-2 0 16,1-1-1-16,1-3 0 0,1-3 2 15,1-7-1-15,0-5 0 16,0-8 1-16,2-5 4 16,3-1 18-16,2-12 19 15,1-6-35-15,1-4-7 16,0-7-1-16,1-1-1 0,-2-5-1 16,-2 0-10-16,-5 2-4 15,-2 3 11-15,-5 6 2 16,-3 7 1-16,-2 6 1 15,0 6 19-15,0 6-5 16,-6 0-11-16,0 9-5 0,-1 6 1 16,2 6 1-16,0 5 1 15,2 5 0-15,3 7 1 16,0 5 0-16,0 2 1 16,4 3-1-16,0 2 0 15,3-2-1-15,-2-1 0 16,0-5 0-16,-5-5 0 0,0-7-1 15,0-4 2-15,0-6-2 16,-5-6 1-16,-5-3 4 16,-2-3 11-16,-3-3 6 15,-10 2-7-15,-4-1-8 16,-7-2-3-16,-6 2-2 0,-5-2 0 16,-1-1-2-16,1-2 1 15,5-1-1-15,4 0-4 16,7-7-11-16,7-7-58 15,7-4-63-15,5-9-55 0</inkml:trace>
  <inkml:trace contextRef="#ctx0" brushRef="#br0" timeOffset="14611.08">20489 2168 349 0,'0'0'3'0,"0"0"2"15,0 0 7-15,0 0-2 16,0 0-9-16,0 0-2 15,0 0 0-15,0 0 2 0,0 0-1 16,0 0-1-16,-30 30 0 16,25-17 1-16,2-2 0 15,-1-1 0-15,1-1 0 16,1-4 0-16,1-2 2 16,0-3-2-16,1 0 2 0,0 0 14 15,0-10 37-15,4-5-46 16,3-4-4-16,2-3 0 15,-1 1-2-15,1 1 0 16,-2 3 0-16,0 4 17 16,-1 5 12-16,-1 6-14 0,3 2-13 15,1 3-6-15,1 9 3 16,2 4 0-16,3 4 0 16,2 3 0-16,2-1 0 15,2 2 0-15,1-3 0 16,1-2-20-16,-2-6-118 15,-1-6-77-15</inkml:trace>
  <inkml:trace contextRef="#ctx0" brushRef="#br0" timeOffset="15001.87">20892 2726 390 0,'0'0'9'0,"0"0"6"0,29-1-14 16,-17 1-1-16,1 0 0 15,-1 0 0-15,0 0-3 16,-2 2-16-16,-3 1-36 15,-1 1-21-15,-4 0-40 16</inkml:trace>
  <inkml:trace contextRef="#ctx0" brushRef="#br0" timeOffset="15143.44">20908 2835 221 0,'0'0'71'0,"0"0"-46"0,0 0-20 15,0 0 21-15,43 1-8 16,-23-3-12-16,4-1-3 16,0-2-2-16,0-2-41 15,0 0-114-15</inkml:trace>
  <inkml:trace contextRef="#ctx0" brushRef="#br0" timeOffset="15534.76">21361 2419 508 0,'0'0'-4'16,"7"42"-9"-16,-4-5 12 15,-1 8 1-15,0 11 0 16,-2 5 0-16,0 2-1 15,0-2 2-15,2-2-1 0,-1-2 0 16,1-4 1-16,-1-7-1 16,-1-3 1-16,0-7 0 15,-3-8-1-15,-3-9-56 16,-1-11-109-16</inkml:trace>
  <inkml:trace contextRef="#ctx0" brushRef="#br0" timeOffset="16083.69">21399 2580 431 0,'0'0'4'0,"-12"-36"26"16,9 20 8-16,3 0-9 0,0 1-10 15,1 0 2-15,6 3 2 16,6 1-8-16,2 1-10 16,4 3-3-16,-1 5-2 15,3 2 0-15,0 0-1 16,-4 1 0-16,-1 7 1 0,-4 2-2 16,-2 1 1-16,-6 3-2 15,-4 2-3-15,0 1-6 16,-4-1-1-16,-7 2 6 15,-6-1-3-15,0-1-3 16,-3-1 4-16,2-3 0 0,2-1 2 16,4-2 4-16,4-1 1 15,4-2 0-15,4-1-1 16,2-1-1-16,10 0 1 16,3 0 3-16,4 1 0 15,0 0 1-15,-1 0 0 0,0 1-1 16,-4 1-2-16,-1 1 3 15,-3 2-2-15,-4 0-2 16,-1 1 1-16,-5-2 2 16,0 3-1-16,-6-3 1 15,-6 1 0-15,-4-1 1 16,-3-2 2-16,-1 0-1 0,-3-2-2 16,3 2-19-16,3-5-56 15,2 1-21-15,8-1 34 16,4-2-67-16</inkml:trace>
  <inkml:trace contextRef="#ctx0" brushRef="#br0" timeOffset="16423.75">21642 2872 7 0,'0'0'291'0,"0"0"-286"0,0 0-2 15,0 0 4-15,-3 28 3 16,3-23 2-16,0 3-1 16,3-1 0-16,2-1-2 15,3-1-4-15,2-1 0 0,0-3-1 16,0-1 2-16,0 0 5 16,1-3 2-16,-3-7 6 15,-1-2 8-15,-2-2-6 16,-3-3-12-16,-2 1-3 15,0-1-3-15,-5 2 1 0,-5 2-2 16,-6 3-2-16,-3 2-3 16,-2 4-5-16,1 3-49 15,1 0-53-15,4 1-22 16</inkml:trace>
  <inkml:trace contextRef="#ctx0" brushRef="#br0" timeOffset="16973.48">21461 2115 363 0,'0'0'6'15,"0"0"34"-15,0 0-16 16,0 0-21-16,0 0-5 15,-30-5 2-15,22 15-1 16,1 0 1-16,0 3 0 0,0-1-1 16,3 0 1-1,-1-3 0-15,3-2 0 0,-1-2 0 16,2-2 1-16,1-3 0 16,-2 0 3-16,2-1 4 15,0-8 22-15,0-4-17 16,2-2-9-16,2-2-2 0,3 1 0 15,-2 0 0-15,0 7 12 16,-2 1 4-16,0 5 0 16,0 3-6-16,1 2-15 15,2 9 0-15,1 4 3 0,5 3 0 16,2 5 0-16,5-1 0 16,3-1 0-16,3-2 0 15,4-8-65-15,-1-11-181 16</inkml:trace>
  <inkml:trace contextRef="#ctx0" brushRef="#br0" timeOffset="18512.23">21910 2639 202 0,'0'0'19'0,"0"0"-12"0,0 0-6 16,0 0 1-16,0 0 6 16,0 0 10-16,0 0-1 15,0 0-2-15,0 0 0 16,0 0 2-16,0 0 2 15,0 0 8-15,4 0-9 16,3 0-5-16,5 0 8 0,2 0 8 16,7 0-7-16,3 0-11 15,2 0-3-15,0 0-1 16,-2-2 3-16,0 2-6 16,-4-2-2-16,-2 1-1 0,-6-1-1 15,0 2 0-15,-4 0 1 16,0 0-1-16,-4 0 0 15,-3 0-5-15,-1 0-46 16,0 0-59-16,-5 0 9 16</inkml:trace>
  <inkml:trace contextRef="#ctx0" brushRef="#br0" timeOffset="18829.06">22017 2543 231 0,'0'0'23'0,"0"0"30"0,0 0 3 15,0 0-5-15,0 0-14 16,0 0-10-16,0 0-8 15,0 0-13-15,0 0-9 16,4-14 1-16,1 25 2 16,-1 2-1-16,0 5 0 15,0 2 1-15,-1 1 0 0,-1 2 0 16,-2-2 0-16,0-2-36 16,0-4-125-16,0-6-99 15</inkml:trace>
  <inkml:trace contextRef="#ctx0" brushRef="#br0" timeOffset="19344.34">22461 2371 257 0,'0'0'14'15,"0"0"21"-15,0 0-6 0,0 0-16 16,0 0-15-16,0 0 1 16,0 0 4-16,0 38 12 15,0-10 18-15,0 9 5 16,0 4-15-16,-1 5-9 15,-2 4-10-15,0 1-3 16,1-2 0-16,0-2-1 0,2-3 1 16,-3-7-1-16,1-6 2 15,1-8-2-15,1-5 1 16,-2-6 1-16,0-4-2 16,2-5-21-16,-2-3-88 15,-1-1 20-15,1-12-147 16</inkml:trace>
  <inkml:trace contextRef="#ctx0" brushRef="#br0" timeOffset="19972.75">22448 2490 307 0,'0'0'33'0,"0"0"38"16,-1-38-28-16,1 24-2 16,0 0-13-16,3 2-7 0,3-1-2 15,1 2-8-15,1 1-3 16,2 3-5-16,2 2-3 15,0 2 0-15,0 2-1 16,1 1-1-16,0 0-1 16,-3 7 2-16,-1 3-1 0,-4 2 0 15,-3 1 0-15,-2 4 2 16,0-1-2-16,-1 1-2 16,-8-1 0-16,-1-1-7 15,0-3-1-15,0-2 3 16,3-2 3-16,-1-2 4 0,4-4 2 15,1 1-1-15,3-1 0 16,0-2 0-16,0 0 0 16,5 0-1-16,6 1 2 15,1 0 0-15,5-1 0 16,0 3 0-16,2 2 1 16,-2 2-2-16,-3 1 1 0,1 0 0 15,-6 2-1-15,0-1 1 16,-4 1 0-16,-3 1 0 15,-2-3 0-15,0 1 0 16,-7-1 2-16,-5 0-1 16,-1-3 1-16,-5 1 0 0,-2-2 0 15,-1-1-2-15,0 0 1 16,3-1-1-16,1-2 1 16,7 1-4-16,2 0-25 15,6 0-38-15,2-1-77 16,5 0 20-16</inkml:trace>
  <inkml:trace contextRef="#ctx0" brushRef="#br0" timeOffset="20164.46">22709 2653 350 0,'0'0'31'0,"0"0"-10"0,0 0-19 0,0 0 10 15,1 40 8-15,-1-23-3 16,0 4-6-16,-2 2-5 0,-1-1-5 16,-1 1-1-16,0 0 2 15,-1-5-2-15,0-3-49 16,1-7-114-16</inkml:trace>
  <inkml:trace contextRef="#ctx0" brushRef="#br0" timeOffset="20722.16">22512 2037 308 0,'0'0'5'15,"0"0"33"-15,0 0 17 0,0 0-22 16,0 0-8-16,0 0-11 15,0 0-10-15,0 0-9 16,0 0 4-16,-28-6 2 16,22 19-1-16,0 0 1 15,-1 0-1-15,3-2 0 0,-1-3-1 16,1-1 2-16,2-2 1 16,-1-3-2-16,1-2 2 15,1 0 2-15,1-1 0 16,-1-7-3-16,1-2 1 15,0-2 0-15,1-1-2 0,5 2 0 16,-2 2 1-16,3 3 9 16,-1 4-6-16,4 2-4 15,1 0-1-15,3 11 0 16,4 3-1-16,4 2 2 16,0 4 0-16,2 0 0 0,2 1-2 15,0-1-64-15,-2-6-108 16</inkml:trace>
  <inkml:trace contextRef="#ctx0" brushRef="#br0" timeOffset="21064.48">22878 2277 378 0,'0'0'33'0,"0"0"29"0,0 0-25 0,0 0-29 16,0 0-11-16,0 0 2 15,0 0 1-15,32 34 1 16,-18-14 1-16,-1 3 0 0,2 1-2 16,1 2 1-16,-3 1-1 15,-1-1 0-15,-1-1 0 16,-2-4-16-16,-3-3-35 16,-2-6-46-16,-3-4-25 15,-1-3-90-15</inkml:trace>
  <inkml:trace contextRef="#ctx0" brushRef="#br0" timeOffset="21349.05">23016 2322 374 0,'0'0'51'0,"0"0"11"16,0 0-37-16,0 0-19 0,0 0-7 16,-28-7-1-16,20 20 1 15,-1 4 0-15,-2 4 1 16,1 2 1-16,-2 4-1 16,-1 1-1-16,0 2 2 0,-2-2-1 15,1-4-44-15,3-4-135 16</inkml:trace>
  <inkml:trace contextRef="#ctx0" brushRef="#br0" timeOffset="21598.88">23133 2523 409 0,'0'0'4'0,"0"0"0"15,0 0-6-15,0 0 4 16,3 32 7-16,-3-18 7 16,-2 3-1-16,0 1-4 0,0 2-8 15,0 0-2-15,1 0 0 16,1-2 0-16,0-5-39 15,0-6-119-15</inkml:trace>
  <inkml:trace contextRef="#ctx0" brushRef="#br0" timeOffset="21912.11">23327 2513 441 0,'0'0'12'0,"0"0"16"16,0 0-27-16,0 0-1 15,34 2 1-15,-14-2 1 16,4 0-1-16,1 0-1 0,2 0 0 16,-3 0 2-16,1 0-3 15,-3 0-4-15,-3-5-80 16,-2-5-48-16</inkml:trace>
  <inkml:trace contextRef="#ctx0" brushRef="#br0" timeOffset="22116.96">23488 2411 389 0,'0'0'42'0,"0"0"-27"0,0 0-16 16,0 0 1-16,0 0 3 16,-7 33 0-16,10-17 1 15,1 4-3-15,0 2 0 16,-3 1 0-16,0-2-1 15,-1-3-93-15,0-3-128 16</inkml:trace>
  <inkml:trace contextRef="#ctx0" brushRef="#br0" timeOffset="22852.18">23612 2784 250 0,'0'0'32'15,"0"0"21"-15,0 0 8 16,0 0 3-16,0 0-10 15,0 0-16-15,18-33-1 0,-16 18-7 16,-1-5-8-16,1 0-8 16,-1-5-9-16,0-5-3 15,2-3-2-15,0-6 1 16,3-3-1-16,2-5 0 16,0 1 0-16,2-2 0 15,2 3 0-15,0 4 0 0,0 7-1 16,-2 6 1-16,1 7 1 15,-2 8-1-15,3 4-2 16,-1 6-1-16,3 3-1 16,3 2 2-16,-1 8-1 0,-1 1 0 15,2 3 0-15,-6 2 1 16,-2 1-1-16,-5-2-1 16,-4 0 1-16,0 0 0 15,-7 0-1-15,-7-2 1 16,-4 0 1-16,-1-1-1 0,-2-3 1 15,2-2-1-15,3-1 1 16,3-2 0-16,5-4 2 16,5 2-1-16,0-2 2 15,3 0 1-15,0 0-1 16,10 1-3-16,4-1-1 16,2 3 2-16,5 1 0 0,1 2 1 15,1 1-1-15,-4 3 1 16,-3 2-1-16,-2 1-1 15,-5-1-1-15,-3 2 1 16,-5-2-1-16,-1 1 0 0,0-3 0 16,-9 0 3-16,-1-2-1 15,-4-1 2-15,0-1-2 16,-4-2 1-16,-1-1-1 16,-1 1-3-16,1-1-32 15,1 0-14-15,3 0-31 16,5-1-45-16,5-2-21 0</inkml:trace>
  <inkml:trace contextRef="#ctx0" brushRef="#br0" timeOffset="23197.02">23890 2574 423 0,'0'0'16'0,"0"0"31"0,0 0-17 15,0 0-1-15,37-23 9 16,-26 19-12-16,0 2-14 0,1 2-8 16,-2 0-4-16,1 4-1 15,-1 3-1-15,0 3 2 16,-3 0-1-16,0 1 0 16,-4 1-2-16,-3 1-7 15,0 2-6-15,-7-1-6 16,-6 1 2-16,1 0 4 0,-4-2 14 15,2-2 1-15,3-1 0 16,2-4 1-16,4-1-1 16,3-2 1-16,2-2-3 15,3-1 1-15,6 0 2 0,5 0-2 16,2-2-26-16,4-3-54 16,1-3-27-16,-1-4-18 15</inkml:trace>
  <inkml:trace contextRef="#ctx0" brushRef="#br0" timeOffset="23651.72">23761 1998 437 0,'0'0'4'0,"0"0"0"16,0 0-5-16,-37 3-1 15,25 9 2-15,1 1-1 16,-2 0 2-16,3 0-1 0,1-3 1 15,3 0-1-15,0-4 1 16,3-2-1-16,2-4 1 16,0 0 2-16,1-3 58 15,0-6-17-15,2-2-33 16,5-4-9-16,0-2 1 0,3 1-2 16,-1 3-1-16,-1 2 0 15,1 4 2-15,-1 4-3 16,0 3 0-16,2 1-4 15,2 9 3-15,2 3 1 16,4 6 1-16,3 3-1 16,3 2-31-16,1-1-43 0,1-2-117 15</inkml:trace>
  <inkml:trace contextRef="#ctx0" brushRef="#br0" timeOffset="23976.04">24164 2269 508 0,'0'0'18'0,"0"0"-7"0,29 14-11 16,-13 0 1-16,1 1 3 16,4 5 6-16,1 1 2 15,1 1-3-15,2 1-3 16,-2 0-5-16,0-2-1 16,-1 0 2-16,-4-2-2 0,-3-3 2 15,-5-4-4-15,-3-1-40 16,-6-6-52-16,-1-5-67 15,-4 0-42-15</inkml:trace>
  <inkml:trace contextRef="#ctx0" brushRef="#br0" timeOffset="24209.84">24346 2305 462 0,'0'0'0'0,"0"0"52"0,0 0-31 16,0 0-15-16,0 0-9 16,0 0-2-16,-34 2 5 15,27 16 0-15,0 4 2 16,-3 2-2-16,-1 4 0 16,-1 2 0-16,-3 3 0 15,-4 0 1-15,1-3-16 0,-1-4-147 16,2-6-110-16</inkml:trace>
  <inkml:trace contextRef="#ctx0" brushRef="#br0" timeOffset="24602.12">24533 2527 345 0,'0'0'194'0,"0"0"-177"16,0 0 0-16,37-30-13 15,-27 26 0-15,1 2-2 16,0 2-1-16,-1 0-1 16,2 1-1-16,-3 7-1 0,-5 3 0 15,-3 3 0-15,-1 2-1 16,-1 1-3-16,-10 1-6 15,-2 0 5-15,0 0 2 16,-1 0-3-16,0-3-11 16,2-3 2-16,2-1 12 0,4-4 5 15,3-3 1-15,3-3-1 16,2-1 1-16,11 0 16 16,7 0 4-16,6-2-10 15,5-3-7-15,5 2-3 16,0 0-2-16,-3-2-14 0,-6 0-101 15,-5-2-167-15</inkml:trace>
  <inkml:trace contextRef="#ctx0" brushRef="#br0" timeOffset="28332.01">23054 3433 157 0,'-2'0'30'16,"-1"0"-12"-16,0-1 3 15,0 0 6-15,0-2-1 16,1 2-6-16,-1-1 5 15,1 2 1-15,-1-2-1 0,2 1-9 16,0 1 0-16,0-1 2 16,1 1-4-16,-1 0-7 15,1 0-6-15,0 0-1 16,1 0-1-16,6 0 2 16,7 0 2-16,3 0 0 15,9 0 4-15,6 0 6 0,6-1 5 16,3-4 5-16,1 3-4 15,-1-2-5-15,-7 0-7 16,-5 1-5-16,-6 1 3 16,-6 0-5-16,-5 1 0 15,-3-1 1-15,-6 2 0 0,1 0-1 16,-4 0 0-16,0 0-1 16,0 0-12-16,-5 0-19 15,-4 0-30-15,-1 0-67 16,-4 0-22-16</inkml:trace>
  <inkml:trace contextRef="#ctx0" brushRef="#br0" timeOffset="28676">23253 3276 239 0,'0'0'26'0,"0"0"27"0,0 0-15 16,0 0-5-16,0 0-23 16,0 0-9-16,0 0 1 15,0 0 2-15,-5 46 2 16,5-20 7-16,0 3 3 15,0 2-5-15,0 3-8 0,1-1-1 16,0-4-1-16,0-2 1 16,2-6-2-16,0-3-25 15,0-10-54-15,1-6-36 16</inkml:trace>
  <inkml:trace contextRef="#ctx0" brushRef="#br0" timeOffset="29305.83">23920 3228 302 0,'0'0'30'0,"0"0"23"15,0 0-36-15,-29-18-9 16,16 15-2-16,-1 1 7 0,-3 1 9 16,0 0-3-16,-2 1-12 15,-1 0 1-15,-2 3-2 16,2 4-1-16,1 2-3 15,1 2-1-15,4 3-1 0,1 1 1 16,2 2-2 0,4 0 1-16,4 3-1 0,3-2 1 15,0 0 0-15,7-3 0 16,6-2 0-16,-1-4 1 16,2 0-1-16,-1-6 1 0,-4 0-1 15,-2-2 0-15,-4-1 0 16,-3 1 0-16,0 1 0 15,-8 0 0-15,-4 3 3 16,-6-2-2-16,-4 4-1 16,-1 0 2-16,-3 1-1 15,5 2-1-15,1 0 1 0,4 2-1 16,2 0 0-16,5 2 0 16,3 0 0-16,3 0-1 15,3 0 1-15,2 0-1 16,9-3 2-16,6-1 0 15,5-3 1-15,5-2 8 0,4-3 0 16,3-2-3-16,1 0-4 16,-1 0-2-16,0 0-1 15,-4-4-3-15,-3-1-40 16,-2-3-104-16,-4-2-78 16</inkml:trace>
  <inkml:trace contextRef="#ctx0" brushRef="#br0" timeOffset="30003.51">24188 3089 311 0,'0'0'4'0,"-40"-36"-1"0,17 20 3 0,-4 1 1 16,-7-2 8-16,-4 1 13 15,-6 0 8-15,-3 2-19 16,-9 2-9-16,-2 2-2 15,-3 3-2-15,-4 3-2 16,0 2 0-16,-1 2-1 0,-3 0-1 16,0 10 1-16,3 3 0 15,1 4 1-15,-2 6-2 16,5 7 1-16,3 5-1 16,5 5-1-16,5 5 4 15,6 5-4-15,8 5 1 16,7 2-2-16,9 0 1 0,8 2-1 15,10 2-2-15,2 0 3 16,17 0 0-16,12-5 0 16,10 0 4-16,10-4 4 15,9-6 3-15,10-8-2 0,7-9-4 16,5-10 1-16,1-9 0 16,1-10 9-16,-1 0 24 15,-2-16-13-15,-3-4 0 16,-1-5-4-16,-4-5-5 15,-7-4-9-15,-5-6-1 16,-5-5-2-16,-11-3 0 16,-8-3-3-16,-7-2 0 0,-9-3 1 15,-5 2 0-15,-11 0-2 16,-4 2 1-16,-7 4 1 16,-12 3-1-16,-10 6-2 15,-9 6-1-15,-9 4-1 0,-7 5 1 16,-7 5-6-16,-5 5-3 15,-1 6-22-15,3 4-26 16,4 4-28-16,12 0-54 16,14 0 9-16</inkml:trace>
  <inkml:trace contextRef="#ctx0" brushRef="#br0" timeOffset="30420.07">24302 3034 250 0,'0'0'33'15,"0"0"26"-15,0 0-4 0,0-32-11 16,-6 25-20-16,-4 4-11 15,-4 2-8-15,-6 1-3 16,-9 8-2-16,-9 11 1 16,-14 11 1-16,-14 10 3 15,-14 11 0-15,-16 9 3 0,-10 7-2 16,-9 3-3-16,-5 0-1 16,0 0-1-16,2-2 1 15,8-9-1-15,8-6 0 16,11-5 0-16,11-10 0 0,13-6-1 15,15-6 1-15,12-8-1 16,9-5 0-16,12-5-1 16,9-6-3-16,9-2-67 15,1-12-39-15,10-10-118 16</inkml:trace>
  <inkml:trace contextRef="#ctx0" brushRef="#br0" timeOffset="30758">22681 2956 384 0,'0'0'3'0,"0"0"2"0,44-4-1 15,-12 11-1-15,9 11 11 16,13 6 5-16,13 10 15 16,16 9-2-16,14 10-10 15,7 11-9-15,10 7-5 0,4 5-5 16,4 5-1 0,-5 0-3-16,-6-7 2 0,-6-11-1 15,-8-9 1-15,-14-12-1 16,-11-11 0-16,-11-12 1 15,-12-6 1-15,-9-6 0 16,-9-6-1-16,-6-1-1 0,-9-8-12 16,-6-14-164-16</inkml:trace>
  <inkml:trace contextRef="#ctx0" brushRef="#br0" timeOffset="39146.8">20653 3286 13 0,'0'0'14'15,"0"0"-13"-15,0 0-2 16,0 0 1-16,0 0-2 0,0 0-17 16</inkml:trace>
  <inkml:trace contextRef="#ctx0" brushRef="#br0" timeOffset="61226.16">7942 5266 198 0,'0'-3'91'0,"0"-2"-62"0,0 3-2 16,0 2-11-16,0 0-11 15,0 2-8-15,0 6 1 16,0 5 4-16,0 5-1 15,1 4 1-15,0 3 0 16,0 3 0-16,-1-1 2 0,0 1-2 16,0-2 0-16,0-3-1 15,0 0 0-15,0-1 0 16,0-4-1-16,0 0 1 16,0-3 0-16,2-2-1 15,3-4 1-15,-1-4-1 16,2-4 1-16,1-1-21 0,0-6-42 15,0-11-38-15</inkml:trace>
  <inkml:trace contextRef="#ctx0" brushRef="#br0" timeOffset="61696.84">7878 5271 139 0,'0'0'41'0,"0"0"-30"15,0 0 7-15,0 0 9 16,0 0 1-16,-29-13-8 16,28 12 0-16,-1-1-1 15,2 0-2-15,0 1-2 0,0 0-3 16,3-1-5-16,9 0-6 15,2 0 0-15,5 0 0 16,7 2 0-16,3 0 0 16,1 0-1-16,-1 9 0 15,2 5 0-15,-3 3 0 0,-4 4-1 16,-4 6 1-16,-5 1-1 16,-5 3 0-16,-7-1 4 15,-3 0-3-15,0 1 1 16,-9-4 1-16,-3 1 0 15,-6-2 3-15,-2-1-2 0,-3-2 4 16,-2-3-3-16,-1-4 2 16,2-4-1-16,-2-3 0 15,3-5 0-15,3-4-2 16,2 0-1-16,5 0 0 16,6-10-1-16,5-3-2 15,2-4-74-15,5-3-58 0</inkml:trace>
  <inkml:trace contextRef="#ctx0" brushRef="#br0" timeOffset="62130.29">8253 5471 291 0,'0'0'48'0,"0"0"-17"16,0 0-12-16,-29 2-1 16,19 4-8-16,3 3 0 15,-2 2-3-15,2 1-2 16,3 3-3-16,0 2 1 16,4-1-2-16,0 2-1 0,2-2 1 15,5-1 0-15,3-1-1 16,0-6 0-16,2-1 1 15,1-4 0-15,-1-3 0 16,-1-5 2-16,2-4 1 16,-2-7 1-16,-1-4-2 0,-2-1 0 15,-4-4 0-15,-1 2-1 16,-3 3 0-16,-2 0 0 16,-6 7 1-16,-5 3 1 15,0 5-2-15,0 5-2 16,0 0-1-16,1 2 0 15,4 6-1-15,1 1-2 0,4 2-26 16,4-1-63-16,-1-2 5 16,5-3-33-16</inkml:trace>
  <inkml:trace contextRef="#ctx0" brushRef="#br0" timeOffset="62594.65">8495 5425 365 0,'0'0'33'16,"0"0"-11"-16,0 0-26 15,0 0 4-15,8 38 3 16,-6-18 3-16,0 1-1 16,-1 1-2-16,1 1-1 15,0 0 0-15,1-3-1 0,-3-2-1 16,2-4 1-16,-1-3-1 15,-1-5 2-15,0-4 0 16,0-2 2-16,0 0 9 16,-4-6 38-16,0-7-43 15,-2-4-5-15,3-4-1 0,2-3-1 16,1-2 0-16,2 3-1 16,11-1 0-16,2 3-1 15,4 5 4-15,1 4-3 16,0 4 0-16,0 3-2 15,-3 5 1-15,-1 0-1 16,-2 3 1-16,0 7 0 0,-1-2 1 16,-2 3-1-16,-1-2 1 15,0 2 0-15,-1-1-1 16,-4 0-11-16,-1-1-29 16,-1 0-25-16,0-3-23 0,-3-3 21 15,3 0-23-15,1-3-61 16</inkml:trace>
  <inkml:trace contextRef="#ctx0" brushRef="#br0" timeOffset="62963.56">8821 5459 228 0,'0'0'62'0,"0"0"-19"16,0 0-34-16,0 0 3 15,0 0 15-15,0 0 3 16,-17 37-5-16,14-24-9 0,2 0-4 15,1 1-7-15,0-1-3 16,5-3 0-16,4-2-1 16,4-3 1-16,2-5 0 15,5 0 6-15,1-3-1 16,3-10-3-16,1-2-2 16,-1-5 0-16,-2 0 3 0,-4 0-3 15,-7 0 1-15,-2 1-2 16,-8 2 1-16,-1 2 0 15,-6 4 0-15,-8 4-1 16,-5 3-1-16,-4 4-1 16,-1 0 1-16,-3 6 0 0,5 2-1 15,2 2 0-15,5 1 0 16,3-1 0-16,5-3-1 16,6 1-10-16,1-1-31 15,0-2-38-15,4-2 3 16,3-3 21-16,5 0-76 0</inkml:trace>
  <inkml:trace contextRef="#ctx0" brushRef="#br0" timeOffset="63191.04">9075 5191 381 0,'0'0'27'0,"0"0"-27"0,0 41 0 0,1-15 3 16,2 4 2-16,1 3 5 0,3 0-1 16,1 0-3-16,1 0-4 15,1-3-1-15,1-4 0 16,-1-2-1-16,1-5 0 16,-4-4-6-16,-2-7-118 15,-4-7-23-15</inkml:trace>
  <inkml:trace contextRef="#ctx0" brushRef="#br0" timeOffset="63399.05">9062 5437 323 0,'0'0'68'16,"0"0"-34"-16,0 0-22 15,0 0-3-15,0 0 2 16,46-32 6-16,-20 22-11 15,3-1-5-15,4-2 0 0,0 1-2 16,-1-1-42-16,-6-2-126 16</inkml:trace>
  <inkml:trace contextRef="#ctx0" brushRef="#br0" timeOffset="64253.41">9362 5329 322 0,'0'0'56'0,"0"0"-52"16,0 0-2-16,-6 38 8 16,6-25 8-16,0 1-6 0,6 0-7 15,2 0 7-15,4-1-6 16,3-4-3-16,-1 0-2 16,2-3 2-16,-1-2-3 15,2-4 2-15,-4 0-1 16,1-2 2-16,-3-9 0 15,-1-2-1-15,-1-4 0 0,-3-1-1 16,-2 3 1-16,-1 0-1 16,-1 5 13-16,-2 4 15 15,0 3-17-15,0 1-5 16,0 2-5-16,0 0-3 16,0 3 0-16,1 4 0 0,0 1 0 15,4 2 1-15,0 1 0 16,3-1 0-16,2-1-1 15,0-1 2-15,0-3-1 16,2-2 0-16,-2-2 0 16,0-1 0-16,0 0 1 0,-2-6 1 15,1-5 0-15,-2-3 0 16,-1-3 0-16,3-2 0 16,-2 2-1-16,0 2-1 15,2 2 0-15,-2 2 0 16,0 6 0-16,2 4-1 0,-2 1 0 15,-1 1 0-15,1 8-1 16,0 2 2-16,-1 2-2 16,0 0 2-16,-2 2 0 15,1-2 0-15,-2 0 0 16,-2-3 0-16,0-1-1 0,-1-4 0 16,0 0-1-16,0-2-1 15,0-2-1-15,-2-1 3 16,-1 0 2-16,1 0 0 15,0-3-1-15,2-2 2 16,0 0-2-16,0-1 0 0,4 0 0 16,1 0 0-16,3 1-2 15,2-1 4-15,0-1-2 16,0 3-2-16,2-2 2 16,-1 0 0-16,-1 0-1 15,0 1-1-15,-1 0 0 16,-4 1 1-16,0 0 1 0,-3-1 0 15,0 1 0-15,-2 0 0 16,0 2 0-16,-2-1 1 16,-3 1-1-16,-2 2 0 15,-1 0 1-15,1 0 0 0,2 4 1 16,2 1-2-16,-1 6 1 16,3-1-1-16,1 1 2 15,0 1-1-15,2-2-1 16,6 2 1-16,2-4-1 15,5-1 0-15,5-4 0 16,2-3 0-16,3 0-80 0,2-7-165 16</inkml:trace>
  <inkml:trace contextRef="#ctx0" brushRef="#br0" timeOffset="65582.22">10309 5315 193 0,'0'0'56'0,"0"0"-26"15,0 0-6-15,0 0 0 0,0 0-3 16,0 0-9-16,0 0-7 16,0 0-3-16,0 0 0 15,0 0-2-15,0 0 2 16,0 0-1-16,-1 0 1 15,1 0 0-15,0 0 0 16,0 0 1-16,0 0 1 0,0 0 4 16,0 0 12-16,0 0 0 15,0 0-9-15,0 0-7 16,0 0-3-16,0 0-1 16,0 0 0-16,0 0 0 15,0 0 0-15,0 0 0 0,0 0 0 16,0-1 0-16,0 1 0 15,0-1 0-15,0 1 0 16,0-2 1-16,0 2-1 16,0 0 0-16,0 0 1 15,0 0-2-15,0 0 1 16,0 0-2-16,1 0 0 0,2 0-3 16,-1 0-124-16,-1-2-145 15</inkml:trace>
  <inkml:trace contextRef="#ctx0" brushRef="#br0" timeOffset="66709.1">10657 5174 153 0,'0'0'40'15,"0"0"-12"-15,0 0-6 16,0 0 5-16,0 0 0 0,0 0 3 16,0 0 4-16,0 0-4 15,0 0-6-15,0 0-5 16,0 0-3-16,-29-3 4 15,28 1 0-15,-1 0-4 16,2-1-5-16,0 1-2 0,0-1-1 16,0-2-3-16,3 1-1 15,6 0-2-15,1 0-2 16,5 0 1-16,2 2-1 16,1 1 0-16,1 1 0 15,-4 0-1-15,0 3 1 16,-3 3 0-16,-2 4-1 0,-3 0 0 15,-2 2 1-15,-5 1 0 16,0 2-1-16,-2 1 2 16,-8 1-2-16,-3-1 1 15,-4 1 0-15,-1-2 0 0,1-2 0 16,2-2 0-16,5-4 0 16,5-3 0-16,1-1 0 15,4-3 1-15,0 0 0 16,10 0-1-16,2-2-1 15,4-2 1-15,3 0 0 16,1 1 0-16,0 3 0 0,-2 0 0 16,-1 0 0-16,-1 6-1 15,-6 2 0-15,-2 2 0 16,-1 2 1-16,-7 1-1 16,0 0 1-16,-2 1 0 15,-7-1 0-15,-4 0 1 0,-1-2 0 16,-2-1-1-16,-3 0 1 15,-1-3 0-15,0-1 1 16,-2-1-2-16,2-1 1 16,2-3 0-16,3 0 0 15,3-1-1-15,4 0 1 0,5-1-1 16,3-3-1-16,0-3-55 16,3-4-112-16,5 0-84 15</inkml:trace>
  <inkml:trace contextRef="#ctx0" brushRef="#br0" timeOffset="67161.09">11041 5205 249 0,'0'0'57'0,"0"0"-16"0,-30-3-12 16,19 3-4-16,-2 6-5 16,2 3 0-16,-3 2-9 15,4 1-1-15,2 4-5 16,3 1-1-16,3 2-2 15,2 0 0-15,1 1-1 0,8 0 3 16,3-4-3-16,6-3 0 16,1-4 1-16,2-6-1 15,1-3 0-15,0 0 2 16,-1-8-1-16,-3-5 0 16,-4-2 0-16,-1-3 2 0,-5-2 15 15,-3 0-7-15,-5-3-2 16,0 0 3-16,-9 3-3 15,-4 1-8-15,-4 6-2 16,-4 4 0-16,0 8-3 16,0 1-4-16,-1 6-31 0,3 2-127 15</inkml:trace>
  <inkml:trace contextRef="#ctx0" brushRef="#br0" timeOffset="69166.23">13092 5211 76 0,'0'-2'25'0,"0"1"-24"16,0 0-1-16,0 1 0 15,0 0 2-15,0 0 18 16,0 0 1-16,0-1-12 15,0 0 8-15,0 1 8 16,0-1-5-16,0-1 5 0,0 1 0 16,0 0 1-16,0-2 7 15,0 3 2-15,0 0-6 16,0 0-9-16,0 3-18 16,1 6-2-16,1 4 2 15,3 4 3-15,-2 4 3 16,0 2-2-16,1 3-3 0,-1-4-2 15,-1 1 0-15,1-3-1 16,-1-5 0-16,-1-3 1 16,-1-3-3-16,0-4-3 15,0-1-96-15,0-4-20 16</inkml:trace>
  <inkml:trace contextRef="#ctx0" brushRef="#br0" timeOffset="69663.66">13352 5230 252 0,'0'0'45'0,"0"0"-7"0,0 0-22 16,0 0-2-16,-28-18 4 15,17 18 9-15,-1 0-8 16,0 0-10-16,-1 5 3 0,-2 0 1 16,3 3-1-16,1 2-4 15,1 1-3-15,2 0-2 16,4 3-2-16,3 0 2 15,1 2-1-15,0-1 1 0,10 2 0 16,3-1-2-16,1-2 1 16,3-1-2-16,2-2 2 15,0-6-3-15,2 0 2 16,-1-5 0-16,-2 0 0 16,-1-5 1-16,-2-4-2 0,-3-2 2 15,-4-2 0-15,-4-1 0 16,-2-4 1-16,-2-1 2 15,0-3-1-15,-7 1-2 16,-7 2-1-16,-1 2-1 16,-2 4 0-16,-2 7-1 15,-1 6-1-15,4 0-22 0,0 3-134 16,6-1-133-16</inkml:trace>
  <inkml:trace contextRef="#ctx0" brushRef="#br0" timeOffset="74082.05">17398 5339 154 0,'-2'0'52'0,"0"0"-15"0,0-2-9 16,1-1-2-16,-1 3 0 15,1-2 4-15,1 1 2 16,-1 1-6-16,1-2-1 15,0 2 1-15,0 0-2 0,2-1-14 16,5 1-6-16,7-1 0 16,3 1 0-16,6-1 3 15,4 1 2-15,4 0 2 16,0 0 0-16,1 0-4 16,-1 0-1-16,-2 0-2 0,-2 0-1 15,-4 0 0-15,-1 0-1 16,-7-2 0-16,-3 1 0 15,-2-1 1-15,-3 2 0 16,-3-2-1-16,-2 1-1 16,-1 1 1-16,-1-1 0 15,0 1-2-15,0 0 1 0,0 0-2 16,0 0-3-16,0 0-26 16,1 0-100-16,0 0-63 15</inkml:trace>
  <inkml:trace contextRef="#ctx0" brushRef="#br0" timeOffset="74552.74">18085 5153 257 0,'0'0'40'0,"0"0"17"0,0 0-7 15,0 0-46-15,0 0-4 0,0 0 3 16,-7 34 9-16,7-14 9 16,0 1-2-16,3 3-5 15,1 0-3-15,0 0-8 16,-1-3-2-16,1-3 0 15,-2-3 1-15,0-4-2 16,-1-4 0-16,0-3 0 16,0-1 0-16,-1-2 0 0,0-1-10 15,2 0-73-15,0-8-53 16</inkml:trace>
  <inkml:trace contextRef="#ctx0" brushRef="#br0" timeOffset="75007.17">18368 5177 40 0,'0'0'228'0,"0"0"-175"16,0 0-24-16,-33-13-14 0,17 13-3 15,0 0 9 1,-6 3 10-16,2 4-9 0,0 3-2 16,2 1-5-16,2 3-6 15,1 2-3-15,4 3 1 16,3 0-3-16,3 1-1 16,4 3 3-16,2-2 1 15,2-1 0-15,9-1-3 0,5-5 0 16,4-3-2-16,2-5 2 15,4-3-1-15,-3-3 1 16,2-3 1-16,-1-7-3 16,-1-3 3-16,-1-4 1 15,-6-3 1-15,0-3-2 0,-7-1-1 16,-2-1 1-16,-8 0-3 16,-4 2-1-16,-10 3 0 15,-4 6-2-15,-6 5 1 16,-3 5-2-16,0 4-2 15,-1 4-5-15,4 6-51 0,4-4-104 16</inkml:trace>
</inkml:ink>
</file>

<file path=ppt/ink/ink1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11T11:42:03.342"/>
    </inkml:context>
    <inkml:brush xml:id="br0">
      <inkml:brushProperty name="width" value="0.05292" units="cm"/>
      <inkml:brushProperty name="height" value="0.05292" units="cm"/>
      <inkml:brushProperty name="color" value="#FF0000"/>
    </inkml:brush>
  </inkml:definitions>
  <inkml:trace contextRef="#ctx0" brushRef="#br0">9140 11346 254 0,'0'0'2'0,"0"0"-1"16,0 0-2-16,0 0 2 15,0 0 0-15,0 0 3 16,0 0-2-16,0 0 1 16,23 28 5-16,-19-19 1 0,2 1 4 15,1 3 8-15,2 2 9 16,2 4-2-16,3 3-5 16,3 3-9-16,-2 1-4 15,2 5-4-15,-4-1-3 16,1-2 0-16,-3 0-1 15,-1-5-1-15,-3-2 0 0,0-5 1 16,-3-3-1-16,2-5-1 16,-4-1-1-16,0-4-63 15,1-3-61-15,-3-2-127 16</inkml:trace>
  <inkml:trace contextRef="#ctx0" brushRef="#br0" timeOffset="327.8">9483 11399 285 0,'0'0'56'16,"0"0"-48"-16,0 0 17 15,0 0-23-15,0 0 1 16,0 0 4-16,-13 51 8 0,2-16 5 15,-3 8 5-15,-3 6-9 16,-3 6 0-16,0 6 1 16,0 1-4-16,1-2-2 15,1-3-1-15,4-5-5 16,1-5-1-16,4-6-1 0,2-8-2 16,2-5 0-16,-1-5 0 15,3-3 0-15,2-4-1 16,-3-3-1-16,2-6-4 15,0-5-59-15,0-4-114 16</inkml:trace>
  <inkml:trace contextRef="#ctx0" brushRef="#br0" timeOffset="672.97">9683 11781 353 0,'0'0'2'0,"0"0"-1"0,0 0 6 15,0 0 7-15,0 0 1 0,0 0-4 16,0 0 0-16,31 0 4 16,-20 1-5-16,4-1-4 15,2 0-4-15,0-2 0 16,1 2-2-16,-1 0 1 16,0 0-2-16,-5 2-18 0,-5 1-90 15,-4 1-62-15</inkml:trace>
  <inkml:trace contextRef="#ctx0" brushRef="#br0" timeOffset="840.24">9698 11962 337 0,'0'0'47'0,"0"0"-30"15,0 0-15-15,0 0 4 16,39 7 0-16,-17-7-2 0,2 0 0 15,4-4-2-15,2-2-2 16,-2-1 2-16,-3-1-26 16,-2-2-161-16</inkml:trace>
  <inkml:trace contextRef="#ctx0" brushRef="#br0" timeOffset="1239.16">10659 11448 186 0,'0'0'151'0,"0"0"-121"16,0 0-14-16,0 38-6 15,0-4 3-15,0 10 15 16,-2 9-5-16,0 9 6 0,1 5-12 16,1 2-11-16,-2-1-4 15,2-2-1-15,0-4 1 16,0-5-2-16,0-7 1 15,0-7-2-15,0-6 1 16,0-8-2-16,0-8-4 16,0-9-45-16,-3-12-86 0,2-6-150 15</inkml:trace>
  <inkml:trace contextRef="#ctx0" brushRef="#br0" timeOffset="1795.4">10706 11496 234 0,'0'0'0'0,"0"0"11"15,0 0 10-15,-22-33 18 16,18 27 0-16,1 1-7 15,0 0-8-15,3 0-4 16,0 0-3-16,0 0-4 0,3 1-6 16,7 0 0-16,3 0-4 15,3 1-1-15,-1 3-1 16,4 0 0-16,-1 0-1 16,-3 7 0-16,-1 1 0 15,-4 4 0-15,-5 2 0 16,-3 3 0-16,-2 1 0 0,-3 5 0 15,-8 1-1-15,-6 0 0 16,0 1-1-16,0-2-1 16,3-3 1-16,0-4 2 15,6-4-2-15,4-2 4 16,4-2-4-16,2-2 2 0,11 0 0 16,3-2 2-16,5 0-2 15,1 1 0-15,2-2 0 16,-4 2 0-16,-4 0 0 15,-4 0 0-15,-4 2 0 0,-6-1 0 16,-2 2 0-16,-3 1 0 16,-9 2 2-16,-6 2-1 15,-3 1 0-15,-2 1-1 16,-3 1 0-16,2-1 1 16,0-2-2-16,6-1 0 15,5-2 0-15,6-4-22 0,4-5-109 16,3-1-68-16</inkml:trace>
  <inkml:trace contextRef="#ctx0" brushRef="#br0" timeOffset="2145.35">11010 11789 410 0,'0'0'29'16,"0"0"-8"-16,0 36-18 15,0-15 1-15,0 1-2 0,0 1-1 16,0-1 0-16,4-2 0 16,0-4-1-16,2-1 1 15,1-4 0-15,3-4-1 16,1-5 0-16,0-2 2 16,1-1 0-16,-1-11 3 0,0-5-2 15,-4-4 3-15,-3-6 1 16,-4-1-5-16,-1 0-2 15,-8 1 0-15,-4 3 2 16,-3 7-2-16,2 7 0 16,-2 4-2-16,5 6 0 15,1 0-6-15,5 6-21 0,1 1-33 16,5 1-41-16,-1-2 4 16</inkml:trace>
  <inkml:trace contextRef="#ctx0" brushRef="#br0" timeOffset="2370.23">11298 11675 476 0,'0'0'5'0,"0"0"5"15,37-12-10-15,-19 11 0 16,4 1 1-16,0 0 0 15,1 0-1-15,-1 1 2 16,0-1-2-16,-2 0 0 16,0 0 0-16,-5 0-3 0,-2 0-36 15,-4 0-28-15,-5-3-74 16,-4-8-77-16</inkml:trace>
  <inkml:trace contextRef="#ctx0" brushRef="#br0" timeOffset="2572.37">11390 11567 152 0,'0'0'264'0,"0"0"-250"15,0 0-12-15,-5 38-4 0,10-18 2 16,3 3 1-16,1 2 0 16,1 0 0-16,-2 2-1 15,1 0 0-15,-1-1-9 16,2-5-124-16,0-6-41 15</inkml:trace>
  <inkml:trace contextRef="#ctx0" brushRef="#br0" timeOffset="3243.12">12092 12050 347 0,'0'0'7'0,"32"1"-5"0,-17-5-1 16,-2-5 2-16,-3-1 3 16,-4-3 27-16,-2-1 16 15,-4-2-13-15,0-2-5 16,0-2-13-16,-7-3-9 15,-2-3 0-15,-2-4-2 16,-1-5-2-16,-2-5-1 0,-1-9 1 16,4-7 2-16,0-8-7 15,5-5 0-15,2-4 0 16,3 0-1-16,1 5 2 16,9 10-1-16,2 12 1 0,2 12-2 15,4 13 0-15,0 13-1 16,0 8 0-16,2 4 0 15,-2 13 0-15,-1 5 2 16,-2 7-2-16,-7 3 2 16,0 2-2-16,-7 0 2 15,0-2 1-15,-7 0-2 0,-5-2 2 16,-1-5-2-16,-5-2 1 16,2-4-2-16,2-5 1 15,2-4 0-15,5-4 1 16,3-5-1-16,4-1 2 0,1 0-1 15,11-4-1-15,4-2-7 16,6 1 4-16,1 1 2 16,2 3 1-16,-1 1-1 15,-3 2 0-15,-5 7 1 16,-3 2 0-16,-7 2 0 16,-2 0 2-16,-4 0-1 0,-6 3-5 15,-8-2 6-15,-5 2 1 16,-4-1-1-16,-2-1 0 15,0-2 0-15,3-1-1 16,3-4-1-16,6-1-14 16,5-2-52-16,5-4-58 0,3 0-124 15</inkml:trace>
  <inkml:trace contextRef="#ctx0" brushRef="#br0" timeOffset="3388.95">12433 11688 380 0,'0'0'5'0,"8"46"12"0,-6-21-8 0,0 5-6 15,-2 0-3-15,0-1 1 16,0-3-3-16,1-4-27 0,2-7-108 16,0-7-83-16</inkml:trace>
  <inkml:trace contextRef="#ctx0" brushRef="#br0" timeOffset="3652.2">12599 11387 572 0,'0'0'4'15,"0"0"-2"-15,0 0-3 16,0 0 1-16,42 48 1 16,-17-22-1-16,-1-1 1 15,0 2-2-15,0-2 2 16,-4 4-1-16,0-2 0 0,-5-4-11 16,-1-1-61-16,-5-7-1 15,-2-9-127-15</inkml:trace>
  <inkml:trace contextRef="#ctx0" brushRef="#br0" timeOffset="3884.98">12779 11407 361 0,'0'0'7'0,"0"0"14"0,-30 7-6 15,20 11-7-15,-1 7 0 16,-3 6 9-16,-1 5 8 15,-1 4-18-15,0 1-2 16,-2-1-3-16,1-3-1 16,2 0-2-16,-1-4-1 15,4-7-9-15,5-7-70 0,0-6-83 16</inkml:trace>
  <inkml:trace contextRef="#ctx0" brushRef="#br0" timeOffset="4087.88">12927 11670 504 0,'0'0'9'0,"0"28"-7"16,0-8 1-16,0 3 0 0,1 3-3 15,-1 0 0-15,3-4-1 16,1-3-6-16,2-5-59 15,2-7-44-15,1-4-124 16</inkml:trace>
  <inkml:trace contextRef="#ctx0" brushRef="#br0" timeOffset="4337.62">13163 11547 567 0,'0'0'2'15,"29"-11"2"-15,-4 5-1 16,6 6-1-16,3 0-2 16,1 0 2-16,-3 0-2 0,-3 0 1 15,-6 0-1-15,-4 0 0 16,-5 0-3-16,-5 0-44 15,-7 0-47-15,-2-4-69 16</inkml:trace>
  <inkml:trace contextRef="#ctx0" brushRef="#br0" timeOffset="4495.22">13234 11493 423 0,'0'0'3'16,"0"0"25"-16,-14 27-28 0,14-6 3 15,0 5-2-15,6 3 1 16,2 0 0-16,0 0-2 16,2 0 0-16,2-3 0 15,-2-4-9-15,0 1-153 16</inkml:trace>
  <inkml:trace contextRef="#ctx0" brushRef="#br0" timeOffset="5092.31">13783 11754 552 0,'0'0'2'0,"0"0"0"0,0 0 1 16,0 0-1-16,-6-36 0 15,1 11 1-15,-5-8 3 16,0-10 3-16,-2-6 4 16,2-7 0-16,4-8-7 15,4-5-4-15,2-2-2 0,9-2 0 16,8 1 0-16,5 6-1 16,0 11 2-16,0 14-3 15,-1 12 0-15,-1 17 1 16,-3 12 0-16,-3 6-1 0,-4 16 1 15,0 4 0-15,-3 4 1 16,-3 3-1-16,-4 0 1 16,0-2 0-16,-7-2 0 15,-3-2-1-15,-2-2 2 16,-2-2-3-16,2-4 1 16,2-4 1-16,2-4-1 0,2-5-1 15,6-2-2-15,0-4-3 16,10 0 3-16,7-2 0 15,4-5 2-15,7 1 0 16,-1 3 1-16,0 3 0 16,-4 0 0-16,-4 3 0 15,-8 6 0-15,-2 2 0 0,-7 3 1 16,-2 0-1-16,-8 1 1 16,-6 1 1-16,-6-1-1 15,-4 0 1-15,-1 0-1 16,0-2 0-16,3-3 0 0,4 0 0 15,2 0-4-15,7-3-84 16,5-4-26-16,4-3-106 16</inkml:trace>
  <inkml:trace contextRef="#ctx0" brushRef="#br0" timeOffset="5421.19">14079 11470 452 0,'0'0'14'0,"0"0"-10"16,35-18-2-16,-22 14-1 0,1 3 0 15,-3 1-1-15,-2 0 1 16,-1 5-1-16,-1 2 0 16,-4 4 0-16,1 2 1 15,-3 4-1-15,-1 2 0 16,0 0 1-16,0 1-2 0,-5 1 1 15,0 0 0-15,-1-2 0 16,0-3 0-16,2-1-1 16,1-3 1-16,2-4 0 15,1-4 0-15,0-3 0 16,4-1 0-16,6 0-1 0,3-7-6 16,2-4-30-16,5-4-19 15,0-3-33-15,2-6-42 16</inkml:trace>
  <inkml:trace contextRef="#ctx0" brushRef="#br0" timeOffset="5651.17">14383 11131 530 0,'0'0'7'15,"0"0"-5"-15,36 30-5 16,-13-5 4-16,4 3 0 16,0 5 0-16,3-1-1 15,-3 0 1-15,-2 0 0 0,-3-4-1 16,-4-2 0-16,-5-6-6 16,-2-5-52-16,-5-7 1 15,-4-8-66-15</inkml:trace>
  <inkml:trace contextRef="#ctx0" brushRef="#br0" timeOffset="5877.82">14595 11105 464 0,'0'0'2'0,"0"0"1"15,-16 40-2-15,12-12 5 16,-3 7 2-16,-4 6-1 15,1 2-3-15,-1 1-3 16,-2-1 0-16,-3 0 0 16,0-2-2-16,0-4-7 15,2-8-69-15,2-9-69 0,5-10-67 16</inkml:trace>
  <inkml:trace contextRef="#ctx0" brushRef="#br0" timeOffset="6206.7">14763 11394 579 0,'0'0'0'0,"0"0"3"16,36-10-4-16,-24 10-1 0,0 3 0 15,-4 6-3-15,-1 3 3 16,-2 2 2-16,-2 1 0 15,-1 3-1-15,-2 1 1 16,0 2-3-16,0 0-5 16,-2 1-5-16,-3-1 5 0,1 1 2 15,0-4 3-15,2-2-3 16,1-3-4-16,1-4 7 16,0-4 0-16,7-4 3 15,4-1 0-15,6 0 1 0,1-6 0 16,6-2-9-16,-1-4-78 15,2-3-43-15,-1 0-118 16</inkml:trace>
  <inkml:trace contextRef="#ctx0" brushRef="#br0" timeOffset="6462.42">14982 11328 631 0,'0'0'-1'0,"0"0"3"16,49-17-5-16,-19 17 3 15,4 0 0-15,2 1 0 0,-1-1 1 16,-1 0-2-16,-4-1 1 15,-5 1-4-15,-4 0-21 16,-8 0-43-16,-3 0-27 16,-9-3-45-16</inkml:trace>
  <inkml:trace contextRef="#ctx0" brushRef="#br0" timeOffset="6617.84">15179 11244 407 0,'0'0'6'0,"0"0"44"15,0 0-45-15,-17 43 2 16,17-19-2-16,5 1-4 0,4 3 0 16,2 0 0-16,1 0 0 15,-1 1-1-15,-2-2-12 16,0-3-181-16</inkml:trace>
  <inkml:trace contextRef="#ctx0" brushRef="#br0" timeOffset="7233">15803 11503 469 0,'0'0'2'0,"0"0"4"16,-21-28 36-16,15 12-5 15,3-3-13-15,0-7-3 16,2-4-2-16,-1-6-10 0,2-7 0 15,0-3 4-15,0-7-9 16,8-5-3-16,3-3 0 16,1 3-1-16,3 4 0 15,0 7 0-15,1 12-1 16,-2 12-1-16,2 12 1 0,-2 11-4 16,0 3-6-16,0 12 4 15,-3 5 1-15,-1 6-4 16,-4 2 8-16,-3 4 0 15,-3-1-2-15,0-1-5 16,-7-2-5-16,-3-3-34 16,-2-5 3-16,1-5-6 0,-2-3-41 15,1-8-78-15</inkml:trace>
  <inkml:trace contextRef="#ctx0" brushRef="#br0" timeOffset="7707.67">16087 11169 455 0,'0'0'5'0,"0"0"1"0,0 0-4 16,30 0-1-16,-23 1 0 15,-3 5-1-15,0 0 1 16,-2 3 0-16,-2 2-1 15,0 1 0-15,-2 3 1 16,-4 1-1-16,-1 1 1 0,0 0-2 16,0-1 2-16,2 0-1 15,2-4 0-15,3 1 0 16,0-3 1-16,3-1-2 16,9 0 1-16,2-2 1 15,4 2-1-15,2-1 0 0,0 1 0 16,0 0 1-16,-1 1-1 15,-3 1 0-15,-5-1 0 16,-2-1-1-16,-6 3 2 16,-3 0-1-16,-2 1 0 0,-10 1 0 15,-7 0 2-15,-3-1 0 16,-4 1 0-16,0-3-2 16,-3 1 1-16,-1-4-1 15,2-1-1-15,3-4 0 16,3-1-2-16,7-2-12 15,9-10-36-15,6-10-97 0</inkml:trace>
  <inkml:trace contextRef="#ctx0" brushRef="#br0" timeOffset="7914.02">16435 11024 454 0,'0'0'3'0,"0"0"-6"0,19 30 5 16,-8-4 4-16,5 2-4 15,1 2-1-15,2 4 0 16,1 1 0-16,-1 0 0 16,0 2 0-16,0-1-1 15,-1-5-2-15,0-8-57 16,-6-8-84-16</inkml:trace>
  <inkml:trace contextRef="#ctx0" brushRef="#br0" timeOffset="8175.4">16624 11014 377 0,'0'0'3'16,"-32"28"2"-16,10-4-1 0,-2 7 3 15,-5 5-2-15,1 5 0 16,1 2-4-16,0-2 1 16,4-1-3-16,4-4 1 15,5-7-59-15,7-11-274 16</inkml:trace>
  <inkml:trace contextRef="#ctx0" brushRef="#br0" timeOffset="8959.27">16837 11377 344 0,'0'0'9'15,"0"0"53"-15,25-31-24 0,-11 21-24 16,0 4-10-16,4 2-2 15,-4 3-1-15,-1 1-1 16,-1 0-1-16,-4 8 1 16,-2 2-1-16,-3 3 0 15,-3 2 1-15,0 1 0 0,-1 0 0 16,-4 0-1-16,-1-3-1 16,2 1 0-16,0-3 1 15,2-1 0-15,2-4 1 16,0 0-2-16,4-2 0 0,6 0-1 15,2 0 2-15,2 0 1 16,1 2 0-16,0 1 0 16,-4 2-1-16,-2 2 1 15,-4 1-1-15,-5 1 0 16,0 1 0-16,-13 1 2 16,-7 0 1-16,-4 0 3 0,-10 1-1 15,-2-2-1-15,-2-2 0 16,2-3-3-16,4-4 0 15,7-5-33-15,8-10-320 16</inkml:trace>
  <inkml:trace contextRef="#ctx0" brushRef="#br0" timeOffset="34557.85">8356 10649 162 0,'0'0'15'15,"0"0"-7"-15,0 0 2 16,0 0-4-16,0 0-5 16,0 0-3-16,0 0 1 0,0 0 1 15,0 0 0-15,0 0-1 16,0 0 1-16,0 0 2 16,0 0 3-16,11 8 4 15,8-12 1-15,2-2 4 16,7-3-2-16,3-1-5 0,3 0-2 15,3-2-2-15,-1-1-2 16,0 1 1-16,0-1-1 16,-2 0 0-16,-2 1 0 15,-5 1 2-15,-2-2-1 16,-5 4 1-16,-3 0 3 16,-6 2-1-16,-2 4-3 0,-2 2-1 15,-4 1-2-15,-3 4 0 16,0 7-6-16,-9 3-25 15,-7 2-54-15</inkml:trace>
  <inkml:trace contextRef="#ctx0" brushRef="#br0" timeOffset="34897.92">8344 10865 226 0,'0'0'3'0,"0"0"-3"0,29-9 2 16,-11 2-1-16,7 2 1 15,2-3-2-15,3 1 1 16,0-3-1-16,1 2 0 15,1 0 0-15,-1-2 1 16,-2 0-2-16,1 1 1 0,0-2 1 16,-3 2-1-16,-4-1 0 15,0 2 0-15,-2-1 0 16,-1 0-13-16,-6-2-69 16</inkml:trace>
  <inkml:trace contextRef="#ctx0" brushRef="#br0" timeOffset="35545.73">9791 10615 161 0,'0'0'4'0,"37"-6"-3"0,-13 0 3 0,5-1 2 16,3-2 0-16,3-1-2 15,4 0 2-15,2-3 4 16,0-2 3-16,1-2 3 16,-5 2-2-16,-2-1 5 0,-4-1-7 15,-5 4-2-15,-4 4 1 16,-4 0-5-16,-5 2-4 16,-2 5 0-16,-5 2-2 15,-2 0-1-15,-4 2-3 0,-7 7-15 16,-8-1-65-16</inkml:trace>
  <inkml:trace contextRef="#ctx0" brushRef="#br0" timeOffset="35759.3">9851 10827 218 0,'32'-8'-7'16,"3"-5"8"-16,9 0-1 16,1-3-39-16</inkml:trace>
  <inkml:trace contextRef="#ctx0" brushRef="#br0" timeOffset="36619.06">12580 10736 184 0,'0'0'3'0,"0"0"15"16,0 0 3-16,6-30-8 15,3 24-5-15,3 0-4 16,2-1-2-16,3-1 1 0,6 0 0 16,2-1 2-16,5-1-2 15,3-1 0-15,3 1-1 16,4 0-2-16,2-1 2 15,1 1-2-15,-2 1 1 16,-3 1-1-16,-6 2-1 16,-4 1-1-16,-8 1-1 0,-5 4-14 15,-6 0-14-15,-6 0-14 16,-3 0-45-16</inkml:trace>
  <inkml:trace contextRef="#ctx0" brushRef="#br0" timeOffset="36854.74">12491 10881 331 0,'0'0'-4'0,"46"-22"10"16,-7 5-5-16,12 1 2 15,11-1-2-15,5-1-2 16,5 1-18-16,-3-4-63 0,-2-2-128 16</inkml:trace>
  <inkml:trace contextRef="#ctx0" brushRef="#br0" timeOffset="39273.99">14796 10621 276 0,'0'0'-18'16,"0"0"19"-16,0 0 1 15,0 0-1-15,0 0-5 0,0 0 3 16,0 0 0-16,0 0 0 15,0 0 0-15,17-4 1 16,-7 4-1-16,3-1 1 16,2-6 1-16,7-3 0 15,5-2 3-15,8-2 1 16,4-1-1-16,8-3-2 0,7 0-1 16,4 0-1-16,1-2 0 15,0 3 0-15,0-1 0 16,-4 2 0-16,-5 2-1 15,-3 0 1-15,-9 2 0 16,0 3 1-16,-5-1-2 0,-4 1 1 16,-2 4 0-16,-3 0 0 15,-4 5 0-15,-5 0-2 16,-5 0-26-16,-5 0-103 16</inkml:trace>
  <inkml:trace contextRef="#ctx0" brushRef="#br0" timeOffset="39701.47">14833 10852 165 0,'0'0'3'0,"0"0"12"0,0 0-3 16,0 0-8-16,0 0-4 16,0 0 1-16,0 0 1 15,46 0 2-15,-15-7-2 0,9-4 0 16,9-2 1-16,4-4 0 16,9-3 2-16,5-2-3 15,7-3 0-15,2 0-1 16,3 1-1-16,-6 0 1 0,-1 4-1 15,-6 2-1-15,-5-2-6 16,-6 2-104-16</inkml:trace>
  <inkml:trace contextRef="#ctx0" brushRef="#br0" timeOffset="43621.23">15775 9390 69 0,'0'0'2'16,"0"0"5"-16,0 0 7 16,0 0 6-16,0 0 1 0,0 0-6 15,0 0-1-15,-3-31 0 16,3 26 0-16,0 0 1 16,0 2-4-16,0-2-4 15,0 0 1-15,0 1-3 16,1-2-2-16,3 1-2 0,2 0 1 15,3-3-1-15,-2 1 3 16,4-3-3-16,0 0 1 16,5-3 0-16,-2 0 0 15,4 0 0-15,2-2-1 16,2 2 0-16,1-2-1 16,2 2 0-16,0 1 0 0,1 2 0 15,-2 0 1-15,-3 2-1 16,0 3 0-16,-1 2 0 15,-1 1 2-15,-2 2-2 16,-1 0 0-16,0 7 0 0,-1 1 1 16,0 2 1-16,-1-1-2 15,1 0 0-15,1 1 1 16,1-3 1-16,-1-1 0 16,2-2 0-16,2-1 1 15,-4-3-1-15,2 0 1 0,0 0 3 16,-1-3 2-16,0-2-2 15,-1 0 1-15,-1-3-1 16,2 1 0-16,-4-1-1 16,-1-1 2-16,0 1 0 15,-2 0-2-15,-2-2 2 0,0 0-1 16,-1 0-1-16,-3 0-1 16,-1 0 0-16,2 1 2 15,-4 0-4-15,1-1 0 16,-1 3 0-16,0 0-2 15,-1 0 1-15,1 3 0 0,0 0 0 16,0 0-1-16,-1 3 0 16,0 0 0-16,2 1 0 15,-2 0-2-15,1 0 2 16,0 2 0-16,1 3 0 16,-1 1-1-16,-1 1 1 15,1 2 0-15,0 1 1 0,-1-1-2 16,1 1 1-16,1 0 0 15,0 0 0-15,-2 1 0 16,4-1 0-16,0-1 0 16,0-1 0-16,2 2 0 0,0-2 0 15,2 0 0-15,1-1 0 16,1 0 0-16,3-2 0 16,3-1 0-16,-1 0 0 15,4-2 1-15,1-2-1 16,1 0 0-16,3 0 1 0,4 0-2 15,1-1 2-15,3-2-2 16,2 0 1-16,-1 2 0 16,2 0 1-16,-3 0-1 15,0 1 0-15,-2 0 0 16,-1 0 0-16,-3 0 0 0,1 3-1 16,-2 0 1-16,0 1 0 15,-1 1 1-15,-4 0-1 16,0 1 0-16,-4 2 0 15,-2-1 0-15,-2 5 0 16,-4 1 0-16,-5 3 0 16,-3 4 0-16,0 3 0 0,-11 2-3 15,-9 4-6-15,-7-3-21 16,-8-5-111-16</inkml:trace>
  <inkml:trace contextRef="#ctx0" brushRef="#br0" timeOffset="49227.93">16484 8519 76 0,'0'0'130'0,"0"0"-131"15,0 0 2-15,-12-32-1 16,12 27 0-16,-1 0 0 16,-1 1-1-16,2 0 1 15,-1-2 1-15,-1 2-1 0,1 1 4 16,0 0 7-16,-1 1 9 16,2 0 1-16,0 2-11 15,0 0-8-15,0 2-2 16,0 5 0-16,2 4 0 15,3 3 0-15,5 3 1 16,2 3 0-16,5 2 1 0,5 1 0 16,2 1 3-16,4 0 0 15,0-1-3-15,-2-2-1 16,0-3 1-16,-5-2 0 16,-2-2-2-16,-5-4 0 15,-2-3 0-15,-3-1 1 0,-2-3 4 16,-2-1 3-16,-2 0-2 15,0 0-4-15,-3-1-1 16,0 1-1-16,0 3-1 16,0-2-2-16,-5-1-36 15,-3-2-58-15</inkml:trace>
  <inkml:trace contextRef="#ctx0" brushRef="#br0" timeOffset="49632.43">16722 8454 100 0,'0'0'9'0,"0"0"19"0,-30 33-7 16,18-18-1-16,0 2-2 16,-2 1-3-16,0 2-4 15,-1 1 5-15,-2 1-7 16,-1-1-5-16,1 1-3 15,0-1 1-15,-1-1-1 0,1-2 2 16,3-1 0-16,1-1 0 16,1-3-3-16,2 0 0 15,3 0 0-15,0 0 0 16,3-2-5-16,-1-1-23 16,4-5-54-16</inkml:trace>
  <inkml:trace contextRef="#ctx0" brushRef="#br0" timeOffset="50543.16">16817 8740 309 0,'0'0'2'0,"0"0"-1"15,0 0-1-15,0 0-5 16,0 0-8-16,0 0 1 16,0 0 8-16,0 0 5 15,0 0 1-15,0 0-2 16,0-17 1-16,0 14 0 0,3-1 1 16,3 1 1-16,-1-1-3 15,5 0 1-15,0 0 0 16,4 2-1-16,-1 1 0 15,-1 1 0-15,0 0 0 16,-1 2 0-16,-2 5 0 0,-1 1 0 16,-4 2 0-16,0 3 0 15,-1 2 1-15,-3 0-1 16,0-1 0-16,-5 0 0 16,-3-1 0-16,-3-1 1 15,-4-2 0-15,1-1 0 0,-2-2-1 16,2-2 3-16,0 0-3 15,4-2 2-15,2-1 1 16,2 0-3-16,4-2 1 16,2 0-1-16,0 0-1 15,9 0 0-15,2 0 1 0,3 0-2 16,3-2 4-16,2 0-2 16,-4 2 0-16,2 0 0 15,-3 0 0-15,0 2-2 16,-2 6 2-16,-2 0 0 15,-1 2 2-15,-4 2-1 16,0 1-1-16,-4 0 1 0,-1 1-1 16,0-1 2-16,-6-2 1 15,-3-1 1-15,-4-1 2 16,-4-1-2-16,-1 0-1 16,-3-2-2-16,-2-2 0 15,2-1-1-15,2-3 0 0,3 0-4 16,0-8-54-16</inkml:trace>
  <inkml:trace contextRef="#ctx0" brushRef="#br0" timeOffset="66681.92">20499 8254 179 0,'0'0'3'0,"0"0"-1"0,0 0-1 16,0 0-1-16,0 0-1 16,0 0-16-16,0 0-15 15,0 0 27-15,0 0 8 16,0 0-1-16,0 0 4 16,0 0 12-16,-21-16-5 0,18 14 1 15,1 2-4-15,0 0 0 16,0 0 3-16,1 0 0 15,1 0-3-15,-1 0-1 16,1 0-4-16,0 0 3 16,0 0-3-16,0 0 2 0,0 5 1 15,2 1 2-15,4 3 0 16,1 3-1-16,2 2 1 16,1 0 5-16,2 4-3 15,-1 1-5-15,4 1 0 16,-3 0-3-16,-1 2-1 0,0-1 0 15,1-2 0-15,-2-1-1 16,-2-1 1-16,2-4 0 16,-5-1 4-16,1-3-1 15,0 0-2-15,-2-2 0 16,-1-2-2-16,0 1-1 16,0 0 0-16,-2-1-1 0,1 0 0 15,-1 1 0-15,0-1-3 16,1-1-36-16,-2-2-45 15,0-2-38-15</inkml:trace>
  <inkml:trace contextRef="#ctx0" brushRef="#br0" timeOffset="67084.13">20692 8262 298 0,'0'0'-1'0,"0"0"-2"0,0 0 1 0,0 0 1 0,0 0 0 16,-17 33 1-16,10-19 0 15,-3 4 0-15,-2 3 2 16,-1 4 3-16,-4 4 1 16,-1 3 3-16,-1 0 1 0,1 1-5 15,1-2 1-15,0-2-3 16,3-5-1-16,1-3-1 16,3-4 0-16,1-4-1 15,1-4 1-15,3-3-2 0,1-3-4 16,1-1-11-16,3-2-13 15,0-2-43-15,1-6-135 16</inkml:trace>
  <inkml:trace contextRef="#ctx0" brushRef="#br0" timeOffset="67335.39">20732 8576 409 0,'0'0'6'0,"0"0"-6"16,0 0-1-16,12 37 0 16,-8-17 0-16,0 1 0 15,1 4 1-15,-4-2 0 16,4 2 0-16,0-4 0 0,2-1-9 15,-1-6-70-15,2-9-64 16</inkml:trace>
  <inkml:trace contextRef="#ctx0" brushRef="#br0" timeOffset="68026.97">21454 8314 449 0,'0'0'6'0,"0"0"-3"15,0 0-9-15,0 0 6 16,17 26 0-16,-6-12 0 0,2 0 0 16,-1 0-2-16,2-1 2 15,-2 0 0-15,3 0 0 16,1-2-1-16,-1 0 2 16,3 2 1-16,0 0 2 15,0-1 0-15,0-1-2 16,0 2-2-16,-1-3 1 0,-1 0 0 15,-2-3-1-15,-3 1 0 16,-2-3-1-16,-2-2 2 16,-3 1-2-16,-1-3 2 15,-3 2-3-15,0-1-4 16,0-1-49-16,-3-1-38 0,-7 0-9 16</inkml:trace>
  <inkml:trace contextRef="#ctx0" brushRef="#br0" timeOffset="68325.42">21709 8314 348 0,'0'0'24'0,"0"0"-21"16,0 0-11-16,0 0 4 16,0 0 2-16,-10 38 0 15,2-20 2-15,-2 3 2 0,-3 2 0 16,-1 2 0-16,-1 2 1 16,-2 0 0-16,1 0 0 15,0-2-1-15,1-2-1 16,2-2-1-16,2-4 1 15,4-4-3-15,0-3-55 16,4-3-15-16,2-6-7 0</inkml:trace>
  <inkml:trace contextRef="#ctx0" brushRef="#br0" timeOffset="68918">21915 8596 261 0,'0'0'20'16,"0"0"14"-16,0 0-17 15,0 0-5-15,0 0-2 16,0 0-1-16,0 0 0 16,0 0 16-16,-21-32-5 0,22 23-8 15,7 2-6-15,2 0 1 16,0 1-5-16,2 1-1 15,0 3-1-15,0 2 0 16,-1 0 0-16,-1 0-2 0,-2 7 1 16,-1 1-2-16,-2 2 2 15,-3 1 0-15,-2 1-1 16,0 2 1-16,0 0-1 16,-10 1 1-16,0 2-1 15,-1-2 2-15,-3 1 0 16,3-2-3-16,1-3 3 15,1-1 0-15,4-2 1 0,2-3-1 16,3-2 0-16,0-1-1 16,10 0 1-16,7-2 3 15,8 0-3-15,5 0 1 16,6-2-1-16,2-3 0 0,-1 2-30 16,-2-4-79-16,-2-3-153 15</inkml:trace>
  <inkml:trace contextRef="#ctx0" brushRef="#br0" timeOffset="70085.03">22884 8306 307 0,'0'-4'3'16,"0"1"25"-16,0 1-1 15,1 2-12-15,1 0-15 16,0 0-1-16,3 2 1 15,0 5 0-15,1 2 0 0,0 1-1 16,1 5 1-16,3 1 2 16,0 2 1-16,2 3-1 15,3 2 0-15,0 1 0 16,1-1 0-16,-2-3-2 0,0-3 1 16,0-2 0-16,-4-4-1 15,-1-2 1-15,-3-4-1 16,-1-2 0-16,-2-1-2 15,-3-2-10-15,1 0-35 16,-1 0-2-16,0 0 12 16,0-7-124-16</inkml:trace>
  <inkml:trace contextRef="#ctx0" brushRef="#br0" timeOffset="70405.46">23065 8322 293 0,'0'0'61'15,"0"0"-52"-15,0 0-2 16,0 0-11-16,0 0 2 15,-33 20 2-15,24-2 0 16,-2 2-1-16,1 3 3 0,0 0-1 16,-2 2 1-16,1 0 0 15,1-1 0-15,2 0 1 16,1-3-3-16,2-1 0 16,3-4 1-16,2-4-41 15,0-6-72-15,0-5-58 0</inkml:trace>
  <inkml:trace contextRef="#ctx0" brushRef="#br0" timeOffset="70694.14">23243 8525 457 0,'0'0'10'0,"0"0"-10"16,0 0-7-16,4 30 7 15,-3-17-3-15,1 4 2 16,-1-1 2-16,2-1-2 16,0 1 2-16,-1-1-1 15,0-1 0-15,2-1-1 0,-1-3-23 16,1-2-40-16,1-6-69 15</inkml:trace>
  <inkml:trace contextRef="#ctx0" brushRef="#br0" timeOffset="71177.64">23409 8310 271 0,'0'0'5'0,"0"0"17"0,0 0-23 0,0 0 1 15,13 34 1-15,-1-19 0 16,2 2 3-16,2 0-2 16,1 1 0-16,1 2 0 15,-1-2-2-15,0 0 1 16,-3-3-1-16,0-2 0 16,-1-3 1-16,-4-3-1 0,-2-2-14 15,-2-5-31-15,-1 0-29 16</inkml:trace>
  <inkml:trace contextRef="#ctx0" brushRef="#br0" timeOffset="71475.11">23547 8347 381 0,'0'0'0'16,"0"0"5"-16,0 0-7 0,0 0 0 16,-24 31 1-16,17-14 1 15,-2 2 0-15,0 1 1 16,-1 2 0-16,-2 1-1 15,0-1-2-15,-1 0-32 16,-1-2-20-16,3-4-21 0,0-4-97 16</inkml:trace>
  <inkml:trace contextRef="#ctx0" brushRef="#br0" timeOffset="72006.86">23751 8600 167 0,'0'0'90'0,"0"0"-81"16,0 0 5-16,0 0-6 16,0 0 1-16,0 0-2 15,0 0 1-15,-9-28 16 0,14 22 1 16,2 0-12-16,2-1-4 15,0 2-1-15,2 2-2 16,-1 3-2-16,1 0-2 16,-2 0-2-16,0 4 0 15,-3 5-1-15,-2 1-1 0,-3 3 0 16,-1 2 0-16,0 0 2 16,-9 0-2-16,-2 2 1 15,-3-2 0-15,0 1 2 16,0-3-1-16,2-2 1 15,2-2-1-15,3-3 2 0,5-1-2 16,2-3 0-16,5-2 0 16,14 0 4-16,9 0-2 15,10 0-2-15,10 0 1 16,9 0-2-16,0-2-62 16,0-6-50-16</inkml:trace>
  <inkml:trace contextRef="#ctx0" brushRef="#br0" timeOffset="72713.28">20648 9173 389 0,'0'0'3'0,"0"0"-3"15,0 0-3-15,-18 42 1 16,15-23 1-16,-1 1 1 16,1-1 0-16,1 0 0 15,0 0 0-15,2-4 0 0,0 0 0 16,0-2-5-16,0-3-55 15,0-5-17-15,0-5-127 16</inkml:trace>
  <inkml:trace contextRef="#ctx0" brushRef="#br0" timeOffset="73260.2">21668 9158 290 0,'0'0'121'0,"0"0"-108"16,0 0-5-16,36-20-6 0,-23 17-2 15,2 1-1-15,1-1 0 16,0 1-1-16,-1 2 2 16,-1 0 0-16,-1 0-1 15,-2 8-2-15,-1 0 0 16,-3 3-3-16,-3 3-7 0,-4 0-7 16,0 2-5-16,-5 0-24 15,-4-2 45-15,0-3-7 16,0-1 13-16,3-3 2 15,2-2-2-15,4-2 2 16,0-1-4-16,8-1 4 16,8-1 7-16,9 0 6 0,7 0-5 15,10 0-8-15,7 1-3 16,7-6-8-16,3-2-56 16,3-3-161-16</inkml:trace>
  <inkml:trace contextRef="#ctx0" brushRef="#br0" timeOffset="74249.49">23456 9123 323 0,'0'0'9'0,"0"0"59"16,0 0-38-16,0 0-10 0,-9-33-8 16,9 28-4-16,7-1 0 15,1 1 9-15,1 1-8 16,3 3-3-16,0 1-4 15,1 0-2-15,0 6 0 16,-1 4-1-16,-2 2-1 16,0 1-3-16,-6 2 1 0,-2 1-1 15,-2 1 1-15,0-1-1 16,-6 2 2-16,-4-3 1 16,0 0-2-16,-3-3 1 15,3 1 3-15,1-5 2 16,2-1-2-16,2-2 0 0,1-2 0 15,4-1 1-15,0-1-1 16,7-1 5-16,9 0-2 16,11 0-1-16,10-2 0 15,11-3-2-15,10-1-1 0,4 0-27 16,-1-4-102-16</inkml:trace>
  <inkml:trace contextRef="#ctx0" brushRef="#br0" timeOffset="75373.31">20313 9867 290 0,'-4'0'7'15,"2"0"41"-15,2 0-29 16,0 0-18-16,6 0 1 16,1 0-2-16,3-1 1 15,5 1 3-15,1 0 5 0,3 0 1 16,2-1-5-16,1 1-3 15,2 0 0-15,-2 0-1 16,1 0 0-16,-3 0-1 16,-2 2 1-16,-2-1-2 15,-1 2 0-15,-5-1-47 16,-3-2-29-16,-3 0-34 0</inkml:trace>
  <inkml:trace contextRef="#ctx0" brushRef="#br0" timeOffset="75923.78">20725 9772 124 0,'0'0'168'0,"0"0"-142"0,0 0-26 16,0 0 0-16,-8 40 1 16,4-21 0-16,-2 3 3 15,1 3 2-15,-2 1-1 16,-1-2-1-16,1 0-1 16,2-4 0-16,-2-4-2 15,3-4 1-15,4-4 0 0,0-3 1 16,0-3 5-16,7-2 13 15,2 0 6-15,6 0-11 16,-1 0-7-16,4-2-4 16,2-1-2-16,2 0-1 0,0 1-1 15,0 0-1-15,-1-1 1 16,-1 3-2-16,-2-1 1 16,-2 1-22-16,-5 0-31 15,-3-2-34-15,-2 0-12 16</inkml:trace>
  <inkml:trace contextRef="#ctx0" brushRef="#br0" timeOffset="76144.13">20787 9932 434 0,'0'0'5'16,"0"0"13"-16,0 0-25 15,0 0 7-15,17 43 0 16,-5-26 0-16,-2 1 1 16,3 2-1-16,-3 1 0 0,0 2 0 15,0 2-1-15,-3 0-39 16,0-5-69-16,-1-4-41 16</inkml:trace>
  <inkml:trace contextRef="#ctx0" brushRef="#br0" timeOffset="77397.85">21778 9787 198 0,'0'-5'69'0,"-3"1"-38"16,2 0 11-16,1 2-23 16,0 1-12-16,0 0-5 0,0 1 0 15,0 0-1-15,0 0 5 16,0 0 2-16,0 0-4 16,0 4 0-16,4 4 5 15,-2 3 6-15,1 4 4 16,2 4-2-16,-1 1-3 15,-1 1-7-15,2 2-4 0,0-2 0 16,-1-1-1-16,-1-3-1 16,0-2 0-16,0-2 0 15,-1-3 0-15,0-2 0 16,-1-1 0-16,0-5-45 0,-1-2-128 16</inkml:trace>
  <inkml:trace contextRef="#ctx0" brushRef="#br0" timeOffset="78084.39">23486 9790 361 0,'0'0'4'0,"-28"0"3"0,17 0-5 16,1 2 0-16,3-1-3 0,2 1 2 15,1-1 0-15,2 0 8 16,2-1 18-16,0 1-1 16,0-1-8-16,10 0-8 15,2 0 1-15,5 0 4 16,4 0-9-16,2 0-4 16,0-2-2-16,0 0 0 15,0 0-6-15,1 0-15 0,-4 0-16 16,-2 0-17-16,0-2-28 15,-2-1-1-15,-4-2-97 16</inkml:trace>
  <inkml:trace contextRef="#ctx0" brushRef="#br0" timeOffset="78458.05">23793 9696 138 0,'0'0'248'0,"0"0"-238"0,0 0 1 16,0 0-10-16,0 32-2 15,-2-16 1-15,-4 2-1 16,2 0 2-16,-4 1 1 16,1-1 1-16,1 0 0 0,0-1 1 15,1-3 0-15,1-1-2 16,2-4 0-16,2-3 0 15,0-2 0-15,4-2 8 16,8-2 3-16,2 1 3 16,6-2-9-16,3-4-3 0,1 0-2 15,3-1 0-15,0 2 0 16,0 0 1-16,-1-1-2 16,0 4 0-16,-2-1 0 15,-7 2-2-15,-1 0-1 16,-6 0-19-16,-3 0-21 0,-5 0-45 15,-2 0-9-15,-5-3-71 16</inkml:trace>
  <inkml:trace contextRef="#ctx0" brushRef="#br0" timeOffset="78664.03">23909 9795 411 0,'0'0'10'16,"0"0"37"-16,0 0-46 0,0 0-2 16,3 30 3-16,0-9 4 15,-3 1 3-15,1 4 1 16,-1 1-8-16,0 2 0 16,-1 0-2-16,-4 1 1 15,1-2-4-15,0-4-60 16,2-7-105-16</inkml:trace>
  <inkml:trace contextRef="#ctx0" brushRef="#br0" timeOffset="79730.06">20899 10568 209 0,'0'0'-1'15,"0"1"-1"-15,2 1-11 0,2 3 5 16,2-1-27-16,-3 1-55 16</inkml:trace>
  <inkml:trace contextRef="#ctx0" brushRef="#br0" timeOffset="79945.2">20804 10895 320 0,'0'0'11'0,"0"0"5"16,0 0 15-16,0 0-26 15,0 0-5-15,0 0 0 16,-3 30 0-16,11-22-2 15,2 4-34-15,-3 0-17 16,-1 1-28-16</inkml:trace>
  <inkml:trace contextRef="#ctx0" brushRef="#br0" timeOffset="80171.75">20819 11472 592 0,'0'0'-12'0,"0"0"12"16,0 0-40-16,0 0-91 15,0 0-1-15,-10 35-70 16</inkml:trace>
  <inkml:trace contextRef="#ctx0" brushRef="#br0" timeOffset="80357.63">20778 11883 624 0,'0'0'-17'0,"0"0"13"0,0 0-142 16,0 0-123-1</inkml:trace>
  <inkml:trace contextRef="#ctx0" brushRef="#br0" timeOffset="80684.7">22225 10334 547 0,'0'0'-4'0,"0"0"11"16,0 0-5-16,0 0-6 15,0 0-2-15,0 0-21 16,0 0-37-16,-1 44-26 0,1-24-12 15,0 0-51-15</inkml:trace>
  <inkml:trace contextRef="#ctx0" brushRef="#br0" timeOffset="80922.36">22026 11110 490 0,'0'0'3'16,"0"0"-1"-16,0 0-8 16,0 0-39-16,0 0-38 15,7 32-33-15,-2-23-80 16</inkml:trace>
  <inkml:trace contextRef="#ctx0" brushRef="#br0" timeOffset="81110.21">21987 11612 558 0,'0'0'-3'16,"0"0"-2"-16,-3 31-23 16,11-19-76-16,2-2-72 15</inkml:trace>
  <inkml:trace contextRef="#ctx0" brushRef="#br0" timeOffset="81266.77">21951 11900 514 0,'0'0'-25'16,"0"0"6"-16,0 0-246 16</inkml:trace>
  <inkml:trace contextRef="#ctx0" brushRef="#br0" timeOffset="81547.92">23740 10548 551 0,'0'0'4'16,"0"0"-1"-16,0 0-6 16,0 0-6-16,0 0-17 15,-11 33-29-15,3-11-26 16,1-1-19-16,-2-1-9 0</inkml:trace>
  <inkml:trace contextRef="#ctx0" brushRef="#br0" timeOffset="81754.03">23562 11230 624 0,'0'0'-3'0,"0"0"-1"16,0 0-21-16,3 32-41 15,4-16-35-15,-2 1-92 16</inkml:trace>
  <inkml:trace contextRef="#ctx0" brushRef="#br0" timeOffset="81944.28">23541 11734 453 0,'0'0'4'15,"0"0"-1"-15,0 0 1 16,0 0-2-16,0 0-1 15,14 33-22-15,-12-31-66 16,-2-2-61-16</inkml:trace>
  <inkml:trace contextRef="#ctx0" brushRef="#br0" timeOffset="95961.11">17200 11231 2 0,'-4'1'0'16,"-3"-1"-2"-16,0 2 3 15,0-2 15-15,0 1 8 0,0-1 10 16,1 0 2-16,-1 0-13 16,2 0-22-16,0 0 19 15,1 0-2-15,0 0-21 16,0 0 46-16,1 0-40 16,-1 0-1-16,2 0-2 15,1 0 0-15,-1 0-1 0,1 0-2 16,-1 0-6-16,1 0 0 15,1 0 2-15,-2 0 4 16,1 0 2-16,0 0 1 16,1 0 0-16,0 0 3 15,-2 0 11-15,1 0 15 0,1 0 7 16,-3 0-12-16,2 0-2 16,0 0-5-16,1 0 4 15,0 0-8-15,0 0-14 16,5 0-3-16,3 0 12 15,7 0 7-15,5 0 3 0,4 1-4 16,5-1-4-16,3 0-2 16,2-1 7-16,0 0-7 15,-3-1 0-15,-3 0-3 16,-2 2-3-16,-4-2-1 0,-4 2 1 16,-4-1-2-16,-2 1 2 15,-5 0-1-15,-3 0-1 16,0 0 0-16,-4 0-1 15,0 0-21-15,-3 0-14 16,-4 0 15-16,-4 0-56 16,-3 1-18-16</inkml:trace>
  <inkml:trace contextRef="#ctx0" brushRef="#br0" timeOffset="96355.51">17261 11130 276 0,'0'0'10'0,"0"0"-6"0,0 0-8 0,0 0 4 16,-1 31-2-16,3-16 8 16,3 4 7-16,-1 3 16 15,-1 3-19-15,2 3-5 16,-3 0-2-16,2-3-1 0,0 1 0 15,-1-5-1-15,1-4-1 16,0-5-44-16,-1-7-57 16</inkml:trace>
  <inkml:trace contextRef="#ctx0" brushRef="#br0" timeOffset="97590.29">15686 11320 189 0,'-5'-1'10'0,"2"-3"14"15,-2-1-4-15,4-2-5 16,1 2-5-16,0-1-2 0,0-1 1 16,0 0 8-16,1 0-1 15,4-2-3-15,2 2-4 16,2-1 1-16,3-2-4 16,6 1 2-16,1 1 3 0,3-1 3 15,0 4-3-15,3 1-2 16,-3 4-5-16,-2 0-2 15,0 2 0-15,-2 7-1 16,-1 2 0-16,-3 4 0 16,-3 1-2-16,-2 1 1 15,-3 2 2-15,-6 1 0 0,0-1 2 16,-3-1-2-16,-7-1 2 16,-3-1-3-16,-3-1 2 15,-2-1 3-15,0-2-2 16,1-2-2-16,-2 0-1 15,3-4 0-15,3-1 1 0,3-1-2 16,1-3-2-16,7-1-53 16,2-5-69-16</inkml:trace>
  <inkml:trace contextRef="#ctx0" brushRef="#br0" timeOffset="98262.25">17717 10965 448 0,'4'29'-5'0,"0"6"5"0,4 9 0 0,-2 14 1 16,2 10 4-16,-2 3 2 16,-2 5 2-16,-1 3-3 15,0-1-2-15,-1-4 1 16,0-8-3-16,0-8 0 15,2-10-1-15,-2-8-1 0,-2-11 0 16,0-7 2-16,0-5-1 16,-5-8-2-16,-4-7-39 15,-2-2-62-15,-2-10-14 16</inkml:trace>
  <inkml:trace contextRef="#ctx0" brushRef="#br0" timeOffset="98821.4">17677 11232 249 0,'0'0'0'0,"-5"-33"21"16,5 16 3-16,0-1 5 15,5 2 0-15,4-1 0 0,4 1 11 16,1 1-15-16,2 2-9 16,1 3-7-16,0 5-5 15,-1 3-2-15,-3 2-2 16,0 5 0-16,-5 7-3 16,-3 4-1-16,-3 1 3 15,-2 4-1-15,-1-1 5 0,-8 1-2 16,-2 1 0-16,-3-2 2 15,0-2-2-15,0 0 0 16,3-5-2-16,2-4 2 16,5-3-2-16,4-2 1 15,0-3-3-15,10-1 0 0,4 0 5 16,6-1 0-16,5-3-2 16,1 1 2-16,0 3-2 15,-1 0-1-15,-3 4 1 16,-3 6-1-16,-5 4-1 15,-4 2 0-15,-3 0-1 0,-7 2 1 16,0-2-1-16,-2 0-1 16,-11-1 4-16,0 0 4 15,-6-3 0-15,-1-1 0 16,-2-4 1-16,1 2 1 16,-2-3-2-16,1-1-1 0,3-2-2 15,5-1 0-15,0 0-1 16,6-2 0-16,4 1-12 15,4-1-58-15,1 0-54 16,8-5-72-16</inkml:trace>
  <inkml:trace contextRef="#ctx0" brushRef="#br0" timeOffset="99147.93">18009 11418 432 0,'0'0'14'0,"0"0"-22"16,6 35 7-16,-6-16 2 16,0 5-1-16,-4 1-2 15,-4 3 1-15,-4 2 2 16,-1 0 0-16,0-4 1 0,4-3 1 16,2-1-2-16,2-6 0 15,5-6-1-15,0 0 1 16,5-5-1-16,7-2 1 15,6-3 3-15,4 1 3 16,3-1 4-16,3-2 1 0,1-3-7 16,1-2-3-16,-2 2-1 15,-4 2-1-15,-2-2 1 16,-4 3-4-16,-4 0-40 16,-7 1-37-16,-6-2-11 15,-1-1-21-15</inkml:trace>
  <inkml:trace contextRef="#ctx0" brushRef="#br0" timeOffset="99340.19">18069 11645 275 0,'0'0'185'0,"0"0"-176"16,-3 36-11-16,3-16 3 15,7 5 1-15,-2 1-2 16,0 1 1-16,-2 1 1 15,-1 2-1-15,-2-2 0 16,0 0-5-16,0-5-59 0,-3-6-62 16,-2-8-87-16</inkml:trace>
  <inkml:trace contextRef="#ctx0" brushRef="#br0" timeOffset="99677.88">18325 11003 427 0,'0'0'5'0,"0"0"-7"0,39 39 3 16,-18-15 0-16,4 3 3 16,-1 2-2-16,0 2-1 15,-3 0-1-15,-1-1 0 16,0 0 0-16,-2-3 2 16,-1-3-2-16,0-4-2 0,-3-6-43 15,0-6-52-15,-3-6-8 16</inkml:trace>
  <inkml:trace contextRef="#ctx0" brushRef="#br0" timeOffset="99927.62">18502 11066 409 0,'0'0'6'0,"0"0"14"16,0 0-23-16,-32 34 2 16,21-11 1-16,0 4 1 15,-2 1 0-15,-1 2 0 16,1 2 0-16,1 2 0 0,-1-1 0 16,5-3-1-16,-1-1-3 15,4-8-90-15,2-7-12 16</inkml:trace>
  <inkml:trace contextRef="#ctx0" brushRef="#br0" timeOffset="100137.94">18668 11336 489 0,'0'0'-3'0,"7"30"2"0,-3-12 1 16,0 6 0-16,-2 0 0 16,-2 4 0-16,0-2 1 15,0 1-1-15,0-2 0 0,-2-1-5 16,-2-5-65-16,2-5-37 16,-2-9-44-16</inkml:trace>
  <inkml:trace contextRef="#ctx0" brushRef="#br0" timeOffset="100557.95">18620 10881 369 0,'0'0'2'0,"-4"-28"23"15,4 20-15-15,5 1-7 0,4 3-2 16,1 2-1-16,-1 2 1 16,2 0-3-16,-3 4 0 15,1 9-2-15,-3 1 2 16,-4 6-1-16,-2 2 2 15,0 3 0-15,-3 3 1 0,-6 2 0 16,-3-2-2-16,2-2 1 16,2-3 0-16,2-2 1 15,4-7 0-15,2-4 0 16,8-5-1-16,10-3 1 16,6-2 2-16,9 0-1 15,8-2 1-15,6-3-2 0,5-4 0 16,3 0-16-16,-1-3-82 15,-3-1-102-15</inkml:trace>
  <inkml:trace contextRef="#ctx0" brushRef="#br0" timeOffset="101105.51">16690 12577 15 0,'0'0'441'0,"0"0"-434"0,27 1-7 16,-3-3 0-16,6 0-1 0,5 0 1 16,0-1 2-16,2 0-2 15,-5 0 1-15,-4 0-1 16,-4 3 0-16,-3-3-1 15,-4-1-1-15,-2-2-27 16,-4-1-37-16,-4-3-29 0,-6-3-96 16</inkml:trace>
  <inkml:trace contextRef="#ctx0" brushRef="#br0" timeOffset="101290.41">16880 12397 490 0,'0'0'6'0,"0"0"6"16,-4 29-14-16,8-8 2 15,5 6 0-15,1 4 0 0,1 3 1 16,-3 2-1-16,1 4 0 16,-6 0 0-16,1 2-1 15,-2-4-47-15,-2-8-79 16,0-9-60-16</inkml:trace>
  <inkml:trace contextRef="#ctx0" brushRef="#br0" timeOffset="101622.17">17406 12440 378 0,'0'0'-2'0,"8"44"11"16,-5-12 6-16,0 7 26 16,1 6-26-16,-1 6-9 15,0-1-3-15,-2-1-1 16,1-1 1-16,-2-3-3 0,0-6 1 15,0-4-1-15,-5-6 0 16,3-4 0-16,-1-5-30 16,-2-7-76-16,1-10-25 15</inkml:trace>
  <inkml:trace contextRef="#ctx0" brushRef="#br0" timeOffset="102151.52">17374 12583 421 0,'0'0'-6'0,"-3"-36"11"15,3 18 9-15,3-1-1 16,5 0-3-16,5-1 2 0,2 0 4 15,2 2 5-15,2 2-9 16,-2 4-7-16,2 3-3 16,-1 3-2-16,0 6 0 15,-4 0 0-15,-2 5-2 0,-2 8-1 16,-5 2 0 0,-5 6-1-16,0 3-5 0,-2 0-18 15,-8 1-6-15,-3-1-3 16,-1-2-9-16,2-2 1 15,1-5 8-15,3-2 10 16,1-6 5-16,5-3 9 0,2-2 10 16,1-2-1-16,10 0 3 15,3 0 8-15,3-3-1 16,2 1-4-16,0 2-3 16,1 1 0-16,-4 1 1 15,-2 7-2-15,-2 1 0 16,-4 2 1-16,-3 1 0 0,-4 0 2 15,-1 0 5-15,-3 0 10 16,-7-3-4-16,-3 2-5 16,-4-4-3-16,0 1 0 15,-3-3-1-15,0 0-2 0,1-2 2 16,2-1-4-16,3-1 1 16,4-2-3-16,5 0-50 15,3 0-38-15</inkml:trace>
  <inkml:trace contextRef="#ctx0" brushRef="#br0" timeOffset="102699.52">17922 12643 398 0,'0'0'4'0,"0"0"0"0,0 0-3 0,-40 6 0 0,23-1 0 15,-3-1 3-15,2 2 15 0,-2-2 2 16,3 1-1-16,3 0-5 16,3-1-8-16,1 3-5 15,3 0 0-15,3 3-2 16,1 1-1-16,3 5 2 15,0 1-2-15,0 1 2 0,2 2-1 16,0 0 1-16,3-3-1 16,-2-3 0-16,-1-2 1 15,1-4-1-15,-1-3 0 16,1-3 0-16,1-2 2 16,2 0 1-16,2 0 0 0,1-4-1 15,6-2-1-15,-1 1-1 16,2 0 1-16,0 3-1 15,1 2-2-15,0 0 2 16,-3 5 0-16,0 8-1 16,-5 2-1-16,-4 2 1 0,-3 2-2 15,-2 0 3-15,-5 1 2 16,-7-2-1-16,-4-2 0 16,-5-2 0-16,-1-2 0 15,-3-1-1-15,-2-3 1 16,2-5-12-16,0-3-68 15,4-3-77-15</inkml:trace>
  <inkml:trace contextRef="#ctx0" brushRef="#br0" timeOffset="103276.8">17334 12132 231 0,'0'0'-14'0,"0"0"-15"15,0 0-64-15</inkml:trace>
  <inkml:trace contextRef="#ctx0" brushRef="#br0" timeOffset="104925.27">18127 12463 129 0,'0'0'235'0,"0"1"-206"0,0-1-2 16,1 5-28-16,8 4 2 15,1 4 0-15,2 2-2 16,6 3 4-16,2 3 4 15,2 3 1-15,0 0-2 16,3-1-4-16,0 0-1 0,-3-1-1 16,-1-4 0-16,-4-5 1 15,-1-2-1-15,-5-3 0 16,-3-4-1-16,-1 0-8 16,-4-1-26-16,-3-3-37 15,0 0-19-15,-3-2-78 0</inkml:trace>
  <inkml:trace contextRef="#ctx0" brushRef="#br0" timeOffset="105183.41">18343 12478 431 0,'0'0'4'15,"0"0"17"-15,0 0-5 16,0 0-3-16,0 0-9 0,0 0-6 16,0 0 2-16,-37 16 2 15,25 4 5-15,-1 4 3 16,-3 3-1-16,0 3-3 16,-3 1-3-16,2 4-2 15,-2 0-1-15,4-1 1 0,-1-2-19 16,5-6-49-16,3-6-57 15,3-9-28-15</inkml:trace>
  <inkml:trace contextRef="#ctx0" brushRef="#br0" timeOffset="105634.46">18509 12790 526 0,'0'0'5'15,"0"0"9"-15,0 0-5 16,0 0-2-16,27-29-6 16,-19 24 2-16,-1 2 0 0,0 0 1 15,-3 3-3-15,2 0-1 16,-1 0 0-16,0 3-1 15,-1 7-1-15,-1-1 1 16,-1 4-2-16,-2 2 1 16,0 0-7-16,0 1-15 0,-2 2 21 15,-4-1 4-15,-1-2-4 16,-1 1 1-16,2-1-1 16,-1-2 3-16,2 0 0 15,2-3 0-15,1-1 0 16,2-2 0-16,0-3 0 0,6-1 2 15,5-2 5-15,3-1 2 16,3 0-1-16,4 0-4 16,0-5-3-16,2-1 0 15,-2-2-1-15,0 2-18 16,-2-2-42-16,-5-3-60 0,-2-2-31 16</inkml:trace>
  <inkml:trace contextRef="#ctx0" brushRef="#br0" timeOffset="106007.91">18369 12339 546 0,'0'0'-12'16,"-1"-40"17"-16,6 25 4 0,5 8-6 16,0 4-3-16,0 3-1 15,0 0-1-15,-4 7 0 16,0 5 0-16,-6 2 1 0,0 3 1 16,0 4 0-16,-6 1-1 15,-2 0 0-15,2 1-3 16,-2-2-10-16,3-3-1 15,1-2-5-15,3-6-4 16,1-3 1-16,2-4 9 0,9-3 13 16,5 0 2-16,5 0 1 15,3-6-1-15,8-1-2 16,4-1-31-16,1-1-72 16,0-2 1-16</inkml:trace>
  <inkml:trace contextRef="#ctx0" brushRef="#br0" timeOffset="106321.16">19022 12592 526 0,'0'0'7'16,"32"-2"21"-16,-10-2-14 15,6 1 2-15,2 0-6 16,1 1-6-16,-2 2-1 16,-2-1-2-16,-3 1 0 0,-2 0-1 15,-4 0 0-15,-3 0-2 16,-3 0-8-16,-7-1-30 15,0-2-36-15,-5-4-72 16,-6-3-96-16</inkml:trace>
  <inkml:trace contextRef="#ctx0" brushRef="#br0" timeOffset="106524.03">19129 12486 437 0,'0'0'32'0,"0"0"24"16,0 0-39-16,0 0-13 15,0 0-1-15,-27 43-1 0,34-17 0 16,3 4 1-16,0 4 0 16,1 1-1-16,0 3-2 15,-1 0 0-15,1-5-14 16,-3-5-77-16,1-11-80 0,0-9-105 16</inkml:trace>
  <inkml:trace contextRef="#ctx0" brushRef="#br0" timeOffset="107055.42">19902 12350 513 0,'0'0'1'0,"0"0"11"15,0 0 3-15,-29-13-11 0,4 15-3 16,-7 9 1-16,-3 2 9 16,-2 4 6-16,0 1 2 15,4 4-4-15,3-2-7 16,9 1-5-16,5 1-3 15,5-3 2-15,7 1-3 0,4-4 1 16,4-1 0-16,10-3 0 16,5-4 0-16,4-3 0 15,1-1-4-15,-1-4-5 16,-2 0 1-16,-7 0 5 16,-4 0 4-16,-5-1 0 15,-5 1 0-15,0 0 3 16,-9 2 3-16,-2 8-4 0,-2 3 2 15,-4 5 0-15,3 2-2 16,0 4-1-16,2 0 0 16,5 1-1-16,2 0 0 15,4-2-1-15,1 0 1 0,8-3-1 16,6-5 1-16,9-2 0 16,9-6 1-16,5-6 2 15,9-1-3-15,8-10-2 16,1-9-42-16,2-12-53 0,-2-10-202 15</inkml:trace>
  <inkml:trace contextRef="#ctx0" brushRef="#br0" timeOffset="111010.11">24412 8388 95 0,'4'-4'7'0,"2"-2"14"15,-2 1 7-15,0 0-3 16,-1 2-1-16,-1-2 0 16,-1 2 3-16,1 0 1 15,-2 1-10-15,1 0 0 16,0 2 15-16,1 0-7 16,0 2-24-16,2 6-1 0,3 7 0 15,4 3 3-15,1 7 6 16,4 3 6-16,2 3-5 15,0 2-1-15,1 2-7 16,-1 1-2-16,-1-5-1 16,-3-2 1-16,-3-2 0 0,-2-5-3 15,-4-2-16-15,-4-6-37 16,-1-5-16-16,0-5-18 16,-1-4-92-16</inkml:trace>
  <inkml:trace contextRef="#ctx0" brushRef="#br0" timeOffset="111282.47">24614 8433 354 0,'0'0'6'16,"0"0"-1"-16,0 0-5 15,-33 30 2-15,18-8 9 16,1 3 7-16,-2 2-4 0,-1 0-5 16,0-1-4-16,0 3-3 15,0 1-1-15,2-2 1 16,0 2-2-16,5-4-18 16,1-3-88-16,4-8-17 15</inkml:trace>
  <inkml:trace contextRef="#ctx0" brushRef="#br0" timeOffset="111493.85">24716 8725 518 0,'0'0'7'16,"0"0"-12"-16,0 35 4 15,0-16 1-15,-1 3 0 16,-1 1 0-16,1 4-1 0,1-1 1 16,-2 0 0-16,1-1 0 15,-1-3-43-15,0-5-54 16,1-8-65-16</inkml:trace>
  <inkml:trace contextRef="#ctx0" brushRef="#br0" timeOffset="112020.21">24784 8296 400 0,'0'0'11'0,"-11"-33"-5"16,9 18 6-16,1 5 0 0,1 3-6 15,0 2-4-15,1 3-1 16,4 2 0-16,3 0-1 15,1 0-1-15,1 7 1 16,3 3 0-16,-1 3-1 16,0 5 1-16,-2 0 0 0,-1 4-1 15,-4 3 0-15,-5 3-1 16,0 3-1-16,-9 2-5 16,-6 0-3-16,-5-1 1 15,-2-2 5-15,2-5 0 16,-1-3 5-16,6-7 1 0,3-6 2 15,5-3-2-15,5-3 1 16,2-2 2-16,12-1 0 16,10 0 4-16,11 0-5 15,12 1-3-15,8-1 0 16,4 0-16-16,0 0-141 0</inkml:trace>
  <inkml:trace contextRef="#ctx0" brushRef="#br0" timeOffset="112541.33">24533 9168 394 0,'0'0'4'0,"0"0"29"16,0 0 0-16,0 0 2 16,0 0-11-16,0 0-23 15,0 0 1-15,0 0 8 0,-13 29-2 16,13-7-2-16,3 4-5 16,0 4 0-16,-3 3-2 15,0 0-14-15,0 1-67 16,-3-5-53-16</inkml:trace>
  <inkml:trace contextRef="#ctx0" brushRef="#br0" timeOffset="112903.48">24318 9804 487 0,'0'0'13'0,"0"0"18"15,0 0-29-15,0 0-1 16,0 0-2-16,9 44 1 16,-8-24 0-16,2 3 0 15,-1-3 0-15,1 1 1 16,-1-1-2-16,0-3-15 0,0-3-23 16,1-3-18-16,0-5-52 15,1-3-38-15</inkml:trace>
  <inkml:trace contextRef="#ctx0" brushRef="#br0" timeOffset="113317.97">24506 9856 490 0,'0'0'2'0,"0"0"7"0,0 0-3 15,0 0-2-15,-9 33 11 16,9-14 6-16,0 4-7 16,0 0 1-16,0 3-5 15,6-2-6-15,0 0 0 16,4-4-1-16,0 0 0 0,1-4 1 16,1-2 0-16,3-4 4 15,-1-2 3-15,1-5-9 16,0 0 0-16,1-3 0 15,-1 0 1-15,-3-4-1 16,-2-4 0-16,0 0-1 0,-3-2 1 16,-4 0-1-16,-1 1 1 15,-1 0 5-15,-1 1 5 16,-1 2-1-16,-7 1-6 16,-8 3-4-16,-3 2-1 15,-1 0 1-15,-1 3-11 0,1 5-30 16,5-4-51-16,3-3-94 15</inkml:trace>
  <inkml:trace contextRef="#ctx0" brushRef="#br0" timeOffset="113885.44">24329 10824 511 0,'0'0'-49'0,"0"0"-59"16,0 0-96-16</inkml:trace>
  <inkml:trace contextRef="#ctx0" brushRef="#br0" timeOffset="114103.3">24226 11295 435 0,'0'0'146'15,"0"0"-162"-15,-29 23 9 16,25-12-86-16,2-1-116 16</inkml:trace>
  <inkml:trace contextRef="#ctx0" brushRef="#br0" timeOffset="114263.2">24273 11602 638 0,'0'0'-10'16,"0"0"6"-16,0 0-83 0,0 0-51 16,0 0-123-16</inkml:trace>
  <inkml:trace contextRef="#ctx0" brushRef="#br0" timeOffset="115215.96">19431 8302 383 0,'0'0'47'16,"0"0"-28"-16,0 0-18 0,35 17-1 16,-19-9 0-16,2 4 0 15,0 1 0-15,-1 2 0 16,2 1 1-16,-1 5-1 16,-1 1 0-16,0 3-1 15,0 1 1-15,-3 0 0 16,1 0 1-16,-3-2-1 15,-2-2 0-15,-2-4-3 0,-4-3-73 16,-2-7-24-16,-1-4-18 16</inkml:trace>
  <inkml:trace contextRef="#ctx0" brushRef="#br0" timeOffset="115438.12">19716 8317 463 0,'0'0'11'16,"0"0"-1"-16,-27 12-12 15,17 3 1-15,-2 4 2 16,-1 4-1-16,-2 2 0 16,1 4 1-16,-1 2-1 15,0 0 0-15,0-1-1 0,-2 0-3 16,4-6-119-16,1-7-48 15</inkml:trace>
  <inkml:trace contextRef="#ctx0" brushRef="#br0" timeOffset="115774.28">19736 8594 484 0,'0'0'0'0,"0"0"22"16,34-37-15-16,-22 28 2 16,-2 2 9-16,-1 4-2 15,-1 3-10-15,-4 0-4 16,1 5-4-16,-4 7 1 16,-1 5 1-16,0 5 0 15,-1 3 0-15,-7 3 0 0,0 2-9 16,-1 1-9-16,2-2-6 15,0-3-8-15,3-3 1 16,1-5 16-16,3-5 13 16,0-5 2-16,4-2 1 0,3-5-1 15,5-1 2-15,1 0-1 16,3-5 0-16,2-3-2 16,1-4-51-16,0-2-47 15,-3-6-60-15</inkml:trace>
  <inkml:trace contextRef="#ctx0" brushRef="#br0" timeOffset="116153.19">19900 8155 392 0,'0'0'-11'0,"0"0"14"0,0 0-1 15,0 0-8-15,0 0 5 16,0 0 0-16,0 0 1 16,0 0-1-16,-4 43 1 15,10-26 0-15,0 3-1 16,-1-1 2-16,-2 0-1 0,-3-2-1 15,0 0 1-15,0 0 0 16,-6-2 0-16,-2-1 1 16,1-2-1-16,1 1 0 15,0-3 0-15,5-3 1 16,1-1-1-16,3-1-1 0,12-1 1 16,7-1 1-16,7-3-1 15,1 1-89-15</inkml:trace>
  <inkml:trace contextRef="#ctx0" brushRef="#br0" timeOffset="117742.38">19695 9025 464 0,'0'0'-12'0,"8"-36"24"15,-7 22-2-15,1 8 3 16,0 6-5-16,-1 0-8 16,-1 12 0-16,0 6 0 15,0 5 1-15,-5 3 0 16,-2 0 0-16,0 3-1 0,1-2 1 15,-1-2-1-15,2-1 0 16,1-4 0-16,2-3 0 16,1-3 1-16,1-4-1 15,0-2 0-15,2-3 0 16,7-3 0-16,4-2 1 0,5 0 1 16,5 0-1-16,3-5-1 15,4-1 2-15,-2-4-1 16,2 3-1-16,-4-1-1 15,-3-2 1-15,-4 3-8 16,-6 1-23-16,-5-1-44 0,-7 4-7 16,-1-1 4-16,-11 0-51 15</inkml:trace>
  <inkml:trace contextRef="#ctx0" brushRef="#br0" timeOffset="117887.01">19860 9159 42 0,'0'0'52'0,"0"0"20"15,-38-14-30-15,32 10 2 16,0-1-1-16,2 4 8 0,3 0 13 15,1 1-18-15,0 1-37 16,0 8-10-16,6 6 5 16,2 7 3-16,-1 8 4 15,1 9-5-15,-4 6-3 16,-1 6-2-16,-3 4-1 0,0-1-1 16,-7-6-211-16</inkml:trace>
  <inkml:trace contextRef="#ctx0" brushRef="#br0" timeOffset="118542.27">19748 9836 198 0,'0'0'6'0,"3"-31"21"0,-3 18-2 0,1-1-1 16,0 3 13-16,0-2 9 16,1 5-5-16,-1 1-4 15,0 7-4-15,1 0-10 16,-1 12-17-16,-1 9-3 0,0 12 0 16,0 10-2-16,1 7 0 15,-1 4-1-15,0-1-5 16,0-10-248-16</inkml:trace>
  <inkml:trace contextRef="#ctx0" brushRef="#br0" timeOffset="119340.31">19583 10690 407 0,'0'0'1'15,"0"0"1"-15,31-1-2 0,-18 2-1 16,-2 9-6-16,-1 0-112 16,-2-1-73-16</inkml:trace>
  <inkml:trace contextRef="#ctx0" brushRef="#br0" timeOffset="119534.59">19644 11074 470 0,'0'0'7'16,"0"0"1"-16,0 0-9 16,0 0-1-16,0 0-25 15,20 36-153-15,-17-26-89 0</inkml:trace>
  <inkml:trace contextRef="#ctx0" brushRef="#br0" timeOffset="119716.64">19640 11506 332 0,'0'0'163'16,"0"0"-159"-16,12 31-8 15,-2-17 4-15,0-1-66 16,-2-5-189-16</inkml:trace>
  <inkml:trace contextRef="#ctx0" brushRef="#br0" timeOffset="121352.21">19440 7950 326 0,'0'0'-3'0,"0"0"6"16,0 0 1-16,-36-13 1 16,20 13-3-16,-4 0-1 15,-4 2-1-15,-1 6 1 0,-2-1-1 16,0 1 1-16,2 0-1 16,-2 0 0-16,4 0 0 15,2 0 0-15,2-1 0 16,5 2 1-16,4-1-2 15,1 2 1-15,5 3-1 0,4 3-1 16,0 7 1-16,4 6 3 16,6 8 0-16,3 7 3 15,5 5 0-15,-2 9 6 16,3 7-1-16,0 5-5 16,-1 9-3-16,-6 13 0 0,-3 7-1 15,-3 5 0-15,-3 2-3 16,-2 1 2-16,-1-1 0 15,3-7 1-15,3-5-2 16,-1-4 1-16,2-1 1 16,1-2 0-16,1-3 34 15,1 4-18-15,-1-1-4 0,1-2 8 16,1 1-2-16,-3-1-14 16,2-3-2-16,-2-3-2 15,-2 1 1-15,1-4 0 16,-1-2 1-16,-1-1 1 0,2 2 1 15,-2-4 3-15,0-2 5 16,-1 0 1-16,0 2-9 16,-1-4-2-16,-2-2 1 15,-1-4-2-15,0-1-1 16,0-3 1-16,0-4-2 0,0-3 1 16,-1-1-1-16,0-1 1 15,-4-3-1-15,0 1 2 16,-1-1-2-16,0 0 0 15,-3-4 1-15,-1 0 0 16,0-2-1-16,1-3 0 0,1-3 0 16,4-4 0-16,-1-2 1 15,3 1 0-15,2-5 1 16,0-2 1-16,5-2 6 16,5 0 9-16,2-3-3 15,5 0-7-15,6-4-3 16,6 0 3-16,11-2 4 0,15-3 0 15,17-6-2-15,19 0-5 16,20-3-3-16,21-8-2 16,16-4-4-16,8-9-79 15,5-11-175-15</inkml:trace>
  <inkml:trace contextRef="#ctx0" brushRef="#br0" timeOffset="122775.1">24651 7604 385 0,'32'-2'14'0,"5"-8"-13"15,7 3 3-15,6 1 9 16,5-1 5-16,0 2-5 16,0 2-7-16,-3 1-2 0,-5-1 0 15,-3 1-2-15,-9 2 0 16,-4 0 0-16,-6 0-2 16,-5 1 1-16,-6 3-1 15,-3 3 0-15,-2 1-2 16,-6 2 2-16,0 2 0 15,-2 2 1-15,0 5 0 0,-1 3 1 16,0 5-1-16,0 6 1 16,0 7 0-16,2 4 0 15,0 8 1-15,2 2-2 16,1 1 0-16,-1 3 0 0,4 1 0 16,0 1 0-16,-1 4 1 15,3 7-1-15,1 8 1 16,2 2 0-16,0 2 3 15,3 3 33-15,-3 2-20 16,-4 1-13-16,-9 3-2 0,0 0-3 16,0 2 0-16,0-1 0 15,0 2 3-15,0 1-2 16,0 2 1-16,0 1 0 16,0 2 4-16,0 0 26 15,0 1-12-15,0 0-13 0,0-3 0 16,0 0-2-16,0-3-3 15,0-2 0-15,0-1-2 16,0-2 1-16,0-3 0 16,0-1-1-16,0-2 1 15,0-2-1-15,0 0 1 0,0-4 0 16,0-3 1-16,0 5 2 16,0-3 5-16,0-2-5 15,0-6-2-15,0-5-2 16,0-4 1-16,0-6-1 15,0-2 1-15,0-2-1 16,0-2 0-16,0-1 1 0,0-3-2 16,0-4 1-16,0-4 1 15,0-6-1-15,0-5 1 16,0-5-1-16,0-4 0 16,0-3 0-16,0-4 0 15,0 1 0-15,0-3 2 0,0 0 6 16,0 2 14-16,0 2-12 15,0 1-3-15,-12 2 4 16,-76 3-3-16,-23 1 2 16,-18 3-10-16,-15 2 0 0,-10 3-2 15,-1 1-5-15,12-1-50 16,19-4-48-16,21-10-77 16</inkml:trace>
</inkml:ink>
</file>

<file path=ppt/ink/ink1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11T11:44:49.575"/>
    </inkml:context>
    <inkml:brush xml:id="br0">
      <inkml:brushProperty name="width" value="0.05292" units="cm"/>
      <inkml:brushProperty name="height" value="0.05292" units="cm"/>
      <inkml:brushProperty name="color" value="#FF0000"/>
    </inkml:brush>
  </inkml:definitions>
  <inkml:trace contextRef="#ctx0" brushRef="#br0">18951 8337 10 0,'-1'-2'25'16,"-2"-2"9"-16,0 0 19 16,0 1-18-16,2-2-2 15,-2 1 15-15,0-2-20 16,1 2 8-16,0-2-3 0,2 3-5 15,-3 0 5-15,1 0-13 16,1 2-2-16,1 0-13 16,0 1-5-16,0 0-6 15,0 4 4-15,3 5 2 0,2 3 0 16,3 4 0-16,-1 2-1 16,4 3 1-16,-1 5 0 15,2 1 0-15,0 3 0 16,-2-2 0-16,0-1 1 15,-3-1-3-15,0-3-20 0,-1-7-65 16,-3-5 5-16,-1-7-72 16</inkml:trace>
  <inkml:trace contextRef="#ctx0" brushRef="#br0" timeOffset="298.08">19166 8365 378 0,'0'0'12'15,"0"0"22"-15,0 0-31 0,0 0-9 16,0 0 6-16,-12 32 2 16,2-7 0-16,-1 7 2 15,-2 6-3-15,-1 5 1 16,-4 5 0-16,2 3-2 15,1 0 1-15,2-3 0 0,-1-2 0 16,4-7 0-16,2-6-1 16,2-7 0-16,0-6 1 15,2-5-1-15,1-4 2 16,2-4-2-16,1-4-4 0,0-3-89 16,0 0-26-16</inkml:trace>
  <inkml:trace contextRef="#ctx0" brushRef="#br0" timeOffset="596.09">19352 8659 434 0,'0'0'14'15,"0"0"1"-15,0 0-13 16,0 0-1-16,33-25 0 0,-20 24-1 16,-1 0 1-16,4 1-2 15,-2 0 1-15,0 0 0 16,0 0-3-16,-1 4-44 15,-4-1-69-15,-3-1-25 16</inkml:trace>
  <inkml:trace contextRef="#ctx0" brushRef="#br0" timeOffset="744.53">19334 8838 336 0,'0'0'6'0,"33"2"-6"16,-8-2 0-16,5 0-1 16,1 0-42-16,1-1-29 15,-3-7-63-15</inkml:trace>
  <inkml:trace contextRef="#ctx0" brushRef="#br0" timeOffset="1174.69">20020 8378 499 0,'0'0'-14'16,"0"0"20"-16,2 38-7 15,1-7 1-15,0 8 1 16,1 7 0-16,-2 5-1 15,0 5 1-15,-2 2 1 0,1 0-2 16,0-2 0-16,1-2 0 16,-2-4 0-16,2-7 0 15,-1-7-2-15,-1-6-2 16,0-9-56-16,0-7-23 16,0-8-12-16,-3-6-79 0</inkml:trace>
  <inkml:trace contextRef="#ctx0" brushRef="#br0" timeOffset="1748.1">20025 8507 307 0,'0'0'18'16,"5"-33"-1"-16,-1 18 30 15,2 2-6-15,1 0-23 16,0 3-9-16,4 2 6 0,-4 1-7 16,3 3-2-16,0 2-5 15,1 2 0-15,-1 0-1 16,0 6 0-16,-2 4 0 15,-1 3-2-15,-5 2 2 16,-2 1 0-16,0 2-1 16,-1 0 0-16,-6-1-5 0,-2 0-6 15,2-4-5-15,0-2 0 16,0-2 2-16,4-3 0 16,1-2 2-16,2 0 6 15,0-2 2-15,4-2 4 16,5 2 2-16,2-2 0 0,1 2-1 15,2 1 0-15,0-1 2 16,-3 4-1-16,0 0 0 16,-3 1 0-16,-3 3 1 15,-2 1 0-15,-3 0 1 16,-2 2 0-16,-6 0 1 0,-4-1 0 16,-3 0 2-16,0-1-1 15,-3-3-1-15,0 1-1 16,3-3-1-16,1-1 1 15,3-2-3-15,6-1 0 0,0 0 0 16,5-2-1-16,4 0-1 16,7-2-34-16,6-5-56 15,6-3-12-15</inkml:trace>
  <inkml:trace contextRef="#ctx0" brushRef="#br0" timeOffset="2085.44">20355 8688 166 0,'0'0'137'0,"0"0"-94"0,0 0-23 0,-11 34 8 15,5-21-8-15,3 3-1 0,2 1 2 16,1-1-6-16,0 1-2 16,3-1-7-16,6-2-3 15,2-1-2-15,1-3-1 16,4-4 1-16,-2-2-1 15,1-3 2-15,1-1-2 16,-1-1 1-16,-2-8 0 0,-3-5 1 16,-4-3 0-16,-3-1 0 15,-3-5-2-15,-6 1-2 16,-6 3 2-16,-3 2-1 16,-2 5-1-16,-2 2-3 15,1 6-20-15,1 2-12 0,2 2-27 16,6 0-10-16,4 0-20 15</inkml:trace>
  <inkml:trace contextRef="#ctx0" brushRef="#br0" timeOffset="2351.82">20617 8639 448 0,'0'0'15'0,"0"0"4"0,32-6-15 0,-8 3-3 0,1-1 0 15,4 2 0-15,-2-1-1 16,-3 0 0-16,-1 1 0 15,-3-1 0-15,-2 1 0 16,-4 0-16-16,-4-4-75 16,-4-2-40-16</inkml:trace>
  <inkml:trace contextRef="#ctx0" brushRef="#br0" timeOffset="2531.32">20747 8552 380 0,'0'0'12'16,"0"0"-2"-16,-5 39 0 16,5-17-3-16,5 2-5 15,-1 3 0-15,-1 4-1 16,0 1-2-16,-3-2-2 0,0-4-116 16,0-5-179-16</inkml:trace>
  <inkml:trace contextRef="#ctx0" brushRef="#br0" timeOffset="3056.84">21349 8332 434 0,'0'0'4'0,"0"0"7"0,0 0-11 15,-2 41 0-15,6-11 2 16,2 7 2-16,2 6 1 16,-2 4-1-16,1 4-2 15,0 0-1-15,0-2-1 0,0-3 0 16,1-6 0-16,-4-7-1 16,-1-7 1-16,-3-6-4 15,0-7-38-15,-1-7-66 16,-5-6-4-16</inkml:trace>
  <inkml:trace contextRef="#ctx0" brushRef="#br0" timeOffset="3620.04">21377 8435 268 0,'0'0'4'0,"4"-32"34"0,3 17 5 15,4 2 0-15,3 2-14 16,3 1-9-16,-1 3-3 16,2 2-8-16,1 3-5 15,-1 2-3-15,-3 0-1 16,0 5 0-16,-3 3 0 0,-4 3 0 15,-4 3-1-15,-4 0 0 16,0 2-1-16,-4 1-1 16,-6-2-12-16,-3 1-8 15,0-3 6-15,0-2 4 16,4-4 2-16,1-2 4 16,5-2 5-16,3-1 1 0,0-2-4 15,8 0 4-15,7 0 1 16,3 0 1-16,6 0-1 15,-1 3 1-15,1 1 0 16,-2 2-1-16,-3-1 0 16,-4 3 0-16,-4 1 0 0,-4-1-1 15,-6 3 1-15,-1-1 1 16,-2-1 0-16,-9 2 0 16,-5-2 2-16,-4-1 0 15,-1 0 1-15,-3-2-3 16,2 0 0-16,2-3 0 0,3 0-1 15,5-1 1-15,4 0-2 16,7-2 1-16,1 0-5 16,9 0-79-16,8-2 21 15,5-6-111-15</inkml:trace>
  <inkml:trace contextRef="#ctx0" brushRef="#br0" timeOffset="3778.32">21754 8601 375 0,'0'0'31'0,"0"0"-30"0,1 36 0 0,-1-16 0 16,0 3 0-16,0 4-1 15,0 1 1-15,-3-2-1 16,-1 0-3-16,2-6-89 16,0-6-10-16</inkml:trace>
  <inkml:trace contextRef="#ctx0" brushRef="#br0" timeOffset="4118.89">21964 8360 403 0,'0'0'-5'0,"0"0"19"16,0 0-8-16,42 8-4 16,-25 6 4-16,1 3 1 15,2 5 1-15,0 0-2 0,-1 3-1 16,1-1-4-16,-2 1 0 15,-2-2-1-15,0-2 1 16,-5-3-1-16,0-4-4 16,-1-4-69-16,-3-7-11 15,-1-3-31-15</inkml:trace>
  <inkml:trace contextRef="#ctx0" brushRef="#br0" timeOffset="4388.82">22167 8403 332 0,'0'0'6'0,"0"0"35"16,0 0-19-1,0 0-16-15,0 0-5 0,0 0 0 16,-34 9 1-16,24 7 3 15,-2 2-1-15,-1 5-1 16,-4 1-2-16,-2 3-1 16,1 2 0-16,0-2-1 15,-2-2-2-15,3-2-9 0,4-6-118 16,5-4-23-16</inkml:trace>
  <inkml:trace contextRef="#ctx0" brushRef="#br0" timeOffset="4706.08">22413 8612 285 0,'0'0'8'0,"0"0"1"15,0 0-5-15,0 0-4 16,0 0 18-16,5 38 24 16,-5-15-2-16,-5 6-21 15,1 4-11-15,-2 5-6 16,2-1-3-16,4-8-10 0,0-13-259 15</inkml:trace>
  <inkml:trace contextRef="#ctx0" brushRef="#br0" timeOffset="5804.7">18999 7955 75 0,'0'0'10'0,"0"0"11"15,0 0 14-15,0 0-4 16,0 0-8-16,0 0 3 16,0 0 0-16,0 0-2 0,0 0-1 15,0 0-7-15,-24-23-8 16,23 23-7-16,0 7-1 16,0 3 0-16,-3 3 1 15,1 3-1-15,-2 3 1 16,0 1-1-16,0 2 0 15,-1-1 1-15,-1-1-1 0,2-2 0 16,0-1 0-16,0-5 0 16,3-1 0-16,-2-5 1 15,1-2-1-15,3-4 1 16,0 0 2-16,0-3 66 16,0-8-61-16,3-4-5 0,4-3-3 15,1-3 0-15,2-1 0 16,-1 0 0-16,-2 2 0 15,0 2 0-15,-3 5 0 16,1 5 0-16,-3 3 2 16,-1 4 19-16,0 1-12 0,0 4-11 15,3 9 3-15,2 2-1 16,3 3 1-16,7 2-1 16,5 3 0-16,5-1 0 15,6 0 0-15,5-6-5 16,3-9-152-16</inkml:trace>
  <inkml:trace contextRef="#ctx0" brushRef="#br0" timeOffset="6885.81">20141 8108 119 0,'0'0'104'0,"0"0"-102"16,0 0-2-16,-32 9 1 15,24-4-2-15,0 3 2 0,1 1 1 16,-2 0 6-16,0 2 1 15,-1 0-1-15,1 2-5 16,0-1 0-16,-1-1 0 16,1 0-1-16,1 0-2 15,0-3 1-15,1-1 0 16,1-1 0-16,2-1-1 0,1-3 1 16,0 1-1-16,3-1 0 15,-2-2 1-15,2 0-1 16,0 0 3-16,0-3 7 15,6-5-4-15,3-3-4 16,1-3-2-16,2-3 0 0,1 1 1 16,-2-1-1-16,-1 4 0 15,-2 0 0-15,-2 4 0 16,-4 1 0-16,0 6 4 16,-1 1 26-16,-1 1-3 15,1 3-25-15,-1 7 3 0,5 3 7 16,-1 2 2-16,4 3-7 15,3 1-3-15,3-1-4 16,5 0 0-16,0-5 0 16,3-5-11-16,1-8-159 15</inkml:trace>
  <inkml:trace contextRef="#ctx0" brushRef="#br0" timeOffset="9716.36">21454 8099 146 0,'-8'2'3'0,"1"-1"13"16,-2 3-8-16,0 1-2 15,1 1 4-15,2 1 1 16,-3 1 0-16,2 0-1 0,3 0-2 15,-2-1-5-15,2 0 0 16,0-1-2-16,2-1 1 16,0-2 0-16,1-1-1 15,1 0 0-15,0-2 1 16,0 0 1-16,0 0 11 0,0 0 34 16,0-2-19-16,5-3-26 15,2-4-2-15,1 0-1 16,2-4 0-16,0 0 0 15,-1-1 0-15,-1 1 0 16,-1 2 2-16,-2 1-2 0,-3 1 1 16,0 3 14-16,-2 3 26 15,0 0-10-15,0 2-6 16,0 1-16-16,0 0-9 16,2 6 1-16,0 3 1 15,4 2-1-15,0 2 0 16,4 3-1-16,3 0 0 0,3 2-1 15,2-3 0-15,1-6-93 16,2-9-178-16</inkml:trace>
  <inkml:trace contextRef="#ctx0" brushRef="#br0" timeOffset="11713.69">15562 8029 192 0,'0'0'1'0,"0"0"2"15,0 0-1-15,0 0 2 16,0 0 3-16,0 0 7 0,0 0 6 16,0 0-2-16,0 0-4 15,0 0-1-15,-14-23-7 16,13 23-3-16,-2 1-3 16,-1 5 0-16,2 1 1 15,-1 1 2-15,3 3-1 16,-1 4 4-16,1 2 2 0,0 4-1 15,0 6 4-15,0 3 14 16,1 6-16-16,2 3-4 16,-1 8-2-16,0 5-2 15,1 6 1-15,-1 5-2 16,-1 6 1-16,-1 3-1 0,0 4 1 16,0-4-2-16,0 1 1 15,0 0 1-15,0-2 0 16,0-3 2-16,-1-1 13 15,-1-2 39-15,-2-1-41 16,2-5-12-16,0-6-1 0,2-3 0 16,-2-6-1-16,2-5 0 15,0-5 1-15,0-4-1 16,0-2 1-16,0-5 0 16,3-3-1-16,-1-4 2 15,0-1-2-15,1-5 0 16,-1-3 1-16,-1-1-1 0,0-2 0 15,1-1 1-15,-2 0-1 16,3-2 1-16,-2 1-1 16,1-1 0-16,-1 2 0 15,2-2 1-15,1 1-1 0,3 0 0 16,1-1 0-16,5 0 1 16,3-1-1-16,7 0 0 15,8 0 0-15,9-1 1 16,10-7 0-16,10 2 16 15,10-6 9-15,9 0 0 0,7-3-11 16,8-1 29-16,3 0-22 16,4-2 4-16,-2 1-6 15,3 1-7-15,-3 0-4 16,-5 3-1-16,-4 2-6 16,-8 1-1-16,-8 3 1 0,-8 1-2 15,-8 2 2-15,-12 1-2 16,-8 0-1-16,-13 0-3 15,-10-2-36-15,-12-9-89 16,-4-12-177-16</inkml:trace>
  <inkml:trace contextRef="#ctx0" brushRef="#br0" timeOffset="12312.24">14680 8601 237 0,'4'1'1'0,"1"3"-2"0,0-1 1 16,3 4 1-16,2 0 1 0,0 2 3 16,0 0 5-16,3 4 2 15,1 0-4-15,2 2-4 16,2 0-3-16,-3 1-1 16,2-1 1-16,-1-1-1 15,-1-4-3-15,-4-7-75 0</inkml:trace>
  <inkml:trace contextRef="#ctx0" brushRef="#br0" timeOffset="12589.13">14997 8571 241 0,'0'0'1'0,"0"0"0"0,-17 41 10 16,8-16 7-16,-1 5-7 15,0 6 23-15,-1 3-17 16,-1 5-11-16,-1-1-1 16,-1 3-3-16,3-5-3 15,1-4 1-15,3-6 0 0,2-6-1 16,3-5 0-16,1-7-1 15,1-9-6-15,0-4-89 16,3-13-139-16</inkml:trace>
  <inkml:trace contextRef="#ctx0" brushRef="#br0" timeOffset="13164.76">14643 8319 299 0,'0'0'3'0,"0"0"-3"15,0 0-3-15,-21 26 3 16,18-13 0-16,1-1 0 16,0-2 0-16,0-2 0 15,1-1 0-15,1-3 0 16,0 0 2-16,0-4-2 0,0 0 0 16,3-1 3-16,2-7 5 15,2-3-5-15,-2 0-2 16,3-3 0-16,-3 1 0 15,0 3-1-15,-2 2 0 16,1 4 1-16,-3 3 13 0,2 1 7 16,0 2-22-16,4 7 2 15,2 1 1-15,4 4 2 16,6 0-3-16,3 0 1 16,6-1-2-16,3-8 0 15,0-5-29-15</inkml:trace>
  <inkml:trace contextRef="#ctx0" brushRef="#br0" timeOffset="13999.14">16474 9889 279 0,'0'0'3'16,"0"0"20"-16,0 0 4 16,0 0-19-16,0 0-11 15,0 0 4-15,0 0 1 16,0 0 4-16,33 35 7 16,-16-17 5-16,3 1-9 0,4 3-4 15,-2 2-2-15,1 2-1 16,2-1-2-16,-3 3 1 15,-2-2-2-15,-4-2 1 16,-2-3 0-16,-4-5-2 16,0-4-8-16,-6-4-50 15,-1-6-2-15,-3-2-34 0</inkml:trace>
  <inkml:trace contextRef="#ctx0" brushRef="#br0" timeOffset="14291.2">16744 9908 253 0,'0'0'3'15,"0"0"9"-15,0 0-8 16,-34 35 4-16,19-16 15 16,-3 3-6-16,-1 1 4 0,-3 3-9 15,-1 1-6-15,-1 2-5 16,1 1 0-16,-1-2-2 16,4-1-3-16,2-7-15 15,3-6-93-15</inkml:trace>
  <inkml:trace contextRef="#ctx0" brushRef="#br0" timeOffset="16430.9">15421 9223 16 0,'0'0'5'0,"0"0"7"0,0 0 15 15,0 0-3-15,0 0-2 16,0-1-2-16,2-1-4 16,-1 1-3-16,2 1-2 15,-2-2 0-15,1 2 0 16,-1 0 0-16,1 0 1 0,-2 0 2 15,1-1-1-15,-1 1 1 16,3-1 0-16,1 0 1 16,2-2-1-16,2-3 0 15,4-1-3-15,6-2-1 16,0-6-2-16,6-1-1 0,3-4 1 16,6-8 5-16,4 0-1 15,8-6-5-15,3-3-1 16,4-3-4-16,4 2 1 15,1-3-3-15,2-2 0 16,1 2 2-16,1-4 2 16,2 0 2-16,1-2 1 0,2 2-1 15,-1 0 2-15,1 2-2 16,-1 1 0-16,-2 2-3 16,-6 2-1-16,-4 1-1 15,-2 4 0-15,-4 2 0 16,-7 3 0-16,-1-2 0 0,-3 5 0 15,-3 1-1-15,-4 2 1 16,-4 4-1-16,-4 3 1 16,-4 4-1-16,-5 4 0 15,-2 2-1-15,-2 3 1 0,-1 2-1 16,-4 0-6-16,-2 4-40 16,-1 3-39-16,0-1-9 15</inkml:trace>
  <inkml:trace contextRef="#ctx0" brushRef="#br0" timeOffset="19619.14">18993 9778 66 0,'-3'-6'3'15,"0"-2"11"-15,0-2 4 16,1 3 0-16,-1-2-1 0,1 0 5 16,0 1-5-16,1 0-1 15,0 0 2-15,0 2 0 16,-3-1 4-16,3 1 3 15,-1 1 0-15,1 2-3 16,1 1 3-16,0 2 4 0,0 0-19 16,0 1-11-16,8 6 1 15,2 2 0-15,4 4 0 16,6 1 2-16,3 3-2 16,4 0 3-16,3 4-2 15,1-1-1-15,-2 0 1 0,-2-1-1 16,-2-2 0-16,-5-1 0 15,-4-2 0-15,-5-4-1 16,-3 0-8-16,-3-2-26 16,-3 1-8-16,-2-3-12 15,0-4-17-15</inkml:trace>
  <inkml:trace contextRef="#ctx0" brushRef="#br0" timeOffset="19970.07">19337 9724 240 0,'0'0'2'0,"0"0"8"15,0 0 13-15,0 0 5 0,0 0-1 16,0 0-21-16,0 0-3 15,0 0 2-15,-24 33 1 16,11-5 8-16,2 6 9 16,-3 7-14-16,3 0-2 0,-2 4-3 15,2-1-3 1,1-1-1-16,0-5 0 0,0-3-1 16,4-5 2-16,1-6-1 15,1-6 0-15,1-3 0 16,3-6-2-16,0-4-17 15,0-5-106-15,0-9-110 0</inkml:trace>
  <inkml:trace contextRef="#ctx0" brushRef="#br0" timeOffset="20729.88">19066 9392 176 0,'0'0'4'0,"0"0"17"16,0 0 3-16,0 0-5 15,0 0-2-15,0 0-8 16,0 0-3-16,0 0-4 0,0 0 0 15,0 0 1-15,0 0-1 16,-29 15-1-16,27-6 1 16,-1 0-2-16,0 0 0 15,2-1 1-15,0 0-1 16,0-3 0-16,1-1 0 0,0 0 0 16,0-2 1-16,-1-2-1 15,1 0 1-15,0 0 7 16,0-2 74-16,0-6-74 15,0-2-5-15,0-2-1 0,2-4 0 16,3 0-1-16,-1-1-1 16,1 0 1-16,-1 3 0 15,-1 2 2-15,0 4 5 16,-2 3 3-16,1 2 0 16,-1 3-1-16,2 0-10 0,1 3 0 15,3 7 0-15,2 1 0 16,3 2 0-16,4 1 0 15,2 1-1-15,4 1-1 16,1-2-1-16,0-2-113 16,0-7-51-16</inkml:trace>
  <inkml:trace contextRef="#ctx0" brushRef="#br0" timeOffset="21121.93">19716 9887 350 0,'0'0'2'0,"0"0"6"15,0 0 6-15,0 0-6 16,38-14-6-16,-24 11 0 0,-1 1-2 15,0 2 0-15,1 0 1 16,-2 0-2-16,-1 0 0 16,-2 5-20-16,-3 1-55 15,-2-1-10-15</inkml:trace>
  <inkml:trace contextRef="#ctx0" brushRef="#br0" timeOffset="21277.22">19694 9997 228 0,'0'0'20'0,"0"0"0"16,0 0-7-16,0 0-10 16,0 0 6-16,0 0 21 0,34 21 7 15,-4-21-26-15,3 0-7 16,4 0-4-16,-1-5-45 16,-2-3-72-16</inkml:trace>
  <inkml:trace contextRef="#ctx0" brushRef="#br0" timeOffset="21653.62">20271 9597 349 0,'0'0'4'16,"0"0"-6"-16,1 35 2 16,2-11 4-16,-2 6 8 15,1 8 6-15,1 5 6 16,-1 7-3-16,2 4-10 0,1 1-6 15,-2 0-4-15,1-1 1 16,-1-4-2-16,0-8 1 16,0-6-1-16,-2-6 0 15,3-10-1-15,-4-7 0 16,0-7-8-16,0-6-60 0,-3 0 20 16,-3-14-66-16</inkml:trace>
  <inkml:trace contextRef="#ctx0" brushRef="#br0" timeOffset="22183.63">20204 9751 160 0,'0'0'121'0,"0"-33"-119"15,2 16 25-15,7 2 16 16,0 1-11-16,3 2-8 16,3 2-10-16,0 2-5 15,1 1-6-15,-2 7-2 0,0 0-1 16,0 0 0-16,-4 6-1 16,-3 3 1-16,-3 4-1 15,-2 1 1-15,-2 2 0 16,0 0-3-16,-4-1-1 15,-6 0-19-15,0-2-22 0,1-3 24 16,-1 0 8-16,4-4 7 16,3-2 4-16,1-1 0 15,2-3-1-15,5 0 2 16,6 0 2-16,6 1 0 16,1-1 3-16,3 0 0 15,-1 1 0-15,-3 2 1 0,-2 2-3 16,-4 2 1-16,-2 1 1 15,-6 2-1-15,-3 3 1 16,0 0 0-16,-5 0 0 16,-7-1 2-16,-2 1-1 0,-3-1-2 15,-3-2-1-15,2-2-1 16,1 0-1-16,3-4 0 16,2 2 0-16,5-2-2 15,5-3-8-15,2-1-109 16,11 0-43-16</inkml:trace>
  <inkml:trace contextRef="#ctx0" brushRef="#br0" timeOffset="22493.43">20544 9937 330 0,'0'0'7'0,"0"0"-6"0,0 0-1 16,0 35 1-16,0-24 2 15,0-1 5-15,0 0 5 16,5 0 9-16,1-1-5 16,1-3-11-16,2-1-3 0,1-1 0 15,-2-4 1-15,0 0 9 16,1-2 18-16,-2-7-10 16,-4-1-9-16,-2-2-7 15,-1-2-2-15,-1-1 0 16,-8 1-3-16,-4 2 1 0,-4 0-1 15,-2 4-1-15,-4 4-1 16,1 3-3-16,-2 1-21 16,4 0-55-16,2 0-32 15,4 0-37-15</inkml:trace>
  <inkml:trace contextRef="#ctx0" brushRef="#br0" timeOffset="22950.17">20106 9404 386 0,'0'0'6'0,"0"0"-4"0,0 0-5 15,0 0 2-15,0 0 2 0,-21 34-1 16,18-25 0-16,1-1 0 16,0-2 0-16,1-2 1 15,0-1-1-15,1-3 0 16,-1 0 4-16,1-3-2 15,0-7-2-15,0-4 1 0,2-3-2 16,3-2 2-16,0 1-2 16,0 0 2-16,-1 5-1 15,0 2 2-15,-1 5 15 16,2 3 2-16,0 3-14 16,3 2-4-16,2 6-1 15,6 6 1-15,0 2-1 0,6 1 0 16,5 0 0-16,3-2-21 15,2-7-164-15</inkml:trace>
  <inkml:trace contextRef="#ctx0" brushRef="#br0" timeOffset="23327.05">20968 9802 431 0,'0'0'7'0,"0"0"18"16,34 0-18-16,-17-3 4 0,1 1-2 15,2 0-3-15,0-1-1 16,0 0 2-16,2 1-5 16,-4 0-2-16,0-1 1 15,-1 1-1-15,-3-1 0 16,-1-2-12-16,-4-1-50 0,-4-4-53 15,-2-2-12-15</inkml:trace>
  <inkml:trace contextRef="#ctx0" brushRef="#br0" timeOffset="23512.15">21133 9686 256 0,'0'0'24'0,"0"0"50"16,0 0-50-16,0 0-18 15,0 0 6-15,0 0 15 16,-17 28-12-16,24-10-7 15,0 2-5-15,2 5-2 16,-2 3 0-16,-1 4 0 16,-2-1-5-16,-1-3-142 0,-3-7-120 15</inkml:trace>
  <inkml:trace contextRef="#ctx0" brushRef="#br0" timeOffset="24330.01">21368 10054 400 0,'0'0'17'0,"0"0"14"0,-21-41-11 16,16 22 2-16,1-5-2 15,2-4-7-15,2-6 4 16,0-6-6-16,4-5-4 15,7-6-4-15,6-3-2 0,3-2-1 16,1 2 0-16,2 2 0 16,-1 5 0-16,0 8-1 15,-4 8 1-15,-1 11 0 16,-5 7 0-16,-2 7-2 16,-2 7-1-16,-2-1 1 0,-4 13-1 15,-2 3 1-15,0 7 2 16,-10 2 0-16,-3 3 0 15,-2 1 0-15,-2-1 0 16,2-2-1-16,1-5-1 16,5-4 1-16,3-5 0 15,5-4 0-15,1-5-1 0,10-3-1 16,6 0 3-16,7 0-1 16,3 0 1-16,3 0-2 15,0 0-4-15,-3 0-13 16,-4 0 4-16,-3 6 10 15,-6 1 2-15,-4 3 1 0,-6 3 1 16,-3-2 0-16,-2 2 0 16,-9 0 1-16,-5-1-1 15,-3 0 0-15,-1-2 1 16,-3-2-2-16,0-1 0 0,1-2-4 16,4-1-16-16,1-3-30 15,4 2-6-15,7-3 13 16,5 0-24-16,1 0-106 15</inkml:trace>
  <inkml:trace contextRef="#ctx0" brushRef="#br0" timeOffset="24523.61">21788 9836 423 0,'0'0'16'0,"0"0"7"15,0 0-27-15,-3 40 4 16,2-22 2-16,-1 2 0 16,0 3-2-16,0 4 0 15,-1-1 0-15,-1 2 0 0,1-1-6 16,-1-8-132-16,2-7-70 16</inkml:trace>
  <inkml:trace contextRef="#ctx0" brushRef="#br0" timeOffset="24958.88">21969 9536 417 0,'0'0'8'16,"0"0"20"-16,0 0-28 0,47 20 0 16,-22-2 4-16,4 2 1 15,1 5-1-15,0 0 0 16,-2 1-2-16,-2 0-1 16,-4-3 0-16,-2 0-1 15,-2-4-1-15,-5-4-9 0,-2-4-73 16,-4-6-7-16,-4-5-10 15</inkml:trace>
  <inkml:trace contextRef="#ctx0" brushRef="#br0" timeOffset="25194.63">22209 9517 271 0,'0'0'78'16,"0"0"-75"-16,-38 9-4 16,25 3 2-16,-1 1 3 15,-2 6 0-15,0 0-1 16,2 4-2-16,-3 2-1 16,1 1 0-16,0 3-1 15,0-2-2-15,1-3-67 0,3-5-96 16</inkml:trace>
  <inkml:trace contextRef="#ctx0" brushRef="#br0" timeOffset="25420.12">22402 9767 495 0,'0'0'2'16,"0"0"13"-16,0 0-16 15,13 41 1-15,-10-17 3 16,-2 4-2-16,-1 4 0 16,0 2-1-16,0-1-1 0,0-7-7 15,0-8-147-15</inkml:trace>
  <inkml:trace contextRef="#ctx0" brushRef="#br0" timeOffset="26226.93">21447 9160 264 0,'0'0'25'0,"0"0"-11"0,0 0-12 16,-30 13-1-16,20-3 1 15,1 1 0-15,-1 1 0 16,3-1-1-16,0-1-1 16,2-3 0-16,3 0 0 0,0-3 0 15,2-2 2-15,0-2-2 16,0 0 1-16,1-3 9 15,6-7 27-15,2-1-36 16,2-3 0-16,2-1 0 16,-2-1-1-16,-1 4 0 15,-2 1 0-15,-2 5 1 0,0 2 6 16,-2 4 13-16,1 0-16 16,2 8-5-16,5 5 2 15,3 3 1-15,8 4-1 16,6 3 0-16,7-1-1 15,6-5-1-15,3-7-144 0</inkml:trace>
  <inkml:trace contextRef="#ctx0" brushRef="#br0" timeOffset="26794.41">22566 9653 435 0,'0'0'-1'0,"0"0"4"0,0 0-4 0,0 0-1 16,44-3 3-16,-15 2-1 16,5-3 0-16,4 0 1 15,0-2 0-15,1 3 0 16,-3-4-1-16,-4 2 0 0,-5 2 0 16,-4-4-32-16,-5-1-77 15,-7-4-20-15</inkml:trace>
  <inkml:trace contextRef="#ctx0" brushRef="#br0" timeOffset="27017.12">22783 9495 326 0,'0'0'4'0,"0"0"10"15,0 0 3-15,0 0-18 0,0 0 4 16,0 0 2-16,-5 41 7 15,9-19 2-15,-1 7-7 16,2 2-1-16,-3 3-5 16,1 2 0-16,-1 1 0 15,-2-1-3-15,0-4-29 0,0-6-107 16,3-9-23-16</inkml:trace>
  <inkml:trace contextRef="#ctx0" brushRef="#br0" timeOffset="27306.83">23210 9373 491 0,'0'0'1'15,"4"28"-3"-15,-2-2 2 16,0 9-1-16,3 5 3 16,-5 4-2-16,2 4 4 0,-2 1 0 15,0 4-2-15,0 1 1 16,-2 2-3-16,-2-2 2 16,0-5-4-16,0-6-1 15,1-9-36-15,-1-10-77 16,2-16-8-16</inkml:trace>
  <inkml:trace contextRef="#ctx0" brushRef="#br0" timeOffset="27874.7">23196 9493 301 0,'0'0'1'16,"-4"-36"15"-16,4 17 40 16,0 2-12-16,0 0-9 0,6 1-6 15,2 1-7-15,3 1-5 16,2 3-12-16,3 2 1 16,-1 2-5-16,2 3-1 15,0 4 0-15,0 0 0 16,-3 3-1-16,0 5 1 15,-5 4 0-15,-1 3-1 0,-4 0 0 16,-4 1-3-16,0 1 0 16,-4-1-3-16,-6 1-4 15,-1-3 3-15,-2-1-2 16,2-2 0-16,1-3 0 0,3-1 6 16,2-4 4-16,4 2 0 15,1-4-4-15,6 1 3 16,5 1 2-16,5 0-1 15,3 3 2-15,2 0-2 16,1 3 0-16,-2 2 0 0,-5-1 2 16,-3 3-4-16,-6 0 2 15,-2-1 0-15,-4-1-2 16,-1-1 2-16,-9-3 2 16,-4 1-2-16,-3-3 2 15,-4-1-2-15,1-1 0 16,1-1 0-16,0-2 0 0,5 1 0 15,5-1-4-15,4 0-91 16,5 0-7-16,0 0-130 16</inkml:trace>
  <inkml:trace contextRef="#ctx0" brushRef="#br0" timeOffset="28231.95">23530 9658 390 0,'0'0'3'0,"0"0"27"0,0 0 0 16,13-29-10-16,-6 23 5 15,0 3-7-15,0 1-4 16,1 2-11-16,1 1-3 16,0 7 0-16,0 2 0 15,-3 3 0-15,1 2-1 0,-3 1-2 16,-1 2-3-16,-3-1-3 15,0 1-1-15,0 2-5 16,-2-3-3-16,-2-1 10 16,0-1 7-16,0-5 1 15,1-3 0-15,3-1 0 0,0-4 0 16,3-1 2-16,7-1 1 16,3 0 7-16,6 0 3 15,1 0-6-15,6-5-3 16,4 2-1-16,0-2 0 15,3 2-3-15,-3-1 0 16,-1-1 0-16,-4-1-11 0,-5-4-109 16,-4-5-147-16</inkml:trace>
  <inkml:trace contextRef="#ctx0" brushRef="#br0" timeOffset="28702.05">23196 9016 351 0,'0'0'4'0,"0"0"-3"16,0 0-2-16,-35 26 2 16,26-16 0-16,0 3 1 0,0-4-2 15,2-1 0-15,1-2 0 16,2-3 1-16,1-1-1 15,1-2 3-15,2-2-2 16,0-6 0-16,0-5 0 16,2 1-1-16,4-4 0 0,-2 3 0 15,2-1 1-15,0 4 2 16,1 4 24-16,0 4-6 16,4 2-8-16,2 1-10 15,6 10-1-15,6 5-2 16,4 3 0-16,5 2 0 0,5-1-1 15,2-6-123-15</inkml:trace>
  <inkml:trace contextRef="#ctx0" brushRef="#br0" timeOffset="29093.66">23905 9237 476 0,'0'0'11'0,"0"0"-6"16,33 0-1-16,-14 5-2 15,3 10-1-15,3 5 1 0,2 3 6 16,1 5-1-16,-2 2-1 16,0 2-3-16,-4 2-3 15,-2 2 1-15,-3-1-2 16,-1-1 1-16,-4-4-3 15,-1-4-30-15,-4-6-43 16,-2-8-51-16,-2-11 8 0</inkml:trace>
  <inkml:trace contextRef="#ctx0" brushRef="#br0" timeOffset="29329.18">24158 9286 330 0,'0'0'3'15,"0"0"-2"-15,0 0 0 0,-39 15 2 16,23 2 3-16,0 1 1 16,-1 4-3-16,1 2-2 15,-3-1 0-15,-1 2-5 16,-1 0 2-16,1-2-3 15,2-2-82-15,2-7-137 0</inkml:trace>
  <inkml:trace contextRef="#ctx0" brushRef="#br0" timeOffset="29684.42">24289 9495 465 0,'0'0'8'16,"38"-20"9"-16,-22 16-7 0,-3 4-3 15,-3 0-6-15,-3 1 0 16,-3 9-1-16,-5 1 0 16,1 4 0-16,0 1 0 15,-4 3-1-15,-2 0 0 16,0 2 0-16,0-2-4 0,2 1-4 15,-2-2-2-15,2-2 1 16,1-4 3-16,0-1 5 16,2-3 2-16,1-2 0 15,0-3 0-15,10 0 1 16,3-2 2-16,5 0 3 0,7 2-3 16,2-1-3-16,6 3 0 15,2-2 0-15,0-1-4 16,0-2-176-16</inkml:trace>
  <inkml:trace contextRef="#ctx0" brushRef="#br0" timeOffset="33512.23">20042 10865 208 0,'0'-3'18'0,"0"-2"9"16,0 5-13-16,1 0-12 15,0 0-2-15,-1 3 0 16,2 5 1-16,-2-2 1 15,0 4 3-15,0 0 4 16,0 1 4-16,0 4 6 0,0 1 0 16,0 1-8-16,0 6-5 15,-2 3 0-15,0 3-1 16,0 3 2-16,0 3 0 16,0 5-1-16,0 4 3 15,-2 4-3-15,1 1 5 0,1 3-3 16,1 3 2-16,-2 1-6 15,2 0 1-15,1 0 2 16,0-1 1-16,0 1 1 16,0 0-2-16,0-2 1 15,-1 1 6-15,0-2-6 0,-1 1 1 16,2 0-3-16,0 1-2 16,-1 1-1-16,1-1-1 15,0-2 0-15,0 0 1 16,-1 0-3-16,1-4 1 15,0-1 0-15,0 0-1 0,0-3 0 16,0-2 0-16,0-2 0 16,0-5 0-16,0-3 0 15,0 0 0-15,1-3 0 16,-1-4 1-16,1 0-2 16,-1 0 2-16,0-4-1 15,0 0 0-15,0-3 0 0,0-1 0 16,0-2 0-16,0-3 1 15,0 0-1-15,0-1 0 16,0 1 0-16,0-3 0 16,0 2 0-16,0-1 0 15,0-2 0-15,0 2 1 0,0 0-1 16,0-1 0-16,0-2 0 16,0 1 0-16,0-2 0 15,0-2 0-15,0 0 0 16,0-1 0-16,0 0 0 0,0-1 0 15,0-1 0-15,0 0 1 16,0 0-1-16,0-1 0 16,0 0 0-16,0-1 0 15,0 0 0-15,3 0 0 16,0 0 0-16,2 0 0 0,0 0 0 16,1 0-1-16,3 0 2 15,2 1-2-15,1-1 1 16,3-1 0-16,2 0-1 15,5-2 1-15,5 2-1 16,4-2 1-16,4 1 0 16,6 1 1-16,2-1-1 0,6 0 0 15,3-1 0-15,5 0 0 16,3 1 0-16,2-2 0 16,4 0 0-16,2 1 1 15,-1-1-1-15,2-2 0 0,1 1 2 16,-1 0-2-16,0-1 4 15,1 0 6-15,0 0-1 16,-1-1-4-16,0 1-1 16,-2 0-2-16,0-1 5 15,-1 1 4-15,-1-1 2 16,-5-1-5-16,1 0-1 0,-5 0 1 16,0 0-2-16,-4 0-1 15,-3 1 0-15,-3 0-1 16,-5 1 0-16,-3 1 0 15,-5 1 0-15,-5 1-2 16,-4 1 2-16,-3-1-1 0,-3 3 1 16,-1-1 0-16,-4 0-1 15,-1 1 0-15,1 0 1 16,-2-1-2-16,2 1-1 16,-2 0 1-16,0 1-1 15,2-2-1-15,2 1 1 0,-1-2 0 16,1 1-1-16,2 0 3 15,-1-2-3-15,0 2 2 16,3-2-2-16,0 1 6 16,1-2 7-16,1 0-8 15,0 0-2-15,1 0-1 0,-2-2 0 16,0 3 0-16,0-2 0 16,-5 1 2-16,1 0 4 15,-2 2-1-15,-3-1-3 16,-1 1-3-16,-4 1-1 15,-2-1 0-15,-1 2 0 16,-3 0 0-16,1 0 0 0,-1 0-4 16,0 0-6-16,0-2-15 15,0-4-27-15,-3-8-78 16,1-9-198-16</inkml:trace>
  <inkml:trace contextRef="#ctx0" brushRef="#br0" timeOffset="35362.16">19995 13221 282 0,'0'0'-4'15,"0"0"4"-15,0 0 5 16,0 0 2-16,0 0-3 0,-5-32 1 16,5 29 5-16,0 0 11 15,1-1 8-15,0 2-4 16,1 1-7-16,0 1-10 16,2 0-6-16,2 0-2 15,1 3 1-15,4 4-1 0,2 2 1 16,4 3 0-16,4 2 1 15,4 5 4-15,5 3-2 16,10 3 0-16,4 5 1 16,8 1-2-16,9 3 3 15,8 3 0-15,7-1 3 16,6 1-3-16,7 0-3 0,5 2-1 16,1 0-2-16,4-1 2 15,-1 1-1-15,2-2 1 16,-3-1 0-16,0-2 5 15,-2 0 1-15,-2 0 3 0,-3 0 2 16,-3 1-4-16,-5-2-1 16,-2 0-3-16,-7-2-1 15,-4-1 0-15,-6-5-2 16,-5-2 0-16,-6-5 1 16,-4-3 4-16,-7-2 1 0,-7-4 3 15,-6 0-11-15,-5-4 0 16,-8-1 0-16,-3 0 9 15,-7-2 0-15,-2-2-6 16,-2 0-1-16,-1 0-1 16,0 0 1-16,0 0 1 0,0 0 6 15,-2 0 13-15,0 0-6 16,1 0-11-16,0 0-4 16,1 0 0-16,-1 0 0 15,1-1-1-15,0 0 0 16,0 1 0-16,0 0 0 15,0-2-4-15,-2-4-19 0,-1-4-30 16,0-4-25-16,1-3-89 16</inkml:trace>
  <inkml:trace contextRef="#ctx0" brushRef="#br0" timeOffset="35757.18">22348 14083 353 0,'0'0'4'0,"0"0"4"15,0 0-6-15,0 0 5 16,0 0 9-16,0 0 10 16,0 0 2-16,16 37-4 15,-6-21-8-15,4 2-3 16,-1 2-1-16,4 1-12 15,0 1 0-15,1 2 0 0,-1-2 7 16,-1-1-1-16,0-17-3 16,-4-4 0-16,0 0-1 15,-5 0-1-15,0 0 0 16,-5 0 0-16,-2 0 0 0,-5 0 1 16,-10 0 8-16,-12 0 8 15,-7 0-3-15,-7 0 6 16,-3 0-4-16,5 0-3 15,6 0-10-15,10 0-3 16,11 0 0-16,12 0-1 0,6 0-3 16,18 0-60-16,10-2-207 15</inkml:trace>
  <inkml:trace contextRef="#ctx0" brushRef="#br0" timeOffset="36662.11">22586 12734 238 0,'0'0'2'16,"0"0"24"-16,0 0-4 15,0 0-5-15,0 0 0 16,0 0-9-16,0 0 0 0,0 0 17 15,0 0-3-15,0 0-6 16,0 0-5-16,35-3-3 16,-18 14 1-16,3 2-4 15,0 0-2-15,2 4-2 16,1 0 0-16,-3 0 1 0,0 0-2 16,-3-4 0-16,-3 0 0 15,-5-2 1-15,-2-1-1 16,-5-1 0-16,-2 0 1 15,-2 0 0-15,-8 1 2 16,-6 2 4-16,-3 2 1 0,-1 2-3 16,-1 3-2-16,1 1-2 15,4 3-2-15,6-3 0 16,6-8-33-16,4-12-222 16</inkml:trace>
  <inkml:trace contextRef="#ctx0" brushRef="#br0" timeOffset="37742.37">22922 13878 297 0,'-3'0'4'0,"3"0"2"0,0 0 5 16,0 0-9-16,5 0 0 16,1 2 18-16,4 4 6 15,3 2-10-15,1 4-2 16,4 1-4-16,3 4-1 0,-1 1-5 16,4 3-1-16,-1 1-2 15,-1 0-1-15,-1 0 0 16,-4-2 0-16,0-2 1 15,-6-3-1-15,0-2-7 16,-5-4-38-16,-2-6-32 16,-2-3-42-16</inkml:trace>
  <inkml:trace contextRef="#ctx0" brushRef="#br0" timeOffset="38056.97">23107 13877 366 0,'0'0'13'0,"0"0"-10"16,0 0-1-16,0 0-2 15,-33-1 1-15,25 5 0 16,0 2 9-16,-2 4 1 15,0 0 2-15,-1 5-7 0,0 0-3 16,1 5-2-16,-2-1-1 16,0 3 0-16,1 1 0 15,1 0 0-15,0-1 0 16,3 1-9-16,1-4-62 16,2-2-10-16,1-7-35 15</inkml:trace>
  <inkml:trace contextRef="#ctx0" brushRef="#br0" timeOffset="38324.55">23357 14058 421 0,'0'0'45'0,"0"0"-33"16,0 0-12-16,1 28 2 15,-1-11 3-15,0 4 3 16,-1 5-2-16,-2-1 2 0,0 2-8 16,1-2 0-16,1-2 0 15,1-12 1-15,0-11-1 16,4-9 0-16,5-20-35 15,2-13-164-15</inkml:trace>
  <inkml:trace contextRef="#ctx0" brushRef="#br0" timeOffset="39032.19">22978 12628 398 0,'0'0'10'0,"0"0"19"15,0 0-11-15,0 0-19 16,0 0-2-16,0 0 3 16,25 27 1-16,-7-10 0 0,4 3 0 15,3 2 1-15,2 3 0 16,1 1 0-16,0 3-2 15,0-3 0-15,-2-2 2 16,-3-4-2-16,-3-3 0 16,-3-6-18-16,-4-3-37 0,-3-6-31 15,-3-2 11-15,-4-5-52 16</inkml:trace>
  <inkml:trace contextRef="#ctx0" brushRef="#br0" timeOffset="39268.29">23191 12610 377 0,'0'0'3'0,"0"0"7"16,0 0 2-16,0 0-15 0,0 0 2 15,0 0 1-15,-27 33 2 16,20-12 1-16,0 1 3 15,-2 4-1-15,1 2-2 16,-2 4-1-16,-1-1-2 16,0-1 0-16,-1-1-1 0,1-4-5 15,1-5-112-15,1-9-19 16</inkml:trace>
  <inkml:trace contextRef="#ctx0" brushRef="#br0" timeOffset="39770.25">23554 12971 311 0,'0'0'15'0,"0"0"9"16,0 0 11-16,0 0-4 15,0 0 0-15,-30-20-8 16,29 14-3-16,-3-1 2 16,4 0-3-16,0-2-8 15,0 0-2-15,7 0-6 0,2 2-3 16,2 0 1-16,3 2-1 15,0 2 1-15,0 3-2 16,1 0 1-16,-1 3-2 16,-1 6 1-16,-4 2 0 15,-1 3 0-15,-6 4-2 0,-2 3 0 16,-1 4-1-16,-11 4-5 16,-3 1-13-16,-4 1-21 15,0-4 39-15,0 0-11 16,3-8 11-16,4-4 4 15,7-4 0-15,5-4-1 16,5-3 0-16,15-4 2 0,9 0 0 16,12 0 0-16,10-3-1 15,7-5-8-15,6-8-138 16</inkml:trace>
  <inkml:trace contextRef="#ctx0" brushRef="#br0" timeOffset="41901.19">19936 10863 151 0,'0'0'10'16,"0"0"14"-16,0 0-8 16,15-29-5-16,-12 23-6 15,1 2 1-15,1 1 3 16,-3 0 4-16,-1 2 0 16,0 1 0-16,-1 0-3 0,0 0-9 15,0 7-1-15,0 5 1 16,-1 5 1-16,-3 5-1 15,-2 3 2-15,1 3-2 16,-2 2 0-16,0 2 0 16,0-2-1-16,1-1 0 0,1-5 1 15,-1-5-1-15,0-4 0 16,2-6 0-16,1-3 2 16,-1-3 0-16,1-3 0 15,0 0 63-15,2 0-32 16,-2-4-24-16,2-5-4 0,1-2-2 15,0-3-3-15,2-3 1 16,4-6-1-16,3 2 0 16,1-3 0-16,-2 1-1 15,2 2 1-15,-1 4 0 16,-1 3 0-16,1 4 0 0,0 2 0 16,0 4 0-16,1 4 0 15,2 0-1-15,1 4 2 16,3 4 1-16,3 3 5 15,3 2 4-15,3 2-2 16,3 0-6-16,2 0-2 0,2 2-2 16,1 1 2-16,-1-1-2 15,-3-3-22-15,-6-9-139 16</inkml:trace>
  <inkml:trace contextRef="#ctx0" brushRef="#br0" timeOffset="42307.22">19250 11610 363 0,'0'0'-10'0,"0"0"12"0,0 0-3 15,42 22 1-15,-22-8 1 0,2 2-1 16,0 1 1-16,0 0 0 16,-1-2-3-16,-2-2-40 15,-1-3-18-15,-4-3-38 16,-2-7-49-16</inkml:trace>
  <inkml:trace contextRef="#ctx0" brushRef="#br0" timeOffset="42556.03">19518 11589 334 0,'0'0'3'16,"0"0"-2"-16,-20 33-1 15,12-12-1-15,0 8 3 16,-1 4 3-16,-1 6 7 16,-2 4 12-16,-1 3-13 15,1 1 7-15,2 2-8 0,-2-3-6 16,4-1-2-16,3-7-2 16,3-3 0-16,2-8-1 15,0-9-4-15,0-12-112 16,0-8-58-16</inkml:trace>
  <inkml:trace contextRef="#ctx0" brushRef="#br0" timeOffset="43013.66">19275 11418 304 0,'0'0'4'0,"-28"10"-1"16,15-1-1-16,2 2 0 0,1 3-2 15,2-3 0-15,2 0 0 16,-1-2 0-16,1-1 0 16,2-3 1-16,0-3-1 15,-1-2 1-15,4 0 0 16,1-2 2-16,0-8 0 0,6-4 0 16,4-3-3-16,2 0 3 15,1-2-6-15,-1 4 3 16,0 2 0-16,-2 5 3 15,0 5 12-15,0 3 8 16,1 4-9-16,4 6 0 0,4 5-2 16,4 0-3-16,6 1-3 15,3-4-5-15,3-9-1 16,2-3-93-16</inkml:trace>
  <inkml:trace contextRef="#ctx0" brushRef="#br0" timeOffset="46667.36">20491 11992 163 0,'0'1'17'0,"0"-1"-4"0,0 0-15 15,4 0 3-15,3 0 2 16,2-6 6-16,3-1 26 0,2-3-6 16,4-2-3-16,2-4 5 15,4-3-3-15,3-2-5 16,2-3-3-16,6-1-10 16,2-1-4-16,4-1 1 15,4 0-1-15,3 0-2 0,4-1-1 16,1-4 0-16,4-1 0 15,2 0-2-15,0-2 3 16,4-2-3-16,4-1 0 16,2 0 0-16,2-2 0 15,4-1-1-15,3-2 0 0,-1 0 1 16,0-2-1-16,0 1 1 16,0-1-1-16,-2 2 0 15,-2-1 0-15,0 1 1 16,-4 1 0-16,-4 1 1 15,-3 5 5-15,-3 1 0 0,-1 5-3 16,-3 4-1-16,-4 1-2 16,1 2 0-16,-5 3-1 15,-5 3 0-15,-7 3 0 16,-7 2 0-16,-6 4 0 16,-7 2 1-16,-6 2-1 15,-3 2 0-15,-3 1 1 0,-2 1-2 16,0 0 2-16,-1 0-1 15,1 0 0-15,-1 0 2 16,0 0-4-16,0 0 4 16,0 0-2-16,0 0 0 0,0 0-2 15,1 0 2-15,-1 0 0 16,1 0 2-16,-1 0-2 16,2 0-2-16,0 0 4 15,3 0-2-15,2 1 0 16,7 1 1-16,6-1-1 0,8 3 1 15,10 1 1-15,9 1 11 16,12 3 0-16,8 2-2 16,9 5-4-16,6 3-4 15,2 2 0-15,0 2-2 16,-3 1 0-16,-2-1-2 0,-4 0 1 16,-7-2 0-16,-1-2 1 15,-5-1-1-15,-7-5 1 16,-6 0-1-16,-5-4 0 15,-7-3 0-15,-6 0 0 16,-8-4 1-16,-3 2 0 16,-4-3-1-16,-3-1-1 0,-6 0 1 15,0 0 1-15,-3 0-2 16,-2 0-9-16,-2 0-21 16,0 0-3-16,-5 0-85 15,-3-4-71-15</inkml:trace>
  <inkml:trace contextRef="#ctx0" brushRef="#br0" timeOffset="47562.15">24128 11138 163 0,'3'0'8'0,"-1"0"-2"0,1-1-6 15,1-1 1-15,-1 0 1 16,2-1 16-16,-1 1 13 15,-1-1-4-15,-1 0-7 0,-1 0-5 16,0 2 2-16,0 0 1 16,-1 0 1-16,0 1-4 15,0 0-5-15,-3 0-4 16,-5 5-2-16,-3 2 2 16,-2 3 1-16,-1 2-4 0,-4 2-1 15,-4 2 2-15,-2 3 0 16,-4 4-1-16,-4 2-1 15,-7 3 0-15,-1 3 0 16,-4 2 0-16,-4-1-1 16,-2 4 1-16,-3-1 1 0,-1 1-2 15,0 1 1-15,-3-1 1 16,1 1-3-16,-2 0 5 16,0-2 3-16,0 1 0 15,-3-2 10-15,2 1-8 16,1-1-6-16,3 2-2 0,3 0 4 15,4-1-3-15,1 0-3 16,1-1 2-16,1 0-1 16,3-2 0-16,1-1-2 15,0 2 1-15,4-4 1 16,1 1-1-16,3-4 0 0,1-1 1 16,1-2-1-16,0-3 0 15,2-5 0-15,0 0 1 16,4-1-1-16,-2-2 0 15,4 1 1-15,1-1-1 16,0 1 0-16,0-3 0 16,4 2 1-16,0-3 1 0,5 0-1 15,2-3 4-15,4 1-3 16,4-2-2-16,3-2 0 16,2-2-2-16,6-1-22 15,4-3-60-15,0-12-188 16</inkml:trace>
  <inkml:trace contextRef="#ctx0" brushRef="#br0" timeOffset="48450.19">20337 12188 240 0,'-10'0'7'0,"2"0"20"0,2-3-10 0,2 2 0 16,2 0 11-16,2-2-1 0,0 2-14 15,0-3-10 1,7 1 1-16,3-1 7 0,3 0 2 16,4-1 4-16,4 2-7 15,3 1 0-15,5 0-4 16,7 2 1-16,7 0 1 15,7 0 2-15,8 2-2 0,7 3-1 16,7 3-1-16,7 2-1 16,6 2-2-16,5 2 1 15,3 1-2-15,4-1-2 16,1-1 0-16,0-1 0 16,-3 0 1-16,-4-2 0 0,-3 0-1 15,-8-1 0-15,-4-1 1 16,-4-1-2-16,-5-1 2 15,-2-3 1-15,-5-1-1 16,-3 1-1-16,-8-1 1 16,-6 0-1-16,-7-1 0 0,-8 1 0 15,-8-1 1-15,-6-1-1 16,-5 2 0-16,-4-2 0 16,-3 0-2-16,-1 0-16 15,-1-2-18-15,0-7-99 16</inkml:trace>
  <inkml:trace contextRef="#ctx0" brushRef="#br0" timeOffset="49072.03">21654 11619 333 0,'0'0'-15'0,"0"0"32"0,0 0-6 16,0 0-10-16,0 0-1 15,0 0 5-15,-9 45 0 16,14-19 4-16,1 3 2 16,0 6-1-16,3 4 3 15,-2 1-1-15,0 3-6 0,-1 0-3 16,0-2-1-16,-1-4 0 16,-1-6-2-16,-1-4 0 15,-1-6 0-15,0-4-4 16,-2-5-54-16,0-8-54 15,0-4-80-15</inkml:trace>
  <inkml:trace contextRef="#ctx0" brushRef="#br0" timeOffset="49484.5">21620 11718 84 0,'0'0'154'0,"0"0"-152"0,-14-38 17 16,13 25-4-16,1 0 5 16,0 2-7-16,0-2-2 15,5 4 22-15,4 0-4 16,1 1-15-16,2 3-5 0,3 2-3 15,1 2-3-15,1 1-1 16,1 0-1-16,-2 6 0 16,-1 2 0-16,-3 2-1 15,-1 0 1-15,-4 1-1 16,-5 2 1-16,-2-1-1 0,0 0 0 16,-1-1 0-16,-7 0 1 15,-2 1-1-15,0-2-1 16,-1 0 0-16,-1 1-4 15,1-2-11-15,0-1-15 16,3 0-16-16,2-1-8 16,2-3-13-16,2-4-55 0</inkml:trace>
  <inkml:trace contextRef="#ctx0" brushRef="#br0" timeOffset="49762.27">21915 11493 379 0,'0'0'6'0,"0"0"-1"16,0 0-4-16,0 0 4 15,-2 45-1-15,2-21 4 16,6 1 0-16,1 3-1 15,0-1-1-15,0 1-3 16,1-2-1-16,0-1-1 0,-2-4-1 16,1-4 0-16,-1-1-22 15,1-6-56-15,-1-5-30 16,1-5-108-16</inkml:trace>
  <inkml:trace contextRef="#ctx0" brushRef="#br0" timeOffset="50339.04">22295 11606 236 0,'0'0'4'0,"0"0"13"16,-33-12-3-16,21 12-2 16,-2 0-3-16,0 0 6 15,-3 0 3-15,-2 2-3 16,0 4-2-16,-1-1-3 16,0 4-4-16,2-1 3 0,2 0-2 15,1 3-1-15,5-1-3 16,2 0-1-16,2 0-2 15,4 2 0-15,2-2 0 16,0-1 0-16,6-2 0 16,6 1 0-16,3-3 0 15,2-3-2-15,2-2 2 16,2 0-1-16,1-5 0 0,-1-2 0 16,0-4-1-16,-3-2 0 15,-3-3 1-15,0 0 0 16,-7 1 0-16,-2 0 1 15,-3 1 1-15,-3 4 0 0,0 0 4 16,-6 3 4-16,-2 4 10 16,0 1-3-16,-2 2-3 15,3 0-4-15,-1 8-2 16,3 2-4-16,2 2-2 16,3 1 0-16,0 1-1 0,9-1 0 15,3-2 0-15,5-1 0 16,3-2 0-16,0-2 0 15,0-2-19-15,-1-4-55 16,0 0-65-16</inkml:trace>
  <inkml:trace contextRef="#ctx0" brushRef="#br0" timeOffset="50844.47">22393 11544 327 0,'0'0'3'0,"0"0"0"0,0 0-5 0,0 0 2 16,0 0 2-16,-8 28 1 15,11-17 0-15,3 1 0 16,0-1 0-16,0 2-1 15,0 0-2-15,0 1 1 16,-2 0 0-16,-2-4-1 0,-1-1 1 16,0-4-2-16,-1-1 0 15,0-2-2-15,0-2 2 16,-2 0 2-16,-2-7-1 16,-1-3-1-16,0-3-1 15,0 0 1-15,2-2 1 16,1-2-1-16,2 0 1 15,0 1 1-15,0 1-1 0,1 2 3 16,4 0 12-16,2 5 23 16,3 1-12-16,1 2-19 15,2 5-4-15,1 0-1 0,1 0-1 16,-1 3 0-16,-1 4 0 16,0 0-2-16,-3 4 2 15,1-1-2-15,-3 1 2 16,0 0-4-16,-1 0-15 15,-1-1-66-15,0-5-38 16</inkml:trace>
  <inkml:trace contextRef="#ctx0" brushRef="#br0" timeOffset="51392.12">22817 11474 234 0,'0'0'4'0,"0"0"26"0,0 0 9 16,-32-22-9-16,20 19-12 15,-1 1-2-15,-2 1 5 16,0 1-6-16,0 0-7 15,1 2 2-15,1 3-5 0,1 3-1 16,3 1-2-16,2 1-1 16,0 1-1-16,4 1-1 15,1 2 1-15,1-1 0 16,1-2 0-16,0 1-1 16,1-3 0-16,4-1 0 0,2-4 0 15,0-3 0-15,2-1 0 16,-2-3 0-16,1-5 1 15,-1-2 0-15,0-1 0 16,-3-1 0-16,0 1 1 16,-1 3 0-16,-1-1 0 0,-2 2 1 15,0 2-1-15,0 1 1 16,0 1 2-16,0 1-2 16,1 2 1-16,0 0-1 15,2 0-3-15,2 0 2 16,0 5-1-16,2 1 0 0,2-1 1 15,2 2-1-15,1-2 0 16,1 0 0-16,3-1-1 16,-1-3-12-16,1-1-59 15,-1 0-54-15,-2-10-64 16</inkml:trace>
  <inkml:trace contextRef="#ctx0" brushRef="#br0" timeOffset="51754.51">22873 11358 357 0,'0'0'4'0,"0"0"3"16,0 0-5-16,0 0-1 15,0 0 3-15,0 0 0 16,0 0 0-16,-1 33 3 0,7-22-1 15,2 1 0-15,1 1-2 16,-2-1-2-16,1 2-1 16,-1-2-1-16,-1 0 1 15,-3-4-1-15,1-2 0 16,-2-2 0-16,-1-3 0 0,-1-1 3 16,0-3 3-16,0-5-4 15,0-4-2-15,0-2 0 16,1-5 0-16,5 0-1 15,6-4-1-15,6-2 0 16,10 1 1-16,8 1 0 16,11 0 0-16,9 3-1 0,3-3-100 15</inkml:trace>
  <inkml:trace contextRef="#ctx0" brushRef="#br0" timeOffset="53250.97">15693 8163 204 0,'0'0'7'0,"0"0"6"16,0 0-5-16,0 0 4 0,-29-13-3 16,28 13-1-16,1 0-5 15,0 0-2-15,0 3 1 16,0 4 0-16,5 3 1 16,-1 3 1-16,3 4-1 15,3 2 0-15,-2 3-1 0,1 3 2 16,2 1-3-16,-1 1 0 15,1 1-1-15,-1 1 1 16,-1 0-2-16,-1-1 0 16,0-2-2-16,1-4-1 15,-4-6-8-15,1-8-92 0</inkml:trace>
  <inkml:trace contextRef="#ctx0" brushRef="#br0" timeOffset="53478.28">15868 8311 331 0,'0'0'4'16,"0"0"-9"-16,0 0-3 0,0 0 9 15,4 31 0-15,1-20 1 16,-2 1-1-16,3-1 2 15,-2 1-3-15,3 0-3 16,-1-1-7-16,-2-4-63 16,-1-3-42-16</inkml:trace>
  <inkml:trace contextRef="#ctx0" brushRef="#br0" timeOffset="53684.5">15808 8211 340 0,'0'0'-10'15,"0"0"12"-15,0 0-1 16,0 0-4-16,0 0-28 16,0 0-31-16,0 0-23 0,36-16-20 15</inkml:trace>
  <inkml:trace contextRef="#ctx0" brushRef="#br0" timeOffset="54077.29">15998 8248 282 0,'0'0'2'0,"0"0"-3"16,0 0 1-16,0 0 1 0,-2 29 0 15,2-22 0-15,5 1 1 16,-1-1 0-16,1 0-2 16,-2-1 1-16,1-2 0 15,-1 0-1-15,-1-2 1 16,-2-2-1-16,0 0 0 0,0 0 2 16,0-7 0-16,0-3-4 15,0-3 2-15,0-4 0 16,0-2 0-16,0 1 0 15,0-2 0-15,0 4 0 16,0 3 2-16,2 4-1 16,2 4 6-16,2 5-4 0,4 0-2 15,1 5 0-15,2 5-1 16,2 3 2-16,1 1-2 16,0 1 1-16,1 1-2 15,-2-2-10-15,-1-4-66 16,-1-4-140-16</inkml:trace>
  <inkml:trace contextRef="#ctx0" brushRef="#br0" timeOffset="54454.65">16239 8208 222 0,'0'0'5'0,"0"0"10"0,0 0 1 0,0 0-3 16,1-33-4-16,8 23-5 15,1 0 0-15,2-1-3 16,0-1-1-16,0-1 1 16,-2 0-1-16,-2 1 0 0,-1 0 0 15,-7 3 1-15,0 1 0 16,-9 2 1-16,-2 3 3 15,-7 1 1-15,0 2 1 16,2 0 5-16,-2 4 15 16,5 4-3-16,3 4-6 15,4 2-1-15,6 2-2 0,3 1-5 16,13 0 0-16,8-2-3 16,10-4-3-16,9-2 0 15,9-6-2-15,6-3-4 16,0-20-16-16,-1-11-247 15</inkml:trace>
  <inkml:trace contextRef="#ctx0" brushRef="#br0" timeOffset="68076.17">16672 4536 139 0,'0'0'3'0,"0"0"1"0,0 0 1 16,0 0 9-16,0 0 1 15,0 0 0-15,31-31-1 0,-27 26-5 16,1 1-4-16,-2 0 0 15,2 2-2-15,-1-2 0 16,-1 0-1-16,0-1 0 16,3 0 4-16,2-2 7 15,2-3 6-15,1-3-13 16,8-3 15-16,3-4-13 0,6-4 3 16,4-5 1-16,8-4 14 15,7-6-14-15,7-4-1 16,6-3-3-16,3-1-3 15,5-2-5-15,1 2 0 16,1 3 1-16,1 2-1 0,-2 4 0 16,1 2 0-16,-4 6 0 15,-6 3 0-15,-3 5 0 16,-7 3 1-16,-5 5-2 16,-8 3 1-16,-5 2-1 15,-5 2-6-15,-5 3-16 0,-6 2-13 16,-7 0-24-16,-6 2 16 15,-3-1-72-15</inkml:trace>
  <inkml:trace contextRef="#ctx0" brushRef="#br0" timeOffset="68521.11">17750 3612 251 0,'0'0'1'15,"0"0"1"-15,0 0-1 0,0 0-3 16,0 0 1-16,0 0 1 15,0 0 1-15,33 3-1 16,-13-3 0-16,4 0-1 16,0 0-3-16,4 0-9 15,0 0 13-15,1 0 0 0,-3 0 0 16,-2 0 0-16,-4 0 0 16,-3 0 0-16,-3 5 1 15,-4 3-1-15,-4 5 1 16,-2 2 1-16,-4 6 8 15,0 4-5-15,-7 7 2 0,-6 4-4 16,-3 7 2-16,-2 2-3 16,3 1 1-16,2 0-3 15,4-8-50-15,5-10-174 16</inkml:trace>
  <inkml:trace contextRef="#ctx0" brushRef="#br0" timeOffset="70511.78">20320 2805 174 0,'0'0'4'15,"0"0"11"-15,0 0 0 16,0 0-9-16,0 0-6 0,0 0 0 15,0 0 0-15,-6 39 1 16,6-23 0-16,0 4 0 16,0 4-1-16,4 5 1 15,1 7 0-15,-1 5 2 0,0 7-1 16,-1 5 3-16,0 8 1 16,-3 6-2-16,1 3 1 15,0 3 3-15,3 3-1 16,0 3-1-16,3-5 0 15,0-1-3-15,3-2 0 16,-1-3-1-16,0-4-1 0,-2-4 1 16,-1 1 0-16,-2-3 3 15,1-3 16-15,1-3 5 16,0-4-15-16,1-5-3 16,1-2 3-16,1-5-3 15,-2-4 3-15,1-4 0 0,-2-1-6 16,-3-4-2-16,-2-2 0 15,1-4-1-15,-2-2 0 16,0-4-1-16,0 0 0 16,0-2 1-16,-1-2 4 15,0 0 0-15,0-3-3 0,1 1-2 16,-1 0 0-16,1-2 1 16,0 0-2-16,-1-1 1 15,1 0-1-15,0-1 1 16,0 0 0-16,0-1 0 15,0 1 2-15,0 0-1 16,0 0 2-16,0 0 0 0,0 0-1 16,0 0-1-16,2 2 0 15,-1-2 0-15,2 1-2 16,0 0 2-16,3 0-2 16,0 1 0-16,3-1 0 0,2 2 0 15,4-2 1-15,5 2-1 16,4-2 1-16,5 1 2 15,7-3 1-15,5 3-1 16,7-2-1-16,6 0 0 16,5-1-2-16,7 0 3 15,5 0 1-15,1 0-3 0,3 0 0 16,4 0 1-16,2 0-2 16,3 0 1-16,1 0 0 15,1 0-1-15,-1 0 0 16,1 0 1-16,-2 0 0 0,0 0-1 15,-2 0 2-15,-1-2 1 16,0 1-2-16,-7-1 1 16,-2 2 1-16,-5-2-1 15,-5 1-2-15,-5 0 1 16,-8-1 1-16,-6 1 2 16,-6-1 0-16,-7 1-1 0,-3 1-1 15,-9 0-1-15,-4-1 1 16,-4 0-1-16,-1 1-1 15,-5-1 2-15,-2 1-2 16,-1 0-2-16,-1 0 2 16,0 0 0-16,0 0 0 0,-1-1 12 15,-4 0-7-15,-3-1-4 16,-1 1 1-16,-1-1-2 16,0-1 0-16,2 1 1 15,-1-1 0-15,1 1-1 16,4 1 0-16,0 0 0 0,2 0 1 15,2 0-1-15,0 1-1 16,0 0-4-16,0 0 4 16,9 0 1-16,3 0 2 15,4 0 1-15,2 0-1 0,4 0-1 16,1 0 0-16,-1 0 0 16,-2 0-1-16,-4 0 2 15,-3 0 5-15,-3 0-1 16,-4 2 2-16,-2 0 1 15,-4 3-3-15,0 1 4 16,-5 3 10-16,-7 4-12 0,-4 5-5 16,-3 5 3-16,1 5-5 15,1 2-2-15,6-3-63 16,8-9-167-16</inkml:trace>
  <inkml:trace contextRef="#ctx0" brushRef="#br0" timeOffset="71680.66">20412 4624 110 0,'-7'0'3'0,"-1"0"0"16,3 0 2-16,0 0-2 16,3 0-2-16,-1 0-1 15,2 0-1-15,-1 0 0 16,1 0-9-16,0 0-15 0,-1 0 21 16,-2-2 5-16,3 2 8 15,-1 0 11-15,-1-1 4 16,2 1-1-16,1 0-6 15,0 0 3-15,0 0-7 16,0 0-12-16,0 1 0 16,5 3 2-16,2 4 0 0,-1 2 2 15,4 1 5-15,3 6-2 16,2 3 4-16,5 4 0 16,4 5 6-16,5 4 1 15,5 6-2-15,6 4-2 0,6 5-6 16,4 7-4-16,5 0-1 15,4 4-3-15,3 0 1 16,2 0-1-16,2-1-2 16,0-5 0-16,-4-2 0 15,0-4 0-15,-4-4 1 16,-1-4-2-16,-5-4 1 0,-1-4-1 16,-5-2 2-16,-3-3 1 15,-3-3 9-15,-2-2-3 16,-4-4-1-16,-2-4 0 15,-3-2 0-15,-3-4-1 16,-3 0-4-16,-4-4 1 0,-4 0-2 16,-4-1 1-16,-4 0 0 15,-3-2-1-15,-1 0 0 16,-2 0 2-16,-1 0-4 16,0 0-47-16,-1-6-68 15</inkml:trace>
  <inkml:trace contextRef="#ctx0" brushRef="#br0" timeOffset="72041.17">21758 5633 446 0,'0'0'12'16,"0"0"-3"-16,0 0-12 0,31 17 4 0,-16-8-1 0,4 1 0 15,2 2-1-15,1 0-13 16,0 2 2-16,3-2 5 16,-3 1-18-16,-1-1 26 0,-2-1-1 15,-3-2 1-15,-4-1 0 16,-2-2 19-16,-6 0 1 15,-4-2-4-15,-1 1 20 16,-16 1-5-16,-7 2 13 16,-9 0-26-16,-7 5-14 0,-6-1-4 15,-2 1 0-15,0-2-46 16,6-6-72-16,6-5-115 16</inkml:trace>
  <inkml:trace contextRef="#ctx0" brushRef="#br0" timeOffset="73197.87">20234 2975 223 0,'0'0'3'0,"0"0"0"16,0 0 4-16,0 0-2 16,0 0-5-16,0 0-3 15,0 0 3-15,0 0 0 16,0 0 0-16,-1 36 0 16,-2-22-1-16,-1 5 1 0,-1 2-1 15,0 2 1-15,-1 1 0 16,1 1 0-16,0 0 0 15,0-2 1-15,0-2 0 16,0-3 0-16,2-4-1 16,1-4 1-16,0-5-1 0,-1-3 2 15,2-2 6-15,-1-4-3 16,1-7 5-16,0-2 1 16,1-5 1-16,0-2 1 15,0-3-8-15,1-4-3 16,3 1-1-16,2-1-2 0,-2 2 1 15,0 3 10-15,-3 5 31 16,0 5 2-16,0 4-13 16,1 5-6-16,3 3-13 15,1 0-16-15,6 10 1 16,5 1 6-16,10 4-2 0,4 0 0 16,10 2-5-16,5-3-31 15,7-5-63-15,4-7-70 16</inkml:trace>
  <inkml:trace contextRef="#ctx0" brushRef="#br0" timeOffset="74135.98">22474 4318 249 0,'4'-6'20'0,"0"-1"-9"16,1 1-1-16,1 4-9 16,1 0 0-16,-1 2-2 15,0 0-1-15,-1 0-3 0,1 0 1 16,0 0 2-16,0 0 2 16,-1 2 0-16,1 0 0 15,1 1 0-15,-1 0 3 16,4 4 8-16,3 1 16 15,4 3-7-15,3 4-5 16,4 2-6-16,2 3-8 0,3 4 0 16,1 1-1-16,-1 1-10 15,-2-2-50-15,-2-4-25 16,-3-5-125-16</inkml:trace>
  <inkml:trace contextRef="#ctx0" brushRef="#br0" timeOffset="77120.88">20592 3489 125 0,'0'0'5'0,"0"0"2"16,0 0-3-16,0 0 4 16,0 0-7-16,0 0 0 15,-28-16 0-15,28 15-1 0,0 0-2 16,0-1-2-16,0 1-8 15,0 0-5-15,0 0 8 16,1 1 1-16,-1 0 8 16,0 0 1-16,0 0 5 0,0 0 7 15,0 0 3-15,0 0-2 16,-1 0-1-16,1 0-2 16,-1 0-6-16,1 0-4 15,0 0-1-15,0 0-1 16,0 0 1-16,0 0 0 15,0 0 0-15,0 0 1 0,0 0-2 16,0 0 4-16,0 0 10 16,0 0 3-16,0 0 1 15,0 0 3-15,0-1-11 16,3-3-5-16,2 1-1 16,-1 0-2-16,3-2 0 0,2-2 0 15,-1 2 0-15,4-2 2 16,0-1 2-16,3 2 1 15,2-1-2-15,3-1 1 16,0 1-1-16,3 0-1 16,3 1 1-16,1-1-2 0,1 2-1 15,0-1 1-15,1 2 0 16,-2 1 0-16,1 0 0 16,-4 3 2-16,1 0 1 15,0 0 3-15,0 0-1 16,4 3 3-16,1 4 7 15,2 3 3-15,4 0-5 0,2 4-1 16,3 2-7-16,4 2 0 16,0 3-2-16,4 4-1 15,0 4-1-15,0 1 0 16,1 3-2-16,-1 3 0 0,-2-1 0 16,-1 0 0-16,-3-4 0 15,-2 1 0-15,-1-6 0 16,-1-2 0-16,0-5-2 15,2-3 2-15,1-5 0 16,3-10-23-16,-4-1-125 16</inkml:trace>
  <inkml:trace contextRef="#ctx0" brushRef="#br0" timeOffset="78298">20540 3486 134 0,'2'-3'3'0,"0"-1"4"16,2-1-2-16,1 2-1 0,0-1-2 15,0 0 1-15,-1-1 4 16,1 0 3-16,-2 1 0 16,3-2 3-16,-2-1-7 15,-1-1-1-15,1 0 12 0,0-4 4 16,1-3-7-16,0-3-4 16,2-6 2-16,3-5-4 15,4-8-1-15,4-7-3 16,5-6-4-16,5-5 1 15,4-3-1-15,2 5 0 0,3 0 0 16,-2 7 0 0,-1 8-1-16,-1 7 0 0,-4 4 1 15,-2 5 0-15,-3 3-3 16,-2 4-7-16,-2 2-21 16,-2-1-10-16,-5 1-38 15</inkml:trace>
  <inkml:trace contextRef="#ctx0" brushRef="#br0" timeOffset="79489.17">21042 2777 71 0,'0'0'15'16,"0"0"2"-16,0 0-8 0,0 0-6 15,0 0-1-15,0 0 0 16,0 0-2-16,0 0 0 16,0 0 1-16,0 0 0 15,0 0 2-15,0 0 9 16,0 0-1-16,0 0-9 0,15-11-2 15,-13 11 1-15,1-2 0 16,2 1 2-16,-2-1 2 16,1 0-1-16,0 1 0 15,2-1-1-15,-1 1-2 16,1 0 0-16,1 0 1 0,0-1-1 16,1 0 0-16,-1 1 0 15,3-1 1-15,2 2 5 16,-1-2 3-16,3 1-4 15,0 1 0-15,3-2 2 16,3 2 1-16,2 0-2 0,7 0-1 16,1 0-1-16,7 3 2 15,5 4 4-15,4 6-1 16,6 3 5-16,5 4-4 16,4 5-3-16,3 5-3 15,8 3 1-15,7 4-3 0,7 0 1 16,6 0-3-16,6-6-1 15,5-1 0-15,-3-9-6 16,-4-9-74-16,-9-12-110 16</inkml:trace>
  <inkml:trace contextRef="#ctx0" brushRef="#br0" timeOffset="80576.16">21995 3827 147 0,'0'-2'18'16,"1"0"3"-16,0 0-18 0,0-1 1 15,0 0 1-15,1 1-1 16,-2 0 0-16,0 1 6 16,0-1-4-16,0 0 3 15,0 1 4-15,-1-1 1 16,-1 1 3-16,0-1-4 15,0 2-4-15,0-2-4 0,1 2-2 16,1 0 0-16,-2-1 1 16,2 1 9-16,0-2 8 15,0 2-2-15,0-2-5 16,0-1-6-16,1-2-2 0,5-1 3 16,1-1 3-16,3-2 1 15,3-2-4-15,0-2 0 16,2 0-2-16,2-4-2 15,0-1 2-15,0 0-1 16,1-4-1-16,3-3 1 0,0-3-2 16,2-3-1-16,2-2-2 15,4-7-1-15,0-3 1 16,0-3-2-16,2-2-5 16,-2-3-6-16,-1 5 3 15,-6 1-10-15,-1 4 5 16,-2 6-4-16,-5 6-9 0,-4 2-47 15,-3-1-5-15</inkml:trace>
  <inkml:trace contextRef="#ctx0" brushRef="#br0" timeOffset="84617.08">21195 2935 154 0,'0'0'4'15,"0"0"10"-15,0 0-7 16,0 0 4-16,0 0 7 0,4-32-1 15,-4 29 0-15,0-2 0 16,0 0-1-16,-4 1-1 16,1 0 1-16,-3 0-3 15,1 1-2-15,-3 1-3 16,-2-1-1-16,-1 3-4 0,-2 0-1 16,-2 0 1-16,2 2-2 15,-3 4-3-15,1 1 6 16,2 3-3-16,-3 1 1 15,2 4-2-15,2 0-2 0,0 3 2 16,4 0-1-16,0 1 0 16,4 0-1-16,1 0 0 15,2-1 0-15,1 0 0 16,0-2 1-16,4 0-1 16,2-2 0-16,4-4-2 15,1-2 3-15,4-3-1 0,1-3 6 16,2-2-3-16,2 0 1 15,0 0-3-15,1-2-17 16,-2-3-26-16,-4-1-39 16</inkml:trace>
  <inkml:trace contextRef="#ctx0" brushRef="#br0" timeOffset="85153.52">21186 3086 198 0,'0'0'6'0,"0"0"29"0,0 0-15 15,0 0-4-15,0 0-9 16,0 0-5-16,0 0-2 16,0 0 0-16,0 0 0 0,0 0 1 15,-19 20-1-15,16-8 0 16,2 0 0-16,1 2 1 16,-1 0-1-16,1 0 0 15,0 0 0-15,0-2 0 16,3-2 0-16,3-1 0 0,-1-4 0 15,1-2-1-15,1-3-3 16,0 0-1-16,1-8 3 16,1-2-1-16,0-5 2 15,1 0-2-15,1 0-6 16,-4 1-1-16,-2 2 4 0,-1 3 5 16,0 3 1-16,-3 3 2 15,-1 3 8-15,0 0 4 16,0 0-12-16,0 5-1 15,-3 2 1-15,1 2 1 16,2 1-1-16,0 0-2 0,0 0 0 16,6 0 0-1,2 0 0-15,-1 1 1 0,1-2-1 16,1-1-7-16,-1-1-33 16,-3-3-51-16</inkml:trace>
  <inkml:trace contextRef="#ctx0" brushRef="#br0" timeOffset="85544.29">21344 3156 304 0,'0'0'7'0,"0"0"2"0,0 0-11 15,0 0-1-15,0 0 1 16,0 0 2-16,0 0 0 16,-9 35 0-16,9-25 0 0,0 2 0 15,0-1 0-15,0 0 0 16,0 2 2-16,0-3-2 16,1 0 0-16,-1-3 0 15,0-3 1-15,0-2-1 0,0-2 2 16,0 0 3-16,0-3-2 15,0-7-2-15,0-3 3 16,4 0-2-16,4-2-2 16,2 1 0-16,3 1 0 15,0 3-6-15,0 4-24 0,-1 2-5 16,0 3-13-16,-1-1-28 16</inkml:trace>
  <inkml:trace contextRef="#ctx0" brushRef="#br0" timeOffset="85883.69">21475 3177 299 0,'0'0'6'16,"0"0"0"-16,0 0-8 15,0 0 1-15,0 0 0 16,-5 33 2-16,6-21-1 16,3-1 0-16,-1 1 1 0,-1 1-1 15,1-1 0-15,-1 0 1 16,-2 0-1-16,1-3 0 16,0 0 0-16,0-3 1 15,-1-1-1-15,0-4 1 16,1-1-1-16,2 0 1 0,0-6 17 15,4-5-12-15,2-4-4 16,2-4-2-16,2 3 0 16,0-2-2-16,2 4-27 15,-2 2-14-15,-2 3-18 16,-3 2-62-16</inkml:trace>
  <inkml:trace contextRef="#ctx0" brushRef="#br0" timeOffset="86332.2">21619 3294 205 0,'0'0'7'16,"0"0"-5"-16,0 0-2 15,0 0 2-15,0 0 9 16,0 0 9-16,30 2 0 0,-22-8-1 15,0 2-6-15,-1-1-5 16,2-3-2-16,-2 2-2 16,-1-1-1-16,-1 0-1 15,0 1-1-15,-1-1 0 16,-1 1 0-16,-1 0 0 0,-1 0 3 16,-1 2-1-16,0 0 13 15,0 1 2-15,-5 1-9 16,-2 0-1-16,-2 2-1 15,-2 0-1-15,0 0-4 0,-3 6-1 16,3 2-1-16,0 3 0 16,0 2 0-16,3 0-1 15,2 2 0-15,5 2-1 16,1-1 0-16,0 0 0 16,7-1 1-16,4-1-1 15,4-1-2-15,2-3-5 0,3-4-37 16,0-4-6-16,0-2-50 15</inkml:trace>
  <inkml:trace contextRef="#ctx0" brushRef="#br0" timeOffset="86820.06">21962 3245 274 0,'0'0'3'0,"0"0"14"0,-40 0-10 15,24 0-1-15,2 7-1 16,-2-1 2-16,1 0 6 16,1 1 6-16,0 2-10 15,4 0-2-15,0 1-5 0,3-1 0 16,1 2-2-16,1-1 0 15,3 0-1-15,0 0 1 16,2 0-1-16,0-3 0 16,0 0-1-16,0-3-7 15,2-4-4-15,4 0 6 0,4-7 6 16,3-6 1-16,2-7-2 16,3-6 0-16,4-2-5 15,0-4-10-15,-2 1-3 16,-2 1 4-16,-5 4 10 15,-4 5 5-15,-4 4 2 0,-3 7 14 16,-2 2 14-16,0 8 0 16,-5 0-3-16,-2 5-20 15,-3 6-6-15,-1 5 3 16,1 3-2-16,1 3-1 16,4 1-1-16,5 1-2 0,0 3 1 15,0-4-12-15,7-4-82 16</inkml:trace>
  <inkml:trace contextRef="#ctx0" brushRef="#br0" timeOffset="89607.17">22359 5575 331 0,'0'0'7'0,"0"0"-8"16,0 0 0-16,0 0 2 15,0 0 2-15,26 38-2 16,-12-23 0-16,2 2 2 0,2 1-2 16,3-1 0-16,-2 1 1 15,2-2-2-15,-3 1 0 16,0-2 1-16,-2-1-2 15,-5-2 0-15,0-2-17 16,-5-1-46-16,-4-5-13 0</inkml:trace>
  <inkml:trace contextRef="#ctx0" brushRef="#br0" timeOffset="89871.96">22543 5679 391 0,'0'0'8'0,"-31"20"-3"16,16-1-3-16,-1 3 0 15,-1 3-2-15,-1 4-1 16,0 2 2-16,-1-1-2 0,0-1-8 16,2-4-53-16,2-4-23 15,5-8-5-15</inkml:trace>
  <inkml:trace contextRef="#ctx0" brushRef="#br0" timeOffset="90107.29">22783 5744 480 0,'0'0'27'0,"0"0"-25"16,0 0-4-16,3 34 1 15,-3-14 2-15,0 2-2 0,0 2-15 16,-1 1-19-16,-3-4-38 16,1-5-45-16</inkml:trace>
  <inkml:trace contextRef="#ctx0" brushRef="#br0" timeOffset="90618.3">23150 4329 284 0,'0'0'90'0,"0"0"-82"16,0 0 6-16,0 0-18 16,0 0 1-16,0 0 3 15,20 34 0-15,-7-11 0 16,0 3 2-16,4 3-1 0,3 2-1 15,1-1 1-15,0 1-2 16,-1-1 2-16,1-4-2 16,-4-6-6-16,-3-5-95 15,-2-10-34-15</inkml:trace>
  <inkml:trace contextRef="#ctx0" brushRef="#br0" timeOffset="90881.11">23371 4401 448 0,'0'0'5'0,"0"0"7"16,-36 13-11-16,22 4-2 15,-2 4 1-15,-4 6 1 0,0 2-1 16,-1 1-1-16,0 3 1 15,0-2 0-15,2 1-1 16,2-1-6-16,3-3-54 16,4-6-52-16,2-9-75 15</inkml:trace>
  <inkml:trace contextRef="#ctx0" brushRef="#br0" timeOffset="91288.05">23491 4675 516 0,'0'0'3'16,"0"0"31"-16,0 0-13 15,0 0-16-15,0 0-5 0,0 0-1 16,0 0 0-16,29-23 0 15,-24 26-1-15,-2 1-2 16,-3 2-1-16,0 2 1 16,0 3-3-16,-4 2-2 0,-3 0-8 15,-1 4-8-15,1 0-3 16,0 0 3-16,0 0 8 16,2-3-15-16,3 0-6 15,-3-3 40-15,2-2-1 16,2-1 2-16,0 0-1 15,1-3 2-15,0 1-1 0,3-1 0 16,6-1 3-16,5-3 4 16,6-1 1-16,6 0-2 15,9-9-1-15,3-5-4 16,0-6-3-16,-1-6-86 0</inkml:trace>
  <inkml:trace contextRef="#ctx0" brushRef="#br0" timeOffset="92230.21">19632 2733 332 0,'0'0'2'0,"0"0"6"16,0 0 6-16,0 0-10 0,0 0-11 15,0 0 5-15,0 0 1 16,40 5 1-16,-21 7 0 16,1-1-1-16,-1 2 1 15,0 0-1-15,0-3 1 16,-3-1-7-16,-2-3-27 15,0-1-14-15,-3-5-26 0,-3 0-74 16</inkml:trace>
  <inkml:trace contextRef="#ctx0" brushRef="#br0" timeOffset="92418.28">19928 2652 347 0,'0'0'4'15,"0"0"-2"-15,0 0-2 16,-28 43 2-16,13-15 2 0,-2 5 0 16,-1 8-2-16,-3 4 0 15,4 3-1-15,3 6-2 16,4 1 0-16,8-1 0 16,2-5-1-16,0-12-91 15</inkml:trace>
  <inkml:trace contextRef="#ctx0" brushRef="#br0" timeOffset="120751.01">20433 4647 146 0,'0'0'8'0,"0"0"3"0,0 0 2 15,0 0 1-15,0 0-3 16,0 0-6-16,0 0-3 16,0 0 1-16,0 0 2 15,-26-26 3-15,25 24 4 0,1 1 2 16,-1 0 2-16,-1 1-2 16,0 1-4-16,-2 10-8 15,-3 11-1-15,-5 11 2 16,-5 14 1-16,-4 11-1 0,-5 12-2 15,-6 10 0-15,-3 5 0 16,1 1 0-16,-1 4-1 16,1-4 0-16,0-5-1 15,2-5 1-15,1-5 0 16,0-6 0-16,1-9 0 16,2 0 1-16,3-6 0 0,1-3 0 15,3-3 0-15,3-3 2 16,1-3-1-16,2-4-1 15,4-5 0-15,0-5-1 16,3-4 0-16,1-5-1 16,2-2 0-16,-1-5-4 0,0-4-69 15,0-4-153-15</inkml:trace>
  <inkml:trace contextRef="#ctx0" brushRef="#br0" timeOffset="121026.23">19714 5856 302 0,'0'0'13'0,"0"0"17"15,0 0 18-15,0 0-20 16,0 0-20-16,0 0-8 0,0 0 2 16,-18 33-1-16,18-7 1 15,2 3-1-15,-1 2-1 16,2 1 0-16,-1-3-1 15,0-2-1-15,-2-6 0 16,2-4 1-16,-1-6 1 0,3-6 0 16,3-5-2-16,3-6 4 15,7-10-2-15,7-5 0 16,8-9-39-16,9-6-61 16,2-2-70-16</inkml:trace>
  <inkml:trace contextRef="#ctx0" brushRef="#br0" timeOffset="121385.94">19940 6241 469 0,'0'0'-4'0,"0"0"14"16,0 0 1-16,0 0-8 15,39-25-2-15,-17 33-1 16,5 6 1-16,4 2-2 0,1 6 1 15,1 0-1-15,-2 2-4 16,-2 1-6-16,-4-2-79 16,-8-6-41-16,-6-7-102 15</inkml:trace>
  <inkml:trace contextRef="#ctx0" brushRef="#br0" timeOffset="121605.98">20038 6193 415 0,'0'0'14'16,"0"0"14"-16,0 0-9 16,0 0-17-16,-29 20 1 15,26 3-2-15,-1 8 1 0,-1 4-1 16,2 5-2-16,-2 1-1 15,1 1-2-15,1 0-4 16,-1-7-91-16,1-10-87 16</inkml:trace>
  <inkml:trace contextRef="#ctx0" brushRef="#br0" timeOffset="121891.85">20351 6417 411 0,'0'0'8'0,"0"0"17"16,13-31 7-16,-9 21-8 16,3 3-7-16,3 1-13 0,0 1-3 15,4 3 0-15,0 2-1 16,3 0-1-16,1 0-1 15,-1 4-8-15,-2 5-31 16,-3 0-32-16,-4 3-18 16,-5 1 23-16,-3 2-8 0,-2 0-47 15</inkml:trace>
  <inkml:trace contextRef="#ctx0" brushRef="#br0" timeOffset="122059.17">20457 6507 85 0,'0'0'54'0,"0"0"-28"16,0 0-9-16,0 0 6 0,22 33 20 15,-2-25-9-15,0 1-10 16,1-1-12-16,0 1-3 16,-6 1-1-16,-2 0-4 15,-7 0-1-15,-6 5 1 0,-4 0 6 16,-19 5 30-16,-11 6-7 16,-10 3-26-16,-9 3-7 15,-8 3-2-15,-2-2-33 16,1-7-147-16</inkml:trace>
  <inkml:trace contextRef="#ctx0" brushRef="#br0" timeOffset="122581.84">19721 5168 453 0,'0'0'10'0,"40"6"-6"0,-3 5-2 16,16 8 2-16,12 7 0 15,14 7 1-15,8 7-3 0,5 1-1 16,1 2-1-16,-5-3-1 16,-3-1-1-16,-12-4-3 15,-13-8-1-15,-13-6-31 16,-13-5-71-16,-13-11 4 0</inkml:trace>
  <inkml:trace contextRef="#ctx0" brushRef="#br0" timeOffset="122833.51">19972 4882 474 0,'0'0'15'0,"-38"-3"6"15,33 16 4-15,5 26-18 0,8 22 10 16,10 28 21-16,5 22-10 16,5 24-4-16,7 14-17 15,4 12-7-15,1 0-4 16,1-13-10-16,-3-22-161 15</inkml:trace>
</inkml:ink>
</file>

<file path=ppt/ink/ink1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11T11:48:09.449"/>
    </inkml:context>
    <inkml:brush xml:id="br0">
      <inkml:brushProperty name="width" value="0.05292" units="cm"/>
      <inkml:brushProperty name="height" value="0.05292" units="cm"/>
      <inkml:brushProperty name="color" value="#FF0000"/>
    </inkml:brush>
  </inkml:definitions>
  <inkml:trace contextRef="#ctx0" brushRef="#br0">623 1653 262 0,'0'0'3'0,"0"0"1"0,0 0 2 0,0 0 9 16,0 0-7-16,0 0-3 16,0 0-5-16,0 0 0 15,0 0 0-15,0 0 0 16,0 0 0-16,-5 16 0 16,9-8 0-16,0 4 0 0,3 0-1 15,0 1 1-15,1 3 1 16,1 3-1-16,2 2 0 15,-1 2 0-15,2 4 1 16,0 4-1-16,1 5 1 16,1 5-1-16,-3 4 1 0,3 5 0 15,-1 3-1-15,1 4 1 16,1 1 0-16,0 0 0 16,0 0 2-16,2-2 3 15,-2 2-1-15,3-1 4 16,-1 1-1-16,2 3-1 0,-3 2-3 15,2 3 4-15,0 0 1 16,-2 2 0-16,-1 3 2 16,-2 0-2-16,1 0-6 15,0 5 0-15,-3 0-1 16,-1 0-2-16,2-2 1 0,-2-3-2 16,0-1 2-16,0-4-1 15,-3-1 1-15,2-1-1 16,-2-1 0-16,0 1 1 15,0-3 2-15,0 0 1 16,-2-3 0-16,1-2 5 0,1 0-6 16,-1-5-2-16,-2-3 2 15,1-2 0-15,-1-3-1 16,-1-5-1-16,0-4 1 16,1-5 1-16,1-1-3 15,-2-3 2-15,1-4-2 16,-1-1 0-16,0-3 1 0,1-2-1 15,-1-3 0-15,-2-1 0 16,2-3 1-16,-3-1-1 16,0-2 0-16,1-2 1 15,-1 0 0-15,0-2 0 0,0 0 0 16,0-1 4-16,0 0-2 16,2 0-1-16,-2 0 1 15,3 0 0-15,1 0 1 16,0 0 1-16,2 0-3 15,3 0 1-15,1 0 1 16,4 0-1-16,3-1 4 0,5-3 2 16,4-3-1-16,4-2-3 15,5 0-3-15,4-4-1 16,5 1-1-16,4 1 1 16,4-2 0-16,2 4-1 15,2-2 0-15,2 1 0 0,1 0 0 16,3-1 0-16,3 2 2 15,2-2-1-15,4 1-1 16,1-2 0-16,1-1 1 16,1 1-1-16,0-3 1 15,1 1 0-15,1 2 1 0,1-3 0 16,2 2-2-16,-2 1 2 16,0-1-2-16,0 2 2 15,-4 0-2-15,2-1 3 16,-3-1 0-16,-2 1 3 15,0-1 1-15,-2 0 2 0,-5 1-4 16,-1 2 5-16,-3-2-2 16,-2 2-5-16,-4 1 2 15,-2 0-3-15,-4 0-1 16,-2 1 0-16,-5-1 0 16,-1 4 0-16,-6-2-1 15,-3-1 0-15,-4 3 0 0,-3-2 0 16,-3 2 0-16,-3 0 0 15,-2-1 1-15,-3 2-1 16,-2 0 0-16,-2 0 1 16,0 1-1-16,-2 1 0 0,-2 1 0 15,-1 0 0-15,0 0 1 16,-3 0-1-16,1 1 0 16,-1 0 0-16,0 0 0 15,0 0 1-15,0 3-2 16,-4 5 1-16,-5 1-3 15,-1 2 2-15,-2 2-11 0,-2-3-22 16,0 0-2-16,-1-5-4 16,1 0-5-16,-1-5-23 15,0 0 9-15,3-7 30 16,0-2 17-16,2-2 7 16,3-2 7-16,-1 3 1 0,3-1-1 15,2 2-1-15,0 3 1 16,1 1-1-16,0 2 2 15,2 1 7-15,-1 0-1 16,-1 2-2-16,2 0-2 16,0-1-4-16,0 1 0 0,0 0-1 15,0 0 0-15,0 0 1 16,0 0 0-16,3 0 3 16,0 0 3-16,0 0 19 15,1 0 11-15,3 0-7 16,3 2-4-16,0 1-5 15,2 1-4-15,4 2-7 0,3 0 2 16,-1 1-4-16,4-1-4 16,0 2-1-16,1-4-1 15,-2 2-2-15,-2-2 0 16,-3-3 0-16,-3 0 0 16,-4 0 0-16,-5-1 1 0,-2 0-1 15,-2 0 4-15,0 0 53 16,-6 2-8-16,-10 3-32 15,-6 10-4-15,-8 12 0 16,-6 15-12-16,-6 9 1 0,3 13-2 16,0 3-3-16,5-13-57 15,0-23-164-15</inkml:trace>
  <inkml:trace contextRef="#ctx0" brushRef="#br0" timeOffset="1183.48">1315 4635 144 0,'0'0'4'0,"0"0"-2"15,-34 0 7-15,21 0 24 16,2 0-21-16,-1 0-4 0,0 0-1 15,-1 0 2-15,3 0 3 16,0-2 1-16,0 1 5 16,3-2-3-16,-2 2 1 15,2-1-5-15,1 1 1 16,-1 0 2-16,1-1 10 0,1-1-1 16,0 0-7-16,1 1 0 15,1-1-2-15,1 1-2 16,2 2-4-16,0-1-5 15,0 1-3-15,6 0-3 16,5 4 3-16,6 8 0 0,4 8 2 16,7 6-1-16,3 11 0 15,8 7 3-15,5 8-2 16,6 9 2-16,5 6 2 16,5 3 6-16,4 4-5 15,2 2-6-15,2 3 0 0,1 0 1 16,-1-3-2-16,0 2 1 15,-2-2 2-15,0-2 5 16,1-1 2-16,-3 0-3 16,-4-4-2-16,-1-5-4 15,-6-5 1-15,-1-5 0 16,-3-3 2-16,-2-5 0 0,-3-4 1 16,-4-3-3-16,-2-2 0 15,-4-3 0-15,-4-3 0 16,-5-4-1-16,-1-2-1 15,-4-2 2-15,-2-3-1 16,-4-2-1-16,-1-3 0 0,-2-1 0 16,-3-5 0-16,-2 1 0 15,-3-5-1-15,1-1-3 16,-4-2-16-16,0-2-30 16,-5 0-36-16,-7-4-45 15</inkml:trace>
  <inkml:trace contextRef="#ctx0" brushRef="#br0" timeOffset="1500.04">2437 6708 387 0,'0'0'9'0,"0"0"3"16,0 0-8-16,-13-31 11 16,18 18-10-16,9-1-3 0,5-4 0 15,4 2 0-15,7 1-1 16,2 2 2-16,2 1-3 15,3 4 0-15,-2 1 0 16,-3 1-1-16,-2 1-1 16,-3 0-2-16,-4 0-13 15,-6-2-76-15,-10-3-11 0</inkml:trace>
  <inkml:trace contextRef="#ctx0" brushRef="#br0" timeOffset="1783.48">2732 6005 509 0,'0'0'27'16,"0"0"-11"-16,0 0-15 15,4 44-2-15,-1-15 2 16,1 12 0-16,2 8-1 16,1 8 0-16,-1 6 0 0,2 5-2 15,1-1-6-15,3-5-46 16,-1-4-54-16,-1-13-31 16</inkml:trace>
  <inkml:trace contextRef="#ctx0" brushRef="#br0" timeOffset="2391.14">2898 6786 254 0,'0'0'10'0,"0"0"3"0,0 0-13 16,21 33 1-16,-5-15 0 15,4 4 4-15,5 2 0 0,3 4-2 16,6 2-1-16,0 2-1 15,-1 3-1-15,1-1 0 16,-3-1-1-16,-4-4-1 16,-5-2-10-16,-5-7-72 15,-5-4-93-15</inkml:trace>
  <inkml:trace contextRef="#ctx0" brushRef="#br0" timeOffset="2701.23">3183 6755 465 0,'0'0'-2'15,"0"0"14"-15,0 0-3 16,0 0-6-16,0 0-2 16,-30 24 0-16,21 3-1 0,-3 9 2 15,-2 10-3-15,-6 9 1 16,-4 6-4-16,-6 2-1 16,0 1-13-16,-3-1-64 15,2-10-17-15,4-9 35 16,3-13 21-16,6-14-13 15</inkml:trace>
  <inkml:trace contextRef="#ctx0" brushRef="#br0" timeOffset="3157.71">3432 7148 496 0,'0'0'15'0,"-17"30"-13"0,11-4-3 16,2 5 1-16,1 7 0 15,0 2-2-15,3 3-2 16,-3-3-58-16,1-6-102 16</inkml:trace>
  <inkml:trace contextRef="#ctx0" brushRef="#br0" timeOffset="3806.51">4365 3803 367 0,'0'0'10'16,"0"0"-12"-16,40 35 3 0,-15-14 1 15,1 4 0-15,5 2-2 16,-3-1 0-16,-1 2-1 16,-5-3-2-16,-2-3-1 15,-5-1-4-15,-6-4-19 16,-6-4-81-16</inkml:trace>
  <inkml:trace contextRef="#ctx0" brushRef="#br0" timeOffset="4099.27">4635 3716 371 0,'0'0'7'16,"0"0"13"-16,0 0 16 15,0 0-8-15,0 0-19 16,-34-15-8-16,24 28 1 16,-2 5 0-16,-4 6-2 0,-3 8-1 15,-3 6-1 1,-3 5-1-16,-3 3-20 0,1 2-72 15,-2-3 21-15,6-4-24 16</inkml:trace>
  <inkml:trace contextRef="#ctx0" brushRef="#br0" timeOffset="4610.27">4691 4110 140 0,'0'0'51'0,"0"0"-46"15,-11-29-2-15,11 17 15 16,0 2-7-16,5-2-8 16,3 3 0-16,4-1-6 15,1 3 3-15,2 2 4 16,1 2-3-16,1 3-1 15,1 2 0-15,-4 8 0 0,0 5 0 16,-4 4 1-16,-3 6-1 16,-5 6 1-16,-2 2 1 15,1 2 1-15,-9 2 2 16,-1-3 2-16,1-5 8 0,2-7 10 16,0-4-1-16,5-4-7 15,1-6-5-15,3-3-9 16,12-5-2-16,10 0 11 15,12-15 27-15,17-10 4 16,13-14-27-16,14-8-13 16,4-9-4-16,-7-4-54 0</inkml:trace>
  <inkml:trace contextRef="#ctx0" brushRef="#br0" timeOffset="5766.54">1329 3498 251 0,'0'0'2'0,"0"0"0"0,-35 0 1 15,28 0 10-15,2 0-3 16,1 0-7-16,1-1 1 15,3 0-3-15,-1 1 0 0,1 0-3 16,0-2-1-16,0 1-1 16,4-1 3-16,3 0 0 15,3-1-1-15,3 0 0 16,5-1 5-16,0 0-3 16,2 2 1-16,4 2 0 0,0 0 0 15,3 3 0-15,4 9 0 16,2 3 4-16,4 4 0 15,5 4 5-15,3 4 2 16,4 4-1-16,3 1 1 16,3 1-3-16,4 0-1 0,3 1 0 15,1-4-5-15,5 0-2 16,2-2 0-16,-1-2-1 16,0-1 0-16,3 2 0 15,-2-1 1-15,0 0 0 16,1-1 1-16,1 0 10 0,1-2 11 15,2-3 32-15,0-7-53 16,0-7-1-16,1-6 0 16,-1-14-2-16,-3-16-2 15,-8-16-96-15,-11-12-223 16</inkml:trace>
  <inkml:trace contextRef="#ctx0" brushRef="#br0" timeOffset="7092.74">1248 3363 199 0,'2'-14'2'0,"1"-2"-2"16,2-3 1-16,1-2 1 0,1-3 3 16,1-3 0-16,2-2-1 15,3-4 0-15,-1-1-1 16,3-4-1-16,0 2 2 15,0-1-3-15,0 2 1 16,-1 4-1-16,-1 3-1 0,-2 5 0 16,-1 5 0-16,1 3 1 15,-5 5-1-15,3 3 1 16,-3 3-1-16,0 3 0 16,-2 1 0-16,2 0 0 15,-3 2 1-15,2 5 1 16,0 1-1-16,2 0 0 0,1 0-1 15,1 1-1-15,-1-1-11 16,-1-1-71-16</inkml:trace>
  <inkml:trace contextRef="#ctx0" brushRef="#br0" timeOffset="8450.25">1416 3064 327 0,'0'0'4'0,"0"0"-1"0,0 0 13 15,0 0 8-15,0 0-16 16,0 0-8-16,0 0 0 16,0 0 0-16,0 0 0 15,27-24 0-15,-12 19 1 0,1 0-1 16,1 2 0-16,0 1 0 16,-2 1 0-16,2 1-1 15,0 0 1-15,1 1 0 16,-1 2 1-16,2 0-1 15,-1 0 0-15,2-2 1 0,-2-1-1 16,1 0 1-16,1-2 1 16,-1-6 3-16,-1-5 1 15,-1 0 4-15,1-7 3 16,2-3 0-16,-1-3-3 16,3-6-1-16,-1-4 0 0,1-4-4 15,3-4-2-15,-1-3-2 16,1-1 0-16,-2 0 1 15,1-1-2-15,-1 3 0 16,1 1 0-16,-1 4 1 16,1 1-1-16,-1 2 1 0,4 0-1 15,0 2 0-15,3-3 1 16,-2 0 0-16,1 0-1 16,1 1 2-16,0 3-2 15,-1 2 1-15,-2 3-1 16,-1 4 0-16,1 1 0 0,0 0-1 15,0 2 2-15,0 1-1 16,0-1 0-16,1 2 0 16,-1 3 0-16,-2 0 0 15,2 1 0-15,-1 2 0 16,1 0 1-16,-2 0-1 0,2 2 0 16,0 0 0-16,-2 1 0 15,1 0 0-15,-1 3 0 16,-2 1 0-16,-1 0 0 15,-1 4 0-15,-2 1 0 16,1 3 0-16,-1 0 0 0,-1 1 0 16,-1 8 0-16,1 1 0 15,-1 2 1-15,-1 4-1 16,2 2 0-16,-5 2 1 16,4 6-1-16,-3 2 1 15,0 4-1-15,-2 3 0 16,0 4 1-16,-1 2-1 0,-1 3 1 15,-1 1-1-15,-1 3 1 16,-1-1 0-16,0-1 1 16,-3-2 0-16,2 1 1 15,-3-3-1-15,1-1-1 16,-1-2 1-16,-2 1-2 0,2 1 0 16,1-4 2-16,-2 0-2 15,-1-2 1-15,1 0 1 16,0-3-2-16,-2 1 1 15,2-1 0-15,-2 0 0 16,1-3 0-16,1-1 1 0,-1-1 2 16,1-3 0-16,0 0 1 15,1-2 2-15,2 0-3 16,1 0-1-16,-2 1-1 16,3 3 1-16,-1-1 0 15,3 2 1-15,-2-1 3 0,3 1-2 16,2-1-2-16,-2 0-1 15,3-1-1-15,2 1 0 16,-1 0-1-16,1-2 1 16,1 1-1-16,1 0 0 15,0-2 0-15,-2-3 1 0,0-2-1 16,0-2 1-16,-1-3 1 16,-1-4 0-16,-1 0 2 15,0-2 0-15,-2-2 6 16,1-3-4-16,-2 1-1 15,-1 0 0-15,0-2-2 0,-1 0-1 16,-1-1-1-16,0 0 1 16,-2 0-1-16,0 0 1 15,-1 0-2-15,0 0 1 16,0 0 0-16,-3 0 0 16,0 0-1-16,0-1 0 0,1-1 2 15,-1-2-4-15,0-2 1 16,0-2-15-16,-1-5-54 15,-8-4-103-15</inkml:trace>
  <inkml:trace contextRef="#ctx0" brushRef="#br0" timeOffset="9418.57">2857 3920 297 0,'-6'-5'2'0,"-1"-1"-2"0,0 3 2 16,4 1-1-16,1 0 1 16,1 2-1-16,-1-1-1 15,2 1 2-15,0 0-1 16,0 0 0-16,0 0 0 0,0 0-2 15,0 0 0-15,2 1 2 16,3 4 0-16,-2 0-1 16,4 2 1-16,0-2 0 15,3 3 0-15,0 0 2 16,3 1 1-16,4-1 3 0,2 0 10 16,2 0-2-16,4-3-8 15,2 1-1-15,2-2 1 16,1 0-2-16,2-2 3 15,1 0 0-15,-1-2-1 16,0 0 1-16,0 0 6 0,-1-5 3 16,1-3-3-16,0-2-5 15,-3-1-1-15,-1-4 1 16,-3 0 0-16,1-2 6 16,-5-4-2-16,0 0 0 15,-1-1-2-15,-3-1 1 0,-1 1-3 16,0-2-1-16,-2-1 2 15,-1 3 0-15,-1-1-3 16,-2-1-3-16,0 0-1 16,-1 0-2-16,-2 1 0 15,-3 1 1-15,2 1-2 0,-5 1 1 16,1 0-1-16,-2 0 1 16,0 2 0-16,0-2 0 15,0-1 1-15,-6-1 2 16,0 0 0-16,1 0-1 15,-3-1-1-15,-3-2 0 0,0 0 0 16,0-2 0-16,-3-1-1 16,1 0 0-16,-3-3 0 15,1-1 0-15,-2-2 3 16,1 3 2-16,-1-2 1 16,0 3-2-16,-1 2 1 15,3 1-1-15,-2 4-1 0,2 0 4 16,-1 3-1-16,5 2 0 15,-1 2-2-15,2 2-2 16,4 3-2-16,-1 1 0 16,2 2-1-16,1 2 0 15,1 0-1-15,-1 3 0 0,3 1-3 16,-4 0-14-16,1 1-32 16,-3-3-38-16,-5-1-60 15,-5-6-160-15</inkml:trace>
  <inkml:trace contextRef="#ctx0" brushRef="#br0" timeOffset="10341.07">1255 3242 216 0,'2'1'37'0,"-1"1"-28"0,1-2-10 0,2 2 2 0,1 1 1 16,1-1-2-16,1 1 0 15,-1 0 0-15,1 0 1 16,-1 0-1-16,-2-1 0 16,-1 0 1-16,0 0-2 15,0-1 1-15,-3-1 0 0,1 0 0 16,-1 1 1-16,0-1 2 16,0 1 3-16,-3-1-3 15,-2 2-3-15,-4-1 0 16,2 2 0-16,-2-1 0 15,-1-2 1-15,0 1-1 16,-2-1 1-16,1 0-1 0,-2 0 1 16,2 0 0-16,-1 0 1 15,-1-1 7-15,1-5 2 16,2-1 15-16,2-3 11 16,-1-1-10-16,4-3-4 15,0-4-5-15,2-3-10 0,3-6-5 16,0-4 0-16,5-4-2 15,5-4 0-15,4-3 1 16,2 1-1-16,4 1 0 16,2 2 0-16,3 2-1 0,3 3 1 15,2 5-1-15,5 1 0 16,1 5 1-16,6 4-1 16,4 3 0-16,3 4 0 15,5 3 0-15,3 2 2 16,5 0-4-16,4 2 0 15,-1-3-8-15,-4-5-150 0</inkml:trace>
  <inkml:trace contextRef="#ctx0" brushRef="#br0" timeOffset="14058.66">502 1621 172 0,'0'0'3'15,"0"0"-1"-15,0 0 10 16,-28-9 2-16,25 8-7 0,-2 2 0 15,3-1 5-15,2 0 1 16,0 5-11-16,0 6-1 16,0 7 2-16,3 3-2 15,4 3 0-15,0 4 0 16,-2 1-1-16,0 1 1 0,0 0-1 16,-3 0 0-16,-1 0 0 15,-1-1-1-15,0-1 1 16,-7-3 0-16,-1-2 0 15,-2-4 0-15,0-3 0 16,2-4 1-16,-2-4 0 0,1-5 3 16,1-3 18-16,3-3-4 15,0-9-7-15,3-6-8 16,2-5-1-16,0-5-2 16,9-2 2-16,1-1-4 15,3 2 2-15,0 2 0 0,-1 5 2 16,0 6-2-1,0 3 1-15,-1 6-1 0,-1 3 1 16,0 3 1-16,2 1 3 16,3 1 6-16,2 7 5 15,1-1 11-15,4 2-14 16,5-1-7-16,1-1-5 0,6-1-1 16,4-3 0-16,3-1-2 15,-1-2-8-15,-5-5-36 16,-7-12-240-16</inkml:trace>
  <inkml:trace contextRef="#ctx0" brushRef="#br0" timeOffset="14480.18">546 1119 341 0,'0'0'-18'0,"22"40"19"15,-6-20 5-15,5 3-4 16,3 2-2-16,4-2-1 15,-1-2 0-15,1-3-4 16,-3-4 0-16,-3-4-59 16,-7-7-113-16</inkml:trace>
  <inkml:trace contextRef="#ctx0" brushRef="#br0" timeOffset="14750.03">870 941 403 0,'0'0'15'0,"0"0"-8"16,0 0 1-16,0 0-5 0,0 0-2 16,-9 48 3-16,2-10 1 15,-1 13 9-15,-2 10-5 16,-2 10-4-16,2 5-3 15,-2 5-2-15,2-2 0 16,2-3-4-16,6-5-1 16,2-12 0-16,0-12-15 0,4-16-75 15,1-16-70-15</inkml:trace>
  <inkml:trace contextRef="#ctx0" brushRef="#br0" timeOffset="15376.57">452 766 347 0,'0'0'0'0,"-13"36"3"0,6-15 1 16,2-2-2-16,0 1-2 15,2-5-2-15,-1-3 1 0,3-4 1 16,-1-3-1-16,0-4 2 16,1-1 0-16,1-7-2 15,0-6 3-15,0-7-3 16,5-3 0-16,3-6 0 16,4 0 1-16,0 0 0 0,1 4 0 15,-1 5 0-15,-1 7-1 16,1 6 1-16,0 7 0 15,1 0 1-15,2 11 0 16,4 6 1-16,1 3 2 16,5 3 2-16,5 2 0 0,2-7-1 15,0-9-4-15</inkml:trace>
  <inkml:trace contextRef="#ctx0" brushRef="#br0" timeOffset="18576.25">12095 5788 211 0,'0'0'4'0,"43"0"-3"0,-16-5 2 16,8 1 16-16,3-1-1 16,7 1-10-16,6-2-1 15,2 2 2-15,3 0-4 16,5 0 0-16,4 2-3 15,3-1 0-15,2 2-1 0,7-1 1 16,2 1-2-16,3 0 0 16,3-1 0-16,0-1-2 15,0 1 4-15,-2-1-2 16,-2 0 0-16,-1-1 0 16,-2 1 0-16,-2 0-2 0,-2 0 0 15,-6-2-3-15,-5-2-110 16</inkml:trace>
  <inkml:trace contextRef="#ctx0" brushRef="#br0" timeOffset="19151.09">14969 5932 295 0,'0'0'8'0,"0"0"-2"16,0 0 17-16,0 0 8 15,4-30-25-15,16 24-5 16,10 1 0-16,12-2 0 0,11-1 1 16,14 2-1-16,10-1 1 15,9 2-1-15,9 0-2 16,6 1 1-16,8 1 0 15,7-1-1-15,3 0 1 16,4 2 0-16,1-3-2 0,-3 2 2 16,-4-2 0-16,-6-1 0 15,-6 1 0-15,-6 0 0 16,-6-1-2-16,-9-2-6 16,-11-3-120-16</inkml:trace>
  <inkml:trace contextRef="#ctx0" brushRef="#br0" timeOffset="20464.57">2680 2158 204 0,'0'0'38'0,"0"0"-35"0,-2-41 9 15,-1 28 26-15,2 4-10 16,-2 0-17-16,2 1-6 16,1 1 1-16,-3 2-2 15,1 0-1-15,2 1 2 16,-2-1 1-16,2-1-2 15,2-1-2-15,10-5-1 0,8-6 0 16,10-6 0-16,12-11 3 16,13-6 5-16,14-4 9 15,6-3-4-15,6-1-7 16,2 2-6-16,-2 4-1 16,-4 5 1-16,-8 4-4 0,-6 4 1 15,-5 5-2-15,-8 4-11 16,-6 2-57-16,-11 2-34 15</inkml:trace>
  <inkml:trace contextRef="#ctx0" brushRef="#br0" timeOffset="20791.22">3490 1326 274 0,'0'0'6'15,"22"-32"3"-15,-6 16 6 0,5 1 8 16,5 3-1-16,3 2-11 16,4 1-5-16,2 3-2 15,1 3 0-15,-1 2-3 16,-2 1-1-16,-4 1 0 15,-8 11 0-15,-7 4 0 16,-9 9-3-16,-8 10 1 0,-19 11 10 16,-14 10 4-16,-9 12-2 15,-7 5-1-15,2-1-10 16,8-7-3-16,14-12 1 16,13-16-9-16,15-19-62 15,4-17-80-15</inkml:trace>
  <inkml:trace contextRef="#ctx0" brushRef="#br0" timeOffset="21074.5">4315 991 496 0,'0'34'14'15,"0"6"-14"-15,0 11 4 16,3 15 8-16,7 10 7 16,3 10-13-16,1 10-3 0,4 0-4 15,-1-1-3-15,0-1-5 16,-1-6-16-16,-3-14-98 15,-4-16-73-15</inkml:trace>
  <inkml:trace contextRef="#ctx0" brushRef="#br0" timeOffset="21481.23">4291 1131 427 0,'0'0'6'0,"41"-53"-2"16,-15 35-4-16,4 6 1 15,5 9 0-15,-2 3 1 16,-2 13-1-16,-4 7-1 16,-5 6-3-16,-11 6 1 0,-9 4-3 15,-2 2-4-15,-13 3-7 16,-12 2 1-16,-9-2 1 16,-3 1-8-16,-5-4-7 15,0-4-37-15,7-7 36 16,5-7 14-16,8-6 17 15,9-7 0-15,6-5-32 0,7-2-48 16</inkml:trace>
  <inkml:trace contextRef="#ctx0" brushRef="#br0" timeOffset="21889.99">4671 1329 457 0,'0'0'5'0,"13"-33"-3"15,0 15 0-15,1-2-1 0,2-2 0 16,2 0-2-16,-1 0 1 15,-2-1-4-15,-1 1-28 16,-4 2-24-16,-3-1 8 16,-3 4 28-16,-4 4 14 15,0 3 7-15,-8 4 2 0,-7 6-2 16,-5 0 3-16,-3 7 10 16,0 7 9-16,-2 6 9 15,2 3-3-15,4 6-1 16,6 5-8-16,5 2-5 15,5 4-10-15,3-2-3 0,10 0-2 16,11-5-1-16,9-6-4 16,3-8-1-16,7-11-28 15,2-8-48-15,3-10-44 16</inkml:trace>
  <inkml:trace contextRef="#ctx0" brushRef="#br0" timeOffset="22384.6">5206 1076 456 0,'0'0'7'0,"0"0"23"16,0 0 14-16,0 0-2 16,0 0-13-16,-10-29-18 15,8 26-7-15,2 1-4 16,-3 0 1-16,-1 2-2 15,-2 0-2-15,-2 0-8 0,-8 5-10 16,-2 6 3-16,-4 3 16 16,-3 4 1-16,-1 2 0 15,2 1 1-15,2 2 0 16,2 0 3-16,5 2-4 0,3-2 2 16,4-1-3-16,3 1 0 15,3-3-2-15,2-2 1 16,0-3-16-16,5-5-9 15,5-5 1-15,2-5 13 16,1 0 10-16,0-10 4 16,5-5 1-16,-4-2-1 0,-1-2 1 15,0 2 0-15,-3 0 7 16,-3 4 0-16,-1 5 4 16,-2 1 4-16,-1 3-4 15,-1 2-4-15,-1 2-6 16,2 0 0-16,1 0-2 15,2 6 2-15,3 1-1 0,3 0-1 16,3-2 0-16,5-4 0 16,5-1-1-16,5-7 0 15,0-10-11-15,2-10-106 16,-5-6-143-16</inkml:trace>
  <inkml:trace contextRef="#ctx0" brushRef="#br0" timeOffset="22661.14">5392 739 433 0,'0'0'11'0,"0"0"14"15,0 0-10-15,0 0-4 0,0 0-11 16,-12 38 1-16,18-8 0 15,3 11 2-15,0 7 8 16,1 7-2-16,-2 1-5 16,1 0-3-16,-1 0-2 15,-1-4-2-15,-2-4-3 0,-3-9-46 16,-2-8-109-16,-2-12-129 16</inkml:trace>
  <inkml:trace contextRef="#ctx0" brushRef="#br0" timeOffset="23027.48">5320 1076 509 0,'0'0'-10'0,"5"-44"28"15,3 22 3-15,3 1-7 16,7 6-7-16,0 1-5 16,4 5-2-16,0 4 0 0,0 5 0 15,-4 0-3-15,-2 8-6 16,-7 5-23-16,-5 7-35 16,-4 2 15-16,-5 2 1 15,-5 0 30-15,-2-3 19 16,-1-1 8-16,2-4-3 0,4-1 4 15,3-3 20-15,4-1 2 16,1-1-2-16,14 3-13 16,8-3 2-16,13-1-3 15,13-4-3-15,18-5-1 16,16-7-8-16,18-20-3 16,10-16-204-16</inkml:trace>
  <inkml:trace contextRef="#ctx0" brushRef="#br0" timeOffset="35151.19">21459 2279 177 0,'0'0'2'0,"0"0"2"0,0 0-2 16,0 0-2-16,0 0 0 16,0 0 0-16,-28 28 1 15,24-17 0-15,0 2 0 16,-2 1 2-16,2 6 4 0,-1 3-1 16,-1 5 1-16,2 3-3 15,-2 9 0-15,2 3 5 16,1 8-1-16,-3 7 5 15,-1 6 6-15,1 7-10 16,-2 5 2-16,-2 5-4 0,0 4 1 16,-1 0 4-16,2 0-5 15,0-3 2-15,0-6-1 16,2-2 2-16,1-3-2 16,2-5-1-16,-1-4 4 15,2-3 4-15,1-3 2 16,0-2-4-16,1-4-2 0,-1-4-6 15,2-4 0-15,-1-3-1 16,0-6 1-16,0-5-2 16,0-5 0-16,0-4 1 15,-1-3-1-15,2-4 2 16,-1-1 3-16,1-4 1 0,0 0-1 16,0-2-2-16,0-2 2 15,0 1-1-15,3 0-2 16,-1-1 0-16,2-1 3 15,1 1-4-15,1-1-4 0,1 3 2 16,1-2 0 0,3 2-1-16,0 0-1 0,4 2 0 15,1-2-1-15,4 3 0 16,4-1 0-16,2-1 1 16,5 1 1-16,2-1 1 15,6 1-1-15,4 0 0 0,6 1 0 16,3 0 0-16,5 0 0 15,6 1 0-15,5-1 0 16,4 2-1-16,3-1 1 16,6 0-1-16,2-1-1 15,1 2 2-15,1-2-1 0,0 1 0 16,1-2 0-16,-2 0 0 16,2-2 1-16,-3-1-1 15,-2 2 0-15,-1-2 1 16,-3-1 0-16,-4 0 6 15,-4 0 0-15,-2 1-2 0,-6-1 0 16,-5 2-2-16,-7-1-1 16,-7 1-2-16,-7 1 0 15,-4-1-1-15,-6 0 0 16,-5-3-7-16,-6-2-68 16,-4-13-178-16</inkml:trace>
  <inkml:trace contextRef="#ctx0" brushRef="#br0" timeOffset="35918.44">21652 3305 231 0,'0'1'82'15,"0"-1"-78"-15,3 0 0 16,4 0-2-16,6 1 0 0,4 5 3 16,7 0-2-16,1 4 0 15,7 0-1-15,5 3 0 16,5 2-1-16,5 4 2 16,2 0-2-16,4 1 0 15,0 3-1-15,2 2 1 0,-3 1-1 16,0 2 0-16,-1 1 1 15,-3 0 1-15,1-1 2 16,-1 0 2-16,-1-1-1 16,1-4-1-16,0-3-3 15,-4-4 0-15,-1-3-1 16,-3-4-1-16,-3-3 1 0,-3-4-4 16,-4-2-2-16,-6 0-61 15,-5-8-53-15</inkml:trace>
  <inkml:trace contextRef="#ctx0" brushRef="#br0" timeOffset="37138.53">21552 3269 407 0,'0'0'4'0,"-3"-41"9"0,3 20 1 0,3 1 6 16,10-3-3-16,4-1-14 15,5-2-3-15,4-5 3 0,5-2-4 16,3-4-2-16,-2 1 4 15,2-2 1-15,-2 0-2 16,-3 0 0-16,-4 1-2 16,-4 0 2-16,-4 3 0 0,-4 2-1 15,-3 2 2-15,-4 6-1 16,-3 4 2-16,-1 3 0 16,-2 6 2-16,0 4 10 15,0 0-5-15,0 4-6 16,0 3-3-16,0 0-1 15,0 0-3-15,1 0 0 0,1 0 0 16,-1 3 3-16,1-1 1 16,-1 1 2-16,2 1-2 15,-2-3 0-15,1 2 1 16,-1-2 1-16,3 0-2 0,-1 1 3 16,2-2-3-16,4 2 0 15,1-1 2-15,5 2-1 16,4-1 0-16,4 1-1 15,5 0 0-15,4 1 1 16,6 2-1-16,4 0 0 16,4 2 1-16,1 2-1 0,3 1-1 15,-3 1 2-15,2 3-1 16,1-2 0-16,0 4 0 16,0 0 0-16,0 0 0 15,0 0 0-15,-1-1-1 16,0 1 2-16,-4-2-1 0,-1 1 0 15,-1-3 0-15,-4 1 0 16,-1 0 1-16,-3-2-1 16,-3 1 1-16,-2-3-1 15,-1 2 1-15,-3-1 0 16,-3-1 0-16,-2-2 2 0,-3-1 0 16,-3 0 2-16,-2-2-1 15,-1 0-1-15,-3-1 0 16,1 1-1-16,-3-3-1 15,0 2 0-15,-1-1-1 0,1 0 1 16,-3 0-1 0,2-1 0-16,-2-1 1 0,0 1-2 15,1 0 1-15,-2 1 0 16,1-1 0-16,-2 1-1 16,1-1 0-16,0 1-2 15,-3 0 2-15,0 0 1 16,0 0 0-16,0 0 0 0,0 0 0 15,-2 5 4-15,-4-1 4 16,-1 4-1-16,-5 6-1 16,-1 4 0-16,-4 6 0 15,-5 6-1-15,-2 5-1 0,-4 6-2 16,1 1 0-16,-2 4-1 16,0 1 1-16,2 1-2 15,2-3 1-15,3-1 0 16,2 0-1-16,2-6 0 15,3-1-1-15,5-4-1 16,2-2-2-16,4-3-16 0,3-4-32 16,1-7-78-16,0-9-141 15</inkml:trace>
  <inkml:trace contextRef="#ctx0" brushRef="#br0" timeOffset="38410.24">22246 5097 258 0,'0'0'4'15,"0"0"0"-15,0 0-6 16,0 0 3-16,10 42 0 15,-8-17 0-15,-1 6 3 0,0 9-1 16,-1 8 0-16,0 4-1 16,0 7-1-16,0 6 1 15,0 2-1-15,0 4 0 16,0 3 0-16,-5 5 0 16,-2 1 1-16,-1 0 0 0,0 0 0 15,-1-1 3-15,2-3 7 16,0-2 3-16,0-2 6 15,2-1 1-15,0-2-5 16,1-3-1-16,0 0 9 0,0-2-13 16,1-1 2-1,0-6-3-15,0-3-2 0,2-3-4 16,1-5 2-16,0-6-3 16,0-3 0-16,0-5 0 15,0-2-3-15,5-5 0 16,1-1 0-16,1-4 1 0,2-3-2 15,1-3 0-15,2-2 0 16,2 0 0-16,2-2 1 16,4-2 1-16,3 1 1 15,4-1 6-15,5-2-6 16,5 2-3-16,5-1 2 0,6 0 1 16,4-1 0-16,5 1 2 15,4 1-1-15,4 1-3 16,2 2 2-16,1 1-3 15,4 1 1-15,1 1-1 16,3 0 1-16,-1 1 0 0,4-2-1 16,1 3 0-16,-2-4 1 15,2 0 0-15,-5-1 0 16,4-3 0-16,-4 1 3 16,2-3 2-16,-1 1 1 15,0-1 0-15,-3-1 0 16,0 1-1-16,-3 0-2 0,-2-1-1 15,-4 3-3-15,-2 0 1 16,-4-1-1-16,-4 1-1 16,-5-1 1-16,-6 1-2 15,-7 1 0-15,-6-1-9 16,-7 0-29-16,-7-5-37 0,-7-3-111 16</inkml:trace>
  <inkml:trace contextRef="#ctx0" brushRef="#br0" timeOffset="40264.25">22543 6221 202 0,'0'0'4'15,"0"0"-1"-15,9-29-2 16,-4 14 2-16,4-4 5 15,3-2 3-15,1-4 6 0,1-3-2 16,2-2-4-16,1-4 0 16,3-4 5-16,2-1-2 15,1-2 0-15,2 2-3 16,-1 2 2-16,2 6-4 16,1 3-1-16,-2 5 1 0,0 6-5 15,0 3-3-15,0 3 0 16,0 1 2-16,-1 2-2 15,-1 3 0-15,2 3 0 16,-3 2 0-16,1 0 0 16,-2 0 1-16,-1 3-2 0,-3 2 1 15,1 2 1-15,-2 0 0 16,-2 0 0-16,-1 0 1 16,0 2 1-16,0 0 3 15,0 0 5-15,-2 1-6 16,4 1 1-16,0 2 0 15,0 0-2-15,2 2 3 0,1 1-4 16,3 4 0-16,2 0-1 16,5 1 0-16,-1 2 1 15,2 2 0-15,1 2-1 16,0-1-3-16,0 2 2 0,-1 0-2 16,2 0 1-16,0 1 0 15,-3 0 1-15,3 2 0 16,-2-1-1-16,1 0 0 15,-3-2-2-15,0-5 1 16,1-3-1-16,2-6 1 0,2-5-5 16,6-9 3-16,3-4-5 15,2-15-17-15,1-12-78 16,-3-12-184-16</inkml:trace>
  <inkml:trace contextRef="#ctx0" brushRef="#br0" timeOffset="41296.4">22578 6304 42 0,'0'0'24'0,"0"0"-5"0,0 0 2 0,0 0 1 16,31-12 5-16,-24 12-10 16,2 0-9-16,-1 0 2 0,0 0 1 15,1 0-3-15,0 5 2 16,0 0 0-16,0 4 9 15,0 0-3-15,1 6-2 16,0 0 0-16,0 4 4 16,3 3-4-16,0 3 7 0,4 1-5 15,1 1-6-15,5 1-4 16,0 0-2-16,0-2-1 16,2-1 2-16,-1 0-2 15,0-2-2-15,1 0 2 16,0 0-2-16,2-3 3 15,0 0 3-15,4 0 1 0,1-2 0 16,2-1-5-16,2-2 2 16,1-1 5-16,0-4-2 15,2-1-3-15,2-3 2 16,1-4-3-16,-1-1 0 0,-1-1-1 16,-1 1 0-16,-2-3 2 15,-1-2-3-15,-3-1 1 16,0-1-1-16,-1-1 0 15,-3-1 0-15,0 1 1 16,-1-1-2-16,-4 0 1 16,-1 0 1-16,-1-1 2 0,-3 3-2 15,-1-1-1-15,-3 2-2 16,-1 0 2-16,-4 3-2 16,-1-1 1-16,-4 3-1 15,-1-1 0-15,-1 0 0 16,-3 0 0-16,0 1-1 0,0 0 3 15,0 0 0-15,0 0 1 16,0 0 1-16,0 0-2 16,0 0-3-16,0 0 0 15,-2 2-1-15,0 1 0 16,-1 0 1-16,0 1-21 0,3-1-39 16,-1 0 8-16,1-1 2 15,0-2-81-15</inkml:trace>
  <inkml:trace contextRef="#ctx0" brushRef="#br0" timeOffset="41765.48">24115 6312 129 0,'0'0'39'0,"0"0"-9"15,-19 38-9-15,12-16 5 0,-2 4 1 16,1 7-6-16,-1 2-2 15,0 3-5-15,1 0-1 16,1-2-8-16,-1-1-4 16,1-3 0-16,2-6-5 0,2-2 3 15,-2-7-6-15,-1-4-46 16,2-8-57-16</inkml:trace>
  <inkml:trace contextRef="#ctx0" brushRef="#br0" timeOffset="43815.29">24115 2928 142 0,'0'0'2'15,"0"0"0"-15,-10-30 0 0,8 22 5 16,1 0 1-16,0 1-4 16,1 0 0-16,-2 2-2 15,1 0-1-15,1 0 0 16,0 1 0-16,-1 0-1 15,0-1 0-15,0 2 0 16,1 0 1-16,-1-1 4 0,0 1 19 16,1 3 2-16,-1 0-2 15,0 1-16-15,0 9-8 16,-2 7 0-16,0 6 2 16,-1 9 0-16,-2 7 1 15,-1 11 3-15,0 6 0 0,-2 7 2 16,-1 6 6-16,-1 2 0 15,0 2-3-15,0-1-1 16,0 3 6-16,1-2-9 16,0-4-5-16,0 0 2 15,2-3 3-15,-1 0 0 0,-1-5-1 16,0-3-2-16,-2-5 1 16,-1-2 0-16,1-4 3 15,0-7 0-15,1-3 0 16,1-5-1-16,0-4 2 15,3-5-2-15,0-4-2 16,2-5 0-16,0-1-2 0,2-2 0 16,1-2 0-16,0-1 0 15,-1 0 0-15,2-1 0 16,0-1 0-16,1 0-1 16,0-2-1-16,0 2 0 15,2-2 1-15,4 0-1 0,2 0 1 16,5 0 1-16,1-1-1 15,7 0 7-15,6-1-2 16,5 2 2-16,6-1-1 16,6 1 0-16,4 0-1 15,6 3 0-15,5 1-3 0,3 0-2 16,3 2-2-16,2 2 2 16,2 1-2-16,2 0 0 15,-3 2 1-15,1 0 1 16,3-1-4-16,0-2 2 0,1 0 2 15,2-3-4-15,-1-2 4 16,-1 0-2-16,-3-3 0 16,-4 2 0-16,-5-2 0 15,-6 2 0-15,-6-1-2 16,-40 1-1-16,-9-1 3 16,0-4 0-16,0-3 0 0,0-16-9 15,0-12-61-15,0-12-186 16</inkml:trace>
  <inkml:trace contextRef="#ctx0" brushRef="#br0" timeOffset="45539.85">23967 3864 108 0,'0'0'30'0,"0"0"18"16,0 0-9-16,0 0-7 16,0 0-12-16,0 0-13 15,0 0-8-15,0 0 2 16,0 0 0-16,0 0-1 16,0 0 0-16,27 12 1 0,-13-3-1 15,1 2 0-15,1 2 3 16,2 2-1-16,1 1 1 15,2 2 0-15,3 0 2 16,0 1 1-16,5 1 2 16,1-2 1-16,4 0-2 0,0-3-2 15,3-1 3-15,3-4 1 16,2-5 1-16,1-3-2 16,1-2 5-16,4 0-2 15,-1-8-6-15,-1 1 3 16,-1-3 1-16,1 2 2 15,0 0-5-15,-2-1-2 0,-2 2-2 16,-2 0-2-16,-3 2 0 16,-6 0 0-16,-3 0 0 15,-4 2 0-15,-6-1-3 16,-5 1-1-16,-5-2-56 0,-8-3-105 16</inkml:trace>
  <inkml:trace contextRef="#ctx0" brushRef="#br0" timeOffset="47140.08">24144 3854 78 0,'0'0'60'0,"0"0"-52"0,0 0-2 15,0 0-1-15,0 0-2 0,0 0-1 16,0 0 1-16,8-29-3 16,-6 24 3-16,-1-2 9 15,1 1 4-15,-2-1-7 16,0 2 10-16,0 0 5 16,0-2-6-16,0 2 1 0,0-1 4 15,0-1-6-15,0 2-1 16,0-1-2-16,0 0 1 15,0-1 0-15,0 0 1 16,1-1 0-16,2-2-3 16,0 1-5-16,3-2 0 15,-1-3-5-15,3 1-1 0,0-3 0 16,0-1-1-16,2-1-1 16,-3-1 1-16,2-2 0 15,1-2-1-15,-3-2 1 16,1-1-1-16,1-5 0 15,2-2 0-15,-2-2 0 0,1-4-1 16,0-1 1-16,-1-2 0 16,-1 1 0-16,-3 4 0 15,1 3 1-15,-4 4 2 16,0 3 0-16,0 3 1 0,2 0-1 16,0 3-2-16,0 0 0 15,2 1 0-15,1 0-1 16,5 1 0-16,-1 0 0 15,3 1 0-15,0 2-1 16,2 1 1-16,0 0 0 16,-2 2-1-16,1 1 1 0,-2 1 1 15,-1-1-2-15,-1 2 1 16,-1 2 1-16,-2-1-1 16,1 3 0-16,-2 1 0 15,0 0 0-15,0 2 1 16,3 1-1-16,-3 1 0 0,0 0 0 15,3 1 0-15,-3 0-1 16,3 1 0-16,-2 4 1 16,5 1 1-16,-2 3-2 15,0 2 1-15,-2 2 0 0,2 2 0 16,-3 0-1-16,-2 3 1 16,2 1-1-16,-3 2 3 15,1 2-1-15,-1 2 1 16,3 3-2-16,-3 1 0 15,-1 1-1-15,2 5 4 16,-2 0-2-16,-1 1-2 0,1 3 1 16,-4-1 2-16,1-1 0 15,0 0-1-15,0-3 0 16,2-3-1-16,-1-4 0 16,1-1 2-16,0-1-1 15,0-5 2-15,0-1-2 0,-1 0 1 16,0 0 5-16,-1-2 2 15,1 0-4-15,-1-1 0 16,2 0-2-16,-3 0-1 16,2 0 0-16,-1-1 0 15,0 0-2-15,1-2 2 0,-1 2-2 16,0-3 2-16,1 0 0 16,2 0 2-16,0-2-1 15,1 0 1-15,-1 1-1 16,3-2 0-16,-1-1-1 15,-1 2-1-15,1-3 2 0,2 0 0 16,-1-1 0-16,2 0 2 16,-1 1 0-16,2-2-2 15,-2 0 0-15,1 0 0 16,1 0-2-16,0 0 1 16,-2 0-1-16,2 0 1 0,-3-2 0 15,1 4-2-15,-1-1 1 16,0-1 0-16,1 0-2 15,-3 0 1-15,1 0 0 16,-2 0-1-16,-1-1 1 16,1 0-4-16,-4 1 1 0,0 0-15 15,-3-2-24-15,-7-3-66 16,-5 0-161-16</inkml:trace>
  <inkml:trace contextRef="#ctx0" brushRef="#br0" timeOffset="48315.57">24219 3547 29 0,'-4'-3'104'0,"0"-1"-103"0,0 2 0 16,2 1 0-16,0 0-1 16,1-1-2-16,-1 2-6 15,0 0 6-15,2 0 1 16,-1-2 2-16,0 2 0 0,0 0 2 16,1-1-1-16,-1 1 1 15,0-1 3-15,0 1 18 16,-2 0 15-16,2 0-5 15,0 0-5-15,-2 0-17 16,-2 0-7-16,-1 2-3 16,-3 6-2-16,-3 1 0 0,-4 4 2 15,-2 2 1-15,-2 6-4 16,-2 2 2-16,-1 4-2 16,0 4 1-16,2-1-7 15,3-2-52-15,5-5-132 16</inkml:trace>
  <inkml:trace contextRef="#ctx0" brushRef="#br0" timeOffset="49266.59">24733 3572 135 0,'0'0'37'16,"0"0"-27"-16,0 0 13 0,0 0-9 15,0 0-8-15,0 0-4 16,0 0 0-16,0 0 0 15,20-28-2-15,-16 26 1 16,2 2-1-16,-1 0 2 16,2 0-1-16,3 0 4 0,0 2 5 15,5 2 10-15,4 3 1 16,6 2-1-16,0 2 0 16,5 3-11-16,0 2-4 15,1 2-3-15,-3 2 0 16,-4 2-2-16,-3 4 0 0,-4 2-1 15,-7 2 0-15,-6 4 0 16,-3 1 0-16,-1 0 4 16,-2-1-2-16,-5-2-1 15,-1-4 1-15,0-4-3 16,-2-5-11-16,-4-9-61 0</inkml:trace>
  <inkml:trace contextRef="#ctx0" brushRef="#br0" timeOffset="74336.59">24249 2253 279 0,'0'0'4'0,"0"0"17"0,0 0-5 15,0 0-3-15,0 0-7 16,0 0-1-16,-6-29-3 16,6 28 2-16,0 0 10 15,0 0 5-15,0 1-5 16,0 0-7-16,0 0-4 15,2 0-6-15,2 3 3 0,2 5-1 16,4 2-1-16,-1 2 1 16,3 4-1-16,1 1 2 15,0 1-1-15,2 2 2 16,-1 0 0-16,0 1 1 0,-2-2-1 16,-1-2 0-16,-3-2-2 15,-2-1-20-15,-3-4-20 16,-3-4-38-16,0-3-49 15</inkml:trace>
  <inkml:trace contextRef="#ctx0" brushRef="#br0" timeOffset="74624.64">24392 2245 311 0,'0'0'33'15,"0"0"-35"-15,-38 28-1 0,25-11 2 0,0 1 0 16,-1 2 2-16,1 0-1 15,0 0 1-15,0-2-1 16,0 2 0-16,1-2 1 0,1 2-3 16,0-4-14-16,1-2-30 15,2-3-53-15</inkml:trace>
  <inkml:trace contextRef="#ctx0" brushRef="#br0" timeOffset="74886.61">24474 2409 161 0,'0'0'295'15,"0"0"-302"-15,0 0 0 16,0 0 6-16,8 40-1 15,-6-22 2-15,-2 2-1 0,0 1 2 16,0 0-1-16,-5 1 2 16,0-2-2-16,-1-1-17 15,3-2-25-15,0-5-39 16,-1-7-75-16</inkml:trace>
  <inkml:trace contextRef="#ctx0" brushRef="#br0" timeOffset="75511.02">24472 1892 229 0,'0'0'3'0,"0"0"5"0,0 0 3 0,0 0-5 16,-2-28-5-16,7 25-2 15,0-1 8-15,2 1-7 0,1 1 0 16,-1 2 2-16,0 0-2 15,-1 2-1-15,-2 5 1 16,-4 3 0-16,0 3 0 16,0 2 1-16,-2 3 0 15,-6 1 1-15,-1 2 0 16,1-1 1-16,-2 0-3 0,2-2 2 16,2-4-1-16,2-1 0 15,1-4-1-15,3-3 0 16,0-1 1-16,1-3-2 15,11 0 1-15,4-1 2 0,6-1 1 16,5 0-2-16,3 0 6 16,-1 0-12-16,-3-3-154 15</inkml:trace>
  <inkml:trace contextRef="#ctx0" brushRef="#br0" timeOffset="75966.77">24654 2475 456 0,'0'0'6'0,"0"0"-13"0,0 0-2 0,0 30 7 16,0-13 2-16,-7 4-1 16,-3 2 2-16,-3 1-1 15,-3 2-6-15,-3 0-25 16,0-3-44-16,1-6-68 15</inkml:trace>
  <inkml:trace contextRef="#ctx0" brushRef="#br0" timeOffset="76308.78">24780 2267 404 0,'0'0'6'15,"0"0"-23"-15,0 0 13 16,30 36 4-16,-16-21 0 16,2 2 0-16,0-2 1 15,0 0-1-15,0 0-1 16,-4-1-8-16,0-2-19 0,-2-1-8 16,-3-2-52-16,-3-5-38 15</inkml:trace>
  <inkml:trace contextRef="#ctx0" brushRef="#br0" timeOffset="76558.55">24936 2305 391 0,'0'0'1'16,"0"0"3"-16,0 0-4 16,0 0-4-16,-31 5 2 15,21 5-1-15,-1 2 2 0,-4 3 1 16,2 1 1-16,1 4 2 16,-2 1-1-16,0 2-2 15,1 0-35-15,2-3-25 16,1-2-87-16</inkml:trace>
  <inkml:trace contextRef="#ctx0" brushRef="#br0" timeOffset="77027.32">25033 2502 462 0,'0'0'3'0,"0"0"1"0,0 0-2 15,0 0 1-15,0 0-3 16,0 0-1-16,0 0 0 16,0 0-3-16,0-10 3 15,1 14 1-15,1 2 0 16,2 0-1-16,0 1-9 15,2-1-3-15,1 1-1 0,0-2 6 16,0 2 4-16,-3-1 2 16,-1 1-2-16,-3 2 0 15,0 0-4-15,-4 4 0 16,-6 2 4-16,-4-1-2 0,0 1 7 16,-2-1 2-16,2-1-2 15,3-1 0-15,1-1 1 16,3-1-1-16,3-2 0 15,3-1-1-15,1 0-2 16,3-4-2-16,9-2 2 16,6-2 2-16,5 1 4 0,5-5-9 15,0-6-71-15,-1-3-93 16</inkml:trace>
  <inkml:trace contextRef="#ctx0" brushRef="#br0" timeOffset="77510.2">25071 2038 415 0,'0'0'-1'0,"0"0"2"0,-4-30-1 0,4 26-4 0,4 3-3 16,2 1 7-16,2 0 0 15,-1 2 0-15,3 6-3 16,-5 3 2-16,2 3-2 16,-3 5 0-16,-2 2-2 15,0 3-1-15,-2 2 2 0,0 1 1 16,-7-1 1-16,1-2-4 16,1-5 1-16,-1-4-2 15,3-5 5-15,2-5 1 16,1-2 1-16,3-3 1 15,10 0-4-15,9 0 5 0,5-5 1 16,9-1 0-16,5-2-3 16,1-2-12-16,-5-4-160 15</inkml:trace>
  <inkml:trace contextRef="#ctx0" brushRef="#br0" timeOffset="79528.63">21991 2872 133 0,'0'0'7'16,"0"0"21"-16,0 0-4 15,0 0-5-15,0 0-2 16,0 0-3-16,0 0-4 0,1 0-11 16,1 5-1-16,0 1 7 15,2 4 5-15,2 2-6 16,1 4 5-16,0-1-2 15,2 3-1-15,2 2-3 16,-1 1-1-16,0-2 0 16,0-1 2-16,-2-1-2 0,2-2 0 15,-6-2 0-15,2-2-3 16,-4-3-24-16,-2-2-30 16,0-4-56-16</inkml:trace>
  <inkml:trace contextRef="#ctx0" brushRef="#br0" timeOffset="79892.42">22174 2883 276 0,'0'0'1'0,"0"0"3"15,0 0-1-15,-32 7 1 16,23 1 0-16,-3-1-2 16,0 4 1-16,-2 1 4 15,-1 3-4-15,-2-2 0 0,0 3-1 16,-3 1 1-16,-2-1-1 15,2-1 0-15,0 0 0 16,3-3 0-16,3-1-1 16,4-2-5-16,4-3-13 15,5-2-35-15,1-4-47 16</inkml:trace>
  <inkml:trace contextRef="#ctx0" brushRef="#br0" timeOffset="80218.74">22166 3050 302 0,'0'0'4'0,"0"0"7"16,0 0-9-16,0 0-6 16,0 0 2-16,0 0 2 15,0 0 5-15,-1 31 1 0,1-17 0 16,0 1-5-16,0 1 2 16,0 1-1-16,0-2 0 15,0-1 1-15,0-1 1 16,0-3-2-16,1-3-15 15,1-4-47-15,1-3-77 0</inkml:trace>
  <inkml:trace contextRef="#ctx0" brushRef="#br0" timeOffset="80448.46">22330 3129 134 0,'0'0'79'16,"0"0"-63"-16,0 0-14 0,0 0 11 15,0 0 21-15,6 35-1 16,-6-19-19-16,-3 1 9 16,-4 3-15-16,-5 2-3 15,-1 0-1-15,-3 1-1 16,-2-2-5-16,0-6-42 0,2-6-133 15</inkml:trace>
  <inkml:trace contextRef="#ctx0" brushRef="#br0" timeOffset="80824.64">22464 3034 398 0,'0'0'3'16,"0"0"7"-16,0 0-20 16,0 0 7-16,40 15 4 15,-21-3 2-15,1 2-2 16,1 4 0-16,1 3 1 0,-1-1-2 16,-3 4 3-16,0-2-1 15,-3-2 2-15,-3-3-16 16,-2-3-26-16,-4-6-46 15,-4-5-39-15</inkml:trace>
  <inkml:trace contextRef="#ctx0" brushRef="#br0" timeOffset="81118.33">22660 3065 342 0,'0'0'5'0,"0"0"7"16,-32 21-8-16,22-8-3 16,-2 4 1-16,1 1-1 15,1 2-1-15,-3 0 1 16,0 2-1-16,1 0 3 15,-1 0-3-15,2-1-27 0,1-7-70 16,3-6-91-16</inkml:trace>
  <inkml:trace contextRef="#ctx0" brushRef="#br0" timeOffset="81478.46">22788 3189 392 0,'0'0'44'16,"0"0"-38"-16,15-30 9 16,-7 20 1-16,0 0-6 15,0 4-4-15,1 0-2 16,-2 3-5-16,0 3 4 15,-3 0-5-15,-1 6-1 0,-3 4 0 16,0 5 0-16,-7 1 3 16,-4 2 1-16,-2 0-6 15,-2 0-8-15,1 0 2 16,2-3-1-16,2-2 12 0,5-3-1 16,2-2 0-16,3-1 1 15,1-2-3-15,12-1 0 16,7-3 3-16,5 2 1 15,5-3 1-15,4 2 0 16,0-2-2-16,-1 0-26 16,-6 0-189-16</inkml:trace>
  <inkml:trace contextRef="#ctx0" brushRef="#br0" timeOffset="83448.36">23223 6155 109 0,'-7'0'6'0,"3"-3"20"0,1 1-9 16,2 0-3-16,-1-1 17 16,1 0 6-16,-1 0 9 15,2 0-11-15,0-1-5 0,0 0-1 16,0 1-6-16,0 0-8 16,3-1-7-16,6 0-8 15,6 0 1-15,5-2-2 16,11-4 0-16,7 0 3 0,7-1 0 15,4-3-1-15,4-1 0 16,-1 1 0-16,-5 0 0 16,-5 3 0-16,-6 1-1 15,-2 0 0-15,-7 3 1 16,-4 0-1-16,-1 1 1 0,-5 1-10 16,-1 0-29-16,-3 2-21 15,-5-2-30-15,-2 2-20 16</inkml:trace>
  <inkml:trace contextRef="#ctx0" brushRef="#br0" timeOffset="83744.38">23759 5876 261 0,'0'0'38'16,"0"0"-36"-16,33-11 0 16,-20 11-1-16,0 0 1 15,-1 6 2-15,-2 5-1 0,-3 1 2 16,-4 3-1-16,-3 0 1 16,0 3 4-16,-5 0-3 15,-6-1-1-15,-1-2 1 16,-2-1 0-16,-1-1-2 15,0-4-1-15,3-1-14 16,0-5-22-16,2-1-46 16,3-2-53-16</inkml:trace>
  <inkml:trace contextRef="#ctx0" brushRef="#br0" timeOffset="84090.25">23881 5450 360 0,'0'0'0'16,"0"0"0"-16,0 0-8 0,35 1 4 16,-18 10 2-16,2 3-2 15,1 1 6-15,0 3-4 16,-3 2 4-16,-1-2-2 16,-1 0 1-16,-3 0 1 0,-2-2 0 15,-2-2-2-15,-2-3-14 16,-1-2-37-16,-3-5-55 15</inkml:trace>
  <inkml:trace contextRef="#ctx0" brushRef="#br0" timeOffset="84386.85">24079 5446 286 0,'0'0'-1'15,"0"0"6"-15,0 0 0 16,0 0-1-16,-32-8-2 16,22 15-2-16,-1 4 2 0,-1 1 3 15,-2 4-2-15,1 2-1 16,-2 2 1-16,0 2-1 15,3 2 4-15,-1-2 4 16,3-1-7-16,3-1-5 16,1-3-16-16,4-4-41 0,2-3-58 15</inkml:trace>
  <inkml:trace contextRef="#ctx0" brushRef="#br0" timeOffset="84611.09">24164 5609 414 0,'0'0'0'16,"0"0"-16"-16,0 0 10 16,0 29 3-16,0-15 0 0,-1 2 3 15,-2-1 0-15,-2 0 3 16,1-1-1-16,1 1 0 15,0-2 1-15,1-1 1 16,1-2-5-16,1-1-26 16,0-3-44-16,0-6-50 0</inkml:trace>
  <inkml:trace contextRef="#ctx0" brushRef="#br0" timeOffset="84844.4">24288 5712 336 0,'0'0'1'16,"0"0"-12"-16,0 0 10 16,0 0 8-16,-2 38-1 15,-5-24-3-15,-1 2 1 16,-4 2-1-16,0 1 3 15,-3-1 0-15,0-2-11 0,2-5-59 16,1-5-135-16</inkml:trace>
  <inkml:trace contextRef="#ctx0" brushRef="#br0" timeOffset="85798.86">24224 5528 191 0,'0'0'13'0,"0"0"47"0,0 0-26 0,0 0-14 16,0 0-19-16,0 0-1 16,0 0 6-16,33 14 5 15,-18 1 0-15,3 3-1 16,1 1-2-16,3 2-5 15,0 1 0-15,-1-3 0 16,-1 2-1-16,-2-5 1 0,-4-3 0 16,-1-3 0-16,-4-1-2 15,-2-2 2-15,-1-2-1 16,-3-2 0-16,0 0-1 16,-3-2-12-16,0 1-40 15,-6-2-42-15,-3 0-101 0</inkml:trace>
  <inkml:trace contextRef="#ctx0" brushRef="#br0" timeOffset="86125.77">24493 5554 266 0,'0'0'1'15,"0"0"0"-15,0 0 0 0,0 0 4 16,-39 26 11-16,23-7 6 16,1 2 6-16,-2 2-8 15,3 0-6-15,-3 1-8 16,2-2-3-16,2 1 0 16,-1-5 2-16,2-1 0 0,2-4-4 15,0-3 3-15,2-1-1 16,2-3 0-16,-1-1-1 15,2-3 0-15,1 1 0 16,1 0-1-16,0-1-9 16,0 0-30-16,2 1-27 0,-1-3-42 15,0 2-53-15</inkml:trace>
  <inkml:trace contextRef="#ctx0" brushRef="#br0" timeOffset="86704.64">24536 5813 252 0,'0'0'25'0,"0"0"-20"15,0 0 1-15,0 0 0 16,0 0 9-16,0 0 10 16,0 0 4-16,0 0-8 15,0 0-7-15,-4-12-4 0,4 8-4 16,1 0 0-16,5 1-1 15,0-2-1-15,3 2-3 16,0 1-1-16,2 0 0 16,0 2 0-16,-2 0 0 15,-1 0-1-15,-1 4-2 0,0 4 3 16,-4 2-2-16,-1 3 1 16,-2 2-1-16,0 2 4 15,-7 3 0-15,-2 1-2 16,-2 1-4-16,-2 0 4 15,2-2-1-15,0-1 1 16,2-3-3-16,2-2-2 0,3-4 3 16,4-3 2-16,0-3-2 15,13-1 0-15,4-3 0 16,6 0 2-16,6 0 0 16,5 0 2-16,6 0-1 15,1 0-1-15,1-5-70 0,-3-2-188 16</inkml:trace>
</inkml:ink>
</file>

<file path=ppt/ink/ink1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11T11:51:57.576"/>
    </inkml:context>
    <inkml:brush xml:id="br0">
      <inkml:brushProperty name="width" value="0.05292" units="cm"/>
      <inkml:brushProperty name="height" value="0.05292" units="cm"/>
      <inkml:brushProperty name="color" value="#FF0000"/>
    </inkml:brush>
  </inkml:definitions>
  <inkml:trace contextRef="#ctx0" brushRef="#br0">22075 5051 268 0,'0'0'13'0,"0"0"45"0,0 0-16 15,0 0-23-15,0 0-6 16,0 0-3-16,0 0-4 0,0 0-4 16,0 0 0-16,0 0-1 15,-21 40 4-15,21-21 2 16,-1 2-1-16,1 1-2 16,0 1 0-16,0-2-2 15,0 1 0-15,0-3-1 0,2-2 0 16,3-2 0-16,3-4 0 15,-1-3-1-15,2-4-3 16,1-2 3-16,2-2 0 16,1-2-2-16,0-10-40 0,-1-4-32 15,-1-6-74-15</inkml:trace>
  <inkml:trace contextRef="#ctx0" brushRef="#br0" timeOffset="279.04">22078 4869 464 0,'0'0'4'15,"0"0"2"-15,0 0-8 16,0 0 3-16,0 0 0 16,0 0-24-16,0 0-34 0,0 0-27 15,0 0-18-15,30 4-93 16</inkml:trace>
  <inkml:trace contextRef="#ctx0" brushRef="#br0" timeOffset="560.41">22239 5151 221 0,'0'0'228'15,"0"0"-225"-15,0 0 8 16,0 0-5-16,0 0 1 16,0 0-3-16,0 0-2 0,39 3-2 15,-25-3 2-15,0 0-2 16,-1 0 0-16,-1 0 0 16,-3 3-15-16,-2 4-71 15,-5 1-23-15,-2 1-10 16</inkml:trace>
  <inkml:trace contextRef="#ctx0" brushRef="#br0" timeOffset="717.16">22250 5301 188 0,'0'0'68'0,"0"0"-44"0,0 0-1 16,41 2 11-16,-21-2-17 15,2-4-11-15,2-1-3 16,-1 1-1-16,-1 0-3 15,-2-1-91-15,-2 0-94 16</inkml:trace>
  <inkml:trace contextRef="#ctx0" brushRef="#br0" timeOffset="936.16">22599 5093 410 0,'0'0'23'0,"0"0"-6"16,0 0-17-16,0 0-1 15,7 39 4-15,-6-17 3 16,-1 1-2-16,0 4-3 0,0 1 0 16,0 0 0-16,0 0-2 15,0-5-76-15,0-5-178 16</inkml:trace>
  <inkml:trace contextRef="#ctx0" brushRef="#br0" timeOffset="4839.3">24617 4297 264 0,'0'-5'7'0,"0"2"35"0,0 1-10 15,0 2-20-15,0 0-9 16,0 3-3-16,-1 6 5 15,-1 4 4-15,1 3-2 16,0 2-5-16,1 2 1 16,3 0 0-16,3 0-1 0,2-2-1 15,3-4 1-15,-2-3 0 16,1-3-1-16,-1-6 3 16,1-2 7-16,1 0 3 15,0-7-3-15,2-4-4 16,0-6-3-16,2-1 0 0,-2-2-2 15,-2 0-1-15,-2 0-1 16,-4 4 5-16,-2 4 8 16,-3 3 9-16,0 5 0 15,0 4-6-15,0 0-14 16,0 12-3-16,-2 6-1 0,0 6 3 16,2 6 1-16,0 5 0 15,1 2-1-15,5 0 2 16,2-2-2-16,-1-3 1 15,0-5-2-15,-4-5 1 16,-3-4 0-16,0-3 2 0,0-4-1 16,-6-3 1-16,-5-2 4 15,-2-1 0-15,-5-4 0 16,-2-1-2-16,-1 0-2 16,0 0-1-16,1-4-1 15,3-1 0-15,4 1-2 0,0 1-9 16,5 1-35-16,3 2-22 15,4 0-11-15,1 0-53 16,0 0-24-16</inkml:trace>
  <inkml:trace contextRef="#ctx0" brushRef="#br0" timeOffset="5923.72">24585 5005 198 0,'0'-5'64'0,"0"-1"-29"16,0 1 19-16,0 5-12 16,0 0-19-16,-1 0-18 15,-1 5-1-15,0 3 0 16,0 5 1-16,2 1-2 15,0 1-2-15,1 1 2 16,4 1-2-16,2-3 0 0,0-1 0 16,3-3 0-16,2-3 0 15,1-4-1-15,1-3-4 16,2 0 3-16,-1-10 2 16,2-3 3-16,-5-3-1 0,0 1-3 15,-1-1 1-15,-1 2 0 16,-6 4 5-16,0 4 17 15,-2 4-4-15,2 2-8 16,-1 4-12-16,0 9 0 16,3 6 1-16,0 2 0 15,0 3 1-15,1 2 1 0,-1-2 0 16,-2-1 0-16,-1-5-1 16,1-2 0-16,-4-1 0 15,0-5 3-15,0-2-1 16,-10 0 2-16,0-3 1 15,-5-3-1-15,-2 0-1 0,-1-2-3 16,-1 0 1-16,1 0-1 16,1 0 0-16,3 0-2 15,4 0 1-15,0 0-14 16,4 2-26-16,5 2-22 16,1 0-23-16,0-1-22 0,1 0-82 15</inkml:trace>
  <inkml:trace contextRef="#ctx0" brushRef="#br0" timeOffset="6132.88">24908 5300 316 0,'0'0'47'0,"0"0"27"15,0 0-34-15,0 0-6 16,0 0-16-16,0 0-9 15,0 0 14-15,0 0-1 0,8 44-11 16,-11-24-8-16,-1 3-2 16,-3 4-1-16,2-1-1 15,-2 0-24-15,-1-6-122 16,0-8-269-16</inkml:trace>
  <inkml:trace contextRef="#ctx0" brushRef="#br0" timeOffset="7038.26">24640 5802 299 0,'0'0'7'0,"0"0"0"0,0 0 16 0,0 0-21 16,0 0-4-16,0 0 1 15,0 0 3-15,0 0 1 16,-12 33-2-16,12-20 0 15,0-1 1-15,0 0-4 0,6-1 0 16,1-3-1-16,2-3 3 16,0-2 0-16,1-3-7 15,0 0 7-15,2-8-5 16,0-4 3-16,0-1 2 16,-1 0 2-16,-1 0-2 15,-4 1 0-15,-1 2 5 0,-4 5 10 16,-1 2 11-16,0 3 9 15,0 0-18-15,0 8-22 16,-1 9 3-16,-2 4 5 16,0 6 9-16,0 4 1 0,0 2-3 15,1 2-1-15,-1-1-1 16,-1-4-4-16,0-2 1 16,1-5-2-16,-3-6 1 15,0-6 4-15,0-4 4 16,-2-4 1-16,-2-2-7 15,-2-1-3-15,-3-1-2 0,-1-6 0 16,-1-2 0-16,2 0 0 16,2 1-1-16,4 1-3 15,4 3-16-15,3 2-28 16,2 1-42-16,0 0-78 0</inkml:trace>
  <inkml:trace contextRef="#ctx0" brushRef="#br0" timeOffset="7386.02">24776 6170 165 0,'0'0'160'0,"0"0"-128"0,0 0 14 0,31-17 6 16,-19 9-11-16,-1 0-6 15,3 1-13-15,1 2-9 16,0 1-6-16,-1 4-6 0,-1 0 0 15,-2 4-2-15,-4 6 0 16,-2 3 0-16,-5 2 0 16,0 2 1-16,-7 1 1 15,-5 3-5-15,-3-1-12 16,-1-2-16-16,-1-2-15 0,1-2 43 16,3-2-3-16,1-3-4 15,5-2 9-15,3-2 0 16,4 1 0-16,0-3-6 15,4 0-3-15,10-2 14 16,3 1 3-16,7-2 0 0,2 2-5 16,2-2 3-16,-3 2-4 15,-4 1 0-15,-6 0-113 16,-6 2-181-16</inkml:trace>
  <inkml:trace contextRef="#ctx0" brushRef="#br0" timeOffset="7679.14">24726 6652 229 0,'0'0'205'0,"0"0"-135"0,0 0-25 0,0 0-19 0,0 0-17 15,0 0-9-15,0 0-3 16,0 0 3-16,0 0-12 16,0 0-83-16,0 25-112 15</inkml:trace>
  <inkml:trace contextRef="#ctx0" brushRef="#br0" timeOffset="7854.96">24633 7138 558 0,'0'0'3'15,"0"0"-8"-15,0 0-6 0,0 0-54 16,0 0-21-16,0 0-11 16,5 36-58-16</inkml:trace>
  <inkml:trace contextRef="#ctx0" brushRef="#br0" timeOffset="8055.05">24610 7504 396 0,'0'0'202'0,"0"0"-188"16,0 0-5-16,0 0-14 16,0 0-3-16,0 0-26 15,-1 29-11-15,1-20-34 16,0-2-95-16</inkml:trace>
  <inkml:trace contextRef="#ctx0" brushRef="#br0" timeOffset="8964.98">24436 7978 454 0,'0'0'14'0,"0"0"6"15,0 0-18-15,-26 35-2 16,24-16 2-16,2 3 1 16,0 0 0-16,0 1 0 0,4-1 0 15,4-2-4-15,1-4-1 16,0-3 0-16,1-6 3 16,2-6-1-16,-1-1-2 15,3-9 8-15,-1-6-3 16,3-5-4-16,-1 0-2 15,-2 0 3-15,-5 4 1 0,-1 4 1 16,-4 5 2-16,-1 4 5 16,0 3 2-16,-2 5-9 15,2 8-2-15,0 5 7 16,1 7 8-16,-2 6 1 16,2 4-1-16,-3 2 14 0,0 2-9 15,0 1-6-15,0-4-4 16,0 1-4-16,0-5-4 15,-3-3-2-15,-2-6 1 16,-2-5 0-16,-1-2 0 16,-4-8 2-16,-2-2-1 0,-3-6-1 15,-2 0 0-15,0-3 0 16,0-7 0-16,1-1-1 16,4-3 1-16,3 0-2 15,4 1-4-15,5 2-24 16,2 1-23-16,1 3-12 15,7 1-53-15,2 2-42 0</inkml:trace>
  <inkml:trace contextRef="#ctx0" brushRef="#br0" timeOffset="9403.45">24678 8520 346 0,'0'0'196'0,"0"0"-194"0,0 0-4 15,0 33 3-15,0-19 0 16,0 0 1-16,0 0 0 16,2-1 18-16,-2-2-13 15,0-1-6-15,0 0-1 0,0-5 0 16,0 0 2-16,-1-2-2 15,0-3 1-15,-3 0 1 16,2 0 0-16,-1-8-1 16,2 0-1-16,1-5 1 15,0-1-1-15,2-1 0 16,6-1 0-16,-1 0 0 0,5 2-1 16,1 0 0-16,0 3 0 15,1 3 1-15,1 6 0 16,-1 2 0-16,-3 2 0 15,-1 11-1-15,-2 4 1 16,-1 3 1-16,-1 3 3 0,-4-1-2 16,0 1 1-16,-2-4-3 15,1-2 0-15,-1-6-3 16,0-9-95-16,0-2-382 16</inkml:trace>
  <inkml:trace contextRef="#ctx0" brushRef="#br0" timeOffset="11851.13">22098 5703 203 0,'0'0'2'16,"0"0"1"-16,0 0 2 15,0 0 1-15,0 0 3 16,0 0 7-16,0 0 6 0,2-32 1 16,3 25-10-16,3-1-2 15,1 0 1-15,1 1 0 16,3 0-5-16,2 3-5 15,-1 1 0-15,0 2-2 16,0 1 0-16,-1 2 0 16,-3 5-1-16,-1 4-1 0,-4 2-1 15,-2 2 3-15,-3 2 0 16,-2 1 0-16,-6 2 5 16,-5-2 0-16,-4 2 2 15,0-2-3-15,0-1-1 16,0-4 0-16,3 0-2 0,2-4 0 15,3-2 0-15,4-3 2 16,2-3-2-16,3 1 1 16,0 0 2-16,3-2 13 15,11 0 7-15,6 0-5 16,7 0-12-16,3 0-2 0,4-1-3 16,-2 0-2-16,-2 1 1 15,-5 0-1-15,-4 0 1 16,-6 0-2-16,-4 2 0 15,-5 0-98-15,-6-2-80 0</inkml:trace>
  <inkml:trace contextRef="#ctx0" brushRef="#br0" timeOffset="13558.03">22160 6558 464 0,'-3'2'-2'0,"2"-2"2"0,1 1-24 15,0 4-51-15,0 4-27 16,0-3-77-16</inkml:trace>
  <inkml:trace contextRef="#ctx0" brushRef="#br0" timeOffset="13789.04">22135 6890 252 0,'0'0'201'16,"0"0"-198"-16,0 0-13 15,0 0-6-15,-2 32-18 16,6-17-92-16,-3 1 21 16</inkml:trace>
  <inkml:trace contextRef="#ctx0" brushRef="#br0" timeOffset="13965.16">22086 7367 500 0,'0'0'31'15,"0"0"-27"-15,0 0-10 0,0 0-7 16,5 28 15-16,3-11-45 15,1 0-36-15,-5 1-20 16,-1 0-94-16</inkml:trace>
  <inkml:trace contextRef="#ctx0" brushRef="#br0" timeOffset="14100.99">22110 7785 476 0,'0'0'52'0,"0"0"-50"0,0 0-184 16</inkml:trace>
  <inkml:trace contextRef="#ctx0" brushRef="#br0" timeOffset="15513.5">22108 8261 157 0,'0'0'32'0,"0"0"-11"16,0 0 7-16,0 0-8 15,0 0-1-15,-10-31-3 0,10 22 12 16,0 1 7-16,0-2-11 16,4 0-5-16,3 1-8 15,0 0-2-15,0 2-1 16,2 1-6-16,1 1 0 16,-1 3-2-16,1 2 0 0,-1 0 0 15,-1 0-1-15,1 9-2 16,-1 5 2-16,1 4 1 15,-1 3-1-15,-4 5 2 16,2 2 2-16,-4 0-3 16,0 2 1-16,-2-2 0 0,0-2 0 15,0-3 0-15,0-4-1 16,0-5 1-16,0-4-1 16,-1-3 1-16,-1-2 2 15,1-4 1-15,-1-1 7 16,1 0 34-16,-1-6-31 0,1-4-9 15,1-4-2-15,0-4 0 16,0-3-3-16,7-4-1 16,3 0 3-16,1-3-2 15,4 0-1-15,1 4-1 16,-3 2 3-16,1 6 0 0,0 6-3 16,-4 6 2-16,1 4 0 15,0 5-1-15,2 10-2 16,-2 5 2-16,2 2 1 15,-4 7-1-15,0 1 1 16,-1 3 1-16,-1 5-2 16,-5-1 1-16,1-4-89 0,-3-7-68 15</inkml:trace>
  <inkml:trace contextRef="#ctx0" brushRef="#br0" timeOffset="34107.12">23017 5095 13 0,'-1'-4'135'0,"0"1"-105"0,-1 0-6 15,1 2-3-15,1-2-4 16,0 1 0-16,-1 0 5 16,0 0 0-16,1 0 2 15,0 0 2-15,0 1-6 16,0 1-2-16,0 0-11 15,0 0-7-15,0 0-2 0,6 3 2 16,0 5 0-16,2 2 0 16,2 4 2-16,0 2-2 15,1 2 1-15,0 3 0 16,3 2-1-16,-1 0 1 0,-3-1-1 16,1-1 0-16,-1-2 0 15,-3 0 1-15,-3-3-1 16,1-3 0-16,-4-1 0 15,-1-2 0-15,0-2 1 16,0-2-1-16,0-1-36 16,-3-3-32-16,-2-2-24 0</inkml:trace>
  <inkml:trace contextRef="#ctx0" brushRef="#br0" timeOffset="34800.08">23193 5071 92 0,'0'0'78'0,"0"0"-68"16,0 0-1-16,0 0-9 15,0 0 0-15,0 0 2 16,0 0 17-16,0 0 5 15,0 0-5-15,0 0-4 0,0 0-2 16,-29 14-2-16,24-9-2 16,-2-2-1-16,-1 3 2 15,0 1-4-15,-2 0 0 16,0 3-1-16,-2 0 0 16,0 1 6-16,-2 2 3 15,2 0 3-15,-1 1-2 0,0 1-4 16,2 0-5-16,2 0-3 15,1 1-2-15,0-2 0 16,3 0 0-16,0-1-1 16,2-1 0-16,0-1 0 15,1-3 0-15,1 1 0 0,-1-3 2 16,2 0-4-16,0-3-27 16,-2-3-88-16,1-4-157 15</inkml:trace>
  <inkml:trace contextRef="#ctx0" brushRef="#br0" timeOffset="40623.56">23195 5331 60 0,'3'-4'11'0,"1"0"4"0,-1-1-7 16,0 0 2-16,0 1 8 15,1-1-1-15,-1 2 5 16,-2 0-8-16,3 1-6 15,-4-1 8-15,0 3 8 16,0-1-4-16,0 0-7 0,0 0-2 16,0 1-1-16,0 0-6 15,-3 0-3-15,2 0 0 16,-2 0-1-16,2 0 1 16,0 0 1-16,-1 0-2 15,0 1 3-15,1 1-3 0,-1 3 1 16,1 0-1-16,0 1 1 15,1 3 0-15,0 0 1 16,0 3 1-16,0 3-3 16,0 0 1-16,0 1 2 15,3 1-2-15,1 1 0 0,-1-1 0 16,-2-2 0-16,2-1 0 16,-1-2 0-16,0-1 0 15,-2-4 0-15,0 0 0 16,0-2 1-16,0-2 2 15,0 0-3-15,0 0 0 0,2-2-1 16,0-1 0-16,1 0 1 16,1-1-19-16,-1-12-100 15</inkml:trace>
  <inkml:trace contextRef="#ctx0" brushRef="#br0" timeOffset="43805.11">23316 5341 56 0,'0'0'26'0,"0"0"-23"15,0 0-1-15,0 0 3 0,0 0-1 16,0 0 0-16,0 0 12 15,0 0-7-15,0-2-6 16,0 2-2-16,0 0 0 16,0 0-1-16,0 0 0 15,0 0 0-15,0 0 0 16,0 0 2-16,0 0 3 0,0 0 11 16,0 0-2-16,-1 0-7 15,-1-1-3-15,2 1 1 16,-1 0 3-16,1-1 2 15,-2 1-2-15,1-1-4 16,1 0-1-16,0 1 4 0,-2-1 1 16,1 1-3-16,1 0-2 15,-1 0-1-15,0 0-1 16,0 0 0-16,1 0-1 16,0 0 0-16,-1 0 0 0,1-1 0 15,0 1 0-15,0 0 0 16,0 0 0-16,0 0 0 15,0 0 1-15,0 0-1 16,0 0 1-16,0 0 1 16,0 0-1-16,0 0-1 15,0 0 0-15,0 0-1 0,-1 0 1 16,0 1 0-16,1 2 0 16,-1-1 0-16,0 3 0 15,0 0 0-15,1 0 0 16,-1 3 0-16,0-1 1 15,1 4-1-15,0-2 1 0,0 2-1 16,0-1 1-16,0 0 0 16,0 0 0-16,0 0-1 15,2 0 1-15,0-1 0 16,1-2-1-16,-2 1 0 16,2-1 1-16,-2 0 0 15,0-1 0-15,0-1-1 16,-1 0 1-16,0-1 0 0,0-1 1 15,0 0-1-15,0 0-1 16,0-1 2-16,0 0-2 16,0-2 0-16,0 3 0 15,0-1 0-15,0 0 0 0,0-1 0 16,0 2 0-16,0-1 0 16,1-2 0-16,1 1 0 15,1-1 0-15,-1 0-3 16,0-9-92-16</inkml:trace>
  <inkml:trace contextRef="#ctx0" brushRef="#br0" timeOffset="49618.14">23587 5022 69 0,'-2'-1'17'16,"-3"-3"14"-16,2 3-6 15,1-1-13-15,1 0-7 0,0 0-3 16,0-1 0-16,0 3 0 16,1 0-1-16,0 0 0 15,0 0 2-15,-1 0-3 16,0 0 0-16,0 3 0 0,1 3 1 16,0 1 0-16,0 3-1 15,0-1 0-15,0 4 3 16,6 0-1-16,0 1 1 15,2 1 1-15,2 1 1 16,1 0 6-16,3 3 6 16,0 0 4-16,2 1-11 0,-2 2-6 15,0-1-1-15,-1 0-1 16,-4-1 0-16,-1-4 0 16,-3-3-1-16,0-4-1 15,-3-3 2-15,-1-3-2 16,-1-2 2-16,0 0 4 0,0-1 11 15,0 0-4-15,0 0-9 16,-1 0-3-16,-1 0-1 16,1-2-3-16,0-3-22 15,1-5-77-15</inkml:trace>
  <inkml:trace contextRef="#ctx0" brushRef="#br0" timeOffset="50358.02">23721 5088 21 0,'0'0'69'0,"0"0"-57"15,0 0 10-15,0 0 2 16,0 0-12-16,0 0 2 15,0 0 4-15,0 0-2 0,0 0-2 16,0 0-5-16,0 0-4 16,0-26 0-16,0 24-1 15,0 1 0-15,0 0-2 16,0 0 0-16,0-1 0 16,0 1 0-16,0-1 0 15,0 1 0-15,0 0 1 0,0 1 0 16,0-2 0-16,0 1-1 15,0 1 2-15,0 0-1 16,0 0-1-16,0 0 0 16,0 0 0-16,0 0-1 0,0 0 1 15,0 0-1-15,-1 0 0 16,0 0-1-16,-2 0 1 16,1 0-1-16,0 0 1 15,-1 5-1-15,-1 2 0 16,-1 2 0-16,-2 3 1 0,-1 3 0 15,-3 0 0-15,0 3-1 16,-2 0 2-16,0 2 0 16,1-1-2-16,-3 1 3 15,2 0-2-15,1 0 1 16,-2-2-1-16,2 1 1 0,0-1-1 16,1-2 2-16,1-1 0 15,2-4-2-15,1 1 0 16,1-4 0-16,3-1-1 15,1-1 0-15,2 0-1 16,0-2 1-16,2-2 0 16,2-2-2-16,2 0-82 0</inkml:trace>
  <inkml:trace contextRef="#ctx0" brushRef="#br0" timeOffset="51979.47">23764 5327 92 0,'0'0'23'0,"0"-3"6"0,0 0-13 16,0 1-13-16,3 1-3 16,1-1 2-16,-4 2-2 15,3-1 1-15,-3 0 1 16,1 1 2-16,-1 0-2 16,1 0-1-16,-1 0 1 15,0 0 0-15,0 0 1 0,0 0-1 16,0 4 2-16,0 1 0 15,0 3 0-15,0 0-1 16,0 5 0-16,0 2 3 16,-2 0 0-16,2 2 1 0,-1 0-1 15,1 0-2-15,0-2 1 16,-2-1-2-16,2-1-1 16,0-3 0-16,0-1 2 15,-3-1 0-15,2-1 0 16,0-2-2-16,-1-1 0 15,2-1 1-15,0-3-1 0,0 2-2 16,0-2 0-16,0 0-3 16,0-4-63-16</inkml:trace>
  <inkml:trace contextRef="#ctx0" brushRef="#br0" timeOffset="53078.35">23866 5376 52 0,'0'0'7'0,"0"0"8"15,0 0 8-15,0 0 5 16,0 0-6-16,0 0 1 15,0 0-1-15,0 0-6 16,0 0 0-16,0 0 1 0,0 0-3 16,0 0-3-16,-9 0-3 15,9 0-1-15,0-1-2 16,-2 1 1-16,2-3-1 16,-1 3-1-16,1-3-1 0,0 3 0 15,0-2-1-15,0-2 0 16,0 0-1-16,0-1 0 15,3 2 1-15,3-2-1 16,-2 0 0-16,3-1 0 16,2 2-1-16,0-1 0 15,1 2 1-15,3-1-2 0,-2 3 1 16,2 1 0-16,0 0 0 16,-1 0 0-16,-2 2 0 15,-3 6 0-15,0 0-1 16,-3 3 0-16,-1 0 1 15,-3 2 0-15,0 1 0 0,-2 0 0 16,-4-1 1-16,-7 2-2 16,1-2 2-16,0 0-1 15,-2-3 0-15,3 0 1 16,1-2-1-16,2-2 0 16,3 0 0-16,1-1 0 0,2-1 0 15,2 0 0-15,0 0-1 16,0 0 1-16,6-1 0 15,2-1 0-15,2 2 1 16,5-1 1-16,-1 2 0 16,1-1-1-16,0 0 1 0,-2-1 3 15,2 0-5-15,-4-1 4 16,-2 0 4-16,-2-1-1 16,0 1-5-16,-3-2 2 15,0 0-2-15,0 0 0 16,-4 0-28-16,0-7-108 15</inkml:trace>
  <inkml:trace contextRef="#ctx0" brushRef="#br0" timeOffset="54069.14">22957 4282 235 0,'-3'-5'3'0,"-1"2"1"16,2 1 1-16,1 1-1 0,1 1-1 15,0 0-3-15,0 0-1 16,0 0 0-16,3 6 2 16,4 1 0-16,0 3 1 15,0 1 1-15,3 2 3 16,1 3 1-16,2 0 0 15,1 2 0-15,0 0 0 0,2 0-3 16,-1-1-2-16,0 0 0 16,-2-1-1-16,-2-4 0 15,-2 0-1-15,-1-3 2 16,-3 0-2-16,-3-3 1 0,1 0 0 16,-2-1-1-16,-1-2-1 15,0-2-30-15,0-1-56 16</inkml:trace>
  <inkml:trace contextRef="#ctx0" brushRef="#br0" timeOffset="54428.12">23139 4217 170 0,'0'0'53'15,"0"0"-38"-15,0 0 9 0,0 0-17 16,0 0-7-16,0 0-1 16,0 0 1-16,-23 34 2 15,14-15 2-15,1 1 1 16,-3 2 0-16,-2 0 0 15,-1 2-3-15,-1-1-1 16,-2 2 0-16,0-2 0 16,0-1 2-16,0-2-3 0,4-4 0 15,2-1 0-15,4-2 0 16,3-3 0-16,2-3 0 16,2-2-3-16,0-4-86 15</inkml:trace>
  <inkml:trace contextRef="#ctx0" brushRef="#br0" timeOffset="54684.84">23219 4434 298 0,'0'0'3'16,"0"0"-6"-16,0 0 2 15,0 33 1-15,0-18 0 16,0 3-2-16,0 2 4 16,0 0-2-16,0 1 0 15,4 1 0-15,-3 0 0 0,1-3 0 16,-2-3-87-16</inkml:trace>
  <inkml:trace contextRef="#ctx0" brushRef="#br0" timeOffset="55325.3">23498 4209 213 0,'0'0'26'0,"0"0"-4"0,0 0-24 16,0 0 4-16,0 0 3 16,28 27 5-16,-15-16-1 0,2 3 1 15,1 2-2-15,2 1-2 16,-1 3-3-16,4 1 0 16,-2-1-3-16,-2 1 2 15,1-3-2-15,-3-2 0 16,-1-4-6-16,-4-5-23 0,-3-2-13 15,-2-5-26-15</inkml:trace>
  <inkml:trace contextRef="#ctx0" brushRef="#br0" timeOffset="55680.72">23771 4160 241 0,'0'0'6'15,"0"0"3"-15,0 0-7 0,0 0-1 16,0 0 1-16,-30 40 1 15,22-22 5-15,-4 3 4 16,0 1-3-16,-3 2-7 16,-2 1 0-16,-3 2-2 15,-1-2 1-15,0-1-1 0,-1 0 0 16,3-2 1-16,2-3-2 16,3-5-4-16,4-4-93 15</inkml:trace>
  <inkml:trace contextRef="#ctx0" brushRef="#br0" timeOffset="56306.99">23844 4416 241 0,'0'0'13'0,"0"0"13"0,0 0-7 0,0 0 4 0,0 0-1 16,0 0 2-16,0 0 12 15,0 0-11-15,0-28-13 16,1 23-4-16,1 2-2 15,1-1-1-15,1-1-2 16,2 1-2-16,1 2 0 16,1 0-1-16,1 2 0 0,-1 0 0 15,-1 3-1-15,1 4 0 16,-3 3 1-16,-1 5-1 16,-3 1 1-16,-1 1-4 15,0 3 0-15,-5-1 1 16,-2 0 1-16,-2-3 0 0,1-1 1 15,1-2 2-15,2-3-2 16,3-2 1-16,2-1 0 16,0 0-1-16,3-4 0 15,8 2 1-15,7-4-1 16,6 0 2-16,6-1-1 0,1 0 0 16,-2 0-90-16,-3-2-62 15</inkml:trace>
  <inkml:trace contextRef="#ctx0" brushRef="#br0" timeOffset="59421.09">22993 5744 139 0,'-5'0'9'0,"3"0"25"15,-2-2-10-15,3 0-4 16,0 2 1-16,-1-1-11 0,2 1-1 16,0 0-3-16,0 0-2 15,0 0-4-15,4 3 0 16,1 4 0-16,1 3 1 16,0 2 0-16,2 4 0 15,1-1 0-15,-2 4 1 0,2 1-1 16,-1-1 0-16,0 0 1 15,-1-1-2-15,-1-1 2 16,1-1-2-16,-3-3 1 16,-1-1 0-16,0-3-1 15,-2-4 1-15,1 0-1 0,-2-2 0 16,2 0 0-16,-1-2-23 16,-1-1-52-16,0 0-105 15</inkml:trace>
  <inkml:trace contextRef="#ctx0" brushRef="#br0" timeOffset="60099.33">23123 5740 33 0,'0'0'4'0,"0"0"5"0,0 0 5 15,0 0 11-15,0 0 10 16,0 0-13-16,0 0 6 16,0 0-6-16,0 0-2 15,0 0-1-15,0-18-1 16,0 18-3-16,0 0-2 0,0 0-2 16,0 0-2-16,0 0-5 15,0 0-2-15,0 0 0 16,0 0 0-16,0 0 0 15,0 0 4-15,0-1 1 16,0 1 1-16,0 0 7 0,0 0 0 16,0 0-4-16,0 0-4 15,0 0-4-15,-1 0-1 16,-1 0-2-16,-1 0 0 16,-2 3 0-16,1 4 1 15,-2 1-1-15,-1 3 1 0,-3 3-1 16,-2 2 1-16,-2 4 2 15,-2 0-1-15,-1 3 0 16,0 0 1-16,-2-1 0 16,1-1-1-16,1-2 3 15,2-2-2-15,2-2 2 16,3-3 0-16,2-2 0 0,3-4-3 16,0-1-1-16,4-1-1 15,1-3 0-15,0 0-1 16,1-1 0-16,9 0 1 15,2-7-26-15,2-7-91 0</inkml:trace>
  <inkml:trace contextRef="#ctx0" brushRef="#br0" timeOffset="61946.02">23158 5998 29 0,'-1'0'54'0,"0"0"-26"0,-1 0-5 15,1 0-6-15,0 0 22 16,-1 0-21-16,2 0-16 16,-3 0 12-16,3 0 4 15,-1 0-4-15,-1 0 6 16,2 0-4-16,0 0-4 0,0 0-4 15,-1 0-4-15,1 0-3 16,0 0 0-16,0 0-2 16,0 0 1-16,0 0 0 15,0 0-1-15,0 0 1 16,0 0 1-16,0 0 0 0,0 0 2 16,0 0 6-16,0 0 0 15,0 0-2-15,0 0-3 16,0 0-1-16,0-1-3 15,-2-1 1-15,1 2 0 0,1-2 1 16,0-1 1-16,0-1 11 16,0 0 8-16,0-1-14 15,6-1-1-15,0 0-3 16,3 1-2-16,2 0-1 16,1 2-1-16,-1 2 1 15,0 1-2-15,0 0 1 16,-2 0 0-16,0 6 0 0,-4 2-1 15,2 0 1-15,-5 2-1 16,-1 2 1-16,-1-2 1 16,0 1-2-16,-3-1 1 15,-6 0 1-15,1 0-1 0,-3-3 1 16,4 1-1-16,-3-3 1 16,2 0-1-16,0 0 1 15,4-2-1-15,-2 1-1 16,2 0 1-16,0-2 0 15,2 3 0-15,0-2 0 0,1 2 0 16,-1-2-1-16,2 2 1 16,0-1 1-16,0-1-2 15,0-1 1-15,0 1 0 16,0-3 0-16,0 2 0 16,0-2 0-16,0 0 1 15,0 0-1-15,0 0 1 0,0 0-1 16,0 0 0-16,0 0 0 15,3 0 0-15,3 0 1 16,2 0-1-16,2 1 2 16,1 1-2-16,2-2 0 0,-2 3 1 15,1-1-1-15,0-2 0 16,-1 2 0-16,2-1 0 16,-2 0 0-16,2 0-27 15,-6-1-40-15,-1 0-64 16</inkml:trace>
  <inkml:trace contextRef="#ctx0" brushRef="#br0" timeOffset="63511.29">23368 5978 107 0,'0'0'3'0,"0"-3"2"16,-1 3 19-16,0-1-2 16,0 0-11-16,1 0 3 0,0 0 11 15,-1 0-2-15,1 1-4 16,0 0-2-16,0-1-5 16,0 1 0-16,0 0 1 15,0 0 0-15,0 0-1 16,0 0-3-16,0 0-6 15,-1 0-3-15,0 2-3 0,1 4 4 16,-1 2 1-16,1 1-2 16,0 2 1-16,0 0 1 15,-1 4-1-15,0 0 1 16,1 2 0-16,-1-1 1 16,0 2-1-16,1-3 1 0,0 0 0 15,-3-2-2-15,1-3 0 16,0-3 1-16,1-2 0 15,0-1 1-15,0-2 0 16,1-1 0-16,0 0-2 16,0-1 1-16,0 0-1 0,0 0 0 15,0 0-1-15,0-4-33 16,0-5-102-16</inkml:trace>
  <inkml:trace contextRef="#ctx0" brushRef="#br0" timeOffset="64841.83">23599 5810 193 0,'-2'0'3'0,"0"0"-1"15,2 0-1-15,0 0-2 16,0 0 1-16,0 0 0 16,0 0 2-16,0 1 7 0,0 1-3 15,3 3 7-15,4 2 0 16,1 1-2-16,4 3 2 15,3 1-6-15,2 5-1 16,0 1 0-16,3 2 0 16,-1 1-2-16,0-1-1 15,-2 0-3-15,-2-3 1 0,-4-3 0 16,-2-5 1-16,-2-2-1 16,-5-3 1-16,0-3-1 15,-2 1 1-15,0-2 1 16,0 0 2-16,0 0-3 15,0 0-2-15,-2 0-20 0,-2 0-42 16,0 0-62-16</inkml:trace>
  <inkml:trace contextRef="#ctx0" brushRef="#br0" timeOffset="65271.22">23754 5805 189 0,'0'0'2'16,"0"0"7"-16,0 0 16 16,0 0 1-16,0 0-11 15,0 0-7-15,0 0-3 16,0 0 4-16,0 0 0 0,0 0-1 16,-28 26 2-16,21-12 2 15,-1 2-2-15,-1 3-3 16,0 1-1-16,-1 2-3 15,-2 0-1-15,2-2-1 16,-2-1 0-16,3-2-1 16,2-4 2-16,1 0-2 0,5-3-2 15,0-5-1-15,1-3-87 16</inkml:trace>
  <inkml:trace contextRef="#ctx0" brushRef="#br0" timeOffset="66541.8">23854 6092 114 0,'0'0'30'16,"0"0"-4"-16,0 0-5 0,0 0 9 16,0 0-11-16,0 0 0 15,0 0-1-15,0 0-2 16,0 0-6-16,0 0-5 16,0 0 2-16,0 0-2 15,0 0-2-15,0 0 1 16,-1-18-1-16,2 14 0 0,1 1-1 15,2-1 1-15,0 0-1 16,1 2 2-16,0-1 1 16,4 1-2-16,-2-1-1 15,0 3-2-15,1 0 1 0,-1 0-1 16,0 0 0 0,-1 4 0-16,-2 2 0 0,0 3 0 15,-2 0 1-15,-2 0 0 16,0 2-1-16,-3 1 2 15,-4-2-2-15,-2 1 1 16,-2 1-1-16,2-4 3 16,0 0-2-16,1-3 1 0,2 0 2 15,0-1 2-15,4-1-2 16,0-1-3-16,2-1 0 16,0 1-1-16,0-1 0 15,0-1 0-15,0 2 0 0,0-2 0 16,4 2 2-16,4-1-1 15,1 0 0-15,2 1 0 16,-1 0 1-16,4 0-1 16,-1 0 0-16,0 0 1 15,-1 0-1-15,0 0 1 0,0-2-1 16,-2 2 0-16,-1-2 0 16,-1 0-3-16,-4 0-54 15,-2 0-58-15</inkml:trace>
  <inkml:trace contextRef="#ctx0" brushRef="#br0" timeOffset="67883.88">24088 6096 52 0,'0'0'139'0,"-1"0"-118"15,0 0 2-15,1 0 6 16,-1 0-10-16,1 0 0 16,0 0 5-16,0 0 11 15,-1-2-15-15,0 0-7 16,1 0-3-16,0-1-1 0,0 0 2 15,0 1-4-15,0-2-1 16,-1 0-1-16,1 1 0 16,0-1-2-16,0 1 0 0,0 0 1 15,0 1 1-15,3 1-5 16,0 0 0-16,1 1 0 16,-1 0-2-16,3 0 2 15,-2 2 0-15,0 2 0 16,1 2 0-16,-1 2 0 15,0 1-2-15,-3 2 1 0,0 2 2 16,-1-1-1-16,0 2 0 16,-3-1 0-16,-5-1 0 15,3-1 0-15,-2-1 0 16,1-2 0-16,-1 0 2 16,4-3 0-16,-1-1-2 0,2-1 0 15,1 0 0-15,1-2 0 16,0 0-2-16,6-1 0 15,5 0 4-15,6 0 0 16,3 0-1-16,3 0-1 16,2 0 1-16,-1 0-1 0,-5-2-38 15,-5-2-136-15</inkml:trace>
  <inkml:trace contextRef="#ctx0" brushRef="#br0" timeOffset="69321.64">23066 6523 490 0,'0'1'1'0,"0"-1"-1"16,0 4-9-16,3 1-6 16,5 2-26-16,-1 1-65 15,-1 1 47-15,-2-3-4 0</inkml:trace>
  <inkml:trace contextRef="#ctx0" brushRef="#br0" timeOffset="69525.85">23008 6989 476 0,'0'0'-4'0,"0"0"-6"16,0 0-163-16,0 0 119 16,0 0-74-16</inkml:trace>
  <inkml:trace contextRef="#ctx0" brushRef="#br0" timeOffset="69749.23">22987 7349 339 0,'0'0'50'0,"0"0"-48"16,0 0-9-16,0 0-26 16,-6 28-66-16,6-20-39 15</inkml:trace>
  <inkml:trace contextRef="#ctx0" brushRef="#br0" timeOffset="70400.32">23987 6634 476 0,'0'0'2'0,"0"0"15"15,0 0-6-15,-32-3-5 16,32 3-4-16,0 0-4 16,0 0-1-16,1 2 1 0,4 2-6 15,1 3-20-15,-1 1-20 16,0 0-30-16,-4 1-29 16,-1 1-120-16</inkml:trace>
  <inkml:trace contextRef="#ctx0" brushRef="#br0" timeOffset="70621.34">23730 7257 499 0,'0'0'18'0,"0"0"-18"16,0 0-24-16,0 0-24 16,0 0-43-16,0 0-46 15,26 33-26-15</inkml:trace>
  <inkml:trace contextRef="#ctx0" brushRef="#br0" timeOffset="70847.05">23743 7741 486 0,'0'0'-1'0,"0"0"-35"15,0 0-92-15,0 0-110 16</inkml:trace>
  <inkml:trace contextRef="#ctx0" brushRef="#br0" timeOffset="72021.27">22820 8131 97 0,'0'0'23'15,"0"0"16"-15,0 0-12 16,0 0-7-16,0 0 5 16,0 0 0-16,0 0-1 0,0 0 1 15,0 0 1-15,0 0 6 16,0 0-5-16,0 0-16 15,0 0-12-15,-10-11 0 16,11 18 2-16,4 1-1 16,0 4 1-16,4 1-1 0,0 5 0 15,2 1 2-15,3 2 1 16,0 0-2-16,0 1 1 16,0-2-1-16,0-2 0 15,0-1-1-15,-2-2 0 16,-1-2 1-16,-3-1-1 15,-2-4 1-15,-1 1 0 0,-3-5 0 16,0 0 0-16,-2-2-1 16,0 0-2-16,0-2-86 15,-1 0 27-15,-4-7-196 16</inkml:trace>
  <inkml:trace contextRef="#ctx0" brushRef="#br0" timeOffset="72887.84">22986 8155 123 0,'0'0'10'0,"0"0"20"0,0 0-11 0,0 0-1 15,0 0-2-15,0 0 6 0,0 0 2 16,0 0-1-16,0 0-7 15,0 0-5-15,0 0-2 16,0-10-4-16,0 10-1 16,0 0-1-16,0 0-2 15,0 0 2-15,0 0 1 0,-1 3 2 16,-1-2 0-16,1 0 4 16,1 1-5-16,0-2-1 15,-1 1 1-15,1 0 0 16,0 0 2-16,-1-1 0 15,0 0 0-15,0 1 2 0,0 0-5 16,0-1 0-16,-1 2 0 16,0-1-2-16,1-1 1 15,-1 2-2-15,1-1 1 16,0 0 0-16,-1 0 0 16,1 1 0-16,0 0 2 15,-1-1 0-15,0 2 0 0,0 0-1 16,0 1 0-16,0-1-1 15,-1 2 2-15,1 0-3 16,-1 2 2-16,1 0-2 16,-3 2 0-16,1 3 0 0,-2 1 0 15,-1 4-1-15,-3 1 1 16,-2 2 0-16,-1 0-2 16,-1 1 2-16,-2 0-1 15,-1-1 0-15,1 0 1 16,1-2-1-16,3-2 1 15,3-2-1-15,2-1 0 0,2-3 0 16,4-1-1-16,0-1-1 16,1-4-88-16,-1-4-51 15</inkml:trace>
  <inkml:trace contextRef="#ctx0" brushRef="#br0" timeOffset="73700.13">23012 8553 23 0,'0'-2'13'0,"-2"-2"-7"15,2 0 1-15,0 1-3 0,0 0-1 16,0 0-1-16,0-1 3 16,0 2 2-16,0-1-4 15,0 0-3-15,2 0 0 16,0 1-1-16,0-2-12 15,1 1-19-15</inkml:trace>
  <inkml:trace contextRef="#ctx0" brushRef="#br0" timeOffset="74295.09">23028 8492 115 0,'0'0'38'16,"0"0"4"-16,0 0-20 15,0 0-1-15,0 0-9 0,0 0-6 16,0 0 2-16,-11 17-1 15,11-9-1-15,0 3-1 16,0 1 1-16,0 0-4 16,0 1 1-16,2 2 1 15,0-1-2-15,0-1 11 0,-1 0-6 16,1-1-3-16,-2-3-2 16,0-1 8-16,0-3 15 15,0-1-9-15,0-1-7 16,0-2-2-16,0-1 0 15,0 0 21-15,0 0 5 0,0 0-19 16,0-3-13-16,0-2 1 16,0-2-1-16,0-1-1 15,0 0 2-15,0-2-2 16,0 0 0-16,2 0 0 16,0 1 0-16,1 0 1 0,2 1-1 15,-3-1 0-15,2 1 0 16,1 1 0-16,-1 1 0 15,1-1 0-15,0 0 0 16,0 1 0-16,0 1 1 16,0 0-2-16,1 2 2 15,-2 0-1-15,0 1 0 0,3 2-1 16,-2 0 1-16,0 0-1 16,-1 4 1-16,1 2 0 15,0 4 0-15,0 0 1 16,-2 0 0-16,1 1 0 0,0-1-1 15,-1 0 0-15,1 0 1 16,-2-2-1-16,0 2 0 16,1-1 0-16,-2-1 0 15,2-1 1-15,-3-1-1 16,4-1 0-16,-2 0-1 16,3-2-21-16,-1-1-50 0,1-2-35 15,0 0-59-15</inkml:trace>
  <inkml:trace contextRef="#ctx0" brushRef="#br0" timeOffset="76133.56">23212 8538 72 0,'0'0'4'0,"0"0"5"16,0 0-3-16,0 0 12 15,0 0 8-15,0-1 6 16,0-1 0-16,0 1-5 0,0 1-5 16,0-2-1-16,0 2 0 15,0 0-3-15,0 0 0 16,0 0 0-16,0 0-1 15,0 0-7-15,0 0-5 16,0 0-1-16,0 0 2 16,0 6 7-16,0-1-3 0,0 4-1 15,0 1 2-15,1 3-4 16,-1 1 0-16,2 1-3 16,-1 2-2-16,1-1 0 15,-2 1 0-15,1-2 1 0,0-2-1 16,0 0 0-16,-1-4 0 15,0-1-1-15,0-2 0 16,2-2-1-16,-2-1 0 16,3-3 0-16,1 0 0 15,1-1-37-15,0-13-88 16,-1-5-149-16</inkml:trace>
  <inkml:trace contextRef="#ctx0" brushRef="#br0" timeOffset="77670.28">23678 8168 195 0,'-4'-2'6'16,"1"-1"42"-16,1 2-14 15,0-1-5-15,2 2-11 16,0-1-1-16,0 1 4 16,0 0-10-16,0 0-10 0,0 1-2 15,3 6 3-15,4 3 0 16,-2 3 1-16,5 3 0 16,1 1-2-16,2 1 2 15,0 0 0-15,1 2-1 16,0 0 1-16,0-4-1 15,-2 0-1-15,-2 0 2 0,0-4-3 16,-1 0 1-16,-3-5-1 16,-1 1 0-16,-2-3 1 15,0-2-2-15,-1-1-10 16,-1-1-55-16,-1-1-13 0,0-1-90 16</inkml:trace>
  <inkml:trace contextRef="#ctx0" brushRef="#br0" timeOffset="77997.28">23833 8135 226 0,'0'0'52'0,"0"0"-35"16,0 0 15-16,0 0-29 16,0 0-3-16,0 0 7 15,0 0 23-15,-21 42-5 16,10-22-11-16,-3 1 7 0,-2 2-5 16,1 3-8-16,-2-1 4 15,-3 0-5-15,2 1-4 16,0-4-2-16,3 0 0 15,1-3 0-15,4-4-1 0,3-2 0 16,6-4 0-16,1-3 0 16,0-6-25-16,7 0-63 15,4-2-32-15</inkml:trace>
  <inkml:trace contextRef="#ctx0" brushRef="#br0" timeOffset="78670.97">23850 8535 261 0,'0'0'7'0,"0"0"29"15,0 0-17-15,0 0-4 0,0 0-11 16,0 0-1-16,0 0 1 15,0 0 4-15,-23 31 0 16,21-18-3-16,0-1 0 16,0 1-1-16,-1-1 1 15,1-2 0-15,1 1-3 0,-1-4-2 16,1-2 1-16,1-2 0 16,0-1-1-16,0-2 3 15,0 0-3-15,0 0 3 16,0-2 0-16,0-4-1 15,0-3 0-15,4-4-2 0,3 0-2 16,-1 0-1-16,1-2-2 16,2 3-1-16,-1 2-1 15,-2 1 4-15,0 2 2 16,0 3 1-16,-2 1 0 16,0 2 0-16,1 1 0 0,-2 0 1 15,1 1 2-15,0 4 1 16,-1 3 0-16,0 2 1 15,-1 2-4-15,0-2-1 16,-2 3 1-16,0 0-1 16,0-1 0-16,0-1 1 0,0 0-1 15,0-2 1-15,0 1-34 16,0-1-2-16,0-1-20 16,0-3-26-16,0-2-82 15</inkml:trace>
  <inkml:trace contextRef="#ctx0" brushRef="#br0" timeOffset="79591.61">24008 8616 213 0,'0'0'25'16,"0"0"1"-16,0 0-20 0,0 0 2 16,0 0 0-16,0 0 13 15,0 0 10-15,0 0-12 16,0 0-8-16,0 0 0 16,0 0 2-16,0 0 1 0,-26-1-7 15,24 0-1-15,0-2 1 16,1 1-3-16,-2-1-1 15,1 1 0-15,1-1-1 16,1-2 3-16,0 2-2 16,0-2-2-16,0 0-1 0,3 1 0 15,1 0 0-15,2 0 0 16,1 1 0-16,1 1 0 16,0 1 0-16,-1 1-1 15,2 0 0-15,-2 0 1 16,-2 3-1-16,0 5 1 15,-4 2-1-15,1 3 1 0,-2 1 0 16,0 4 1-16,-1 0-1 16,-5 2 1-16,0-1-2 15,-2-2 2-15,-2 0 0 16,3-4-2-16,0 0 2 16,1-4-1-16,1-3 0 0,1 0 1 15,2-2-1-15,0-4 0 16,2 0 1-16,0 0 0 15,0 0-1-15,0 0 1 16,0 0 0-16,0-2-1 16,3-1 0-16,2 0 0 0,0-1 0 15,4 3 0-15,0-1 0 16,4 1 3-16,-1 1 1 16,3 0 0-16,0 0-2 15,0 1-1-15,0 4-1 16,-2-1 1-16,0 0-1 0,-3-2 0 15,0 1-8-15,-4-3-24 16,-4 0-86-16</inkml:trace>
  <inkml:trace contextRef="#ctx0" brushRef="#br0" timeOffset="119281.07">15937 9635 88 0,'0'0'57'0,"0"0"-17"0,0 0-9 16,0 0-2-16,0 0-10 0,0 0-7 16,0-28 0-16,0 27-3 15,0 1-7-15,0 0-2 16,0 0 0-16,0 6 3 15,-1 4-3-15,1 3 0 16,0 4 2-16,0 7 0 16,0 6 1-16,0 7 1 0,3 7 4 15,1 7 1-15,2 2-4 16,-2 5-1-16,2 0-1 16,-3 0 1-16,-1-2-1 15,-1-4-1-15,-1-2 0 16,0-4 2-16,0-4-1 0,-2-6 0 15,1-4-2-15,-2-5 0 16,2-4 0-16,-1-6 0 16,1-3 2-16,-1-6-2 15,-1-4-9-15,-1-4-54 16,-2-11-82-16</inkml:trace>
  <inkml:trace contextRef="#ctx0" brushRef="#br0" timeOffset="119882.71">15921 10147 242 0,'0'0'5'0,"0"0"18"0,-4-35-1 15,4 24-8-15,0-2-4 0,2-1-3 16,1 1 0-16,4-2 0 16,0 2 1-16,1-2 1 15,3 4 0-15,2-1 2 16,0 5-2-16,-1 3-3 15,3 3-3-15,-1 1-1 0,0 2-4 16,-2 8 1-16,0 5-1 16,-5 2 0-16,-1 4 2 15,-6 0 0-15,0 2-1 16,-9-1 2-16,-5 0-1 16,-4-1 3-16,-3-2-2 0,-2-2-2 15,0-4 4-15,-1-1-2 16,4-4-1-16,5 0 2 15,1-6-1-15,5 0-1 16,5 0 0-16,2-2 2 16,2 0 0-16,1 0-2 0,8-4-2 15,3-1 3-15,3 0 3 16,2 2-5-16,0 3 4 16,-1 0-5-16,-1 3 1 15,-1 9-1-15,-1 4 0 16,1 3 1-16,-2 4 1 15,0 2 0-15,-1 2 1 0,-1 0 0 16,-2 0-1-16,1-3 1 16,-4-4 1-16,2-2-4 15,1-6-21-15,-3-7-47 16,3-5-35-16</inkml:trace>
  <inkml:trace contextRef="#ctx0" brushRef="#br0" timeOffset="120803.74">16395 10099 108 0,'0'0'44'0,"0"0"-28"0,0 0 18 16,0 0-11-16,-8-32-5 15,8 26 0-15,5 1 0 16,-1 1-6-16,2 2-4 16,2 0 0-16,-1 2-4 15,2 0 1-15,1 6-3 0,0 5-1 16,0 4-1-16,1 4 1 15,-1 3 4-15,0 4 0 16,-1 2-5-16,-4 1 1 16,1 2 1-16,-4-2-2 15,-1-1 1-15,-1-3-2 0,0-5 4 16,0-2-4-16,-4-5 4 16,-1-6-4-16,0-1 6 15,-1-6 19-15,2 0 20 16,-3-1-22-16,2-9-4 0,0-2-3 15,4-6 3-15,1-5-6 16,1-3-11-16,7-5 1 16,4-1 1-16,2 2 2 15,0-1-5-15,0 6-2 16,1 5-7-16,-3 5-20 16,-4 5-34-16,1 5-28 0,-4 0-34 15</inkml:trace>
  <inkml:trace contextRef="#ctx0" brushRef="#br0" timeOffset="121951.37">16566 10292 269 0,'0'0'7'16,"0"0"21"-16,0 0-17 16,0 0-1-16,0 0 4 15,0 0 7-15,33-6-9 16,-22 3 3-16,1-2-4 0,1-1-8 16,2 0 0-16,-3-1-3 15,3-1 3-15,-2-2-4 16,0-1 4-16,-1-1-2 15,-1-1 1-15,-3 1-2 16,-3-1 0-16,-2 3 1 0,-3 0-1 16,0 2 4-16,-4 0 4 15,-5 4-2-15,-1 1-2 16,-2 3-2-16,1 0 0 16,-2 2 1-16,2 3-4 15,-1 6 5-15,2 1 0 0,1 2-2 16,2 0 0-16,3 2 0 15,4-2-1-15,0-1 1 16,1 1-2-16,9-2 4 16,1 0-8-16,2-3 2 15,4-1 3-15,-2-5-2 16,3-2-2-16,1-1 4 0,2-1 1 16,0-9 4-16,1-2-5 15,1-3 2-15,0-3-3 16,-2-1 0-16,-4 0-1 15,-1 1-1-15,-4 3-3 16,-5 2 9-16,-4 3-4 0,-3 3-2 16,0 3 0-16,-6 4-1 15,-5 0 0-15,-3 3 1 16,-3 5 2-16,1 2 2 16,-1 4-1-16,2-1 1 0,4 1-2 15,2-4 0-15,3 1 1 16,4-2-1-16,0-3-1 15,2-2 0-15,0-1-1 16,4-2-2-16,6 0 5 16,2-1 1-16,2 3 2 15,2 2-2-15,2 4-1 0,-3 6 1 16,2 7-2-16,0 5 2 16,-4 9-2-16,-2 4 2 15,-2 3-2-15,-4 0 0 16,-4-1 2-16,-1-4-2 15,0-8 0-15,-6-5 0 0,-4-5 0 16,-2-7 1-16,1-6 3 16,-3-4 1-16,-1-3 6 15,-3 0-3-15,3-5-6 16,-1-7 0-16,4-4 2 16,1-4 0-16,5-5-3 0,2-3 0 15,4-3-1-15,0-2-2 16,8 0 2-16,2 2-1 15,2 3 1-15,2 4 1 16,2 4 1-16,-3 2-1 16,1 4-3-16,-1 4 4 0,-2 3-1 15,-4 1 3-15,-1 4 1 16,-2 2-4-16,2 0 1 16,-2 3 1-16,0 4 1 15,0 3-3-15,0 1-2 16,1 2 3-16,-2 2-1 15,1-1 0-15,0 0 1 0,-4-1-1 16,1-4 0-16,0-1 0 16,-1-5 1-16,0-1-1 15,0-2 1-15,1-7 6 16,3-8 5-16,-1-6-7 0,4-7-5 16,0-4 1-1,3-4-3-15,3 0-3 0,2 0-32 16,-2 4-44-16,-2 5-89 15</inkml:trace>
  <inkml:trace contextRef="#ctx0" brushRef="#br0" timeOffset="122793.8">17144 10337 351 0,'0'0'15'0,"0"0"-12"16,0-2 0-16,0-2-4 0,2 0 5 16,-1-2 0-16,0-3-3 15,1 0 1-15,-1-2-1 16,3 1-1-16,-4-2 0 15,1 1 0-15,-1 1-1 0,0 2-1 16,-4 1-3-16,-1 3 4 16,-2 0-2-16,-3 4 2 15,3 0 5-15,-2 6 2 16,-1 5-1-16,1 4 4 16,2 3 5-16,1 2-4 15,3 1 1-15,3-1-6 0,0 1-1 16,0-4 1-16,7 0-2 15,2-6 1-15,2-1-5 16,-1-5 6-16,2-5 3 16,3 0-3-16,1-12 8 15,1-4-7-15,2-6-2 0,-1-6-3 16,1-2 0-16,1-3-1 16,0 2 0-16,-2 3-1 15,-1 7 1-15,-2 5 0 16,-3 6 0-16,-2 6-2 15,-2 4 0-15,-1 4-1 0,-1 8-5 16,0 2 5-16,-3 5 1 16,-2 0 2-16,-1 2 0 15,0-1 1-15,0 0 1 16,-3-4-1-16,-1-1 0 16,2-3 1-16,1-6 0 0,0-1-2 15,1-4 1-15,0-1-1 16,7-4 2-16,1-7-1 15,5-4 2-15,2-5-4 16,5-1 1-16,0-3 1 16,1 2-1-16,1 1-6 0,-2 3 6 15,-2 5-4-15,-2 5 4 16,-3 6 0-16,-2 2-1 16,0 5-3-16,-4 8 4 15,-2 3-3-15,-1 3 2 16,-3-1-4-16,-1 2 11 0,-1-1-3 15,-5-2-3-15,-6-2 0 16,2-2 0-16,-3-3 2 16,-1 0-2-16,1-5 4 15,-1-2-2-15,3-3-1 16,-1 0-1-16,4-3-4 0,3-6-13 16,3-2-36-16,2-3-44 15,0-2-91-15</inkml:trace>
  <inkml:trace contextRef="#ctx0" brushRef="#br0" timeOffset="123421.59">17685 10241 318 0,'0'0'4'0,"0"0"-4"16,0 0 1-16,6 30 0 0,-5-20 1 15,1-1-1-15,0 0 2 16,1-2-2-16,2-1 2 16,-1-1 1-16,4-1-1 15,0-3 3-15,1-1-4 16,1 0 0-16,0-2 2 0,0-6 7 16,-3 0-8-16,0-2-2 15,-2 1 0-15,-4 0 0 16,-1-1-1-16,0 4-1 15,-4-1-2-15,-4 2 5 16,-4 0-1-16,1 0-2 0,-3 2 2 16,0 0 5-16,0-1-8 15,3 1 5-15,1-1 1 16,3 1 1-16,4-2 9 16,3 0-4-16,0-1-4 15,4 1-3-15,8-2-2 0,2 0-2 16,5 2 4-16,2 0-3 15,2 4 3-15,-1 1-6 16,1 2 5-16,1 7-2 16,-3 3-1-16,0 6 1 15,-1 0 0-15,0 3 0 0,-3 0 0 16,-2 0 2-16,-3-4-2 16,-1-1-1-16,-4-6 0 15,-2-3 1-15,-2-7-1 16,0 0 5-16,-3-5 4 15,1-7 2-15,2-5-5 0,0-5-2 16,3-3-2-16,2-3 0 16,0-1-2-16,1 2 1 15,0 2-1-15,0 5-2 16,1 5-14-16,0 5-31 16,-2 4-57-16,1 2-61 15</inkml:trace>
  <inkml:trace contextRef="#ctx0" brushRef="#br0" timeOffset="123907.31">18363 10082 272 0,'0'0'134'0,"0"0"-132"15,0 0-3-15,-34-8 1 0,18 8 3 16,-3 5-3-16,-2 3-4 16,-1 2 7-16,3 0 4 15,3 2-6-15,3 1 0 16,4-1 0-16,4 1-1 16,5 0 1-16,0-3-2 0,8 1 1 15,9-1-2-15,6-3 3 16,6 1 5-16,6-1-1 15,1-2-4-15,2 2 1 16,-3 1 0-16,0 0 0 16,-8 1-3-16,-2 0 2 0,-8-2-1 15,-4 1 0-15,-7-3 0 16,-6 2-1-16,-2-2 1 16,-10 1 7-16,-9 0 8 15,-3 2-1-15,-3-2-5 16,-1 1-7-16,2-1-1 0,-1-1 0 15,4 0-1-15,1-3 0 16,4 1 0-16,0-3-7 16,2 0-6-16,6 0-15 15,0 0-33-15,4-3-32 16,4-5-24-16</inkml:trace>
  <inkml:trace contextRef="#ctx0" brushRef="#br0" timeOffset="124143.58">18266 10122 337 0,'0'0'40'16,"0"0"-31"-16,0 0-12 15,-10 37 3-15,3-12 9 16,-5 4 12-16,-3 4-1 0,-3 5 4 15,-2 2-10-15,-2 1-5 16,0 3-6-16,-1-1-2 16,2 1 1-16,1-2 1 15,2-3-4-15,4-6-52 0,1-8-87 16</inkml:trace>
  <inkml:trace contextRef="#ctx0" brushRef="#br0" timeOffset="126996.27">19273 9971 89 0,'0'0'33'0,"0"0"13"15,0 0-9-15,0 0 1 16,19-28-3-16,-15 24-7 0,-1 0 4 15,0 3-3-15,1 1-12 16,-1 0-11-16,2 0-5 16,1 8 0-16,4 1-1 15,2 4 1-15,2 2 0 16,2 4 1-16,3 3 4 0,0 3-2 16,1 3-2-16,1 3 1 15,-2 1-2-15,0-1 0 16,-2 0-1-16,-2-3 2 15,-1-5-2-15,-4-3 2 0,-1-5-1 16,-2-3 1-16,-5-6-4 16,-1 1-25-16,-1-7-29 15,0 0-56-15</inkml:trace>
  <inkml:trace contextRef="#ctx0" brushRef="#br0" timeOffset="127981.03">19461 10023 165 0,'0'0'5'0,"0"0"15"16,0 0-9-16,0 0 0 0,0 0-1 16,0 0 11-16,0 0 3 15,0 0-7-15,0 0 4 16,0 0-3-16,0 0-6 15,0 0-9-15,0 0-2 16,-21-3 0-16,9 18 4 16,0 5 2-16,-2 3 4 0,-1 5-3 15,2 3-3-15,-2 2-2 16,1 0 0-16,3 2-1 16,-3-5-1-16,3-2 0 15,2-4 2-15,1-4-3 0,1-6 2 16,4-3 0-16,-1-3-1 15,4-4-2-15,0-3-28 16,2-1-45-16,7-3-36 16</inkml:trace>
  <inkml:trace contextRef="#ctx0" brushRef="#br0" timeOffset="128227.14">19583 10311 272 0,'0'0'84'15,"0"0"-72"-15,0 0-16 16,0 0 4-16,0 0-1 16,6 38 2-16,-6-23 0 15,1 1 3-15,-1 2-1 0,0 2 0 16,0-2-1-16,0 3 0 15,2-1-1-15,-2 0 1 16,0-3-15-16,1-4-79 16,1-8-137-16</inkml:trace>
  <inkml:trace contextRef="#ctx0" brushRef="#br0" timeOffset="129144.28">19751 10393 235 0,'0'0'6'0,"0"0"15"16,0 0-16-16,0 0-5 15,0 0 3-15,0 0-2 16,0 0 8-16,0 0 6 16,10 31 0-16,-8-13 5 15,-1 1-8-15,1 3-2 0,-2-1-6 16,0 0 1-16,0-2-3 15,0-3 0-15,0-3-1 16,0-3 1-16,0 0-2 16,0-2 2-16,-1-3-1 0,1-3-52 15,0-2-139-15</inkml:trace>
  <inkml:trace contextRef="#ctx0" brushRef="#br0" timeOffset="129557.14">20251 9874 291 0,'0'0'6'0,"0"0"21"16,0 0-17-16,27 15-11 15,-13 3 0-15,5 1 3 0,1 7 1 16,2-1 4-16,1 1-2 16,-2 2-2-16,1-1 0 15,-3-1-2-15,0-1 2 16,-3-3-1-16,0-4 0 16,-4-4-1-16,-2-5-5 0,-1-4-20 15,-2-5-38-15,-3 0-30 16,-2-7-41-16</inkml:trace>
  <inkml:trace contextRef="#ctx0" brushRef="#br0" timeOffset="129821.01">20499 9926 289 0,'0'0'5'15,"0"0"49"-15,0 0-38 16,0 0-12-16,-31 5 0 16,21 7 5-16,0 4 10 15,-3 1-1-15,0 4-7 16,-2 2-7-16,-2 5-2 0,-2 0 0 16,-1 3 3-16,-1 2 0 15,0 0-2-15,4-3-14 16,1-2-42-16,4-6-6 15,6-7-68-15</inkml:trace>
  <inkml:trace contextRef="#ctx0" brushRef="#br0" timeOffset="130287.24">20648 10240 411 0,'0'0'9'0,"0"0"26"0,0 0-23 16,0 0-4-16,0 0-3 16,0 0-3-16,30-21 3 15,-26 20 3-15,2-1-4 16,1 1-4-16,-2 1 0 15,3 0 0-15,0 1-1 0,-2 4 1 16,-1 2-1-16,-2 1-1 16,-1 2-9-16,-2 0-2 15,0 3 2-15,-5-1 6 16,-5 1 4-16,0 2 1 16,0-2-5-16,-1 2 8 0,2-3-2 15,0-1 0-15,2-1-2 16,3-1 1-16,2-3 0 15,2 0 1-15,0-1-1 16,9 0 1-16,7-3 1 16,4-2 1-16,7 2 0 15,0-2-1-15,8 0-3 0,-1-7-32 16,-1-3-65-16,2-4-95 16</inkml:trace>
  <inkml:trace contextRef="#ctx0" brushRef="#br0" timeOffset="130476.99">21057 10201 416 0,'0'0'29'0,"0"0"-24"0,0 0-9 16,0 0-7-16,0 0-57 0,0 0-77 16</inkml:trace>
  <inkml:trace contextRef="#ctx0" brushRef="#br0" timeOffset="130682.52">21311 10180 493 0,'0'0'3'0,"0"0"-4"0,0 0-27 16,0 0-20-16,0 0-8 15,0 0-4-15,0 0-6 16,0 0-67-16</inkml:trace>
  <inkml:trace contextRef="#ctx0" brushRef="#br0" timeOffset="130871.33">21592 10187 436 0,'0'0'2'0,"0"0"-11"16,0 0-51-16,0 0-84 16</inkml:trace>
  <inkml:trace contextRef="#ctx0" brushRef="#br0" timeOffset="131432.91">22289 9843 285 0,'0'0'6'0,"0"0"28"0,0 0 5 15,0 0-14-15,0 0-22 16,0 0-2-16,30-3 0 15,-19 18-1-15,3 5 0 16,3 3 3-16,2 3-1 16,2 0 1-16,2 3-1 0,0 0 0 15,1 0 0-15,-3-2 2 16,-1-3-2-16,-3-3-5 16,-2-3-19-16,-3-5-17 15,-2-6-33-15,-2-5-38 16</inkml:trace>
  <inkml:trace contextRef="#ctx0" brushRef="#br0" timeOffset="131730.95">22585 9812 282 0,'0'0'6'0,"-29"26"-1"15,12-4 5-15,-3 6 4 16,-3 3-10-16,0 2-3 16,-3 1 0-16,0 0 1 15,0-1-1-15,1-2 4 0,2-2 0 16,4-3-3-16,3-5-27 15,4-5-48-15,7-9-61 16</inkml:trace>
  <inkml:trace contextRef="#ctx0" brushRef="#br0" timeOffset="132026.29">22830 10002 377 0,'0'0'27'0,"0"0"5"15,0 0-8-15,0 0-27 0,0 0 4 16,22 31-1-16,-18-9 4 15,-1 6-2-15,0 3 1 16,-3 2-1-16,0 3 0 16,0 2 0-16,-3-1 0 15,-2-2 0-15,-1-3 1 0,1-5-13 16,-1-4-44-16,2-6-49 16,1-8-86-16</inkml:trace>
  <inkml:trace contextRef="#ctx0" brushRef="#br0" timeOffset="132539.22">22854 10231 125 0,'0'0'142'0,"0"0"-139"0,0 0 31 15,-1-28-7-15,4 21-11 16,4 1-8-16,1-2 6 16,2 0 9-16,1 1-4 15,2 1-7-15,1 2-2 16,2 2-6-16,-1 2-3 15,-1 0 0-15,-4 7-2 0,0 4 1 16,-5 1-1-16,-2 3 0 16,-3 0-1-16,-2-2 1 15,-9 1-1-15,-1-1 0 16,-5-2-2-16,-1-2-13 0,1-2-4 16,1-3 6-16,2-1 7 15,3-1 7-15,5-2 1 16,2 0 2-16,4 0 2 15,0 0-4-15,9 0-5 16,3 0 1-16,5 1 4 16,2 3 3-16,4 2-2 0,3 4 0 15,1 4 0-15,2 3 1 16,2 3 5-16,0 3-4 16,-2 0 0-16,0-6-7 15,-3-7-201-15</inkml:trace>
  <inkml:trace contextRef="#ctx0" brushRef="#br0" timeOffset="133917.09">15827 10998 195 0,'0'0'5'15,"0"0"24"-15,0 0-9 16,0 0 0-16,-18-28 0 16,18 21-6-16,0 0-4 0,0-2 0 15,7 0-1-15,2 0 1 16,3 0-6-16,1 1-1 16,2 0-2-16,1 2 0 15,0 3-1-15,-2 2-1 16,1 1-1-16,-1 1 2 15,-3 9-3-15,0 5 5 0,-1 3-3 16,-3 5 5-16,-2 6-3 16,-1 1 1-16,-3 3 9 15,-1 0-4-15,0-3-7 16,0-3-1-16,-1-5 0 16,-2-6 0-16,0-5 3 0,0-4 2 15,0-3 15-15,0-4 18 16,1 0 8-16,-1-7-24 15,0-3-8-15,1-5-7 16,1-3-1-16,1-3-3 16,0-4-1-16,1-5-1 0,8-3-2 15,3 0 2-15,4 1-3 16,-1 6-2-16,2 3 6 16,1 10-1-16,-4 6 0 15,-1 7-2-15,-1 5 1 16,1 10 0-16,-3 5 1 0,-2 2-1 15,1 4 0-15,-2 0 2 16,-1 2-1-16,0-5 1 16,-3 2-1-16,1-3 2 15,0-3 0-15,1 1-2 16,-2-3-5-16,2-2-19 0,2-1-16 16,1-2-24-16,2-7-58 15,1-5-118-15</inkml:trace>
  <inkml:trace contextRef="#ctx0" brushRef="#br0" timeOffset="134993.57">16496 11054 142 0,'-2'-7'23'0,"-1"-1"-2"0,0 0 11 16,1-1 5-16,2 3-10 15,-2-1-8-15,2 0 6 16,0 0 2-16,0 2 4 15,0 0 0-15,0 1-11 0,5 4-10 16,2 0-8-16,3 0 0 16,0 4-7-16,2 5 10 15,1 2-5-15,-1 3 1 16,1 2-1-16,-1 1 0 16,-1 1 1-16,-1 0-1 0,-1-1 1 15,-3 0 0-15,0-3-2 16,-3-2 2-16,-2 0 0 15,0-4-1-15,-1-2 0 16,0-1 1-16,0-3 0 16,0-2 1-16,-3 0 2 0,-1 0-1 15,-1-3-1-15,2-4 0 16,-3-3 0-16,3-3 1 16,1-3-1-16,2-4 2 15,0 0-1-15,6-2-1 16,4 1-2-16,5 0 2 0,0 4-5 15,2 5 9-15,3 2-5 16,0 5-1-16,0 2-9 16,2 1-39-16,-4 1-52 15,-1-2-59-15</inkml:trace>
  <inkml:trace contextRef="#ctx0" brushRef="#br0" timeOffset="135456.06">16844 10975 372 0,'0'0'36'0,"0"0"-26"15,0 0-3-15,0 0-13 16,0 0 6-16,-13 39 1 16,13-24-1-16,0 2 3 0,0 1 0 15,0-2 3-15,3 1-3 16,1-1 1-16,2-1-1 15,-1-2-3-15,2-4 2 16,2-1-2-16,-2-5 0 16,3-2 1-16,1-1 4 15,1-4 0-15,1-6 2 0,-1-3-5 16,2-4-1-16,-4-1 0 16,-1 0 0-16,-2 1-1 15,-4 2-1-15,-1 2 2 16,-2 4 6-16,0 3 11 15,0 3-1-15,0 3-3 0,-3 0-8 16,1 3-4-16,-2 7-2 16,2 2 0-16,2 1 1 15,0 2 0-15,0-1 0 16,1-1 1-16,6-1 2 16,0-2-3-16,0-1 0 0,4-1-2 15,0-2-20-15,3-2-30 16,-2-4-26-16,1 0-84 15</inkml:trace>
  <inkml:trace contextRef="#ctx0" brushRef="#br0" timeOffset="136239.07">17123 11029 376 0,'0'0'4'0,"0"0"20"15,0 0-31-15,0 0 4 0,0 0 5 16,-9 38-2-16,11-27 0 16,0 1 1-16,3-2 4 15,-1 1-3-15,0-1 0 16,1 0-1-16,-3-1-1 0,0-3 0 16,-1 0 3-16,1-2-2 15,-1-4 0-15,-1 0 1 16,2 0 2-16,-1-5-1 15,1-3-1-15,1-4-1 16,2-1 2-16,-1-2-5 16,1-1 2-16,-1 1-1 0,2 0 1 15,-2 2-1-15,2 3 1 16,-2 0-4-16,1 3 5 16,-1 2 4-16,1 1 0 15,0 2-1-15,-1 2 4 16,2 0-4-16,-1 0-2 0,1 5-1 15,1 3-1-15,-2 1 1 16,1 2-1-16,0 2 1 16,0 2 0-16,-2 0-1 15,2 0 1-15,-1-1-1 16,0 0 2-16,1-3-1 0,0 1 0 16,1-5 0-16,-1 0 1 15,2-3 0-15,2-2-2 16,1-2 0-16,1 0 4 15,0-6 0-15,2-3-2 0,0-3 1 16,-1-3-2-16,1-3 1 16,-3-1 0-16,2-1-2 15,-2-2 1-15,-1 4-2 16,-2 2 2-16,-4 5-1 16,1 3 0-16,-4 2-3 15,0 4 3-15,-1 2-1 0,2 0 4 16,2 2-5-16,2 4-1 15,1 3 3-15,3 4 0 16,3 2 0-16,2 1 0 16,-2 2 1-16,-1 0 0 15,-1-1 0-15,-2-3-1 0,-4 0 0 16,-2-4 3-16,-3-2-3 16,0-2-1-16,-10 1-3 15,-5-3 9-15,-3-1-1 16,-4 1-1-16,-1-2 2 15,0-1-3-15,3 1-17 16,1-1-29-16,6-1-58 0,4-1-111 16</inkml:trace>
  <inkml:trace contextRef="#ctx0" brushRef="#br0" timeOffset="136989.29">19506 10808 347 0,'0'5'4'0,"0"1"-4"0,-1 4-1 15,1 6 2-15,0 3 1 16,0 1-1-16,0 1 0 16,0 0-1-16,0 0 1 15,3-3-1-15,-2-2 1 16,0-1 1-16,1 0-2 0,0-4 1 15,-1 0 2-15,2-1-5 16,-1-2-33-16,1-5-89 16</inkml:trace>
  <inkml:trace contextRef="#ctx0" brushRef="#br0" timeOffset="137193.59">19645 11047 344 0,'0'0'12'16,"0"0"8"-16,9 30-17 0,-7-13 3 16,0 2-5-16,-2 3 3 15,0-4-3-15,-7 2 0 16,-4-2 3-16,-2-2-3 16,-1-1 1-16,-2-2-5 15,1-1-41-15,3-6-69 0</inkml:trace>
  <inkml:trace contextRef="#ctx0" brushRef="#br0" timeOffset="137727.19">20023 10947 216 0,'0'0'10'0,"0"0"28"0,7-32 8 15,-1 22-19-15,-2-1-7 16,3 2-2-16,2 1-7 16,-2 1-1-16,0 2 1 15,0 2-3-15,2 3-7 16,-3 0-2-16,-2 8-1 15,-1 7-1-15,-2 2-1 0,-1 4 4 16,0 4 2-16,-8 2-1 16,1 1 0-16,-2-2 1 15,1 1 0-15,1-3-1 16,4-5 0-16,1-4 0 16,2-3 1-16,0-5-1 0,9-4-1 15,3-1-1-15,6-2 3 16,3 0 3-16,3 0-4 15,3-5-4-15,2 0-28 16,-1 0-29-16,2 0-42 16,-4-2-93-16</inkml:trace>
  <inkml:trace contextRef="#ctx0" brushRef="#br0" timeOffset="137900.94">20368 11108 239 0,'0'0'47'16,"0"0"-24"-16,0 0-7 15,-15 40 1-15,7-24-12 0,1 2-3 16,-1 2-1-16,-2 0 2 16,1 0-1-16,0-2-13 15,1-5-52-15,3-3-83 16</inkml:trace>
  <inkml:trace contextRef="#ctx0" brushRef="#br0" timeOffset="138196.42">20943 11061 464 0,'0'0'4'0,"0"0"0"16,0 0-3-16,0 0-10 0,0 0-18 16,0 0-25-16,0 0-13 15,0 0-12-15,1 6-52 16</inkml:trace>
  <inkml:trace contextRef="#ctx0" brushRef="#br0" timeOffset="138368.01">21193 11047 397 0,'0'0'5'15,"0"0"-4"-15,0 0-10 16,0 0-8-16,0 0-24 16,0 0-26-16,0 0 14 15,0 0-56-15</inkml:trace>
  <inkml:trace contextRef="#ctx0" brushRef="#br0" timeOffset="138546.23">21482 11042 473 0,'0'0'16'16,"0"0"-15"-16,0 0-26 0,0 0-44 15,0 0-152-15</inkml:trace>
  <inkml:trace contextRef="#ctx0" brushRef="#br0" timeOffset="139638.1">22130 10868 195 0,'0'0'109'0,"0"0"-96"15,0 0 35-15,0 0-21 0,5-30-15 16,2 23-6-16,1 0-1 16,2 0-2-16,0 1 3 15,0 1-1-15,2 0-5 16,0 3 1-16,0 1 0 15,2 1 1-15,0 1-1 16,-2 8 0-16,0 1-1 0,-1 4 0 16,0 3 0-16,-3 3 1 15,0 0-1-15,-3 2 0 16,-2 2 0-16,-1-2 0 16,-2-2 0-16,0-3 0 0,0-5-1 15,0-2 3-15,-4-7-3 16,0-3 4-16,2 0 11 15,-3-5 5-15,2-4-8 16,0-3-2-16,3-3-4 16,0-2 1-16,0-4-1 15,11-2 0-15,6-3 1 0,6 1-7 16,4 0-1-16,2 3-1 16,1 6 6-16,-2 8-1 15,-3 7-1-15,-3 1-1 16,-2 14 0-16,-1 4 0 15,-2 3-1-15,-2 4 3 0,-2 3-1 16,-3 0 2-16,-2 2-2 16,-2-5-39-16,-3-9-58 15</inkml:trace>
  <inkml:trace contextRef="#ctx0" brushRef="#br0" timeOffset="143155.15">14885 10023 218 0,'0'0'9'0,"0"0"28"0,0 0-15 15,0 0 4-15,0 0-8 0,0 0-2 16,0 0-11-1,0 0-5-15,0 0 2 0,0 0 8 16,0 0-4-16,1 35 3 16,3-13 5-16,2 4 10 15,-1 4-16-15,1 1-3 16,-3 2-3-16,2-2-1 0,-3-2 1 16,-2-4-1-16,0-6 0 15,-2-3-1-15,-8-4 1 16,-3-2 5-16,-2-3 8 15,-4-1-3-15,-1-1-5 16,0-4-4-16,0 0-2 0,0-1 4 16,3 0-7-16,1-5 3 15,3-2-15-15,4-2-33 16,3-2-42-16,5-3-62 16</inkml:trace>
  <inkml:trace contextRef="#ctx0" brushRef="#br0" timeOffset="143405.14">14807 9842 441 0,'0'0'21'0,"0"0"1"16,0 0-6-16,0 0-6 16,0 0-13-16,0 0 4 15,0 0-3-15,0 0-31 16,0 0-62-16,0 0-182 16</inkml:trace>
  <inkml:trace contextRef="#ctx0" brushRef="#br0" timeOffset="144416.98">12776 10104 255 0,'0'0'2'0,"0"0"-1"0,0 0-1 15,0 0 1-15,-33-23 1 16,25 21 4-16,2 1 11 16,-4 1 15-16,1 0 2 0,1 0-16 15,-1 0-4-15,2 0 1 16,-2 4-3-16,1 2-6 16,-1 3-3-16,3 1-1 15,-1 2-1-15,1 3 1 16,2 1 0-16,1 1-1 0,0 1 2 15,3 0-1-15,0-1 2 16,6-1-1-16,2-1 1 16,4-2-1-16,1-1 0 15,4-1-3-15,3-4 3 0,4 0-1 16,0-4 1-16,4-3 1 16,0 0-25-16,1-5-68 15,-2-8-75-15</inkml:trace>
  <inkml:trace contextRef="#ctx0" brushRef="#br0" timeOffset="144808.37">13011 10155 310 0,'0'0'3'0,"0"0"-4"0,-35 29 1 16,23-15 1-16,2 0 2 15,1 0 12-15,3 0 7 16,4-3-4-16,2 2-9 16,0-1-5-16,7-2-2 0,4-3 2 15,3-2-3-15,1-3 4 16,1-2-4-16,1 0 2 16,0-8 8-16,0-2-9 15,-3-1 1-15,-3-4-2 16,-2 2-1-16,-3-2 2 0,-6 0 2 15,0 0-6-15,-5 2 0 16,-7 2-1-16,-3 2 1 16,-3 5-1-16,-3 3 3 15,0 1-2-15,1 2-1 16,2 4 4-16,4 2 1 16,2-1-3-16,5 0-1 0,6-2-18 15,1-2-42-15,3-3-39 16,8 0-65-16</inkml:trace>
  <inkml:trace contextRef="#ctx0" brushRef="#br0" timeOffset="145062.54">13134 10006 291 0,'0'0'50'0,"0"0"-37"0,0 0-4 15,0 0-8-15,-10 46 5 16,10-24 5-16,0 3 9 16,0 2-2-16,0 1-10 15,6 0-5-15,-2 0-1 16,3-4-1-16,-2-2 1 16,2-2 0-16,0-7-4 0,-1-1-34 15,1-6-45-15,2-6-86 16</inkml:trace>
  <inkml:trace contextRef="#ctx0" brushRef="#br0" timeOffset="145512.54">13262 10210 367 0,'0'0'5'0,"0"0"22"0,0 0-12 15,0 0 2-15,0 0-9 16,0 0 2-16,0 0 1 16,0 0-6-16,-17 26-1 15,19-16-2-15,1 0 2 0,2 0-2 16,1 0 1-16,0 0-2 16,-1-3-1-16,1-3-3 15,0-1 1-15,0-3 4 16,1 0 2-16,0-7-2 15,0-3-1-15,1-1-2 16,-1-1-2-16,-2 3-1 0,0-2 3 16,-3 2 0-16,-1 1 1 15,-1 3-1-15,0 2 1 16,0 1 0-16,0 1 1 16,-3 1 5-16,0 0-3 15,-1 4 1-15,1 4 0 0,0 2-1 16,1-1 0-16,2 4-1 15,0-1-1-15,0-2 2 16,3 1-1-16,4-1-1 16,3-2 0-16,1-2-6 15,3-2-15-15,1-1-30 0,0-3-36 16,0-3-70-16</inkml:trace>
  <inkml:trace contextRef="#ctx0" brushRef="#br0" timeOffset="146145.97">13483 10218 297 0,'0'0'77'0,"0"0"-71"16,0 0 5-16,0 0-11 16,0 0 3-16,0 0 3 0,-16 36 8 15,18-26-4-15,1 0-5 16,1 0-3-16,-1 0-1 15,0-1 1-15,-2-1-2 16,-1-2 1-16,0-1-1 16,0-3 2-16,0-2-2 0,0 0 5 15,0-2-2-15,0-7-2 16,2-3 0-16,2-1-3 16,0-1 1-16,3-1-2 15,-2-1 1-15,0 5 2 16,1 2-1-16,-1 2 4 15,-1 4 2-15,-2 3 1 0,3 0-6 16,-1 3-1-16,-1 6 2 16,2 2-2-16,-1 2 3 15,-1-1-2-15,0 2 1 16,-1-2 1-16,1-1-1 0,0-2 2 16,-1-1-1-16,-1-1-1 15,1-4 0-15,0-1 1 16,-2-2 0-16,3 0 1 15,1-6 1-15,-3-4-3 16,2-1 0-16,1-3-1 16,-1-1 1-16,0 0-1 0,3 1 0 15,-4 0 0-15,3 4-2 16,-1 2 2-16,0 3 0 16,1 4-1-16,-1 1-1 15,2 2 0-15,-1 7 2 16,2 0-1-16,0 3 1 0,-3 1 1 15,2-1 1-15,-1 2-1 16,3-2 0-16,-3 0 1 16,1-1-1-16,1-2-33 15,-3-4-40-15,4-5-118 16</inkml:trace>
  <inkml:trace contextRef="#ctx0" brushRef="#br0" timeOffset="146467.41">13758 10213 350 0,'0'0'10'0,"0"0"14"0,0 0-24 15,0 0-1-15,0 0 3 16,0 0-1-16,4 30 3 16,-1-22 2-16,1 0 0 15,-1-3-2-15,-1 2-1 0,0-2-2 16,-1-2-1-16,1-1 1 15,-2-1 0-15,0-1 0 16,0 0 3-16,1-3 2 16,1-6-4-16,2-2-1 15,2-2 0-15,-1 1-2 16,5-1-4-16,0 0 3 0,0 5 7 16,2 1 13-16,1 7 3 15,-1 0-11-15,0 7-6 16,0 6-1-16,1 5 0 15,2 4-2-15,-4 3 2 0,1-1-10 16,-3-4-61-16</inkml:trace>
  <inkml:trace contextRef="#ctx0" brushRef="#br0" timeOffset="147709">14778 11019 211 0,'0'0'8'16,"0"0"0"-16,-9-28 26 16,6 23 12-16,2 2-14 0,-2 3-3 15,2 0-15-15,-3 8-11 16,1 4 3-16,1 4 7 15,-1 4 1-15,2 1-3 16,1 1-3-16,0 1 2 16,0 0-5-16,0-3-1 0,3-2 2 15,3-2-2-15,3-6 0 16,3-3 1-16,3-7-2 16,-1 0 2-16,2-3-5 15,-2-9-30-15,-1-2-47 16,0-5-52-16,-5-6-114 0</inkml:trace>
  <inkml:trace contextRef="#ctx0" brushRef="#br0" timeOffset="147929.41">14739 10799 355 0,'0'0'27'0,"0"0"26"15,0 0-26-15,0 0-19 16,0 0-9-16,0 0 1 16,0 0-40-16,0 0-123 15</inkml:trace>
  <inkml:trace contextRef="#ctx0" brushRef="#br0" timeOffset="149088.15">12452 11069 305 0,'0'0'7'0,"0"0"6"15,0-32 9-15,3 23-8 0,7 1-8 16,2 2 1-16,4 3-4 16,2 3-2-16,2 0 2 15,2 5-2-15,1 6 1 16,1 6 0-16,0 4 3 16,-3 3 1-16,0 2-1 0,-4 1 0 15,-3 0 0-15,-4-4-4 16,-4-2 0-16,-3-4 0 15,-3-6-1-15,0-5 4 16,0-4 27-16,-7-2 7 16,1-2-15-16,-1-8-14 0,1-5-3 15,2-3 0-15,1-2-3 16,3-3-2-16,0-3 0 16,4-2-1-16,8 1-3 15,5 1-11-15,2 4-18 16,5 6-23-16,-2 3-80 15,1 4-107-15</inkml:trace>
  <inkml:trace contextRef="#ctx0" brushRef="#br0" timeOffset="149965.07">12997 11012 380 0,'0'0'3'0,"0"0"7"16,-39 27-7-16,26-12-1 16,0 5 3-16,3-2 19 0,2 0-4 15,1-2-1-15,5-1-8 16,2 0-3-16,2 1-2 16,8-2-2-16,2-3-4 15,6-2 0-15,2-4 6 16,2-2-4-16,-1-3-4 0,3-1 9 15,-2-9-11-15,-3-1 11 16,-2-2-5-16,-4-2-2 16,-4 1 0-16,-5 0-1 15,-4 0-8-15,-3 2-3 16,-9-1 1-16,-1 3 1 0,-6 0 6 16,-3 5 3-16,1 0 0 15,0 1 0-15,1 2 0 16,7 1 1-16,1 1 0 15,7 0 0-15,3 0 0 0,2-1 2 16,7-1-1-16,10-1 0 16,3 1 3-16,4-3-5 15,5 0 5-15,2 2-1 16,0 1-1-16,0 2 1 16,-3 0-1-16,-5 2 1 15,-4 6-1-15,-5 4-1 16,-2-1 0-16,-5 1 1 0,-3 1-1 15,-2 0 1-15,-2 1 1 16,0-1-1-16,0 0 1 16,-2 0 0-16,2-1-3 15,0-1 1-15,0-2-1 0,2-3 1 16,4-1 0-16,3-3 1 16,0-2 0-16,3 0 3 15,4-7 1-15,-3-4 1 16,1-1-6-16,1-3 1 15,-4 0-1-15,-2 1 1 0,-4 3-2 16,0 2 1-16,-4 2 8 16,-1 3 19-16,0 0-7 15,0 4-11-15,0 0-3 16,0 0-7-16,0 6-3 16,0 2 3-16,0 2 1 0,0 1 1 15,5 1-2-15,2-1 2 16,3-1 0-16,3-1 0 15,3-2 0-15,1-2 0 16,1-5 0-16,3 0 1 16,-1 0-2-16,0-7 1 15,-1-6-1-15,-5-2 0 0,-1-4 1 16,-6-3-2-16,-6-4 1 16,-1-2-2-16,-6-1 0 15,-10 2-1-15,-3 3-2 16,-1 6 0-16,1 5-1 15,2 9-22-15,6 4-23 0,4 0-44 16,7 0-136-16</inkml:trace>
</inkml:ink>
</file>

<file path=ppt/ink/ink1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11T11:55:38.948"/>
    </inkml:context>
    <inkml:brush xml:id="br0">
      <inkml:brushProperty name="width" value="0.05292" units="cm"/>
      <inkml:brushProperty name="height" value="0.05292" units="cm"/>
      <inkml:brushProperty name="color" value="#FF0000"/>
    </inkml:brush>
  </inkml:definitions>
  <inkml:trace contextRef="#ctx0" brushRef="#br0">16229 12536 391 0,'-1'33'0'16,"1"8"-1"-16,0 13 1 0,5 10 0 16,2 6 1-16,-1 7 0 15,-3 0-1-15,-3-7 1 16,0-12 2-16,0-7-1 15,0-10 2-15,0-12 5 16,0-9-4-16,0-7-4 16,0-3 0-16,0-7-4 0,0-3-86 15,-3-6-23-15</inkml:trace>
  <inkml:trace contextRef="#ctx0" brushRef="#br0" timeOffset="367.33">16092 12801 330 0,'0'0'4'0,"-17"-38"0"16,14 18 2-16,3-3-1 0,1 0-1 16,10-2-2-16,2 1 8 15,5 1-5-15,3 2 7 16,2 3 3-16,5 5-5 15,1 6-6-15,1 5-2 16,-3 2-1-16,1 6-1 0,-7 7 0 16,-3 2 0-16,-8 5 0 15,-5 1 1-15,-5 4 1 16,-2 0 2-16,-10 3 0 16,-6 2 0-16,-3 1-2 15,-3-1-1-15,-3-2-1 0,3-1 2 16,1-3-1-16,5-4-1 15,1-2-6-15,8-2-36 16,5-7-37-16,4-6-45 16</inkml:trace>
  <inkml:trace contextRef="#ctx0" brushRef="#br0" timeOffset="859.69">16548 12643 298 0,'0'0'0'0,"0"0"24"15,0 0 4-15,-35 2-2 16,25 6-6-16,-1 3-6 15,1 2 6-15,2 2-2 16,-1 3-4-16,3 2-9 16,4 2-2-16,1-1-1 0,1 1-1 15,0-3 0-15,2-4-1 16,4-2 1-16,-2-6-2 16,2-2 0-16,-1-5 0 15,2 0 5-15,-4-8 0 16,4-5-4-16,-4-4 6 15,2-2-5-15,-3-2 7 0,-1 1-8 16,-1 4 2-16,0 1 2 16,0 7 16-16,0 2 0 15,0 5-5-15,0 1-8 16,0 2-8-16,0 6 1 0,4 3 0 16,4 2 1-16,1 1-1 15,1 2 0-15,0 0-4 16,3-1 4-16,-2 0 2 15,0-2-4-15,0-3-17 16,-1-4-28-16,-1-3-45 0,-2-3-37 16,-3-1-32-16</inkml:trace>
  <inkml:trace contextRef="#ctx0" brushRef="#br0" timeOffset="1585.65">16573 12767 378 0,'0'0'26'0,"0"0"56"16,0 0-56-16,0 0-20 15,0 0-7-15,0 0-3 16,0 0-1-16,0 0 5 0,0 0 9 16,27 30 0-16,-10-16-9 15,-3 1 2-15,-1-1-1 16,-3-1-1-16,-2-4 0 15,-3-2-1-15,-2-2-2 16,-1-3-2-16,-2-2-3 0,0 0 5 16,0 0 4-16,-6-4-7 15,0-6-1-15,-3-1 5 16,2-3 0-16,1-2 2 16,2-1-1-16,2-1 0 15,2 2 2-15,1 2-1 0,8-2 1 16,1 5 1-16,3 1-2 15,1 0 1-15,0 2-1 16,-1 0 0-16,0 1-10 16,-2 0-16-16,-2-1 7 0,-1 1 9 15,-3-1 8-15,-3 3 2 16,-2 1 1-16,0 1 3 16,0 2 14-16,0 1 7 15,-5 1-9-15,4 10-8 16,1 5 10-16,0 3 2 15,0 5-4-15,4 1-4 0,2 1-10 16,2 1-1-16,0-3 1 16,0-2-2-16,-1-3 0 15,0-4 1-15,-4-6-1 16,2-1-1-16,-3-5 1 16,-2-3 0-16,0 0 2 0,0-5 2 15,0-7-2-15,0-4-1 16,0-5 1-16,0-2 16 15,4 1-7-15,3 0-1 16,2 4-2-16,2 3-1 16,2 4-4-16,2 4 1 0,-2 1 0 15,1 5 1-15,-1 2-3 16,0-1-2-16,-1 8 1 16,-4 2 0-16,-1 3-2 15,-1 0-19-15,-2 0-33 16,-1-4-37-16,-3-5-149 0</inkml:trace>
  <inkml:trace contextRef="#ctx0" brushRef="#br0" timeOffset="1949.67">16924 12626 489 0,'0'0'41'0,"0"0"-16"0,0 0-21 0,0 0-9 15,0 0-2-15,0 0-15 16,0 0-21-16,0 0-68 15,0 0-42-15</inkml:trace>
  <inkml:trace contextRef="#ctx0" brushRef="#br0" timeOffset="2471.9">17098 12737 290 0,'0'0'40'0,"0"0"-25"0,0 0 14 16,5-28 42-16,-14 25-32 16,-3 2-28-16,-4 1 12 15,-2 0 4-15,0 9-9 16,0 6-7-16,1 3-6 15,4 3-3-15,3 2-2 0,2 0 1 16,6-4-1-16,2-1-1 16,3-5 0-16,7-2-1 15,2-5-1-15,3-2 4 16,-1-4 0-16,2 0-1 16,0-11-1-16,0-4 2 0,-2-5 0 15,-1-3-2-15,-4 0 2 16,-3 1-1-16,-3 1 1 15,-3 6-1-15,0 5 3 16,0 5 7-16,-2 2 2 16,1 3-7-16,-2 0-5 15,3 7 0-15,0 4-2 0,0 4 2 16,3 0 1-16,7 4-1 16,0 0 0-16,1-3-1 15,2-1 0-15,2-5 0 16,-2 0-3-16,-1-6-27 15,0-3-24-15,-1-1-10 0,-2-8-43 16,-1-9-3-16</inkml:trace>
  <inkml:trace contextRef="#ctx0" brushRef="#br0" timeOffset="2732.22">17205 12410 568 0,'0'0'-9'0,"0"0"13"0,0 0-12 0,-5 41 8 15,14-12 1-15,0 5-2 16,1 4 1-16,-3 3 1 16,-1 4-1-16,1-2 0 15,-4 1 0-15,1-4 0 16,-1-4-1-16,-3-6-44 0,2-6-30 15,-2-8-36-15,0-7 2 16</inkml:trace>
  <inkml:trace contextRef="#ctx0" brushRef="#br0" timeOffset="3139.47">17372 12669 514 0,'0'0'1'0,"0"0"15"16,0 0 2-16,0 0-14 16,0 0-4-16,0 0 0 15,0 0 1-15,39-7 0 0,-25 18 0 16,2 4-1-16,-1 2 2 15,-3 2-1-15,-1 2 1 16,-1 1-2-16,-3-3 1 16,-4-1 0-16,0-3 0 15,-2-5-2-15,-1-3 2 0,0-4-1 16,0-3 0-16,-3 0 3 16,-4-8-1-16,0-7-2 15,-3-4 1-15,2-7 0 16,2-5 0-16,4-4 1 15,2-1-1-15,5 0-1 16,7 3 0-16,6 3-16 0,0 7-34 16,1 3-77-16,-2 5-63 15</inkml:trace>
  <inkml:trace contextRef="#ctx0" brushRef="#br0" timeOffset="4109.64">17577 12772 498 0,'0'0'-1'16,"0"0"2"-16,0 0 4 16,0 0-4-16,38-13-1 15,-23 4 6-15,2-1 7 16,-1-2-2-16,2 1-6 0,-1-1-4 15,1-2-1-15,-1 2 1 16,-4-1 1-16,-1 0 0 16,-5 1 5-16,-1-1 8 15,-4 1 4-15,-2 1 5 16,0-1 5-16,-8 2 4 0,-2 1-9 16,-2 3-12-16,-4 3-8 15,2 3 0-15,-3 3-3 16,3 9 0-16,0 4-3 15,4 3 2-15,4 2 0 16,3-1-1-16,3 1-1 16,3-2-1-16,6-2-1 0,2-3 1 15,3-3-3-15,4-4-5 16,-1-4-3-16,2-3 2 16,0-1 1-16,0-11 4 15,-1-4 3-15,-2-6 1 16,-1 1 1-16,-5-1 2 0,-5 1 0 15,0 3 2-15,-5 6 14 16,0 2 4-16,0 7-4 16,0 3-7-16,0 0-6 15,0 14-5-15,0 6 2 16,0 7 0-16,0 7 0 0,0 8 0 16,2 5 1-16,0 2-1 15,-1 4 0-15,0 2 0 16,0-2 0-16,-1-6-1 15,-3-2 1-15,-3-6 1 0,-1-5-1 16,-2-7 0 0,0-5 1-16,0-5-1 0,-2-4 1 15,0-4 0-15,-2-4-1 16,-2-1 1-16,0-4 1 16,2-2-1-16,0-10-1 15,4-6 3-15,4-7 1 0,5-8-7 16,1-6 2-16,12-4 1 15,4-3 1-15,3 0-1 16,2 4 0-16,0 5-1 16,-1 6 2-16,-2 5-1 15,-5 6 0-15,-1 6 0 0,-4 3 0 16,-4 6 0-16,0 2 0 16,-2 3 0-16,1 0-2 15,1 3 2-15,-3 6-1 16,1 5 2-16,0 0 1 15,-1 4 0-15,-2 0-2 0,0-2 1 16,0-2 0-16,0-3-2 16,0-4 1-16,0-1-1 15,0-6 1-15,0 0 1 16,0-6 0-16,0-6-1 16,0-6-2-16,0-5 2 0,1-4-1 15,6-4-3-15,2-2-17 16,2 0-26-16,3 0-40 15,0 5-20-15,0 2-76 16</inkml:trace>
  <inkml:trace contextRef="#ctx0" brushRef="#br0" timeOffset="5001.3">18065 12794 321 0,'0'0'18'0,"0"0"-17"0,0 0 3 16,35-31 0-16,-27 18 5 0,1-3 17 16,-4-1 6-16,0 0-11 15,-3-1 1-15,-1 1-2 16,-1 1 2-16,0 1 9 15,-3 4 5-15,-3 3-18 16,0 4-8-16,0 3-6 16,0 1-3-16,-1 7-1 0,3 6-1 15,1 2 1-15,2 3 0 16,1-2-2-16,0 2 0 16,4-2 1-16,3-2-2 15,0-1 1-15,2-3-1 16,1-3 0-16,-1-1 0 0,-1-4 0 15,2-2 2-15,0 0 0 16,0-5 1-16,0-7 1 16,-1-3 0-16,0-3 1 15,1-1-1-15,-1 0 0 16,1 0 0-16,2 4 3 0,-2 0 2 16,0 5-2-16,1 3-3 15,-1 2-1-15,-1 4 1 16,-1 1-2-16,-1 1 1 15,0 8 0-15,-3 1-1 16,0 3 3-16,-2 1-1 0,0 0 0 16,0-1-1-16,0-2 0 15,2-1-1-15,-2-3 0 16,1-4-6-16,2-2 1 16,-1-1 3-16,2-6 5 15,0-9-1-15,5-3-1 16,0-3 1-16,3-4-3 0,-1 2 4 15,1 0-1-15,-1 6-1 16,-3 6 0-16,-1 4 0 16,-3 8-1-16,-2-1-3 15,-3 10 3-15,-1 6 0 0,0 4 1 16,0 2 2-16,-4 0-2 16,0 1 1-16,-2-3-1 15,3 0 0-15,0-5-1 16,-1-4 0-16,2-2-4 15,0-3 4-15,2-4 1 0,0-2-2 16,0-2 4-16,0-7-3 16,6-5 1-16,2-3 0 15,2-2 1-15,4-1 0 16,-2 0 2-16,1 5 6 16,-1 2 5-16,-1 4-4 15,-1 3-4-15,-2 5-3 0,0 1-2 16,-3 0-1-16,1 7 1 15,-3 3 1-15,-1 2 0 16,-2 3 0-16,0-2-2 16,0 2-28-16,0-3-34 15,-4-4-87-15,2-5-187 0</inkml:trace>
  <inkml:trace contextRef="#ctx0" brushRef="#br0" timeOffset="5173.68">18484 12422 536 0,'0'0'2'0,"0"0"-2"16,0 0-7-16,0 0-43 16,0 0-15-16,0 0 4 0,0 0-3 15,0 0-15-15</inkml:trace>
  <inkml:trace contextRef="#ctx0" brushRef="#br0" timeOffset="5870.36">18539 12494 299 0,'0'0'127'0,"0"0"-100"16,0 0-25-16,0 40 3 15,0-24 1-15,0 1-1 16,2 0-2-16,2-1 0 0,1-1 0 15,-1 0-2-15,2-2-1 16,0-3 0-16,2-1 1 16,0-4-2-16,1-3 2 15,-1-2-1-15,-2 0-1 16,1-10 5-16,-3-2 0 16,0-4-2-16,-4-1 2 0,0-1-1 15,-2 2 7-15,-6 0 0 16,-6 2-3-16,0 2-3 15,-5 1-1-15,1 3 0 16,2 1-1-16,1 2 8 0,4 3 8 16,1 1-8-16,6 1-10 15,2 0 0-15,2 0-3 16,0 2-1-16,9 1 2 16,2-2 1-16,5-1 2 15,2 0-1-15,4 0 0 0,1-1 4 16,1-3-1-16,-2 1 0 15,-3 0-1-15,-2 3 0 16,0 0-1-16,-3 0 0 16,-2 6-1-16,-2 3 2 15,-1-1-1-15,-2 2 0 16,0 2 0-16,-5-3 0 0,0 1-1 16,-1-1 1-16,0-1-1 15,-1-3 0-15,0-2 1 16,0-1-1-16,-2-2 2 15,-1 0 2-15,-3-3-3 16,2-4 0-16,-2-3 0 0,3-5 0 16,2-1 2-16,1-1 8 15,0-1 2-15,6 0-7 16,5 1 7-16,3 3-3 16,2 5-6-16,4 3-4 15,2 4 2-15,1 2-1 0,1 2 4 16,-3 8 1-16,-2 1 1 15,-4 5-3-15,-4 0-1 16,-2 1-3-16,-4 2 1 16,-4-3-2-16,-1-1-48 15,-1-7-102-15</inkml:trace>
  <inkml:trace contextRef="#ctx0" brushRef="#br0" timeOffset="7186.62">16992 13452 429 0,'-13'-6'10'0,"-4"2"-7"15,3 4 1-15,0 9 5 0,0 12-6 16,4 7 2-16,-1 6 8 16,4 4 6-16,4 2-13 15,3 0 4-15,0-1-7 16,2-2-2-16,6-5 0 15,3-4 1-15,2-7-2 0,2-7-2 16,0-10-1-16,2-4 5 16,0-10-1-16,-1-7 0 15,-1-6 2-15,-1-1 0 16,-4 0 3-16,0 1 2 16,-4 5 3-16,-2 2 5 0,-2 4 9 15,-2 6 2-15,0 3-6 16,0 3-8-16,0 0-9 15,1 6-7-15,2 5 2 16,3 3 2-16,-2 2 1 16,4 2-1-16,1 1 0 0,2-1 0 15,0-2-2-15,2-2 1 16,-1-2-1-16,2-3 0 16,-2-5-1-16,0-2 0 15,-2-2 1-15,0-5 1 16,-1-9 0-16,-1-5 1 15,-6-5-1-15,-1-4 1 0,-1-4-2 16,0 2 2-16,-8 4-1 16,-5 1-1-16,-1 7 1 15,-3 6 1-15,0 6-18 16,0 3-16-16,-3 3 14 16,2 4-11-16,1 8 0 0,2 5 9 15,2 4-30-15,3-2-42 16,4 0-35-16</inkml:trace>
  <inkml:trace contextRef="#ctx0" brushRef="#br0" timeOffset="8419.78">17362 13726 429 0,'0'0'100'0,"0"0"-96"0,0 0 6 16,0 0-7-16,10-29-2 16,-4 20 2-16,1-4 6 15,0 1-2-15,-2 1-4 16,2-2-1-16,-3 0-2 0,-2 2 4 16,-2-1 21-16,0 2-5 15,0 2-7-15,-4 2 1 16,-6 5-5-16,0 1-5 15,-1 1-1-15,-1 12-2 16,1 2-1-16,2 5 1 0,1 3 0 16,5 1-1-16,3 0 0 15,0-2 0-15,2-1-1 16,7-3 0-16,4-3-1 16,3-1 1-16,0-5 0 0,2-2-3 15,3-4 3-15,0-3-4 16,0-3 4-16,0-10-1 15,0-5-2-15,-2-7 2 16,0-8 2-16,-1-5-2 16,-3-5-3-16,-1-4 2 15,-3 1 2-15,-4 2 1 0,-2 4 0 16,-4 7 1-16,-1 8 3 16,-1 7 16-16,-3 8-4 15,0 10 3-15,2 5-10 16,0 15-7-16,2 10-1 15,0 9 0-15,0 9 0 0,3 3-1 16,4 2 0-16,2 3 1 16,2 0-2-16,3-2-1 15,-3-4 1-15,0-3-1 16,-1-6 1-16,0-9 0 16,-2-8 0-16,-4-6 1 0,0-6-3 15,-2-9 3-15,-2-3-4 16,0 0 5-16,-4-2 0 15,-5-8-2-15,-4-3-6 16,-4-1 0-16,0 0-4 16,-3 1 3-16,2-1 7 0,1 3 1 15,4-2 0-15,5 3 1 16,4-1-1-16,4-2-1 16,2-2 1-16,12-4 0 15,5-2 0-15,6-5 0 16,5-3-1-16,1-4 2 15,0-3-2-15,0-1 0 0,-2-4 1 16,-3-1-2-16,-5 3 3 16,-3 4-1-16,-5 4 0 15,-2 8-1-15,-6 7 4 16,-3 7 3-16,-2 8 9 0,0 1-9 16,0 13-5-16,0 9-1 15,0 10 0-15,0 10-1 16,0 6 4-16,0 6-2 15,1 2-1-15,3-1-1 16,1-4 0-16,-2-3 2 16,0-10-1-16,-1-5-1 0,0-8 0 15,-2-8 0-15,2-6-7 16,-2-5-6-16,0-5 5 16,-2-1 11-16,-5-5-1 15,-1-5-11-15,-4-5-6 16,0 0 4-16,0-2 8 0,2-1 4 15,1 0 0-15,3-2 0 16,5 1-1-16,1-1 0 16,7-2 2-16,9 2 3 15,4-2-3-15,4 1 1 16,3 0 2-16,0 1-2 0,-3 4 2 16,-2 3 2-1,-5 4 3-15,-5 6 2 0,-2 3-1 16,-3 0-3-16,-1 5-1 15,-3 6-2-15,1 3 0 16,-1 3-2-16,0 3 0 16,-2-1-2-16,-1 1 0 0,2-2-3 15,-1-3-40-15,-1-4-30 16,0-4-31-16,0-7-117 16</inkml:trace>
  <inkml:trace contextRef="#ctx0" brushRef="#br0" timeOffset="8559.71">18023 13450 566 0,'-7'-8'7'0,"4"1"-6"0,3 4-11 16,0 3-42-16,1 3 4 15,6 2-29-15,0 1-13 16,0-2-32-16</inkml:trace>
  <inkml:trace contextRef="#ctx0" brushRef="#br0" timeOffset="8967.31">18162 13531 446 0,'0'0'4'16,"0"0"-1"-16,0 0-4 15,0 0 3-15,0 0 28 16,0 0 18-16,-11 41-10 16,7-22-11-16,-1 2-9 0,4 2-10 15,1-1-4-15,0-1-4 16,0-1 0-16,7-3 0 16,0-3 0-16,3-2-2 15,0-4 1-15,4-5-2 16,-1-3 0-16,2-3 2 15,-1-10 2-15,3-5-4 0,-3-2 3 16,-1-3 0-16,-3 3 1 16,-1-1-1-16,-4 4 2 15,-3 2 5-15,0 6 9 16,-2 3-5-16,0 2-8 16,0 4-2-16,2 0-2 0,3 0-1 15,-2 4 2-15,4 4-1 16,-1 2-7-16,1 1-36 15,-2-1-32-15,1-3-99 16,-4-5-146-16</inkml:trace>
  <inkml:trace contextRef="#ctx0" brushRef="#br0" timeOffset="9123.42">18194 13377 543 0,'0'0'56'0,"0"0"-56"16,-19-30-18-16,21 28-98 16,8 2-9-16,2 0 9 15,2 3-30-15</inkml:trace>
  <inkml:trace contextRef="#ctx0" brushRef="#br0" timeOffset="9762.26">18387 13615 363 0,'0'0'124'0,"0"0"-122"15,32-9 0-15,-17-1-2 16,-1-1 1-16,-1-1 2 16,-3-2 1-16,-3 1 10 15,-3-2-1-15,-1 2-1 0,-3 2-6 16,0 1 1-16,-3 0 5 15,-5 5-1-15,-1 2-2 16,-2 3-3-16,-1-1 8 16,2 13-7-16,0 3-4 15,3 4-3-15,2 3 0 0,5 2-1 16,0-2 0-16,1-2-1 16,8-2 0-16,1-3 0 15,3-2 0-15,2-5 1 16,-1-3 1-16,1-4-2 15,0-1 0-15,0-5-2 16,1-6 0-16,0-4 2 0,-3 1 4 16,-2 0-1-16,-1 2 2 15,-2 3 6-15,-4 1 5 16,0 6-3-16,-1 1-10 16,0 1-1-16,0 0-1 15,0 5 1-15,1 3 4 0,-2 0-3 16,1 2 0-16,-1 0 0 15,-1-2 0-15,0-1 0 16,0 0-1-16,1-3-1 16,-2-2-1-16,0-2-1 15,0 0 3-15,0-3 2 0,0-7-1 16,0-4-1-16,1-2 1 16,2-2-1-16,0 0 2 15,3 1 4-15,0 2 1 16,2 4-3-16,2 4-2 15,1 4-2-15,2 3 0 0,-2 0 0 16,1 6 0-16,-1 4-3 16,-3 1 1-16,-1 2-18 15,-2-1-35-15,-2-3-29 16,-3-3-116-16</inkml:trace>
  <inkml:trace contextRef="#ctx0" brushRef="#br0" timeOffset="10204.99">18706 13100 567 0,'0'0'-8'0,"0"0"10"15,0 0-1-15,0 0-5 16,0 0 2-16,0 0 2 0,15 46 7 15,-2-12 16-15,-2 4 0 16,2 3-14-16,-2 4-6 16,-2 1-2-16,-2-2 0 15,-2-4 0-15,-1-4-1 16,0-6 0-16,-1-6 0 16,3-7-1-16,3-7-1 0,-1-7 2 15,5-3 0-15,1-5 3 16,4-8-2-16,1-5 1 15,3 0-1-15,-1 0 0 16,0 1 0-16,0 2 0 0,-4 2 2 16,-1 5 2-16,0 3 0 15,-3 3-3-15,-3 2 0 16,0 2-2-16,-1 4 0 16,-5 4 0-16,0 0 0 15,-2 3-1-15,-2-1 0 16,0 0 1-16,-7 1-35 0,-2-6-64 15,-4-3-121-15</inkml:trace>
  <inkml:trace contextRef="#ctx0" brushRef="#br0" timeOffset="10442.19">18625 13265 650 0,'0'0'7'0,"0"0"-3"16,0 0-2-16,0 0-1 15,0 0 7-15,48-38 9 16,-21 25 0-16,5-2-13 16,1 0-3-16,4-1-2 15,-3-6-11-15,-4-9-80 0,-5-11-140 16</inkml:trace>
  <inkml:trace contextRef="#ctx0" brushRef="#br0" timeOffset="44154.5">6371 11989 185 0,'0'0'39'15,"0"0"-38"-15,0 0 2 16,0 0 11-16,0 0-12 15,0 0-1-15,0 0-2 0,0 0 0 16,0 0 1-16,0 0 0 16,0 0 0-16,-20-18 1 15,18 19-1-15,2 0 1 16,0 0 1-16,0 0-1 16,0 1 0-16,0 0-1 0,0 0 1 15,0 2-1-15,4 3-1 16,2 3 2-16,1 3 1 15,4 4 0-15,3 4 2 16,2 4 0-16,3 5-2 16,0 1-1-16,-1 2 0 0,-1 0 1 15,0-2 1-15,-4-2 1 16,-2-5-2-16,-5-6-54 16,-5-6-134-16</inkml:trace>
  <inkml:trace contextRef="#ctx0" brushRef="#br0" timeOffset="44609.83">6613 11998 254 0,'0'0'4'0,"-11"30"-1"16,3-2-3-16,-2 11 3 15,-2 7 2-15,-1 6 7 0,-2 5-1 16,-2 2-2-16,-2-2-5 16,-1-2-2-16,2-5 0 15,0-4-1-15,1-5 2 16,2-6 0-16,2-5-2 15,3-6-1-15,0-6-35 0,0-7-190 16</inkml:trace>
  <inkml:trace contextRef="#ctx0" brushRef="#br0" timeOffset="44968.68">6649 12408 203 0,'0'0'143'15,"0"0"-135"-15,0 0 14 16,0 0-19-16,0 0-4 0,41-26 1 16,-25 26-2-16,1 0 3 15,2 1-1-15,-3 4-1 16,-1 0 1-16,0-1-13 15,-3 2-42-15,-4-3-22 16,-4-1-40-16</inkml:trace>
  <inkml:trace contextRef="#ctx0" brushRef="#br0" timeOffset="45152.07">6665 12563 258 0,'0'0'16'0,"0"0"-15"16,46 3-1-16,-24-3-1 15,3-4-2-15,2-1 2 16,-3-2 2-16,-2 2-24 0,-4-1-47 16</inkml:trace>
  <inkml:trace contextRef="#ctx0" brushRef="#br0" timeOffset="45644.6">7037 12157 171 0,'0'0'95'0,"0"0"-93"0,0 0 0 16,0 0 4-16,0 0-8 15,0 0-1-15,0 0 1 0,48 48 5 16,-25-20 2-16,6 7-1 15,0 1-1-15,-1 2-1 16,1 2 0-16,-1 1 0 16,-5-4 0-16,-2-3 0 15,-3-6 1-15,-4-5-2 0,-5-8-8 16,-3-6-79-16</inkml:trace>
  <inkml:trace contextRef="#ctx0" brushRef="#br0" timeOffset="45933.68">7284 12118 409 0,'0'0'3'16,"0"0"0"-16,0 0-18 15,0 0 12-15,-4 39 0 16,-3-11 10-16,-3 4 2 16,-4 4-2-16,-3 1-4 0,-3 4 1 15,-2 1-3-15,-2 1 3 16,-3 2-2-16,0-2-1 16,0-2 0-16,2-6-18 15,7-2-38-15,1-8-7 16,7-9-19-16</inkml:trace>
  <inkml:trace contextRef="#ctx0" brushRef="#br0" timeOffset="46295.4">7427 12200 344 0,'0'0'65'0,"0"0"-64"15,0 46-3-15,0-13 2 0,0 12 7 16,1 8 3-16,3 3-2 16,1 6-4-16,2-1-3 15,-2-1-1-15,2-3 1 16,0-6-1-16,-1-5 2 0,1-5-1 16,-4-8-2-16,-1-7-37 15,-1-9-89-15</inkml:trace>
  <inkml:trace contextRef="#ctx0" brushRef="#br0" timeOffset="46965.41">7405 12369 252 0,'0'0'2'15,"0"0"2"-15,0 0 10 16,0 0-1-16,0 0-8 15,0 0-2-15,0 0 8 16,-20-32 2-16,20 23 1 0,0 0 2 16,4-1-8-16,5-1-3 15,4 0 7-15,1 1-2 16,1 2-7-16,2 2-2 16,-4 2-4-16,1 4 1 0,-2 0 1 15,-4 6 0-15,-1 5 0 16,-4 4 2-16,-3 5 0 15,0 1 1-15,-6 3 2 16,-5 0-1-16,0-1-6 16,-2-1 1-16,-1-6-3 0,4-3 5 15,0-3-1-15,3-3 3 16,4-5-2-16,3-1 0 16,2-1-11-16,9 0-8 15,3-3 14-15,4-1 5 16,2 1 2-16,2 0-2 0,0 3-1 15,-4 0-1-15,-1 5-2 16,-3 5 2-16,-7 3-2 16,-1 2 5-16,-5 0 1 15,-1 1 1-15,-3-1 2 16,-7-1-2-16,-5-1 2 0,0-1-3 16,-5-3 3-16,-2 1 2 15,-3-3-3-15,4-2 0 16,0-2-2-16,2-3 0 15,7 0-1-15,2-7-7 16,6-7-130-16</inkml:trace>
  <inkml:trace contextRef="#ctx0" brushRef="#br0" timeOffset="47345.47">7851 12426 367 0,'0'0'-4'0,"0"0"7"16,0 0-3-16,0 0-1 15,0 0 0-15,49-8 0 16,-24 6 1-16,4-4 1 16,0 2-1-16,0 0-1 15,-6 0 2-15,-1 1-2 0,-3 1-23 16,-7-1-24-16,-3 0-35 15</inkml:trace>
  <inkml:trace contextRef="#ctx0" brushRef="#br0" timeOffset="47577.3">7928 12306 416 0,'0'0'23'0,"0"0"-20"16,0 0-12-16,0 0 7 15,0 0 2-15,27 42 0 16,-18-19 2-16,0 2 0 16,-3 2-1-16,0 4-1 0,-4-1 1 15,0 0-1-15,-1-2-1 16,-1 0-6-16,0-3-83 15,0-6 5-15</inkml:trace>
  <inkml:trace contextRef="#ctx0" brushRef="#br0" timeOffset="48174.44">8418 12156 297 0,'0'0'4'15,"0"0"12"-15,0 0 12 16,-35 0-3-16,20 3-4 16,-1 2 8-16,-1 3-4 0,1 2-5 15,1 3-9-15,1 0-3 16,4 2-5-16,3 1-2 16,4 0-1-16,3 1-1 15,0-1 0-15,3-2-1 16,6 2 0-16,3-2 1 15,3-1-3-15,-2-3 3 0,1 0 3 16,-1-2-3-16,-3-2-8 16,-3-2-12-16,-5-1 3 15,-2-1 8-15,0 2 8 16,-5 1 8-16,-7 1-5 0,-3 2 1 16,1 2-2-16,-1 0 1 15,2 2 4-15,3-1 1 16,2 0-1-16,5-1-2 15,3 1-3-15,0 0-1 0,3-2 1 16,6 1-1-16,5-3 1 16,3-1-1-16,4-3 0 15,5-1 2-15,-1-2 0 16,1-2 2-16,-1-8 0 16,-5-3-76-16,-3-5-220 15</inkml:trace>
  <inkml:trace contextRef="#ctx0" brushRef="#br0" timeOffset="53936.67">7830 4966 2 0,'2'0'2'15,"-1"-2"1"-15,2 2-2 16,-1 0 0-16,-1 0-2 15,1 0 1-15,-1 0 1 16,2 0-1-16,-3 0 1 0,1 0-1 16,1 0 0-16,-1 0 0 15,-1 0 1-15,2 0-1 16,-1 0 10-16,2 0 9 16,0 0-9-16,-2-1-1 15,2-3-2-15,1 1-1 0,0 1-1 16,-2 1 0-16,3 0-3 15,-2-1 0-15,0 1-1 16,2 1 1-16,-2 0 0 16,3-1 2-16,-3 1 0 15,1 0-3-15,2 0 0 0,-1 0 1 16,1 0 1-16,1 0 1 16,2 0 1-16,-1 0 4 15,1 0 0-15,1 0-4 16,2 0 1-16,-1 0-2 15,3 0 1-15,-1 0-1 0,1 0 0 16,2 0 0-16,1 0-2 16,0 0 1-16,2 0-1 15,2 0 0-15,-1 0-1 16,1 1 0-16,0 1-1 16,-1 1 2-16,1-1 0 0,0 0 0 15,0-1 2-15,0 0-2 16,2 0 0-16,2 1 0 15,-1-2 1-15,1 1 0 16,1-1-3-16,0 2 2 16,-1-1-1-16,-2 1-1 0,3 1 0 15,-3-2 1-15,1 2 0 16,2-2 0-16,-2 1-1 16,3-2 0-16,-2 0 1 15,2 0 0-15,-2 0 1 16,2 0 0-16,-3-3-1 15,2-1 0-15,-3-1 1 0,-1 2-2 16,-2 0 0-16,0 1 0 16,-1-1 1-16,-1 3-1 15,-1 0 0-15,0 0 0 16,-3 0-1-16,4 0 1 0,-4 3 0 16,0 1 0-16,1 0 0 15,-1 0 0-15,-1 0 0 16,0-1 0-16,-1 0 0 15,0-2 1-15,2-1-1 16,-1 0 1-16,0 0 0 16,1 0-1-16,1 0 1 0,-1 0 0 15,2 0 1-15,-2 1-2 16,2 0 0-16,-3 2 0 16,3 0 0-16,-3 1 0 15,0-1-2-15,-1 0 4 0,2 0-2 16,0 0 2-16,-1-2 0 15,1 3 4-15,1-3 5 16,1 1-2-16,0-2-5 16,1 3-1-16,2-3 3 15,1 3-4-15,-1-1 0 16,4 1 0-16,-2 1 0 0,1 0 1 16,2 0-2-16,1-1 1 15,0 2 0-15,2-2 3 16,-1 1 1-16,3-2 0 15,3 1-1-15,0-3-2 16,5 0 0-16,-1 0 2 0,4 0-1 16,1 0-2-16,1-2-1 15,1-3 0-15,1 0 1 16,1-1-1-16,1 0 0 16,-1-2 1-16,-2 1-2 15,1 1 3-15,0-2-3 16,-1 2 0-16,-1 0 0 0,0-2 1 15,0 1-1-15,-2 3 0 16,2-2 0-16,0 3 0 16,1-1 1-16,-1 2-1 15,1 0 0-15,-1-1 1 0,0 0-1 16,0 1 0-16,1 0-1 16,-5 1 2-16,2 1-1 15,-1 0 0-15,0 0 1 16,-4 0-2-16,2 0 2 15,0 0-2-15,2 0 2 0,0 0-1 16,-2 0-1-16,1 0 1 16,0 0-3-16,-3-2 0 15,2 0-3-15,-6 2 3 16,1-2 2-16,0 2 0 16,-2 0 1-16,-1 0-1 0,-2 0-2 15,1 0 2-15,1 0 1 16,-3 0-1-16,2 2 0 15,1 2 0-15,2 1 1 16,-1 1-2-16,-2 1 1 16,2 1 1-16,0-3 0 15,0 0-1-15,0 0 1 0,1-3-1 16,1-1 0-16,0-1-2 16,3 0 3-16,-2 0 0 15,5-5 0-15,-1 0-1 16,2 2 1-16,0-2 1 0,3 2-1 15,0 1 0-15,0-1 0 16,0 2 0-16,-2 1 2 16,-1-1-2-16,-3 1 0 15,1 0 0-15,-3 0 0 16,0 0 0-16,-2 0 0 0,2 0 0 16,-3 1 1-16,0 1 0 15,1 0-1-15,0-2 0 16,-2 3 0-16,-1-2 1 15,0 1-1-15,-2-2 0 16,2 1 1-16,0 0-1 16,-1-1 0-16,0 0 0 0,0 0 0 15,-3 0 0-15,0 0 1 16,-1 0-1-16,-1 0 0 16,0 0 0-16,1 0 1 15,-3 0-1-15,0-2 1 16,1 1-1-16,2-2 1 0,2 1-2 15,0-2 2-15,1 1-1 16,2-2 0-16,1 3 1 16,-3-1-2-16,2 2 2 15,-1-1-2-15,-3 2 2 16,2 0-1-16,-6 0 0 0,0 0 0 16,-5 0-5-16,-2 0-45 15,-6 0-46-15</inkml:trace>
  <inkml:trace contextRef="#ctx0" brushRef="#br0" timeOffset="56747.47">18109 3934 196 0,'-4'0'20'16,"2"-2"-18"-16,-1-5-1 16,1 4 7-16,1-2 7 0,1 3-8 15,-1-1-2-15,1 0 0 16,0 0-2-16,0 1 1 16,0 1-2-16,0 0-3 15,0 0 1-15,0-1 2 16,0 1-1-16,1 0 0 0,-1-1-1 15,2 1 1-15,-2-1 2 16,1 2 1-16,2 0-1 16,-3 0-2-16,3 0-3 15,0 2 0-15,1 3 0 16,1 3 2-16,2 2 1 0,-1 3 0 16,1 1-1-16,0 1 1 15,-1 2 0-15,-2 2 1 16,-1 2 0-16,-2 2 2 15,1 3-1-15,-2 2 2 16,0 4-3-16,0 4 2 0,0 3 0 16,0 2-1-16,-2 2-1 15,1 5 3-15,1 2-2 16,0 2 1-16,0 1 2 16,0 1-1-16,0 4 0 15,1 0 0-15,2 0-3 0,0 0 0 16,-1-1-1-16,-2 1 0 15,0 0 1-15,0-1-1 16,0 0 1-16,-3 2 1 16,-1 0-1-16,2 3 4 15,-1-2 4-15,3-1-3 0,0 2 0 16,0 0-2-16,2-1-3 16,1-2 0-16,4-1-1 15,-1 1 1-15,3 1-1 16,0 2 5-16,1-1-2 15,0 1-2-15,-1 4-1 16,1-1 0-16,-3 1 0 0,-3-4-1 16,1 3 1-16,-2 1-2 15,-1-1 2-15,-2-1-1 16,0 1 0-16,0 0 0 16,0-1 0-16,0 0 0 15,0-2 12-15,-4 0-3 0,1 2-6 16,2 0-2-16,1-2 5 15,0 3 5-15,0 0-7 16,0 4 1-16,0 0-2 16,0 1-1-16,0 3-1 15,-2 3 0-15,-5-2 1 0,0 1-1 16,-1 1-1-16,-1 1 1 16,-2-3 0-16,1-1 0 15,0 1 7-15,0-1-3 16,0-2 1-16,1-1 3 15,0 2 5-15,-1 2-3 0,1-4-4 16,0 4-2-16,2 0-3 16,-2 2 2-16,1-3-1 15,-1 0 0-15,2 2-1 16,-1-2 1-16,-2 0 1 16,4-1 3-16,1 0 0 0,5 0 0 15,0-3 16-15,0-2-18 16,6 0 1-16,3-1 1 15,2-4-3-15,-2 0-2 16,1 0 0-16,-3-2-1 16,-1 1-1-16,-2-4 1 0,-4 0 0 15,0-1-1-15,0-1 1 16,-4-2 1-16,-3-3-1 16,-2 0 0-16,1-1 0 15,0-3 0-15,3 0 0 16,0-1 2-16,3-3 3 0,2 1-1 15,0-2-3-15,2-1 0 16,6 0 0-16,2-2-1 16,1-1-1-16,0 2 0 15,2-1 0-15,-3-1 1 16,-1 0-2-16,-3-1 2 0,-1 0-1 16,-3-2-1-16,-2 0 2 15,0-2-1-15,0-3 1 16,0 0-1-16,-3-1 0 15,3-3 1-15,0 0-1 16,0-3 0-16,0 2 0 16,2-3 0-16,2 1 0 0,2-1 0 15,-1 0 0-15,3-1 0 16,-3-2-1-16,2 0 1 16,1-1 0-16,-3-2-1 15,2-3-3-15,-2-1-4 16,2 0 1-16,-1-2-7 0,1-3-5 15,2-1-19-15,1-4-24 16,-2-12-52-16,-1-18-230 16</inkml:trace>
  <inkml:trace contextRef="#ctx0" brushRef="#br0" timeOffset="61591.09">9561 2440 163 0,'0'0'2'0,"0"0"3"16,0 0 1-16,0 0 2 15,0 0 3-15,0 0 4 0,0 0 0 16,32 0-4-16,-21 1 0 16,3 5-3-16,3 2-5 15,1 4 1-15,1 3-2 16,1 3-1-16,-1 4 1 16,0 1-2-16,0 1 2 0,-4 4-2 15,0-3 1-15,-5 1 0 16,-3-2 2-16,-3 0-3 15,-4-7-5-15,0-1-60 16,0-10-29-16</inkml:trace>
  <inkml:trace contextRef="#ctx0" brushRef="#br0" timeOffset="63108.32">9529 2488 139 0,'-4'0'10'16,"0"0"-2"-16,2 0 8 0,2 0 6 15,0-1-11-15,0-1-1 16,0 2 5-16,0-3-2 15,0 2 1-15,3 1 5 16,4 0-10-16,2 0-6 0,4 7-1 16,2 3 4-16,6 5 0 15,2 2-2-15,2 4 0 16,2 1 0-16,3 1-1 16,-1 0 0-16,0 0-2 15,0 0 0-15,-7-3 1 16,-2-2-1-16,-3-1-2 0,-7-6-2 15,-3-2-8-15,-1-3-12 16,-4-5-27-16,-2-1-18 16,0-1-61-16</inkml:trace>
  <inkml:trace contextRef="#ctx0" brushRef="#br0" timeOffset="63518.37">9999 2406 91 0,'0'0'18'0,"0"0"7"0,0 0 3 16,0 0-17-16,0 0-2 15,0 0-4-15,0 0 10 16,0 0 2-16,0 0 2 16,-24 54 2-16,12-19-3 15,-2 3-5-15,-2 7-6 0,1 2 0 16,1 5 4-16,1-1 0 16,2-1-4-16,2-3-4 15,1-2-1-15,3-6 1 16,-2-7-2-16,4-4 1 15,-3-7-2-15,3-6 2 0,2-6-1 16,-1-1 0-16,0-7 0 16,1-1 1-16,1-3-8 15,0-8-85-15,0-6-36 16</inkml:trace>
  <inkml:trace contextRef="#ctx0" brushRef="#br0" timeOffset="64018.66">10029 2981 237 0,'0'0'14'0,"0"0"6"16,0 0 19-16,0 0-24 0,0 0-14 15,0 0 0-15,0 0-1 16,0 0 3-16,6 46-3 16,-2-23 0-16,1 3 0 15,-2 0 10-15,-1 1-3 16,1-1-3-16,-1-4-4 15,0-2 3-15,-1-4-1 0,1-4-1 16,0-2 1-16,3-2-4 16,0-3 1-16,1 0-33 15,-2-3-34-15,1-2-6 16</inkml:trace>
  <inkml:trace contextRef="#ctx0" brushRef="#br0" timeOffset="64474.28">10389 2733 153 0,'0'0'84'0,"0"0"-70"16,0 0-1-16,35-6-8 15,-17 5-2-15,2 1 2 16,2 0-5-16,1 0 1 16,-2 0 0-16,1 0-2 15,-6-1-3-15,-3 1-17 0,-4 0 3 16,-2 4-13-16,-6-2-13 15,-1 0-12-15,-1 1-33 16</inkml:trace>
  <inkml:trace contextRef="#ctx0" brushRef="#br0" timeOffset="64677.59">10410 2839 177 0,'0'0'22'0,"0"0"-11"0,0 0-10 16,0 0 2-16,0 0 7 16,0 0 13-16,38 0 14 15,-17-4-8-15,8-1-16 16,3 1-8-16,1 2-4 16,1 0-3-16,-3 0-85 0,-7-1-112 15</inkml:trace>
  <inkml:trace contextRef="#ctx0" brushRef="#br0" timeOffset="66629.02">11245 2501 136 0,'0'-10'6'0,"0"1"4"0,-1 1 18 16,-1 1 4-16,1 4-10 15,1 1-5-15,-3 2-3 16,3 0-9-16,0 5-6 16,-2 7 10-16,2 7 2 15,-1 6 5-15,1 5-8 0,0 7 0 16,-1 8-3-16,1 7 2 16,-2 4 2-16,1 3 2 15,-2 4-5-15,2 0-4 16,0-2 0-16,1-7-1 15,1-6 0-15,-1-5 0 0,0-6-2 16,-1-8-1-16,-3-7-26 16,-1-9-49-16,-1-9-46 15</inkml:trace>
  <inkml:trace contextRef="#ctx0" brushRef="#br0" timeOffset="67299.73">11170 2625 39 0,'0'0'10'0,"0"0"7"15,0 0 1-15,0 0 2 16,17-31-1-16,-5 21-5 15,3 1 10-15,2-1 7 16,0 1-9-16,1 3-11 0,2 2-5 16,-3 4-2-16,-3 0-1 15,-1 2-2-15,-3 8-2 16,-4 1 2-16,-4 3 0 16,-2 0-1-16,0 1 1 15,-6 0-1-15,-6 0 2 16,-1-1-1-16,-1-2-2 0,-3-2-1 15,5-1 5-15,2-3-2 16,3-3-1-16,5-2 2 16,2-1-2-16,2 0 5 15,10-1-3-15,5-4-1 16,1 0 0-16,4 2 0 0,-2 2 1 16,0 1-2-16,-4 0 0 15,-1 8-1-15,-5 5 1 16,-5 2 0-16,0 0-2 15,-5 3 0-15,-2 2 3 16,-8-2-3-16,-4-1 4 0,-1-1-1 16,-3 0 8-16,1-4-7 15,0 0 0-15,1-1 0 16,4-1-2-16,0-3-1 16,4-1-35-16,0-4-41 15</inkml:trace>
  <inkml:trace contextRef="#ctx0" brushRef="#br0" timeOffset="67689.46">11480 2880 214 0,'0'0'4'0,"0"0"0"0,13 31 1 15,-7-14 7-15,-1 2 0 0,3 1-5 16,-1 0-1-16,1 0-6 16,0-2 2-16,3-1-1 15,1-6 0-15,-1-1 0 16,3-8 0-16,-3-2 0 16,2 0 3-16,-3-10 0 15,0-3 0-15,-1-4 15 0,-2-1 13 16,-2-3-16-16,-4-1-11 15,-1-1-1-15,0 3-2 16,-1 0 0-16,-9 2-1 16,-1 3-2-16,-3 4-1 15,-5 3 5-15,-1 2-4 0,-2 6 1 16,-1 0 0-16,1 0 0 16,5 7-12-16,4 1-18 15,6-1-43-15,4-2-17 16</inkml:trace>
  <inkml:trace contextRef="#ctx0" brushRef="#br0" timeOffset="68046.46">11814 2690 259 0,'0'0'22'0,"0"0"-18"0,0 0 5 16,0 0 0-16,0 0-9 0,37-2 1 15,-11 1 0-15,5-1 0 16,2-1 0-16,1 1 0 16,-1-1-1-16,-3 0 1 15,-7 1-1-15,-4 1-1 16,-6 1-1-16,-4 0-24 16,-7 0-4-16,-2 0-2 0,-1 0-24 15,-9 0-31-15</inkml:trace>
  <inkml:trace contextRef="#ctx0" brushRef="#br0" timeOffset="68317.8">11948 2538 339 0,'0'0'6'0,"0"0"19"16,0 0-11-16,0 0-16 16,0 0 2-16,8 35 0 15,-3-11 1-15,2 4-1 16,1 4 1-16,-1 4-1 0,-1 4 0 16,0 0-1-16,-3-2-45 15,-1-5-66-15,2-9-28 16</inkml:trace>
  <inkml:trace contextRef="#ctx0" brushRef="#br0" timeOffset="68992.03">12493 2326 138 0,'0'0'4'0,"0"0"3"15,0 0 6-15,0 0-13 0,0 0 3 16,0 29 18-16,0-6-2 16,-3 7-6-16,-1 6 12 15,1 8 4-15,1 4-4 16,-1 5-3-16,1 6-8 0,0 1-5 16,1-1-5-16,1-1-2 15,0-3-1-15,0-4-1 16,0-9 0-16,0-6-4 15,1-8-28-15,0-10-17 16,-1-5 3-16,0-11-57 16</inkml:trace>
  <inkml:trace contextRef="#ctx0" brushRef="#br0" timeOffset="69805.03">12441 2459 136 0,'0'0'6'0,"0"0"20"0,0 0-1 16,0 0-7-16,0 0-4 16,0 0-3-16,0 0 2 15,-3-33 0-15,3 26-1 0,4-1-2 16,3 0 1-16,3-1-2 16,3 1-3-16,5 1 3 15,-1 1-4-15,1 4 1 16,2 2-5-16,-2 0 0 15,-2 2-2-15,-2 8 0 16,-6 3 1-16,-2 1 0 0,-6 3-5 16,0 0 3-16,-2-1 2 15,-6 2 0-15,-6-4 0 16,0-1 0-16,0-3-1 16,0 0 2-16,3-5 0 0,1-2 0 15,3 0 1-15,4-3 1 16,3 0-3-16,0 0 2 15,4 0-1-15,7 0 4 16,5-1-4-16,5-3-1 16,0 3 1-16,1 1-1 15,0 0 0-15,-4 0 0 0,1 6 0 16,-6 4-1-16,-1 0 0 16,-4 2 1-16,-4 1-4 15,-4 0 2-15,0 0 0 16,-2 0 2-16,-8-2-3 15,-3 0 2-15,-2 1 1 0,-2-4 4 16,0 2-8-16,-3-4 8 16,2 0-7-16,2-2 6 15,1 0-3-15,2-1-7 16,3-2-7-16,3 0-18 16,3-1-11-16,4 0-16 0,0 0-72 15</inkml:trace>
  <inkml:trace contextRef="#ctx0" brushRef="#br0" timeOffset="70068.64">12808 2660 444 0,'0'0'4'16,"0"0"6"-16,0 0-5 15,0 0-6-15,-22 37 1 16,19-8 0-16,-2 4 0 0,1 5 0 16,2 3 0-16,1-1-2 15,1-4-24-15,0-9-118 16</inkml:trace>
  <inkml:trace contextRef="#ctx0" brushRef="#br0" timeOffset="71271.28">12893 2351 266 0,'0'0'5'16,"0"0"-2"-16,0 0-10 0,0 0 4 16,19 38 4-16,-6-15 2 15,3 5 3-15,5 4-3 16,4 4 2-16,1 2-3 15,2-3-2-15,2-2 2 16,-1-6 0-16,-5-6-1 16,-2-5-2-16,-5-6-3 0,-5-5-15 15,-7-5-15-15,-3 0-45 16</inkml:trace>
  <inkml:trace contextRef="#ctx0" brushRef="#br0" timeOffset="71568.46">13143 2338 299 0,'0'0'5'15,"0"0"13"-15,0 0 5 16,0 0-26-16,0 0 3 15,0 0-1-15,-33 45 0 16,16-17 2-16,-1 5 0 0,-3 3 1 16,-2 2-1-16,-2 0-1 15,-2 3-1-15,0-4 1 16,3-3-5-16,3-2-23 16,6-3-14-16,2-7 4 15,6-2-20-15,2-9-103 16</inkml:trace>
  <inkml:trace contextRef="#ctx0" brushRef="#br0" timeOffset="71847.72">13304 2624 431 0,'0'0'6'16,"0"0"-2"-16,0 0-7 15,0 0 0-15,0 36 2 16,0-17 2-16,0 5-1 16,0 4 0-16,2 2 0 15,-1-2 0-15,2 2-8 0,-2-5-26 16,2-2-29-16,-1-7-1 15,-2-3 2-15,1-6-21 16</inkml:trace>
  <inkml:trace contextRef="#ctx0" brushRef="#br0" timeOffset="72068.53">13467 2673 412 0,'0'0'17'0,"0"0"-16"15,0 0-6-15,0 43 5 16,3-21-1-16,0 7 2 16,0 1-1-16,-2 2-1 0,1-3-24 15,-1-4-142-15,-1-10-63 16</inkml:trace>
  <inkml:trace contextRef="#ctx0" brushRef="#br0" timeOffset="72539.42">13733 2571 277 0,'0'0'5'0,"0"0"1"16,0 0-1-16,29-3-5 15,-9 0 0-15,4 0 0 16,7-3 1-16,2 1-1 0,3-3 0 15,-4 3 0-15,1-3 0 16,-4 3 0-16,-4 0 0 16,-5 0 0-16,-5 2 0 15,-5 0-1-15,-4 1 0 16,-3 0-25-16,-3-2-16 0,-7-1-91 16</inkml:trace>
  <inkml:trace contextRef="#ctx0" brushRef="#br0" timeOffset="72779.82">13831 2393 359 0,'0'0'7'16,"0"0"20"-16,0 0 9 0,0 0-34 15,0 0-4-15,0 0 2 16,11 39 0-16,-1-11-2 16,-3 5 4-16,2 4-4 15,-1 2 2-15,-1 1 0 0,-2-1-2 16,-2-5-58-16,-1-5-64 16,-2-9-96-16</inkml:trace>
  <inkml:trace contextRef="#ctx0" brushRef="#br0" timeOffset="73906.7">14361 2191 253 0,'0'0'1'15,"0"0"1"-15,-14-31 0 0,11 24 5 16,1 2-2 0,1 2 0-16,1 1 2 0,0 1 4 15,0 1 0-15,0 0-7 16,0 6-9-16,0 10 3 16,0 7-1-16,0 6 4 0,4 9 3 15,1 7 1-15,0 7 4 16,2 4 1-16,1 4 1 15,2 1-4-15,0 2-4 16,0-4-2-16,0-1 0 16,-1-9 0-16,-3-4-1 0,0-8-1 15,-3-8-27-15,1-7-12 16,-1-9-2-16,-2-8-30 16,1-5-93-16</inkml:trace>
  <inkml:trace contextRef="#ctx0" brushRef="#br0" timeOffset="74703.55">14362 2330 73 0,'0'0'18'0,"0"0"15"0,0 0-3 16,5-32-8-16,-2 24 5 15,1 0-8-15,2 0-7 16,0 1-2-16,2-1 0 15,2 0-2-15,2 0-4 16,4 1-2-16,0 1-1 0,3 3 0 16,0 2-1-16,1 1 0 15,-2 3-1-15,-1 4 1 16,-2 3-1-16,-3 1-1 16,-4 2 0-16,-3-1-3 15,-4 3 0-15,-1 0 6 0,-3 1 0 16,-7-1-1-16,-4 1 5 15,-3-3-10-15,2-1 8 16,-1-3-5-16,3-3 4 16,2-1-3-16,3-3 4 15,4-2 0-15,1 0 2 0,3 0 5 16,0 0 14-16,6-2-14 16,3-1-7-16,2 1 1 15,2-1-2-15,3 1-2 16,-3 2 0-16,-1 0 0 15,-1 0-1-15,-1 4 1 0,-3 2-3 16,-1 2 0-16,-3 1-3 16,-3-1 1-16,0 3 4 15,-7-1-1-15,-3-1 5 16,-3 0-2-16,-1 0 0 16,-3-1 3-16,1 2-4 0,-1-2 1 15,-2 1 0-15,2 1-15 16,-4-2-1-16,2 0-51 15,3-8-87-15</inkml:trace>
  <inkml:trace contextRef="#ctx0" brushRef="#br0" timeOffset="76151.23">14631 2401 87 0,'0'0'13'0,"0"0"20"16,0 0-17-16,0 0-5 15,0 0-6-15,0 0 1 16,0 0-2-16,0 0-2 0,0 0 0 15,-29 5-1-15,26-5 1 16,0 0 1-16,2 0 14 16,-2 0 20-16,3-3-2 15,0-3-7-15,0 0 7 16,0-1-7-16,4-1-14 0,5 1-6 16,3-1-5-16,-1 2-2 15,2 2 1-15,-1 3-2 16,0 1-1-16,-2 0-1 15,-1 5-1-15,-2 3 1 16,-3 7 0-16,0 0 1 0,-4 3 0 16,0 2 0-16,-9 3 0 15,-4 2 1-15,-3 1 1 16,-1-2 0-16,0-2 1 16,0-2-3-16,5-3 3 15,2-4-2-15,4-3 0 0,5-1 0 16,1-2-1-16,5-2 1 15,8 0 0-15,6-3 1 16,7 1 0-16,4-3 0 16,5 0-3-16,1 0-28 15,0 0-50-15,-4-5-75 0</inkml:trace>
  <inkml:trace contextRef="#ctx0" brushRef="#br0" timeOffset="76824.53">14866 2167 236 0,'0'0'7'0,"0"0"20"0,0 0-16 15,0 0-10-15,0 0-2 16,0 0 1-16,0 0-1 0,36 29 1 15,-21-12-1-15,-1 0 0 16,2 2 1-16,-1 3 0 16,3 0 0-16,1 0 0 15,1 1 1-15,-1-2 0 16,-1-1-1-16,-1-2 0 0,-1-2 0 16,-4-3 1-16,-2-4-1 15,-3-2 1-15,-1-2-1 16,-2-2-12-16,1-3-40 15,-4 0-12-15</inkml:trace>
  <inkml:trace contextRef="#ctx0" brushRef="#br0" timeOffset="77123.46">15133 2176 335 0,'0'0'2'0,"0"0"7"15,0 0-2-15,-32-6-8 16,20 20-2-16,-3 6 1 15,-3 4 1-15,0 5 0 0,-3 4 1 16,1 1-1-16,0 3-2 16,0-2-11-16,1 0-41 15,3-6-41-15</inkml:trace>
  <inkml:trace contextRef="#ctx0" brushRef="#br0" timeOffset="77422.47">15230 2435 317 0,'0'0'15'0,"0"0"-16"16,0 0 0-16,-1 40 1 16,-1-20 1-16,-1 1 0 15,0 4-1-15,2 0 0 16,1 3 0-16,0-2-1 16,0-1 0-16,0-2-34 0,0-3-36 15,0-7-32-15</inkml:trace>
  <inkml:trace contextRef="#ctx0" brushRef="#br0" timeOffset="77885.57">15331 2565 443 0,'0'0'4'0,"0"0"20"15,0 0-14-15,0 0-6 16,0 0-3-16,0 0-1 0,0 0-5 16,0 0-4-16,14-25-8 15,-4 25-7-15,-1 3 1 16,3 0-5-16,-2 1 3 15,4-1 14-15,-4 3 2 16,-2 1 4-16,0 0-6 0,-3 2-3 16,-5 1 2-16,0 2 0 15,-2 0 6-15,-7 1 0 16,-1 0 7-16,-4 0-3 16,3 1 4-16,2-1-2 15,2-2 2-15,1-1 0 16,4 0-2-16,2-4 0 0,0 0 1 15,1-2 0-15,9-2 4 16,4-2 4-16,5 0 0 16,3 0-5-16,6 0-2 15,-1-4-3-15,0-3-14 16,1 0-62-16</inkml:trace>
  <inkml:trace contextRef="#ctx0" brushRef="#br0" timeOffset="78299.66">15629 2402 285 0,'0'0'21'0,"0"0"-14"0,0 0-7 16,0 0-2-16,40 2 2 16,-18 0 0-16,3-2 1 15,2 0-1-15,-3 0-1 16,-1 0-1-16,-4 0-15 16,-3 0-11-16,-6-2-15 0,-4-1-16 15,-5-2-61-15</inkml:trace>
  <inkml:trace contextRef="#ctx0" brushRef="#br0" timeOffset="78534.56">15623 2333 234 0,'0'0'48'16,"0"0"23"-16,0 0-32 0,0 0-35 15,0 0-8-15,0 0 3 16,0 0 2-16,25 42-1 16,-15-21 1-16,3 2-1 15,0 5 1-15,3 0-1 16,-3-1 0-16,4-1-50 0,-2-6-26 16,2-5-27-16</inkml:trace>
  <inkml:trace contextRef="#ctx0" brushRef="#br0" timeOffset="78748.3">16083 2393 387 0,'0'0'20'15,"0"0"-11"-15,0 0 11 16,0 0-21-16,0 0-3 16,0 0-23-16,0 0-50 15,0 0-15-15</inkml:trace>
  <inkml:trace contextRef="#ctx0" brushRef="#br0" timeOffset="78952.58">16330 2348 443 0,'0'0'3'0,"0"0"-2"16,0 0-6-16,0 0-8 0,0 0-68 15,28 6-54-15</inkml:trace>
  <inkml:trace contextRef="#ctx0" brushRef="#br0" timeOffset="79696.78">16811 2371 163 0,'0'0'4'16,"0"0"6"-16,0 0-4 0,0 0-4 16,0 0-1-16,0 0-3 15,0 0-52-15,0 0-56 16</inkml:trace>
  <inkml:trace contextRef="#ctx0" brushRef="#br0" timeOffset="79998.8">16448 2354 320 0,'0'0'3'0,"0"0"12"15,0 0-11-15,0 0-4 0,38-13 0 16,-30 13-1-16,0 5-4 16,-1 0-36-16,-3 1-18 15,-3-3-43-15</inkml:trace>
  <inkml:trace contextRef="#ctx0" brushRef="#br0" timeOffset="80355.44">16722 2338 279 0,'0'0'4'0,"0"0"17"16,0 0-15-16,0 0-7 15,0 0 2-15,0 0-1 16,40 3 0-16,-23-2 0 16,7-1 1-16,0 0-1 0,4 0 0 15,-4 0 0-15,-1 0-1 16,-3-2 1-16,-4 0-3 15,-4 0-5-15,-5 1-6 16,-3 1-21-16,-4-3-33 16,0 1-94-16</inkml:trace>
  <inkml:trace contextRef="#ctx0" brushRef="#br0" timeOffset="80591.02">16742 2272 332 0,'0'0'12'15,"0"0"71"-15,0 0-44 16,0 0-31-16,0 0-12 0,0 0-1 16,0 0 5-16,0 0-1 15,20 45-1-15,-10-24 2 16,2 4 0-16,0 1-39 15,0-1-40-15,2-1 1 16,1-6-39-16</inkml:trace>
  <inkml:trace contextRef="#ctx0" brushRef="#br0" timeOffset="81378.99">17351 2089 216 0,'0'0'5'16,"0"0"5"-16,0 0-7 16,0 0-6-16,1 28 3 0,-1-5 4 15,-1 5 0-15,-2 2 0 16,1 6 2-16,0 3 2 16,2 3-1-16,0 2-4 15,0 1 1-15,0 3 0 16,0-2-3-16,-1 0 1 15,1-2-1-15,-1-7 1 0,0-3-1 16,-2-5-14-16,1-5-29 16,-1-6-25-16,2-8-70 15</inkml:trace>
  <inkml:trace contextRef="#ctx0" brushRef="#br0" timeOffset="82468.57">17330 2168 187 0,'0'0'2'16,"0"0"7"-16,0 0 4 15,0 0-3-15,0 0-6 0,0 0-3 16,0 0 0-16,0 0-1 16,0 0 1-16,0 0-1 15,0 0 1-15,-10-28 6 16,10 24 12-16,0-2 0 15,0 1-5-15,0-1-4 0,4 0-2 16,4 0-2-16,1 1-3 16,3 0-2-16,1 2-1 15,3 0 1-15,0 2-1 16,0 1 0-16,0 0 0 16,-2 0-1-16,-2 4 0 15,-1 0 1-15,-2 2-2 0,-4 2 1 16,-1 0 0-16,-2 0-1 15,-2 1 0-15,0 2 1 16,0-2 0-16,-5 2 1 16,-1-1 0-16,-3 0 0 15,0 1-1-15,-1-1 2 0,1 0-1 16,0-2 1-16,2-1-1 16,-2 1 0-16,2-4 1 15,3-1-1-15,-3 0 0 16,3-1 1-16,1 0-1 15,0-2 0-15,1 1 1 0,2-1-1 16,-2 0 1-16,2 0 1 16,0 0-1-16,0 0 1 15,0 0-1-15,7 0 0 16,3-3 1-16,4 1-2 0,2 1 1 16,3 1 0-16,-1 0-1 15,1 0 1-15,-3 0 0 16,0 1-1-16,-3 4 0 15,-2 0-1-15,-1 2 1 16,-3 0 0-16,-3-1-1 16,-1 1-1-16,-3 1-1 0,0-2 0 15,-3 1 2-15,-5-2-1 16,-5 2 2-16,-1-1 1 16,-5 1 0-16,-3-1 2 15,-2 1-1-15,-1 0-1 16,1-1-1-16,-3 2 1 0,3-2-2 15,3-1-6-15,2-4-67 16,3-1-123-16</inkml:trace>
  <inkml:trace contextRef="#ctx0" brushRef="#br0" timeOffset="83779.6">17651 2332 4 0,'0'0'27'0,"0"0"-29"16,0 0 2-16,0 0-2 15,0 0-6-15,0 0 8 16,0 0 7-16,-24-29 16 0,21 21 9 15,1 2 13-15,0-1-4 16,1 2-12-16,1 1-2 16,0 1 2-16,0 0-9 15,0 3-10-15,0 0-7 16,3 2-5-16,0 8-1 0,2 3 1 16,1 5 0-16,0 4 1 15,-2 5 2-15,2 3 2 16,-1 2 0-16,0 2-2 15,1 1 1-15,-1-2-1 16,-1 0 1-16,-2-5-1 0,0-1 1 16,-2-6-1-16,0-3 0 15,0-4 1-15,-2-3-2 16,-1-6-31-16,2-5-49 16</inkml:trace>
  <inkml:trace contextRef="#ctx0" brushRef="#br0" timeOffset="84125.74">17715 2550 266 0,'0'0'10'0,"0"0"-4"15,0 0 7-15,0 0-6 0,0 0-3 16,0 0-2-16,0 0-2 16,0 0 0-16,0 0 0 15,10-31-1-15,1 24 0 16,2 0-1-16,3 0 2 16,-1 2 0-16,2 0 0 0,-1 2-1 15,-2 3 1-15,-2 0-1 16,-2 0 1-16,-1 3-3 15,-3 4 1-15,-3 3 2 16,-3 0-6-16,-2 3-35 16,-9 0 12-16,-4-1-14 0,-4 1-34 15,-1-4-14-15</inkml:trace>
  <inkml:trace contextRef="#ctx0" brushRef="#br0" timeOffset="84261.32">17753 2591 29 0,'0'0'65'0,"0"0"-20"15,0 0-16-15,0 0 3 16,0 0-1-16,0 0-22 15,0 0-7-15,0 0 0 0,42 5 1 16,-22-2-2-16,3 2 0 16,-1 2-1-16,1 0 1 15,1-1-2-15,-1 0-7 16,-2-5-71-16</inkml:trace>
  <inkml:trace contextRef="#ctx0" brushRef="#br0" timeOffset="84767.69">18077 2001 269 0,'0'0'7'0,"0"0"6"0,0 0 2 0,0 0-3 15,0 0-9-15,0 0-6 16,0 0 0-16,0 0 3 16,33 30 0-16,-16-9 2 15,1 5 0-15,4 1-1 0,0 3-2 16,2-2 1-16,2 0 0 15,0-3 1-15,-2-2-1 16,-2-6 0-16,-5-2 1 16,-2-4-1-16,-5-3-2 15,-5-3-17-15,0-3-28 16,-4-2-25-16,-1 0-83 0</inkml:trace>
  <inkml:trace contextRef="#ctx0" brushRef="#br0" timeOffset="85170.94">18373 1988 146 0,'0'0'4'0,"0"0"11"0,0 0-5 15,0 0-6-15,0 0 0 16,0 0-3-16,0 0-1 16,0 0-1-16,0 0 1 15,-24-15 0-15,20 15 1 16,0 2-1-16,-3 3 0 0,-2 2 6 15,-1 4 2-15,-2 3 2 16,-2 5-1-16,-2 6 3 16,-2 4-6-16,-2 6 0 15,-1 2-3-15,-2 2 0 16,0 1-1-16,0-4 1 0,0-1-2 16,4-4-7-16,3-9-48 15,4-6-65-15</inkml:trace>
  <inkml:trace contextRef="#ctx0" brushRef="#br0" timeOffset="85641.08">18513 2277 249 0,'0'0'22'0,"0"0"-11"0,0 0 0 0,0 0-10 16,0 0-4-16,0 0 2 0,0 0 0 15,-1 28 1-15,2-15-1 16,-1 4-1-16,0-1 2 15,0 4 0-15,0 0 0 16,0 0 2-16,0 1-2 16,-1 0 1-16,-2-2-1 15,0-3-12-15,-4-6-64 0</inkml:trace>
  <inkml:trace contextRef="#ctx0" brushRef="#br0" timeOffset="85954.65">18768 2195 317 0,'0'0'2'16,"0"0"11"-16,0 0-19 16,0 0 1-16,0 34 4 0,0-14 0 15,0 6 0-15,0 1 1 16,0 3 0-16,0 1 1 16,0 3-1-16,0 1 0 15,0 0 1-15,0-1-1 16,0-3-14-16,0-3-3 15,0-7-57-15,0-8-59 0</inkml:trace>
  <inkml:trace contextRef="#ctx0" brushRef="#br0" timeOffset="86436.79">18749 2413 352 0,'0'0'2'16,"0"0"13"-16,0 0 15 16,-4-37-12-16,10 30-11 15,4-1-6-15,4 1-1 16,2-2 0-16,3 4-1 0,1-2 1 15,-1 3-1-15,1 3-1 16,-4 1 2-16,0 0-1 16,-4 0 1-16,-4 7-2 15,-2 1-1-15,-2 4 0 16,-3-1-7-16,-1 3-21 0,-4 0-4 16,-7 0 18-16,-2-1 8 15,0 0 6-15,0-3 3 16,-2-1 0-16,3-1 0 15,5-1-1-15,2-1 2 16,0-1-1-16,5 0 0 0,0-1-1 16,7 3 3-16,7-1 2 15,9 3 9-15,7 2 1 16,9 1 0-16,10 3 2 16,9 3-4-16,4-2-10 15,1-2-5-15,2-9-171 0</inkml:trace>
  <inkml:trace contextRef="#ctx0" brushRef="#br0" timeOffset="90826.34">11759 4011 284 0,'0'0'2'0,"0"0"19"15,-2 0-8-15,2 0-6 0,0-3-3 16,0 2-2-16,5-1-2 16,3-2 0-16,-1 1 0 15,3-3 0-15,0 0 0 16,3-3 0-16,1-3 0 16,4-6 1-16,6-5 0 15,7-7 5-15,7-5 8 0,6-6 14 16,9-5-10-16,8-7-11 15,8-5-3-15,6-1-2 16,3-2-1-16,4 3 0 16,0 0-1-16,-2 8 1 0,-4 4-2 15,-5 5 3-15,-5 4-4 16,-4 6 1-16,-6 3 0 16,-4 3-3-16,-5 6-3 15,-7 1 4-15,-6 3 1 16,-6 1 3-16,-6 5-1 15,-4 2 0-15,-6 2 1 0,-5 2-1 16,-3 2 1-16,-2 0-2 16,-1 1 2-16,-1 0 13 15,0 0 0-15,0 0-9 16,0 0-3-16,0 0-2 16,0 0 0-16,0 0 0 15,0 0-7-15,0 0-39 0,1 0-4 16,0 0 2-16,0-3-21 15,-1-4-108-15</inkml:trace>
  <inkml:trace contextRef="#ctx0" brushRef="#br0" timeOffset="91232.26">13052 2958 121 0,'0'0'113'0,"0"0"-98"0,0 0 21 16,0 0-3-16,0 0-9 0,0 0-3 16,0 0-9-16,0 0-10 15,0 0-4-15,0 0-1 16,-14-27 3-16,24 27 0 15,0 3-1-15,1 0 1 16,2 1 0-16,0-1 0 16,2 0 0-16,-1-1 0 0,0 1 1 15,0-1-2-15,-4 0 2 16,-2 3-1-16,-2-2 0 16,-2 2-2-16,-2 5 1 15,-1 2 0-15,-1 6 3 16,-8 6 5-16,-4 6 2 0,-3 8 1 15,-2 5-4-15,3 5-4 16,0 3 0-16,8-5-2 16,2-11-41-16</inkml:trace>
  <inkml:trace contextRef="#ctx0" brushRef="#br0" timeOffset="94799.37">7927 6332 15 0,'0'0'-1'0</inkml:trace>
  <inkml:trace contextRef="#ctx0" brushRef="#br0" timeOffset="96060.29">7724 6286 56 0,'0'0'22'0,"0"0"4"0,0 0 4 15,0 0-7-15,0 0-13 16,0 0-2-16,0 0-8 15,0 0 0-15,-6-15 1 16,13 13-1-16,0 0 1 16,3 2 0-16,-3-1-1 0,2-1 1 15,0 2-1-15,0 0 0 16,1 0 0-16,-2 0 0 16,4 0 0-16,1 0 0 15,0 0 6-15,3 0 4 16,2 0 0-16,3 0-3 15,3 0-2-15,4 0 1 0,3 0-1 16,5 0 1-16,5 0 0 16,2-2-1-16,3-2 2 15,1 0-3-15,2 3-3 16,-1 0 1-16,1 1 0 16,-1 0-1-16,3 4-1 0,-3 4 2 15,1 2-2-15,-1 1 0 16,1 1 0-16,-1 1 0 15,0-1 0-15,2 1 0 16,-1 0 1-16,-1-3-1 16,1 1 0-16,0-2 1 15,-2-1-1-15,-1-1 0 0,3-2 0 16,-3 0 1-16,2-2-2 16,1-1 2-16,0-1-1 15,6-1 2-15,1 0 5 16,2 1-2-16,-1 0-2 0,4 2-2 15,-2 0 2-15,0 3-2 16,-2-1 0-16,-2 1-1 16,0 1 0-16,-1 1 2 15,-1-1-1-15,2-1 1 16,0-1 1-16,0-2 5 0,4-1 9 16,0-2-5-16,0 0-3 15,2 0 3-15,2 0-5 16,3-3-3-16,1-1-2 15,2 0 0-15,5-1 1 16,1-2-2-16,4 0 0 16,0 0 1-16,1 0-2 0,3 0 1 15,-3 1 0-15,3 1-1 16,-1 1 1-16,1 1-2 16,-1 0 2-16,0 2-1 15,0 0-1-15,-3 1 2 0,1 0-1 16,-1 0 1-16,-1 0-1 15,-5-1 0-15,1-1 0 16,0-1 1 0,0-1-1-16,-1 0 4 0,3-2 2 15,-3 1-5-15,-1-1 1 0,-1-1-2 16,-2 1 0-16,3-1 0 16,0 0 1-16,2 0-1 15,-2 1 1-15,-2 1 0 16,-3 0-2-16,-2 3 2 15,-3-1-1-15,0 1 0 16,-4 1 1-16,-2-1-2 0,-3 0 2 16,-4 2-1-16,-4 0 0 15,-3 0 1-15,-4 0-1 16,-3 0 0-16,-2 0 2 16,1 0 2-16,-2 0 1 15,-4 2-1-15,0 0-1 0,-1 0-2 16,-5-1 0-16,-3-1-1 15,-2 2 2-15,-4-1-2 16,-5-1 1-16,-1 0-1 16,0 0 1-16,-4 0 0 15,4 0 2-15,-3 0 2 0,3-1 0 16,-1-1-3-16,0 2-1 16,1 0-1-16,-2 0-1 15,-2 0-4-15,-3 0-38 16,0 0-79-16</inkml:trace>
  <inkml:trace contextRef="#ctx0" brushRef="#br0" timeOffset="98716.73">16850 4025 10 0,'0'0'37'16,"3"0"-32"-16,2 0 0 15,-1 0-2-15,0 0-2 16,-1 0 0-16,0 0-1 0,1 1 0 16,-2 2 0-16,-2 1 0 15,1 2 2-15,-1 4 15 16,0 0 6-16,0 7 3 15,-4 4 5-15,-3 7-8 0,0 7-5 16,-2 1-5-16,1 6 3 16,2 3-4-16,2 2-6 15,1 2-3-15,3 3-2 16,0 0 0-16,0 3 1 16,0 3-1-16,3 0 0 15,0 0 2-15,-1-2-2 0,0-1 1 16,-2-1-2-16,0-1 0 15,-1-1 1-15,-5-2 0 16,-4 0 1-16,0-1 1 16,-3-3 3-16,1-3 3 15,2-1-3-15,-1-1-3 0,2-3 0 16,0 0 0-16,1-2-2 16,0-1 0-16,1-4 0 15,2 1-1-15,-1-2 0 16,2-1 0-16,1-3 0 15,1-1 0-15,1-2 0 0,1-1 0 16,0-1 0-16,0-1 0 16,0 2 0-16,1 0-1 15,4 1-1-15,-1 2-2 16,0 0-2-16,2 2-5 16,0 5-8-16,-2 0-21 15,2 1 9-15,-2 0 4 0,2 2-6 16,-2-1 30-16,2 0-17 15,1-1 10-15,2 1 8 16,-1 0 2-16,2-1 0 16,2 1 1-16,0-1 0 0,-1 0 1 15,2 3-2-15,-2 1 0 16,-1 1 1-16,-2 3-1 16,-2 0 1-16,1 2-1 15,-1 0 1-15,-2 0 3 16,1 2-1-16,2 1 2 0,-2 0 3 15,2 2-1-15,1 0 6 16,2 2 7-16,0 1-5 16,3 1-2-16,1 2-5 15,3 0-1-15,1 2 0 16,-1 2-3-16,3-2-1 0,-1 2 1 16,0 3-2-16,0 1-1 15,-2 0 0-15,-1 2 0 16,-3-1 2-16,-1 3 0 15,-2 0 10-15,-3-1-3 16,-1-1-3-16,-3 4-4 16,-1-2 0-16,-2 2 1 0,0-2-1 15,0 1 2-15,1 1 3 16,-4 0-1-16,-3-4-3 16,2 2-3-16,-1 2 0 15,0-3 0-15,-1-1 0 0,2 0 1 16,1-1-1-16,-2-2 0 15,3-3 0-15,1-2 0 16,1 1 6-16,0-1 30 16,1 0-23-16,6 1-7 15,-1-2-4-15,2 2 0 0,1-1 0 16,-2 1-2-16,0-1 0 16,-3 0-1-16,-1 1 2 15,-3 0-1-15,0 4-1 16,0-2 1-16,-8-2 0 15,0 1 3-15,1-4 2 0,-1 1 10 16,-1-4-9-16,1-3-3 16,3 0-3-16,-3-2 0 15,1-3 0-15,2-1-1 16,-3-3 0-16,4-2 1 16,-3-1-1-16,3-3 1 15,-1-2-1-15,1-3 1 0,1-3 0 16,1-2 1-16,2-2 3 15,0 0 1-15,0 0-3 16,0-1-1-16,4 1-1 16,-1 1 0-16,2-1 0 0,0-1 0 15,2 1-1-15,-2-2 0 16,3 0 2-16,-3 0-2 16,1-1 0-16,1-1 0 15,-3-1 0-15,3 0 0 16,-4-1 0-16,0 0 2 0,2 0-2 15,-3-2 0 1,2 2 0-16,-1-2 0 0,-2 1 1 16,1-1 0-16,-1 0-1 15,0 0 1-15,1 0-1 16,-1 0 1-16,2-1-1 16,-3 0 0-16,2-1 0 0,-1-1 1 15,2-3-4-15,-3-3-58 16,0-4-64-16,0 0-84 15</inkml:trace>
  <inkml:trace contextRef="#ctx0" brushRef="#br0" timeOffset="98999.66">16837 10947 416 0,'0'-6'2'0,"0"1"4"0,0 2-6 0,9 3-3 15,3 0 2-15,4 1 1 16,4 5-1-16,4-1 0 15,1 3 2-15,4-1-4 16,2-1-35-16,0-1-34 16,2-4 11-16,-1-1-38 0</inkml:trace>
  <inkml:trace contextRef="#ctx0" brushRef="#br0" timeOffset="99264.52">17482 10552 302 0,'0'0'2'16,"0"0"5"-16,-36-9 12 15,17 17-11-15,-3 9 0 16,-5 11 5-16,-4 7 8 15,-3 9-4-15,0 7-6 16,-4 5-7-16,5 4-4 0,1 0 1 16,5-6-5-16,4-12-138 15</inkml:trace>
  <inkml:trace contextRef="#ctx0" brushRef="#br0" timeOffset="129028.6">11810 11946 302 0,'0'0'8'0,"0"0"0"0,0 0-2 16,0 0-7-16,0 0 1 15,0 0 0-15,5 28 3 16,-1-12-2-16,-1 4 2 16,-2 6-1-16,0 6 0 15,0 9 2-15,-1 2 0 0,0 7 6 16,0 4-1-16,0 4-5 15,0 1-2-15,1-1 0 16,-1 2-2-16,0-4 1 16,0 1-2-16,0-7-15 15,0-4-40-15,0-9-15 16,-3-11-4-16</inkml:trace>
  <inkml:trace contextRef="#ctx0" brushRef="#br0" timeOffset="129529.79">11779 12504 394 0,'0'0'0'0,"0"0"3"16,0 0 0-16,-7-33-1 15,7 23-2-15,5-1 5 16,2-3-4-16,2-1 0 16,0 0 1-16,1-1 1 0,0 1 8 15,2 3-1-15,-1 3-4 16,3 3-3-16,1 3-2 16,-2 3-1-16,3 0-1 15,-3 7 1-15,-1 5-2 16,-2 2 1-16,-3 3-4 15,-6 1 1-15,-1 1 1 0,-1 2 1 16,-9 0 2-16,-4 1 2 16,-1-1-1-16,-1 0-4 15,0-2 6-15,1-3-4 16,3-2 3-16,3-3-2 16,2-1 0-16,3-3-1 0,1-3 0 15,3-1-11-15,0-3-3 16,8 0 14-16,2 1 3 15,2-1 2-15,2 0-3 16,3 2 0-16,2 4-1 16,0 6-2-16,3 3 3 0,-2 3-1 15,0 3-1-15,0-1-2 16,-6 0-24-16,-2-5-112 16,-5-7-40-16</inkml:trace>
  <inkml:trace contextRef="#ctx0" brushRef="#br0" timeOffset="129907.82">12228 12413 391 0,'0'0'3'0,"0"0"-1"0,0 0-8 16,0 0 5-16,0 0 1 15,0 0-2-15,0 0 2 16,0 0 2-16,34 9-2 0,-24-9 1 15,3 0 1-15,-1 0-3 16,0-1 2-16,1 0-2 16,0-1-1-16,-1 2-64 15,-4 0-31-15,-1 0-47 16</inkml:trace>
  <inkml:trace contextRef="#ctx0" brushRef="#br0" timeOffset="130107.62">12215 12626 462 0,'0'0'9'16,"0"0"-5"-16,51-4-4 15,-22-3 0-15,4 0 0 0,1-1-5 16,0 1-40-16,-6-3-28 15,-3 2-18-15,-5-3-30 16</inkml:trace>
  <inkml:trace contextRef="#ctx0" brushRef="#br0" timeOffset="130888.68">12701 12294 361 0,'0'0'2'0,"0"0"1"16,0 0-2-16,0 0 0 16,0 0-1-16,0 0 0 15,0 0 0-15,0 0 1 16,-1-34-1-16,2 25 1 15,4 1 3-15,0-2 2 0,3 0-3 16,1 2-1-16,1 2-1 16,0 2 0-16,1 3-1 15,-1 1 0-15,0 1 0 16,1 6-1-16,-3 3 1 0,-2 3 0 16,0 2 0-16,-3 1 0 15,-3 2-1-15,0 2 1 16,0 2 1-16,-6-1-2 15,-1 1 1-15,-3-3 0 16,-1 0 1-16,1-3-2 0,-1-3 2 16,2-3-1-16,3-2 1 15,2-3-1-15,1-1 2 16,2-3-1-16,1-1 0 16,3 0 2-16,3-6-1 15,5-1-2-15,2-1 0 16,2-2 1-16,3 3 0 0,-1 1-1 15,2 2-1-15,-1 4 1 16,0 0 0-16,-1 0 0 16,0 10 0-16,-4 2-1 15,-1 4 1-15,-3 2 0 16,-2 2-4-16,-1 0 5 0,-6 0-3 16,0 1 2-16,-2-2 0 15,-9-1 1-15,-2-2-1 16,-3 0 6-16,-7-3 10 15,-3 0-4-15,-4-5 1 16,0-1-4-16,-2-6-5 0,2-1-1 16,-1-3-1-16,7-9-1 15,-2-3-1-15,4-5-39 16,1-3-143-16</inkml:trace>
  <inkml:trace contextRef="#ctx0" brushRef="#br0" timeOffset="132886.88">11430 13178 154 0,'0'13'5'16,"-2"3"-5"-16,2 3 1 15,0 4 1-15,2 9 1 0,1 4 2 16,2 3 7-16,-1 4 5 16,1 3-7-16,0-1-3 15,-2 1 5-15,1-3 0 16,-1 0 0-16,-3-5-7 15,2 0 2-15,-1-5-7 0,0-4 2 16,-1-4-1-16,0-3-1 16,0-5 0-16,0-4-10 15,0-6-23-15,0-6-12 16,0-1-44-16</inkml:trace>
  <inkml:trace contextRef="#ctx0" brushRef="#br0" timeOffset="133407.57">11398 13285 219 0,'0'0'3'16,"0"0"7"-16,-8-28 15 16,8 18-7-16,0-3-5 15,0 2 0-15,0-1-7 16,0-1 7-16,0-2 14 16,2 1 18-16,4 0-41 0,-1-1-4 15,3 3 1-15,3-1 0 16,1 5 1-16,1 0-3 15,2 6 1-15,0 2-1 16,1 0-1-16,-2 5 2 16,1 7-2-16,-1 4-1 0,1 3 1 15,-2 4-3-15,-3 2 6 16,2 2-1-16,-5 1 1 16,-2 1-2-16,-2-2 6 15,-3-2-5-15,2-2 0 16,-8-2-1-16,-5-4 2 0,-1-2 1 15,-5-2 0-15,1-2 2 16,-4-2-3-16,-1-5 0 16,3-1 1-16,1-3-3 15,2 0-3-15,3-5-3 16,4-4-29-16,5 0-47 0,0-2 2 16,3-2-109-16</inkml:trace>
  <inkml:trace contextRef="#ctx0" brushRef="#br0" timeOffset="133763.38">11835 13295 242 0,'0'0'176'0,"0"0"-173"16,0 0 0-16,0 0-9 15,31-13 3-15,-13 8-1 16,-1-2 0-16,0 2 1 15,1-1 2-15,-2 2 1 16,-2 0-1-16,1 2 2 0,-1 0-2 16,-1 2 1-16,-2 0-2 15,-1 0-60-15,-2 0-35 16,-7 2-69-16</inkml:trace>
  <inkml:trace contextRef="#ctx0" brushRef="#br0" timeOffset="133969.73">11876 13479 420 0,'0'0'3'0,"0"0"-3"16,30 1-4-16,-9-5 3 15,3 0-2-15,3-1-14 16,0 1 11-16,0 1-10 15,0 0-28-15,-5 0 6 0,0 0-43 16,-3-3-109-16</inkml:trace>
  <inkml:trace contextRef="#ctx0" brushRef="#br0" timeOffset="134638.67">12297 13238 408 0,'0'0'6'15,"0"0"11"-15,0 0-12 0,-9-34-2 16,9 28-1-16,0-1-1 16,3 2-1-16,3 0 1 15,-2 2-1-15,3 1-1 16,2 1 1-16,-1 1-3 0,1 0 2 16,-1 3-1-16,2 3 1 15,0 3-2-15,-2 0 2 16,-1 3 0-16,-1 0 0 15,-2-1 1-15,-2 1-2 16,-1 0 1-16,-1-1-4 0,0-2 4 16,-1 0-1-16,-2-1 2 15,0-3-1-15,0 0 1 16,2 2 1-16,-1-5-1 16,2 1-1-16,0 0-1 15,0 1 1-15,6-1 0 0,2 0 1 16,2 2 0-16,2-2 1 15,3 2 1-15,-2 0-3 16,-1 2 1-16,0 1 0 16,-2 1 1-16,-2 0-2 15,0 3 2-15,-3-1-1 0,-3 0 0 16,0 1-1-16,-2 0 0 16,-5 1 1-16,-5 2-3 15,-3-3 5-15,-4 3-2 16,-3-1 1-16,-5 0 1 15,2-3 1-15,-4-1-4 16,2-2 3-16,2-2-1 0,4-4 2 16,3-2-2-16,5 0 0 15,4-9-23-15,5-4-60 16,2-4-53-16</inkml:trace>
  <inkml:trace contextRef="#ctx0" brushRef="#br0" timeOffset="134966.54">12593 13373 447 0,'0'0'4'0,"0"0"-6"0,0 0-3 0,0 0 2 0,28 8 4 0,-14-8-1 0,0 0 2 16,4 0-1-16,1-2-1 16,1-4 2-16,0-3-1 15,-1-1-1-15,2 1 1 16,-1 0-1-16,-3 3 0 16,0 0 0-16,-6 2-30 0,-1 1-41 15,-5 1-18-15,-4 0-13 16,-1 1 85-16,-4-1-123 15</inkml:trace>
  <inkml:trace contextRef="#ctx0" brushRef="#br0" timeOffset="135185.84">12644 13308 340 0,'0'0'12'16,"0"0"37"-16,0 0-27 0,0 0-24 15,0 0-2-15,0 0 4 16,0 0 0-16,4 37 0 16,3-21 0-16,2 4-1 15,-3-2 1-15,1 0 0 16,-3 2 1-16,1 0-2 0,-1-1 2 16,-1-1-2-16,1-1-4 15,-2-2-84-15,0-3-35 16,0-6 5-16</inkml:trace>
  <inkml:trace contextRef="#ctx0" brushRef="#br0" timeOffset="135501.21">12935 13241 402 0,'0'0'4'0,"0"0"-3"0,0 0-7 16,0 0 6-16,12 39 0 16,-7-20 0-16,1 3 3 15,0 3 3-15,-3 0 0 16,2 1-1-16,0 1-1 15,-3-2-3-15,3-2 2 16,-2-1-3-16,0-3 0 0,1-1 0 16,2-5-2-16,0-4-31 15,-2-8-103-15</inkml:trace>
  <inkml:trace contextRef="#ctx0" brushRef="#br0" timeOffset="137244.45">13549 12593 417 0,'-1'4'3'15,"-2"10"-9"-15,3 8 4 16,0 9 3-16,5 8-4 0,1 6 3 16,2 1-7-16,-2 4 8 15,1 1 1-15,-1 2-4 16,-2-2 5-16,0-2-3 15,-1-2-1-15,0-2 2 16,0-6 0-16,-2-6-2 0,-1-4-37 16,0-8-67-16,0-11-30 15</inkml:trace>
  <inkml:trace contextRef="#ctx0" brushRef="#br0" timeOffset="137902.17">13496 12778 334 0,'0'0'6'0,"-11"-26"24"16,10 11-4-16,1 1-16 15,1-2-7-15,7 1-2 16,2-1 0-16,3-1-1 16,0 2 0-16,2 2 0 0,-2 3 0 15,-1 3 0-15,2 3 0 16,-4 2-1-16,-2 2 1 15,0 6 0-15,-3 5-2 16,-3 5 0-16,-2 2 0 16,0 2 0-16,-8 3 2 0,-2 0-2 15,-2-1 0-15,0-1 0 16,0-3-10-16,1-3 8 16,2-3 4-16,2-4 0 15,4-3 0-15,2-3-1 16,1-2 3-16,4 0 0 15,6-6-1-15,4 0-1 0,3-2 2 16,3 3-2-16,-2 2 0 16,0 1 0-16,1 2 0 15,-2 0 0-15,-5 8 0 16,-1 2-1-16,-2 2 0 0,-6-1 0 16,-2 1 0-16,-1 0-1 15,-3 0 2-15,-8 0 0 16,-1-2-8-16,-6 2 13 15,-2-1-10-15,1-1 9 16,1-2-1-16,2 0-3 0,1-2 0 16,5-3-7-16,4-1-49 15,4-2-45-15,2-1-69 16</inkml:trace>
  <inkml:trace contextRef="#ctx0" brushRef="#br0" timeOffset="138248.79">13776 12919 414 0,'0'0'2'0,"0"0"-2"0,-1 34 1 0,1-19-2 16,0-2 1-16,0-1 0 15,2-2-1-15,3-2 0 16,-1-3 0-16,3-3 1 15,0-2 0-15,0-2 1 0,2-8 0 16,-1-2-1-16,0-4-13 16,-4-2-8-16,-1 0 5 15,-3 0 4-15,0 1 7 16,-7 4 6-16,-7 1 3 16,-1 5 14-16,-4 4 0 15,0 3-9-15,2 0-5 16,0 5-2-16,6 3-2 0,1 1 0 15,3 1-10-15,5-1-44 16,2-4-55-16,0-3-31 16</inkml:trace>
  <inkml:trace contextRef="#ctx0" brushRef="#br0" timeOffset="138435.46">13942 12899 453 0,'0'0'13'16,"-1"43"-14"-16,-4-15 1 15,-1 3-1-15,-1 2-19 16,-2 0-20-16,-1-2 0 16,-1-7 6-16,-2-4-22 0,2-6-4 15,0-7-53-15</inkml:trace>
  <inkml:trace contextRef="#ctx0" brushRef="#br0" timeOffset="138748.64">14093 12423 507 0,'0'0'3'0,"0"0"-2"16,0 0-13-16,-10 45 9 15,10-12 2-15,0 5 1 16,0 5 0-16,3 3 0 0,1 3 0 16,-1-1 0-16,0 2 0 15,1-3-2-15,-1-2 4 16,0-2-2-16,-2-3 0 15,1-4 0-15,-2-3-54 16,0-8-57-16,-6-7-80 0</inkml:trace>
  <inkml:trace contextRef="#ctx0" brushRef="#br0" timeOffset="139376.75">14040 12580 364 0,'0'0'-1'0,"-3"-30"4"0,3 19 8 16,0 1-8-16,0 1 0 15,-2 1 0-15,5 0 4 16,-1 1 10-16,-1-1 9 15,3 3-14-15,-1-2-4 16,3 1-6-16,2-1 0 0,2 0-2 16,2 0 0-16,3 1 0 15,0 0 0-15,-2 3-2 16,2 3 2-16,-2 0-1 16,-3 0-1-16,-3 5-1 15,-1 3 0-15,-1 3-8 16,-5 2-1-16,0 3 1 0,-5 1 12 15,-4 0-3-15,-2 1-16 16,-2-1-14-16,0-2 13 16,-1-4 15-16,5-1 3 15,0-3 2-15,3-2-1 0,4-2 0 16,2-1 0-16,0-2-7 16,7 0 6-16,4-2 2 15,3-3 2-15,4-2-2 16,1 1 0-16,-1 3 0 15,0-1-1-15,-1 4 0 0,-4 0 0 16,-2 0 0-16,-6 3 0 16,0 4-1-16,-5 1 0 15,0 2 3-15,-6 0 2 16,-3 3 1-16,-4-2 0 16,-1 0 4-16,-3 2-6 0,0-3-6 15,0 2 18-15,0-3-11 16,1 1-3-16,3-1 1 15,0-1-3-15,6-2 2 16,2-1-3-16,4-1-30 16,1-4-68-16,7 0-2 15</inkml:trace>
  <inkml:trace contextRef="#ctx0" brushRef="#br0" timeOffset="139591.28">14320 12669 392 0,'0'0'104'0,"0"0"-100"0,0 0-3 16,-20 37-3-16,18-18 2 0,2 2 0 16,0 3-1-16,0-1 0 15,-2 0 1-15,2 2-1 16,-1-2-7-16,-1 0-24 15,0-3-16-15,-1-3-55 16,0-7-78-16</inkml:trace>
  <inkml:trace contextRef="#ctx0" brushRef="#br0" timeOffset="140113.54">14000 12137 313 0,'0'0'5'0,"0"0"34"0,0 0-27 15,0 0-7-15,-21 45-4 16,18-26 0-16,2 1-1 16,-2 0 1-16,0-3 0 15,0-2 0-15,2-4-1 0,-2-3 1 16,1-2-1-16,0-5 1 15,2-1 1-15,-2 0 1 16,2-1 0-16,0-9-1 16,0-1-2-16,4-4-1 15,5-2-2-15,1-2-1 0,0 3 3 16,2 1 1-16,0 7-1 16,0 3 2-16,1 3-1 15,1 2 0-15,-1 5-3 16,2 3 3-16,1 2 0 15,-2 2 0-15,2-2-2 0,-4-3-12 16,-1-6-149-16</inkml:trace>
  <inkml:trace contextRef="#ctx0" brushRef="#br0" timeOffset="140468.91">14409 12690 543 0,'0'0'4'0,"0"0"-3"16,0 0-4-16,-22 45 1 0,18-22 0 15,0 1-4-15,-3 2-10 16,2 0-48-16,-5-1 42 15,0-2-42-15,0-5-65 16,0-5-71-16</inkml:trace>
  <inkml:trace contextRef="#ctx0" brushRef="#br0" timeOffset="140823.57">14572 12410 481 0,'0'0'0'0,"-3"28"-4"15,3-7 1-15,0 7 2 16,3 6 1-16,4 3 0 0,0 3 0 16,0 0 0-16,0-1-1 15,0-1 1-15,-4-1 0 16,2-4 0-16,-3-4 0 16,-2-4 0-16,0-5-15 15,1-4-71-15,-8-7-51 16</inkml:trace>
  <inkml:trace contextRef="#ctx0" brushRef="#br0" timeOffset="141354.49">14566 12527 421 0,'0'0'-4'0,"-10"-47"6"16,7 20 2-16,3 2 3 0,0 0 2 16,0 0-4-16,2 2-2 15,1 2 1-15,4 3-2 16,-2 3 0-16,3 5-1 16,0 2-1-16,2 4 0 15,1 3 0-15,-1 1-1 0,0 1 0 16,0 7-2-16,-4 4 2 15,1 3-3-15,-6 1-8 16,-1 1-11-16,0 1 1 16,-1 2-4-16,-7-2 7 15,1-1 7-15,-1-1-16 16,0-4 9-16,4-2 10 0,-1-4 8 16,5-2 1-16,0-3-1 15,5-1 2-15,7 0 4 16,2-1 4-16,3-1-3 15,2-3-3-15,-1 4 0 0,0 1-3 16,-5 0 1-16,0 0-1 16,-6 3 0-16,-2 2-1 15,-5 2-1-15,0 0 1 16,-6 2 10-16,-5-1 17 16,-3 2-10-16,0 0-5 0,-2-2-4 15,3 1-2-15,-2-3-1 16,4 1-3-16,1-1 0 15,6-1-2-15,-1-2-9 16,5 0-47-16,0-3-18 16,6 0-49-16</inkml:trace>
  <inkml:trace contextRef="#ctx0" brushRef="#br0" timeOffset="141799.73">14793 12538 525 0,'0'0'6'0,"0"0"6"0,0 0-9 16,0 0-2-16,0 0 0 0,0 0-1 16,0 0 1-16,0 0 0 15,0 0-2-15,0 0 1 16,28-26-3-16,-25 28 0 15,0 6-2-15,0 2 0 16,0 2-8-16,0 3-18 16,-2-1-10-16,1 2-13 0,2 0 16 15,-2-3 26-15,0 0 4 16,-1-3 8-16,2-1 0 16,-1-3 1-16,1 1 0 15,-1-4 2-15,3 0 2 0,-2-3 5 16,0 0 15-16,3 0 10 15,-2 0-4-15,3-5-5 16,4-3-13-16,1-1-11 16,1-2-2-16,3 0 0 15,-2-3-1-15,-1 1-34 16,-2 0-20-16,-5-2-65 0,-3 0-57 16</inkml:trace>
  <inkml:trace contextRef="#ctx0" brushRef="#br0" timeOffset="142216.74">14307 12060 41 0,'0'0'411'0,"0"0"-409"16,0 0-2-16,0 0 0 15,0 0-2-15,0 0 1 0,0 0 0 16,33 11 1-16,-29 4 0 16,-1 1-1-16,-2 0 0 15,-1-2 2-15,0-2-1 16,0-4 1-16,0-4-1 15,-1-4 1-15,-1-1 2 0,1-10-1 16,0-6-1-16,1-4 0 16,0-4 3-16,2-1-3 15,3 3-1-15,2 1 0 16,-1 5 0-16,3 6 1 16,1 6-1-16,-2 5 0 15,5 2-2-15,3 10-3 0,1 7 5 16,2 4-1-16,4 6 0 15,3 3-29-15,-2-2-128 16,3-5-85-16</inkml:trace>
  <inkml:trace contextRef="#ctx0" brushRef="#br0" timeOffset="142508.88">14969 12444 515 0,'0'0'1'0,"5"34"-4"15,0-10 1-15,-3 4 2 16,-2 2-25-16,0 1-20 15,-4-4-13-15,-9-4 25 16,-4-3 15-16,-5-4-21 16,0-4-1-16,2-6-73 15</inkml:trace>
  <inkml:trace contextRef="#ctx0" brushRef="#br0" timeOffset="142809.42">15173 12174 264 0,'0'0'267'0,"0"0"-264"16,0 0-6-16,-8 34 1 15,9-10 1-15,6 5-2 16,0 1 2-16,1 3 1 0,-1-2 0 16,-1 2 0-16,0-1-1 15,-2-4 1-15,0 1 0 16,-2-4-17-16,-2-5-33 16,0-4-60-16,0-7-65 15</inkml:trace>
  <inkml:trace contextRef="#ctx0" brushRef="#br0" timeOffset="143312.29">15111 12288 495 0,'0'0'-20'0,"-14"-49"18"16,10 23 18-16,4 2 9 0,0 1-13 16,4 1-7-16,6-1-4 15,-2 5-1-15,2 1 0 16,0 4 0-16,-1 3-1 16,0 3 1-16,-2 5-1 15,2 2 0-15,-2 0-4 0,-1 7 0 16,-1 6-1-16,-2 2-3 15,-2 2-15-15,-1 4-13 16,0-1-10-16,-5-1 1 16,-1 0 7-16,2-3 20 15,-1-2 9-15,3-4 6 0,2-2 1 16,0-3-2-16,6-3 4 16,4-1 3-16,4-1 2 15,4 0 3-15,2 0 1 16,0 0 1-16,-1 0 1 15,-3 0-4-15,-2 0-2 0,-4 5-2 16,-5 3 1-16,-2 1-1 16,-3 0 4-16,-3 0-1 15,-7 4 9-15,-4-1 12 16,-4-1-14-16,-4-1-7 16,-3 0-2-16,0 0-1 0,-3-2-1 15,-2-3-5-15,2-1-113 16,0-4-86-16</inkml:trace>
  <inkml:trace contextRef="#ctx0" brushRef="#br0" timeOffset="144205.75">15351 12382 500 0,'0'0'7'0,"0"0"18"0,-6-28-16 0,6 22-5 15,1 2-3-15,4 1-1 16,0 0 1-16,0 2-1 16,-1 1-1-16,2 0-2 15,-2 0 0-15,2 2 0 0,-2 6-1 16,0 1-4-16,-2 1-9 15,-2 2-7-15,0 2-6 16,-4-1 1-16,-2 0-6 16,-2-1-6-16,1-2 24 15,2-2 17-15,-1-2 2 0,4-1 0 16,2-3 0-16,0 1-1 16,2 0 2-16,9-2 7 15,5 0 22-15,2 1-2 16,2-2-25-16,1 3-1 15,1-1-1-15,-3 3-2 16,-5 0 1-16,-3 2 0 0,-3 2-1 16,-6 0-2-16,-2 2-1 15,-4 1 5-15,-10 0 6 16,-3 0-5-16,-2 0 1 16,-1-2-3-16,1-1-2 15,3-1-20-15,4-5-64 16,2-3-56-16</inkml:trace>
  <inkml:trace contextRef="#ctx0" brushRef="#br0" timeOffset="144783.44">14969 11843 398 0,'0'0'43'0,"0"0"-30"0,0 0 1 15,0 0-14-15,0 0-3 16,0 0 2-16,-27 39 2 0,24-19-2 15,1 0 1-15,-4-1 0 16,3-6 1-16,0 0-1 16,0-4 1-16,1-3 0 15,1-3-1-15,-1-3 0 16,0 0 3-16,-1-3 2 16,1-8-3-16,1-3-2 0,1-4 1 15,0-2 1-15,0 0-1 16,6 3 0-16,-1 3 0 15,6 4 1-15,0 5 1 16,4 5-1-16,5 0-3 0,4 8 0 16,6 6 0-16,2-1 0 15,3 0-10-15,0-9-149 16</inkml:trace>
  <inkml:trace contextRef="#ctx0" brushRef="#br0" timeOffset="146073.87">13539 13641 282 0,'5'-1'3'15,"0"-7"1"-15,4-2-1 0,5-3 3 16,2-3 14-16,6-3 17 15,4-4-1-15,2-1-6 16,3 0-14-16,-1 0-1 16,1 0-3-16,-2 2-6 15,-2 3-4-15,-5 2-1 0,-2 1 1 16,-3 3-3-16,-4 2 1 16,-3 4 0-16,-3 3 0 15,-2 1-7-15,-5 3-27 16,0 0-62-16,-9 5 6 15,-4 2-58-15</inkml:trace>
  <inkml:trace contextRef="#ctx0" brushRef="#br0" timeOffset="146442.04">13564 13834 264 0,'0'0'3'0,"0"0"2"16,0 0-2-16,0 0 6 15,0 0 9-15,0 0 1 0,40-39 9 16,-17 17 0-16,6-3-18 16,5-5-5-16,0-3 0 15,4 1 4-15,-3 1-3 16,2 1-4-16,-3 4-3 0,-4 4-16 16,-2 2-80-16,-6 3-16 15</inkml:trace>
  <inkml:trace contextRef="#ctx0" brushRef="#br0" timeOffset="149113.49">14184 13496 295 0,'-8'-8'4'0,"-2"0"9"16,5 1 25-16,-1 4-24 15,5 0 1-15,-1 2 0 16,2 1-6-16,2 1-8 15,6 2 1-15,4 5 0 0,7 4 8 16,4 5 6-16,6 2-6 16,4 3-4-16,3 3-5 15,4 0 2-15,0-1-2 16,-1-2 0-16,-1-3-1 16,-5-2 0-16,-4-4 0 0,-6-5 1 15,-3-1 0-15,-6-4 1 16,-2-3-2-16,-4 1 0 15,-1-1-10-15,-5 0-26 16,-2-8-41-16,0-3-46 16</inkml:trace>
  <inkml:trace contextRef="#ctx0" brushRef="#br0" timeOffset="149438.68">14447 13336 241 0,'0'0'1'15,"0"0"0"-15,0 0-2 16,-25 45 1-16,16-22 3 15,-2 5 8-15,-1 5 3 16,-2 2 5-16,-2 6 0 16,-2 2-7-16,0 3-6 0,2 2-2 15,-1-2-4-15,4-1 1 16,0-7-1-16,3-3 0 16,1-3-1-16,4-7-32 15,2-8-30-15,3-5-64 16</inkml:trace>
  <inkml:trace contextRef="#ctx0" brushRef="#br0" timeOffset="149907.7">14729 13724 449 0,'0'0'4'0,"0"0"3"15,0 0-11-15,8 36 3 16,1-16 2-16,0 2-1 15,1 1 0-15,-3 3 0 0,0-2 0 16,-1-1 0-16,0-2-1 16,-3-1 1-16,1-3-3 15,-1-4-52-15,-1-8-81 16</inkml:trace>
  <inkml:trace contextRef="#ctx0" brushRef="#br0" timeOffset="150954.57">14736 13088 301 0,'0'0'2'0,"0"0"1"0,0 0-4 16,0 0 1-16,0 0 1 15,0 0-1-15,35 14 0 0,-22-8 1 16,1 4 0-16,3 1 9 15,4 2 6-15,1 3 3 16,5 2 3-16,0 1-13 16,1 1-8-16,1 1-1 15,-5 0 1-15,0-3-1 0,-6 0-1 16,-1-3 1-16,-6-2 0 16,-1-3 0-16,-4-3 0 15,-1-2 0-15,-3-1-2 16,1-3-21-16,-1-1-40 15,-2 0 6-15,0-2-15 0</inkml:trace>
  <inkml:trace contextRef="#ctx0" brushRef="#br0" timeOffset="151278.48">14982 13113 256 0,'0'0'3'16,"0"0"7"-16,0 0 11 16,0 0-8-16,0 0 10 15,0 0 4-15,-29-16-19 16,27 27-6-16,-2 4 1 0,1 5 7 15,0 3 4-15,0 1-7 16,2 4-3-16,-1 1-2 16,1 2-2-16,-1 1 1 15,1 0 1-15,-2 0-4 16,0-2-25-16,-2-5-58 0,2-8-16 16</inkml:trace>
  <inkml:trace contextRef="#ctx0" brushRef="#br0" timeOffset="151844.54">15175 13388 219 0,'0'0'8'0,"0"0"15"15,0 0-17-15,0 0 0 16,0 0 1-16,0 0 3 15,0 0 10-15,0 0 17 0,-12-35-1 16,12 24-10-16,0 0-3 16,0 1-6-16,4 0-8 15,2 2 0-15,-1 3-8 16,2 2-1-16,0 3-1 16,0 0-1-16,1 1 0 15,-2 8-1-15,0 2 0 0,0 4-2 16,-4 2 0-16,-2 4 4 15,0 2-2-15,0 1-11 16,-5-1-1-16,-2-2-29 16,0-1 35-16,-1-3 14 15,3-4-14-15,1-2 15 0,2-4-6 16,2-1 1-16,0-4-1 16,4-2-4-16,6 0 15 15,4-2 9-15,6-6-8 16,2-3-10-16,5-3-13 0,-2-2-48 15,2-4-39-15</inkml:trace>
  <inkml:trace contextRef="#ctx0" brushRef="#br0" timeOffset="152841.24">15329 12889 232 0,'-5'0'6'0,"0"0"20"16,3 0 1-16,2 0 1 16,0 0-12-16,0 0-12 15,0 0-5-15,2 1 4 16,3 3 0-16,5 2-1 15,0 3-1-15,7 2 1 0,1 1 0 16,4 4 1-16,1 1-1 16,2-1 1-16,1 2-3 15,-1-1 0-15,-4-2 0 16,-2-2 0-16,-4-1 0 16,-3-3-3-16,-2-3 2 0,-3-2-3 15,-2 0-12-15,-2-3-25 16,-2-1-19-16,-1-1-47 15</inkml:trace>
  <inkml:trace contextRef="#ctx0" brushRef="#br0" timeOffset="153138.88">15450 12869 12 0,'0'0'263'0,"0"0"-260"0,0 0 22 16,0 0 12-16,0 0-18 15,0 0-19-15,0 0 2 16,0 0 18-16,-6 36-1 15,5-11-5-15,1 3-7 16,-2 3 1-16,2 2-5 0,0 2-2 16,0 0-1-16,0 0-1 15,0-1-23-15,0-5-74 16,-4-5-13-16</inkml:trace>
  <inkml:trace contextRef="#ctx0" brushRef="#br0" timeOffset="153808.71">15619 13125 278 0,'0'0'5'0,"0"0"14"0,0 0-9 0,0 0 3 16,0 0 8-16,0 0 2 16,0 0-3-16,0 0 7 0,0 0-2 15,0 0-9-15,1-32-2 16,6 24-5-16,4 3-6 16,-1-1-2-16,-2 4-1 15,1 2 0-15,-1 0-1 16,0 1 0-16,-3 6 0 15,0 3-4-15,-3 2 1 0,-1 1 2 16,-1 3 3-16,0-1-1 16,-2 0-4-16,-4 0-10 15,1-2-7-15,-1-1 10 16,0-3 7-16,5-1 5 16,-1-3-1-16,2-4-1 0,2 1-5 15,8-2 9-15,1 0-3 16,3 0 3-16,4-2-2 15,1 0-1-15,-3 3 1 16,1-1 1-16,-4 1 1 16,0 9-2-16,-5 3 3 0,-2 0 3 15,-4 2-2-15,-2 0 12 16,0 2-11-16,-8-4-1 16,-4 2-1-16,-5-2-2 15,-4-1-1-15,-3-4-45 16,-3-8-140-16</inkml:trace>
  <inkml:trace contextRef="#ctx0" brushRef="#br0" timeOffset="161654">5271 3155 49 0,'0'0'67'15,"0"0"-31"-15,0 0-10 16,0 0-6-16,0 0-14 16,0 0-2-16,0 0-2 15,0 0-1-15,0 0-1 0,0 0 0 16,0 0 1-16,-4 11-1 15,-1-6 0-15,3-2 1 16,-2 0-1-16,1-1 0 16,1-1 0-16,0 0 1 0,2 0-1 15,-1-1 0-15,1 0 1 16,0 0-1-16,0 0-1 16,0 0 2-16,7 0-1 15,5-2 0-15,3-3 3 16,6-3 3-16,5 0 1 15,2-3-1-15,2 1-1 0,2 1 0 16,-2 3-1-16,-1 4-1 16,-1 2 0-16,-1 5-2 15,-7 11 0-15,-1 4 1 16,-6 8-2-16,-4 6 1 0,-6 7 2 16,-3 6 1-16,-5 6 2 15,-7 7-1-15,-3 6 1 16,-2 2 1-16,-1 3 2 15,3 1-2-15,-2 4 2 16,2-1 0-16,-1-1-3 0,3 0-4 16,1 1-1-16,1-4 0 15,1-2 0-15,0-1 0 16,3-2-1-16,0-2 0 16,4-3 1-16,1-1-1 15,2 0 0-15,0-1 0 16,2-3 1-16,3 2-1 0,2-1 1 15,-1 0 1-15,1 0-2 16,0 1 1-16,-1-1 0 16,0 2 0-16,0 2-1 15,-2 0 1-15,2 0 0 16,-2 0-1-16,2-1 1 0,-2-1-1 16,1-1 1-16,-1 0 2 15,2-2 0-15,-2 0 7 16,0 1 8-16,-1 0-7 15,3-1-4-15,-2 0-1 0,3 0-3 16,1 2 0-16,1-1-2 16,1 0-1-16,0-2 1 15,2 3-1-15,-1-3 1 16,3-1-1-16,-1-3 1 16,1-2-1-16,1-1 1 15,-2-1-1-15,2-5 1 0,-1-2-1 16,1-2 0-16,-1-1 2 15,0-4-2-15,1-4 0 16,2-3 1-16,0-4 1 16,-1-4 1-16,1-5-1 0,2-4-1 15,0-3 2 1,-2-4-1-16,2-2 3 0,0 0-2 16,-2-5 1-16,-1-3-1 15,1-2 1-15,-4 0-2 16,-3 0 2-16,0 0-4 15,-1 2 1-15,-4 0 0 0,-2 3 0 16,1 0 0-16,-3 0 2 16,1 3 0-16,-2 2-1 15,0 0-2-15,0 0 1 16,0 0 0-16,0 7 1 16,0 1 0-16,0 3 0 0,0 1-1 15,0 2-1-15,0 2 0 16,0 2 0-16,0 3 0 15,0 1 0-15,0 4 1 16,0 2-1-16,-2 5 0 16,-3 1 0-16,-2 2 0 15,1 3 0-15,-2 2 0 0,-1 1 0 16,1 0 1-16,-2 5-1 16,0 0 0-16,-1 2 0 15,1 4 0-15,-1 2 0 16,1 1 0-16,0 1 0 15,-2 1 1-15,2 3-1 0,0 2 1 16,0 0 1-16,1 1-1 16,1 6 1-16,1 2-1 15,-1-1 1-15,1 3-2 16,-1 2 0-16,1 4 0 0,-1-1 0 16,-2 3 1-16,1 3-1 15,-1 3 0-15,1-2 1 16,-1 2-1-16,1 0 2 15,1-2-1-15,-1 1 3 16,2 0 3-16,-1 0-1 0,-1 1-2 16,4 2 0-16,-1 0 0 15,2 0-3-15,1 3 0 16,-1-1-1-16,0-1 0 16,-3 0 1-16,-2 0-1 15,3-2 0-15,-4 2 1 16,-2-5-2-16,2-2 1 0,0-1 1 15,0-4-1-15,0-2 0 16,3-6 1-16,-1-1-1 16,3-2 0-16,0-4 0 15,3-2 0-15,-1 0 0 16,1-1 0-16,1 0 0 0,-2-3 0 16,0 1 0-16,2-1 0 15,-5-3 0-15,2-2 0 16,-3-3 0-16,-1-3 0 15,1-2 0-15,-2-4 0 16,1-2 0-16,-2-5 0 0,0-2 0 16,-2 0 0-16,0-4 1 15,-1-2 0-15,-2-1-1 16,-4-3 1-16,0-1 0 16,-4-3 2-16,-2-1 0 15,-2-1 24-15,-2-2-15 16,0-2-3-16,0 0-3 0,1-2-3 15,-2 0-3-15,3-5 0 16,3 0 1-16,1-3-2 16,3-2-4-16,1-5-55 15,-1-15-93-15,1-10-146 0</inkml:trace>
  <inkml:trace contextRef="#ctx0" brushRef="#br0" timeOffset="162389.82">5647 5218 429 0,'0'5'-6'0,"-4"-2"9"15,3 3-4-15,1 2-4 16,1 5 4-16,8 6 0 0,1 6 2 16,1 6-2-16,3 5 3 15,1 5-1-15,2 5 1 16,0 4 1-16,3 1 2 15,0 0-1-15,0-2-1 16,0-3-3-16,-1-4 1 0,1-7-1 16,-5-5 0-16,3-4 0 15,-5-6-16-15,-4-8-109 16,-6-11-146-16</inkml:trace>
  <inkml:trace contextRef="#ctx0" brushRef="#br0" timeOffset="163514.82">5860 5301 421 0,'0'0'5'15,"0"0"-2"-15,0 0 10 16,-27-16 15-16,26 16-14 0,1 1-11 16,0 9-5-16,0 7 1 15,0 6 1-15,0 6 0 16,1 3 1-16,2 4-1 16,2-1 0-16,3 1-1 15,1-4 2-15,1 0-2 0,2-4 0 16,3-4 1-16,2-1 0 15,1-8 1-15,4-4 0 16,-1-6 0-16,3-5-1 16,1-6 2-16,-1-9-1 15,1-6 0-15,-3-4 1 0,-4-5-2 16,-3-2 0-16,-5 0-1 16,-4 0-4-16,-6 1-1 15,0 0-1-15,-7 4 1 16,-5 1 4-16,-3 4 1 15,-3 4 0-15,-2 5 2 0,-3 4-1 16,1 6-1-16,-2 3 1 16,-2 2 0-16,1 10 0 15,-3 2 0-15,3 4 0 16,-2 0-1-16,5-1 1 16,0 0 1-16,4-3-1 0,3-2 0 15,0-1 0-15,5-4 0 16,2 0 0-16,-1-2-1 15,2-3 1-15,2 0 0 16,1-2 1-16,1 0 0 16,3-8-1-16,0-3 1 0,4-4-1 15,6-4 1-15,7-6 0 16,1-5 1-16,7-6-1 16,4-2 2-16,1-1-2 15,2-1 0-15,0 1-1 16,-1 1 1-16,-4 2-2 0,-2 2 2 15,-2 3-1-15,-2 3 0 16,-4 4 1-16,-4 4 0 16,-2 6 5-16,-4 4-3 15,-3 4-1-15,-1 1-1 16,-1 3 0-16,0 2 0 0,-2 0 0 16,0 0-1-16,0 7 0 15,0 3 0-15,0 5 2 16,0 1-2-16,0 4 0 15,0 5 1-15,0 1 0 16,0 1 0-16,0 1-1 16,3 0 1-16,5 1 0 0,1-1 2 15,2-1-2-15,1 0 2 16,3-2-2-16,3-1 2 16,1-3-1-16,2-2 0 15,4-6 0-15,1-3-1 16,1-5 0-16,2-5 0 15,-2-2 0-15,1-11 0 0,-1-7 0 16,-4-4 0-16,-1-7 4 16,-3-3-1-16,-5-5 3 15,-4-3 3-15,-3-1-1 16,-5-2-4-16,-2 1-2 0,-2 1-1 16,-9 3-1-16,-5 4 2 15,-4 5-1-15,-6 6 2 16,-6 7 3-16,-7 7-1 15,-4 11-3-15,-8 4-3 16,-2 12-3-16,-1 8 1 0,2 4 0 16,10 1 0-16,7-2-2 15,12-3-5-15,9-12-93 16,6-12-311-16</inkml:trace>
  <inkml:trace contextRef="#ctx0" brushRef="#br0" timeOffset="176103.85">20744 12263 94 0,'0'0'188'0,"0"0"-175"15,0 0-6-15,0 0-11 16,0 0 4-16,0 0 0 0,0 0 1 16,-5 31-1-16,-1-18 2 15,0 1 1-15,-1 3 0 16,-1 3 1-16,-2 2 0 16,0 3-2-16,0 1-1 15,-2 2-1-15,0 0 1 16,0-1-1-16,1-3 1 0,1-3-1 15,1-4 0-15,2-3 0 16,3-6 0-16,1-1 0 16,2-2 0-16,1-4 1 15,2-1 13-15,9 0 45 16,6 0-19-16,9-6-12 0,6-1-16 16,6-1-3-16,4 1-7 15,2-1 0-15,-3 2-1 16,-3 1 0-16,-6 3-1 15,-3 2-1-15,-7 0-11 16,-7 0-38-16,-2 0-56 0,-7-2-12 16</inkml:trace>
  <inkml:trace contextRef="#ctx0" brushRef="#br0" timeOffset="176392.31">20795 12433 442 0,'0'0'0'0,"0"0"7"0,0 0 8 0,0 0-12 16,0 0-5-16,0 0 2 16,0 0 0-16,26 42 1 15,-17-15 2-15,-2 3 0 16,-1 4-1-16,-3 4-2 15,0 2 0-15,-3 1 0 0,0 1 0 16,0-4-2-16,0-5-62 16,-6-8-50-16,0-9-25 15</inkml:trace>
  <inkml:trace contextRef="#ctx0" brushRef="#br0" timeOffset="177527.83">21299 12377 347 0,'0'0'-1'0,"0"0"18"15,0 0 7-15,0 0-15 0,0 0-12 16,0 0 3-16,0 0 0 16,0 0 0-16,-6 30 0 15,6-14 3-15,0 2-2 16,0 5 0-16,0 0 1 15,0 2-2-15,0 1 0 0,0-1 0 16,0 1 1-16,0-2-2 16,0-4 1-16,0-1 0 15,0-6 0-15,0-3 0 16,2-3-1-16,3-4 1 16,1-3 0-16,1 0 2 15,0-8 0-15,2-4-1 0,1-4-1 16,-2-3 2-16,2-4-1 15,-2-1-1-15,-1-1 1 16,-1 1 0-16,-2 2-1 16,-1 1 2-16,-3 2 4 15,0 5 30-15,0 4-4 0,0 0-5 16,0 5-6-16,0 5-5 16,0 0-9-16,0 2-7 15,0 9 0-15,0 1 0 16,0 4 2-16,0 4-2 15,0 0 0-15,4 1 0 0,2 1 0 16,1 1 0-16,0-2-2 16,1-1 0-16,0-5-17 15,1-2-36-15,0-6-25 16,0-5-16-16,1-2 19 16,-1-9-84-16</inkml:trace>
  <inkml:trace contextRef="#ctx0" brushRef="#br0" timeOffset="178037.58">21529 12497 451 0,'0'0'1'0,"0"0"17"16,0 0-6-16,0 0-11 15,0 0-2-15,0 0 1 0,0 0 0 16,-9 41 0-16,11-27 1 15,-1 0-1-15,1 0 0 16,-2-1 0-16,0 0 0 16,0-1 0-16,0-2 0 15,0-2-1-15,0-3 1 16,-2-3-1-16,0-2 0 0,1 0 2 16,1-3-1-16,0-6 1 15,0-3-1-15,0-2 1 16,2-1-1-16,5 0 0 15,0-1 1-15,1-1 0 16,2 4-1-16,-2 0 4 16,-1 1 3-16,1 0 4 0,-2 3 4 15,1 1 5-15,0 2-8 16,-1 3-5-16,0 1-4 16,1 2-2-16,0 0-1 15,-2 2 2-15,0 7-2 16,-2 1 0-16,-1 3 1 0,0 1-2 15,-2 3 1-15,0 1 0 16,0-1 0-16,0 1-1 16,0-2-2-16,-2 0-11 15,0-1-18-15,-1-3-23 16,0-2-39-16,2-7-6 0,-1-3-58 16</inkml:trace>
  <inkml:trace contextRef="#ctx0" brushRef="#br0" timeOffset="178349.62">21754 12292 337 0,'0'0'101'0,"0"0"-97"16,0 0 8-16,-8-28 2 15,8 28-11-15,0 7-5 16,0 6 4-16,0 6-2 16,1 5 2-16,2 6 1 0,-2 5 1 15,2 6 0-15,-2 1-1 16,1 2-2-16,-1 0-1 16,-1-4 0-16,0-5-1 15,0-4 0-15,0-9-5 16,0-6-32-16,0-7-37 15,0-5 2-15,-2-4 3 0</inkml:trace>
  <inkml:trace contextRef="#ctx0" brushRef="#br0" timeOffset="178789.4">21793 12494 385 0,'0'0'2'16,"0"0"12"-16,0 0 0 16,-9-33-6-16,7 28-5 0,2 0 0 15,-1 2 1-15,1 1 10 16,0-3-3-16,0 2 2 16,0 1-2-16,7 1-4 15,1-1-5-15,2 2-1 16,3 0 2-16,-2 0-3 0,1 5 0 15,-3 5 0-15,-1 0-2 16,-2 1 2-16,-3 2 0 16,-2 2-1-16,-1-2 1 15,0 2-1-15,-1 2 1 16,-6-2 0-16,0-2-1 0,0 3 1 16,1-4 0-16,0 1 0 15,1-3 0-15,5 0 0 16,0-3 0-16,0 1-1 15,3-2 1-15,5-2 0 16,3 2 0-16,3-3 0 0,2 0 0 16,1 0 1-16,1-3-1 15,1 1-3-15,-3-1-67 16,-2 0-67-16,-2-9-64 16</inkml:trace>
  <inkml:trace contextRef="#ctx0" brushRef="#br0" timeOffset="179223.85">21998 12550 463 0,'0'0'3'0,"0"0"1"0,0 0-5 16,0 0 1-16,0 0 0 15,8 35 0-15,-5-22 0 16,0 2 0-16,-2-2 0 0,0 2 1 16,-1-3-1-16,0-1-1 15,0-4 1-15,0-3 0 16,-1-2 0-16,-3-2-1 16,1 0 2-16,3-10 0 0,0-3-1 15,0-3 1-15,0-4-1 16,3-1 1-16,6 0 0 15,2 0-1-15,0 5 1 16,-1 2 9-16,1 4 3 16,-1 4-7-16,0 3 2 15,1 3-4-15,-1 1-2 0,-1 8 1 16,1 4-3-16,-1 0 0 16,-4 5 1-16,0 0-1 15,-3 4-1-15,-1-1 1 16,-1-1-4-16,0-2-60 15,0-2-49-15,-3-6-39 0</inkml:trace>
  <inkml:trace contextRef="#ctx0" brushRef="#br0" timeOffset="180787.53">22255 12566 462 0,'0'0'3'0,"0"0"2"0,0 0-6 16,0 0 2-16,0 0-2 0,-13 41 2 15,8-27 1-15,1 1-2 16,3 0 2-16,-1-2-2 16,1 0 0-16,1-2 0 15,0-2 0-15,4-2 0 16,3-4 0-16,1-1 0 15,3-2 0-15,1-2 0 0,1-6 0 16,-2-2-1-16,0-1 1 16,-1-2-1-16,-5 2 0 15,0-2 1-15,-1 3 1 16,-4 0-1-16,0 2 0 16,0-1 0-16,-4 1 1 0,-5 2 0 15,-1-1-1-15,-1 2 1 16,0 2-1-16,0-2 0 15,1 1 1-15,2 1-1 16,2 0 1-16,3 1 0 0,3-1 2 16,0 1 12-16,1-1-3 15,8 0-10-15,5 1-1 16,1-1-1-16,3 1 1 16,-2 1 0-16,1 0 0 15,-3 1-1-15,-1 0 2 16,-1 0 0-16,-3 4 1 0,-2 1 0 15,-1 3-1-15,-2-1 0 16,-2 1 0-16,-1 2-1 16,-1 0 1-16,0 1 0 15,0 1 0-15,0-1-1 16,-2 1 0-16,1 0-1 0,1-1 0 16,0-1 0-16,0-2 1 15,0-1-2-15,4-2 1 16,2-1 0-16,2-3 1 15,2-1-1-15,0 0 1 16,1-6-1-16,1-3 0 0,0-1 0 16,-1-1 1-16,-1 0-1 15,-1 0 1-15,-2 0-1 16,0 2 1-16,-3 4-1 16,-1 0 2-16,-2 2 5 15,1 3 14-15,-1 0-16 0,-1 0-4 16,0 7-1-16,2 1 1 15,-1 2-1-15,2 1 1 16,1 1-1-16,0-1 0 16,2 0 0-16,1-2 0 0,0-2-1 15,-2 0 1-15,1-3 0 16,-2-2 1-16,1-2-2 16,-1 0 2-16,-1-5 1 15,0-3-1-15,-1-5 0 16,0-1 0-16,-1-2-2 15,-1-2-4-15,0 1-5 0,0 2 5 16,-2 0 4-16,-1 4 1 16,-2 0 0-16,3 2 0 15,0 3 0-15,1 1 0 16,-2 1 1-16,3 1-1 16,0 3 0-16,0-2 1 0,0 1-2 15,5 1 0-15,1 1 1 16,2-1 0-16,1 0 0 15,1 0 0-15,1 1 0 16,0 2 1-16,1 1-1 16,-1 0 0-16,-1 1 1 0,-2 4-1 15,1-1 1-15,-2 3 1 16,-2 0-1-16,1 1 1 16,-2 3-2-16,1 0 0 15,-3-2 0-15,0 1 0 16,-2-3 0-16,1 0 0 15,-1-3 0-15,0-3 1 0,0-1-2 16,0-3 2-16,0-1 0 16,0 0 2-16,0-5 0 15,0-4-2-15,0-3 1 16,0-3 0-16,0-3 0 0,2 1 2 16,3-1 2-16,3 0-1 15,-1 3 0-15,1 2 1 16,0 0 9-16,1 6 0 15,-4 2-9-15,4 4-6 16,-2 1 2-16,2 1-3 16,-1 7 1-16,0 1-1 0,-1 4 1 15,0 2 0-15,-3 0 0 16,-1 2-1-16,0 0 1 16,0 0-1-16,-1-2 1 15,0-2 0-15,3 0 0 0,-1-4-1 16,2-3 0-16,0-4 1 15,2-2 0-15,2 0 0 16,3-6 1-16,2-6 0 16,1-3 0-16,4-3-1 15,1-2 0-15,2 0 1 16,-1 3-1-16,0 2 0 0,-4 3 1 16,-1 7-1-16,-1 3 0 15,-1 2 1-15,-3 7-1 16,0 7-1-16,-3 6 2 15,-4 3-3-15,-5 0 3 16,0 2-2-16,-12-2 1 0,-6-2 0 16,-6-3 0-16,-6-2-1 15,-5-4-11-15,-6-6-35 16,-5-6-51-16,-3-7-202 16</inkml:trace>
  <inkml:trace contextRef="#ctx0" brushRef="#br0" timeOffset="181481.09">20792 13245 431 0,'-13'10'3'0,"1"5"-4"0,2 7 0 15,0 4 0-15,-2 4 1 16,0 3-1-16,1 1 1 0,-2-4-1 16,1-1 1-16,0-3 0 15,1-6 0-15,1-4 0 16,1-4 0-16,4-4 1 15,2-3-2-15,3-3 1 16,0-1 0-16,4-1 0 16,9 0 0-16,4 0 1 0,7-1 5 15,4-3 6-15,4 3-4 16,2 0-6-16,0 1 0 16,0 0 0-16,-4 0-2 15,-3 0 0-15,-4 1 0 16,-5-1-5-16,-5 0-1 0,-3 0-54 15,-5 0-45-15,-5-7-14 16</inkml:trace>
  <inkml:trace contextRef="#ctx0" brushRef="#br0" timeOffset="181688.59">20839 13391 490 0,'0'0'10'16,"0"0"18"-16,0 0-30 0,5 34 2 16,2-12 0-16,3 3 2 15,-5 3-1-15,0 3 0 16,-2 2-1-16,-1 2 0 16,-2 1 0-16,0 0 0 15,0-1-2-15,-5-5-43 0,1-5-112 16,0-10-103-16</inkml:trace>
  <inkml:trace contextRef="#ctx0" brushRef="#br0" timeOffset="182264.41">21307 13578 430 0,'0'0'6'0,"0"0"28"16,0 0-26-16,0 0-5 16,0 0 0-16,0 0 2 0,44-15 12 15,-18 10-5-15,-1-4-7 16,4-1-3-16,1 1-1 16,-2-4 1-16,-1 0-1 15,-1-1 0-15,-3-2-1 16,-3-1 1-16,-5 2-1 15,-3 0 1-15,-6 0 1 0,-4 1 9 16,-2 3 13-16,-4 2-9 16,-10 2-9-16,-5 4 0 15,-5 3-1-15,-3 1 0 16,-3 11 0-16,-1 4 2 16,2 4 0-16,4 3 3 0,3 2-3 15,5 2-2-15,7 1-3 16,7-2-2-16,3 2 0 15,7-2 0-15,12-2 1 16,6-5-1-16,6-6 0 16,5-6-1-16,2-5 0 0,4-2-32 15,1-10-47-15,-2-11-89 16,-1-6-166-16</inkml:trace>
  <inkml:trace contextRef="#ctx0" brushRef="#br0" timeOffset="183639.82">21900 13452 281 0,'0'0'12'0,"0"0"8"0,0 0 11 15,0 0 0-15,0 0 1 16,-17-28 0-16,9 20 0 0,1 3-8 16,-3-1-1-16,-2-1-5 15,-1 5-7-15,-1 2 3 16,0 0-9-16,-1 1-2 16,0 7-1-16,-2 4-2 15,3 0 0-15,0 3 1 16,2-2-1-16,2 3-1 0,2 0 2 15,4-3-2-15,3 0 1 16,1-2 0-16,3-2 0 16,7-3-1-16,4-4 0 15,2-2-1-15,3 0-1 0,2-8-5 16,0-3-6-16,1-3 2 16,-1-1 6-16,0-3 1 15,-2 0 5-15,-4 0 0 16,-2 1 1-16,-4 4 2 15,-2 3 13-15,-3 3 1 0,-2 4 3 16,-1 3-5-16,-1 5-14 16,0 7 2-16,0 6 2 15,0 5 6-15,0 4-2 16,0 5-6-16,0 6 1 16,0 3-3-16,0 2-1 15,1 2 1-15,1 0-1 0,-2-6 1 16,0-3-1-16,0-6-1 15,0-7 1-15,0-5-2 16,0-8-6-16,0-5-4 16,0-5-1-16,3-3 7 0,4-13 5 15,2-6-4-15,4-10-8 16,3-5 7-16,2-4 4 16,3-2-3-16,-1 1 4 15,0 4 2-15,-2 6-1 16,0 5 0-16,-5 5 3 15,0 6 2-15,-1 5 1 0,-2 2 1 16,-3 2 1-16,0 4 1 16,0 3-3-16,-1 0-4 15,0 0-1-15,-2 10 0 16,2 1 0-16,-3 5-1 16,-1 2 1-16,-1 3-2 0,-1 2 1 15,0 0 1-15,0-2-1 16,-1 0 0-16,-2-5-1 15,-3-1-2-15,2-4-2 16,2-4-4-16,-1-2-1 16,1-4 3-16,2-1 2 0,0-2 5 15,0-10-4-15,6-3-4 16,5-5 6-16,-1-1 1 16,4-2 1-16,0-1 0 15,0 4 1-15,1 1 1 16,0 2 3-16,-1 5 1 0,-2 2 2 15,0 5 2-15,-1 2-3 16,2 3-5-16,-5 0-2 16,0 5 2-16,0 5-2 15,-2 2 1-15,-1 1-1 16,-1 2 1-16,-1 0-1 0,-2 3 0 16,1 0 1-16,-2-1-1 15,0-1 0-15,2-2 0 16,-1-3 0-16,1-3 0 15,0-3 0-15,3-5 0 16,4 0 0-16,1-7 1 16,6-9 0-16,0-2-1 0,3-5 1 15,1-3-1-15,0 1 0 16,-1 3 0-16,-4 1 0 16,0 6 0-16,-5 2 1 15,-2 4-1-15,-2 3 1 16,-1 4 0-16,-1 2-2 0,-1 0 1 15,3 0-1-15,-2 8 1 16,3 3 0-16,-1 1 0 16,0 4 0-16,1 2 0 15,-2 1 0-15,0 1 1 0,-2-2-1 16,-3 1 1-16,0-3-1 16,0 1 0-16,-7-1 1 15,-4-3 0-15,-2-1-1 16,-4-2 1-16,-2-2 0 15,-2 0 0-15,-2-4-1 16,1-1 0-16,0 0-4 0,4 0-11 16,4-1 5-16,2 1-21 15,4-3-54-15,7 0-74 16,1-1-56-16</inkml:trace>
  <inkml:trace contextRef="#ctx0" brushRef="#br0" timeOffset="183819.8">22719 13673 675 0,'-5'2'1'15,"2"-3"-31"-15,3-11-203 16</inkml:trace>
  <inkml:trace contextRef="#ctx0" brushRef="#br0" timeOffset="187406.56">18797 9353 190 0,'0'0'-16'15,"0"0"27"-15,0 0 15 16,0 0-8-16,0 0-11 16,0 0-7-16,0 0 0 15,0 0 2-15,0 0 0 0,-8 24 1 16,6-10 2-16,-3 3 1 15,3 4 1-15,0 2-2 16,-1 6-1-16,0 6 3 16,0 6 1-16,0 4 0 15,1 6-3-15,-2 5 0 0,2 6-1 16,0 0 1-16,0 4 0 16,2 0-1-16,0 4 1 15,0-1-1-15,0-1-1 16,1-2 1-16,2 0-2 15,1 0-1-15,0-5 7 0,1-2-4 16,-1-4-3-16,-1-1-1 16,1-4 0-16,-2-4 1 15,-1-1-2-15,-1-2 1 16,2-3 0-16,-2-4 0 16,1-1 1-16,0-4-1 0,0-1 0 15,1-1 0-15,2 0 0 16,-3-3 0-16,0-3 1 15,0-2-1-15,1-3 0 16,-2-4 0-16,2-3 0 16,-2-2 0-16,0-1 0 0,0-3 1 15,0 0-1-15,0 1 0 16,0-2 1-16,0-1-1 16,0 0 0-16,0-1 2 15,0 0-2-15,0-1 0 16,0 0 0-16,0 0 1 0,0-1 0 15,0 0-1-15,1 0 2 16,5 0 16-16,2 0-2 16,5 0-7-16,5 0-5 15,5 0 0-15,4 0-2 16,6-2-1-16,7 0 0 0,1 0 0 16,5 0-1-16,5-2 0 15,4-1 0-15,3-1 0 16,4-1 0-16,3-1 0 15,1-2 1-15,0 0 0 16,4 0 1-16,1-3-2 0,0 2 2 16,3-2 2-16,-2 1-1 15,1-1-1-15,-4 2 0 16,-2-1-1-16,0 2 0 16,-5 0 0-16,-3 1-1 15,-2 0 2-15,-4 2-4 0,-4 0 4 16,-5-1-1-16,-3 2-1 15,-5 0 0-15,-4 2 0 16,-5 0 0-16,-4 1 1 16,-6-1-2-16,0 1 1 15,-7 0-7-15,-2 2-10 16,-2-2-11-16,-4-1-39 0,-2-3-3 16,0-4-105-16</inkml:trace>
  <inkml:trace contextRef="#ctx0" brushRef="#br0" timeOffset="189950.88">18375 10182 119 0,'-2'-2'2'0,"-3"-1"0"16,2-2 2-16,1 3 3 16,0 1 7-16,-1-1 5 15,2 2-4-15,0-2 2 16,0 2-3-16,0-1 8 0,1 1 0 15,0 0-7-15,0 0-11 16,3 3-3-16,4 4-1 16,2 2 1-16,1 3-1 15,2 3 0-15,0 1 0 16,1 1 0-16,1 0-1 0,-1 0 2 16,-3 0-1-16,2-1-1 15,-2-1 1-15,-2-3-1 16,-1-2-6-16,-3-3-57 15,-2-6-59-15</inkml:trace>
  <inkml:trace contextRef="#ctx0" brushRef="#br0" timeOffset="190231.06">18509 10196 103 0,'0'0'126'0,"0"0"-123"16,0 0 8-16,0 0 4 16,0 0 6-16,0 0-10 0,0 0-12 15,0 0 1-15,0 0 1 16,-2 39 1-16,2-10 0 16,0 8-1-16,0 7 1 15,0 7-2-15,0 6 0 16,2 2 0-16,2 4-2 15,-2-3-4-15,0-8-134 0</inkml:trace>
  <inkml:trace contextRef="#ctx0" brushRef="#br0" timeOffset="190996.73">19546 11362 366 0,'0'0'2'15,"0"0"0"-15,0 0-6 16,0 0 3-16,34 26 2 16,-12-12-1-16,-1 1 0 15,4 0 1-15,1 2-1 16,-1-1 1-16,2-1 0 0,-3-2-1 15,-2 0 0-15,-1 0 0 16,-3-6-8-16,-1 0-48 16,-5-4-13-16,-2-3 34 15,-4 0-139-15</inkml:trace>
  <inkml:trace contextRef="#ctx0" brushRef="#br0" timeOffset="191248.7">19761 11360 359 0,'0'0'4'0,"0"0"22"16,0 0-8-16,0 0-14 16,0 0-1-16,0 0 2 15,-15 29 7-15,7-8 8 0,-2 4-6 16,0 2-7-16,-2 2-5 15,1 1-1-15,0-2-1 16,-1 0-1-16,1-1 0 16,-1-6-29-16,1-9-119 0</inkml:trace>
  <inkml:trace contextRef="#ctx0" brushRef="#br0" timeOffset="193778.83">18922 10867 154 0,'0'0'5'0,"0"0"16"0,0 0-12 16,0 0-6-16,0 0-2 15,0 0 9-15,0 0 14 16,39-44 0-16,-16 20-7 15,8-6-2-15,9-6-3 16,5-5 3-16,9-7 1 16,8-6 2-16,9-4-3 0,6-6-4 15,6-6-2-15,7-7-3 16,5-6-2-16,1-2-1 16,0-5 3-16,0-1 6 15,-5 2-1-15,-3 4-1 16,-5 6-5-16,-7 9-2 0,-7 13-1 15,-9 11-2-15,-10 10 0 16,-13 14 0-16,-12 9-3 16,-9 12-9-16,-11 1-81 15,-5 12 26-15,-14 5-7 16</inkml:trace>
  <inkml:trace contextRef="#ctx0" brushRef="#br0" timeOffset="194267.84">18913 10671 175 0,'0'0'23'0,"0"0"-21"0,0 0 13 16,0-32 11-16,0 29-6 15,0 1-9-15,7 2-5 16,-2 0-3-16,4 0-1 16,2 3 3-16,4 4 0 15,3 1 5-15,7 2 0 0,2 2-4 16,3 0-4-16,1 1-1 15,0 0-1-15,-2-3 0 16,-5-2 0-16,-3-2-5 16,-5-4-29-16,-6-2-23 15,-5 0-55-15</inkml:trace>
  <inkml:trace contextRef="#ctx0" brushRef="#br0" timeOffset="194452.11">19067 10562 345 0,'0'0'3'15,"0"0"0"-15,0 0-6 16,0 0 1-16,-20 37 2 16,20-15 0-16,0 4 1 0,0 4-1 15,0 0 0-15,7 2-1 16,-1 0-1-16,1-3-9 15,-2-6-105-15</inkml:trace>
  <inkml:trace contextRef="#ctx0" brushRef="#br0" timeOffset="194751.08">19285 10352 269 0,'0'0'3'0,"0"0"3"0,0 0 5 16,34-13-5-16,-16 13 3 15,6 0 2-15,1 3 1 16,5 4 3-16,-3 1-7 15,2 2-4-15,-2 1-3 16,-1-1-1-16,-3 0 1 0,-5 0-1 16,-2-5-16-16,-6-2-48 15,-3-3-25-15</inkml:trace>
  <inkml:trace contextRef="#ctx0" brushRef="#br0" timeOffset="194964.72">19472 10235 354 0,'0'0'5'0,"0"0"-8"16,-12 34 2-16,10-15 1 16,2 4 0-16,0 3 0 15,0 4 0-15,0 1 0 16,0 4 0-16,0 3-1 15,0-1-3-15,0-2-80 16,-2-7-149-16</inkml:trace>
  <inkml:trace contextRef="#ctx0" brushRef="#br0" timeOffset="195329.52">19721 10018 312 0,'0'0'5'0,"0"0"3"16,0 0-3-16,0 0-5 0,33 13 0 16,-16-1 0-16,6 0 0 15,2 1 1-15,1 3-1 16,1-2 0-16,1-2 0 16,-3 0 0-16,-2-5-1 0,-3-4-47 15,-6-3-36-15,-4-5-114 16</inkml:trace>
  <inkml:trace contextRef="#ctx0" brushRef="#br0" timeOffset="195512.24">19861 9932 351 0,'0'0'4'0,"-21"28"-3"15,12-8-2-15,3 5 2 0,1 5 2 16,3 2-1-16,0 4-3 16,2 3 2-16,0 2-2 15,0 2 0-15,0-5-10 16,2-8-127-16</inkml:trace>
  <inkml:trace contextRef="#ctx0" brushRef="#br0" timeOffset="195912.68">20234 9539 363 0,'0'0'3'15,"0"0"1"-15,0 0-2 16,0 0-4-16,0 0 0 15,30-1 2-15,-13 14 1 0,2 6 0 16,4 2-1-16,1 0 0 16,4 2 0-16,-2-1 0 15,0-3 0-15,-1-2-3 16,-4-6-67-16,-5-5-27 16</inkml:trace>
  <inkml:trace contextRef="#ctx0" brushRef="#br0" timeOffset="196111.16">20357 9500 217 0,'0'0'182'15,"0"0"-174"-15,0 0-8 16,-33 42 1-16,28-16-2 15,0 8 2-15,4 9-1 0,1 8 0 16,0 6-1-16,0-1-13 16,0-9-355-16</inkml:trace>
  <inkml:trace contextRef="#ctx0" brushRef="#br0" timeOffset="204792.32">449 10839 171 0,'0'0'21'0,"0"0"-20"16,0 0 4-16,0 0 5 15,-29-5-1-15,28 4-3 16,1 0-3-16,-2 1-2 15,2 0 1-15,0 0 0 0,0 0-4 16,0 2 2-16,2 3 0 16,1 5-1-16,4 3 2 15,0 2 1-15,1 7-1 16,4 5 1-16,1 4 0 16,2 6-1-16,3 8 0 0,1 10-1 15,4 6 1-15,-1 5 1 16,2 2-2-16,1 1 1 15,-2 1 2-15,1-2-1 16,-1 0-1-16,2 3 1 16,-3 3 0-16,0 1-1 0,1-2 0 15,1-3 0-15,-3-3 0 16,3-3-1-16,-3-6 0 16,0 0 1-16,-1-2-2 15,0 0 1-15,-2-4 1 16,1-4-1-16,0-4 1 15,-1-5-1-15,-1-6 0 0,1-3 1 16,-1-5 1-16,1-2-2 16,-1-2 0-16,-1 0 1 15,0-3-1-15,-4-2 0 16,-1 0 0-16,-1-2 0 0,-1-3 0 16,-2-1 0-16,-3 0 2 15,0-2-2-15,-1-3 0 16,0 0 0-16,-3-3 0 15,2 0 0-15,-2-1 1 16,1-1 0-16,-1 0 0 16,0 0 3-16,0 0 8 0,1 2 2 15,-1-2-12-15,2 1-2 16,-1 0 0-16,3 1 2 16,-1-1-2-16,4 1 0 15,3-1 1-15,0-1-1 16,7 0 2-16,3-2 6 0,5-6-1 15,5-4 0-15,6-4 5 16,2-4-8-16,5-1 3 16,3-2-2-16,4-4 2 15,4-1-4-15,1-1 7 16,4-3 5-16,3-1 2 0,0-5-5 16,3 0-3-16,-3-1 10 15,4 2 0-15,-3-1-14 16,1 2-4-16,-5 3 0 15,-1 1-1-15,-2 2 1 16,-4 2-1-16,-2 1 0 16,-4 3 0-16,-1 4 0 0,-2 1 0 15,-3 2-3-15,-2 2-7 16,-4 1-15-16,1 0-13 16,-1 4-18-16,-4-3 5 15,-6 2-41-15</inkml:trace>
  <inkml:trace contextRef="#ctx0" brushRef="#br0" timeOffset="205582.02">171 12069 208 0,'-4'0'41'16,"3"0"-39"-16,1 0-2 0,1 0-6 15,8 2 4-15,4 3 2 16,3 0 0-16,5 0 0 16,0 2 0-16,2 0 0 15,-2-1 0-15,0 0 1 16,-1-1-1-16,-4-1 0 0,0 1 0 16,-5-1 0-16,-1 0 1 15,-3-1-1-15,-2 0-2 16,-4-2-31-16,-1-1-77 15</inkml:trace>
  <inkml:trace contextRef="#ctx0" brushRef="#br0" timeOffset="205795.45">320 11984 218 0,'0'0'8'16,"0"0"16"-16,0 0-17 0,0 0-9 15,0 0 3-15,13 34 0 16,-4-9 3-16,1 8-1 16,2 4 0-16,2 7-2 15,0 6 0-15,4 6 0 0,2 2-1 16,6 1 0-16,-1-3-1 16,0-3 0-16,0-10-8 15,-5-11-155-15</inkml:trace>
  <inkml:trace contextRef="#ctx0" brushRef="#br0" timeOffset="206382.36">1602 12662 214 0,'0'0'2'16,"0"0"1"-16,0 0 1 16,0 0 2-16,0 0 3 15,0 0-12-15,0 0-1 16,0 0 4-16,0 0 6 0,45 20-2 16,-16-5 0-16,4 0 1 15,3 1-3-15,-3 0 0 16,2 0 0-16,-2-3-1 15,-2 0 0-15,-3-2 0 0,-2-3 2 16,-6-1-1-16,-5-3-2 16,-5-1-37-16,-5-3-23 15</inkml:trace>
  <inkml:trace contextRef="#ctx0" brushRef="#br0" timeOffset="206593.47">1785 12577 442 0,'0'0'4'0,"0"0"-5"16,-5 37 0-16,5-10 1 15,4 6 1-15,5 6 0 16,-1 3-1-16,-1 1 0 0,2 2-5 15,-3-1-32-15,-2-3-61 16,-2-7 0-16</inkml:trace>
  <inkml:trace contextRef="#ctx0" brushRef="#br0" timeOffset="210619.68">1101 12170 53 0,'-2'1'17'16,"2"-1"2"-16,-1 0-8 15,1 0-3-15,0 0-3 16,0 0-5-16,0 0 1 16,0 0 19-16,0 0-4 0,0 0 6 15,0 0-6-15,0 0-6 16,0 0-4-16,0-1-4 15,0 1 1-15,0 0-2 16,0 0-1-16,0 0 0 16,0 0-1-16,0 0 1 0,0 0 0 15,0 0 0-15,0 0 0 16,0 0 0-16,0 0 1 16,0 0-1-16,0 0 1 15,0 0 0-15,0 0 0 16,0 0 0-16,0 0-1 0,0 0 1 15,0 0-1-15,0 0 1 16,0 0-1-16,0 0 0 16,0 0 1-16,0 0-1 15,0 0 1-15,0 0-1 16,0 0 1-16,0 0 1 0,0 0-1 16,0 0-1-16,0 0-1 15,0 0 1-15,0 0 0 16,0 0 1-16,0 0 0 15,0 0 0-15,0 0 0 16,0 0 0-16,0 0 0 16,0 0 0-16,0 0-1 0,0 0 1 15,0 0 1-15,0 0-2 16,0 0 0-16,0 0 0 16,0 0 1-16,0-1 2 15,0-1 0-15,0-1 3 16,3-2 2-16,2-3-2 0,1-3 2 15,3-5-2-15,-1-5 0 16,4-4 0-16,1-6 5 16,3-5 1-16,2-6-1 15,2-8-2-15,4-3 0 16,3-6 1-16,5-2-2 0,3-7 1 16,2-3-6-16,3 0 0 15,2-3-1-15,3-4-3 16,0 0 2-16,2 1 0 15,2-2-1-15,-3-4 0 16,2 2 2-16,-3-2-2 0,-2 1 0 16,-4 1 1-16,-2 5 0 15,-4 5 1-15,-2 6 4 16,-7 5 6-16,-2 8-4 16,-5 6-2-16,-2 6-1 15,-5 9-1-15,-1 7-3 16,-2 5-1-16,-4 6 1 0,0 8-1 15,-2 1 0-15,0 4-1 16,-1 0-3-16,0 8-6 16,0 6-6-16,-2 1-79 15,-8-1-53-15</inkml:trace>
  <inkml:trace contextRef="#ctx0" brushRef="#br0" timeOffset="211142.37">903 11605 222 0,'-5'-3'20'0,"3"-3"15"0,2 2-28 16,0-1-5-16,2 1-3 0,8-2 1 15,4 0 1-15,0-1-1 16,3 0 2-16,4 1-1 15,-1 0-1-15,0-1 0 16,0 3 0-16,-2 0 0 0,-3 0 1 16,-1 1-1-16,-2 0-2 15,-3 2-18-15,-5-2-43 16,-4 2-40-16</inkml:trace>
  <inkml:trace contextRef="#ctx0" brushRef="#br0" timeOffset="211346.96">1010 11459 216 0,'0'0'9'16,"0"0"27"-16,0 0-8 15,0 0-13-15,0 0-11 16,0 0-4-16,0 0 0 0,-25 33 1 16,25-12 1-16,0 2-1 15,5 5-1-15,3 2-1 16,2 2-1-16,1-1 0 15,0-5-15-15,-2-9-134 16</inkml:trace>
  <inkml:trace contextRef="#ctx0" brushRef="#br0" timeOffset="211717.58">1588 11422 247 0,'0'0'15'15,"0"0"8"-15,0 0-7 16,0 0-20-16,0 0 4 16,0 0 1-16,48 3 0 15,-23-8 1-15,3-3-1 0,2 0-1 16,-3 1 1-16,0-3-1 15,-7 0-8-15,-5 1-43 16,-4-3-28-16</inkml:trace>
  <inkml:trace contextRef="#ctx0" brushRef="#br0" timeOffset="211914.41">1689 11303 331 0,'0'0'3'0,"-26"28"-3"16,17-11-2-16,4 4 2 16,3-1-1-16,2 3 0 15,0 0 1-15,0 0-6 16,2-3-25-16,-1-5-49 0</inkml:trace>
  <inkml:trace contextRef="#ctx0" brushRef="#br0" timeOffset="212235.9">1443 10620 277 0,'0'0'0'0,"0"0"3"16,0 0 2-16,0 0 1 0,0 0-7 16,3-28 1-16,11 26 0 15,4 0 1-15,2 0 0 16,5 1-2-16,1-1 2 15,2 0-1-15,-1-1 0 16,-4 2-1-16,-1-3-12 16,-8 0-55-16,-6-2-68 0</inkml:trace>
  <inkml:trace contextRef="#ctx0" brushRef="#br0" timeOffset="212407.78">1562 10494 275 0,'0'0'8'16,"0"0"2"-16,-17 41-9 16,17-21-2-16,0 4 2 15,4 4-2-15,6 4 0 0,1 0 0 16,4-3-2-16,1-5-31 16,-5-10-167-16</inkml:trace>
  <inkml:trace contextRef="#ctx0" brushRef="#br0" timeOffset="212778.66">2215 10327 308 0,'0'0'2'0,"0"0"-6"0,0 0 0 16,32 10 3-16,-12-4 3 16,2 1-2-16,0 3 0 15,0-1 0-15,-2 1 1 16,-2 0-10-16,-2-3-42 16,-5-3-27-16</inkml:trace>
  <inkml:trace contextRef="#ctx0" brushRef="#br0" timeOffset="212978.56">2301 10280 337 0,'0'0'-4'0,"-15"31"5"15,8-8-5-15,4 3 4 16,0 7-3-16,1 3 3 0,1-1-1 15,-3 0-14-15,-3-6-59 16</inkml:trace>
  <inkml:trace contextRef="#ctx0" brushRef="#br0" timeOffset="213936.64">1853 10485 74 0,'0'0'3'16,"0"0"4"-16,0 0 5 0,0 0 5 15,0 0 16-15,0 0-4 16,0 0 1-16,0 0-16 15,0 0-8-15,0 0-5 16,0 0 1-16,-3-30-1 16,12 18 1-16,2-7 2 0,6-4-1 15,3-6 0-15,7-6 3 16,3-6-2-16,5-9 1 16,2-3 5-16,2-8-2 15,3-5-4-15,0-8-1 16,1-4 1-16,-1 0 2 15,-2-4 6-15,-1 3-4 0,-4 4 1 16,-3 11-3-16,-3 10-1 16,-6 12-1-16,-3 12-1 15,-5 10-2-15,-3 9-1 16,-5 6 0-16,-1 5-1 16,-3 0-1-16,-3 6-4 0,0 7-3 15,0 2-6-15,-4 2-25 16,-5-2-53-16</inkml:trace>
  <inkml:trace contextRef="#ctx0" brushRef="#br0" timeOffset="214590.06">1865 9635 61 0,'0'0'14'0,"0"0"0"0,0 0 4 0,0 0 10 15,0 0-5-15,0 0-15 16,0 0-4-16,0 0-4 15,0 0-2-15,0 0 12 0,29 17 0 16,-6-16-2-16,3 2 0 16,2-1-2-16,4 0-2 15,0 1-3-15,-4 0 1 16,-3-1-2-16,-5 2 1 16,-3-3 0-16,-5 2-1 0,-6-1 0 15,-3-1-2-15,-3-1-4 16,-3 0 1-16,-7 0-35 15</inkml:trace>
  <inkml:trace contextRef="#ctx0" brushRef="#br0" timeOffset="-214728.78">1970 9583 223 0,'0'0'5'16,"0"0"18"-16,0 0-4 15,0 0-12-15,0 0-7 0,0 0 1 16,-13 49 1-16,13-21-1 16,0 5 0-16,6 7-1 15,1 3-1-15,0 3 0 16,2-3-5-16,-2-7-126 0</inkml:trace>
  <inkml:trace contextRef="#ctx0" brushRef="#br0" timeOffset="-213534.8">1168 12003 23 0,'-5'0'17'16,"0"0"26"-16,0-1-13 16,2-1 3-16,-1 2 0 15,2-1 0-15,1-1-3 16,-1 2-11-16,2 0-4 0,0-1-10 15,0 0-7-15,3 1 0 16,6 0 2-16,5 0 2 16,0 0 1-16,3 0 1 15,5 5 0-15,1 2 0 16,2 0-1-16,-1 1-2 16,1 1-1-16,-3-1 3 0,-4-1-5 15,-1-2-12-15,-5-1-37 16,-6-4-7-16,-6 0-71 15</inkml:trace>
  <inkml:trace contextRef="#ctx0" brushRef="#br0" timeOffset="-213315.67">1246 11921 250 0,'0'0'2'0,"0"0"8"15,0 0 0-15,0 0 2 16,0 0-5-16,0 0-4 16,0 0 1-16,-27 46 2 15,25-19-2-15,2 4-2 0,0 2-2 16,0 5-2-16,0-3 1 16,2-6-15-16,-2-6-163 15</inkml:trace>
  <inkml:trace contextRef="#ctx0" brushRef="#br0" timeOffset="-212754.7">1141 11112 192 0,'0'0'36'15,"0"0"-20"-15,0 0-2 0,0 0-16 16,0 0 1-16,0 0 1 16,0 0 1-16,42 16-1 15,-23-13 1-15,-1 1 0 16,1-2-1-16,-1 1 0 15,-4-2 1-15,-1 0-1 0,-5 1-4 16,-3-2-37-16,-4 0-73 16</inkml:trace>
  <inkml:trace contextRef="#ctx0" brushRef="#br0" timeOffset="-212607.15">1222 11057 241 0,'0'0'0'0,"0"0"3"16,-19 46 3-16,16-23-2 16,-1 6-4-16,4 2 1 0,0 6 0 15,0 0-2-15,0-2 0 16,0-5-62-16</inkml:trace>
  <inkml:trace contextRef="#ctx0" brushRef="#br0" timeOffset="-211829.94">1738 11113 265 0,'0'0'2'15,"0"0"-3"-15,0 0 0 0,39-32 0 16,-23 24 2-16,3 0-1 16,1-1 1-16,1 2 0 15,0-1 0-15,-1 2 0 16,-2-2-1-16,-4 3-3 0,-4 0-36 16,-3 1-25-16,-7-2-65 15</inkml:trace>
  <inkml:trace contextRef="#ctx0" brushRef="#br0" timeOffset="-211652">1819 10985 276 0,'0'0'5'16,"0"0"-3"-16,-16 35-1 15,16-19 3-15,0 2-3 16,0 3 0-16,2-1-2 0,5-1 3 15,0-2-2-15,-1-3-13 16,-1-8-148-16</inkml:trace>
  <inkml:trace contextRef="#ctx0" brushRef="#br0" timeOffset="-211235.67">2333 9919 202 0,'0'0'6'0,"0"0"47"16,0 0-35-16,0 0-8 0,0 0-11 16,0 0 2-16,0 0 1 15,28 10 0-15,-12-3-2 16,2-1 2-16,0-2 0 15,1 0-2-15,-1 0 1 0,-3-2-1 16,-1 0 0-16,-5-1-23 16,-5-1-60-16,-4 0-85 15</inkml:trace>
  <inkml:trace contextRef="#ctx0" brushRef="#br0" timeOffset="-211088.18">2381 9896 290 0,'0'0'3'0,"-18"40"1"15,13-14-2-15,2 7 2 0,1 5-3 16,2 2-1-16,0-2-1 16,0-7-58-16</inkml:trace>
  <inkml:trace contextRef="#ctx0" brushRef="#br0" timeOffset="-200558.57">2150 11582 172 0,'0'0'34'16,"0"0"9"-16,0 0-6 16,0 0-15-16,0 0-12 0,0 0-12 15,0 0-1-15,0 0 3 16,0 0 0-16,37-15 3 15,-13 15-2-15,-1 4 0 16,3 2 0-16,0 1-1 0,-1 1 1 16,-3 0-1-16,-2 1-1 15,-3-3 0-15,-3 1 1 16,-3-1 0-16,-3-2 0 16,-3 1-2-16,-3-2-8 15,-2 0-38-15,0-3-37 16</inkml:trace>
  <inkml:trace contextRef="#ctx0" brushRef="#br0" timeOffset="-200308.02">2301 11446 274 0,'0'0'2'16,"0"0"0"-16,0 0 1 15,0 0 13-15,0 0 17 0,0 0-8 16,0 0-3-16,0 0-10 16,-20-12-12-16,19 26 0 15,1 10 1-15,0 7 0 16,-1 7 0-16,1 6-2 16,0 6-1-16,-2 1-5 15,-1-3-12-15,-4-10-125 16</inkml:trace>
  <inkml:trace contextRef="#ctx0" brushRef="#br0" timeOffset="-185993.3">1170 11947 9 0,'0'-5'8'0,"0"0"-5"16,0 0-1-16,0 0 1 15,0-1-2-15,0 0 2 0,0 2 1 16,0 1-1-16,0 0-1 16,0 2-2-16,0-2 0 15,1 2 0-15,1 0 0 16,-1 0 0-16,2-1 0 16,-2 0 0-16,1-1 1 0,1 0-1 15,-2-1 1-15,3-2 5 16,-2-1 1-16,3-2 0 15,-2 0-4-15,1-2 1 16,0-1 1-16,0-1-1 16,1-2-1-16,0-1 2 15,1-3 2-15,1 0 3 0,2 0-1 16,-1 0-4-16,2 2 0 16,-2 2-4-16,2 3-1 15,-1 3 0-15,-2 1 1 16,0 2-1-16,0 0 0 15,-1-1 0-15,-1 2 0 0,0-3 1 16,0-2-1-16,0-1 1 16,0-4-1-16,2-2 2 15,1-2 4-15,1-3 3 16,2-1 1-16,1-2-3 16,0 2-3-16,-1 0-1 0,2 1-2 15,0 4 0-15,-2 0-1 16,0 5 0-16,-3-2 1 15,2 1-2-15,-1-2 2 16,0 1-1-16,1-4 0 16,0 0 2-16,-1-2-2 0,2-1 2 15,-1 0 1-15,2 0 0 16,1 1 2-16,-3 2 0 16,3 1-2-16,0 1 2 15,-3 2-3-15,2 2-1 16,-1 0 0-16,-1 0 0 0,3 0 0 15,-3-1 0-15,1-2 0 16,1-2 1-16,-2-1 1 16,-1-2 1-16,1-2 1 15,1-1 5-15,-3 0 5 16,2-1-9-16,2-1-1 0,-2 0-2 16,1 1-1-16,2-1 3 15,-2 0-5-15,3 0 3 16,-1 3 0-16,1-2-1 15,1 2 1-15,-2 2-2 16,4-2-1-16,0 3 2 0,1-2-1 16,0-1-1-16,-1 0 1 15,0 0-1-15,-2 0 1 16,-2-2-1-16,-1 0 1 16,0 1 0-16,0-1 2 15,0-1 4-15,1 0 1 16,0-2-2-16,1-2-1 0,1-1-2 15,2-3 0-15,1-1-1 16,2-2-1-16,4-1 0 16,-1-1-1-16,2-4 0 15,0 1 0-15,0-3 0 0,1-2 1 16,-3 1-1-16,1-1 0 16,2 0 1-16,1-3-1 15,3 2 0-15,2 0 2 16,2 1 2-16,-1 2-3 15,0 2 2-15,-2 4-3 0,-3 2 1 16,-3 4-1-16,-2 0 1 16,-4 3 0-16,-3 2-1 15,-3 3 1-15,1 2 1 16,-3 0 2-16,-2 0 1 16,1 3 2-16,2 0-3 15,-4 2-3-15,1 3 1 0,0 2-4 16,-1 4 2-16,-1 3 0 15,0 3-2-15,-2 1-3 16,-2 2-3-16,0 3-27 16,-3 1-40-16,0-1-98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F405DC-FFCB-42F3-8DB5-BEE316C58C7A}" type="datetimeFigureOut">
              <a:rPr lang="en-IN" smtClean="0"/>
              <a:pPr/>
              <a:t>11-05-2026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13631B-FFD5-45E7-84A1-67158703148A}" type="slidenum">
              <a:rPr lang="en-IN" smtClean="0"/>
              <a:pPr/>
              <a:t>‹#›</a:t>
            </a:fld>
            <a:endParaRPr lang="en-IN"/>
          </a:p>
        </p:txBody>
      </p:sp>
    </p:spTree>
    <p:extLst>
      <p:ext uri="{BB962C8B-B14F-4D97-AF65-F5344CB8AC3E}">
        <p14:creationId xmlns:p14="http://schemas.microsoft.com/office/powerpoint/2010/main" val="3009216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It measures how a variable at time \(t\) relates to itself at a previous time \(t-k\) (where \(k\) is the lag). Unlike standard correlation which measures the relationship between two different variables, autocorrelation examines the internal structure of a single series.</a:t>
            </a:r>
          </a:p>
          <a:p>
            <a:endParaRPr lang="en-IN" dirty="0"/>
          </a:p>
        </p:txBody>
      </p:sp>
      <p:sp>
        <p:nvSpPr>
          <p:cNvPr id="4" name="Slide Number Placeholder 3"/>
          <p:cNvSpPr>
            <a:spLocks noGrp="1"/>
          </p:cNvSpPr>
          <p:nvPr>
            <p:ph type="sldNum" sz="quarter" idx="10"/>
          </p:nvPr>
        </p:nvSpPr>
        <p:spPr/>
        <p:txBody>
          <a:bodyPr/>
          <a:lstStyle/>
          <a:p>
            <a:fld id="{9313631B-FFD5-45E7-84A1-67158703148A}" type="slidenum">
              <a:rPr lang="en-IN" smtClean="0"/>
              <a:pPr/>
              <a:t>16</a:t>
            </a:fld>
            <a:endParaRPr lang="en-IN"/>
          </a:p>
        </p:txBody>
      </p:sp>
    </p:spTree>
    <p:extLst>
      <p:ext uri="{BB962C8B-B14F-4D97-AF65-F5344CB8AC3E}">
        <p14:creationId xmlns:p14="http://schemas.microsoft.com/office/powerpoint/2010/main" val="34051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313631B-FFD5-45E7-84A1-67158703148A}" type="slidenum">
              <a:rPr lang="en-IN" smtClean="0"/>
              <a:pPr/>
              <a:t>48</a:t>
            </a:fld>
            <a:endParaRPr lang="en-IN"/>
          </a:p>
        </p:txBody>
      </p:sp>
    </p:spTree>
    <p:extLst>
      <p:ext uri="{BB962C8B-B14F-4D97-AF65-F5344CB8AC3E}">
        <p14:creationId xmlns:p14="http://schemas.microsoft.com/office/powerpoint/2010/main" val="2325931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313631B-FFD5-45E7-84A1-67158703148A}" type="slidenum">
              <a:rPr lang="en-IN" smtClean="0"/>
              <a:pPr/>
              <a:t>49</a:t>
            </a:fld>
            <a:endParaRPr lang="en-IN"/>
          </a:p>
        </p:txBody>
      </p:sp>
    </p:spTree>
    <p:extLst>
      <p:ext uri="{BB962C8B-B14F-4D97-AF65-F5344CB8AC3E}">
        <p14:creationId xmlns:p14="http://schemas.microsoft.com/office/powerpoint/2010/main" val="2325931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EBD2A-DD29-4877-B37E-F062FFDDE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20F96-07B7-DC6B-DFF4-6F0255FD3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011EDA-F9ED-EA4B-FA9B-EE3CB83358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4B97EED-5C8E-B833-9752-9269623F0D02}"/>
              </a:ext>
            </a:extLst>
          </p:cNvPr>
          <p:cNvSpPr>
            <a:spLocks noGrp="1"/>
          </p:cNvSpPr>
          <p:nvPr>
            <p:ph type="sldNum" sz="quarter" idx="5"/>
          </p:nvPr>
        </p:nvSpPr>
        <p:spPr/>
        <p:txBody>
          <a:bodyPr/>
          <a:lstStyle/>
          <a:p>
            <a:fld id="{9313631B-FFD5-45E7-84A1-67158703148A}" type="slidenum">
              <a:rPr lang="en-IN" smtClean="0"/>
              <a:pPr/>
              <a:t>81</a:t>
            </a:fld>
            <a:endParaRPr lang="en-IN"/>
          </a:p>
        </p:txBody>
      </p:sp>
    </p:spTree>
    <p:extLst>
      <p:ext uri="{BB962C8B-B14F-4D97-AF65-F5344CB8AC3E}">
        <p14:creationId xmlns:p14="http://schemas.microsoft.com/office/powerpoint/2010/main" val="3686718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028700"/>
            <a:ext cx="7851648" cy="13716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2421402"/>
            <a:ext cx="7854696" cy="131445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smtClean="0">
                <a:solidFill>
                  <a:srgbClr val="EEECE1">
                    <a:shade val="90000"/>
                  </a:srgbClr>
                </a:solidFill>
              </a:defRPr>
            </a:lvl1pPr>
          </a:lstStyle>
          <a:p>
            <a:fld id="{FA7F876A-8D22-4A02-9D2C-4A4EF0784A46}" type="datetimeFigureOut">
              <a:rPr lang="en-IN" smtClean="0"/>
              <a:pPr/>
              <a:t>11-05-2026</a:t>
            </a:fld>
            <a:endParaRPr lang="en-IN"/>
          </a:p>
        </p:txBody>
      </p:sp>
      <p:sp>
        <p:nvSpPr>
          <p:cNvPr id="5" name="Footer Placeholder 18"/>
          <p:cNvSpPr>
            <a:spLocks noGrp="1"/>
          </p:cNvSpPr>
          <p:nvPr>
            <p:ph type="ftr" sz="quarter" idx="11"/>
          </p:nvPr>
        </p:nvSpPr>
        <p:spPr/>
        <p:txBody>
          <a:bodyPr/>
          <a:lstStyle>
            <a:lvl1pPr>
              <a:defRPr>
                <a:solidFill>
                  <a:srgbClr val="EEECE1">
                    <a:shade val="90000"/>
                  </a:srgbClr>
                </a:solidFill>
              </a:defRPr>
            </a:lvl1pPr>
          </a:lstStyle>
          <a:p>
            <a:endParaRPr lang="en-IN"/>
          </a:p>
        </p:txBody>
      </p:sp>
      <p:sp>
        <p:nvSpPr>
          <p:cNvPr id="6" name="Slide Number Placeholder 26"/>
          <p:cNvSpPr>
            <a:spLocks noGrp="1"/>
          </p:cNvSpPr>
          <p:nvPr>
            <p:ph type="sldNum" sz="quarter" idx="12"/>
          </p:nvPr>
        </p:nvSpPr>
        <p:spPr/>
        <p:txBody>
          <a:bodyPr/>
          <a:lstStyle>
            <a:lvl1pPr>
              <a:defRPr smtClean="0">
                <a:solidFill>
                  <a:srgbClr val="EEECE1">
                    <a:shade val="90000"/>
                  </a:srgbClr>
                </a:solidFill>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2314432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11-05-2026</a:t>
            </a:fld>
            <a:endParaRPr lang="en-IN"/>
          </a:p>
        </p:txBody>
      </p:sp>
      <p:sp>
        <p:nvSpPr>
          <p:cNvPr id="5" name="Footer Placeholder 21"/>
          <p:cNvSpPr>
            <a:spLocks noGrp="1"/>
          </p:cNvSpPr>
          <p:nvPr>
            <p:ph type="ftr" sz="quarter" idx="11"/>
          </p:nvPr>
        </p:nvSpPr>
        <p:spPr/>
        <p:txBody>
          <a:bodyPr/>
          <a:lstStyle>
            <a:lvl1pPr>
              <a:defRPr/>
            </a:lvl1pPr>
          </a:lstStyle>
          <a:p>
            <a:endParaRPr lang="en-IN"/>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4224392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987552"/>
            <a:ext cx="7772400" cy="1021842"/>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028499"/>
            <a:ext cx="7772400" cy="1132284"/>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smtClean="0">
                <a:solidFill>
                  <a:srgbClr val="EEECE1">
                    <a:shade val="90000"/>
                  </a:srgbClr>
                </a:solidFill>
              </a:defRPr>
            </a:lvl1pPr>
          </a:lstStyle>
          <a:p>
            <a:fld id="{FA7F876A-8D22-4A02-9D2C-4A4EF0784A46}" type="datetimeFigureOut">
              <a:rPr lang="en-IN" smtClean="0"/>
              <a:pPr/>
              <a:t>11-05-2026</a:t>
            </a:fld>
            <a:endParaRPr lang="en-IN"/>
          </a:p>
        </p:txBody>
      </p:sp>
      <p:sp>
        <p:nvSpPr>
          <p:cNvPr id="5" name="Footer Placeholder 4"/>
          <p:cNvSpPr>
            <a:spLocks noGrp="1"/>
          </p:cNvSpPr>
          <p:nvPr>
            <p:ph type="ftr" sz="quarter" idx="11"/>
          </p:nvPr>
        </p:nvSpPr>
        <p:spPr/>
        <p:txBody>
          <a:bodyPr/>
          <a:lstStyle>
            <a:lvl1pPr>
              <a:defRPr>
                <a:solidFill>
                  <a:srgbClr val="EEECE1">
                    <a:shade val="90000"/>
                  </a:srgbClr>
                </a:solidFill>
              </a:defRPr>
            </a:lvl1pPr>
          </a:lstStyle>
          <a:p>
            <a:endParaRPr lang="en-IN"/>
          </a:p>
        </p:txBody>
      </p:sp>
      <p:sp>
        <p:nvSpPr>
          <p:cNvPr id="6" name="Slide Number Placeholder 5"/>
          <p:cNvSpPr>
            <a:spLocks noGrp="1"/>
          </p:cNvSpPr>
          <p:nvPr>
            <p:ph type="sldNum" sz="quarter" idx="12"/>
          </p:nvPr>
        </p:nvSpPr>
        <p:spPr/>
        <p:txBody>
          <a:bodyPr/>
          <a:lstStyle>
            <a:lvl1pPr>
              <a:defRPr smtClean="0">
                <a:solidFill>
                  <a:srgbClr val="EEECE1">
                    <a:shade val="90000"/>
                  </a:srgbClr>
                </a:solidFill>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2847092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28066"/>
            <a:ext cx="8229600" cy="857250"/>
          </a:xfrm>
        </p:spPr>
        <p:txBody>
          <a:bodyPr/>
          <a:lstStyle/>
          <a:p>
            <a:r>
              <a:rPr lang="en-US"/>
              <a:t>Click to edit Master title style</a:t>
            </a:r>
          </a:p>
        </p:txBody>
      </p:sp>
      <p:sp>
        <p:nvSpPr>
          <p:cNvPr id="3" name="Content Placeholder 2"/>
          <p:cNvSpPr>
            <a:spLocks noGrp="1"/>
          </p:cNvSpPr>
          <p:nvPr>
            <p:ph sz="half" idx="1"/>
          </p:nvPr>
        </p:nvSpPr>
        <p:spPr>
          <a:xfrm>
            <a:off x="457200" y="1440064"/>
            <a:ext cx="4038600" cy="332613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40064"/>
            <a:ext cx="4038600" cy="332613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fld id="{FA7F876A-8D22-4A02-9D2C-4A4EF0784A46}" type="datetimeFigureOut">
              <a:rPr lang="en-IN" smtClean="0"/>
              <a:pPr/>
              <a:t>11-05-2026</a:t>
            </a:fld>
            <a:endParaRPr lang="en-IN"/>
          </a:p>
        </p:txBody>
      </p:sp>
      <p:sp>
        <p:nvSpPr>
          <p:cNvPr id="6" name="Footer Placeholder 21"/>
          <p:cNvSpPr>
            <a:spLocks noGrp="1"/>
          </p:cNvSpPr>
          <p:nvPr>
            <p:ph type="ftr" sz="quarter" idx="11"/>
          </p:nvPr>
        </p:nvSpPr>
        <p:spPr/>
        <p:txBody>
          <a:bodyPr/>
          <a:lstStyle>
            <a:lvl1pPr>
              <a:defRPr/>
            </a:lvl1pPr>
          </a:lstStyle>
          <a:p>
            <a:endParaRPr lang="en-IN"/>
          </a:p>
        </p:txBody>
      </p:sp>
      <p:sp>
        <p:nvSpPr>
          <p:cNvPr id="7"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3240583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28066"/>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391436"/>
            <a:ext cx="4040188" cy="494514"/>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33" y="1394818"/>
            <a:ext cx="4041775" cy="491132"/>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1885950"/>
            <a:ext cx="4040188" cy="288429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33" y="1885950"/>
            <a:ext cx="4041775" cy="288429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fld id="{FA7F876A-8D22-4A02-9D2C-4A4EF0784A46}" type="datetimeFigureOut">
              <a:rPr lang="en-IN" smtClean="0"/>
              <a:pPr/>
              <a:t>11-05-2026</a:t>
            </a:fld>
            <a:endParaRPr lang="en-IN"/>
          </a:p>
        </p:txBody>
      </p:sp>
      <p:sp>
        <p:nvSpPr>
          <p:cNvPr id="8" name="Footer Placeholder 21"/>
          <p:cNvSpPr>
            <a:spLocks noGrp="1"/>
          </p:cNvSpPr>
          <p:nvPr>
            <p:ph type="ftr" sz="quarter" idx="11"/>
          </p:nvPr>
        </p:nvSpPr>
        <p:spPr/>
        <p:txBody>
          <a:bodyPr/>
          <a:lstStyle>
            <a:lvl1pPr>
              <a:defRPr/>
            </a:lvl1pPr>
          </a:lstStyle>
          <a:p>
            <a:endParaRPr lang="en-IN"/>
          </a:p>
        </p:txBody>
      </p:sp>
      <p:sp>
        <p:nvSpPr>
          <p:cNvPr id="9"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780689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528066"/>
            <a:ext cx="8305800" cy="85725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fld id="{FA7F876A-8D22-4A02-9D2C-4A4EF0784A46}" type="datetimeFigureOut">
              <a:rPr lang="en-IN" smtClean="0"/>
              <a:pPr/>
              <a:t>11-05-2026</a:t>
            </a:fld>
            <a:endParaRPr lang="en-IN"/>
          </a:p>
        </p:txBody>
      </p:sp>
      <p:sp>
        <p:nvSpPr>
          <p:cNvPr id="4" name="Footer Placeholder 21"/>
          <p:cNvSpPr>
            <a:spLocks noGrp="1"/>
          </p:cNvSpPr>
          <p:nvPr>
            <p:ph type="ftr" sz="quarter" idx="11"/>
          </p:nvPr>
        </p:nvSpPr>
        <p:spPr/>
        <p:txBody>
          <a:bodyPr/>
          <a:lstStyle>
            <a:lvl1pPr>
              <a:defRPr/>
            </a:lvl1pPr>
          </a:lstStyle>
          <a:p>
            <a:endParaRPr lang="en-IN"/>
          </a:p>
        </p:txBody>
      </p:sp>
      <p:sp>
        <p:nvSpPr>
          <p:cNvPr id="5"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186767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fld id="{FA7F876A-8D22-4A02-9D2C-4A4EF0784A46}" type="datetimeFigureOut">
              <a:rPr lang="en-IN" smtClean="0"/>
              <a:pPr/>
              <a:t>11-05-2026</a:t>
            </a:fld>
            <a:endParaRPr lang="en-IN"/>
          </a:p>
        </p:txBody>
      </p:sp>
      <p:sp>
        <p:nvSpPr>
          <p:cNvPr id="3" name="Footer Placeholder 21"/>
          <p:cNvSpPr>
            <a:spLocks noGrp="1"/>
          </p:cNvSpPr>
          <p:nvPr>
            <p:ph type="ftr" sz="quarter" idx="11"/>
          </p:nvPr>
        </p:nvSpPr>
        <p:spPr/>
        <p:txBody>
          <a:bodyPr/>
          <a:lstStyle>
            <a:lvl1pPr>
              <a:defRPr/>
            </a:lvl1pPr>
          </a:lstStyle>
          <a:p>
            <a:endParaRPr lang="en-IN"/>
          </a:p>
        </p:txBody>
      </p:sp>
      <p:sp>
        <p:nvSpPr>
          <p:cNvPr id="4"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1075570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385765"/>
            <a:ext cx="2743200" cy="871538"/>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257300"/>
            <a:ext cx="2743200" cy="3429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257300"/>
            <a:ext cx="5111750" cy="3429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fld id="{FA7F876A-8D22-4A02-9D2C-4A4EF0784A46}" type="datetimeFigureOut">
              <a:rPr lang="en-IN" smtClean="0"/>
              <a:pPr/>
              <a:t>11-05-2026</a:t>
            </a:fld>
            <a:endParaRPr lang="en-IN"/>
          </a:p>
        </p:txBody>
      </p:sp>
      <p:sp>
        <p:nvSpPr>
          <p:cNvPr id="6" name="Footer Placeholder 21"/>
          <p:cNvSpPr>
            <a:spLocks noGrp="1"/>
          </p:cNvSpPr>
          <p:nvPr>
            <p:ph type="ftr" sz="quarter" idx="11"/>
          </p:nvPr>
        </p:nvSpPr>
        <p:spPr/>
        <p:txBody>
          <a:bodyPr/>
          <a:lstStyle>
            <a:lvl1pPr>
              <a:defRPr/>
            </a:lvl1pPr>
          </a:lstStyle>
          <a:p>
            <a:endParaRPr lang="en-IN"/>
          </a:p>
        </p:txBody>
      </p:sp>
      <p:sp>
        <p:nvSpPr>
          <p:cNvPr id="7"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3489535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831850"/>
            <a:ext cx="5257800" cy="30861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6" name="Right Triangle 5"/>
          <p:cNvSpPr/>
          <p:nvPr/>
        </p:nvSpPr>
        <p:spPr>
          <a:xfrm rot="420000" flipV="1">
            <a:off x="8004177" y="4019551"/>
            <a:ext cx="155575" cy="1174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7" name="Freeform 6"/>
          <p:cNvSpPr>
            <a:spLocks/>
          </p:cNvSpPr>
          <p:nvPr/>
        </p:nvSpPr>
        <p:spPr bwMode="auto">
          <a:xfrm flipV="1">
            <a:off x="-9525" y="4362450"/>
            <a:ext cx="9163050" cy="78105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Constantia"/>
              <a:cs typeface="+mn-cs"/>
            </a:endParaRPr>
          </a:p>
        </p:txBody>
      </p:sp>
      <p:sp>
        <p:nvSpPr>
          <p:cNvPr id="8" name="Freeform 7"/>
          <p:cNvSpPr>
            <a:spLocks/>
          </p:cNvSpPr>
          <p:nvPr/>
        </p:nvSpPr>
        <p:spPr bwMode="auto">
          <a:xfrm flipV="1">
            <a:off x="4381500" y="4665664"/>
            <a:ext cx="4762500" cy="477837"/>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Constantia"/>
              <a:cs typeface="+mn-cs"/>
            </a:endParaRPr>
          </a:p>
        </p:txBody>
      </p:sp>
      <p:sp>
        <p:nvSpPr>
          <p:cNvPr id="2" name="Title 1"/>
          <p:cNvSpPr>
            <a:spLocks noGrp="1"/>
          </p:cNvSpPr>
          <p:nvPr>
            <p:ph type="title"/>
          </p:nvPr>
        </p:nvSpPr>
        <p:spPr>
          <a:xfrm>
            <a:off x="609600" y="882747"/>
            <a:ext cx="2212848" cy="1186966"/>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121590"/>
            <a:ext cx="2209800" cy="163449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899638"/>
            <a:ext cx="4617720" cy="294894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smtClean="0"/>
            </a:lvl1pPr>
          </a:lstStyle>
          <a:p>
            <a:fld id="{FA7F876A-8D22-4A02-9D2C-4A4EF0784A46}" type="datetimeFigureOut">
              <a:rPr lang="en-IN" smtClean="0"/>
              <a:pPr/>
              <a:t>11-05-2026</a:t>
            </a:fld>
            <a:endParaRPr lang="en-IN"/>
          </a:p>
        </p:txBody>
      </p:sp>
      <p:sp>
        <p:nvSpPr>
          <p:cNvPr id="10" name="Footer Placeholder 5"/>
          <p:cNvSpPr>
            <a:spLocks noGrp="1"/>
          </p:cNvSpPr>
          <p:nvPr>
            <p:ph type="ftr" sz="quarter" idx="11"/>
          </p:nvPr>
        </p:nvSpPr>
        <p:spPr/>
        <p:txBody>
          <a:bodyPr/>
          <a:lstStyle>
            <a:lvl1pPr>
              <a:defRPr/>
            </a:lvl1pPr>
          </a:lstStyle>
          <a:p>
            <a:endParaRPr lang="en-IN"/>
          </a:p>
        </p:txBody>
      </p:sp>
      <p:sp>
        <p:nvSpPr>
          <p:cNvPr id="11" name="Slide Number Placeholder 6"/>
          <p:cNvSpPr>
            <a:spLocks noGrp="1"/>
          </p:cNvSpPr>
          <p:nvPr>
            <p:ph type="sldNum" sz="quarter" idx="12"/>
          </p:nvPr>
        </p:nvSpPr>
        <p:spPr>
          <a:xfrm>
            <a:off x="8077200" y="4767264"/>
            <a:ext cx="609600" cy="274637"/>
          </a:xfrm>
        </p:spPr>
        <p:txBody>
          <a:bodyPr/>
          <a:lstStyle>
            <a:lvl1pPr>
              <a:defRPr smtClean="0"/>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3856210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11-05-2026</a:t>
            </a:fld>
            <a:endParaRPr lang="en-IN"/>
          </a:p>
        </p:txBody>
      </p:sp>
      <p:sp>
        <p:nvSpPr>
          <p:cNvPr id="5" name="Footer Placeholder 21"/>
          <p:cNvSpPr>
            <a:spLocks noGrp="1"/>
          </p:cNvSpPr>
          <p:nvPr>
            <p:ph type="ftr" sz="quarter" idx="11"/>
          </p:nvPr>
        </p:nvSpPr>
        <p:spPr/>
        <p:txBody>
          <a:bodyPr/>
          <a:lstStyle>
            <a:lvl1pPr>
              <a:defRPr/>
            </a:lvl1pPr>
          </a:lstStyle>
          <a:p>
            <a:endParaRPr lang="en-IN"/>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1715872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85802"/>
            <a:ext cx="2057400" cy="390882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2"/>
            <a:ext cx="6019800" cy="3908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11-05-2026</a:t>
            </a:fld>
            <a:endParaRPr lang="en-IN"/>
          </a:p>
        </p:txBody>
      </p:sp>
      <p:sp>
        <p:nvSpPr>
          <p:cNvPr id="5" name="Footer Placeholder 21"/>
          <p:cNvSpPr>
            <a:spLocks noGrp="1"/>
          </p:cNvSpPr>
          <p:nvPr>
            <p:ph type="ftr" sz="quarter" idx="11"/>
          </p:nvPr>
        </p:nvSpPr>
        <p:spPr/>
        <p:txBody>
          <a:bodyPr/>
          <a:lstStyle>
            <a:lvl1pPr>
              <a:defRPr/>
            </a:lvl1pPr>
          </a:lstStyle>
          <a:p>
            <a:endParaRPr lang="en-IN"/>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2613777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4762"/>
            <a:ext cx="9163050" cy="78105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Constantia"/>
              <a:cs typeface="+mn-cs"/>
            </a:endParaRPr>
          </a:p>
        </p:txBody>
      </p:sp>
      <p:sp>
        <p:nvSpPr>
          <p:cNvPr id="8" name="Freeform 7"/>
          <p:cNvSpPr>
            <a:spLocks/>
          </p:cNvSpPr>
          <p:nvPr/>
        </p:nvSpPr>
        <p:spPr bwMode="auto">
          <a:xfrm>
            <a:off x="4381500" y="-4763"/>
            <a:ext cx="4762500" cy="47783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Constantia"/>
              <a:cs typeface="+mn-cs"/>
            </a:endParaRPr>
          </a:p>
        </p:txBody>
      </p:sp>
      <p:sp>
        <p:nvSpPr>
          <p:cNvPr id="1028" name="Title Placeholder 8"/>
          <p:cNvSpPr>
            <a:spLocks noGrp="1"/>
          </p:cNvSpPr>
          <p:nvPr>
            <p:ph type="title"/>
          </p:nvPr>
        </p:nvSpPr>
        <p:spPr bwMode="auto">
          <a:xfrm>
            <a:off x="457200" y="528638"/>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029" name="Text Placeholder 29"/>
          <p:cNvSpPr>
            <a:spLocks noGrp="1"/>
          </p:cNvSpPr>
          <p:nvPr>
            <p:ph type="body" idx="1"/>
          </p:nvPr>
        </p:nvSpPr>
        <p:spPr bwMode="auto">
          <a:xfrm>
            <a:off x="457200" y="1450976"/>
            <a:ext cx="82296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4767264"/>
            <a:ext cx="2133600" cy="274637"/>
          </a:xfrm>
          <a:prstGeom prst="rect">
            <a:avLst/>
          </a:prstGeom>
        </p:spPr>
        <p:txBody>
          <a:bodyPr vert="horz" lIns="0" tIns="0" rIns="0" bIns="0" anchor="b"/>
          <a:lstStyle>
            <a:lvl1pPr algn="l" eaLnBrk="1" fontAlgn="auto" latinLnBrk="0" hangingPunct="1">
              <a:spcBef>
                <a:spcPts val="0"/>
              </a:spcBef>
              <a:spcAft>
                <a:spcPts val="0"/>
              </a:spcAft>
              <a:defRPr kumimoji="0" sz="1200" smtClean="0">
                <a:solidFill>
                  <a:srgbClr val="1F497D">
                    <a:shade val="90000"/>
                  </a:srgbClr>
                </a:solidFill>
                <a:latin typeface="+mn-lt"/>
                <a:cs typeface="+mn-cs"/>
              </a:defRPr>
            </a:lvl1pPr>
          </a:lstStyle>
          <a:p>
            <a:fld id="{FA7F876A-8D22-4A02-9D2C-4A4EF0784A46}" type="datetimeFigureOut">
              <a:rPr lang="en-IN" smtClean="0"/>
              <a:pPr/>
              <a:t>11-05-2026</a:t>
            </a:fld>
            <a:endParaRPr lang="en-IN"/>
          </a:p>
        </p:txBody>
      </p:sp>
      <p:sp>
        <p:nvSpPr>
          <p:cNvPr id="22" name="Footer Placeholder 21"/>
          <p:cNvSpPr>
            <a:spLocks noGrp="1"/>
          </p:cNvSpPr>
          <p:nvPr>
            <p:ph type="ftr" sz="quarter" idx="3"/>
          </p:nvPr>
        </p:nvSpPr>
        <p:spPr>
          <a:xfrm>
            <a:off x="2667000" y="4767264"/>
            <a:ext cx="3352800" cy="274637"/>
          </a:xfrm>
          <a:prstGeom prst="rect">
            <a:avLst/>
          </a:prstGeom>
        </p:spPr>
        <p:txBody>
          <a:bodyPr vert="horz" lIns="0" tIns="0" rIns="0" bIns="0" anchor="b"/>
          <a:lstStyle>
            <a:lvl1pPr algn="l" eaLnBrk="1" fontAlgn="auto" latinLnBrk="0" hangingPunct="1">
              <a:spcBef>
                <a:spcPts val="0"/>
              </a:spcBef>
              <a:spcAft>
                <a:spcPts val="0"/>
              </a:spcAft>
              <a:defRPr kumimoji="0" sz="1200">
                <a:solidFill>
                  <a:srgbClr val="1F497D">
                    <a:shade val="90000"/>
                  </a:srgbClr>
                </a:solidFill>
                <a:latin typeface="+mn-lt"/>
                <a:cs typeface="+mn-cs"/>
              </a:defRPr>
            </a:lvl1pPr>
          </a:lstStyle>
          <a:p>
            <a:endParaRPr lang="en-IN"/>
          </a:p>
        </p:txBody>
      </p:sp>
      <p:sp>
        <p:nvSpPr>
          <p:cNvPr id="18" name="Slide Number Placeholder 17"/>
          <p:cNvSpPr>
            <a:spLocks noGrp="1"/>
          </p:cNvSpPr>
          <p:nvPr>
            <p:ph type="sldNum" sz="quarter" idx="4"/>
          </p:nvPr>
        </p:nvSpPr>
        <p:spPr>
          <a:xfrm>
            <a:off x="7924800" y="4767264"/>
            <a:ext cx="762000" cy="274637"/>
          </a:xfrm>
          <a:prstGeom prst="rect">
            <a:avLst/>
          </a:prstGeom>
        </p:spPr>
        <p:txBody>
          <a:bodyPr vert="horz" lIns="0" tIns="0" rIns="0" bIns="0" anchor="b"/>
          <a:lstStyle>
            <a:lvl1pPr algn="r" eaLnBrk="1" fontAlgn="auto" latinLnBrk="0" hangingPunct="1">
              <a:spcBef>
                <a:spcPts val="0"/>
              </a:spcBef>
              <a:spcAft>
                <a:spcPts val="0"/>
              </a:spcAft>
              <a:defRPr kumimoji="0" sz="1200" smtClean="0">
                <a:solidFill>
                  <a:srgbClr val="1F497D">
                    <a:shade val="90000"/>
                  </a:srgbClr>
                </a:solidFill>
                <a:latin typeface="+mn-lt"/>
                <a:cs typeface="+mn-cs"/>
              </a:defRPr>
            </a:lvl1pPr>
          </a:lstStyle>
          <a:p>
            <a:fld id="{299AB1CD-1EC5-41A8-8F0A-41E0CC9B8AC3}" type="slidenum">
              <a:rPr lang="en-IN" smtClean="0"/>
              <a:pPr/>
              <a:t>‹#›</a:t>
            </a:fld>
            <a:endParaRPr lang="en-IN"/>
          </a:p>
        </p:txBody>
      </p:sp>
      <p:grpSp>
        <p:nvGrpSpPr>
          <p:cNvPr id="1033" name="Group 1"/>
          <p:cNvGrpSpPr>
            <a:grpSpLocks/>
          </p:cNvGrpSpPr>
          <p:nvPr/>
        </p:nvGrpSpPr>
        <p:grpSpPr bwMode="auto">
          <a:xfrm>
            <a:off x="-19050" y="152401"/>
            <a:ext cx="9180513" cy="485775"/>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mn-lt"/>
                <a:cs typeface="+mn-cs"/>
              </a:endParaRPr>
            </a:p>
          </p:txBody>
        </p:sp>
      </p:gr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defRPr>
      </a:lvl2pPr>
      <a:lvl3pPr algn="l" rtl="0" eaLnBrk="1" fontAlgn="base" hangingPunct="1">
        <a:spcBef>
          <a:spcPct val="0"/>
        </a:spcBef>
        <a:spcAft>
          <a:spcPct val="0"/>
        </a:spcAft>
        <a:defRPr sz="5000">
          <a:solidFill>
            <a:schemeClr val="tx2"/>
          </a:solidFill>
          <a:latin typeface="Calibri" pitchFamily="34" charset="0"/>
        </a:defRPr>
      </a:lvl3pPr>
      <a:lvl4pPr algn="l" rtl="0" eaLnBrk="1" fontAlgn="base" hangingPunct="1">
        <a:spcBef>
          <a:spcPct val="0"/>
        </a:spcBef>
        <a:spcAft>
          <a:spcPct val="0"/>
        </a:spcAft>
        <a:defRPr sz="5000">
          <a:solidFill>
            <a:schemeClr val="tx2"/>
          </a:solidFill>
          <a:latin typeface="Calibri" pitchFamily="34" charset="0"/>
        </a:defRPr>
      </a:lvl4pPr>
      <a:lvl5pPr algn="l" rtl="0" eaLnBrk="1" fontAlgn="base" hangingPunct="1">
        <a:spcBef>
          <a:spcPct val="0"/>
        </a:spcBef>
        <a:spcAft>
          <a:spcPct val="0"/>
        </a:spcAft>
        <a:defRPr sz="5000">
          <a:solidFill>
            <a:schemeClr val="tx2"/>
          </a:solidFill>
          <a:latin typeface="Calibri" pitchFamily="34" charset="0"/>
        </a:defRPr>
      </a:lvl5pPr>
      <a:lvl6pPr marL="457200" algn="l" rtl="0" eaLnBrk="1" fontAlgn="base" hangingPunct="1">
        <a:spcBef>
          <a:spcPct val="0"/>
        </a:spcBef>
        <a:spcAft>
          <a:spcPct val="0"/>
        </a:spcAft>
        <a:defRPr sz="5000">
          <a:solidFill>
            <a:schemeClr val="tx2"/>
          </a:solidFill>
          <a:latin typeface="Calibri" pitchFamily="34" charset="0"/>
        </a:defRPr>
      </a:lvl6pPr>
      <a:lvl7pPr marL="914400" algn="l" rtl="0" eaLnBrk="1" fontAlgn="base" hangingPunct="1">
        <a:spcBef>
          <a:spcPct val="0"/>
        </a:spcBef>
        <a:spcAft>
          <a:spcPct val="0"/>
        </a:spcAft>
        <a:defRPr sz="5000">
          <a:solidFill>
            <a:schemeClr val="tx2"/>
          </a:solidFill>
          <a:latin typeface="Calibri" pitchFamily="34" charset="0"/>
        </a:defRPr>
      </a:lvl7pPr>
      <a:lvl8pPr marL="1371600" algn="l" rtl="0" eaLnBrk="1" fontAlgn="base" hangingPunct="1">
        <a:spcBef>
          <a:spcPct val="0"/>
        </a:spcBef>
        <a:spcAft>
          <a:spcPct val="0"/>
        </a:spcAft>
        <a:defRPr sz="5000">
          <a:solidFill>
            <a:schemeClr val="tx2"/>
          </a:solidFill>
          <a:latin typeface="Calibri" pitchFamily="34" charset="0"/>
        </a:defRPr>
      </a:lvl8pPr>
      <a:lvl9pPr marL="1828800" algn="l" rtl="0" eaLnBrk="1" fontAlgn="base" hangingPunct="1">
        <a:spcBef>
          <a:spcPct val="0"/>
        </a:spcBef>
        <a:spcAft>
          <a:spcPct val="0"/>
        </a:spcAft>
        <a:defRPr sz="5000">
          <a:solidFill>
            <a:schemeClr val="tx2"/>
          </a:solidFill>
          <a:latin typeface="Calibri" pitchFamily="34" charset="0"/>
        </a:defRPr>
      </a:lvl9pPr>
    </p:titleStyle>
    <p:bodyStyle>
      <a:lvl1pPr marL="273050" indent="-273050" algn="l" rtl="0" eaLnBrk="1" fontAlgn="base" hangingPunct="1">
        <a:spcBef>
          <a:spcPct val="20000"/>
        </a:spcBef>
        <a:spcAft>
          <a:spcPct val="0"/>
        </a:spcAft>
        <a:buClr>
          <a:srgbClr val="9BBB59"/>
        </a:buClr>
        <a:buSzPct val="95000"/>
        <a:buFont typeface="Wingdings 2"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9BBB59"/>
        </a:buClr>
        <a:buSzPct val="65000"/>
        <a:buFont typeface="Wingdings 2"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8064A2"/>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17" Type="http://schemas.openxmlformats.org/officeDocument/2006/relationships/image" Target="../media/image64.png"/><Relationship Id="rId21" Type="http://schemas.openxmlformats.org/officeDocument/2006/relationships/image" Target="../media/image17.png"/><Relationship Id="rId63" Type="http://schemas.openxmlformats.org/officeDocument/2006/relationships/customXml" Target="../ink/ink32.xml"/><Relationship Id="rId159" Type="http://schemas.openxmlformats.org/officeDocument/2006/relationships/image" Target="../media/image85.png"/><Relationship Id="rId170" Type="http://schemas.openxmlformats.org/officeDocument/2006/relationships/image" Target="../media/image90.png"/><Relationship Id="rId226" Type="http://schemas.openxmlformats.org/officeDocument/2006/relationships/image" Target="../media/image117.png"/><Relationship Id="rId268" Type="http://schemas.openxmlformats.org/officeDocument/2006/relationships/customXml" Target="../ink/ink137.xml"/><Relationship Id="rId32" Type="http://schemas.openxmlformats.org/officeDocument/2006/relationships/customXml" Target="../ink/ink16.xml"/><Relationship Id="rId74" Type="http://schemas.openxmlformats.org/officeDocument/2006/relationships/image" Target="../media/image43.png"/><Relationship Id="rId128" Type="http://schemas.openxmlformats.org/officeDocument/2006/relationships/customXml" Target="../ink/ink65.xml"/><Relationship Id="rId5" Type="http://schemas.openxmlformats.org/officeDocument/2006/relationships/image" Target="../media/image9.png"/><Relationship Id="rId181" Type="http://schemas.openxmlformats.org/officeDocument/2006/relationships/customXml" Target="../ink/ink92.xml"/><Relationship Id="rId237" Type="http://schemas.openxmlformats.org/officeDocument/2006/relationships/customXml" Target="../ink/ink121.xml"/><Relationship Id="rId258" Type="http://schemas.openxmlformats.org/officeDocument/2006/relationships/image" Target="../media/image133.png"/><Relationship Id="rId279" Type="http://schemas.openxmlformats.org/officeDocument/2006/relationships/image" Target="../media/image143.png"/><Relationship Id="rId22" Type="http://schemas.openxmlformats.org/officeDocument/2006/relationships/customXml" Target="../ink/ink11.xml"/><Relationship Id="rId43" Type="http://schemas.openxmlformats.org/officeDocument/2006/relationships/image" Target="../media/image28.png"/><Relationship Id="rId64" Type="http://schemas.openxmlformats.org/officeDocument/2006/relationships/image" Target="../media/image38.png"/><Relationship Id="rId118" Type="http://schemas.openxmlformats.org/officeDocument/2006/relationships/customXml" Target="../ink/ink60.xml"/><Relationship Id="rId139" Type="http://schemas.openxmlformats.org/officeDocument/2006/relationships/image" Target="../media/image75.png"/><Relationship Id="rId85" Type="http://schemas.openxmlformats.org/officeDocument/2006/relationships/customXml" Target="../ink/ink43.xml"/><Relationship Id="rId150" Type="http://schemas.openxmlformats.org/officeDocument/2006/relationships/customXml" Target="../ink/ink76.xml"/><Relationship Id="rId171" Type="http://schemas.openxmlformats.org/officeDocument/2006/relationships/customXml" Target="../ink/ink87.xml"/><Relationship Id="rId192" Type="http://schemas.openxmlformats.org/officeDocument/2006/relationships/image" Target="../media/image101.png"/><Relationship Id="rId206" Type="http://schemas.openxmlformats.org/officeDocument/2006/relationships/image" Target="../media/image107.png"/><Relationship Id="rId227" Type="http://schemas.openxmlformats.org/officeDocument/2006/relationships/customXml" Target="../ink/ink116.xml"/><Relationship Id="rId248" Type="http://schemas.openxmlformats.org/officeDocument/2006/relationships/image" Target="../media/image128.png"/><Relationship Id="rId269" Type="http://schemas.openxmlformats.org/officeDocument/2006/relationships/image" Target="../media/image138.png"/><Relationship Id="rId12" Type="http://schemas.openxmlformats.org/officeDocument/2006/relationships/customXml" Target="../ink/ink6.xml"/><Relationship Id="rId33" Type="http://schemas.openxmlformats.org/officeDocument/2006/relationships/image" Target="../media/image23.png"/><Relationship Id="rId108" Type="http://schemas.openxmlformats.org/officeDocument/2006/relationships/customXml" Target="../ink/ink55.xml"/><Relationship Id="rId129" Type="http://schemas.openxmlformats.org/officeDocument/2006/relationships/image" Target="../media/image70.png"/><Relationship Id="rId54" Type="http://schemas.openxmlformats.org/officeDocument/2006/relationships/customXml" Target="../ink/ink27.xml"/><Relationship Id="rId75" Type="http://schemas.openxmlformats.org/officeDocument/2006/relationships/customXml" Target="../ink/ink38.xml"/><Relationship Id="rId96" Type="http://schemas.openxmlformats.org/officeDocument/2006/relationships/customXml" Target="../ink/ink49.xml"/><Relationship Id="rId140" Type="http://schemas.openxmlformats.org/officeDocument/2006/relationships/customXml" Target="../ink/ink71.xml"/><Relationship Id="rId161" Type="http://schemas.openxmlformats.org/officeDocument/2006/relationships/customXml" Target="../ink/ink82.xml"/><Relationship Id="rId182" Type="http://schemas.openxmlformats.org/officeDocument/2006/relationships/image" Target="../media/image96.png"/><Relationship Id="rId217" Type="http://schemas.openxmlformats.org/officeDocument/2006/relationships/customXml" Target="../ink/ink111.xml"/><Relationship Id="rId6" Type="http://schemas.openxmlformats.org/officeDocument/2006/relationships/customXml" Target="../ink/ink3.xml"/><Relationship Id="rId238" Type="http://schemas.openxmlformats.org/officeDocument/2006/relationships/image" Target="../media/image123.png"/><Relationship Id="rId259" Type="http://schemas.openxmlformats.org/officeDocument/2006/relationships/customXml" Target="../ink/ink132.xml"/><Relationship Id="rId23" Type="http://schemas.openxmlformats.org/officeDocument/2006/relationships/image" Target="../media/image18.png"/><Relationship Id="rId119" Type="http://schemas.openxmlformats.org/officeDocument/2006/relationships/image" Target="../media/image65.png"/><Relationship Id="rId270" Type="http://schemas.openxmlformats.org/officeDocument/2006/relationships/customXml" Target="../ink/ink138.xml"/><Relationship Id="rId44" Type="http://schemas.openxmlformats.org/officeDocument/2006/relationships/customXml" Target="../ink/ink22.xml"/><Relationship Id="rId65" Type="http://schemas.openxmlformats.org/officeDocument/2006/relationships/customXml" Target="../ink/ink33.xml"/><Relationship Id="rId86" Type="http://schemas.openxmlformats.org/officeDocument/2006/relationships/image" Target="../media/image49.png"/><Relationship Id="rId130" Type="http://schemas.openxmlformats.org/officeDocument/2006/relationships/customXml" Target="../ink/ink66.xml"/><Relationship Id="rId151" Type="http://schemas.openxmlformats.org/officeDocument/2006/relationships/image" Target="../media/image81.png"/><Relationship Id="rId172" Type="http://schemas.openxmlformats.org/officeDocument/2006/relationships/image" Target="../media/image91.png"/><Relationship Id="rId193" Type="http://schemas.openxmlformats.org/officeDocument/2006/relationships/customXml" Target="../ink/ink98.xml"/><Relationship Id="rId207" Type="http://schemas.openxmlformats.org/officeDocument/2006/relationships/customXml" Target="../ink/ink106.xml"/><Relationship Id="rId228" Type="http://schemas.openxmlformats.org/officeDocument/2006/relationships/image" Target="../media/image118.png"/><Relationship Id="rId249" Type="http://schemas.openxmlformats.org/officeDocument/2006/relationships/customXml" Target="../ink/ink127.xml"/><Relationship Id="rId13" Type="http://schemas.openxmlformats.org/officeDocument/2006/relationships/image" Target="../media/image13.png"/><Relationship Id="rId109" Type="http://schemas.openxmlformats.org/officeDocument/2006/relationships/image" Target="../media/image60.png"/><Relationship Id="rId260" Type="http://schemas.openxmlformats.org/officeDocument/2006/relationships/image" Target="../media/image134.png"/><Relationship Id="rId34" Type="http://schemas.openxmlformats.org/officeDocument/2006/relationships/customXml" Target="../ink/ink17.xml"/><Relationship Id="rId55" Type="http://schemas.openxmlformats.org/officeDocument/2006/relationships/customXml" Target="../ink/ink28.xml"/><Relationship Id="rId76" Type="http://schemas.openxmlformats.org/officeDocument/2006/relationships/image" Target="../media/image44.png"/><Relationship Id="rId97" Type="http://schemas.openxmlformats.org/officeDocument/2006/relationships/image" Target="../media/image54.png"/><Relationship Id="rId120" Type="http://schemas.openxmlformats.org/officeDocument/2006/relationships/customXml" Target="../ink/ink61.xml"/><Relationship Id="rId141" Type="http://schemas.openxmlformats.org/officeDocument/2006/relationships/image" Target="../media/image76.png"/><Relationship Id="rId7" Type="http://schemas.openxmlformats.org/officeDocument/2006/relationships/image" Target="../media/image10.png"/><Relationship Id="rId162" Type="http://schemas.openxmlformats.org/officeDocument/2006/relationships/image" Target="../media/image86.png"/><Relationship Id="rId183" Type="http://schemas.openxmlformats.org/officeDocument/2006/relationships/customXml" Target="../ink/ink93.xml"/><Relationship Id="rId218" Type="http://schemas.openxmlformats.org/officeDocument/2006/relationships/image" Target="../media/image113.png"/><Relationship Id="rId239" Type="http://schemas.openxmlformats.org/officeDocument/2006/relationships/customXml" Target="../ink/ink122.xml"/><Relationship Id="rId250" Type="http://schemas.openxmlformats.org/officeDocument/2006/relationships/image" Target="../media/image129.png"/><Relationship Id="rId271" Type="http://schemas.openxmlformats.org/officeDocument/2006/relationships/image" Target="../media/image139.png"/><Relationship Id="rId24" Type="http://schemas.openxmlformats.org/officeDocument/2006/relationships/customXml" Target="../ink/ink12.xml"/><Relationship Id="rId45" Type="http://schemas.openxmlformats.org/officeDocument/2006/relationships/image" Target="../media/image29.png"/><Relationship Id="rId66" Type="http://schemas.openxmlformats.org/officeDocument/2006/relationships/image" Target="../media/image39.png"/><Relationship Id="rId87" Type="http://schemas.openxmlformats.org/officeDocument/2006/relationships/customXml" Target="../ink/ink44.xml"/><Relationship Id="rId110" Type="http://schemas.openxmlformats.org/officeDocument/2006/relationships/customXml" Target="../ink/ink56.xml"/><Relationship Id="rId131" Type="http://schemas.openxmlformats.org/officeDocument/2006/relationships/image" Target="../media/image71.png"/><Relationship Id="rId152" Type="http://schemas.openxmlformats.org/officeDocument/2006/relationships/customXml" Target="../ink/ink77.xml"/><Relationship Id="rId173" Type="http://schemas.openxmlformats.org/officeDocument/2006/relationships/customXml" Target="../ink/ink88.xml"/><Relationship Id="rId194" Type="http://schemas.openxmlformats.org/officeDocument/2006/relationships/image" Target="../media/image102.png"/><Relationship Id="rId208" Type="http://schemas.openxmlformats.org/officeDocument/2006/relationships/image" Target="../media/image108.png"/><Relationship Id="rId229" Type="http://schemas.openxmlformats.org/officeDocument/2006/relationships/customXml" Target="../ink/ink117.xml"/><Relationship Id="rId240" Type="http://schemas.openxmlformats.org/officeDocument/2006/relationships/image" Target="../media/image124.png"/><Relationship Id="rId261" Type="http://schemas.openxmlformats.org/officeDocument/2006/relationships/customXml" Target="../ink/ink133.xml"/><Relationship Id="rId14" Type="http://schemas.openxmlformats.org/officeDocument/2006/relationships/customXml" Target="../ink/ink7.xml"/><Relationship Id="rId35" Type="http://schemas.openxmlformats.org/officeDocument/2006/relationships/image" Target="../media/image24.png"/><Relationship Id="rId56" Type="http://schemas.openxmlformats.org/officeDocument/2006/relationships/image" Target="../media/image34.png"/><Relationship Id="rId77" Type="http://schemas.openxmlformats.org/officeDocument/2006/relationships/customXml" Target="../ink/ink39.xml"/><Relationship Id="rId100" Type="http://schemas.openxmlformats.org/officeDocument/2006/relationships/customXml" Target="../ink/ink51.xml"/><Relationship Id="rId8" Type="http://schemas.openxmlformats.org/officeDocument/2006/relationships/customXml" Target="../ink/ink4.xml"/><Relationship Id="rId98" Type="http://schemas.openxmlformats.org/officeDocument/2006/relationships/customXml" Target="../ink/ink50.xml"/><Relationship Id="rId121" Type="http://schemas.openxmlformats.org/officeDocument/2006/relationships/image" Target="../media/image66.png"/><Relationship Id="rId142" Type="http://schemas.openxmlformats.org/officeDocument/2006/relationships/customXml" Target="../ink/ink72.xml"/><Relationship Id="rId163" Type="http://schemas.openxmlformats.org/officeDocument/2006/relationships/customXml" Target="../ink/ink83.xml"/><Relationship Id="rId184" Type="http://schemas.openxmlformats.org/officeDocument/2006/relationships/image" Target="../media/image97.png"/><Relationship Id="rId219" Type="http://schemas.openxmlformats.org/officeDocument/2006/relationships/customXml" Target="../ink/ink112.xml"/><Relationship Id="rId230" Type="http://schemas.openxmlformats.org/officeDocument/2006/relationships/image" Target="../media/image119.png"/><Relationship Id="rId251" Type="http://schemas.openxmlformats.org/officeDocument/2006/relationships/customXml" Target="../ink/ink128.xml"/><Relationship Id="rId25" Type="http://schemas.openxmlformats.org/officeDocument/2006/relationships/image" Target="../media/image19.png"/><Relationship Id="rId46" Type="http://schemas.openxmlformats.org/officeDocument/2006/relationships/customXml" Target="../ink/ink23.xml"/><Relationship Id="rId67" Type="http://schemas.openxmlformats.org/officeDocument/2006/relationships/customXml" Target="../ink/ink34.xml"/><Relationship Id="rId272" Type="http://schemas.openxmlformats.org/officeDocument/2006/relationships/customXml" Target="../ink/ink139.xml"/><Relationship Id="rId88" Type="http://schemas.openxmlformats.org/officeDocument/2006/relationships/image" Target="../media/image50.png"/><Relationship Id="rId111" Type="http://schemas.openxmlformats.org/officeDocument/2006/relationships/image" Target="../media/image61.png"/><Relationship Id="rId132" Type="http://schemas.openxmlformats.org/officeDocument/2006/relationships/customXml" Target="../ink/ink67.xml"/><Relationship Id="rId153" Type="http://schemas.openxmlformats.org/officeDocument/2006/relationships/image" Target="../media/image82.png"/><Relationship Id="rId174" Type="http://schemas.openxmlformats.org/officeDocument/2006/relationships/image" Target="../media/image92.png"/><Relationship Id="rId195" Type="http://schemas.openxmlformats.org/officeDocument/2006/relationships/customXml" Target="../ink/ink99.xml"/><Relationship Id="rId209" Type="http://schemas.openxmlformats.org/officeDocument/2006/relationships/customXml" Target="../ink/ink107.xml"/><Relationship Id="rId220" Type="http://schemas.openxmlformats.org/officeDocument/2006/relationships/image" Target="../media/image114.png"/><Relationship Id="rId241" Type="http://schemas.openxmlformats.org/officeDocument/2006/relationships/customXml" Target="../ink/ink123.xml"/><Relationship Id="rId15" Type="http://schemas.openxmlformats.org/officeDocument/2006/relationships/image" Target="../media/image14.png"/><Relationship Id="rId36" Type="http://schemas.openxmlformats.org/officeDocument/2006/relationships/customXml" Target="../ink/ink18.xml"/><Relationship Id="rId57" Type="http://schemas.openxmlformats.org/officeDocument/2006/relationships/customXml" Target="../ink/ink29.xml"/><Relationship Id="rId262" Type="http://schemas.openxmlformats.org/officeDocument/2006/relationships/customXml" Target="../ink/ink134.xml"/><Relationship Id="rId78" Type="http://schemas.openxmlformats.org/officeDocument/2006/relationships/image" Target="../media/image45.png"/><Relationship Id="rId99" Type="http://schemas.openxmlformats.org/officeDocument/2006/relationships/image" Target="../media/image55.png"/><Relationship Id="rId101" Type="http://schemas.openxmlformats.org/officeDocument/2006/relationships/image" Target="../media/image56.png"/><Relationship Id="rId122" Type="http://schemas.openxmlformats.org/officeDocument/2006/relationships/customXml" Target="../ink/ink62.xml"/><Relationship Id="rId143" Type="http://schemas.openxmlformats.org/officeDocument/2006/relationships/image" Target="../media/image77.png"/><Relationship Id="rId164" Type="http://schemas.openxmlformats.org/officeDocument/2006/relationships/image" Target="../media/image87.png"/><Relationship Id="rId185" Type="http://schemas.openxmlformats.org/officeDocument/2006/relationships/customXml" Target="../ink/ink94.xml"/><Relationship Id="rId9" Type="http://schemas.openxmlformats.org/officeDocument/2006/relationships/image" Target="../media/image11.png"/><Relationship Id="rId210" Type="http://schemas.openxmlformats.org/officeDocument/2006/relationships/image" Target="../media/image109.png"/><Relationship Id="rId26" Type="http://schemas.openxmlformats.org/officeDocument/2006/relationships/customXml" Target="../ink/ink13.xml"/><Relationship Id="rId231" Type="http://schemas.openxmlformats.org/officeDocument/2006/relationships/customXml" Target="../ink/ink118.xml"/><Relationship Id="rId252" Type="http://schemas.openxmlformats.org/officeDocument/2006/relationships/image" Target="../media/image130.png"/><Relationship Id="rId273" Type="http://schemas.openxmlformats.org/officeDocument/2006/relationships/image" Target="../media/image140.png"/><Relationship Id="rId47" Type="http://schemas.openxmlformats.org/officeDocument/2006/relationships/image" Target="../media/image30.png"/><Relationship Id="rId68" Type="http://schemas.openxmlformats.org/officeDocument/2006/relationships/image" Target="../media/image40.png"/><Relationship Id="rId89" Type="http://schemas.openxmlformats.org/officeDocument/2006/relationships/customXml" Target="../ink/ink45.xml"/><Relationship Id="rId112" Type="http://schemas.openxmlformats.org/officeDocument/2006/relationships/customXml" Target="../ink/ink57.xml"/><Relationship Id="rId133" Type="http://schemas.openxmlformats.org/officeDocument/2006/relationships/image" Target="../media/image72.png"/><Relationship Id="rId154" Type="http://schemas.openxmlformats.org/officeDocument/2006/relationships/customXml" Target="../ink/ink78.xml"/><Relationship Id="rId175" Type="http://schemas.openxmlformats.org/officeDocument/2006/relationships/customXml" Target="../ink/ink89.xml"/><Relationship Id="rId196" Type="http://schemas.openxmlformats.org/officeDocument/2006/relationships/image" Target="../media/image103.png"/><Relationship Id="rId200" Type="http://schemas.openxmlformats.org/officeDocument/2006/relationships/customXml" Target="../ink/ink102.xml"/><Relationship Id="rId16" Type="http://schemas.openxmlformats.org/officeDocument/2006/relationships/customXml" Target="../ink/ink8.xml"/><Relationship Id="rId221" Type="http://schemas.openxmlformats.org/officeDocument/2006/relationships/customXml" Target="../ink/ink113.xml"/><Relationship Id="rId242" Type="http://schemas.openxmlformats.org/officeDocument/2006/relationships/image" Target="../media/image125.png"/><Relationship Id="rId263" Type="http://schemas.openxmlformats.org/officeDocument/2006/relationships/image" Target="../media/image135.png"/><Relationship Id="rId37" Type="http://schemas.openxmlformats.org/officeDocument/2006/relationships/image" Target="../media/image25.png"/><Relationship Id="rId58" Type="http://schemas.openxmlformats.org/officeDocument/2006/relationships/image" Target="../media/image35.png"/><Relationship Id="rId79" Type="http://schemas.openxmlformats.org/officeDocument/2006/relationships/customXml" Target="../ink/ink40.xml"/><Relationship Id="rId102" Type="http://schemas.openxmlformats.org/officeDocument/2006/relationships/customXml" Target="../ink/ink52.xml"/><Relationship Id="rId123" Type="http://schemas.openxmlformats.org/officeDocument/2006/relationships/image" Target="../media/image67.png"/><Relationship Id="rId144" Type="http://schemas.openxmlformats.org/officeDocument/2006/relationships/customXml" Target="../ink/ink73.xml"/><Relationship Id="rId90" Type="http://schemas.openxmlformats.org/officeDocument/2006/relationships/image" Target="../media/image51.png"/><Relationship Id="rId165" Type="http://schemas.openxmlformats.org/officeDocument/2006/relationships/customXml" Target="../ink/ink84.xml"/><Relationship Id="rId186" Type="http://schemas.openxmlformats.org/officeDocument/2006/relationships/image" Target="../media/image98.png"/><Relationship Id="rId211" Type="http://schemas.openxmlformats.org/officeDocument/2006/relationships/customXml" Target="../ink/ink108.xml"/><Relationship Id="rId232" Type="http://schemas.openxmlformats.org/officeDocument/2006/relationships/image" Target="../media/image120.png"/><Relationship Id="rId253" Type="http://schemas.openxmlformats.org/officeDocument/2006/relationships/customXml" Target="../ink/ink129.xml"/><Relationship Id="rId274" Type="http://schemas.openxmlformats.org/officeDocument/2006/relationships/customXml" Target="../ink/ink140.xml"/><Relationship Id="rId27" Type="http://schemas.openxmlformats.org/officeDocument/2006/relationships/image" Target="../media/image20.png"/><Relationship Id="rId48" Type="http://schemas.openxmlformats.org/officeDocument/2006/relationships/customXml" Target="../ink/ink24.xml"/><Relationship Id="rId69" Type="http://schemas.openxmlformats.org/officeDocument/2006/relationships/customXml" Target="../ink/ink35.xml"/><Relationship Id="rId113" Type="http://schemas.openxmlformats.org/officeDocument/2006/relationships/image" Target="../media/image62.png"/><Relationship Id="rId134" Type="http://schemas.openxmlformats.org/officeDocument/2006/relationships/customXml" Target="../ink/ink68.xml"/><Relationship Id="rId80" Type="http://schemas.openxmlformats.org/officeDocument/2006/relationships/image" Target="../media/image46.png"/><Relationship Id="rId155" Type="http://schemas.openxmlformats.org/officeDocument/2006/relationships/image" Target="../media/image83.png"/><Relationship Id="rId176" Type="http://schemas.openxmlformats.org/officeDocument/2006/relationships/image" Target="../media/image93.png"/><Relationship Id="rId197" Type="http://schemas.openxmlformats.org/officeDocument/2006/relationships/customXml" Target="../ink/ink100.xml"/><Relationship Id="rId201" Type="http://schemas.openxmlformats.org/officeDocument/2006/relationships/image" Target="../media/image105.png"/><Relationship Id="rId222" Type="http://schemas.openxmlformats.org/officeDocument/2006/relationships/image" Target="../media/image115.png"/><Relationship Id="rId243" Type="http://schemas.openxmlformats.org/officeDocument/2006/relationships/customXml" Target="../ink/ink124.xml"/><Relationship Id="rId264" Type="http://schemas.openxmlformats.org/officeDocument/2006/relationships/customXml" Target="../ink/ink135.xml"/><Relationship Id="rId17" Type="http://schemas.openxmlformats.org/officeDocument/2006/relationships/image" Target="../media/image15.png"/><Relationship Id="rId38" Type="http://schemas.openxmlformats.org/officeDocument/2006/relationships/customXml" Target="../ink/ink19.xml"/><Relationship Id="rId59" Type="http://schemas.openxmlformats.org/officeDocument/2006/relationships/customXml" Target="../ink/ink30.xml"/><Relationship Id="rId103" Type="http://schemas.openxmlformats.org/officeDocument/2006/relationships/image" Target="../media/image57.png"/><Relationship Id="rId124" Type="http://schemas.openxmlformats.org/officeDocument/2006/relationships/customXml" Target="../ink/ink63.xml"/><Relationship Id="rId70" Type="http://schemas.openxmlformats.org/officeDocument/2006/relationships/image" Target="../media/image41.png"/><Relationship Id="rId91" Type="http://schemas.openxmlformats.org/officeDocument/2006/relationships/customXml" Target="../ink/ink46.xml"/><Relationship Id="rId145" Type="http://schemas.openxmlformats.org/officeDocument/2006/relationships/image" Target="../media/image78.png"/><Relationship Id="rId166" Type="http://schemas.openxmlformats.org/officeDocument/2006/relationships/image" Target="../media/image88.png"/><Relationship Id="rId187" Type="http://schemas.openxmlformats.org/officeDocument/2006/relationships/customXml" Target="../ink/ink95.xml"/><Relationship Id="rId1" Type="http://schemas.openxmlformats.org/officeDocument/2006/relationships/slideLayout" Target="../slideLayouts/slideLayout1.xml"/><Relationship Id="rId212" Type="http://schemas.openxmlformats.org/officeDocument/2006/relationships/image" Target="../media/image110.png"/><Relationship Id="rId233" Type="http://schemas.openxmlformats.org/officeDocument/2006/relationships/customXml" Target="../ink/ink119.xml"/><Relationship Id="rId254" Type="http://schemas.openxmlformats.org/officeDocument/2006/relationships/image" Target="../media/image131.png"/><Relationship Id="rId28" Type="http://schemas.openxmlformats.org/officeDocument/2006/relationships/customXml" Target="../ink/ink14.xml"/><Relationship Id="rId49" Type="http://schemas.openxmlformats.org/officeDocument/2006/relationships/image" Target="../media/image31.png"/><Relationship Id="rId114" Type="http://schemas.openxmlformats.org/officeDocument/2006/relationships/customXml" Target="../ink/ink58.xml"/><Relationship Id="rId275" Type="http://schemas.openxmlformats.org/officeDocument/2006/relationships/image" Target="../media/image141.png"/><Relationship Id="rId60" Type="http://schemas.openxmlformats.org/officeDocument/2006/relationships/image" Target="../media/image36.png"/><Relationship Id="rId81" Type="http://schemas.openxmlformats.org/officeDocument/2006/relationships/customXml" Target="../ink/ink41.xml"/><Relationship Id="rId135" Type="http://schemas.openxmlformats.org/officeDocument/2006/relationships/image" Target="../media/image73.png"/><Relationship Id="rId156" Type="http://schemas.openxmlformats.org/officeDocument/2006/relationships/customXml" Target="../ink/ink79.xml"/><Relationship Id="rId177" Type="http://schemas.openxmlformats.org/officeDocument/2006/relationships/customXml" Target="../ink/ink90.xml"/><Relationship Id="rId198" Type="http://schemas.openxmlformats.org/officeDocument/2006/relationships/image" Target="../media/image104.png"/><Relationship Id="rId202" Type="http://schemas.openxmlformats.org/officeDocument/2006/relationships/customXml" Target="../ink/ink103.xml"/><Relationship Id="rId223" Type="http://schemas.openxmlformats.org/officeDocument/2006/relationships/customXml" Target="../ink/ink114.xml"/><Relationship Id="rId244" Type="http://schemas.openxmlformats.org/officeDocument/2006/relationships/image" Target="../media/image126.png"/><Relationship Id="rId18" Type="http://schemas.openxmlformats.org/officeDocument/2006/relationships/customXml" Target="../ink/ink9.xml"/><Relationship Id="rId39" Type="http://schemas.openxmlformats.org/officeDocument/2006/relationships/image" Target="../media/image26.png"/><Relationship Id="rId265" Type="http://schemas.openxmlformats.org/officeDocument/2006/relationships/image" Target="../media/image136.png"/><Relationship Id="rId50" Type="http://schemas.openxmlformats.org/officeDocument/2006/relationships/customXml" Target="../ink/ink25.xml"/><Relationship Id="rId104" Type="http://schemas.openxmlformats.org/officeDocument/2006/relationships/customXml" Target="../ink/ink53.xml"/><Relationship Id="rId125" Type="http://schemas.openxmlformats.org/officeDocument/2006/relationships/image" Target="../media/image68.png"/><Relationship Id="rId146" Type="http://schemas.openxmlformats.org/officeDocument/2006/relationships/customXml" Target="../ink/ink74.xml"/><Relationship Id="rId167" Type="http://schemas.openxmlformats.org/officeDocument/2006/relationships/customXml" Target="../ink/ink85.xml"/><Relationship Id="rId188" Type="http://schemas.openxmlformats.org/officeDocument/2006/relationships/image" Target="../media/image99.png"/><Relationship Id="rId71" Type="http://schemas.openxmlformats.org/officeDocument/2006/relationships/customXml" Target="../ink/ink36.xml"/><Relationship Id="rId92" Type="http://schemas.openxmlformats.org/officeDocument/2006/relationships/image" Target="../media/image52.png"/><Relationship Id="rId213" Type="http://schemas.openxmlformats.org/officeDocument/2006/relationships/customXml" Target="../ink/ink109.xml"/><Relationship Id="rId234" Type="http://schemas.openxmlformats.org/officeDocument/2006/relationships/image" Target="../media/image121.png"/><Relationship Id="rId2" Type="http://schemas.openxmlformats.org/officeDocument/2006/relationships/customXml" Target="../ink/ink1.xml"/><Relationship Id="rId29" Type="http://schemas.openxmlformats.org/officeDocument/2006/relationships/image" Target="../media/image21.png"/><Relationship Id="rId255" Type="http://schemas.openxmlformats.org/officeDocument/2006/relationships/customXml" Target="../ink/ink130.xml"/><Relationship Id="rId276" Type="http://schemas.openxmlformats.org/officeDocument/2006/relationships/customXml" Target="../ink/ink141.xml"/><Relationship Id="rId40" Type="http://schemas.openxmlformats.org/officeDocument/2006/relationships/customXml" Target="../ink/ink20.xml"/><Relationship Id="rId115" Type="http://schemas.openxmlformats.org/officeDocument/2006/relationships/image" Target="../media/image63.png"/><Relationship Id="rId136" Type="http://schemas.openxmlformats.org/officeDocument/2006/relationships/customXml" Target="../ink/ink69.xml"/><Relationship Id="rId157" Type="http://schemas.openxmlformats.org/officeDocument/2006/relationships/image" Target="../media/image84.png"/><Relationship Id="rId178" Type="http://schemas.openxmlformats.org/officeDocument/2006/relationships/image" Target="../media/image94.png"/><Relationship Id="rId61" Type="http://schemas.openxmlformats.org/officeDocument/2006/relationships/customXml" Target="../ink/ink31.xml"/><Relationship Id="rId82" Type="http://schemas.openxmlformats.org/officeDocument/2006/relationships/image" Target="../media/image47.png"/><Relationship Id="rId199" Type="http://schemas.openxmlformats.org/officeDocument/2006/relationships/customXml" Target="../ink/ink101.xml"/><Relationship Id="rId203" Type="http://schemas.openxmlformats.org/officeDocument/2006/relationships/image" Target="../media/image106.png"/><Relationship Id="rId19" Type="http://schemas.openxmlformats.org/officeDocument/2006/relationships/image" Target="../media/image16.png"/><Relationship Id="rId224" Type="http://schemas.openxmlformats.org/officeDocument/2006/relationships/image" Target="../media/image116.png"/><Relationship Id="rId245" Type="http://schemas.openxmlformats.org/officeDocument/2006/relationships/customXml" Target="../ink/ink125.xml"/><Relationship Id="rId266" Type="http://schemas.openxmlformats.org/officeDocument/2006/relationships/customXml" Target="../ink/ink136.xml"/><Relationship Id="rId30" Type="http://schemas.openxmlformats.org/officeDocument/2006/relationships/customXml" Target="../ink/ink15.xml"/><Relationship Id="rId105" Type="http://schemas.openxmlformats.org/officeDocument/2006/relationships/image" Target="../media/image58.png"/><Relationship Id="rId126" Type="http://schemas.openxmlformats.org/officeDocument/2006/relationships/customXml" Target="../ink/ink64.xml"/><Relationship Id="rId147" Type="http://schemas.openxmlformats.org/officeDocument/2006/relationships/image" Target="../media/image79.png"/><Relationship Id="rId168" Type="http://schemas.openxmlformats.org/officeDocument/2006/relationships/image" Target="../media/image89.png"/><Relationship Id="rId51" Type="http://schemas.openxmlformats.org/officeDocument/2006/relationships/image" Target="../media/image32.png"/><Relationship Id="rId72" Type="http://schemas.openxmlformats.org/officeDocument/2006/relationships/image" Target="../media/image42.png"/><Relationship Id="rId93" Type="http://schemas.openxmlformats.org/officeDocument/2006/relationships/customXml" Target="../ink/ink47.xml"/><Relationship Id="rId189" Type="http://schemas.openxmlformats.org/officeDocument/2006/relationships/customXml" Target="../ink/ink96.xml"/><Relationship Id="rId3" Type="http://schemas.openxmlformats.org/officeDocument/2006/relationships/image" Target="../media/image8.png"/><Relationship Id="rId214" Type="http://schemas.openxmlformats.org/officeDocument/2006/relationships/image" Target="../media/image111.png"/><Relationship Id="rId235" Type="http://schemas.openxmlformats.org/officeDocument/2006/relationships/customXml" Target="../ink/ink120.xml"/><Relationship Id="rId256" Type="http://schemas.openxmlformats.org/officeDocument/2006/relationships/image" Target="../media/image132.png"/><Relationship Id="rId277" Type="http://schemas.openxmlformats.org/officeDocument/2006/relationships/image" Target="../media/image142.png"/><Relationship Id="rId116" Type="http://schemas.openxmlformats.org/officeDocument/2006/relationships/customXml" Target="../ink/ink59.xml"/><Relationship Id="rId137" Type="http://schemas.openxmlformats.org/officeDocument/2006/relationships/image" Target="../media/image74.png"/><Relationship Id="rId158" Type="http://schemas.openxmlformats.org/officeDocument/2006/relationships/customXml" Target="../ink/ink80.xml"/><Relationship Id="rId20" Type="http://schemas.openxmlformats.org/officeDocument/2006/relationships/customXml" Target="../ink/ink10.xml"/><Relationship Id="rId41" Type="http://schemas.openxmlformats.org/officeDocument/2006/relationships/image" Target="../media/image27.png"/><Relationship Id="rId62" Type="http://schemas.openxmlformats.org/officeDocument/2006/relationships/image" Target="../media/image37.png"/><Relationship Id="rId83" Type="http://schemas.openxmlformats.org/officeDocument/2006/relationships/customXml" Target="../ink/ink42.xml"/><Relationship Id="rId179" Type="http://schemas.openxmlformats.org/officeDocument/2006/relationships/customXml" Target="../ink/ink91.xml"/><Relationship Id="rId190" Type="http://schemas.openxmlformats.org/officeDocument/2006/relationships/image" Target="../media/image100.png"/><Relationship Id="rId204" Type="http://schemas.openxmlformats.org/officeDocument/2006/relationships/customXml" Target="../ink/ink104.xml"/><Relationship Id="rId225" Type="http://schemas.openxmlformats.org/officeDocument/2006/relationships/customXml" Target="../ink/ink115.xml"/><Relationship Id="rId246" Type="http://schemas.openxmlformats.org/officeDocument/2006/relationships/image" Target="../media/image127.png"/><Relationship Id="rId267" Type="http://schemas.openxmlformats.org/officeDocument/2006/relationships/image" Target="../media/image137.png"/><Relationship Id="rId106" Type="http://schemas.openxmlformats.org/officeDocument/2006/relationships/customXml" Target="../ink/ink54.xml"/><Relationship Id="rId127" Type="http://schemas.openxmlformats.org/officeDocument/2006/relationships/image" Target="../media/image69.png"/><Relationship Id="rId10" Type="http://schemas.openxmlformats.org/officeDocument/2006/relationships/customXml" Target="../ink/ink5.xml"/><Relationship Id="rId31" Type="http://schemas.openxmlformats.org/officeDocument/2006/relationships/image" Target="../media/image22.png"/><Relationship Id="rId52" Type="http://schemas.openxmlformats.org/officeDocument/2006/relationships/customXml" Target="../ink/ink26.xml"/><Relationship Id="rId73" Type="http://schemas.openxmlformats.org/officeDocument/2006/relationships/customXml" Target="../ink/ink37.xml"/><Relationship Id="rId94" Type="http://schemas.openxmlformats.org/officeDocument/2006/relationships/customXml" Target="../ink/ink48.xml"/><Relationship Id="rId148" Type="http://schemas.openxmlformats.org/officeDocument/2006/relationships/customXml" Target="../ink/ink75.xml"/><Relationship Id="rId169" Type="http://schemas.openxmlformats.org/officeDocument/2006/relationships/customXml" Target="../ink/ink86.xml"/><Relationship Id="rId4" Type="http://schemas.openxmlformats.org/officeDocument/2006/relationships/customXml" Target="../ink/ink2.xml"/><Relationship Id="rId180" Type="http://schemas.openxmlformats.org/officeDocument/2006/relationships/image" Target="../media/image95.png"/><Relationship Id="rId215" Type="http://schemas.openxmlformats.org/officeDocument/2006/relationships/customXml" Target="../ink/ink110.xml"/><Relationship Id="rId236" Type="http://schemas.openxmlformats.org/officeDocument/2006/relationships/image" Target="../media/image122.png"/><Relationship Id="rId257" Type="http://schemas.openxmlformats.org/officeDocument/2006/relationships/customXml" Target="../ink/ink131.xml"/><Relationship Id="rId278" Type="http://schemas.openxmlformats.org/officeDocument/2006/relationships/customXml" Target="../ink/ink142.xml"/><Relationship Id="rId42" Type="http://schemas.openxmlformats.org/officeDocument/2006/relationships/customXml" Target="../ink/ink21.xml"/><Relationship Id="rId84" Type="http://schemas.openxmlformats.org/officeDocument/2006/relationships/image" Target="../media/image48.png"/><Relationship Id="rId138" Type="http://schemas.openxmlformats.org/officeDocument/2006/relationships/customXml" Target="../ink/ink70.xml"/><Relationship Id="rId191" Type="http://schemas.openxmlformats.org/officeDocument/2006/relationships/customXml" Target="../ink/ink97.xml"/><Relationship Id="rId205" Type="http://schemas.openxmlformats.org/officeDocument/2006/relationships/customXml" Target="../ink/ink105.xml"/><Relationship Id="rId247" Type="http://schemas.openxmlformats.org/officeDocument/2006/relationships/customXml" Target="../ink/ink126.xml"/><Relationship Id="rId107" Type="http://schemas.openxmlformats.org/officeDocument/2006/relationships/image" Target="../media/image59.png"/><Relationship Id="rId11" Type="http://schemas.openxmlformats.org/officeDocument/2006/relationships/image" Target="../media/image12.png"/><Relationship Id="rId53" Type="http://schemas.openxmlformats.org/officeDocument/2006/relationships/image" Target="../media/image33.png"/><Relationship Id="rId149" Type="http://schemas.openxmlformats.org/officeDocument/2006/relationships/image" Target="../media/image80.png"/><Relationship Id="rId95" Type="http://schemas.openxmlformats.org/officeDocument/2006/relationships/image" Target="../media/image53.png"/><Relationship Id="rId160" Type="http://schemas.openxmlformats.org/officeDocument/2006/relationships/customXml" Target="../ink/ink81.xml"/><Relationship Id="rId216" Type="http://schemas.openxmlformats.org/officeDocument/2006/relationships/image" Target="../media/image112.png"/></Relationships>
</file>

<file path=ppt/slides/_rels/slide2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customXml" Target="../ink/ink14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customXml" Target="../ink/ink14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customXml" Target="../ink/ink14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customXml" Target="../ink/ink14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customXml" Target="../ink/ink14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customXml" Target="../ink/ink14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image" Target="../media/image150.wmf"/><Relationship Id="rId7" Type="http://schemas.openxmlformats.org/officeDocument/2006/relationships/image" Target="../media/image152.wmf"/><Relationship Id="rId12" Type="http://schemas.openxmlformats.org/officeDocument/2006/relationships/image" Target="../media/image155.png"/><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oleObject" Target="../embeddings/oleObject3.bin"/><Relationship Id="rId11" Type="http://schemas.openxmlformats.org/officeDocument/2006/relationships/customXml" Target="../ink/ink149.xml"/><Relationship Id="rId5" Type="http://schemas.openxmlformats.org/officeDocument/2006/relationships/image" Target="../media/image151.wmf"/><Relationship Id="rId10" Type="http://schemas.openxmlformats.org/officeDocument/2006/relationships/image" Target="../media/image154.wmf"/><Relationship Id="rId4" Type="http://schemas.openxmlformats.org/officeDocument/2006/relationships/oleObject" Target="../embeddings/oleObject2.bin"/><Relationship Id="rId9" Type="http://schemas.openxmlformats.org/officeDocument/2006/relationships/oleObject" Target="../embeddings/oleObject4.bin"/></Relationships>
</file>

<file path=ppt/slides/_rels/slide33.xml.rels><?xml version="1.0" encoding="UTF-8" standalone="yes"?>
<Relationships xmlns="http://schemas.openxmlformats.org/package/2006/relationships"><Relationship Id="rId3" Type="http://schemas.openxmlformats.org/officeDocument/2006/relationships/image" Target="../media/image150.wmf"/><Relationship Id="rId7" Type="http://schemas.openxmlformats.org/officeDocument/2006/relationships/image" Target="../media/image156.wmf"/><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oleObject" Target="../embeddings/oleObject4.bin"/><Relationship Id="rId5" Type="http://schemas.openxmlformats.org/officeDocument/2006/relationships/image" Target="../media/image151.wmf"/><Relationship Id="rId4" Type="http://schemas.openxmlformats.org/officeDocument/2006/relationships/oleObject" Target="../embeddings/oleObject2.bin"/></Relationships>
</file>

<file path=ppt/slides/_rels/slide34.x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oleObject" Target="../embeddings/oleObject5.bin"/><Relationship Id="rId1" Type="http://schemas.openxmlformats.org/officeDocument/2006/relationships/slideLayout" Target="../slideLayouts/slideLayout1.xml"/><Relationship Id="rId5" Type="http://schemas.openxmlformats.org/officeDocument/2006/relationships/image" Target="../media/image158.wmf"/><Relationship Id="rId4" Type="http://schemas.openxmlformats.org/officeDocument/2006/relationships/oleObject" Target="../embeddings/oleObject6.bin"/></Relationships>
</file>

<file path=ppt/slides/_rels/slide35.xml.rels><?xml version="1.0" encoding="UTF-8" standalone="yes"?>
<Relationships xmlns="http://schemas.openxmlformats.org/package/2006/relationships"><Relationship Id="rId3" Type="http://schemas.openxmlformats.org/officeDocument/2006/relationships/image" Target="../media/image159.wmf"/><Relationship Id="rId2" Type="http://schemas.openxmlformats.org/officeDocument/2006/relationships/oleObject" Target="../embeddings/oleObject7.bin"/><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oleObject" Target="../embeddings/oleObject8.bin"/><Relationship Id="rId1" Type="http://schemas.openxmlformats.org/officeDocument/2006/relationships/slideLayout" Target="../slideLayouts/slideLayout1.xml"/><Relationship Id="rId5" Type="http://schemas.openxmlformats.org/officeDocument/2006/relationships/image" Target="../media/image159.wmf"/><Relationship Id="rId4" Type="http://schemas.openxmlformats.org/officeDocument/2006/relationships/oleObject" Target="../embeddings/oleObject7.bin"/></Relationships>
</file>

<file path=ppt/slides/_rels/slide37.xml.rels><?xml version="1.0" encoding="UTF-8" standalone="yes"?>
<Relationships xmlns="http://schemas.openxmlformats.org/package/2006/relationships"><Relationship Id="rId2" Type="http://schemas.openxmlformats.org/officeDocument/2006/relationships/image" Target="../media/image130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0.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1.xml"/><Relationship Id="rId5" Type="http://schemas.openxmlformats.org/officeDocument/2006/relationships/image" Target="../media/image191.png"/><Relationship Id="rId4" Type="http://schemas.openxmlformats.org/officeDocument/2006/relationships/image" Target="../media/image181.png"/></Relationships>
</file>

<file path=ppt/slides/_rels/slide42.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oleObject" Target="../embeddings/oleObject9.bin"/><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10.png"/><Relationship Id="rId1" Type="http://schemas.openxmlformats.org/officeDocument/2006/relationships/slideLayout" Target="../slideLayouts/slideLayout1.xml"/><Relationship Id="rId5" Type="http://schemas.openxmlformats.org/officeDocument/2006/relationships/image" Target="../media/image162.wmf"/><Relationship Id="rId4" Type="http://schemas.openxmlformats.org/officeDocument/2006/relationships/oleObject" Target="../embeddings/oleObject10.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1.png"/><Relationship Id="rId7" Type="http://schemas.openxmlformats.org/officeDocument/2006/relationships/image" Target="../media/image360.png"/><Relationship Id="rId2"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350.png"/><Relationship Id="rId5" Type="http://schemas.openxmlformats.org/officeDocument/2006/relationships/image" Target="../media/image242.png"/><Relationship Id="rId4" Type="http://schemas.openxmlformats.org/officeDocument/2006/relationships/image" Target="../media/image331.png"/></Relationships>
</file>

<file path=ppt/slides/_rels/slide53.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31.png"/><Relationship Id="rId1" Type="http://schemas.openxmlformats.org/officeDocument/2006/relationships/slideLayout" Target="../slideLayouts/slideLayout2.xml"/><Relationship Id="rId4" Type="http://schemas.openxmlformats.org/officeDocument/2006/relationships/image" Target="../media/image250.png"/></Relationships>
</file>

<file path=ppt/slides/_rels/slide54.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240.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164.wmf"/><Relationship Id="rId7" Type="http://schemas.openxmlformats.org/officeDocument/2006/relationships/image" Target="../media/image166.wmf"/><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5" Type="http://schemas.openxmlformats.org/officeDocument/2006/relationships/image" Target="../media/image165.wmf"/><Relationship Id="rId4" Type="http://schemas.openxmlformats.org/officeDocument/2006/relationships/oleObject" Target="../embeddings/oleObject13.bin"/><Relationship Id="rId9" Type="http://schemas.openxmlformats.org/officeDocument/2006/relationships/image" Target="../media/image167.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image" Target="../media/image510.png"/><Relationship Id="rId1" Type="http://schemas.openxmlformats.org/officeDocument/2006/relationships/slideLayout" Target="../slideLayouts/slideLayout2.xml"/><Relationship Id="rId4" Type="http://schemas.openxmlformats.org/officeDocument/2006/relationships/image" Target="../media/image320.png"/></Relationships>
</file>

<file path=ppt/slides/_rels/slide62.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55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oleObject" Target="../embeddings/oleObject16.bin"/><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oleObject" Target="../embeddings/oleObject17.bin"/><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oleObject" Target="../embeddings/oleObject17.bin"/><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oleObject" Target="../embeddings/oleObject17.bin"/><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oleObject" Target="../embeddings/oleObject17.bin"/><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790.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800.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Box 2"/>
          <p:cNvSpPr txBox="1">
            <a:spLocks noChangeArrowheads="1"/>
          </p:cNvSpPr>
          <p:nvPr/>
        </p:nvSpPr>
        <p:spPr bwMode="auto">
          <a:xfrm>
            <a:off x="0" y="0"/>
            <a:ext cx="9144000" cy="658835"/>
          </a:xfrm>
          <a:prstGeom prst="rect">
            <a:avLst/>
          </a:prstGeom>
          <a:noFill/>
          <a:ln w="9525">
            <a:noFill/>
            <a:miter lim="800000"/>
            <a:headEnd/>
            <a:tailEnd/>
          </a:ln>
        </p:spPr>
        <p:txBody>
          <a:bodyPr wrap="square">
            <a:spAutoFit/>
          </a:bodyPr>
          <a:lstStyle/>
          <a:p>
            <a:pPr marL="457200" indent="-457200" algn="ctr">
              <a:lnSpc>
                <a:spcPct val="150000"/>
              </a:lnSpc>
              <a:buClr>
                <a:srgbClr val="990000"/>
              </a:buClr>
            </a:pPr>
            <a:r>
              <a:rPr lang="en-US" sz="2800" b="1" dirty="0">
                <a:solidFill>
                  <a:srgbClr val="0070C0"/>
                </a:solidFill>
                <a:effectLst>
                  <a:outerShdw blurRad="38100" dist="38100" dir="2700000" algn="tl">
                    <a:srgbClr val="000000">
                      <a:alpha val="43137"/>
                    </a:srgbClr>
                  </a:outerShdw>
                </a:effectLst>
                <a:latin typeface="Arial" pitchFamily="34" charset="0"/>
                <a:cs typeface="Arial" pitchFamily="34" charset="0"/>
              </a:rPr>
              <a:t>Multivariate Data Analysis and Process Modeling</a:t>
            </a:r>
          </a:p>
        </p:txBody>
      </p:sp>
      <p:sp>
        <p:nvSpPr>
          <p:cNvPr id="2" name="TextBox 1"/>
          <p:cNvSpPr txBox="1"/>
          <p:nvPr/>
        </p:nvSpPr>
        <p:spPr>
          <a:xfrm>
            <a:off x="467543" y="619185"/>
            <a:ext cx="8231057" cy="4524315"/>
          </a:xfrm>
          <a:prstGeom prst="rect">
            <a:avLst/>
          </a:prstGeom>
          <a:noFill/>
        </p:spPr>
        <p:txBody>
          <a:bodyPr wrap="square" rtlCol="0">
            <a:spAutoFit/>
          </a:bodyPr>
          <a:lstStyle/>
          <a:p>
            <a:pPr marL="342900" indent="-342900" algn="just">
              <a:lnSpc>
                <a:spcPct val="200000"/>
              </a:lnSpc>
              <a:buClr>
                <a:srgbClr val="002060"/>
              </a:buClr>
              <a:buSzPct val="100000"/>
              <a:buAutoNum type="alphaLcParenR"/>
            </a:pPr>
            <a:r>
              <a:rPr lang="en-US" altLang="en-US" dirty="0">
                <a:solidFill>
                  <a:schemeClr val="bg1">
                    <a:lumMod val="95000"/>
                    <a:lumOff val="5000"/>
                  </a:schemeClr>
                </a:solidFill>
                <a:latin typeface="Arial" charset="0"/>
                <a:cs typeface="Arial" charset="0"/>
              </a:rPr>
              <a:t>Linear Regression</a:t>
            </a:r>
          </a:p>
          <a:p>
            <a:pPr marL="342900" indent="-342900" algn="just">
              <a:lnSpc>
                <a:spcPct val="200000"/>
              </a:lnSpc>
              <a:buClr>
                <a:srgbClr val="002060"/>
              </a:buClr>
              <a:buSzPct val="100000"/>
              <a:buAutoNum type="alphaLcParenR"/>
            </a:pPr>
            <a:r>
              <a:rPr lang="en-US" altLang="en-US" dirty="0">
                <a:solidFill>
                  <a:schemeClr val="bg1">
                    <a:lumMod val="95000"/>
                    <a:lumOff val="5000"/>
                  </a:schemeClr>
                </a:solidFill>
                <a:latin typeface="Arial" charset="0"/>
                <a:cs typeface="Arial" charset="0"/>
              </a:rPr>
              <a:t>Essential Linear Algebra</a:t>
            </a:r>
          </a:p>
          <a:p>
            <a:pPr marL="342900" indent="-342900" algn="just">
              <a:lnSpc>
                <a:spcPct val="200000"/>
              </a:lnSpc>
              <a:buClr>
                <a:srgbClr val="002060"/>
              </a:buClr>
              <a:buSzPct val="100000"/>
              <a:buAutoNum type="alphaLcParenR"/>
            </a:pPr>
            <a:r>
              <a:rPr lang="en-US" altLang="en-US" dirty="0">
                <a:solidFill>
                  <a:schemeClr val="bg1">
                    <a:lumMod val="95000"/>
                    <a:lumOff val="5000"/>
                  </a:schemeClr>
                </a:solidFill>
                <a:latin typeface="Arial" charset="0"/>
                <a:cs typeface="Arial" charset="0"/>
              </a:rPr>
              <a:t>Logistic Regression</a:t>
            </a:r>
          </a:p>
          <a:p>
            <a:pPr marL="342900" indent="-342900" algn="just">
              <a:lnSpc>
                <a:spcPct val="200000"/>
              </a:lnSpc>
              <a:buClr>
                <a:srgbClr val="002060"/>
              </a:buClr>
              <a:buSzPct val="100000"/>
              <a:buAutoNum type="alphaLcParenR"/>
            </a:pPr>
            <a:r>
              <a:rPr lang="en-US" altLang="en-US" dirty="0">
                <a:solidFill>
                  <a:schemeClr val="bg1">
                    <a:lumMod val="95000"/>
                    <a:lumOff val="5000"/>
                  </a:schemeClr>
                </a:solidFill>
                <a:latin typeface="Arial" charset="0"/>
                <a:cs typeface="Arial" charset="0"/>
              </a:rPr>
              <a:t>Basic Multivariate data calculations and statistical distance</a:t>
            </a:r>
          </a:p>
          <a:p>
            <a:pPr marL="342900" indent="-342900" algn="just">
              <a:lnSpc>
                <a:spcPct val="200000"/>
              </a:lnSpc>
              <a:buClr>
                <a:srgbClr val="002060"/>
              </a:buClr>
              <a:buSzPct val="100000"/>
              <a:buAutoNum type="alphaLcParenR"/>
            </a:pPr>
            <a:r>
              <a:rPr lang="en-US" altLang="en-US" dirty="0">
                <a:solidFill>
                  <a:schemeClr val="bg1">
                    <a:lumMod val="95000"/>
                    <a:lumOff val="5000"/>
                  </a:schemeClr>
                </a:solidFill>
                <a:latin typeface="Arial" charset="0"/>
                <a:cs typeface="Arial" charset="0"/>
              </a:rPr>
              <a:t>Principal Component Analysis</a:t>
            </a:r>
          </a:p>
          <a:p>
            <a:pPr marL="342900" indent="-342900" algn="just">
              <a:lnSpc>
                <a:spcPct val="200000"/>
              </a:lnSpc>
              <a:buClr>
                <a:srgbClr val="002060"/>
              </a:buClr>
              <a:buSzPct val="100000"/>
              <a:buAutoNum type="alphaLcParenR"/>
            </a:pPr>
            <a:r>
              <a:rPr lang="en-US" altLang="en-US" dirty="0">
                <a:solidFill>
                  <a:schemeClr val="bg1">
                    <a:lumMod val="95000"/>
                    <a:lumOff val="5000"/>
                  </a:schemeClr>
                </a:solidFill>
                <a:latin typeface="Arial" charset="0"/>
                <a:cs typeface="Arial" charset="0"/>
              </a:rPr>
              <a:t>Neural Networks</a:t>
            </a:r>
          </a:p>
          <a:p>
            <a:pPr marL="342900" indent="-342900" algn="just">
              <a:lnSpc>
                <a:spcPct val="200000"/>
              </a:lnSpc>
              <a:buClr>
                <a:srgbClr val="002060"/>
              </a:buClr>
              <a:buSzPct val="100000"/>
              <a:buAutoNum type="alphaLcParenR"/>
            </a:pPr>
            <a:r>
              <a:rPr lang="en-US" altLang="en-US" dirty="0">
                <a:solidFill>
                  <a:schemeClr val="bg1">
                    <a:lumMod val="95000"/>
                    <a:lumOff val="5000"/>
                  </a:schemeClr>
                </a:solidFill>
                <a:latin typeface="Arial" charset="0"/>
                <a:cs typeface="Arial" charset="0"/>
              </a:rPr>
              <a:t>Discriminant Analysis</a:t>
            </a:r>
          </a:p>
          <a:p>
            <a:pPr marL="342900" indent="-342900" algn="just">
              <a:lnSpc>
                <a:spcPct val="200000"/>
              </a:lnSpc>
              <a:buClr>
                <a:srgbClr val="002060"/>
              </a:buClr>
              <a:buSzPct val="100000"/>
              <a:buAutoNum type="alphaLcParenR"/>
            </a:pPr>
            <a:r>
              <a:rPr lang="en-US" altLang="en-US" dirty="0">
                <a:solidFill>
                  <a:schemeClr val="bg1">
                    <a:lumMod val="95000"/>
                    <a:lumOff val="5000"/>
                  </a:schemeClr>
                </a:solidFill>
                <a:latin typeface="Arial" charset="0"/>
                <a:cs typeface="Arial" charset="0"/>
              </a:rPr>
              <a:t>For Design of Experiments pl. see link https://nptel.ac.in/courses/103106112</a:t>
            </a:r>
            <a:endParaRPr lang="en-US" altLang="en-US" dirty="0">
              <a:solidFill>
                <a:schemeClr val="bg1"/>
              </a:solidFill>
              <a:latin typeface="Arial" charset="0"/>
              <a:cs typeface="Arial" charset="0"/>
            </a:endParaRPr>
          </a:p>
        </p:txBody>
      </p:sp>
    </p:spTree>
    <p:extLst>
      <p:ext uri="{BB962C8B-B14F-4D97-AF65-F5344CB8AC3E}">
        <p14:creationId xmlns:p14="http://schemas.microsoft.com/office/powerpoint/2010/main" val="3640564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Title 1"/>
          <p:cNvSpPr>
            <a:spLocks noGrp="1"/>
          </p:cNvSpPr>
          <p:nvPr>
            <p:ph type="ctrTitle"/>
          </p:nvPr>
        </p:nvSpPr>
        <p:spPr>
          <a:xfrm>
            <a:off x="611560" y="51471"/>
            <a:ext cx="8640763" cy="648071"/>
          </a:xfrm>
        </p:spPr>
        <p:txBody>
          <a:bodyPr>
            <a:normAutofit fontScale="90000"/>
          </a:bodyPr>
          <a:lstStyle/>
          <a:p>
            <a:pPr algn="ctr"/>
            <a:r>
              <a:rPr lang="en-US" sz="4800" b="1" dirty="0">
                <a:solidFill>
                  <a:srgbClr val="0070C0"/>
                </a:solidFill>
                <a:latin typeface="Arial" charset="0"/>
                <a:cs typeface="Arial" charset="0"/>
              </a:rPr>
              <a:t>Regression Analysis</a:t>
            </a:r>
            <a:endParaRPr lang="en-IN" sz="4800" b="1" dirty="0">
              <a:solidFill>
                <a:srgbClr val="0070C0"/>
              </a:solidFill>
              <a:latin typeface="Arial" charset="0"/>
              <a:cs typeface="Arial" charset="0"/>
            </a:endParaRPr>
          </a:p>
        </p:txBody>
      </p:sp>
      <p:pic>
        <p:nvPicPr>
          <p:cNvPr id="1026" name="Picture 2" descr="Portrait of Sir Francis Galton">
            <a:extLst>
              <a:ext uri="{FF2B5EF4-FFF2-40B4-BE49-F238E27FC236}">
                <a16:creationId xmlns:a16="http://schemas.microsoft.com/office/drawing/2014/main" id="{8BA11D49-7CCA-0C3C-ECB0-79E7C17DCE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944165"/>
            <a:ext cx="3115753" cy="314781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FC92FF5-B7DD-91B7-6DC0-F8C7B55C7EF5}"/>
              </a:ext>
            </a:extLst>
          </p:cNvPr>
          <p:cNvSpPr txBox="1"/>
          <p:nvPr/>
        </p:nvSpPr>
        <p:spPr>
          <a:xfrm>
            <a:off x="467544" y="4208077"/>
            <a:ext cx="2971737" cy="461665"/>
          </a:xfrm>
          <a:prstGeom prst="rect">
            <a:avLst/>
          </a:prstGeom>
          <a:noFill/>
        </p:spPr>
        <p:txBody>
          <a:bodyPr wrap="square">
            <a:spAutoFit/>
          </a:bodyPr>
          <a:lstStyle/>
          <a:p>
            <a:pPr algn="ctr">
              <a:buNone/>
            </a:pPr>
            <a:r>
              <a:rPr lang="en-IN" sz="2400" b="1" dirty="0">
                <a:solidFill>
                  <a:schemeClr val="accent6">
                    <a:lumMod val="50000"/>
                  </a:schemeClr>
                </a:solidFill>
                <a:effectLst>
                  <a:outerShdw blurRad="38100" dist="25400" dir="5400000" algn="tl" rotWithShape="0">
                    <a:srgbClr val="000000">
                      <a:alpha val="43000"/>
                    </a:srgbClr>
                  </a:outerShdw>
                </a:effectLst>
                <a:latin typeface="Arial" charset="0"/>
                <a:ea typeface="+mj-ea"/>
                <a:cs typeface="Arial" charset="0"/>
              </a:rPr>
              <a:t>Sir Francis Galton</a:t>
            </a:r>
          </a:p>
        </p:txBody>
      </p:sp>
      <p:sp>
        <p:nvSpPr>
          <p:cNvPr id="5" name="TextBox 4">
            <a:extLst>
              <a:ext uri="{FF2B5EF4-FFF2-40B4-BE49-F238E27FC236}">
                <a16:creationId xmlns:a16="http://schemas.microsoft.com/office/drawing/2014/main" id="{53E33E42-4C4A-6F25-E181-4CF90F52AFA4}"/>
              </a:ext>
            </a:extLst>
          </p:cNvPr>
          <p:cNvSpPr txBox="1"/>
          <p:nvPr/>
        </p:nvSpPr>
        <p:spPr>
          <a:xfrm>
            <a:off x="3851920" y="1246890"/>
            <a:ext cx="4626000" cy="2542363"/>
          </a:xfrm>
          <a:prstGeom prst="rect">
            <a:avLst/>
          </a:prstGeom>
          <a:noFill/>
        </p:spPr>
        <p:txBody>
          <a:bodyPr wrap="square">
            <a:spAutoFit/>
          </a:bodyPr>
          <a:lstStyle/>
          <a:p>
            <a:pPr algn="ctr">
              <a:lnSpc>
                <a:spcPct val="150000"/>
              </a:lnSpc>
            </a:pPr>
            <a:r>
              <a:rPr lang="en-US" i="1" dirty="0">
                <a:solidFill>
                  <a:srgbClr val="C00000"/>
                </a:solidFill>
              </a:rPr>
              <a:t> “It appeared from these experiments that the offspring did not tend to resemble their parents in size, but always to be more mediocre than they – to be smaller than the parents, if the parents were large; to be larger than the parents, if the parents were small.”</a:t>
            </a:r>
            <a:endParaRPr lang="en-IN" dirty="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Box 2"/>
          <p:cNvSpPr txBox="1">
            <a:spLocks noChangeArrowheads="1"/>
          </p:cNvSpPr>
          <p:nvPr/>
        </p:nvSpPr>
        <p:spPr bwMode="auto">
          <a:xfrm>
            <a:off x="345176" y="0"/>
            <a:ext cx="8353425" cy="739754"/>
          </a:xfrm>
          <a:prstGeom prst="rect">
            <a:avLst/>
          </a:prstGeom>
          <a:noFill/>
          <a:ln w="9525">
            <a:noFill/>
            <a:miter lim="800000"/>
            <a:headEnd/>
            <a:tailEnd/>
          </a:ln>
        </p:spPr>
        <p:txBody>
          <a:bodyPr wrap="square">
            <a:spAutoFit/>
          </a:bodyPr>
          <a:lstStyle/>
          <a:p>
            <a:pPr marL="457200" indent="-457200" algn="ctr">
              <a:lnSpc>
                <a:spcPct val="150000"/>
              </a:lnSpc>
              <a:buClr>
                <a:srgbClr val="990000"/>
              </a:buClr>
            </a:pP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Prescribed Text Books</a:t>
            </a:r>
          </a:p>
        </p:txBody>
      </p:sp>
      <p:sp>
        <p:nvSpPr>
          <p:cNvPr id="2" name="TextBox 1"/>
          <p:cNvSpPr txBox="1"/>
          <p:nvPr/>
        </p:nvSpPr>
        <p:spPr>
          <a:xfrm>
            <a:off x="467543" y="619185"/>
            <a:ext cx="8231057" cy="4524315"/>
          </a:xfrm>
          <a:prstGeom prst="rect">
            <a:avLst/>
          </a:prstGeom>
          <a:noFill/>
        </p:spPr>
        <p:txBody>
          <a:bodyPr wrap="square" rtlCol="0">
            <a:spAutoFit/>
          </a:bodyPr>
          <a:lstStyle/>
          <a:p>
            <a:pPr algn="just">
              <a:lnSpc>
                <a:spcPct val="200000"/>
              </a:lnSpc>
              <a:buClr>
                <a:srgbClr val="002060"/>
              </a:buClr>
              <a:buSzPct val="100000"/>
            </a:pPr>
            <a:r>
              <a:rPr lang="en-US" altLang="en-US" b="1" dirty="0">
                <a:solidFill>
                  <a:schemeClr val="bg1">
                    <a:lumMod val="95000"/>
                    <a:lumOff val="5000"/>
                  </a:schemeClr>
                </a:solidFill>
                <a:latin typeface="Arial" charset="0"/>
                <a:cs typeface="Arial" charset="0"/>
              </a:rPr>
              <a:t>Montgomery, D. C., G.C. </a:t>
            </a:r>
            <a:r>
              <a:rPr lang="en-US" altLang="en-US" b="1" dirty="0" err="1">
                <a:solidFill>
                  <a:srgbClr val="002060"/>
                </a:solidFill>
                <a:latin typeface="Arial" charset="0"/>
                <a:cs typeface="Arial" charset="0"/>
              </a:rPr>
              <a:t>Runger</a:t>
            </a:r>
            <a:r>
              <a:rPr lang="en-US" altLang="en-US" b="1" dirty="0">
                <a:solidFill>
                  <a:schemeClr val="bg1">
                    <a:lumMod val="95000"/>
                    <a:lumOff val="5000"/>
                  </a:schemeClr>
                </a:solidFill>
                <a:latin typeface="Arial" charset="0"/>
                <a:cs typeface="Arial" charset="0"/>
              </a:rPr>
              <a:t>, </a:t>
            </a:r>
            <a:r>
              <a:rPr lang="en-US" altLang="en-US" b="1" i="1" dirty="0">
                <a:solidFill>
                  <a:schemeClr val="bg1">
                    <a:lumMod val="95000"/>
                    <a:lumOff val="5000"/>
                  </a:schemeClr>
                </a:solidFill>
                <a:latin typeface="Arial" charset="0"/>
                <a:cs typeface="Arial" charset="0"/>
              </a:rPr>
              <a:t>Applied Statistics and Probability for Engineers</a:t>
            </a:r>
            <a:r>
              <a:rPr lang="en-US" altLang="en-US" b="1" dirty="0">
                <a:solidFill>
                  <a:schemeClr val="bg1">
                    <a:lumMod val="95000"/>
                    <a:lumOff val="5000"/>
                  </a:schemeClr>
                </a:solidFill>
                <a:latin typeface="Arial" charset="0"/>
                <a:cs typeface="Arial" charset="0"/>
              </a:rPr>
              <a:t>. 5th ed.</a:t>
            </a:r>
            <a:r>
              <a:rPr lang="en-US" altLang="en-US" b="1" i="1" dirty="0">
                <a:solidFill>
                  <a:schemeClr val="bg1">
                    <a:lumMod val="95000"/>
                    <a:lumOff val="5000"/>
                  </a:schemeClr>
                </a:solidFill>
                <a:latin typeface="Arial" charset="0"/>
                <a:cs typeface="Arial" charset="0"/>
              </a:rPr>
              <a:t> </a:t>
            </a:r>
            <a:r>
              <a:rPr lang="en-US" altLang="en-US" b="1" dirty="0">
                <a:solidFill>
                  <a:schemeClr val="bg1">
                    <a:lumMod val="95000"/>
                    <a:lumOff val="5000"/>
                  </a:schemeClr>
                </a:solidFill>
                <a:latin typeface="Arial" charset="0"/>
                <a:cs typeface="Arial" charset="0"/>
              </a:rPr>
              <a:t>New Delhi: Wiley-India, 2011.</a:t>
            </a:r>
          </a:p>
          <a:p>
            <a:pPr algn="just">
              <a:lnSpc>
                <a:spcPct val="200000"/>
              </a:lnSpc>
              <a:buClr>
                <a:srgbClr val="002060"/>
              </a:buClr>
              <a:buSzPct val="100000"/>
            </a:pPr>
            <a:r>
              <a:rPr lang="en-US" altLang="en-US" b="1" dirty="0">
                <a:solidFill>
                  <a:schemeClr val="bg1">
                    <a:lumMod val="95000"/>
                    <a:lumOff val="5000"/>
                  </a:schemeClr>
                </a:solidFill>
                <a:latin typeface="Arial" charset="0"/>
                <a:cs typeface="Arial" charset="0"/>
              </a:rPr>
              <a:t>Draper, N. R., H. Smith, </a:t>
            </a:r>
            <a:r>
              <a:rPr lang="en-US" altLang="en-US" b="1" i="1" dirty="0">
                <a:solidFill>
                  <a:schemeClr val="bg1">
                    <a:lumMod val="95000"/>
                    <a:lumOff val="5000"/>
                  </a:schemeClr>
                </a:solidFill>
                <a:latin typeface="Arial" charset="0"/>
                <a:cs typeface="Arial" charset="0"/>
              </a:rPr>
              <a:t>Applied Regression Analysis</a:t>
            </a:r>
            <a:r>
              <a:rPr lang="en-US" altLang="en-US" b="1" dirty="0">
                <a:solidFill>
                  <a:schemeClr val="bg1">
                    <a:lumMod val="95000"/>
                    <a:lumOff val="5000"/>
                  </a:schemeClr>
                </a:solidFill>
                <a:latin typeface="Arial" charset="0"/>
                <a:cs typeface="Arial" charset="0"/>
              </a:rPr>
              <a:t>.  3</a:t>
            </a:r>
            <a:r>
              <a:rPr lang="en-US" altLang="en-US" b="1" baseline="30000" dirty="0">
                <a:solidFill>
                  <a:schemeClr val="bg1">
                    <a:lumMod val="95000"/>
                    <a:lumOff val="5000"/>
                  </a:schemeClr>
                </a:solidFill>
                <a:latin typeface="Arial" charset="0"/>
                <a:cs typeface="Arial" charset="0"/>
              </a:rPr>
              <a:t>rd</a:t>
            </a:r>
            <a:r>
              <a:rPr lang="en-US" altLang="en-US" b="1" dirty="0">
                <a:solidFill>
                  <a:schemeClr val="bg1">
                    <a:lumMod val="95000"/>
                    <a:lumOff val="5000"/>
                  </a:schemeClr>
                </a:solidFill>
                <a:latin typeface="Arial" charset="0"/>
                <a:cs typeface="Arial" charset="0"/>
              </a:rPr>
              <a:t> ed. New Delhi: Wiley-India, 1998.</a:t>
            </a:r>
          </a:p>
          <a:p>
            <a:pPr algn="just">
              <a:lnSpc>
                <a:spcPct val="200000"/>
              </a:lnSpc>
              <a:buClr>
                <a:srgbClr val="002060"/>
              </a:buClr>
              <a:buSzPct val="100000"/>
            </a:pPr>
            <a:r>
              <a:rPr lang="en-US" altLang="en-US" b="1" dirty="0" err="1">
                <a:solidFill>
                  <a:schemeClr val="bg1">
                    <a:lumMod val="95000"/>
                    <a:lumOff val="5000"/>
                  </a:schemeClr>
                </a:solidFill>
                <a:latin typeface="Arial" charset="0"/>
                <a:cs typeface="Arial" charset="0"/>
              </a:rPr>
              <a:t>Kutner</a:t>
            </a:r>
            <a:r>
              <a:rPr lang="en-US" altLang="en-US" b="1" dirty="0">
                <a:solidFill>
                  <a:schemeClr val="bg1">
                    <a:lumMod val="95000"/>
                    <a:lumOff val="5000"/>
                  </a:schemeClr>
                </a:solidFill>
                <a:latin typeface="Arial" charset="0"/>
                <a:cs typeface="Arial" charset="0"/>
              </a:rPr>
              <a:t>, M. H., C. J. </a:t>
            </a:r>
            <a:r>
              <a:rPr lang="en-US" altLang="en-US" b="1" dirty="0" err="1">
                <a:solidFill>
                  <a:schemeClr val="bg1">
                    <a:lumMod val="95000"/>
                    <a:lumOff val="5000"/>
                  </a:schemeClr>
                </a:solidFill>
                <a:latin typeface="Arial" charset="0"/>
                <a:cs typeface="Arial" charset="0"/>
              </a:rPr>
              <a:t>Nachtschiem</a:t>
            </a:r>
            <a:r>
              <a:rPr lang="en-US" altLang="en-US" b="1" dirty="0">
                <a:solidFill>
                  <a:schemeClr val="bg1">
                    <a:lumMod val="95000"/>
                    <a:lumOff val="5000"/>
                  </a:schemeClr>
                </a:solidFill>
                <a:latin typeface="Arial" charset="0"/>
                <a:cs typeface="Arial" charset="0"/>
              </a:rPr>
              <a:t>, J. </a:t>
            </a:r>
            <a:r>
              <a:rPr lang="en-US" altLang="en-US" b="1" dirty="0" err="1">
                <a:solidFill>
                  <a:schemeClr val="bg1">
                    <a:lumMod val="95000"/>
                    <a:lumOff val="5000"/>
                  </a:schemeClr>
                </a:solidFill>
                <a:latin typeface="Arial" charset="0"/>
                <a:cs typeface="Arial" charset="0"/>
              </a:rPr>
              <a:t>Netner</a:t>
            </a:r>
            <a:r>
              <a:rPr lang="en-US" altLang="en-US" b="1" dirty="0">
                <a:solidFill>
                  <a:schemeClr val="bg1">
                    <a:lumMod val="95000"/>
                    <a:lumOff val="5000"/>
                  </a:schemeClr>
                </a:solidFill>
                <a:latin typeface="Arial" charset="0"/>
                <a:cs typeface="Arial" charset="0"/>
              </a:rPr>
              <a:t>, </a:t>
            </a:r>
            <a:r>
              <a:rPr lang="en-US" altLang="en-US" b="1" i="1" dirty="0">
                <a:solidFill>
                  <a:schemeClr val="bg1">
                    <a:lumMod val="95000"/>
                    <a:lumOff val="5000"/>
                  </a:schemeClr>
                </a:solidFill>
                <a:latin typeface="Arial" charset="0"/>
                <a:cs typeface="Arial" charset="0"/>
              </a:rPr>
              <a:t>Applied Linear Regression Models</a:t>
            </a:r>
            <a:r>
              <a:rPr lang="en-US" altLang="en-US" b="1" dirty="0">
                <a:solidFill>
                  <a:schemeClr val="bg1">
                    <a:lumMod val="95000"/>
                    <a:lumOff val="5000"/>
                  </a:schemeClr>
                </a:solidFill>
                <a:latin typeface="Arial" charset="0"/>
                <a:cs typeface="Arial" charset="0"/>
              </a:rPr>
              <a:t>. 4</a:t>
            </a:r>
            <a:r>
              <a:rPr lang="en-US" altLang="en-US" b="1" baseline="30000" dirty="0">
                <a:solidFill>
                  <a:schemeClr val="bg1">
                    <a:lumMod val="95000"/>
                    <a:lumOff val="5000"/>
                  </a:schemeClr>
                </a:solidFill>
                <a:latin typeface="Arial" charset="0"/>
                <a:cs typeface="Arial" charset="0"/>
              </a:rPr>
              <a:t>th</a:t>
            </a:r>
            <a:r>
              <a:rPr lang="en-US" altLang="en-US" b="1" dirty="0">
                <a:solidFill>
                  <a:schemeClr val="bg1">
                    <a:lumMod val="95000"/>
                    <a:lumOff val="5000"/>
                  </a:schemeClr>
                </a:solidFill>
                <a:latin typeface="Arial" charset="0"/>
                <a:cs typeface="Arial" charset="0"/>
              </a:rPr>
              <a:t> ed. New Delhi: McGraw Hill, 2004.</a:t>
            </a:r>
          </a:p>
          <a:p>
            <a:pPr algn="just">
              <a:lnSpc>
                <a:spcPct val="200000"/>
              </a:lnSpc>
              <a:buClr>
                <a:srgbClr val="002060"/>
              </a:buClr>
              <a:buSzPct val="100000"/>
            </a:pPr>
            <a:r>
              <a:rPr lang="en-US" altLang="en-US" b="1" i="1" dirty="0">
                <a:solidFill>
                  <a:schemeClr val="bg1">
                    <a:lumMod val="95000"/>
                    <a:lumOff val="5000"/>
                  </a:schemeClr>
                </a:solidFill>
                <a:latin typeface="Arial" charset="0"/>
                <a:cs typeface="Arial" charset="0"/>
              </a:rPr>
              <a:t>Note: </a:t>
            </a:r>
            <a:r>
              <a:rPr lang="en-US" altLang="en-US" i="1" dirty="0">
                <a:solidFill>
                  <a:schemeClr val="bg1">
                    <a:lumMod val="95000"/>
                    <a:lumOff val="5000"/>
                  </a:schemeClr>
                </a:solidFill>
                <a:latin typeface="Arial" charset="0"/>
                <a:cs typeface="Arial" charset="0"/>
              </a:rPr>
              <a:t>In case of any reference be inadvertently omitted, the error will be rectified if intimated</a:t>
            </a:r>
            <a:endParaRPr lang="en-US" altLang="en-US" i="1" dirty="0">
              <a:solidFill>
                <a:schemeClr val="bg1"/>
              </a:solidFill>
              <a:latin typeface="Arial" charset="0"/>
              <a:cs typeface="Arial" charset="0"/>
            </a:endParaRPr>
          </a:p>
        </p:txBody>
      </p:sp>
    </p:spTree>
    <p:extLst>
      <p:ext uri="{BB962C8B-B14F-4D97-AF65-F5344CB8AC3E}">
        <p14:creationId xmlns:p14="http://schemas.microsoft.com/office/powerpoint/2010/main" val="2322619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A02CB-4EEA-EFDF-63DE-427159E01FD2}"/>
            </a:ext>
          </a:extLst>
        </p:cNvPr>
        <p:cNvGrpSpPr/>
        <p:nvPr/>
      </p:nvGrpSpPr>
      <p:grpSpPr>
        <a:xfrm>
          <a:off x="0" y="0"/>
          <a:ext cx="0" cy="0"/>
          <a:chOff x="0" y="0"/>
          <a:chExt cx="0" cy="0"/>
        </a:xfrm>
      </p:grpSpPr>
      <p:sp>
        <p:nvSpPr>
          <p:cNvPr id="40962" name="TextBox 1">
            <a:extLst>
              <a:ext uri="{FF2B5EF4-FFF2-40B4-BE49-F238E27FC236}">
                <a16:creationId xmlns:a16="http://schemas.microsoft.com/office/drawing/2014/main" id="{639EAAF5-6B7A-89EA-4D9D-495D98D81DA7}"/>
              </a:ext>
            </a:extLst>
          </p:cNvPr>
          <p:cNvSpPr txBox="1">
            <a:spLocks noChangeArrowheads="1"/>
          </p:cNvSpPr>
          <p:nvPr/>
        </p:nvSpPr>
        <p:spPr bwMode="auto">
          <a:xfrm>
            <a:off x="971600" y="-34906"/>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What is Meant by Regression?</a:t>
            </a:r>
          </a:p>
        </p:txBody>
      </p:sp>
      <p:sp>
        <p:nvSpPr>
          <p:cNvPr id="40963" name="TextBox 2">
            <a:extLst>
              <a:ext uri="{FF2B5EF4-FFF2-40B4-BE49-F238E27FC236}">
                <a16:creationId xmlns:a16="http://schemas.microsoft.com/office/drawing/2014/main" id="{C2B43B82-81FB-6DA0-B9CC-53BBE69123A8}"/>
              </a:ext>
            </a:extLst>
          </p:cNvPr>
          <p:cNvSpPr txBox="1">
            <a:spLocks noChangeArrowheads="1"/>
          </p:cNvSpPr>
          <p:nvPr/>
        </p:nvSpPr>
        <p:spPr bwMode="auto">
          <a:xfrm>
            <a:off x="287524" y="726661"/>
            <a:ext cx="8568952" cy="3785652"/>
          </a:xfrm>
          <a:prstGeom prst="rect">
            <a:avLst/>
          </a:prstGeom>
          <a:noFill/>
          <a:ln w="9525">
            <a:noFill/>
            <a:miter lim="800000"/>
            <a:headEnd/>
            <a:tailEnd/>
          </a:ln>
        </p:spPr>
        <p:txBody>
          <a:bodyPr wrap="square">
            <a:spAutoFit/>
          </a:bodyPr>
          <a:lstStyle/>
          <a:p>
            <a:pPr marL="342900" indent="-342900" algn="just">
              <a:lnSpc>
                <a:spcPct val="200000"/>
              </a:lnSpc>
              <a:buClr>
                <a:srgbClr val="0000FF"/>
              </a:buClr>
              <a:buSzPct val="99000"/>
              <a:buFont typeface="Wingdings" panose="05000000000000000000" pitchFamily="2" charset="2"/>
              <a:buChar char="v"/>
            </a:pPr>
            <a:r>
              <a:rPr lang="en-US" sz="2000" dirty="0">
                <a:solidFill>
                  <a:schemeClr val="bg1">
                    <a:lumMod val="95000"/>
                    <a:lumOff val="5000"/>
                  </a:schemeClr>
                </a:solidFill>
                <a:latin typeface="Arial" pitchFamily="34" charset="0"/>
                <a:cs typeface="Arial" pitchFamily="34" charset="0"/>
                <a:sym typeface="Symbol"/>
              </a:rPr>
              <a:t>A return to former state of existence</a:t>
            </a:r>
          </a:p>
          <a:p>
            <a:pPr marL="342900" indent="-342900" algn="just">
              <a:lnSpc>
                <a:spcPct val="200000"/>
              </a:lnSpc>
              <a:buClr>
                <a:srgbClr val="0000FF"/>
              </a:buClr>
              <a:buSzPct val="99000"/>
              <a:buFont typeface="Wingdings" panose="05000000000000000000" pitchFamily="2" charset="2"/>
              <a:buChar char="v"/>
            </a:pPr>
            <a:r>
              <a:rPr lang="en-US" sz="2000" dirty="0">
                <a:solidFill>
                  <a:schemeClr val="bg1">
                    <a:lumMod val="95000"/>
                    <a:lumOff val="5000"/>
                  </a:schemeClr>
                </a:solidFill>
                <a:latin typeface="Arial" pitchFamily="34" charset="0"/>
                <a:cs typeface="Arial" pitchFamily="34" charset="0"/>
                <a:sym typeface="Symbol"/>
              </a:rPr>
              <a:t>Reduced symptoms or lower severity of a disease instead of its progression (regression of disease)</a:t>
            </a:r>
          </a:p>
          <a:p>
            <a:pPr marL="342900" indent="-342900" algn="just">
              <a:lnSpc>
                <a:spcPct val="200000"/>
              </a:lnSpc>
              <a:buClr>
                <a:srgbClr val="0000FF"/>
              </a:buClr>
              <a:buSzPct val="99000"/>
              <a:buFont typeface="Wingdings" panose="05000000000000000000" pitchFamily="2" charset="2"/>
              <a:buChar char="v"/>
            </a:pPr>
            <a:r>
              <a:rPr lang="en-US" sz="2000" dirty="0">
                <a:solidFill>
                  <a:schemeClr val="bg1">
                    <a:lumMod val="95000"/>
                    <a:lumOff val="5000"/>
                  </a:schemeClr>
                </a:solidFill>
                <a:latin typeface="Arial" pitchFamily="34" charset="0"/>
                <a:cs typeface="Arial" pitchFamily="34" charset="0"/>
                <a:sym typeface="Symbol"/>
              </a:rPr>
              <a:t>The relation between input and output is called regression because it refers to a statistical tendency of data points to move ("regress" or "step back") towards the average (mean) value. </a:t>
            </a:r>
          </a:p>
        </p:txBody>
      </p:sp>
    </p:spTree>
    <p:extLst>
      <p:ext uri="{BB962C8B-B14F-4D97-AF65-F5344CB8AC3E}">
        <p14:creationId xmlns:p14="http://schemas.microsoft.com/office/powerpoint/2010/main" val="2945930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AE490-8CA0-0DD0-2A76-F6DCF67DDC4C}"/>
            </a:ext>
          </a:extLst>
        </p:cNvPr>
        <p:cNvGrpSpPr/>
        <p:nvPr/>
      </p:nvGrpSpPr>
      <p:grpSpPr>
        <a:xfrm>
          <a:off x="0" y="0"/>
          <a:ext cx="0" cy="0"/>
          <a:chOff x="0" y="0"/>
          <a:chExt cx="0" cy="0"/>
        </a:xfrm>
      </p:grpSpPr>
      <p:sp>
        <p:nvSpPr>
          <p:cNvPr id="40962" name="TextBox 1">
            <a:extLst>
              <a:ext uri="{FF2B5EF4-FFF2-40B4-BE49-F238E27FC236}">
                <a16:creationId xmlns:a16="http://schemas.microsoft.com/office/drawing/2014/main" id="{B86FAC6F-4673-297F-2739-0FD73A2C7E75}"/>
              </a:ext>
            </a:extLst>
          </p:cNvPr>
          <p:cNvSpPr txBox="1">
            <a:spLocks noChangeArrowheads="1"/>
          </p:cNvSpPr>
          <p:nvPr/>
        </p:nvSpPr>
        <p:spPr bwMode="auto">
          <a:xfrm>
            <a:off x="971600" y="-34906"/>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What is Meant by Regression?</a:t>
            </a:r>
          </a:p>
        </p:txBody>
      </p:sp>
      <p:sp>
        <p:nvSpPr>
          <p:cNvPr id="40963" name="TextBox 2">
            <a:extLst>
              <a:ext uri="{FF2B5EF4-FFF2-40B4-BE49-F238E27FC236}">
                <a16:creationId xmlns:a16="http://schemas.microsoft.com/office/drawing/2014/main" id="{7E22DDEB-E95F-67D9-1B09-CE03FD0C2F42}"/>
              </a:ext>
            </a:extLst>
          </p:cNvPr>
          <p:cNvSpPr txBox="1">
            <a:spLocks noChangeArrowheads="1"/>
          </p:cNvSpPr>
          <p:nvPr/>
        </p:nvSpPr>
        <p:spPr bwMode="auto">
          <a:xfrm>
            <a:off x="395536" y="843558"/>
            <a:ext cx="8280920" cy="3690177"/>
          </a:xfrm>
          <a:prstGeom prst="rect">
            <a:avLst/>
          </a:prstGeom>
          <a:noFill/>
          <a:ln w="9525">
            <a:noFill/>
            <a:miter lim="800000"/>
            <a:headEnd/>
            <a:tailEnd/>
          </a:ln>
        </p:spPr>
        <p:txBody>
          <a:bodyPr wrap="square">
            <a:spAutoFit/>
          </a:bodyPr>
          <a:lstStyle/>
          <a:p>
            <a:pPr marL="342900" indent="-342900" algn="just">
              <a:lnSpc>
                <a:spcPct val="200000"/>
              </a:lnSpc>
              <a:buClr>
                <a:srgbClr val="0000FF"/>
              </a:buClr>
              <a:buSzPct val="99000"/>
              <a:buFont typeface="Wingdings" panose="05000000000000000000" pitchFamily="2" charset="2"/>
              <a:buChar char="v"/>
            </a:pPr>
            <a:r>
              <a:rPr lang="en-US" sz="2000" dirty="0">
                <a:solidFill>
                  <a:schemeClr val="bg1">
                    <a:lumMod val="95000"/>
                    <a:lumOff val="5000"/>
                  </a:schemeClr>
                </a:solidFill>
                <a:latin typeface="Arial" pitchFamily="34" charset="0"/>
                <a:cs typeface="Arial" pitchFamily="34" charset="0"/>
                <a:sym typeface="Symbol"/>
              </a:rPr>
              <a:t>Historical Origin: "Regression to the Mean"</a:t>
            </a:r>
          </a:p>
          <a:p>
            <a:pPr marL="342900" indent="-342900" algn="just">
              <a:lnSpc>
                <a:spcPct val="200000"/>
              </a:lnSpc>
              <a:buClr>
                <a:srgbClr val="0000FF"/>
              </a:buClr>
              <a:buSzPct val="99000"/>
              <a:buFont typeface="Wingdings" panose="05000000000000000000" pitchFamily="2" charset="2"/>
              <a:buChar char="v"/>
            </a:pPr>
            <a:r>
              <a:rPr lang="en-US" sz="2000" dirty="0">
                <a:solidFill>
                  <a:schemeClr val="bg1">
                    <a:lumMod val="95000"/>
                    <a:lumOff val="5000"/>
                  </a:schemeClr>
                </a:solidFill>
                <a:latin typeface="Arial" pitchFamily="34" charset="0"/>
                <a:cs typeface="Arial" pitchFamily="34" charset="0"/>
                <a:sym typeface="Symbol"/>
              </a:rPr>
              <a:t>Galton's Observations (1870s-1880s): While studying the inheritance of traits, Galton observed that children of very tall parents were usually shorter than their parents but taller than the average, while children of very short parents were usually taller than their parents but shorter than the average.</a:t>
            </a:r>
          </a:p>
        </p:txBody>
      </p:sp>
    </p:spTree>
    <p:extLst>
      <p:ext uri="{BB962C8B-B14F-4D97-AF65-F5344CB8AC3E}">
        <p14:creationId xmlns:p14="http://schemas.microsoft.com/office/powerpoint/2010/main" val="566863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E0C12-1077-5D2A-2EFF-F18BFA987799}"/>
            </a:ext>
          </a:extLst>
        </p:cNvPr>
        <p:cNvGrpSpPr/>
        <p:nvPr/>
      </p:nvGrpSpPr>
      <p:grpSpPr>
        <a:xfrm>
          <a:off x="0" y="0"/>
          <a:ext cx="0" cy="0"/>
          <a:chOff x="0" y="0"/>
          <a:chExt cx="0" cy="0"/>
        </a:xfrm>
      </p:grpSpPr>
      <p:sp>
        <p:nvSpPr>
          <p:cNvPr id="40962" name="TextBox 1">
            <a:extLst>
              <a:ext uri="{FF2B5EF4-FFF2-40B4-BE49-F238E27FC236}">
                <a16:creationId xmlns:a16="http://schemas.microsoft.com/office/drawing/2014/main" id="{DF61BB16-20D7-D711-5E7F-4FA8807AB84E}"/>
              </a:ext>
            </a:extLst>
          </p:cNvPr>
          <p:cNvSpPr txBox="1">
            <a:spLocks noChangeArrowheads="1"/>
          </p:cNvSpPr>
          <p:nvPr/>
        </p:nvSpPr>
        <p:spPr bwMode="auto">
          <a:xfrm>
            <a:off x="971600" y="-34906"/>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What is Meant by Regression?</a:t>
            </a:r>
          </a:p>
        </p:txBody>
      </p:sp>
      <p:sp>
        <p:nvSpPr>
          <p:cNvPr id="40963" name="TextBox 2">
            <a:extLst>
              <a:ext uri="{FF2B5EF4-FFF2-40B4-BE49-F238E27FC236}">
                <a16:creationId xmlns:a16="http://schemas.microsoft.com/office/drawing/2014/main" id="{7C3FAEAF-0790-A664-022F-4BC61E4666C5}"/>
              </a:ext>
            </a:extLst>
          </p:cNvPr>
          <p:cNvSpPr txBox="1">
            <a:spLocks noChangeArrowheads="1"/>
          </p:cNvSpPr>
          <p:nvPr/>
        </p:nvSpPr>
        <p:spPr bwMode="auto">
          <a:xfrm>
            <a:off x="287524" y="515011"/>
            <a:ext cx="8568952" cy="4524315"/>
          </a:xfrm>
          <a:prstGeom prst="rect">
            <a:avLst/>
          </a:prstGeom>
          <a:noFill/>
          <a:ln w="9525">
            <a:noFill/>
            <a:miter lim="800000"/>
            <a:headEnd/>
            <a:tailEnd/>
          </a:ln>
        </p:spPr>
        <p:txBody>
          <a:bodyPr wrap="square">
            <a:spAutoFit/>
          </a:bodyPr>
          <a:lstStyle/>
          <a:p>
            <a:pPr marL="342900" indent="-342900" algn="just">
              <a:lnSpc>
                <a:spcPct val="200000"/>
              </a:lnSpc>
              <a:buClr>
                <a:srgbClr val="0000FF"/>
              </a:buClr>
              <a:buSzPct val="99000"/>
              <a:buFont typeface="Wingdings" panose="05000000000000000000" pitchFamily="2" charset="2"/>
              <a:buChar char="v"/>
            </a:pPr>
            <a:r>
              <a:rPr lang="en-US" b="1" dirty="0">
                <a:solidFill>
                  <a:schemeClr val="bg1">
                    <a:lumMod val="95000"/>
                    <a:lumOff val="5000"/>
                  </a:schemeClr>
                </a:solidFill>
                <a:latin typeface="Arial" pitchFamily="34" charset="0"/>
                <a:cs typeface="Arial" pitchFamily="34" charset="0"/>
                <a:sym typeface="Symbol"/>
              </a:rPr>
              <a:t>Regressing Toward Mediocrity: </a:t>
            </a:r>
            <a:r>
              <a:rPr lang="en-US" dirty="0">
                <a:solidFill>
                  <a:schemeClr val="bg1">
                    <a:lumMod val="95000"/>
                    <a:lumOff val="5000"/>
                  </a:schemeClr>
                </a:solidFill>
                <a:latin typeface="Arial" pitchFamily="34" charset="0"/>
                <a:cs typeface="Arial" pitchFamily="34" charset="0"/>
                <a:sym typeface="Symbol"/>
              </a:rPr>
              <a:t>Galton called this phenomenon "regression toward mediocrity" or "regression to the mean," meaning that data points extreme in value tend to "regress" back toward the average value.</a:t>
            </a:r>
          </a:p>
          <a:p>
            <a:pPr marL="342900" indent="-342900" algn="just">
              <a:lnSpc>
                <a:spcPct val="200000"/>
              </a:lnSpc>
              <a:buClr>
                <a:srgbClr val="0000FF"/>
              </a:buClr>
              <a:buSzPct val="99000"/>
              <a:buFont typeface="Wingdings" panose="05000000000000000000" pitchFamily="2" charset="2"/>
              <a:buChar char="v"/>
            </a:pPr>
            <a:r>
              <a:rPr lang="en-US" b="1" dirty="0">
                <a:solidFill>
                  <a:schemeClr val="bg1">
                    <a:lumMod val="95000"/>
                    <a:lumOff val="5000"/>
                  </a:schemeClr>
                </a:solidFill>
                <a:latin typeface="Arial" pitchFamily="34" charset="0"/>
                <a:cs typeface="Arial" pitchFamily="34" charset="0"/>
                <a:sym typeface="Symbol"/>
              </a:rPr>
              <a:t>The "Line of Regression": </a:t>
            </a:r>
            <a:r>
              <a:rPr lang="en-US" dirty="0">
                <a:solidFill>
                  <a:schemeClr val="bg1">
                    <a:lumMod val="95000"/>
                    <a:lumOff val="5000"/>
                  </a:schemeClr>
                </a:solidFill>
                <a:latin typeface="Arial" pitchFamily="34" charset="0"/>
                <a:cs typeface="Arial" pitchFamily="34" charset="0"/>
                <a:sym typeface="Symbol"/>
              </a:rPr>
              <a:t>To visualize and model this, Galton used a straight line to summarize the relationship, which he termed the "regression line”</a:t>
            </a:r>
          </a:p>
          <a:p>
            <a:pPr marL="342900" indent="-342900" algn="just">
              <a:lnSpc>
                <a:spcPct val="200000"/>
              </a:lnSpc>
              <a:buClr>
                <a:srgbClr val="0000FF"/>
              </a:buClr>
              <a:buSzPct val="99000"/>
              <a:buFont typeface="Wingdings" panose="05000000000000000000" pitchFamily="2" charset="2"/>
              <a:buChar char="v"/>
            </a:pPr>
            <a:r>
              <a:rPr lang="en-US" b="1" dirty="0">
                <a:solidFill>
                  <a:schemeClr val="bg1">
                    <a:lumMod val="95000"/>
                    <a:lumOff val="5000"/>
                  </a:schemeClr>
                </a:solidFill>
                <a:latin typeface="Arial" pitchFamily="34" charset="0"/>
                <a:cs typeface="Arial" pitchFamily="34" charset="0"/>
                <a:sym typeface="Symbol"/>
              </a:rPr>
              <a:t>Machine Learning Definition:</a:t>
            </a:r>
            <a:r>
              <a:rPr lang="en-US" dirty="0">
                <a:solidFill>
                  <a:schemeClr val="bg1">
                    <a:lumMod val="95000"/>
                    <a:lumOff val="5000"/>
                  </a:schemeClr>
                </a:solidFill>
                <a:latin typeface="Arial" pitchFamily="34" charset="0"/>
                <a:cs typeface="Arial" pitchFamily="34" charset="0"/>
                <a:sym typeface="Symbol"/>
              </a:rPr>
              <a:t> In modern data science, regression refers to a supervised learning technique used to predict a </a:t>
            </a:r>
            <a:r>
              <a:rPr lang="en-US" b="1" dirty="0">
                <a:solidFill>
                  <a:schemeClr val="bg1">
                    <a:lumMod val="95000"/>
                    <a:lumOff val="5000"/>
                  </a:schemeClr>
                </a:solidFill>
                <a:latin typeface="Arial" pitchFamily="34" charset="0"/>
                <a:cs typeface="Arial" pitchFamily="34" charset="0"/>
                <a:sym typeface="Symbol"/>
              </a:rPr>
              <a:t>continuous numerical output </a:t>
            </a:r>
            <a:r>
              <a:rPr lang="en-US" dirty="0">
                <a:solidFill>
                  <a:schemeClr val="bg1">
                    <a:lumMod val="95000"/>
                    <a:lumOff val="5000"/>
                  </a:schemeClr>
                </a:solidFill>
                <a:latin typeface="Arial" pitchFamily="34" charset="0"/>
                <a:cs typeface="Arial" pitchFamily="34" charset="0"/>
                <a:sym typeface="Symbol"/>
              </a:rPr>
              <a:t>(e.g., price, temperature, sales volume) based on input features.</a:t>
            </a:r>
          </a:p>
        </p:txBody>
      </p:sp>
    </p:spTree>
    <p:extLst>
      <p:ext uri="{BB962C8B-B14F-4D97-AF65-F5344CB8AC3E}">
        <p14:creationId xmlns:p14="http://schemas.microsoft.com/office/powerpoint/2010/main" val="811504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o Why Is It Called Regression Anyw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123478"/>
            <a:ext cx="5715000" cy="47053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707904" y="123478"/>
            <a:ext cx="1440160"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2267744" y="843558"/>
            <a:ext cx="2736304" cy="584775"/>
          </a:xfrm>
          <a:prstGeom prst="rect">
            <a:avLst/>
          </a:prstGeom>
          <a:noFill/>
        </p:spPr>
        <p:txBody>
          <a:bodyPr wrap="square" rtlCol="0">
            <a:spAutoFit/>
          </a:bodyPr>
          <a:lstStyle/>
          <a:p>
            <a:pPr algn="just"/>
            <a:r>
              <a:rPr lang="en-US" sz="1600" dirty="0">
                <a:solidFill>
                  <a:schemeClr val="bg1"/>
                </a:solidFill>
                <a:latin typeface="Arial" panose="020B0604020202020204" pitchFamily="34" charset="0"/>
                <a:cs typeface="Arial" panose="020B0604020202020204" pitchFamily="34" charset="0"/>
              </a:rPr>
              <a:t>Which is mid-parent height and which is child height?</a:t>
            </a:r>
            <a:endParaRPr lang="en-IN" sz="1600" dirty="0">
              <a:solidFill>
                <a:schemeClr val="bg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339069A-7C53-AA5C-F65B-068D6516A5F3}"/>
              </a:ext>
            </a:extLst>
          </p:cNvPr>
          <p:cNvSpPr txBox="1"/>
          <p:nvPr/>
        </p:nvSpPr>
        <p:spPr>
          <a:xfrm>
            <a:off x="323528" y="4828829"/>
            <a:ext cx="7992888" cy="276999"/>
          </a:xfrm>
          <a:prstGeom prst="rect">
            <a:avLst/>
          </a:prstGeom>
          <a:noFill/>
        </p:spPr>
        <p:txBody>
          <a:bodyPr wrap="square">
            <a:spAutoFit/>
          </a:bodyPr>
          <a:lstStyle/>
          <a:p>
            <a:r>
              <a:rPr lang="en-IN" sz="1200" dirty="0">
                <a:solidFill>
                  <a:schemeClr val="accent6">
                    <a:lumMod val="50000"/>
                  </a:schemeClr>
                </a:solidFill>
                <a:latin typeface="Arial" panose="020B0604020202020204" pitchFamily="34" charset="0"/>
                <a:cs typeface="Arial" panose="020B0604020202020204" pitchFamily="34" charset="0"/>
              </a:rPr>
              <a:t>https://select-statistics.co.uk/blog/regression-to-the-mean-as-relevant-today-as-it-was-in-the-1900s/</a:t>
            </a:r>
          </a:p>
        </p:txBody>
      </p:sp>
    </p:spTree>
    <p:extLst>
      <p:ext uri="{BB962C8B-B14F-4D97-AF65-F5344CB8AC3E}">
        <p14:creationId xmlns:p14="http://schemas.microsoft.com/office/powerpoint/2010/main" val="124244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o Why Is It Called Regression Anyw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123478"/>
            <a:ext cx="5715000" cy="4705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7044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D4EAB-CC7A-93E7-E705-A986D1A457EA}"/>
            </a:ext>
          </a:extLst>
        </p:cNvPr>
        <p:cNvGrpSpPr/>
        <p:nvPr/>
      </p:nvGrpSpPr>
      <p:grpSpPr>
        <a:xfrm>
          <a:off x="0" y="0"/>
          <a:ext cx="0" cy="0"/>
          <a:chOff x="0" y="0"/>
          <a:chExt cx="0" cy="0"/>
        </a:xfrm>
      </p:grpSpPr>
      <p:sp>
        <p:nvSpPr>
          <p:cNvPr id="40962" name="TextBox 1">
            <a:extLst>
              <a:ext uri="{FF2B5EF4-FFF2-40B4-BE49-F238E27FC236}">
                <a16:creationId xmlns:a16="http://schemas.microsoft.com/office/drawing/2014/main" id="{5592EDAE-5BEF-6C9D-1889-AE23CBB1FFF8}"/>
              </a:ext>
            </a:extLst>
          </p:cNvPr>
          <p:cNvSpPr txBox="1">
            <a:spLocks noChangeArrowheads="1"/>
          </p:cNvSpPr>
          <p:nvPr/>
        </p:nvSpPr>
        <p:spPr bwMode="auto">
          <a:xfrm>
            <a:off x="571500" y="-21876"/>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The Regression Line of Galton</a:t>
            </a:r>
          </a:p>
        </p:txBody>
      </p:sp>
      <p:sp>
        <p:nvSpPr>
          <p:cNvPr id="4" name="TextBox 3">
            <a:extLst>
              <a:ext uri="{FF2B5EF4-FFF2-40B4-BE49-F238E27FC236}">
                <a16:creationId xmlns:a16="http://schemas.microsoft.com/office/drawing/2014/main" id="{86D332C8-492E-A619-E50D-487BBA8ABC8C}"/>
              </a:ext>
            </a:extLst>
          </p:cNvPr>
          <p:cNvSpPr txBox="1"/>
          <p:nvPr/>
        </p:nvSpPr>
        <p:spPr>
          <a:xfrm>
            <a:off x="395536" y="699542"/>
            <a:ext cx="8208912" cy="4247317"/>
          </a:xfrm>
          <a:prstGeom prst="rect">
            <a:avLst/>
          </a:prstGeom>
          <a:noFill/>
        </p:spPr>
        <p:txBody>
          <a:bodyPr wrap="square">
            <a:spAutoFit/>
          </a:bodyPr>
          <a:lstStyle/>
          <a:p>
            <a:pPr marL="342900" indent="-342900" algn="just">
              <a:lnSpc>
                <a:spcPct val="15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Regression to the mean is an important statistical phenomenon which is often neglected and may lead to misleading conclusions.  </a:t>
            </a:r>
          </a:p>
          <a:p>
            <a:pPr marL="342900" indent="-342900" algn="just">
              <a:lnSpc>
                <a:spcPct val="15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For example, statistics on the impact of CCTVs indicated that they reduced crime by around 100 robberies   </a:t>
            </a:r>
          </a:p>
          <a:p>
            <a:pPr marL="342900" indent="-342900" algn="just">
              <a:lnSpc>
                <a:spcPct val="15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This inference was based on the reduction in crime after the CCTVs had been installed.  </a:t>
            </a:r>
          </a:p>
          <a:p>
            <a:pPr marL="342900" indent="-342900" algn="just">
              <a:lnSpc>
                <a:spcPct val="15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But, CCTVs are often installed after there have been an unusually high number of robberies </a:t>
            </a:r>
          </a:p>
          <a:p>
            <a:pPr marL="342900" indent="-342900" algn="just">
              <a:lnSpc>
                <a:spcPct val="15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So you may generally anticipate that the number of robberies return to normal levels afterwards anyway</a:t>
            </a:r>
          </a:p>
        </p:txBody>
      </p:sp>
    </p:spTree>
    <p:extLst>
      <p:ext uri="{BB962C8B-B14F-4D97-AF65-F5344CB8AC3E}">
        <p14:creationId xmlns:p14="http://schemas.microsoft.com/office/powerpoint/2010/main" val="1281795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2FF70-B75F-D2EA-09CC-9E2FC15E7C6D}"/>
            </a:ext>
          </a:extLst>
        </p:cNvPr>
        <p:cNvGrpSpPr/>
        <p:nvPr/>
      </p:nvGrpSpPr>
      <p:grpSpPr>
        <a:xfrm>
          <a:off x="0" y="0"/>
          <a:ext cx="0" cy="0"/>
          <a:chOff x="0" y="0"/>
          <a:chExt cx="0" cy="0"/>
        </a:xfrm>
      </p:grpSpPr>
      <p:sp>
        <p:nvSpPr>
          <p:cNvPr id="40962" name="TextBox 1">
            <a:extLst>
              <a:ext uri="{FF2B5EF4-FFF2-40B4-BE49-F238E27FC236}">
                <a16:creationId xmlns:a16="http://schemas.microsoft.com/office/drawing/2014/main" id="{92C3CD67-A20A-3393-5F08-DF7988533A96}"/>
              </a:ext>
            </a:extLst>
          </p:cNvPr>
          <p:cNvSpPr txBox="1">
            <a:spLocks noChangeArrowheads="1"/>
          </p:cNvSpPr>
          <p:nvPr/>
        </p:nvSpPr>
        <p:spPr bwMode="auto">
          <a:xfrm>
            <a:off x="571500" y="-21876"/>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Regression and Causality</a:t>
            </a:r>
          </a:p>
        </p:txBody>
      </p:sp>
      <p:sp>
        <p:nvSpPr>
          <p:cNvPr id="4" name="TextBox 3">
            <a:extLst>
              <a:ext uri="{FF2B5EF4-FFF2-40B4-BE49-F238E27FC236}">
                <a16:creationId xmlns:a16="http://schemas.microsoft.com/office/drawing/2014/main" id="{339066C6-3206-6429-EDB5-218543EBE25C}"/>
              </a:ext>
            </a:extLst>
          </p:cNvPr>
          <p:cNvSpPr txBox="1"/>
          <p:nvPr/>
        </p:nvSpPr>
        <p:spPr>
          <a:xfrm>
            <a:off x="395536" y="771550"/>
            <a:ext cx="8032948" cy="3690177"/>
          </a:xfrm>
          <a:prstGeom prst="rect">
            <a:avLst/>
          </a:prstGeom>
          <a:noFill/>
        </p:spPr>
        <p:txBody>
          <a:bodyPr wrap="square">
            <a:spAutoFit/>
          </a:bodyPr>
          <a:lstStyle/>
          <a:p>
            <a:pPr marL="342900" indent="-342900" algn="just">
              <a:lnSpc>
                <a:spcPct val="20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Let there be a strong statistical relation between the response variable Y and the explanatory or predictor variable X </a:t>
            </a:r>
          </a:p>
          <a:p>
            <a:pPr marL="342900" indent="-342900" algn="just">
              <a:lnSpc>
                <a:spcPct val="20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But it does not imply in any way that Y depends causally on X i.e., X was solely responsible for causing Y</a:t>
            </a:r>
          </a:p>
          <a:p>
            <a:pPr marL="342900" indent="-342900" algn="just">
              <a:lnSpc>
                <a:spcPct val="20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Irrespective of the strong statistical relation between X and Y, do not attribute a cause-and-effect pattern to the regression model. </a:t>
            </a:r>
          </a:p>
        </p:txBody>
      </p:sp>
    </p:spTree>
    <p:extLst>
      <p:ext uri="{BB962C8B-B14F-4D97-AF65-F5344CB8AC3E}">
        <p14:creationId xmlns:p14="http://schemas.microsoft.com/office/powerpoint/2010/main" val="3274010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44573-F326-1B22-D0FA-327F18EAD615}"/>
            </a:ext>
          </a:extLst>
        </p:cNvPr>
        <p:cNvGrpSpPr/>
        <p:nvPr/>
      </p:nvGrpSpPr>
      <p:grpSpPr>
        <a:xfrm>
          <a:off x="0" y="0"/>
          <a:ext cx="0" cy="0"/>
          <a:chOff x="0" y="0"/>
          <a:chExt cx="0" cy="0"/>
        </a:xfrm>
      </p:grpSpPr>
      <p:sp>
        <p:nvSpPr>
          <p:cNvPr id="40962" name="TextBox 1">
            <a:extLst>
              <a:ext uri="{FF2B5EF4-FFF2-40B4-BE49-F238E27FC236}">
                <a16:creationId xmlns:a16="http://schemas.microsoft.com/office/drawing/2014/main" id="{CB27904C-3511-A7B3-FE10-6A1E873F7400}"/>
              </a:ext>
            </a:extLst>
          </p:cNvPr>
          <p:cNvSpPr txBox="1">
            <a:spLocks noChangeArrowheads="1"/>
          </p:cNvSpPr>
          <p:nvPr/>
        </p:nvSpPr>
        <p:spPr bwMode="auto">
          <a:xfrm>
            <a:off x="571500" y="-21876"/>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What is Linear about Regression?</a:t>
            </a:r>
          </a:p>
        </p:txBody>
      </p:sp>
      <p:sp>
        <p:nvSpPr>
          <p:cNvPr id="4" name="TextBox 3">
            <a:extLst>
              <a:ext uri="{FF2B5EF4-FFF2-40B4-BE49-F238E27FC236}">
                <a16:creationId xmlns:a16="http://schemas.microsoft.com/office/drawing/2014/main" id="{9EDB2A38-7DFB-6572-6184-063352E7514B}"/>
              </a:ext>
            </a:extLst>
          </p:cNvPr>
          <p:cNvSpPr txBox="1"/>
          <p:nvPr/>
        </p:nvSpPr>
        <p:spPr>
          <a:xfrm>
            <a:off x="935596" y="843558"/>
            <a:ext cx="7272808" cy="2400657"/>
          </a:xfrm>
          <a:prstGeom prst="rect">
            <a:avLst/>
          </a:prstGeom>
          <a:noFill/>
        </p:spPr>
        <p:txBody>
          <a:bodyPr wrap="square">
            <a:spAutoFit/>
          </a:bodyPr>
          <a:lstStyle/>
          <a:p>
            <a:pPr marL="342900" indent="-342900" algn="just">
              <a:lnSpc>
                <a:spcPct val="15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In linear regression, "linear" means the model is linear in its parameters (</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2000" baseline="-25000" dirty="0">
                <a:solidFill>
                  <a:schemeClr val="bg1"/>
                </a:solidFill>
                <a:latin typeface="Arial" panose="020B0604020202020204" pitchFamily="34" charset="0"/>
                <a:cs typeface="Arial" panose="020B0604020202020204" pitchFamily="34" charset="0"/>
                <a:sym typeface="Symbol" panose="05050102010706020507" pitchFamily="18" charset="2"/>
              </a:rPr>
              <a:t>o</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US" sz="2000"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 … </a:t>
            </a:r>
            <a:r>
              <a:rPr lang="en-US" sz="2000" dirty="0">
                <a:solidFill>
                  <a:schemeClr val="bg1"/>
                </a:solidFill>
                <a:latin typeface="Arial" panose="020B0604020202020204" pitchFamily="34" charset="0"/>
                <a:cs typeface="Arial" panose="020B0604020202020204" pitchFamily="34" charset="0"/>
              </a:rPr>
              <a:t>)</a:t>
            </a:r>
          </a:p>
          <a:p>
            <a:pPr marL="342900" indent="-342900" algn="just">
              <a:lnSpc>
                <a:spcPct val="15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This means that the parameters are not multiplied, divided, or raised to powers, allowing the model to be expressed as a weighted sum: </a:t>
            </a:r>
          </a:p>
        </p:txBody>
      </p:sp>
      <p:pic>
        <p:nvPicPr>
          <p:cNvPr id="3" name="Picture 2">
            <a:extLst>
              <a:ext uri="{FF2B5EF4-FFF2-40B4-BE49-F238E27FC236}">
                <a16:creationId xmlns:a16="http://schemas.microsoft.com/office/drawing/2014/main" id="{E9905760-053A-39B4-4E3F-952EEB09DA65}"/>
              </a:ext>
            </a:extLst>
          </p:cNvPr>
          <p:cNvPicPr>
            <a:picLocks noChangeAspect="1"/>
          </p:cNvPicPr>
          <p:nvPr/>
        </p:nvPicPr>
        <p:blipFill>
          <a:blip r:embed="rId2"/>
          <a:stretch>
            <a:fillRect/>
          </a:stretch>
        </p:blipFill>
        <p:spPr>
          <a:xfrm>
            <a:off x="2195736" y="3986023"/>
            <a:ext cx="4851207" cy="577096"/>
          </a:xfrm>
          <a:prstGeom prst="rect">
            <a:avLst/>
          </a:prstGeom>
        </p:spPr>
      </p:pic>
    </p:spTree>
    <p:extLst>
      <p:ext uri="{BB962C8B-B14F-4D97-AF65-F5344CB8AC3E}">
        <p14:creationId xmlns:p14="http://schemas.microsoft.com/office/powerpoint/2010/main" val="2253130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44573-F326-1B22-D0FA-327F18EAD615}"/>
            </a:ext>
          </a:extLst>
        </p:cNvPr>
        <p:cNvGrpSpPr/>
        <p:nvPr/>
      </p:nvGrpSpPr>
      <p:grpSpPr>
        <a:xfrm>
          <a:off x="0" y="0"/>
          <a:ext cx="0" cy="0"/>
          <a:chOff x="0" y="0"/>
          <a:chExt cx="0" cy="0"/>
        </a:xfrm>
      </p:grpSpPr>
      <p:sp>
        <p:nvSpPr>
          <p:cNvPr id="40962" name="TextBox 1">
            <a:extLst>
              <a:ext uri="{FF2B5EF4-FFF2-40B4-BE49-F238E27FC236}">
                <a16:creationId xmlns:a16="http://schemas.microsoft.com/office/drawing/2014/main" id="{CB27904C-3511-A7B3-FE10-6A1E873F7400}"/>
              </a:ext>
            </a:extLst>
          </p:cNvPr>
          <p:cNvSpPr txBox="1">
            <a:spLocks noChangeArrowheads="1"/>
          </p:cNvSpPr>
          <p:nvPr/>
        </p:nvSpPr>
        <p:spPr bwMode="auto">
          <a:xfrm>
            <a:off x="571500" y="-21876"/>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What is Linear about Regression?</a:t>
            </a:r>
          </a:p>
        </p:txBody>
      </p:sp>
      <p:pic>
        <p:nvPicPr>
          <p:cNvPr id="2" name="Picture 1"/>
          <p:cNvPicPr>
            <a:picLocks noChangeAspect="1"/>
          </p:cNvPicPr>
          <p:nvPr/>
        </p:nvPicPr>
        <p:blipFill>
          <a:blip r:embed="rId2"/>
          <a:stretch>
            <a:fillRect/>
          </a:stretch>
        </p:blipFill>
        <p:spPr>
          <a:xfrm>
            <a:off x="430698" y="3291830"/>
            <a:ext cx="8141802" cy="993069"/>
          </a:xfrm>
          <a:prstGeom prst="rect">
            <a:avLst/>
          </a:prstGeom>
        </p:spPr>
      </p:pic>
      <p:grpSp>
        <p:nvGrpSpPr>
          <p:cNvPr id="4" name="Group 3"/>
          <p:cNvGrpSpPr/>
          <p:nvPr/>
        </p:nvGrpSpPr>
        <p:grpSpPr>
          <a:xfrm>
            <a:off x="670968" y="1070555"/>
            <a:ext cx="8193836" cy="1885567"/>
            <a:chOff x="670968" y="1070555"/>
            <a:chExt cx="8193836" cy="1885567"/>
          </a:xfrm>
        </p:grpSpPr>
        <p:pic>
          <p:nvPicPr>
            <p:cNvPr id="6" name="Picture 5">
              <a:extLst>
                <a:ext uri="{FF2B5EF4-FFF2-40B4-BE49-F238E27FC236}">
                  <a16:creationId xmlns:a16="http://schemas.microsoft.com/office/drawing/2014/main" id="{AB0A55D0-7589-B376-47B3-EEA8D9301DCC}"/>
                </a:ext>
              </a:extLst>
            </p:cNvPr>
            <p:cNvPicPr>
              <a:picLocks noChangeAspect="1"/>
            </p:cNvPicPr>
            <p:nvPr/>
          </p:nvPicPr>
          <p:blipFill>
            <a:blip r:embed="rId3"/>
            <a:stretch>
              <a:fillRect/>
            </a:stretch>
          </p:blipFill>
          <p:spPr>
            <a:xfrm>
              <a:off x="670968" y="1070555"/>
              <a:ext cx="7802064" cy="1857634"/>
            </a:xfrm>
            <a:prstGeom prst="rect">
              <a:avLst/>
            </a:prstGeom>
          </p:spPr>
        </p:pic>
        <p:sp>
          <p:nvSpPr>
            <p:cNvPr id="3" name="TextBox 2"/>
            <p:cNvSpPr txBox="1"/>
            <p:nvPr/>
          </p:nvSpPr>
          <p:spPr>
            <a:xfrm>
              <a:off x="6626364" y="1558032"/>
              <a:ext cx="720080" cy="400110"/>
            </a:xfrm>
            <a:prstGeom prst="rect">
              <a:avLst/>
            </a:prstGeom>
            <a:solidFill>
              <a:schemeClr val="tx1"/>
            </a:solidFill>
          </p:spPr>
          <p:txBody>
            <a:bodyPr wrap="square" rtlCol="0">
              <a:spAutoFit/>
            </a:bodyPr>
            <a:lstStyle/>
            <a:p>
              <a:r>
                <a:rPr lang="en-IN" sz="2000" dirty="0">
                  <a:solidFill>
                    <a:schemeClr val="bg1"/>
                  </a:solidFill>
                  <a:sym typeface="Symbol" panose="05050102010706020507" pitchFamily="18" charset="2"/>
                </a:rPr>
                <a:t>+ </a:t>
              </a:r>
              <a:endParaRPr lang="en-IN" sz="2000" dirty="0">
                <a:solidFill>
                  <a:schemeClr val="bg1"/>
                </a:solidFill>
              </a:endParaRPr>
            </a:p>
          </p:txBody>
        </p:sp>
        <p:sp>
          <p:nvSpPr>
            <p:cNvPr id="7" name="TextBox 6"/>
            <p:cNvSpPr txBox="1"/>
            <p:nvPr/>
          </p:nvSpPr>
          <p:spPr>
            <a:xfrm>
              <a:off x="8144724" y="2056275"/>
              <a:ext cx="720080" cy="400110"/>
            </a:xfrm>
            <a:prstGeom prst="rect">
              <a:avLst/>
            </a:prstGeom>
            <a:solidFill>
              <a:schemeClr val="tx1"/>
            </a:solidFill>
          </p:spPr>
          <p:txBody>
            <a:bodyPr wrap="square" rtlCol="0">
              <a:spAutoFit/>
            </a:bodyPr>
            <a:lstStyle/>
            <a:p>
              <a:r>
                <a:rPr lang="en-IN" sz="2000" dirty="0">
                  <a:solidFill>
                    <a:schemeClr val="bg1"/>
                  </a:solidFill>
                  <a:sym typeface="Symbol" panose="05050102010706020507" pitchFamily="18" charset="2"/>
                </a:rPr>
                <a:t>)+ </a:t>
              </a:r>
              <a:endParaRPr lang="en-IN" sz="2000" dirty="0">
                <a:solidFill>
                  <a:schemeClr val="bg1"/>
                </a:solidFill>
              </a:endParaRPr>
            </a:p>
          </p:txBody>
        </p:sp>
        <p:sp>
          <p:nvSpPr>
            <p:cNvPr id="8" name="TextBox 7"/>
            <p:cNvSpPr txBox="1"/>
            <p:nvPr/>
          </p:nvSpPr>
          <p:spPr>
            <a:xfrm>
              <a:off x="7948838" y="2556012"/>
              <a:ext cx="720080" cy="400110"/>
            </a:xfrm>
            <a:prstGeom prst="rect">
              <a:avLst/>
            </a:prstGeom>
            <a:solidFill>
              <a:schemeClr val="tx1"/>
            </a:solidFill>
          </p:spPr>
          <p:txBody>
            <a:bodyPr wrap="square" rtlCol="0">
              <a:spAutoFit/>
            </a:bodyPr>
            <a:lstStyle/>
            <a:p>
              <a:r>
                <a:rPr lang="en-IN" sz="2000" dirty="0">
                  <a:solidFill>
                    <a:schemeClr val="bg1"/>
                  </a:solidFill>
                  <a:sym typeface="Symbol" panose="05050102010706020507" pitchFamily="18" charset="2"/>
                </a:rPr>
                <a:t>)+ </a:t>
              </a:r>
              <a:endParaRPr lang="en-IN" sz="2000" dirty="0">
                <a:solidFill>
                  <a:schemeClr val="bg1"/>
                </a:solidFill>
              </a:endParaRPr>
            </a:p>
          </p:txBody>
        </p:sp>
      </p:grpSp>
    </p:spTree>
    <p:extLst>
      <p:ext uri="{BB962C8B-B14F-4D97-AF65-F5344CB8AC3E}">
        <p14:creationId xmlns:p14="http://schemas.microsoft.com/office/powerpoint/2010/main" val="2029804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869250" y="987574"/>
            <a:ext cx="7265691" cy="3549936"/>
            <a:chOff x="869250" y="987574"/>
            <a:chExt cx="7265691" cy="3549936"/>
          </a:xfrm>
        </p:grpSpPr>
        <p:sp>
          <p:nvSpPr>
            <p:cNvPr id="27" name="TextBox 26"/>
            <p:cNvSpPr txBox="1"/>
            <p:nvPr/>
          </p:nvSpPr>
          <p:spPr>
            <a:xfrm>
              <a:off x="7591799" y="4075845"/>
              <a:ext cx="543142" cy="461665"/>
            </a:xfrm>
            <a:prstGeom prst="rect">
              <a:avLst/>
            </a:prstGeom>
            <a:noFill/>
          </p:spPr>
          <p:txBody>
            <a:bodyPr wrap="square" rtlCol="0">
              <a:spAutoFit/>
            </a:bodyPr>
            <a:lstStyle/>
            <a:p>
              <a:r>
                <a:rPr lang="en-US" sz="2400" dirty="0">
                  <a:solidFill>
                    <a:srgbClr val="002060"/>
                  </a:solidFill>
                  <a:latin typeface="Arial" pitchFamily="34" charset="0"/>
                  <a:cs typeface="Arial" pitchFamily="34" charset="0"/>
                </a:rPr>
                <a:t>X</a:t>
              </a:r>
              <a:endParaRPr lang="en-IN" sz="2400" baseline="-25000" dirty="0">
                <a:solidFill>
                  <a:srgbClr val="002060"/>
                </a:solidFill>
                <a:latin typeface="Arial" pitchFamily="34" charset="0"/>
                <a:cs typeface="Arial" pitchFamily="34" charset="0"/>
              </a:endParaRPr>
            </a:p>
          </p:txBody>
        </p:sp>
        <p:grpSp>
          <p:nvGrpSpPr>
            <p:cNvPr id="2" name="Group 1"/>
            <p:cNvGrpSpPr/>
            <p:nvPr/>
          </p:nvGrpSpPr>
          <p:grpSpPr>
            <a:xfrm>
              <a:off x="869250" y="987574"/>
              <a:ext cx="6984776" cy="3341985"/>
              <a:chOff x="1979712" y="525909"/>
              <a:chExt cx="6984776" cy="3341985"/>
            </a:xfrm>
          </p:grpSpPr>
          <p:pic>
            <p:nvPicPr>
              <p:cNvPr id="44" name="Picture 4"/>
              <p:cNvPicPr>
                <a:picLocks noChangeAspect="1" noChangeArrowheads="1"/>
              </p:cNvPicPr>
              <p:nvPr/>
            </p:nvPicPr>
            <p:blipFill>
              <a:blip r:embed="rId2" cstate="print"/>
              <a:srcRect/>
              <a:stretch>
                <a:fillRect/>
              </a:stretch>
            </p:blipFill>
            <p:spPr bwMode="auto">
              <a:xfrm rot="5400000">
                <a:off x="5113104" y="1850626"/>
                <a:ext cx="2014538" cy="1512570"/>
              </a:xfrm>
              <a:prstGeom prst="rect">
                <a:avLst/>
              </a:prstGeom>
              <a:noFill/>
              <a:ln w="9525">
                <a:noFill/>
                <a:miter lim="800000"/>
                <a:headEnd/>
                <a:tailEnd/>
              </a:ln>
            </p:spPr>
          </p:pic>
          <p:pic>
            <p:nvPicPr>
              <p:cNvPr id="32" name="Picture 4"/>
              <p:cNvPicPr>
                <a:picLocks noChangeAspect="1" noChangeArrowheads="1"/>
              </p:cNvPicPr>
              <p:nvPr/>
            </p:nvPicPr>
            <p:blipFill>
              <a:blip r:embed="rId2" cstate="print"/>
              <a:srcRect/>
              <a:stretch>
                <a:fillRect/>
              </a:stretch>
            </p:blipFill>
            <p:spPr bwMode="auto">
              <a:xfrm rot="5400000">
                <a:off x="2899310" y="861092"/>
                <a:ext cx="2014538" cy="1512570"/>
              </a:xfrm>
              <a:prstGeom prst="rect">
                <a:avLst/>
              </a:prstGeom>
              <a:noFill/>
              <a:ln w="9525">
                <a:noFill/>
                <a:miter lim="800000"/>
                <a:headEnd/>
                <a:tailEnd/>
              </a:ln>
            </p:spPr>
          </p:pic>
          <p:cxnSp>
            <p:nvCxnSpPr>
              <p:cNvPr id="5" name="Straight Arrow Connector 4"/>
              <p:cNvCxnSpPr/>
              <p:nvPr/>
            </p:nvCxnSpPr>
            <p:spPr>
              <a:xfrm flipV="1">
                <a:off x="2339752" y="765163"/>
                <a:ext cx="0" cy="304872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2339752" y="3813888"/>
                <a:ext cx="6336704" cy="5400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771800" y="1437624"/>
                <a:ext cx="5112568" cy="2268252"/>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508104" y="525909"/>
                <a:ext cx="3024336" cy="461665"/>
              </a:xfrm>
              <a:prstGeom prst="rect">
                <a:avLst/>
              </a:prstGeom>
              <a:noFill/>
            </p:spPr>
            <p:txBody>
              <a:bodyPr wrap="square" rtlCol="0">
                <a:spAutoFit/>
              </a:bodyPr>
              <a:lstStyle/>
              <a:p>
                <a:r>
                  <a:rPr lang="en-US" sz="2400" dirty="0">
                    <a:solidFill>
                      <a:srgbClr val="002060"/>
                    </a:solidFill>
                    <a:latin typeface="Arial" pitchFamily="34" charset="0"/>
                    <a:cs typeface="Arial" pitchFamily="34" charset="0"/>
                  </a:rPr>
                  <a:t>N(</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0</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 </a:t>
                </a:r>
                <a:r>
                  <a:rPr lang="en-US" sz="2400" baseline="30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a:t>
                </a:r>
                <a:endParaRPr lang="en-IN" sz="2400" baseline="-25000" dirty="0">
                  <a:solidFill>
                    <a:srgbClr val="002060"/>
                  </a:solidFill>
                  <a:latin typeface="Arial" pitchFamily="34" charset="0"/>
                  <a:cs typeface="Arial" pitchFamily="34" charset="0"/>
                </a:endParaRPr>
              </a:p>
            </p:txBody>
          </p:sp>
          <p:sp>
            <p:nvSpPr>
              <p:cNvPr id="33" name="Oval 32"/>
              <p:cNvSpPr/>
              <p:nvPr/>
            </p:nvSpPr>
            <p:spPr>
              <a:xfrm>
                <a:off x="3059832" y="1113588"/>
                <a:ext cx="216024" cy="16201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Connector 34"/>
              <p:cNvCxnSpPr/>
              <p:nvPr/>
            </p:nvCxnSpPr>
            <p:spPr>
              <a:xfrm flipH="1">
                <a:off x="3131840" y="1599642"/>
                <a:ext cx="1440160" cy="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5349098" y="2580786"/>
                <a:ext cx="1440160" cy="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5292080" y="2949792"/>
                <a:ext cx="216024" cy="16201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8" name="Straight Arrow Connector 47"/>
              <p:cNvCxnSpPr/>
              <p:nvPr/>
            </p:nvCxnSpPr>
            <p:spPr>
              <a:xfrm flipH="1">
                <a:off x="3707904" y="681540"/>
                <a:ext cx="1440160" cy="4860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5148064" y="681540"/>
                <a:ext cx="1152128" cy="16201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1979712" y="651923"/>
                <a:ext cx="648072" cy="461665"/>
              </a:xfrm>
              <a:prstGeom prst="rect">
                <a:avLst/>
              </a:prstGeom>
              <a:noFill/>
            </p:spPr>
            <p:txBody>
              <a:bodyPr wrap="square" rtlCol="0">
                <a:spAutoFit/>
              </a:bodyPr>
              <a:lstStyle/>
              <a:p>
                <a:r>
                  <a:rPr lang="en-US" sz="2400" dirty="0">
                    <a:solidFill>
                      <a:srgbClr val="002060"/>
                    </a:solidFill>
                    <a:latin typeface="Arial" pitchFamily="34" charset="0"/>
                    <a:cs typeface="Arial" pitchFamily="34" charset="0"/>
                  </a:rPr>
                  <a:t>Y</a:t>
                </a:r>
                <a:endParaRPr lang="en-IN" sz="2400" baseline="-25000" dirty="0">
                  <a:solidFill>
                    <a:srgbClr val="002060"/>
                  </a:solidFill>
                  <a:latin typeface="Arial" pitchFamily="34" charset="0"/>
                  <a:cs typeface="Arial" pitchFamily="34" charset="0"/>
                </a:endParaRPr>
              </a:p>
            </p:txBody>
          </p:sp>
          <p:sp>
            <p:nvSpPr>
              <p:cNvPr id="53" name="TextBox 52"/>
              <p:cNvSpPr txBox="1"/>
              <p:nvPr/>
            </p:nvSpPr>
            <p:spPr>
              <a:xfrm>
                <a:off x="7196650" y="2604849"/>
                <a:ext cx="1767838" cy="830997"/>
              </a:xfrm>
              <a:prstGeom prst="rect">
                <a:avLst/>
              </a:prstGeom>
              <a:noFill/>
            </p:spPr>
            <p:txBody>
              <a:bodyPr wrap="square" rtlCol="0">
                <a:spAutoFit/>
              </a:bodyPr>
              <a:lstStyle/>
              <a:p>
                <a:r>
                  <a:rPr lang="en-US" sz="2400" dirty="0">
                    <a:solidFill>
                      <a:srgbClr val="002060"/>
                    </a:solidFill>
                    <a:latin typeface="Arial" pitchFamily="34" charset="0"/>
                    <a:cs typeface="Arial" pitchFamily="34" charset="0"/>
                  </a:rPr>
                  <a:t>True line </a:t>
                </a:r>
              </a:p>
              <a:p>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0</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endParaRPr lang="en-IN" sz="2400" dirty="0">
                  <a:solidFill>
                    <a:srgbClr val="002060"/>
                  </a:solidFill>
                  <a:latin typeface="Arial" pitchFamily="34" charset="0"/>
                  <a:cs typeface="Arial" pitchFamily="34" charset="0"/>
                </a:endParaRPr>
              </a:p>
            </p:txBody>
          </p:sp>
        </p:grpSp>
      </p:grpSp>
    </p:spTree>
    <p:extLst>
      <p:ext uri="{BB962C8B-B14F-4D97-AF65-F5344CB8AC3E}">
        <p14:creationId xmlns:p14="http://schemas.microsoft.com/office/powerpoint/2010/main" val="3709741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FB8650-A6A4-5C09-3A5D-00DBE4DC47E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56712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C9763-089E-843D-DC1F-C842F5833BBD}"/>
            </a:ext>
          </a:extLst>
        </p:cNvPr>
        <p:cNvGrpSpPr/>
        <p:nvPr/>
      </p:nvGrpSpPr>
      <p:grpSpPr>
        <a:xfrm>
          <a:off x="0" y="0"/>
          <a:ext cx="0" cy="0"/>
          <a:chOff x="0" y="0"/>
          <a:chExt cx="0" cy="0"/>
        </a:xfrm>
      </p:grpSpPr>
      <p:sp>
        <p:nvSpPr>
          <p:cNvPr id="40962" name="TextBox 1">
            <a:extLst>
              <a:ext uri="{FF2B5EF4-FFF2-40B4-BE49-F238E27FC236}">
                <a16:creationId xmlns:a16="http://schemas.microsoft.com/office/drawing/2014/main" id="{38366D01-B7CC-7CC8-CD10-08641E02DE07}"/>
              </a:ext>
            </a:extLst>
          </p:cNvPr>
          <p:cNvSpPr txBox="1">
            <a:spLocks noChangeArrowheads="1"/>
          </p:cNvSpPr>
          <p:nvPr/>
        </p:nvSpPr>
        <p:spPr bwMode="auto">
          <a:xfrm>
            <a:off x="571500" y="-21876"/>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Overall Summary of Regression</a:t>
            </a:r>
          </a:p>
        </p:txBody>
      </p:sp>
      <p:sp>
        <p:nvSpPr>
          <p:cNvPr id="8" name="TextBox 7">
            <a:extLst>
              <a:ext uri="{FF2B5EF4-FFF2-40B4-BE49-F238E27FC236}">
                <a16:creationId xmlns:a16="http://schemas.microsoft.com/office/drawing/2014/main" id="{31825BAA-332B-85F3-59FC-A37D6CCB5E30}"/>
              </a:ext>
            </a:extLst>
          </p:cNvPr>
          <p:cNvSpPr txBox="1"/>
          <p:nvPr/>
        </p:nvSpPr>
        <p:spPr>
          <a:xfrm>
            <a:off x="395536" y="699542"/>
            <a:ext cx="8352928" cy="4247317"/>
          </a:xfrm>
          <a:prstGeom prst="rect">
            <a:avLst/>
          </a:prstGeom>
          <a:noFill/>
        </p:spPr>
        <p:txBody>
          <a:bodyPr wrap="square">
            <a:spAutoFit/>
          </a:bodyPr>
          <a:lstStyle/>
          <a:p>
            <a:pPr marL="285750" indent="-285750" algn="just">
              <a:lnSpc>
                <a:spcPct val="150000"/>
              </a:lnSpc>
              <a:buClr>
                <a:srgbClr val="0000FF"/>
              </a:buClr>
              <a:buFont typeface="Wingdings" panose="05000000000000000000" pitchFamily="2" charset="2"/>
              <a:buChar char="v"/>
            </a:pPr>
            <a:r>
              <a:rPr lang="en-US" sz="2000" b="0" u="none" strike="noStrike" baseline="0" dirty="0">
                <a:solidFill>
                  <a:schemeClr val="bg1"/>
                </a:solidFill>
                <a:latin typeface="Arial" panose="020B0604020202020204" pitchFamily="34" charset="0"/>
                <a:cs typeface="Arial" panose="020B0604020202020204" pitchFamily="34" charset="0"/>
              </a:rPr>
              <a:t>Regression model assumes that the probability distributions of Y have the same variance σ</a:t>
            </a:r>
            <a:r>
              <a:rPr lang="en-US" sz="2000" b="0" u="none" strike="noStrike" baseline="30000" dirty="0">
                <a:solidFill>
                  <a:schemeClr val="bg1"/>
                </a:solidFill>
                <a:latin typeface="Arial" panose="020B0604020202020204" pitchFamily="34" charset="0"/>
                <a:cs typeface="Arial" panose="020B0604020202020204" pitchFamily="34" charset="0"/>
              </a:rPr>
              <a:t>2</a:t>
            </a:r>
            <a:r>
              <a:rPr lang="en-US" sz="2000" b="0" u="none" strike="noStrike" baseline="0" dirty="0">
                <a:solidFill>
                  <a:schemeClr val="bg1"/>
                </a:solidFill>
                <a:latin typeface="Arial" panose="020B0604020202020204" pitchFamily="34" charset="0"/>
                <a:cs typeface="Arial" panose="020B0604020202020204" pitchFamily="34" charset="0"/>
              </a:rPr>
              <a:t>, regardless of the level of the predictor variable X.</a:t>
            </a:r>
          </a:p>
          <a:p>
            <a:pPr marL="285750" indent="-285750" algn="just">
              <a:lnSpc>
                <a:spcPct val="150000"/>
              </a:lnSpc>
              <a:buClr>
                <a:srgbClr val="0000FF"/>
              </a:buClr>
              <a:buFont typeface="Wingdings" panose="05000000000000000000" pitchFamily="2" charset="2"/>
              <a:buChar char="v"/>
            </a:pPr>
            <a:r>
              <a:rPr lang="en-US" sz="2000" b="0" u="none" strike="noStrike" baseline="0" dirty="0">
                <a:solidFill>
                  <a:schemeClr val="bg1"/>
                </a:solidFill>
                <a:latin typeface="Arial" panose="020B0604020202020204" pitchFamily="34" charset="0"/>
                <a:cs typeface="Arial" panose="020B0604020202020204" pitchFamily="34" charset="0"/>
              </a:rPr>
              <a:t>The error terms are assumed to be uncorrelated. </a:t>
            </a:r>
          </a:p>
          <a:p>
            <a:pPr marL="285750" indent="-285750" algn="just">
              <a:lnSpc>
                <a:spcPct val="150000"/>
              </a:lnSpc>
              <a:buClr>
                <a:srgbClr val="0000FF"/>
              </a:buClr>
              <a:buFont typeface="Wingdings" panose="05000000000000000000" pitchFamily="2" charset="2"/>
              <a:buChar char="v"/>
            </a:pPr>
            <a:r>
              <a:rPr lang="en-US" sz="2000" b="0" u="none" strike="noStrike" baseline="0" dirty="0">
                <a:solidFill>
                  <a:schemeClr val="bg1"/>
                </a:solidFill>
                <a:latin typeface="Arial" panose="020B0604020202020204" pitchFamily="34" charset="0"/>
                <a:cs typeface="Arial" panose="020B0604020202020204" pitchFamily="34" charset="0"/>
              </a:rPr>
              <a:t>Since the error terms </a:t>
            </a:r>
            <a:r>
              <a:rPr lang="en-US" sz="2000" b="0" u="none" strike="noStrike" baseline="0" dirty="0" err="1">
                <a:solidFill>
                  <a:schemeClr val="bg1"/>
                </a:solidFill>
                <a:latin typeface="Arial" panose="020B0604020202020204" pitchFamily="34" charset="0"/>
                <a:cs typeface="Arial" panose="020B0604020202020204" pitchFamily="34" charset="0"/>
              </a:rPr>
              <a:t>ε</a:t>
            </a:r>
            <a:r>
              <a:rPr lang="en-US" sz="2000" b="0" u="none" strike="noStrike" baseline="-25000" dirty="0" err="1">
                <a:solidFill>
                  <a:schemeClr val="bg1"/>
                </a:solidFill>
                <a:latin typeface="Arial" panose="020B0604020202020204" pitchFamily="34" charset="0"/>
                <a:cs typeface="Arial" panose="020B0604020202020204" pitchFamily="34" charset="0"/>
              </a:rPr>
              <a:t>i</a:t>
            </a:r>
            <a:r>
              <a:rPr lang="en-US" sz="2000" b="0" u="none" strike="noStrike" baseline="0" dirty="0">
                <a:solidFill>
                  <a:schemeClr val="bg1"/>
                </a:solidFill>
                <a:latin typeface="Arial" panose="020B0604020202020204" pitchFamily="34" charset="0"/>
                <a:cs typeface="Arial" panose="020B0604020202020204" pitchFamily="34" charset="0"/>
              </a:rPr>
              <a:t> and </a:t>
            </a:r>
            <a:r>
              <a:rPr lang="en-US" sz="2000" b="0" u="none" strike="noStrike" baseline="0" dirty="0" err="1">
                <a:solidFill>
                  <a:schemeClr val="bg1"/>
                </a:solidFill>
                <a:latin typeface="Arial" panose="020B0604020202020204" pitchFamily="34" charset="0"/>
                <a:cs typeface="Arial" panose="020B0604020202020204" pitchFamily="34" charset="0"/>
              </a:rPr>
              <a:t>ε</a:t>
            </a:r>
            <a:r>
              <a:rPr lang="en-US" sz="2000" b="0" u="none" strike="noStrike" baseline="-25000" dirty="0" err="1">
                <a:solidFill>
                  <a:schemeClr val="bg1"/>
                </a:solidFill>
                <a:latin typeface="Arial" panose="020B0604020202020204" pitchFamily="34" charset="0"/>
                <a:cs typeface="Arial" panose="020B0604020202020204" pitchFamily="34" charset="0"/>
              </a:rPr>
              <a:t>j</a:t>
            </a:r>
            <a:r>
              <a:rPr lang="en-US" sz="2000" b="0" u="none" strike="noStrike" baseline="0" dirty="0">
                <a:solidFill>
                  <a:schemeClr val="bg1"/>
                </a:solidFill>
                <a:latin typeface="Arial" panose="020B0604020202020204" pitchFamily="34" charset="0"/>
                <a:cs typeface="Arial" panose="020B0604020202020204" pitchFamily="34" charset="0"/>
              </a:rPr>
              <a:t> are uncorrelated, so are the responses Y</a:t>
            </a:r>
            <a:r>
              <a:rPr lang="en-US" sz="2000" b="0" u="none" strike="noStrike" baseline="-25000" dirty="0">
                <a:solidFill>
                  <a:schemeClr val="bg1"/>
                </a:solidFill>
                <a:latin typeface="Arial" panose="020B0604020202020204" pitchFamily="34" charset="0"/>
                <a:cs typeface="Arial" panose="020B0604020202020204" pitchFamily="34" charset="0"/>
              </a:rPr>
              <a:t>i</a:t>
            </a:r>
            <a:r>
              <a:rPr lang="en-US" sz="2000" b="0" u="none" strike="noStrike" baseline="0" dirty="0">
                <a:solidFill>
                  <a:schemeClr val="bg1"/>
                </a:solidFill>
                <a:latin typeface="Arial" panose="020B0604020202020204" pitchFamily="34" charset="0"/>
                <a:cs typeface="Arial" panose="020B0604020202020204" pitchFamily="34" charset="0"/>
              </a:rPr>
              <a:t> and </a:t>
            </a:r>
            <a:r>
              <a:rPr lang="en-US" sz="2000" b="0" u="none" strike="noStrike" baseline="0" dirty="0" err="1">
                <a:solidFill>
                  <a:schemeClr val="bg1"/>
                </a:solidFill>
                <a:latin typeface="Arial" panose="020B0604020202020204" pitchFamily="34" charset="0"/>
                <a:cs typeface="Arial" panose="020B0604020202020204" pitchFamily="34" charset="0"/>
              </a:rPr>
              <a:t>Y</a:t>
            </a:r>
            <a:r>
              <a:rPr lang="en-US" sz="2000" b="0" u="none" strike="noStrike" baseline="-25000" dirty="0" err="1">
                <a:solidFill>
                  <a:schemeClr val="bg1"/>
                </a:solidFill>
                <a:latin typeface="Arial" panose="020B0604020202020204" pitchFamily="34" charset="0"/>
                <a:cs typeface="Arial" panose="020B0604020202020204" pitchFamily="34" charset="0"/>
              </a:rPr>
              <a:t>j</a:t>
            </a:r>
            <a:r>
              <a:rPr lang="en-US" sz="2000" b="0" u="none" strike="noStrike" baseline="0" dirty="0">
                <a:solidFill>
                  <a:schemeClr val="bg1"/>
                </a:solidFill>
                <a:latin typeface="Arial" panose="020B0604020202020204" pitchFamily="34" charset="0"/>
                <a:cs typeface="Arial" panose="020B0604020202020204" pitchFamily="34" charset="0"/>
              </a:rPr>
              <a:t> </a:t>
            </a:r>
          </a:p>
          <a:p>
            <a:pPr marL="285750" indent="-285750" algn="just">
              <a:lnSpc>
                <a:spcPct val="150000"/>
              </a:lnSpc>
              <a:buClr>
                <a:srgbClr val="0000FF"/>
              </a:buClr>
              <a:buFont typeface="Wingdings" panose="05000000000000000000" pitchFamily="2" charset="2"/>
              <a:buChar char="v"/>
            </a:pPr>
            <a:r>
              <a:rPr lang="en-US" sz="2000" b="0" u="none" strike="noStrike" baseline="0" dirty="0">
                <a:solidFill>
                  <a:schemeClr val="bg1"/>
                </a:solidFill>
                <a:latin typeface="Arial" panose="020B0604020202020204" pitchFamily="34" charset="0"/>
                <a:cs typeface="Arial" panose="020B0604020202020204" pitchFamily="34" charset="0"/>
              </a:rPr>
              <a:t>Regression model implies that the responses Y</a:t>
            </a:r>
            <a:r>
              <a:rPr lang="en-US" sz="2000" b="0" u="none" strike="noStrike" baseline="-25000" dirty="0">
                <a:solidFill>
                  <a:schemeClr val="bg1"/>
                </a:solidFill>
                <a:latin typeface="Arial" panose="020B0604020202020204" pitchFamily="34" charset="0"/>
                <a:cs typeface="Arial" panose="020B0604020202020204" pitchFamily="34" charset="0"/>
              </a:rPr>
              <a:t>i</a:t>
            </a:r>
            <a:r>
              <a:rPr lang="en-US" sz="2000" b="0" u="none" strike="noStrike" baseline="0" dirty="0">
                <a:solidFill>
                  <a:schemeClr val="bg1"/>
                </a:solidFill>
                <a:latin typeface="Arial" panose="020B0604020202020204" pitchFamily="34" charset="0"/>
                <a:cs typeface="Arial" panose="020B0604020202020204" pitchFamily="34" charset="0"/>
              </a:rPr>
              <a:t> come from probability distributions whose means are E(Y</a:t>
            </a:r>
            <a:r>
              <a:rPr lang="en-US" sz="2000" b="0" u="none" strike="noStrike" baseline="-25000" dirty="0">
                <a:solidFill>
                  <a:schemeClr val="bg1"/>
                </a:solidFill>
                <a:latin typeface="Arial" panose="020B0604020202020204" pitchFamily="34" charset="0"/>
                <a:cs typeface="Arial" panose="020B0604020202020204" pitchFamily="34" charset="0"/>
              </a:rPr>
              <a:t>i</a:t>
            </a:r>
            <a:r>
              <a:rPr lang="en-US" sz="2000" b="0" u="none" strike="noStrike" baseline="0" dirty="0">
                <a:solidFill>
                  <a:schemeClr val="bg1"/>
                </a:solidFill>
                <a:latin typeface="Arial" panose="020B0604020202020204" pitchFamily="34" charset="0"/>
                <a:cs typeface="Arial" panose="020B0604020202020204" pitchFamily="34" charset="0"/>
              </a:rPr>
              <a:t>) = β</a:t>
            </a:r>
            <a:r>
              <a:rPr lang="en-US" sz="2000" b="0" u="none" strike="noStrike" baseline="-25000" dirty="0">
                <a:solidFill>
                  <a:schemeClr val="bg1"/>
                </a:solidFill>
                <a:latin typeface="Arial" panose="020B0604020202020204" pitchFamily="34" charset="0"/>
                <a:cs typeface="Arial" panose="020B0604020202020204" pitchFamily="34" charset="0"/>
              </a:rPr>
              <a:t>0</a:t>
            </a:r>
            <a:r>
              <a:rPr lang="en-US" sz="2000" b="0" u="none" strike="noStrike" baseline="0" dirty="0">
                <a:solidFill>
                  <a:schemeClr val="bg1"/>
                </a:solidFill>
                <a:latin typeface="Arial" panose="020B0604020202020204" pitchFamily="34" charset="0"/>
                <a:cs typeface="Arial" panose="020B0604020202020204" pitchFamily="34" charset="0"/>
              </a:rPr>
              <a:t> + β</a:t>
            </a:r>
            <a:r>
              <a:rPr lang="en-US" sz="2000" b="0" u="none" strike="noStrike" baseline="-25000" dirty="0">
                <a:solidFill>
                  <a:schemeClr val="bg1"/>
                </a:solidFill>
                <a:latin typeface="Arial" panose="020B0604020202020204" pitchFamily="34" charset="0"/>
                <a:cs typeface="Arial" panose="020B0604020202020204" pitchFamily="34" charset="0"/>
              </a:rPr>
              <a:t>1</a:t>
            </a:r>
            <a:r>
              <a:rPr lang="en-US" sz="2000" b="0" u="none" strike="noStrike" baseline="0" dirty="0">
                <a:solidFill>
                  <a:schemeClr val="bg1"/>
                </a:solidFill>
                <a:latin typeface="Arial" panose="020B0604020202020204" pitchFamily="34" charset="0"/>
                <a:cs typeface="Arial" panose="020B0604020202020204" pitchFamily="34" charset="0"/>
              </a:rPr>
              <a:t>X</a:t>
            </a:r>
            <a:r>
              <a:rPr lang="en-US" sz="2000" b="0" u="none" strike="noStrike" baseline="-25000" dirty="0">
                <a:solidFill>
                  <a:schemeClr val="bg1"/>
                </a:solidFill>
                <a:latin typeface="Arial" panose="020B0604020202020204" pitchFamily="34" charset="0"/>
                <a:cs typeface="Arial" panose="020B0604020202020204" pitchFamily="34" charset="0"/>
              </a:rPr>
              <a:t>i</a:t>
            </a:r>
            <a:r>
              <a:rPr lang="en-US" sz="2000" b="0" u="none" strike="noStrike" baseline="0" dirty="0">
                <a:solidFill>
                  <a:schemeClr val="bg1"/>
                </a:solidFill>
                <a:latin typeface="Arial" panose="020B0604020202020204" pitchFamily="34" charset="0"/>
                <a:cs typeface="Arial" panose="020B0604020202020204" pitchFamily="34" charset="0"/>
              </a:rPr>
              <a:t> and whose variances are σ</a:t>
            </a:r>
            <a:r>
              <a:rPr lang="en-US" sz="2000" b="0" u="none" strike="noStrike" baseline="30000" dirty="0">
                <a:solidFill>
                  <a:schemeClr val="bg1"/>
                </a:solidFill>
                <a:latin typeface="Arial" panose="020B0604020202020204" pitchFamily="34" charset="0"/>
                <a:cs typeface="Arial" panose="020B0604020202020204" pitchFamily="34" charset="0"/>
              </a:rPr>
              <a:t>2</a:t>
            </a:r>
            <a:r>
              <a:rPr lang="en-US" sz="2000" b="0" u="none" strike="noStrike" baseline="0" dirty="0">
                <a:solidFill>
                  <a:schemeClr val="bg1"/>
                </a:solidFill>
                <a:latin typeface="Arial" panose="020B0604020202020204" pitchFamily="34" charset="0"/>
                <a:cs typeface="Arial" panose="020B0604020202020204" pitchFamily="34" charset="0"/>
              </a:rPr>
              <a:t>, </a:t>
            </a:r>
            <a:r>
              <a:rPr lang="en-US" sz="2000" b="0" u="none" strike="noStrike" baseline="0" dirty="0">
                <a:solidFill>
                  <a:srgbClr val="00B050"/>
                </a:solidFill>
                <a:latin typeface="Arial" panose="020B0604020202020204" pitchFamily="34" charset="0"/>
                <a:cs typeface="Arial" panose="020B0604020202020204" pitchFamily="34" charset="0"/>
              </a:rPr>
              <a:t>the same for all levels of X</a:t>
            </a:r>
            <a:endParaRPr lang="en-US" sz="2000"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5657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9728"/>
            <a:ext cx="9000999" cy="576064"/>
          </a:xfrm>
        </p:spPr>
        <p:txBody>
          <a:bodyPr/>
          <a:lstStyle/>
          <a:p>
            <a:pPr algn="ctr"/>
            <a:r>
              <a:rPr lang="en-IN" sz="2900" b="1" dirty="0">
                <a:solidFill>
                  <a:srgbClr val="7030A0"/>
                </a:solidFill>
                <a:latin typeface="Arial" panose="020B0604020202020204" pitchFamily="34" charset="0"/>
                <a:cs typeface="Arial" panose="020B0604020202020204" pitchFamily="34" charset="0"/>
              </a:rPr>
              <a:t>Underlying Assumptions in Linear Regression</a:t>
            </a:r>
          </a:p>
        </p:txBody>
      </p:sp>
      <p:sp>
        <p:nvSpPr>
          <p:cNvPr id="3" name="Content Placeholder 2"/>
          <p:cNvSpPr>
            <a:spLocks noGrp="1"/>
          </p:cNvSpPr>
          <p:nvPr>
            <p:ph idx="1"/>
          </p:nvPr>
        </p:nvSpPr>
        <p:spPr>
          <a:xfrm>
            <a:off x="421195" y="1059582"/>
            <a:ext cx="8229600" cy="3292475"/>
          </a:xfrm>
        </p:spPr>
        <p:txBody>
          <a:bodyPr/>
          <a:lstStyle/>
          <a:p>
            <a:pPr algn="just">
              <a:lnSpc>
                <a:spcPct val="200000"/>
              </a:lnSpc>
              <a:buClr>
                <a:srgbClr val="0033CC"/>
              </a:buClr>
              <a:buFont typeface="Wingdings" panose="05000000000000000000" pitchFamily="2" charset="2"/>
              <a:buChar char="v"/>
            </a:pPr>
            <a:r>
              <a:rPr lang="en-US" sz="1800" b="1" dirty="0">
                <a:solidFill>
                  <a:schemeClr val="bg1"/>
                </a:solidFill>
                <a:latin typeface="Arial" panose="020B0604020202020204" pitchFamily="34" charset="0"/>
                <a:cs typeface="Arial" panose="020B0604020202020204" pitchFamily="34" charset="0"/>
              </a:rPr>
              <a:t>A1: </a:t>
            </a:r>
            <a:r>
              <a:rPr lang="en-US" sz="1800" dirty="0">
                <a:solidFill>
                  <a:schemeClr val="bg1"/>
                </a:solidFill>
                <a:latin typeface="Arial" panose="020B0604020202020204" pitchFamily="34" charset="0"/>
                <a:cs typeface="Arial" panose="020B0604020202020204" pitchFamily="34" charset="0"/>
              </a:rPr>
              <a:t>Linearity in parameters</a:t>
            </a:r>
          </a:p>
          <a:p>
            <a:pPr algn="just">
              <a:lnSpc>
                <a:spcPct val="200000"/>
              </a:lnSpc>
              <a:buClr>
                <a:srgbClr val="0033CC"/>
              </a:buClr>
              <a:buFont typeface="Wingdings" panose="05000000000000000000" pitchFamily="2" charset="2"/>
              <a:buChar char="v"/>
            </a:pPr>
            <a:r>
              <a:rPr lang="en-US" sz="1800" b="1" dirty="0">
                <a:solidFill>
                  <a:schemeClr val="bg1"/>
                </a:solidFill>
                <a:latin typeface="Arial" panose="020B0604020202020204" pitchFamily="34" charset="0"/>
                <a:cs typeface="Arial" panose="020B0604020202020204" pitchFamily="34" charset="0"/>
              </a:rPr>
              <a:t>A2: </a:t>
            </a:r>
            <a:r>
              <a:rPr lang="en-US" sz="1800" dirty="0">
                <a:solidFill>
                  <a:schemeClr val="bg1"/>
                </a:solidFill>
                <a:latin typeface="Arial" panose="020B0604020202020204" pitchFamily="34" charset="0"/>
                <a:cs typeface="Arial" panose="020B0604020202020204" pitchFamily="34" charset="0"/>
              </a:rPr>
              <a:t>The independent variables are measured without error</a:t>
            </a:r>
          </a:p>
          <a:p>
            <a:pPr algn="just">
              <a:lnSpc>
                <a:spcPct val="200000"/>
              </a:lnSpc>
              <a:buClr>
                <a:srgbClr val="0033CC"/>
              </a:buClr>
              <a:buFont typeface="Wingdings" panose="05000000000000000000" pitchFamily="2" charset="2"/>
              <a:buChar char="v"/>
            </a:pPr>
            <a:r>
              <a:rPr lang="en-US" sz="1800" b="1" dirty="0">
                <a:solidFill>
                  <a:schemeClr val="bg1"/>
                </a:solidFill>
                <a:latin typeface="Arial" panose="020B0604020202020204" pitchFamily="34" charset="0"/>
                <a:cs typeface="Arial" panose="020B0604020202020204" pitchFamily="34" charset="0"/>
              </a:rPr>
              <a:t>A3:</a:t>
            </a:r>
            <a:r>
              <a:rPr lang="en-US" sz="1800" dirty="0">
                <a:solidFill>
                  <a:schemeClr val="bg1"/>
                </a:solidFill>
                <a:latin typeface="Arial" panose="020B0604020202020204" pitchFamily="34" charset="0"/>
                <a:cs typeface="Arial" panose="020B0604020202020204" pitchFamily="34" charset="0"/>
              </a:rPr>
              <a:t> </a:t>
            </a:r>
            <a:r>
              <a:rPr lang="en-US" sz="1800" b="1" dirty="0">
                <a:solidFill>
                  <a:schemeClr val="accent6">
                    <a:lumMod val="75000"/>
                  </a:schemeClr>
                </a:solidFill>
                <a:latin typeface="Arial" panose="020B0604020202020204" pitchFamily="34" charset="0"/>
                <a:cs typeface="Arial" panose="020B0604020202020204" pitchFamily="34" charset="0"/>
              </a:rPr>
              <a:t>Homoscedasticity:</a:t>
            </a:r>
            <a:r>
              <a:rPr lang="en-US" sz="1800" dirty="0">
                <a:solidFill>
                  <a:schemeClr val="bg1"/>
                </a:solidFill>
                <a:latin typeface="Arial" panose="020B0604020202020204" pitchFamily="34" charset="0"/>
                <a:cs typeface="Arial" panose="020B0604020202020204" pitchFamily="34" charset="0"/>
              </a:rPr>
              <a:t> Error terms have a constant variance: </a:t>
            </a:r>
            <a:r>
              <a:rPr lang="en-US" sz="1800" dirty="0" err="1">
                <a:solidFill>
                  <a:schemeClr val="bg1"/>
                </a:solidFill>
                <a:latin typeface="Arial" panose="020B0604020202020204" pitchFamily="34" charset="0"/>
                <a:cs typeface="Arial" panose="020B0604020202020204" pitchFamily="34" charset="0"/>
              </a:rPr>
              <a:t>Var</a:t>
            </a:r>
            <a:r>
              <a:rPr lang="en-US" sz="1800" dirty="0">
                <a:solidFill>
                  <a:schemeClr val="bg1"/>
                </a:solidFill>
                <a:latin typeface="Arial" panose="020B0604020202020204" pitchFamily="34" charset="0"/>
                <a:cs typeface="Arial" panose="020B0604020202020204" pitchFamily="34" charset="0"/>
              </a:rPr>
              <a:t>(</a:t>
            </a:r>
            <a:r>
              <a:rPr lang="el-GR" sz="1800" dirty="0">
                <a:solidFill>
                  <a:schemeClr val="bg1"/>
                </a:solidFill>
                <a:latin typeface="Arial" panose="020B0604020202020204" pitchFamily="34" charset="0"/>
                <a:cs typeface="Arial" panose="020B0604020202020204" pitchFamily="34" charset="0"/>
              </a:rPr>
              <a:t>ε</a:t>
            </a:r>
            <a:r>
              <a:rPr lang="en-US" sz="1800" baseline="-25000" dirty="0" err="1">
                <a:solidFill>
                  <a:schemeClr val="bg1"/>
                </a:solidFill>
                <a:latin typeface="Arial" panose="020B0604020202020204" pitchFamily="34" charset="0"/>
                <a:cs typeface="Arial" panose="020B0604020202020204" pitchFamily="34" charset="0"/>
              </a:rPr>
              <a:t>i</a:t>
            </a:r>
            <a:r>
              <a:rPr lang="en-US" sz="1800" dirty="0">
                <a:solidFill>
                  <a:schemeClr val="bg1"/>
                </a:solidFill>
                <a:latin typeface="Arial" panose="020B0604020202020204" pitchFamily="34" charset="0"/>
                <a:cs typeface="Arial" panose="020B0604020202020204" pitchFamily="34" charset="0"/>
              </a:rPr>
              <a:t>) = </a:t>
            </a:r>
            <a:r>
              <a:rPr lang="el-GR" sz="1800" dirty="0">
                <a:solidFill>
                  <a:schemeClr val="bg1"/>
                </a:solidFill>
                <a:latin typeface="Arial" panose="020B0604020202020204" pitchFamily="34" charset="0"/>
                <a:cs typeface="Arial" panose="020B0604020202020204" pitchFamily="34" charset="0"/>
              </a:rPr>
              <a:t>σ</a:t>
            </a:r>
            <a:r>
              <a:rPr lang="el-GR" sz="1800" baseline="30000" dirty="0">
                <a:solidFill>
                  <a:schemeClr val="bg1"/>
                </a:solidFill>
                <a:latin typeface="Arial" panose="020B0604020202020204" pitchFamily="34" charset="0"/>
                <a:cs typeface="Arial" panose="020B0604020202020204" pitchFamily="34" charset="0"/>
              </a:rPr>
              <a:t>2</a:t>
            </a:r>
            <a:r>
              <a:rPr lang="el-GR" sz="1800" dirty="0">
                <a:solidFill>
                  <a:schemeClr val="bg1"/>
                </a:solidFill>
                <a:latin typeface="Arial" panose="020B0604020202020204" pitchFamily="34" charset="0"/>
                <a:cs typeface="Arial" panose="020B0604020202020204" pitchFamily="34" charset="0"/>
              </a:rPr>
              <a:t> </a:t>
            </a:r>
          </a:p>
          <a:p>
            <a:pPr algn="just">
              <a:lnSpc>
                <a:spcPct val="200000"/>
              </a:lnSpc>
              <a:buClr>
                <a:srgbClr val="0033CC"/>
              </a:buClr>
              <a:buFont typeface="Wingdings" panose="05000000000000000000" pitchFamily="2" charset="2"/>
              <a:buChar char="v"/>
            </a:pPr>
            <a:r>
              <a:rPr lang="en-US" sz="1800" b="1" dirty="0">
                <a:solidFill>
                  <a:schemeClr val="bg1"/>
                </a:solidFill>
                <a:latin typeface="Arial" panose="020B0604020202020204" pitchFamily="34" charset="0"/>
                <a:cs typeface="Arial" panose="020B0604020202020204" pitchFamily="34" charset="0"/>
              </a:rPr>
              <a:t>A5:</a:t>
            </a:r>
            <a:r>
              <a:rPr lang="en-US" sz="1800" dirty="0">
                <a:solidFill>
                  <a:schemeClr val="bg1"/>
                </a:solidFill>
                <a:latin typeface="Arial" panose="020B0604020202020204" pitchFamily="34" charset="0"/>
                <a:cs typeface="Arial" panose="020B0604020202020204" pitchFamily="34" charset="0"/>
              </a:rPr>
              <a:t> The error terms </a:t>
            </a:r>
            <a:r>
              <a:rPr lang="el-GR" sz="1800" dirty="0">
                <a:solidFill>
                  <a:schemeClr val="bg1"/>
                </a:solidFill>
                <a:latin typeface="Arial" panose="020B0604020202020204" pitchFamily="34" charset="0"/>
                <a:cs typeface="Arial" panose="020B0604020202020204" pitchFamily="34" charset="0"/>
              </a:rPr>
              <a:t>ε</a:t>
            </a:r>
            <a:r>
              <a:rPr lang="en-US" sz="1800" baseline="-25000" dirty="0" err="1">
                <a:solidFill>
                  <a:schemeClr val="bg1"/>
                </a:solidFill>
                <a:latin typeface="Arial" panose="020B0604020202020204" pitchFamily="34" charset="0"/>
                <a:cs typeface="Arial" panose="020B0604020202020204" pitchFamily="34" charset="0"/>
              </a:rPr>
              <a:t>i</a:t>
            </a:r>
            <a:r>
              <a:rPr lang="en-US" sz="1800" dirty="0">
                <a:solidFill>
                  <a:schemeClr val="bg1"/>
                </a:solidFill>
                <a:latin typeface="Arial" panose="020B0604020202020204" pitchFamily="34" charset="0"/>
                <a:cs typeface="Arial" panose="020B0604020202020204" pitchFamily="34" charset="0"/>
              </a:rPr>
              <a:t> are normally distributed: </a:t>
            </a:r>
            <a:r>
              <a:rPr lang="el-GR" sz="1800" dirty="0">
                <a:solidFill>
                  <a:schemeClr val="bg1"/>
                </a:solidFill>
                <a:latin typeface="Arial" panose="020B0604020202020204" pitchFamily="34" charset="0"/>
                <a:cs typeface="Arial" panose="020B0604020202020204" pitchFamily="34" charset="0"/>
              </a:rPr>
              <a:t>ε</a:t>
            </a:r>
            <a:r>
              <a:rPr lang="en-US" sz="1800" baseline="-25000" dirty="0" err="1">
                <a:solidFill>
                  <a:schemeClr val="bg1"/>
                </a:solidFill>
                <a:latin typeface="Arial" panose="020B0604020202020204" pitchFamily="34" charset="0"/>
                <a:cs typeface="Arial" panose="020B0604020202020204" pitchFamily="34" charset="0"/>
              </a:rPr>
              <a:t>i</a:t>
            </a:r>
            <a:r>
              <a:rPr lang="en-US" sz="1800" dirty="0">
                <a:solidFill>
                  <a:schemeClr val="bg1"/>
                </a:solidFill>
                <a:latin typeface="Arial" panose="020B0604020202020204" pitchFamily="34" charset="0"/>
                <a:cs typeface="Arial" panose="020B0604020202020204" pitchFamily="34" charset="0"/>
              </a:rPr>
              <a:t>  ∼ N(0, </a:t>
            </a:r>
            <a:r>
              <a:rPr lang="el-GR" sz="1800" dirty="0">
                <a:solidFill>
                  <a:schemeClr val="bg1"/>
                </a:solidFill>
                <a:latin typeface="Arial" panose="020B0604020202020204" pitchFamily="34" charset="0"/>
                <a:cs typeface="Arial" panose="020B0604020202020204" pitchFamily="34" charset="0"/>
              </a:rPr>
              <a:t>σ</a:t>
            </a:r>
            <a:r>
              <a:rPr lang="el-GR" sz="1800" baseline="30000" dirty="0">
                <a:solidFill>
                  <a:schemeClr val="bg1"/>
                </a:solidFill>
                <a:latin typeface="Arial" panose="020B0604020202020204" pitchFamily="34" charset="0"/>
                <a:cs typeface="Arial" panose="020B0604020202020204" pitchFamily="34" charset="0"/>
              </a:rPr>
              <a:t>2</a:t>
            </a:r>
            <a:r>
              <a:rPr lang="el-GR" sz="1800" dirty="0">
                <a:solidFill>
                  <a:schemeClr val="bg1"/>
                </a:solidFill>
                <a:latin typeface="Arial" panose="020B0604020202020204" pitchFamily="34" charset="0"/>
                <a:cs typeface="Arial" panose="020B0604020202020204" pitchFamily="34" charset="0"/>
              </a:rPr>
              <a:t> )</a:t>
            </a:r>
          </a:p>
          <a:p>
            <a:pPr algn="just">
              <a:lnSpc>
                <a:spcPct val="200000"/>
              </a:lnSpc>
              <a:buClr>
                <a:srgbClr val="0033CC"/>
              </a:buClr>
              <a:buFont typeface="Wingdings" panose="05000000000000000000" pitchFamily="2" charset="2"/>
              <a:buChar char="v"/>
            </a:pPr>
            <a:r>
              <a:rPr lang="en-US" sz="1800" b="1" dirty="0">
                <a:solidFill>
                  <a:schemeClr val="bg1"/>
                </a:solidFill>
                <a:latin typeface="Arial" panose="020B0604020202020204" pitchFamily="34" charset="0"/>
                <a:cs typeface="Arial" panose="020B0604020202020204" pitchFamily="34" charset="0"/>
              </a:rPr>
              <a:t>A6:</a:t>
            </a:r>
            <a:r>
              <a:rPr lang="en-US" sz="1800" dirty="0">
                <a:solidFill>
                  <a:schemeClr val="bg1"/>
                </a:solidFill>
                <a:latin typeface="Arial" panose="020B0604020202020204" pitchFamily="34" charset="0"/>
                <a:cs typeface="Arial" panose="020B0604020202020204" pitchFamily="34" charset="0"/>
              </a:rPr>
              <a:t> No perfect multi-collinearity</a:t>
            </a:r>
            <a:endParaRPr lang="en-IN"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5518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9728"/>
            <a:ext cx="9000999" cy="576064"/>
          </a:xfrm>
        </p:spPr>
        <p:txBody>
          <a:bodyPr/>
          <a:lstStyle/>
          <a:p>
            <a:pPr algn="ctr"/>
            <a:r>
              <a:rPr lang="en-IN" sz="2900" b="1" dirty="0">
                <a:solidFill>
                  <a:srgbClr val="7030A0"/>
                </a:solidFill>
                <a:latin typeface="Arial" panose="020B0604020202020204" pitchFamily="34" charset="0"/>
                <a:cs typeface="Arial" panose="020B0604020202020204" pitchFamily="34" charset="0"/>
              </a:rPr>
              <a:t>Another Important Assumption</a:t>
            </a:r>
          </a:p>
        </p:txBody>
      </p:sp>
      <p:sp>
        <p:nvSpPr>
          <p:cNvPr id="3" name="Content Placeholder 2"/>
          <p:cNvSpPr>
            <a:spLocks noGrp="1"/>
          </p:cNvSpPr>
          <p:nvPr>
            <p:ph idx="1"/>
          </p:nvPr>
        </p:nvSpPr>
        <p:spPr>
          <a:xfrm>
            <a:off x="421195" y="987574"/>
            <a:ext cx="8229600" cy="3292475"/>
          </a:xfrm>
        </p:spPr>
        <p:txBody>
          <a:bodyPr/>
          <a:lstStyle/>
          <a:p>
            <a:pPr marL="0" indent="0" algn="just">
              <a:lnSpc>
                <a:spcPct val="200000"/>
              </a:lnSpc>
              <a:buClr>
                <a:srgbClr val="0033CC"/>
              </a:buClr>
              <a:buNone/>
            </a:pPr>
            <a:r>
              <a:rPr lang="en-US" sz="2000" b="1" dirty="0">
                <a:solidFill>
                  <a:schemeClr val="bg1"/>
                </a:solidFill>
                <a:latin typeface="Arial" panose="020B0604020202020204" pitchFamily="34" charset="0"/>
                <a:cs typeface="Arial" panose="020B0604020202020204" pitchFamily="34" charset="0"/>
              </a:rPr>
              <a:t>A0:</a:t>
            </a:r>
            <a:r>
              <a:rPr lang="en-US" sz="2000" dirty="0">
                <a:solidFill>
                  <a:schemeClr val="bg1"/>
                </a:solidFill>
                <a:latin typeface="Arial" panose="020B0604020202020204" pitchFamily="34" charset="0"/>
                <a:cs typeface="Arial" panose="020B0604020202020204" pitchFamily="34" charset="0"/>
              </a:rPr>
              <a:t> Cov(</a:t>
            </a:r>
            <a:r>
              <a:rPr lang="el-GR" sz="2000" dirty="0">
                <a:solidFill>
                  <a:schemeClr val="bg1"/>
                </a:solidFill>
                <a:latin typeface="Arial" panose="020B0604020202020204" pitchFamily="34" charset="0"/>
                <a:cs typeface="Arial" panose="020B0604020202020204" pitchFamily="34" charset="0"/>
              </a:rPr>
              <a:t>ε</a:t>
            </a:r>
            <a:r>
              <a:rPr lang="en-US" sz="2000" baseline="-25000" dirty="0" err="1">
                <a:solidFill>
                  <a:schemeClr val="bg1"/>
                </a:solidFill>
                <a:latin typeface="Arial" panose="020B0604020202020204" pitchFamily="34" charset="0"/>
                <a:cs typeface="Arial" panose="020B0604020202020204" pitchFamily="34" charset="0"/>
              </a:rPr>
              <a:t>i</a:t>
            </a:r>
            <a:r>
              <a:rPr lang="en-US" sz="2000" dirty="0">
                <a:solidFill>
                  <a:schemeClr val="bg1"/>
                </a:solidFill>
                <a:latin typeface="Arial" panose="020B0604020202020204" pitchFamily="34" charset="0"/>
                <a:cs typeface="Arial" panose="020B0604020202020204" pitchFamily="34" charset="0"/>
              </a:rPr>
              <a:t>, </a:t>
            </a:r>
            <a:r>
              <a:rPr lang="en-US" sz="2000" dirty="0" err="1">
                <a:solidFill>
                  <a:schemeClr val="bg1"/>
                </a:solidFill>
                <a:latin typeface="Arial" panose="020B0604020202020204" pitchFamily="34" charset="0"/>
                <a:cs typeface="Arial" panose="020B0604020202020204" pitchFamily="34" charset="0"/>
              </a:rPr>
              <a:t>X</a:t>
            </a:r>
            <a:r>
              <a:rPr lang="en-US" sz="2000" baseline="-25000" dirty="0" err="1">
                <a:solidFill>
                  <a:schemeClr val="bg1"/>
                </a:solidFill>
                <a:latin typeface="Arial" panose="020B0604020202020204" pitchFamily="34" charset="0"/>
                <a:cs typeface="Arial" panose="020B0604020202020204" pitchFamily="34" charset="0"/>
              </a:rPr>
              <a:t>ji</a:t>
            </a:r>
            <a:r>
              <a:rPr lang="en-US" sz="2000" dirty="0">
                <a:solidFill>
                  <a:schemeClr val="bg1"/>
                </a:solidFill>
                <a:latin typeface="Arial" panose="020B0604020202020204" pitchFamily="34" charset="0"/>
                <a:cs typeface="Arial" panose="020B0604020202020204" pitchFamily="34" charset="0"/>
              </a:rPr>
              <a:t>) = 0 </a:t>
            </a:r>
          </a:p>
          <a:p>
            <a:pPr marL="0" indent="0" algn="just">
              <a:lnSpc>
                <a:spcPct val="200000"/>
              </a:lnSpc>
              <a:buClr>
                <a:srgbClr val="0033CC"/>
              </a:buClr>
              <a:buNone/>
            </a:pPr>
            <a:r>
              <a:rPr lang="en-US" sz="2000" dirty="0">
                <a:solidFill>
                  <a:schemeClr val="bg1"/>
                </a:solidFill>
                <a:latin typeface="Arial" panose="020B0604020202020204" pitchFamily="34" charset="0"/>
                <a:cs typeface="Arial" panose="020B0604020202020204" pitchFamily="34" charset="0"/>
              </a:rPr>
              <a:t>In linear regression, this means that the error term (</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2000" baseline="-25000" dirty="0" err="1">
                <a:solidFill>
                  <a:schemeClr val="bg1"/>
                </a:solidFill>
                <a:latin typeface="Arial" panose="020B0604020202020204" pitchFamily="34" charset="0"/>
                <a:cs typeface="Arial" panose="020B0604020202020204" pitchFamily="34" charset="0"/>
                <a:sym typeface="Symbol" panose="05050102010706020507" pitchFamily="18" charset="2"/>
              </a:rPr>
              <a:t>i</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US" sz="2000" dirty="0">
                <a:solidFill>
                  <a:schemeClr val="bg1"/>
                </a:solidFill>
                <a:latin typeface="Arial" panose="020B0604020202020204" pitchFamily="34" charset="0"/>
                <a:cs typeface="Arial" panose="020B0604020202020204" pitchFamily="34" charset="0"/>
              </a:rPr>
              <a:t>is </a:t>
            </a:r>
            <a:r>
              <a:rPr lang="en-US" sz="2000" dirty="0">
                <a:solidFill>
                  <a:schemeClr val="accent6">
                    <a:lumMod val="75000"/>
                  </a:schemeClr>
                </a:solidFill>
                <a:latin typeface="Arial" panose="020B0604020202020204" pitchFamily="34" charset="0"/>
                <a:cs typeface="Arial" panose="020B0604020202020204" pitchFamily="34" charset="0"/>
              </a:rPr>
              <a:t>uncorrelated</a:t>
            </a:r>
            <a:r>
              <a:rPr lang="en-US" sz="2000" dirty="0">
                <a:solidFill>
                  <a:schemeClr val="bg1"/>
                </a:solidFill>
                <a:latin typeface="Arial" panose="020B0604020202020204" pitchFamily="34" charset="0"/>
                <a:cs typeface="Arial" panose="020B0604020202020204" pitchFamily="34" charset="0"/>
              </a:rPr>
              <a:t> with the </a:t>
            </a:r>
            <a:r>
              <a:rPr lang="en-US" sz="2000" dirty="0" err="1">
                <a:solidFill>
                  <a:schemeClr val="bg1"/>
                </a:solidFill>
                <a:latin typeface="Arial" panose="020B0604020202020204" pitchFamily="34" charset="0"/>
                <a:cs typeface="Arial" panose="020B0604020202020204" pitchFamily="34" charset="0"/>
              </a:rPr>
              <a:t>i</a:t>
            </a:r>
            <a:r>
              <a:rPr lang="en-US" sz="2000" baseline="30000" dirty="0" err="1">
                <a:solidFill>
                  <a:schemeClr val="bg1"/>
                </a:solidFill>
                <a:latin typeface="Arial" panose="020B0604020202020204" pitchFamily="34" charset="0"/>
                <a:cs typeface="Arial" panose="020B0604020202020204" pitchFamily="34" charset="0"/>
              </a:rPr>
              <a:t>th</a:t>
            </a:r>
            <a:r>
              <a:rPr lang="en-US" sz="2000" dirty="0">
                <a:solidFill>
                  <a:schemeClr val="bg1"/>
                </a:solidFill>
                <a:latin typeface="Arial" panose="020B0604020202020204" pitchFamily="34" charset="0"/>
                <a:cs typeface="Arial" panose="020B0604020202020204" pitchFamily="34" charset="0"/>
              </a:rPr>
              <a:t> setting of the independent variables (</a:t>
            </a:r>
            <a:r>
              <a:rPr lang="en-US" sz="2000" dirty="0" err="1">
                <a:solidFill>
                  <a:schemeClr val="bg1"/>
                </a:solidFill>
                <a:latin typeface="Arial" panose="020B0604020202020204" pitchFamily="34" charset="0"/>
                <a:cs typeface="Arial" panose="020B0604020202020204" pitchFamily="34" charset="0"/>
              </a:rPr>
              <a:t>X</a:t>
            </a:r>
            <a:r>
              <a:rPr lang="en-US" sz="2000" baseline="-25000" dirty="0" err="1">
                <a:solidFill>
                  <a:schemeClr val="bg1"/>
                </a:solidFill>
                <a:latin typeface="Arial" panose="020B0604020202020204" pitchFamily="34" charset="0"/>
                <a:cs typeface="Arial" panose="020B0604020202020204" pitchFamily="34" charset="0"/>
              </a:rPr>
              <a:t>j</a:t>
            </a:r>
            <a:r>
              <a:rPr lang="en-US" sz="2000" dirty="0">
                <a:solidFill>
                  <a:schemeClr val="bg1"/>
                </a:solidFill>
                <a:latin typeface="Arial" panose="020B0604020202020204" pitchFamily="34" charset="0"/>
                <a:cs typeface="Arial" panose="020B0604020202020204" pitchFamily="34" charset="0"/>
              </a:rPr>
              <a:t>). </a:t>
            </a:r>
          </a:p>
          <a:p>
            <a:pPr marL="0" indent="0" algn="just">
              <a:lnSpc>
                <a:spcPct val="200000"/>
              </a:lnSpc>
              <a:buClr>
                <a:srgbClr val="0033CC"/>
              </a:buClr>
              <a:buNone/>
            </a:pPr>
            <a:r>
              <a:rPr lang="en-US" sz="2000" dirty="0">
                <a:solidFill>
                  <a:schemeClr val="bg1"/>
                </a:solidFill>
                <a:latin typeface="Arial" panose="020B0604020202020204" pitchFamily="34" charset="0"/>
                <a:cs typeface="Arial" panose="020B0604020202020204" pitchFamily="34" charset="0"/>
              </a:rPr>
              <a:t>This fundamental assumption, often called </a:t>
            </a:r>
            <a:r>
              <a:rPr lang="en-US" sz="2000" b="1" dirty="0">
                <a:solidFill>
                  <a:schemeClr val="bg1"/>
                </a:solidFill>
                <a:latin typeface="Arial" panose="020B0604020202020204" pitchFamily="34" charset="0"/>
                <a:cs typeface="Arial" panose="020B0604020202020204" pitchFamily="34" charset="0"/>
              </a:rPr>
              <a:t>exogeneity</a:t>
            </a:r>
            <a:r>
              <a:rPr lang="en-US" sz="2000" dirty="0">
                <a:solidFill>
                  <a:schemeClr val="bg1"/>
                </a:solidFill>
                <a:latin typeface="Arial" panose="020B0604020202020204" pitchFamily="34" charset="0"/>
                <a:cs typeface="Arial" panose="020B0604020202020204" pitchFamily="34" charset="0"/>
              </a:rPr>
              <a:t>, ensures that the independent variables do not explain the variance in the errors</a:t>
            </a:r>
          </a:p>
        </p:txBody>
      </p:sp>
    </p:spTree>
    <p:extLst>
      <p:ext uri="{BB962C8B-B14F-4D97-AF65-F5344CB8AC3E}">
        <p14:creationId xmlns:p14="http://schemas.microsoft.com/office/powerpoint/2010/main" val="29148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91728" y="339502"/>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Multiple Regression Model</a:t>
            </a:r>
          </a:p>
        </p:txBody>
      </p:sp>
      <p:sp>
        <p:nvSpPr>
          <p:cNvPr id="40963" name="TextBox 2"/>
          <p:cNvSpPr txBox="1">
            <a:spLocks noChangeArrowheads="1"/>
          </p:cNvSpPr>
          <p:nvPr/>
        </p:nvSpPr>
        <p:spPr bwMode="auto">
          <a:xfrm>
            <a:off x="539303" y="1059582"/>
            <a:ext cx="8353425" cy="3785652"/>
          </a:xfrm>
          <a:prstGeom prst="rect">
            <a:avLst/>
          </a:prstGeom>
          <a:noFill/>
          <a:ln w="9525">
            <a:noFill/>
            <a:miter lim="800000"/>
            <a:headEnd/>
            <a:tailEnd/>
          </a:ln>
        </p:spPr>
        <p:txBody>
          <a:bodyPr>
            <a:spAutoFit/>
          </a:bodyPr>
          <a:lstStyle/>
          <a:p>
            <a:pPr algn="ctr">
              <a:lnSpc>
                <a:spcPct val="200000"/>
              </a:lnSpc>
              <a:buClr>
                <a:srgbClr val="990000"/>
              </a:buClr>
            </a:pPr>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o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 </a:t>
            </a:r>
          </a:p>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sym typeface="Symbol"/>
              </a:rPr>
              <a:t>Y :  Response</a:t>
            </a:r>
          </a:p>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sym typeface="Symbol"/>
              </a:rPr>
              <a:t>X</a:t>
            </a:r>
            <a:r>
              <a:rPr lang="en-US" sz="2400" baseline="-25000" dirty="0">
                <a:solidFill>
                  <a:schemeClr val="bg1">
                    <a:lumMod val="95000"/>
                    <a:lumOff val="5000"/>
                  </a:schemeClr>
                </a:solidFill>
                <a:latin typeface="Arial" pitchFamily="34" charset="0"/>
                <a:cs typeface="Arial" pitchFamily="34" charset="0"/>
                <a:sym typeface="Symbol"/>
              </a:rPr>
              <a:t>1</a:t>
            </a:r>
            <a:r>
              <a:rPr lang="en-US" sz="2400" dirty="0">
                <a:solidFill>
                  <a:schemeClr val="bg1">
                    <a:lumMod val="95000"/>
                    <a:lumOff val="5000"/>
                  </a:schemeClr>
                </a:solidFill>
                <a:latin typeface="Arial" pitchFamily="34" charset="0"/>
                <a:cs typeface="Arial" pitchFamily="34" charset="0"/>
                <a:sym typeface="Symbol"/>
              </a:rPr>
              <a:t>:  independent variable 1 </a:t>
            </a:r>
          </a:p>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sym typeface="Symbol"/>
              </a:rPr>
              <a:t>X</a:t>
            </a:r>
            <a:r>
              <a:rPr lang="en-US" sz="2400" baseline="-25000" dirty="0">
                <a:solidFill>
                  <a:schemeClr val="bg1">
                    <a:lumMod val="95000"/>
                    <a:lumOff val="5000"/>
                  </a:schemeClr>
                </a:solidFill>
                <a:latin typeface="Arial" pitchFamily="34" charset="0"/>
                <a:cs typeface="Arial" pitchFamily="34" charset="0"/>
                <a:sym typeface="Symbol"/>
              </a:rPr>
              <a:t>2</a:t>
            </a:r>
            <a:r>
              <a:rPr lang="en-US" sz="2400" dirty="0">
                <a:solidFill>
                  <a:schemeClr val="bg1">
                    <a:lumMod val="95000"/>
                    <a:lumOff val="5000"/>
                  </a:schemeClr>
                </a:solidFill>
                <a:latin typeface="Arial" pitchFamily="34" charset="0"/>
                <a:cs typeface="Arial" pitchFamily="34" charset="0"/>
                <a:sym typeface="Symbol"/>
              </a:rPr>
              <a:t>:  independent variable 2</a:t>
            </a:r>
          </a:p>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sym typeface="Symbol"/>
              </a:rPr>
              <a:t>   : independent error term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755576" y="411510"/>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Multiple Linear Regression Model</a:t>
            </a:r>
          </a:p>
        </p:txBody>
      </p:sp>
      <p:sp>
        <p:nvSpPr>
          <p:cNvPr id="40963" name="TextBox 2"/>
          <p:cNvSpPr txBox="1">
            <a:spLocks noChangeArrowheads="1"/>
          </p:cNvSpPr>
          <p:nvPr/>
        </p:nvSpPr>
        <p:spPr bwMode="auto">
          <a:xfrm>
            <a:off x="539749" y="1203598"/>
            <a:ext cx="8216827" cy="3785652"/>
          </a:xfrm>
          <a:prstGeom prst="rect">
            <a:avLst/>
          </a:prstGeom>
          <a:noFill/>
          <a:ln w="9525">
            <a:noFill/>
            <a:miter lim="800000"/>
            <a:headEnd/>
            <a:tailEnd/>
          </a:ln>
        </p:spPr>
        <p:txBody>
          <a:bodyPr wrap="square">
            <a:spAutoFit/>
          </a:bodyPr>
          <a:lstStyle/>
          <a:p>
            <a:pPr algn="ctr">
              <a:lnSpc>
                <a:spcPct val="200000"/>
              </a:lnSpc>
              <a:buClr>
                <a:srgbClr val="990000"/>
              </a:buClr>
            </a:pPr>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o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 </a:t>
            </a:r>
          </a:p>
          <a:p>
            <a:pPr algn="just">
              <a:lnSpc>
                <a:spcPct val="200000"/>
              </a:lnSpc>
            </a:pPr>
            <a:r>
              <a:rPr lang="en-US" sz="2400" dirty="0">
                <a:solidFill>
                  <a:schemeClr val="bg1">
                    <a:lumMod val="95000"/>
                    <a:lumOff val="5000"/>
                  </a:schemeClr>
                </a:solidFill>
                <a:latin typeface="Arial" pitchFamily="34" charset="0"/>
                <a:cs typeface="Arial" pitchFamily="34" charset="0"/>
              </a:rPr>
              <a:t>The term </a:t>
            </a:r>
            <a:r>
              <a:rPr lang="en-US" sz="2400" dirty="0">
                <a:solidFill>
                  <a:schemeClr val="accent6">
                    <a:lumMod val="50000"/>
                  </a:schemeClr>
                </a:solidFill>
                <a:latin typeface="Arial" pitchFamily="34" charset="0"/>
                <a:cs typeface="Arial" pitchFamily="34" charset="0"/>
              </a:rPr>
              <a:t>multiple</a:t>
            </a:r>
            <a:r>
              <a:rPr lang="en-US" sz="2400" dirty="0">
                <a:solidFill>
                  <a:schemeClr val="bg1">
                    <a:lumMod val="95000"/>
                    <a:lumOff val="5000"/>
                  </a:schemeClr>
                </a:solidFill>
                <a:latin typeface="Arial" pitchFamily="34" charset="0"/>
                <a:cs typeface="Arial" pitchFamily="34" charset="0"/>
              </a:rPr>
              <a:t> appears because it contains more than one </a:t>
            </a:r>
            <a:r>
              <a:rPr lang="en-US" sz="2400" dirty="0" err="1">
                <a:solidFill>
                  <a:schemeClr val="bg1">
                    <a:lumMod val="95000"/>
                    <a:lumOff val="5000"/>
                  </a:schemeClr>
                </a:solidFill>
                <a:latin typeface="Arial" pitchFamily="34" charset="0"/>
                <a:cs typeface="Arial" pitchFamily="34" charset="0"/>
              </a:rPr>
              <a:t>regressor</a:t>
            </a:r>
            <a:r>
              <a:rPr lang="en-US" sz="2400" dirty="0">
                <a:solidFill>
                  <a:schemeClr val="bg1">
                    <a:lumMod val="95000"/>
                    <a:lumOff val="5000"/>
                  </a:schemeClr>
                </a:solidFill>
                <a:latin typeface="Arial" pitchFamily="34" charset="0"/>
                <a:cs typeface="Arial" pitchFamily="34" charset="0"/>
              </a:rPr>
              <a:t> variable and the term linear appears because the equation is a linear function of the unknown parameters </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o</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1 </a:t>
            </a:r>
            <a:r>
              <a:rPr lang="en-US" sz="2400" dirty="0">
                <a:solidFill>
                  <a:schemeClr val="bg1">
                    <a:lumMod val="95000"/>
                    <a:lumOff val="5000"/>
                  </a:schemeClr>
                </a:solidFill>
                <a:latin typeface="Arial" pitchFamily="34" charset="0"/>
                <a:cs typeface="Arial" pitchFamily="34" charset="0"/>
                <a:sym typeface="Symbol"/>
              </a:rPr>
              <a:t>and</a:t>
            </a:r>
            <a:r>
              <a:rPr lang="en-US" sz="2400" baseline="-25000" dirty="0">
                <a:solidFill>
                  <a:schemeClr val="bg1">
                    <a:lumMod val="95000"/>
                    <a:lumOff val="5000"/>
                  </a:schemeClr>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2</a:t>
            </a:r>
            <a:r>
              <a:rPr lang="en-US" sz="2400" dirty="0">
                <a:solidFill>
                  <a:schemeClr val="bg1">
                    <a:lumMod val="95000"/>
                    <a:lumOff val="5000"/>
                  </a:schemeClr>
                </a:solidFill>
                <a:latin typeface="Arial" pitchFamily="34" charset="0"/>
                <a:cs typeface="Arial" pitchFamily="34" charset="0"/>
                <a:sym typeface="Symbol"/>
              </a:rPr>
              <a:t>.</a:t>
            </a:r>
            <a:endParaRPr lang="en-US" sz="2400" dirty="0">
              <a:solidFill>
                <a:schemeClr val="bg1">
                  <a:lumMod val="95000"/>
                  <a:lumOff val="5000"/>
                </a:schemeClr>
              </a:solidFill>
              <a:latin typeface="Arial" pitchFamily="34" charset="0"/>
              <a:cs typeface="Arial" pitchFamily="34" charset="0"/>
            </a:endParaRPr>
          </a:p>
        </p:txBody>
      </p:sp>
    </p:spTree>
    <p:extLst>
      <p:ext uri="{BB962C8B-B14F-4D97-AF65-F5344CB8AC3E}">
        <p14:creationId xmlns:p14="http://schemas.microsoft.com/office/powerpoint/2010/main" val="3798272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27584" y="474807"/>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Multiple Regression Model</a:t>
            </a:r>
          </a:p>
        </p:txBody>
      </p:sp>
      <p:sp>
        <p:nvSpPr>
          <p:cNvPr id="40963" name="TextBox 2"/>
          <p:cNvSpPr txBox="1">
            <a:spLocks noChangeArrowheads="1"/>
          </p:cNvSpPr>
          <p:nvPr/>
        </p:nvSpPr>
        <p:spPr bwMode="auto">
          <a:xfrm>
            <a:off x="698574" y="1162362"/>
            <a:ext cx="8049890" cy="3046988"/>
          </a:xfrm>
          <a:prstGeom prst="rect">
            <a:avLst/>
          </a:prstGeom>
          <a:noFill/>
          <a:ln w="9525">
            <a:noFill/>
            <a:miter lim="800000"/>
            <a:headEnd/>
            <a:tailEnd/>
          </a:ln>
        </p:spPr>
        <p:txBody>
          <a:bodyPr wrap="square">
            <a:spAutoFit/>
          </a:bodyPr>
          <a:lstStyle/>
          <a:p>
            <a:pPr algn="ctr">
              <a:lnSpc>
                <a:spcPct val="200000"/>
              </a:lnSpc>
              <a:buClr>
                <a:srgbClr val="990000"/>
              </a:buClr>
            </a:pPr>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o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 </a:t>
            </a:r>
          </a:p>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o </a:t>
            </a:r>
            <a:r>
              <a:rPr lang="en-US" sz="2400" dirty="0">
                <a:solidFill>
                  <a:schemeClr val="bg1">
                    <a:lumMod val="95000"/>
                    <a:lumOff val="5000"/>
                  </a:schemeClr>
                </a:solidFill>
                <a:latin typeface="Arial" pitchFamily="34" charset="0"/>
                <a:cs typeface="Arial" pitchFamily="34" charset="0"/>
                <a:sym typeface="Symbol"/>
              </a:rPr>
              <a:t>:  Intercept</a:t>
            </a:r>
          </a:p>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1</a:t>
            </a:r>
            <a:r>
              <a:rPr lang="en-US" sz="2400" dirty="0">
                <a:solidFill>
                  <a:schemeClr val="bg1">
                    <a:lumMod val="95000"/>
                    <a:lumOff val="5000"/>
                  </a:schemeClr>
                </a:solidFill>
                <a:latin typeface="Arial" pitchFamily="34" charset="0"/>
                <a:cs typeface="Arial" pitchFamily="34" charset="0"/>
                <a:sym typeface="Symbol"/>
              </a:rPr>
              <a:t>:  partial regression coefficient 1</a:t>
            </a:r>
          </a:p>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2</a:t>
            </a:r>
            <a:r>
              <a:rPr lang="en-US" sz="2400" dirty="0">
                <a:solidFill>
                  <a:schemeClr val="bg1">
                    <a:lumMod val="95000"/>
                    <a:lumOff val="5000"/>
                  </a:schemeClr>
                </a:solidFill>
                <a:latin typeface="Arial" pitchFamily="34" charset="0"/>
                <a:cs typeface="Arial" pitchFamily="34" charset="0"/>
                <a:sym typeface="Symbol"/>
              </a:rPr>
              <a:t>:  partial regression coefficient 2</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E75E6D8-5679-3623-CB6E-BA47B9512220}"/>
                  </a:ext>
                </a:extLst>
              </p14:cNvPr>
              <p14:cNvContentPartPr/>
              <p14:nvPr/>
            </p14:nvContentPartPr>
            <p14:xfrm>
              <a:off x="3720668" y="1988874"/>
              <a:ext cx="123840" cy="219240"/>
            </p14:xfrm>
          </p:contentPart>
        </mc:Choice>
        <mc:Fallback>
          <p:pic>
            <p:nvPicPr>
              <p:cNvPr id="2" name="Ink 1">
                <a:extLst>
                  <a:ext uri="{FF2B5EF4-FFF2-40B4-BE49-F238E27FC236}">
                    <a16:creationId xmlns:a16="http://schemas.microsoft.com/office/drawing/2014/main" id="{1E75E6D8-5679-3623-CB6E-BA47B9512220}"/>
                  </a:ext>
                </a:extLst>
              </p:cNvPr>
              <p:cNvPicPr/>
              <p:nvPr/>
            </p:nvPicPr>
            <p:blipFill>
              <a:blip r:embed="rId3"/>
              <a:stretch>
                <a:fillRect/>
              </a:stretch>
            </p:blipFill>
            <p:spPr>
              <a:xfrm>
                <a:off x="3716348" y="1984554"/>
                <a:ext cx="132480" cy="227880"/>
              </a:xfrm>
              <a:prstGeom prst="rect">
                <a:avLst/>
              </a:prstGeom>
            </p:spPr>
          </p:pic>
        </mc:Fallback>
      </mc:AlternateContent>
      <p:grpSp>
        <p:nvGrpSpPr>
          <p:cNvPr id="7" name="Group 6">
            <a:extLst>
              <a:ext uri="{FF2B5EF4-FFF2-40B4-BE49-F238E27FC236}">
                <a16:creationId xmlns:a16="http://schemas.microsoft.com/office/drawing/2014/main" id="{586B659C-7598-F72A-4BFF-D83C978942FC}"/>
              </a:ext>
            </a:extLst>
          </p:cNvPr>
          <p:cNvGrpSpPr/>
          <p:nvPr/>
        </p:nvGrpSpPr>
        <p:grpSpPr>
          <a:xfrm>
            <a:off x="4248788" y="2048634"/>
            <a:ext cx="438480" cy="248400"/>
            <a:chOff x="4248788" y="2048634"/>
            <a:chExt cx="438480" cy="248400"/>
          </a:xfrm>
        </p:grpSpPr>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D66EF628-4F77-FC3D-AF1E-11D7E4EA572B}"/>
                    </a:ext>
                  </a:extLst>
                </p14:cNvPr>
                <p14:cNvContentPartPr/>
                <p14:nvPr/>
              </p14:nvContentPartPr>
              <p14:xfrm>
                <a:off x="4248788" y="2048634"/>
                <a:ext cx="140040" cy="208440"/>
              </p14:xfrm>
            </p:contentPart>
          </mc:Choice>
          <mc:Fallback>
            <p:pic>
              <p:nvPicPr>
                <p:cNvPr id="3" name="Ink 2">
                  <a:extLst>
                    <a:ext uri="{FF2B5EF4-FFF2-40B4-BE49-F238E27FC236}">
                      <a16:creationId xmlns:a16="http://schemas.microsoft.com/office/drawing/2014/main" id="{D66EF628-4F77-FC3D-AF1E-11D7E4EA572B}"/>
                    </a:ext>
                  </a:extLst>
                </p:cNvPr>
                <p:cNvPicPr/>
                <p:nvPr/>
              </p:nvPicPr>
              <p:blipFill>
                <a:blip r:embed="rId5"/>
                <a:stretch>
                  <a:fillRect/>
                </a:stretch>
              </p:blipFill>
              <p:spPr>
                <a:xfrm>
                  <a:off x="4242668" y="2042514"/>
                  <a:ext cx="15228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431481D6-C5AC-7D61-B08D-0F140CA0A69B}"/>
                    </a:ext>
                  </a:extLst>
                </p14:cNvPr>
                <p14:cNvContentPartPr/>
                <p14:nvPr/>
              </p14:nvContentPartPr>
              <p14:xfrm>
                <a:off x="4517348" y="2072394"/>
                <a:ext cx="114480" cy="140040"/>
              </p14:xfrm>
            </p:contentPart>
          </mc:Choice>
          <mc:Fallback>
            <p:pic>
              <p:nvPicPr>
                <p:cNvPr id="4" name="Ink 3">
                  <a:extLst>
                    <a:ext uri="{FF2B5EF4-FFF2-40B4-BE49-F238E27FC236}">
                      <a16:creationId xmlns:a16="http://schemas.microsoft.com/office/drawing/2014/main" id="{431481D6-C5AC-7D61-B08D-0F140CA0A69B}"/>
                    </a:ext>
                  </a:extLst>
                </p:cNvPr>
                <p:cNvPicPr/>
                <p:nvPr/>
              </p:nvPicPr>
              <p:blipFill>
                <a:blip r:embed="rId7"/>
                <a:stretch>
                  <a:fillRect/>
                </a:stretch>
              </p:blipFill>
              <p:spPr>
                <a:xfrm>
                  <a:off x="4511228" y="2066274"/>
                  <a:ext cx="12672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323E1792-B35A-3016-54AB-8717995CB050}"/>
                    </a:ext>
                  </a:extLst>
                </p14:cNvPr>
                <p14:cNvContentPartPr/>
                <p14:nvPr/>
              </p14:nvContentPartPr>
              <p14:xfrm>
                <a:off x="4496828" y="2060154"/>
                <a:ext cx="100800" cy="172080"/>
              </p14:xfrm>
            </p:contentPart>
          </mc:Choice>
          <mc:Fallback>
            <p:pic>
              <p:nvPicPr>
                <p:cNvPr id="5" name="Ink 4">
                  <a:extLst>
                    <a:ext uri="{FF2B5EF4-FFF2-40B4-BE49-F238E27FC236}">
                      <a16:creationId xmlns:a16="http://schemas.microsoft.com/office/drawing/2014/main" id="{323E1792-B35A-3016-54AB-8717995CB050}"/>
                    </a:ext>
                  </a:extLst>
                </p:cNvPr>
                <p:cNvPicPr/>
                <p:nvPr/>
              </p:nvPicPr>
              <p:blipFill>
                <a:blip r:embed="rId9"/>
                <a:stretch>
                  <a:fillRect/>
                </a:stretch>
              </p:blipFill>
              <p:spPr>
                <a:xfrm>
                  <a:off x="4490708" y="2054034"/>
                  <a:ext cx="1130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F114BCCE-FD1E-9455-E9AE-CEA7F17BE4AE}"/>
                    </a:ext>
                  </a:extLst>
                </p14:cNvPr>
                <p14:cNvContentPartPr/>
                <p14:nvPr/>
              </p14:nvContentPartPr>
              <p14:xfrm>
                <a:off x="4662788" y="2173194"/>
                <a:ext cx="24480" cy="123840"/>
              </p14:xfrm>
            </p:contentPart>
          </mc:Choice>
          <mc:Fallback>
            <p:pic>
              <p:nvPicPr>
                <p:cNvPr id="6" name="Ink 5">
                  <a:extLst>
                    <a:ext uri="{FF2B5EF4-FFF2-40B4-BE49-F238E27FC236}">
                      <a16:creationId xmlns:a16="http://schemas.microsoft.com/office/drawing/2014/main" id="{F114BCCE-FD1E-9455-E9AE-CEA7F17BE4AE}"/>
                    </a:ext>
                  </a:extLst>
                </p:cNvPr>
                <p:cNvPicPr/>
                <p:nvPr/>
              </p:nvPicPr>
              <p:blipFill>
                <a:blip r:embed="rId11"/>
                <a:stretch>
                  <a:fillRect/>
                </a:stretch>
              </p:blipFill>
              <p:spPr>
                <a:xfrm>
                  <a:off x="4656668" y="2167074"/>
                  <a:ext cx="36720" cy="136080"/>
                </a:xfrm>
                <a:prstGeom prst="rect">
                  <a:avLst/>
                </a:prstGeom>
              </p:spPr>
            </p:pic>
          </mc:Fallback>
        </mc:AlternateContent>
      </p:grpSp>
      <p:grpSp>
        <p:nvGrpSpPr>
          <p:cNvPr id="14" name="Group 13">
            <a:extLst>
              <a:ext uri="{FF2B5EF4-FFF2-40B4-BE49-F238E27FC236}">
                <a16:creationId xmlns:a16="http://schemas.microsoft.com/office/drawing/2014/main" id="{6D4DE444-255D-993E-ECF9-BDD152522C00}"/>
              </a:ext>
            </a:extLst>
          </p:cNvPr>
          <p:cNvGrpSpPr/>
          <p:nvPr/>
        </p:nvGrpSpPr>
        <p:grpSpPr>
          <a:xfrm>
            <a:off x="5165348" y="1996434"/>
            <a:ext cx="693000" cy="252360"/>
            <a:chOff x="5165348" y="1996434"/>
            <a:chExt cx="693000" cy="252360"/>
          </a:xfrm>
        </p:grpSpPr>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1F4F3EE2-D39A-E151-17B9-99165AD0D624}"/>
                    </a:ext>
                  </a:extLst>
                </p14:cNvPr>
                <p14:cNvContentPartPr/>
                <p14:nvPr/>
              </p14:nvContentPartPr>
              <p14:xfrm>
                <a:off x="5165348" y="2021274"/>
                <a:ext cx="115200" cy="208440"/>
              </p14:xfrm>
            </p:contentPart>
          </mc:Choice>
          <mc:Fallback>
            <p:pic>
              <p:nvPicPr>
                <p:cNvPr id="8" name="Ink 7">
                  <a:extLst>
                    <a:ext uri="{FF2B5EF4-FFF2-40B4-BE49-F238E27FC236}">
                      <a16:creationId xmlns:a16="http://schemas.microsoft.com/office/drawing/2014/main" id="{1F4F3EE2-D39A-E151-17B9-99165AD0D624}"/>
                    </a:ext>
                  </a:extLst>
                </p:cNvPr>
                <p:cNvPicPr/>
                <p:nvPr/>
              </p:nvPicPr>
              <p:blipFill>
                <a:blip r:embed="rId13"/>
                <a:stretch>
                  <a:fillRect/>
                </a:stretch>
              </p:blipFill>
              <p:spPr>
                <a:xfrm>
                  <a:off x="5159228" y="2015154"/>
                  <a:ext cx="12744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B19293FA-3D0B-3EF1-F869-F8394599BA03}"/>
                    </a:ext>
                  </a:extLst>
                </p14:cNvPr>
                <p14:cNvContentPartPr/>
                <p14:nvPr/>
              </p14:nvContentPartPr>
              <p14:xfrm>
                <a:off x="5202068" y="1996434"/>
                <a:ext cx="79200" cy="29520"/>
              </p14:xfrm>
            </p:contentPart>
          </mc:Choice>
          <mc:Fallback>
            <p:pic>
              <p:nvPicPr>
                <p:cNvPr id="9" name="Ink 8">
                  <a:extLst>
                    <a:ext uri="{FF2B5EF4-FFF2-40B4-BE49-F238E27FC236}">
                      <a16:creationId xmlns:a16="http://schemas.microsoft.com/office/drawing/2014/main" id="{B19293FA-3D0B-3EF1-F869-F8394599BA03}"/>
                    </a:ext>
                  </a:extLst>
                </p:cNvPr>
                <p:cNvPicPr/>
                <p:nvPr/>
              </p:nvPicPr>
              <p:blipFill>
                <a:blip r:embed="rId15"/>
                <a:stretch>
                  <a:fillRect/>
                </a:stretch>
              </p:blipFill>
              <p:spPr>
                <a:xfrm>
                  <a:off x="5195948" y="1990314"/>
                  <a:ext cx="9144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01FF230B-D9F5-301C-8EB2-EC0FEDDEBBD4}"/>
                    </a:ext>
                  </a:extLst>
                </p14:cNvPr>
                <p14:cNvContentPartPr/>
                <p14:nvPr/>
              </p14:nvContentPartPr>
              <p14:xfrm>
                <a:off x="5292428" y="2060154"/>
                <a:ext cx="91440" cy="133200"/>
              </p14:xfrm>
            </p:contentPart>
          </mc:Choice>
          <mc:Fallback>
            <p:pic>
              <p:nvPicPr>
                <p:cNvPr id="10" name="Ink 9">
                  <a:extLst>
                    <a:ext uri="{FF2B5EF4-FFF2-40B4-BE49-F238E27FC236}">
                      <a16:creationId xmlns:a16="http://schemas.microsoft.com/office/drawing/2014/main" id="{01FF230B-D9F5-301C-8EB2-EC0FEDDEBBD4}"/>
                    </a:ext>
                  </a:extLst>
                </p:cNvPr>
                <p:cNvPicPr/>
                <p:nvPr/>
              </p:nvPicPr>
              <p:blipFill>
                <a:blip r:embed="rId17"/>
                <a:stretch>
                  <a:fillRect/>
                </a:stretch>
              </p:blipFill>
              <p:spPr>
                <a:xfrm>
                  <a:off x="5286308" y="2054034"/>
                  <a:ext cx="10368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356499AD-0B81-86E8-3963-5103BEAEFA3F}"/>
                    </a:ext>
                  </a:extLst>
                </p14:cNvPr>
                <p14:cNvContentPartPr/>
                <p14:nvPr/>
              </p14:nvContentPartPr>
              <p14:xfrm>
                <a:off x="5494748" y="2027394"/>
                <a:ext cx="115200" cy="149400"/>
              </p14:xfrm>
            </p:contentPart>
          </mc:Choice>
          <mc:Fallback>
            <p:pic>
              <p:nvPicPr>
                <p:cNvPr id="11" name="Ink 10">
                  <a:extLst>
                    <a:ext uri="{FF2B5EF4-FFF2-40B4-BE49-F238E27FC236}">
                      <a16:creationId xmlns:a16="http://schemas.microsoft.com/office/drawing/2014/main" id="{356499AD-0B81-86E8-3963-5103BEAEFA3F}"/>
                    </a:ext>
                  </a:extLst>
                </p:cNvPr>
                <p:cNvPicPr/>
                <p:nvPr/>
              </p:nvPicPr>
              <p:blipFill>
                <a:blip r:embed="rId19"/>
                <a:stretch>
                  <a:fillRect/>
                </a:stretch>
              </p:blipFill>
              <p:spPr>
                <a:xfrm>
                  <a:off x="5488628" y="2021274"/>
                  <a:ext cx="12744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0CDCCA3D-EB55-4E7A-18F9-B2A626F5713C}"/>
                    </a:ext>
                  </a:extLst>
                </p14:cNvPr>
                <p14:cNvContentPartPr/>
                <p14:nvPr/>
              </p14:nvContentPartPr>
              <p14:xfrm>
                <a:off x="5492948" y="2007594"/>
                <a:ext cx="88200" cy="182160"/>
              </p14:xfrm>
            </p:contentPart>
          </mc:Choice>
          <mc:Fallback>
            <p:pic>
              <p:nvPicPr>
                <p:cNvPr id="12" name="Ink 11">
                  <a:extLst>
                    <a:ext uri="{FF2B5EF4-FFF2-40B4-BE49-F238E27FC236}">
                      <a16:creationId xmlns:a16="http://schemas.microsoft.com/office/drawing/2014/main" id="{0CDCCA3D-EB55-4E7A-18F9-B2A626F5713C}"/>
                    </a:ext>
                  </a:extLst>
                </p:cNvPr>
                <p:cNvPicPr/>
                <p:nvPr/>
              </p:nvPicPr>
              <p:blipFill>
                <a:blip r:embed="rId21"/>
                <a:stretch>
                  <a:fillRect/>
                </a:stretch>
              </p:blipFill>
              <p:spPr>
                <a:xfrm>
                  <a:off x="5486828" y="2001474"/>
                  <a:ext cx="10044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EC59E713-30A4-E5E6-FAC6-9E5A92B0C738}"/>
                    </a:ext>
                  </a:extLst>
                </p14:cNvPr>
                <p14:cNvContentPartPr/>
                <p14:nvPr/>
              </p14:nvContentPartPr>
              <p14:xfrm>
                <a:off x="5650988" y="2144754"/>
                <a:ext cx="207360" cy="104040"/>
              </p14:xfrm>
            </p:contentPart>
          </mc:Choice>
          <mc:Fallback>
            <p:pic>
              <p:nvPicPr>
                <p:cNvPr id="13" name="Ink 12">
                  <a:extLst>
                    <a:ext uri="{FF2B5EF4-FFF2-40B4-BE49-F238E27FC236}">
                      <a16:creationId xmlns:a16="http://schemas.microsoft.com/office/drawing/2014/main" id="{EC59E713-30A4-E5E6-FAC6-9E5A92B0C738}"/>
                    </a:ext>
                  </a:extLst>
                </p:cNvPr>
                <p:cNvPicPr/>
                <p:nvPr/>
              </p:nvPicPr>
              <p:blipFill>
                <a:blip r:embed="rId23"/>
                <a:stretch>
                  <a:fillRect/>
                </a:stretch>
              </p:blipFill>
              <p:spPr>
                <a:xfrm>
                  <a:off x="5644868" y="2138634"/>
                  <a:ext cx="219600" cy="116280"/>
                </a:xfrm>
                <a:prstGeom prst="rect">
                  <a:avLst/>
                </a:prstGeom>
              </p:spPr>
            </p:pic>
          </mc:Fallback>
        </mc:AlternateContent>
      </p:grpSp>
      <p:grpSp>
        <p:nvGrpSpPr>
          <p:cNvPr id="17" name="Group 16">
            <a:extLst>
              <a:ext uri="{FF2B5EF4-FFF2-40B4-BE49-F238E27FC236}">
                <a16:creationId xmlns:a16="http://schemas.microsoft.com/office/drawing/2014/main" id="{25F752F1-7ADD-B2B6-879B-C90A4EC86C99}"/>
              </a:ext>
            </a:extLst>
          </p:cNvPr>
          <p:cNvGrpSpPr/>
          <p:nvPr/>
        </p:nvGrpSpPr>
        <p:grpSpPr>
          <a:xfrm>
            <a:off x="3969428" y="2088594"/>
            <a:ext cx="127080" cy="142920"/>
            <a:chOff x="3969428" y="2088594"/>
            <a:chExt cx="127080" cy="142920"/>
          </a:xfrm>
        </p:grpSpPr>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ABBA4224-1D19-6BB0-505D-2DDE2115E9D3}"/>
                    </a:ext>
                  </a:extLst>
                </p14:cNvPr>
                <p14:cNvContentPartPr/>
                <p14:nvPr/>
              </p14:nvContentPartPr>
              <p14:xfrm>
                <a:off x="3969428" y="2088594"/>
                <a:ext cx="73440" cy="142920"/>
              </p14:xfrm>
            </p:contentPart>
          </mc:Choice>
          <mc:Fallback>
            <p:pic>
              <p:nvPicPr>
                <p:cNvPr id="15" name="Ink 14">
                  <a:extLst>
                    <a:ext uri="{FF2B5EF4-FFF2-40B4-BE49-F238E27FC236}">
                      <a16:creationId xmlns:a16="http://schemas.microsoft.com/office/drawing/2014/main" id="{ABBA4224-1D19-6BB0-505D-2DDE2115E9D3}"/>
                    </a:ext>
                  </a:extLst>
                </p:cNvPr>
                <p:cNvPicPr/>
                <p:nvPr/>
              </p:nvPicPr>
              <p:blipFill>
                <a:blip r:embed="rId25"/>
                <a:stretch>
                  <a:fillRect/>
                </a:stretch>
              </p:blipFill>
              <p:spPr>
                <a:xfrm>
                  <a:off x="3963308" y="2082474"/>
                  <a:ext cx="8568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CC13F019-86D3-A64D-FE0B-F626BDFB2114}"/>
                    </a:ext>
                  </a:extLst>
                </p14:cNvPr>
                <p14:cNvContentPartPr/>
                <p14:nvPr/>
              </p14:nvContentPartPr>
              <p14:xfrm>
                <a:off x="4096148" y="2204874"/>
                <a:ext cx="360" cy="360"/>
              </p14:xfrm>
            </p:contentPart>
          </mc:Choice>
          <mc:Fallback>
            <p:pic>
              <p:nvPicPr>
                <p:cNvPr id="16" name="Ink 15">
                  <a:extLst>
                    <a:ext uri="{FF2B5EF4-FFF2-40B4-BE49-F238E27FC236}">
                      <a16:creationId xmlns:a16="http://schemas.microsoft.com/office/drawing/2014/main" id="{CC13F019-86D3-A64D-FE0B-F626BDFB2114}"/>
                    </a:ext>
                  </a:extLst>
                </p:cNvPr>
                <p:cNvPicPr/>
                <p:nvPr/>
              </p:nvPicPr>
              <p:blipFill>
                <a:blip r:embed="rId27"/>
                <a:stretch>
                  <a:fillRect/>
                </a:stretch>
              </p:blipFill>
              <p:spPr>
                <a:xfrm>
                  <a:off x="4090028" y="2198754"/>
                  <a:ext cx="12600" cy="12600"/>
                </a:xfrm>
                <a:prstGeom prst="rect">
                  <a:avLst/>
                </a:prstGeom>
              </p:spPr>
            </p:pic>
          </mc:Fallback>
        </mc:AlternateContent>
      </p:grpSp>
      <p:grpSp>
        <p:nvGrpSpPr>
          <p:cNvPr id="22" name="Group 21">
            <a:extLst>
              <a:ext uri="{FF2B5EF4-FFF2-40B4-BE49-F238E27FC236}">
                <a16:creationId xmlns:a16="http://schemas.microsoft.com/office/drawing/2014/main" id="{90B5A5B9-2F17-F0AC-5DEE-28AA6FA1EB7D}"/>
              </a:ext>
            </a:extLst>
          </p:cNvPr>
          <p:cNvGrpSpPr/>
          <p:nvPr/>
        </p:nvGrpSpPr>
        <p:grpSpPr>
          <a:xfrm>
            <a:off x="6783188" y="1750914"/>
            <a:ext cx="372600" cy="174960"/>
            <a:chOff x="6783188" y="1750914"/>
            <a:chExt cx="372600" cy="174960"/>
          </a:xfrm>
        </p:grpSpPr>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80BE418F-4B1E-C208-4BCA-B86EBD617E8D}"/>
                    </a:ext>
                  </a:extLst>
                </p14:cNvPr>
                <p14:cNvContentPartPr/>
                <p14:nvPr/>
              </p14:nvContentPartPr>
              <p14:xfrm>
                <a:off x="6804788" y="1754154"/>
                <a:ext cx="95760" cy="171720"/>
              </p14:xfrm>
            </p:contentPart>
          </mc:Choice>
          <mc:Fallback>
            <p:pic>
              <p:nvPicPr>
                <p:cNvPr id="18" name="Ink 17">
                  <a:extLst>
                    <a:ext uri="{FF2B5EF4-FFF2-40B4-BE49-F238E27FC236}">
                      <a16:creationId xmlns:a16="http://schemas.microsoft.com/office/drawing/2014/main" id="{80BE418F-4B1E-C208-4BCA-B86EBD617E8D}"/>
                    </a:ext>
                  </a:extLst>
                </p:cNvPr>
                <p:cNvPicPr/>
                <p:nvPr/>
              </p:nvPicPr>
              <p:blipFill>
                <a:blip r:embed="rId29"/>
                <a:stretch>
                  <a:fillRect/>
                </a:stretch>
              </p:blipFill>
              <p:spPr>
                <a:xfrm>
                  <a:off x="6798668" y="1748034"/>
                  <a:ext cx="10800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BD16C80F-DBEE-AF9D-E7B2-0E11EB4EBED3}"/>
                    </a:ext>
                  </a:extLst>
                </p14:cNvPr>
                <p14:cNvContentPartPr/>
                <p14:nvPr/>
              </p14:nvContentPartPr>
              <p14:xfrm>
                <a:off x="6783188" y="1750914"/>
                <a:ext cx="102960" cy="8640"/>
              </p14:xfrm>
            </p:contentPart>
          </mc:Choice>
          <mc:Fallback>
            <p:pic>
              <p:nvPicPr>
                <p:cNvPr id="19" name="Ink 18">
                  <a:extLst>
                    <a:ext uri="{FF2B5EF4-FFF2-40B4-BE49-F238E27FC236}">
                      <a16:creationId xmlns:a16="http://schemas.microsoft.com/office/drawing/2014/main" id="{BD16C80F-DBEE-AF9D-E7B2-0E11EB4EBED3}"/>
                    </a:ext>
                  </a:extLst>
                </p:cNvPr>
                <p:cNvPicPr/>
                <p:nvPr/>
              </p:nvPicPr>
              <p:blipFill>
                <a:blip r:embed="rId31"/>
                <a:stretch>
                  <a:fillRect/>
                </a:stretch>
              </p:blipFill>
              <p:spPr>
                <a:xfrm>
                  <a:off x="6777068" y="1744794"/>
                  <a:ext cx="11520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CFEFE693-AE27-7352-0373-8B30FD882228}"/>
                    </a:ext>
                  </a:extLst>
                </p14:cNvPr>
                <p14:cNvContentPartPr/>
                <p14:nvPr/>
              </p14:nvContentPartPr>
              <p14:xfrm>
                <a:off x="7006388" y="1832274"/>
                <a:ext cx="149400" cy="12960"/>
              </p14:xfrm>
            </p:contentPart>
          </mc:Choice>
          <mc:Fallback>
            <p:pic>
              <p:nvPicPr>
                <p:cNvPr id="20" name="Ink 19">
                  <a:extLst>
                    <a:ext uri="{FF2B5EF4-FFF2-40B4-BE49-F238E27FC236}">
                      <a16:creationId xmlns:a16="http://schemas.microsoft.com/office/drawing/2014/main" id="{CFEFE693-AE27-7352-0373-8B30FD882228}"/>
                    </a:ext>
                  </a:extLst>
                </p:cNvPr>
                <p:cNvPicPr/>
                <p:nvPr/>
              </p:nvPicPr>
              <p:blipFill>
                <a:blip r:embed="rId33"/>
                <a:stretch>
                  <a:fillRect/>
                </a:stretch>
              </p:blipFill>
              <p:spPr>
                <a:xfrm>
                  <a:off x="7000268" y="1826154"/>
                  <a:ext cx="16164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B01597FE-5A95-0851-31B3-03C236E7F647}"/>
                    </a:ext>
                  </a:extLst>
                </p14:cNvPr>
                <p14:cNvContentPartPr/>
                <p14:nvPr/>
              </p14:nvContentPartPr>
              <p14:xfrm>
                <a:off x="7070108" y="1774314"/>
                <a:ext cx="16560" cy="132480"/>
              </p14:xfrm>
            </p:contentPart>
          </mc:Choice>
          <mc:Fallback>
            <p:pic>
              <p:nvPicPr>
                <p:cNvPr id="21" name="Ink 20">
                  <a:extLst>
                    <a:ext uri="{FF2B5EF4-FFF2-40B4-BE49-F238E27FC236}">
                      <a16:creationId xmlns:a16="http://schemas.microsoft.com/office/drawing/2014/main" id="{B01597FE-5A95-0851-31B3-03C236E7F647}"/>
                    </a:ext>
                  </a:extLst>
                </p:cNvPr>
                <p:cNvPicPr/>
                <p:nvPr/>
              </p:nvPicPr>
              <p:blipFill>
                <a:blip r:embed="rId35"/>
                <a:stretch>
                  <a:fillRect/>
                </a:stretch>
              </p:blipFill>
              <p:spPr>
                <a:xfrm>
                  <a:off x="7063988" y="1768194"/>
                  <a:ext cx="28800" cy="144720"/>
                </a:xfrm>
                <a:prstGeom prst="rect">
                  <a:avLst/>
                </a:prstGeom>
              </p:spPr>
            </p:pic>
          </mc:Fallback>
        </mc:AlternateContent>
      </p:grpSp>
      <p:grpSp>
        <p:nvGrpSpPr>
          <p:cNvPr id="40" name="Group 39">
            <a:extLst>
              <a:ext uri="{FF2B5EF4-FFF2-40B4-BE49-F238E27FC236}">
                <a16:creationId xmlns:a16="http://schemas.microsoft.com/office/drawing/2014/main" id="{8A76CC76-0D3A-DD64-D8EF-9CC6D20F313C}"/>
              </a:ext>
            </a:extLst>
          </p:cNvPr>
          <p:cNvGrpSpPr/>
          <p:nvPr/>
        </p:nvGrpSpPr>
        <p:grpSpPr>
          <a:xfrm>
            <a:off x="7004228" y="2135034"/>
            <a:ext cx="391680" cy="218880"/>
            <a:chOff x="7004228" y="2135034"/>
            <a:chExt cx="391680" cy="218880"/>
          </a:xfrm>
        </p:grpSpPr>
        <mc:AlternateContent xmlns:mc="http://schemas.openxmlformats.org/markup-compatibility/2006">
          <mc:Choice xmlns:p14="http://schemas.microsoft.com/office/powerpoint/2010/main" Requires="p14">
            <p:contentPart p14:bwMode="auto" r:id="rId36">
              <p14:nvContentPartPr>
                <p14:cNvPr id="37" name="Ink 36">
                  <a:extLst>
                    <a:ext uri="{FF2B5EF4-FFF2-40B4-BE49-F238E27FC236}">
                      <a16:creationId xmlns:a16="http://schemas.microsoft.com/office/drawing/2014/main" id="{8C688E3C-878E-9657-95FA-FAC45775A7E5}"/>
                    </a:ext>
                  </a:extLst>
                </p14:cNvPr>
                <p14:cNvContentPartPr/>
                <p14:nvPr/>
              </p14:nvContentPartPr>
              <p14:xfrm>
                <a:off x="7004228" y="2135034"/>
                <a:ext cx="117720" cy="199080"/>
              </p14:xfrm>
            </p:contentPart>
          </mc:Choice>
          <mc:Fallback>
            <p:pic>
              <p:nvPicPr>
                <p:cNvPr id="37" name="Ink 36">
                  <a:extLst>
                    <a:ext uri="{FF2B5EF4-FFF2-40B4-BE49-F238E27FC236}">
                      <a16:creationId xmlns:a16="http://schemas.microsoft.com/office/drawing/2014/main" id="{8C688E3C-878E-9657-95FA-FAC45775A7E5}"/>
                    </a:ext>
                  </a:extLst>
                </p:cNvPr>
                <p:cNvPicPr/>
                <p:nvPr/>
              </p:nvPicPr>
              <p:blipFill>
                <a:blip r:embed="rId37"/>
                <a:stretch>
                  <a:fillRect/>
                </a:stretch>
              </p:blipFill>
              <p:spPr>
                <a:xfrm>
                  <a:off x="6998108" y="2128914"/>
                  <a:ext cx="12996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8" name="Ink 37">
                  <a:extLst>
                    <a:ext uri="{FF2B5EF4-FFF2-40B4-BE49-F238E27FC236}">
                      <a16:creationId xmlns:a16="http://schemas.microsoft.com/office/drawing/2014/main" id="{658A5C4E-0FBC-53E4-3D9E-2CB137A168C3}"/>
                    </a:ext>
                  </a:extLst>
                </p14:cNvPr>
                <p14:cNvContentPartPr/>
                <p14:nvPr/>
              </p14:nvContentPartPr>
              <p14:xfrm>
                <a:off x="7243628" y="2257794"/>
                <a:ext cx="152280" cy="25920"/>
              </p14:xfrm>
            </p:contentPart>
          </mc:Choice>
          <mc:Fallback>
            <p:pic>
              <p:nvPicPr>
                <p:cNvPr id="38" name="Ink 37">
                  <a:extLst>
                    <a:ext uri="{FF2B5EF4-FFF2-40B4-BE49-F238E27FC236}">
                      <a16:creationId xmlns:a16="http://schemas.microsoft.com/office/drawing/2014/main" id="{658A5C4E-0FBC-53E4-3D9E-2CB137A168C3}"/>
                    </a:ext>
                  </a:extLst>
                </p:cNvPr>
                <p:cNvPicPr/>
                <p:nvPr/>
              </p:nvPicPr>
              <p:blipFill>
                <a:blip r:embed="rId39"/>
                <a:stretch>
                  <a:fillRect/>
                </a:stretch>
              </p:blipFill>
              <p:spPr>
                <a:xfrm>
                  <a:off x="7237508" y="2251674"/>
                  <a:ext cx="16452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9" name="Ink 38">
                  <a:extLst>
                    <a:ext uri="{FF2B5EF4-FFF2-40B4-BE49-F238E27FC236}">
                      <a16:creationId xmlns:a16="http://schemas.microsoft.com/office/drawing/2014/main" id="{16C1CA02-7A15-13C1-45E7-4976B3D7F28D}"/>
                    </a:ext>
                  </a:extLst>
                </p14:cNvPr>
                <p14:cNvContentPartPr/>
                <p14:nvPr/>
              </p14:nvContentPartPr>
              <p14:xfrm>
                <a:off x="7323188" y="2209194"/>
                <a:ext cx="5400" cy="144720"/>
              </p14:xfrm>
            </p:contentPart>
          </mc:Choice>
          <mc:Fallback>
            <p:pic>
              <p:nvPicPr>
                <p:cNvPr id="39" name="Ink 38">
                  <a:extLst>
                    <a:ext uri="{FF2B5EF4-FFF2-40B4-BE49-F238E27FC236}">
                      <a16:creationId xmlns:a16="http://schemas.microsoft.com/office/drawing/2014/main" id="{16C1CA02-7A15-13C1-45E7-4976B3D7F28D}"/>
                    </a:ext>
                  </a:extLst>
                </p:cNvPr>
                <p:cNvPicPr/>
                <p:nvPr/>
              </p:nvPicPr>
              <p:blipFill>
                <a:blip r:embed="rId41"/>
                <a:stretch>
                  <a:fillRect/>
                </a:stretch>
              </p:blipFill>
              <p:spPr>
                <a:xfrm>
                  <a:off x="7317068" y="2203074"/>
                  <a:ext cx="17640" cy="156960"/>
                </a:xfrm>
                <a:prstGeom prst="rect">
                  <a:avLst/>
                </a:prstGeom>
              </p:spPr>
            </p:pic>
          </mc:Fallback>
        </mc:AlternateContent>
      </p:grpSp>
      <p:grpSp>
        <p:nvGrpSpPr>
          <p:cNvPr id="47" name="Group 46">
            <a:extLst>
              <a:ext uri="{FF2B5EF4-FFF2-40B4-BE49-F238E27FC236}">
                <a16:creationId xmlns:a16="http://schemas.microsoft.com/office/drawing/2014/main" id="{D2FC7B15-410C-3A29-D661-B030066054DF}"/>
              </a:ext>
            </a:extLst>
          </p:cNvPr>
          <p:cNvGrpSpPr/>
          <p:nvPr/>
        </p:nvGrpSpPr>
        <p:grpSpPr>
          <a:xfrm>
            <a:off x="7606508" y="2179314"/>
            <a:ext cx="725040" cy="229680"/>
            <a:chOff x="7606508" y="2179314"/>
            <a:chExt cx="725040" cy="229680"/>
          </a:xfrm>
        </p:grpSpPr>
        <mc:AlternateContent xmlns:mc="http://schemas.openxmlformats.org/markup-compatibility/2006">
          <mc:Choice xmlns:p14="http://schemas.microsoft.com/office/powerpoint/2010/main" Requires="p14">
            <p:contentPart p14:bwMode="auto" r:id="rId42">
              <p14:nvContentPartPr>
                <p14:cNvPr id="41" name="Ink 40">
                  <a:extLst>
                    <a:ext uri="{FF2B5EF4-FFF2-40B4-BE49-F238E27FC236}">
                      <a16:creationId xmlns:a16="http://schemas.microsoft.com/office/drawing/2014/main" id="{667DA1ED-3791-D2DE-A19E-9A4BB0E8A106}"/>
                    </a:ext>
                  </a:extLst>
                </p14:cNvPr>
                <p14:cNvContentPartPr/>
                <p14:nvPr/>
              </p14:nvContentPartPr>
              <p14:xfrm>
                <a:off x="7606508" y="2179314"/>
                <a:ext cx="137520" cy="177120"/>
              </p14:xfrm>
            </p:contentPart>
          </mc:Choice>
          <mc:Fallback>
            <p:pic>
              <p:nvPicPr>
                <p:cNvPr id="41" name="Ink 40">
                  <a:extLst>
                    <a:ext uri="{FF2B5EF4-FFF2-40B4-BE49-F238E27FC236}">
                      <a16:creationId xmlns:a16="http://schemas.microsoft.com/office/drawing/2014/main" id="{667DA1ED-3791-D2DE-A19E-9A4BB0E8A106}"/>
                    </a:ext>
                  </a:extLst>
                </p:cNvPr>
                <p:cNvPicPr/>
                <p:nvPr/>
              </p:nvPicPr>
              <p:blipFill>
                <a:blip r:embed="rId43"/>
                <a:stretch>
                  <a:fillRect/>
                </a:stretch>
              </p:blipFill>
              <p:spPr>
                <a:xfrm>
                  <a:off x="7600388" y="2173194"/>
                  <a:ext cx="14976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3" name="Ink 42">
                  <a:extLst>
                    <a:ext uri="{FF2B5EF4-FFF2-40B4-BE49-F238E27FC236}">
                      <a16:creationId xmlns:a16="http://schemas.microsoft.com/office/drawing/2014/main" id="{32D42193-6E05-41D7-9ADF-4525D0CCF6C6}"/>
                    </a:ext>
                  </a:extLst>
                </p14:cNvPr>
                <p14:cNvContentPartPr/>
                <p14:nvPr/>
              </p14:nvContentPartPr>
              <p14:xfrm>
                <a:off x="7952828" y="2237634"/>
                <a:ext cx="163080" cy="75600"/>
              </p14:xfrm>
            </p:contentPart>
          </mc:Choice>
          <mc:Fallback>
            <p:pic>
              <p:nvPicPr>
                <p:cNvPr id="43" name="Ink 42">
                  <a:extLst>
                    <a:ext uri="{FF2B5EF4-FFF2-40B4-BE49-F238E27FC236}">
                      <a16:creationId xmlns:a16="http://schemas.microsoft.com/office/drawing/2014/main" id="{32D42193-6E05-41D7-9ADF-4525D0CCF6C6}"/>
                    </a:ext>
                  </a:extLst>
                </p:cNvPr>
                <p:cNvPicPr/>
                <p:nvPr/>
              </p:nvPicPr>
              <p:blipFill>
                <a:blip r:embed="rId45"/>
                <a:stretch>
                  <a:fillRect/>
                </a:stretch>
              </p:blipFill>
              <p:spPr>
                <a:xfrm>
                  <a:off x="7946708" y="2231514"/>
                  <a:ext cx="17532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4" name="Ink 43">
                  <a:extLst>
                    <a:ext uri="{FF2B5EF4-FFF2-40B4-BE49-F238E27FC236}">
                      <a16:creationId xmlns:a16="http://schemas.microsoft.com/office/drawing/2014/main" id="{9D83EB83-3C4C-CFB2-9973-7179E1EDD39F}"/>
                    </a:ext>
                  </a:extLst>
                </p14:cNvPr>
                <p14:cNvContentPartPr/>
                <p14:nvPr/>
              </p14:nvContentPartPr>
              <p14:xfrm>
                <a:off x="7744028" y="2247354"/>
                <a:ext cx="117000" cy="110160"/>
              </p14:xfrm>
            </p:contentPart>
          </mc:Choice>
          <mc:Fallback>
            <p:pic>
              <p:nvPicPr>
                <p:cNvPr id="44" name="Ink 43">
                  <a:extLst>
                    <a:ext uri="{FF2B5EF4-FFF2-40B4-BE49-F238E27FC236}">
                      <a16:creationId xmlns:a16="http://schemas.microsoft.com/office/drawing/2014/main" id="{9D83EB83-3C4C-CFB2-9973-7179E1EDD39F}"/>
                    </a:ext>
                  </a:extLst>
                </p:cNvPr>
                <p:cNvPicPr/>
                <p:nvPr/>
              </p:nvPicPr>
              <p:blipFill>
                <a:blip r:embed="rId47"/>
                <a:stretch>
                  <a:fillRect/>
                </a:stretch>
              </p:blipFill>
              <p:spPr>
                <a:xfrm>
                  <a:off x="7737908" y="2241234"/>
                  <a:ext cx="12924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5" name="Ink 44">
                  <a:extLst>
                    <a:ext uri="{FF2B5EF4-FFF2-40B4-BE49-F238E27FC236}">
                      <a16:creationId xmlns:a16="http://schemas.microsoft.com/office/drawing/2014/main" id="{0569CB78-B6BE-FCDF-1DAD-FD742ACF9CD3}"/>
                    </a:ext>
                  </a:extLst>
                </p14:cNvPr>
                <p14:cNvContentPartPr/>
                <p14:nvPr/>
              </p14:nvContentPartPr>
              <p14:xfrm>
                <a:off x="7986668" y="2202354"/>
                <a:ext cx="86400" cy="165240"/>
              </p14:xfrm>
            </p:contentPart>
          </mc:Choice>
          <mc:Fallback>
            <p:pic>
              <p:nvPicPr>
                <p:cNvPr id="45" name="Ink 44">
                  <a:extLst>
                    <a:ext uri="{FF2B5EF4-FFF2-40B4-BE49-F238E27FC236}">
                      <a16:creationId xmlns:a16="http://schemas.microsoft.com/office/drawing/2014/main" id="{0569CB78-B6BE-FCDF-1DAD-FD742ACF9CD3}"/>
                    </a:ext>
                  </a:extLst>
                </p:cNvPr>
                <p:cNvPicPr/>
                <p:nvPr/>
              </p:nvPicPr>
              <p:blipFill>
                <a:blip r:embed="rId49"/>
                <a:stretch>
                  <a:fillRect/>
                </a:stretch>
              </p:blipFill>
              <p:spPr>
                <a:xfrm>
                  <a:off x="7980548" y="2196234"/>
                  <a:ext cx="9864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6" name="Ink 45">
                  <a:extLst>
                    <a:ext uri="{FF2B5EF4-FFF2-40B4-BE49-F238E27FC236}">
                      <a16:creationId xmlns:a16="http://schemas.microsoft.com/office/drawing/2014/main" id="{5E9CBACB-3E09-30ED-AB44-9999714B66EC}"/>
                    </a:ext>
                  </a:extLst>
                </p14:cNvPr>
                <p14:cNvContentPartPr/>
                <p14:nvPr/>
              </p14:nvContentPartPr>
              <p14:xfrm>
                <a:off x="8179628" y="2308914"/>
                <a:ext cx="151920" cy="100080"/>
              </p14:xfrm>
            </p:contentPart>
          </mc:Choice>
          <mc:Fallback>
            <p:pic>
              <p:nvPicPr>
                <p:cNvPr id="46" name="Ink 45">
                  <a:extLst>
                    <a:ext uri="{FF2B5EF4-FFF2-40B4-BE49-F238E27FC236}">
                      <a16:creationId xmlns:a16="http://schemas.microsoft.com/office/drawing/2014/main" id="{5E9CBACB-3E09-30ED-AB44-9999714B66EC}"/>
                    </a:ext>
                  </a:extLst>
                </p:cNvPr>
                <p:cNvPicPr/>
                <p:nvPr/>
              </p:nvPicPr>
              <p:blipFill>
                <a:blip r:embed="rId51"/>
                <a:stretch>
                  <a:fillRect/>
                </a:stretch>
              </p:blipFill>
              <p:spPr>
                <a:xfrm>
                  <a:off x="8173508" y="2302794"/>
                  <a:ext cx="164160" cy="112320"/>
                </a:xfrm>
                <a:prstGeom prst="rect">
                  <a:avLst/>
                </a:prstGeom>
              </p:spPr>
            </p:pic>
          </mc:Fallback>
        </mc:AlternateContent>
      </p:grpSp>
      <p:grpSp>
        <p:nvGrpSpPr>
          <p:cNvPr id="57" name="Group 56">
            <a:extLst>
              <a:ext uri="{FF2B5EF4-FFF2-40B4-BE49-F238E27FC236}">
                <a16:creationId xmlns:a16="http://schemas.microsoft.com/office/drawing/2014/main" id="{E36F42AB-F8B9-8378-5B73-BA380F9310F7}"/>
              </a:ext>
            </a:extLst>
          </p:cNvPr>
          <p:cNvGrpSpPr/>
          <p:nvPr/>
        </p:nvGrpSpPr>
        <p:grpSpPr>
          <a:xfrm>
            <a:off x="7230668" y="1174914"/>
            <a:ext cx="1571040" cy="764640"/>
            <a:chOff x="7230668" y="1174914"/>
            <a:chExt cx="1571040" cy="764640"/>
          </a:xfrm>
        </p:grpSpPr>
        <mc:AlternateContent xmlns:mc="http://schemas.openxmlformats.org/markup-compatibility/2006">
          <mc:Choice xmlns:p14="http://schemas.microsoft.com/office/powerpoint/2010/main" Requires="p14">
            <p:contentPart p14:bwMode="auto" r:id="rId52">
              <p14:nvContentPartPr>
                <p14:cNvPr id="23" name="Ink 22">
                  <a:extLst>
                    <a:ext uri="{FF2B5EF4-FFF2-40B4-BE49-F238E27FC236}">
                      <a16:creationId xmlns:a16="http://schemas.microsoft.com/office/drawing/2014/main" id="{FCD60896-FF8D-7709-C356-C3DED4B9A116}"/>
                    </a:ext>
                  </a:extLst>
                </p14:cNvPr>
                <p14:cNvContentPartPr/>
                <p14:nvPr/>
              </p14:nvContentPartPr>
              <p14:xfrm>
                <a:off x="7230668" y="1775034"/>
                <a:ext cx="123120" cy="133920"/>
              </p14:xfrm>
            </p:contentPart>
          </mc:Choice>
          <mc:Fallback>
            <p:pic>
              <p:nvPicPr>
                <p:cNvPr id="23" name="Ink 22">
                  <a:extLst>
                    <a:ext uri="{FF2B5EF4-FFF2-40B4-BE49-F238E27FC236}">
                      <a16:creationId xmlns:a16="http://schemas.microsoft.com/office/drawing/2014/main" id="{FCD60896-FF8D-7709-C356-C3DED4B9A116}"/>
                    </a:ext>
                  </a:extLst>
                </p:cNvPr>
                <p:cNvPicPr/>
                <p:nvPr/>
              </p:nvPicPr>
              <p:blipFill>
                <a:blip r:embed="rId53"/>
                <a:stretch>
                  <a:fillRect/>
                </a:stretch>
              </p:blipFill>
              <p:spPr>
                <a:xfrm>
                  <a:off x="7224548" y="1768914"/>
                  <a:ext cx="13536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4" name="Ink 23">
                  <a:extLst>
                    <a:ext uri="{FF2B5EF4-FFF2-40B4-BE49-F238E27FC236}">
                      <a16:creationId xmlns:a16="http://schemas.microsoft.com/office/drawing/2014/main" id="{96FE16DD-D3B7-94AA-CF5D-9FA23B18554E}"/>
                    </a:ext>
                  </a:extLst>
                </p14:cNvPr>
                <p14:cNvContentPartPr/>
                <p14:nvPr/>
              </p14:nvContentPartPr>
              <p14:xfrm>
                <a:off x="7434068" y="1863594"/>
                <a:ext cx="360" cy="360"/>
              </p14:xfrm>
            </p:contentPart>
          </mc:Choice>
          <mc:Fallback>
            <p:pic>
              <p:nvPicPr>
                <p:cNvPr id="24" name="Ink 23">
                  <a:extLst>
                    <a:ext uri="{FF2B5EF4-FFF2-40B4-BE49-F238E27FC236}">
                      <a16:creationId xmlns:a16="http://schemas.microsoft.com/office/drawing/2014/main" id="{96FE16DD-D3B7-94AA-CF5D-9FA23B18554E}"/>
                    </a:ext>
                  </a:extLst>
                </p:cNvPr>
                <p:cNvPicPr/>
                <p:nvPr/>
              </p:nvPicPr>
              <p:blipFill>
                <a:blip r:embed="rId27"/>
                <a:stretch>
                  <a:fillRect/>
                </a:stretch>
              </p:blipFill>
              <p:spPr>
                <a:xfrm>
                  <a:off x="7427948" y="1857474"/>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25" name="Ink 24">
                  <a:extLst>
                    <a:ext uri="{FF2B5EF4-FFF2-40B4-BE49-F238E27FC236}">
                      <a16:creationId xmlns:a16="http://schemas.microsoft.com/office/drawing/2014/main" id="{0CE5473F-BB88-33E8-4111-058357F1DEB3}"/>
                    </a:ext>
                  </a:extLst>
                </p14:cNvPr>
                <p14:cNvContentPartPr/>
                <p14:nvPr/>
              </p14:nvContentPartPr>
              <p14:xfrm>
                <a:off x="7502108" y="1767834"/>
                <a:ext cx="99000" cy="122760"/>
              </p14:xfrm>
            </p:contentPart>
          </mc:Choice>
          <mc:Fallback>
            <p:pic>
              <p:nvPicPr>
                <p:cNvPr id="25" name="Ink 24">
                  <a:extLst>
                    <a:ext uri="{FF2B5EF4-FFF2-40B4-BE49-F238E27FC236}">
                      <a16:creationId xmlns:a16="http://schemas.microsoft.com/office/drawing/2014/main" id="{0CE5473F-BB88-33E8-4111-058357F1DEB3}"/>
                    </a:ext>
                  </a:extLst>
                </p:cNvPr>
                <p:cNvPicPr/>
                <p:nvPr/>
              </p:nvPicPr>
              <p:blipFill>
                <a:blip r:embed="rId56"/>
                <a:stretch>
                  <a:fillRect/>
                </a:stretch>
              </p:blipFill>
              <p:spPr>
                <a:xfrm>
                  <a:off x="7495988" y="1761714"/>
                  <a:ext cx="11124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26" name="Ink 25">
                  <a:extLst>
                    <a:ext uri="{FF2B5EF4-FFF2-40B4-BE49-F238E27FC236}">
                      <a16:creationId xmlns:a16="http://schemas.microsoft.com/office/drawing/2014/main" id="{5BE1A346-C87C-C20F-CA12-BA642377070F}"/>
                    </a:ext>
                  </a:extLst>
                </p14:cNvPr>
                <p14:cNvContentPartPr/>
                <p14:nvPr/>
              </p14:nvContentPartPr>
              <p14:xfrm>
                <a:off x="7699028" y="1743714"/>
                <a:ext cx="86760" cy="115920"/>
              </p14:xfrm>
            </p:contentPart>
          </mc:Choice>
          <mc:Fallback>
            <p:pic>
              <p:nvPicPr>
                <p:cNvPr id="26" name="Ink 25">
                  <a:extLst>
                    <a:ext uri="{FF2B5EF4-FFF2-40B4-BE49-F238E27FC236}">
                      <a16:creationId xmlns:a16="http://schemas.microsoft.com/office/drawing/2014/main" id="{5BE1A346-C87C-C20F-CA12-BA642377070F}"/>
                    </a:ext>
                  </a:extLst>
                </p:cNvPr>
                <p:cNvPicPr/>
                <p:nvPr/>
              </p:nvPicPr>
              <p:blipFill>
                <a:blip r:embed="rId58"/>
                <a:stretch>
                  <a:fillRect/>
                </a:stretch>
              </p:blipFill>
              <p:spPr>
                <a:xfrm>
                  <a:off x="7692908" y="1737594"/>
                  <a:ext cx="9900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28" name="Ink 27">
                  <a:extLst>
                    <a:ext uri="{FF2B5EF4-FFF2-40B4-BE49-F238E27FC236}">
                      <a16:creationId xmlns:a16="http://schemas.microsoft.com/office/drawing/2014/main" id="{49468AA3-A836-EFC4-E578-F602FFA6044E}"/>
                    </a:ext>
                  </a:extLst>
                </p14:cNvPr>
                <p14:cNvContentPartPr/>
                <p14:nvPr/>
              </p14:nvContentPartPr>
              <p14:xfrm>
                <a:off x="7814228" y="1838754"/>
                <a:ext cx="4320" cy="94320"/>
              </p14:xfrm>
            </p:contentPart>
          </mc:Choice>
          <mc:Fallback>
            <p:pic>
              <p:nvPicPr>
                <p:cNvPr id="28" name="Ink 27">
                  <a:extLst>
                    <a:ext uri="{FF2B5EF4-FFF2-40B4-BE49-F238E27FC236}">
                      <a16:creationId xmlns:a16="http://schemas.microsoft.com/office/drawing/2014/main" id="{49468AA3-A836-EFC4-E578-F602FFA6044E}"/>
                    </a:ext>
                  </a:extLst>
                </p:cNvPr>
                <p:cNvPicPr/>
                <p:nvPr/>
              </p:nvPicPr>
              <p:blipFill>
                <a:blip r:embed="rId60"/>
                <a:stretch>
                  <a:fillRect/>
                </a:stretch>
              </p:blipFill>
              <p:spPr>
                <a:xfrm>
                  <a:off x="7808108" y="1832634"/>
                  <a:ext cx="1656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29" name="Ink 28">
                  <a:extLst>
                    <a:ext uri="{FF2B5EF4-FFF2-40B4-BE49-F238E27FC236}">
                      <a16:creationId xmlns:a16="http://schemas.microsoft.com/office/drawing/2014/main" id="{AE14D6D6-4C3A-1A80-29CC-91FD024EDFDD}"/>
                    </a:ext>
                  </a:extLst>
                </p14:cNvPr>
                <p14:cNvContentPartPr/>
                <p14:nvPr/>
              </p14:nvContentPartPr>
              <p14:xfrm>
                <a:off x="7940588" y="1812834"/>
                <a:ext cx="125640" cy="6840"/>
              </p14:xfrm>
            </p:contentPart>
          </mc:Choice>
          <mc:Fallback>
            <p:pic>
              <p:nvPicPr>
                <p:cNvPr id="29" name="Ink 28">
                  <a:extLst>
                    <a:ext uri="{FF2B5EF4-FFF2-40B4-BE49-F238E27FC236}">
                      <a16:creationId xmlns:a16="http://schemas.microsoft.com/office/drawing/2014/main" id="{AE14D6D6-4C3A-1A80-29CC-91FD024EDFDD}"/>
                    </a:ext>
                  </a:extLst>
                </p:cNvPr>
                <p:cNvPicPr/>
                <p:nvPr/>
              </p:nvPicPr>
              <p:blipFill>
                <a:blip r:embed="rId62"/>
                <a:stretch>
                  <a:fillRect/>
                </a:stretch>
              </p:blipFill>
              <p:spPr>
                <a:xfrm>
                  <a:off x="7934468" y="1806714"/>
                  <a:ext cx="1378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0" name="Ink 29">
                  <a:extLst>
                    <a:ext uri="{FF2B5EF4-FFF2-40B4-BE49-F238E27FC236}">
                      <a16:creationId xmlns:a16="http://schemas.microsoft.com/office/drawing/2014/main" id="{24A5AC7B-D765-8790-AA02-2FE06463EFF5}"/>
                    </a:ext>
                  </a:extLst>
                </p14:cNvPr>
                <p14:cNvContentPartPr/>
                <p14:nvPr/>
              </p14:nvContentPartPr>
              <p14:xfrm>
                <a:off x="7999988" y="1765674"/>
                <a:ext cx="720" cy="113400"/>
              </p14:xfrm>
            </p:contentPart>
          </mc:Choice>
          <mc:Fallback>
            <p:pic>
              <p:nvPicPr>
                <p:cNvPr id="30" name="Ink 29">
                  <a:extLst>
                    <a:ext uri="{FF2B5EF4-FFF2-40B4-BE49-F238E27FC236}">
                      <a16:creationId xmlns:a16="http://schemas.microsoft.com/office/drawing/2014/main" id="{24A5AC7B-D765-8790-AA02-2FE06463EFF5}"/>
                    </a:ext>
                  </a:extLst>
                </p:cNvPr>
                <p:cNvPicPr/>
                <p:nvPr/>
              </p:nvPicPr>
              <p:blipFill>
                <a:blip r:embed="rId64"/>
                <a:stretch>
                  <a:fillRect/>
                </a:stretch>
              </p:blipFill>
              <p:spPr>
                <a:xfrm>
                  <a:off x="7993868" y="1759554"/>
                  <a:ext cx="1296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31" name="Ink 30">
                  <a:extLst>
                    <a:ext uri="{FF2B5EF4-FFF2-40B4-BE49-F238E27FC236}">
                      <a16:creationId xmlns:a16="http://schemas.microsoft.com/office/drawing/2014/main" id="{8A82E05A-B0D1-32A3-660D-CE90A0D12CBC}"/>
                    </a:ext>
                  </a:extLst>
                </p14:cNvPr>
                <p14:cNvContentPartPr/>
                <p14:nvPr/>
              </p14:nvContentPartPr>
              <p14:xfrm>
                <a:off x="8187548" y="1725714"/>
                <a:ext cx="97920" cy="149400"/>
              </p14:xfrm>
            </p:contentPart>
          </mc:Choice>
          <mc:Fallback>
            <p:pic>
              <p:nvPicPr>
                <p:cNvPr id="31" name="Ink 30">
                  <a:extLst>
                    <a:ext uri="{FF2B5EF4-FFF2-40B4-BE49-F238E27FC236}">
                      <a16:creationId xmlns:a16="http://schemas.microsoft.com/office/drawing/2014/main" id="{8A82E05A-B0D1-32A3-660D-CE90A0D12CBC}"/>
                    </a:ext>
                  </a:extLst>
                </p:cNvPr>
                <p:cNvPicPr/>
                <p:nvPr/>
              </p:nvPicPr>
              <p:blipFill>
                <a:blip r:embed="rId66"/>
                <a:stretch>
                  <a:fillRect/>
                </a:stretch>
              </p:blipFill>
              <p:spPr>
                <a:xfrm>
                  <a:off x="8181428" y="1719594"/>
                  <a:ext cx="11016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32" name="Ink 31">
                  <a:extLst>
                    <a:ext uri="{FF2B5EF4-FFF2-40B4-BE49-F238E27FC236}">
                      <a16:creationId xmlns:a16="http://schemas.microsoft.com/office/drawing/2014/main" id="{3C243D15-DA19-8511-74A3-E0718A0FD800}"/>
                    </a:ext>
                  </a:extLst>
                </p14:cNvPr>
                <p14:cNvContentPartPr/>
                <p14:nvPr/>
              </p14:nvContentPartPr>
              <p14:xfrm>
                <a:off x="8323268" y="1762794"/>
                <a:ext cx="83880" cy="107640"/>
              </p14:xfrm>
            </p:contentPart>
          </mc:Choice>
          <mc:Fallback>
            <p:pic>
              <p:nvPicPr>
                <p:cNvPr id="32" name="Ink 31">
                  <a:extLst>
                    <a:ext uri="{FF2B5EF4-FFF2-40B4-BE49-F238E27FC236}">
                      <a16:creationId xmlns:a16="http://schemas.microsoft.com/office/drawing/2014/main" id="{3C243D15-DA19-8511-74A3-E0718A0FD800}"/>
                    </a:ext>
                  </a:extLst>
                </p:cNvPr>
                <p:cNvPicPr/>
                <p:nvPr/>
              </p:nvPicPr>
              <p:blipFill>
                <a:blip r:embed="rId68"/>
                <a:stretch>
                  <a:fillRect/>
                </a:stretch>
              </p:blipFill>
              <p:spPr>
                <a:xfrm>
                  <a:off x="8317148" y="1756674"/>
                  <a:ext cx="9612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33" name="Ink 32">
                  <a:extLst>
                    <a:ext uri="{FF2B5EF4-FFF2-40B4-BE49-F238E27FC236}">
                      <a16:creationId xmlns:a16="http://schemas.microsoft.com/office/drawing/2014/main" id="{055930EA-84A7-615A-CE06-071B93BA0604}"/>
                    </a:ext>
                  </a:extLst>
                </p14:cNvPr>
                <p14:cNvContentPartPr/>
                <p14:nvPr/>
              </p14:nvContentPartPr>
              <p14:xfrm>
                <a:off x="8501108" y="1744794"/>
                <a:ext cx="138240" cy="117720"/>
              </p14:xfrm>
            </p:contentPart>
          </mc:Choice>
          <mc:Fallback>
            <p:pic>
              <p:nvPicPr>
                <p:cNvPr id="33" name="Ink 32">
                  <a:extLst>
                    <a:ext uri="{FF2B5EF4-FFF2-40B4-BE49-F238E27FC236}">
                      <a16:creationId xmlns:a16="http://schemas.microsoft.com/office/drawing/2014/main" id="{055930EA-84A7-615A-CE06-071B93BA0604}"/>
                    </a:ext>
                  </a:extLst>
                </p:cNvPr>
                <p:cNvPicPr/>
                <p:nvPr/>
              </p:nvPicPr>
              <p:blipFill>
                <a:blip r:embed="rId70"/>
                <a:stretch>
                  <a:fillRect/>
                </a:stretch>
              </p:blipFill>
              <p:spPr>
                <a:xfrm>
                  <a:off x="8494988" y="1738674"/>
                  <a:ext cx="15048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34" name="Ink 33">
                  <a:extLst>
                    <a:ext uri="{FF2B5EF4-FFF2-40B4-BE49-F238E27FC236}">
                      <a16:creationId xmlns:a16="http://schemas.microsoft.com/office/drawing/2014/main" id="{EBB73667-F06B-1B72-05D1-65BE22A860C4}"/>
                    </a:ext>
                  </a:extLst>
                </p14:cNvPr>
                <p14:cNvContentPartPr/>
                <p14:nvPr/>
              </p14:nvContentPartPr>
              <p14:xfrm>
                <a:off x="8495348" y="1755954"/>
                <a:ext cx="100080" cy="134280"/>
              </p14:xfrm>
            </p:contentPart>
          </mc:Choice>
          <mc:Fallback>
            <p:pic>
              <p:nvPicPr>
                <p:cNvPr id="34" name="Ink 33">
                  <a:extLst>
                    <a:ext uri="{FF2B5EF4-FFF2-40B4-BE49-F238E27FC236}">
                      <a16:creationId xmlns:a16="http://schemas.microsoft.com/office/drawing/2014/main" id="{EBB73667-F06B-1B72-05D1-65BE22A860C4}"/>
                    </a:ext>
                  </a:extLst>
                </p:cNvPr>
                <p:cNvPicPr/>
                <p:nvPr/>
              </p:nvPicPr>
              <p:blipFill>
                <a:blip r:embed="rId72"/>
                <a:stretch>
                  <a:fillRect/>
                </a:stretch>
              </p:blipFill>
              <p:spPr>
                <a:xfrm>
                  <a:off x="8489228" y="1749834"/>
                  <a:ext cx="1123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35" name="Ink 34">
                  <a:extLst>
                    <a:ext uri="{FF2B5EF4-FFF2-40B4-BE49-F238E27FC236}">
                      <a16:creationId xmlns:a16="http://schemas.microsoft.com/office/drawing/2014/main" id="{B0363A90-C204-9431-FA56-C36385136681}"/>
                    </a:ext>
                  </a:extLst>
                </p14:cNvPr>
                <p14:cNvContentPartPr/>
                <p14:nvPr/>
              </p14:nvContentPartPr>
              <p14:xfrm>
                <a:off x="8651588" y="1835874"/>
                <a:ext cx="150120" cy="103680"/>
              </p14:xfrm>
            </p:contentPart>
          </mc:Choice>
          <mc:Fallback>
            <p:pic>
              <p:nvPicPr>
                <p:cNvPr id="35" name="Ink 34">
                  <a:extLst>
                    <a:ext uri="{FF2B5EF4-FFF2-40B4-BE49-F238E27FC236}">
                      <a16:creationId xmlns:a16="http://schemas.microsoft.com/office/drawing/2014/main" id="{B0363A90-C204-9431-FA56-C36385136681}"/>
                    </a:ext>
                  </a:extLst>
                </p:cNvPr>
                <p:cNvPicPr/>
                <p:nvPr/>
              </p:nvPicPr>
              <p:blipFill>
                <a:blip r:embed="rId74"/>
                <a:stretch>
                  <a:fillRect/>
                </a:stretch>
              </p:blipFill>
              <p:spPr>
                <a:xfrm>
                  <a:off x="8645468" y="1829754"/>
                  <a:ext cx="16236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8" name="Ink 47">
                  <a:extLst>
                    <a:ext uri="{FF2B5EF4-FFF2-40B4-BE49-F238E27FC236}">
                      <a16:creationId xmlns:a16="http://schemas.microsoft.com/office/drawing/2014/main" id="{B6F26984-8276-221F-079E-C4A78415CF1D}"/>
                    </a:ext>
                  </a:extLst>
                </p14:cNvPr>
                <p14:cNvContentPartPr/>
                <p14:nvPr/>
              </p14:nvContentPartPr>
              <p14:xfrm>
                <a:off x="7707668" y="1498554"/>
                <a:ext cx="145080" cy="180000"/>
              </p14:xfrm>
            </p:contentPart>
          </mc:Choice>
          <mc:Fallback>
            <p:pic>
              <p:nvPicPr>
                <p:cNvPr id="48" name="Ink 47">
                  <a:extLst>
                    <a:ext uri="{FF2B5EF4-FFF2-40B4-BE49-F238E27FC236}">
                      <a16:creationId xmlns:a16="http://schemas.microsoft.com/office/drawing/2014/main" id="{B6F26984-8276-221F-079E-C4A78415CF1D}"/>
                    </a:ext>
                  </a:extLst>
                </p:cNvPr>
                <p:cNvPicPr/>
                <p:nvPr/>
              </p:nvPicPr>
              <p:blipFill>
                <a:blip r:embed="rId76"/>
                <a:stretch>
                  <a:fillRect/>
                </a:stretch>
              </p:blipFill>
              <p:spPr>
                <a:xfrm>
                  <a:off x="7701548" y="1492434"/>
                  <a:ext cx="15732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9" name="Ink 48">
                  <a:extLst>
                    <a:ext uri="{FF2B5EF4-FFF2-40B4-BE49-F238E27FC236}">
                      <a16:creationId xmlns:a16="http://schemas.microsoft.com/office/drawing/2014/main" id="{2D5D3D11-A7CD-0C85-137F-4210011EA07A}"/>
                    </a:ext>
                  </a:extLst>
                </p14:cNvPr>
                <p14:cNvContentPartPr/>
                <p14:nvPr/>
              </p14:nvContentPartPr>
              <p14:xfrm>
                <a:off x="7807028" y="1449954"/>
                <a:ext cx="47160" cy="117720"/>
              </p14:xfrm>
            </p:contentPart>
          </mc:Choice>
          <mc:Fallback>
            <p:pic>
              <p:nvPicPr>
                <p:cNvPr id="49" name="Ink 48">
                  <a:extLst>
                    <a:ext uri="{FF2B5EF4-FFF2-40B4-BE49-F238E27FC236}">
                      <a16:creationId xmlns:a16="http://schemas.microsoft.com/office/drawing/2014/main" id="{2D5D3D11-A7CD-0C85-137F-4210011EA07A}"/>
                    </a:ext>
                  </a:extLst>
                </p:cNvPr>
                <p:cNvPicPr/>
                <p:nvPr/>
              </p:nvPicPr>
              <p:blipFill>
                <a:blip r:embed="rId78"/>
                <a:stretch>
                  <a:fillRect/>
                </a:stretch>
              </p:blipFill>
              <p:spPr>
                <a:xfrm>
                  <a:off x="7800908" y="1443834"/>
                  <a:ext cx="5940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1" name="Ink 50">
                  <a:extLst>
                    <a:ext uri="{FF2B5EF4-FFF2-40B4-BE49-F238E27FC236}">
                      <a16:creationId xmlns:a16="http://schemas.microsoft.com/office/drawing/2014/main" id="{6F44EA17-D66B-48A6-2012-9BB298464F8D}"/>
                    </a:ext>
                  </a:extLst>
                </p14:cNvPr>
                <p14:cNvContentPartPr/>
                <p14:nvPr/>
              </p14:nvContentPartPr>
              <p14:xfrm>
                <a:off x="7899188" y="1267074"/>
                <a:ext cx="36360" cy="156240"/>
              </p14:xfrm>
            </p:contentPart>
          </mc:Choice>
          <mc:Fallback>
            <p:pic>
              <p:nvPicPr>
                <p:cNvPr id="51" name="Ink 50">
                  <a:extLst>
                    <a:ext uri="{FF2B5EF4-FFF2-40B4-BE49-F238E27FC236}">
                      <a16:creationId xmlns:a16="http://schemas.microsoft.com/office/drawing/2014/main" id="{6F44EA17-D66B-48A6-2012-9BB298464F8D}"/>
                    </a:ext>
                  </a:extLst>
                </p:cNvPr>
                <p:cNvPicPr/>
                <p:nvPr/>
              </p:nvPicPr>
              <p:blipFill>
                <a:blip r:embed="rId80"/>
                <a:stretch>
                  <a:fillRect/>
                </a:stretch>
              </p:blipFill>
              <p:spPr>
                <a:xfrm>
                  <a:off x="7893068" y="1260954"/>
                  <a:ext cx="4860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2" name="Ink 51">
                  <a:extLst>
                    <a:ext uri="{FF2B5EF4-FFF2-40B4-BE49-F238E27FC236}">
                      <a16:creationId xmlns:a16="http://schemas.microsoft.com/office/drawing/2014/main" id="{064CFFE8-4CED-4156-4025-9BF645338FE9}"/>
                    </a:ext>
                  </a:extLst>
                </p14:cNvPr>
                <p14:cNvContentPartPr/>
                <p14:nvPr/>
              </p14:nvContentPartPr>
              <p14:xfrm>
                <a:off x="7916108" y="1245474"/>
                <a:ext cx="127080" cy="136080"/>
              </p14:xfrm>
            </p:contentPart>
          </mc:Choice>
          <mc:Fallback>
            <p:pic>
              <p:nvPicPr>
                <p:cNvPr id="52" name="Ink 51">
                  <a:extLst>
                    <a:ext uri="{FF2B5EF4-FFF2-40B4-BE49-F238E27FC236}">
                      <a16:creationId xmlns:a16="http://schemas.microsoft.com/office/drawing/2014/main" id="{064CFFE8-4CED-4156-4025-9BF645338FE9}"/>
                    </a:ext>
                  </a:extLst>
                </p:cNvPr>
                <p:cNvPicPr/>
                <p:nvPr/>
              </p:nvPicPr>
              <p:blipFill>
                <a:blip r:embed="rId82"/>
                <a:stretch>
                  <a:fillRect/>
                </a:stretch>
              </p:blipFill>
              <p:spPr>
                <a:xfrm>
                  <a:off x="7909988" y="1239354"/>
                  <a:ext cx="13932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4" name="Ink 53">
                  <a:extLst>
                    <a:ext uri="{FF2B5EF4-FFF2-40B4-BE49-F238E27FC236}">
                      <a16:creationId xmlns:a16="http://schemas.microsoft.com/office/drawing/2014/main" id="{BDA1708E-7B87-ECFF-3DC7-6D70B41930C4}"/>
                    </a:ext>
                  </a:extLst>
                </p14:cNvPr>
                <p14:cNvContentPartPr/>
                <p14:nvPr/>
              </p14:nvContentPartPr>
              <p14:xfrm>
                <a:off x="7675988" y="1352394"/>
                <a:ext cx="91080" cy="98640"/>
              </p14:xfrm>
            </p:contentPart>
          </mc:Choice>
          <mc:Fallback>
            <p:pic>
              <p:nvPicPr>
                <p:cNvPr id="54" name="Ink 53">
                  <a:extLst>
                    <a:ext uri="{FF2B5EF4-FFF2-40B4-BE49-F238E27FC236}">
                      <a16:creationId xmlns:a16="http://schemas.microsoft.com/office/drawing/2014/main" id="{BDA1708E-7B87-ECFF-3DC7-6D70B41930C4}"/>
                    </a:ext>
                  </a:extLst>
                </p:cNvPr>
                <p:cNvPicPr/>
                <p:nvPr/>
              </p:nvPicPr>
              <p:blipFill>
                <a:blip r:embed="rId84"/>
                <a:stretch>
                  <a:fillRect/>
                </a:stretch>
              </p:blipFill>
              <p:spPr>
                <a:xfrm>
                  <a:off x="7669868" y="1346274"/>
                  <a:ext cx="10332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5" name="Ink 54">
                  <a:extLst>
                    <a:ext uri="{FF2B5EF4-FFF2-40B4-BE49-F238E27FC236}">
                      <a16:creationId xmlns:a16="http://schemas.microsoft.com/office/drawing/2014/main" id="{62C473BD-43F7-A62E-3DEB-97BAB13744EE}"/>
                    </a:ext>
                  </a:extLst>
                </p14:cNvPr>
                <p14:cNvContentPartPr/>
                <p14:nvPr/>
              </p14:nvContentPartPr>
              <p14:xfrm>
                <a:off x="7778588" y="1256274"/>
                <a:ext cx="120960" cy="196920"/>
              </p14:xfrm>
            </p:contentPart>
          </mc:Choice>
          <mc:Fallback>
            <p:pic>
              <p:nvPicPr>
                <p:cNvPr id="55" name="Ink 54">
                  <a:extLst>
                    <a:ext uri="{FF2B5EF4-FFF2-40B4-BE49-F238E27FC236}">
                      <a16:creationId xmlns:a16="http://schemas.microsoft.com/office/drawing/2014/main" id="{62C473BD-43F7-A62E-3DEB-97BAB13744EE}"/>
                    </a:ext>
                  </a:extLst>
                </p:cNvPr>
                <p:cNvPicPr/>
                <p:nvPr/>
              </p:nvPicPr>
              <p:blipFill>
                <a:blip r:embed="rId86"/>
                <a:stretch>
                  <a:fillRect/>
                </a:stretch>
              </p:blipFill>
              <p:spPr>
                <a:xfrm>
                  <a:off x="7772468" y="1250154"/>
                  <a:ext cx="13320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6" name="Ink 55">
                  <a:extLst>
                    <a:ext uri="{FF2B5EF4-FFF2-40B4-BE49-F238E27FC236}">
                      <a16:creationId xmlns:a16="http://schemas.microsoft.com/office/drawing/2014/main" id="{FE12E70B-8B4A-6825-E725-1B95DA6EF94C}"/>
                    </a:ext>
                  </a:extLst>
                </p14:cNvPr>
                <p14:cNvContentPartPr/>
                <p14:nvPr/>
              </p14:nvContentPartPr>
              <p14:xfrm>
                <a:off x="8014748" y="1174914"/>
                <a:ext cx="87120" cy="262080"/>
              </p14:xfrm>
            </p:contentPart>
          </mc:Choice>
          <mc:Fallback>
            <p:pic>
              <p:nvPicPr>
                <p:cNvPr id="56" name="Ink 55">
                  <a:extLst>
                    <a:ext uri="{FF2B5EF4-FFF2-40B4-BE49-F238E27FC236}">
                      <a16:creationId xmlns:a16="http://schemas.microsoft.com/office/drawing/2014/main" id="{FE12E70B-8B4A-6825-E725-1B95DA6EF94C}"/>
                    </a:ext>
                  </a:extLst>
                </p:cNvPr>
                <p:cNvPicPr/>
                <p:nvPr/>
              </p:nvPicPr>
              <p:blipFill>
                <a:blip r:embed="rId88"/>
                <a:stretch>
                  <a:fillRect/>
                </a:stretch>
              </p:blipFill>
              <p:spPr>
                <a:xfrm>
                  <a:off x="8008628" y="1168794"/>
                  <a:ext cx="99360" cy="274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9">
            <p14:nvContentPartPr>
              <p14:cNvPr id="58" name="Ink 57">
                <a:extLst>
                  <a:ext uri="{FF2B5EF4-FFF2-40B4-BE49-F238E27FC236}">
                    <a16:creationId xmlns:a16="http://schemas.microsoft.com/office/drawing/2014/main" id="{ED0C39AA-A552-D576-7D08-CC0C1E6DE8F6}"/>
                  </a:ext>
                </a:extLst>
              </p14:cNvPr>
              <p14:cNvContentPartPr/>
              <p14:nvPr/>
            </p14:nvContentPartPr>
            <p14:xfrm>
              <a:off x="8534228" y="1390554"/>
              <a:ext cx="81360" cy="216000"/>
            </p14:xfrm>
          </p:contentPart>
        </mc:Choice>
        <mc:Fallback>
          <p:pic>
            <p:nvPicPr>
              <p:cNvPr id="58" name="Ink 57">
                <a:extLst>
                  <a:ext uri="{FF2B5EF4-FFF2-40B4-BE49-F238E27FC236}">
                    <a16:creationId xmlns:a16="http://schemas.microsoft.com/office/drawing/2014/main" id="{ED0C39AA-A552-D576-7D08-CC0C1E6DE8F6}"/>
                  </a:ext>
                </a:extLst>
              </p:cNvPr>
              <p:cNvPicPr/>
              <p:nvPr/>
            </p:nvPicPr>
            <p:blipFill>
              <a:blip r:embed="rId90"/>
              <a:stretch>
                <a:fillRect/>
              </a:stretch>
            </p:blipFill>
            <p:spPr>
              <a:xfrm>
                <a:off x="8528108" y="1384434"/>
                <a:ext cx="93600" cy="228240"/>
              </a:xfrm>
              <a:prstGeom prst="rect">
                <a:avLst/>
              </a:prstGeom>
            </p:spPr>
          </p:pic>
        </mc:Fallback>
      </mc:AlternateContent>
      <p:grpSp>
        <p:nvGrpSpPr>
          <p:cNvPr id="63" name="Group 62">
            <a:extLst>
              <a:ext uri="{FF2B5EF4-FFF2-40B4-BE49-F238E27FC236}">
                <a16:creationId xmlns:a16="http://schemas.microsoft.com/office/drawing/2014/main" id="{B29A4E09-5BB2-4D8E-55E2-97C1258DC8BD}"/>
              </a:ext>
            </a:extLst>
          </p:cNvPr>
          <p:cNvGrpSpPr/>
          <p:nvPr/>
        </p:nvGrpSpPr>
        <p:grpSpPr>
          <a:xfrm>
            <a:off x="8620628" y="1357794"/>
            <a:ext cx="409320" cy="248760"/>
            <a:chOff x="8620628" y="1357794"/>
            <a:chExt cx="409320" cy="248760"/>
          </a:xfrm>
        </p:grpSpPr>
        <mc:AlternateContent xmlns:mc="http://schemas.openxmlformats.org/markup-compatibility/2006">
          <mc:Choice xmlns:p14="http://schemas.microsoft.com/office/powerpoint/2010/main" Requires="p14">
            <p:contentPart p14:bwMode="auto" r:id="rId91">
              <p14:nvContentPartPr>
                <p14:cNvPr id="59" name="Ink 58">
                  <a:extLst>
                    <a:ext uri="{FF2B5EF4-FFF2-40B4-BE49-F238E27FC236}">
                      <a16:creationId xmlns:a16="http://schemas.microsoft.com/office/drawing/2014/main" id="{BB98BB9A-1B01-31FD-AB9C-CA24C03E68AE}"/>
                    </a:ext>
                  </a:extLst>
                </p14:cNvPr>
                <p14:cNvContentPartPr/>
                <p14:nvPr/>
              </p14:nvContentPartPr>
              <p14:xfrm>
                <a:off x="8620628" y="1443474"/>
                <a:ext cx="99000" cy="111600"/>
              </p14:xfrm>
            </p:contentPart>
          </mc:Choice>
          <mc:Fallback>
            <p:pic>
              <p:nvPicPr>
                <p:cNvPr id="59" name="Ink 58">
                  <a:extLst>
                    <a:ext uri="{FF2B5EF4-FFF2-40B4-BE49-F238E27FC236}">
                      <a16:creationId xmlns:a16="http://schemas.microsoft.com/office/drawing/2014/main" id="{BB98BB9A-1B01-31FD-AB9C-CA24C03E68AE}"/>
                    </a:ext>
                  </a:extLst>
                </p:cNvPr>
                <p:cNvPicPr/>
                <p:nvPr/>
              </p:nvPicPr>
              <p:blipFill>
                <a:blip r:embed="rId92"/>
                <a:stretch>
                  <a:fillRect/>
                </a:stretch>
              </p:blipFill>
              <p:spPr>
                <a:xfrm>
                  <a:off x="8614508" y="1437354"/>
                  <a:ext cx="11124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60" name="Ink 59">
                  <a:extLst>
                    <a:ext uri="{FF2B5EF4-FFF2-40B4-BE49-F238E27FC236}">
                      <a16:creationId xmlns:a16="http://schemas.microsoft.com/office/drawing/2014/main" id="{EF7D6177-8F90-214A-F607-654E66D4CA4F}"/>
                    </a:ext>
                  </a:extLst>
                </p14:cNvPr>
                <p14:cNvContentPartPr/>
                <p14:nvPr/>
              </p14:nvContentPartPr>
              <p14:xfrm>
                <a:off x="8814308" y="1520874"/>
                <a:ext cx="360" cy="360"/>
              </p14:xfrm>
            </p:contentPart>
          </mc:Choice>
          <mc:Fallback>
            <p:pic>
              <p:nvPicPr>
                <p:cNvPr id="60" name="Ink 59">
                  <a:extLst>
                    <a:ext uri="{FF2B5EF4-FFF2-40B4-BE49-F238E27FC236}">
                      <a16:creationId xmlns:a16="http://schemas.microsoft.com/office/drawing/2014/main" id="{EF7D6177-8F90-214A-F607-654E66D4CA4F}"/>
                    </a:ext>
                  </a:extLst>
                </p:cNvPr>
                <p:cNvPicPr/>
                <p:nvPr/>
              </p:nvPicPr>
              <p:blipFill>
                <a:blip r:embed="rId27"/>
                <a:stretch>
                  <a:fillRect/>
                </a:stretch>
              </p:blipFill>
              <p:spPr>
                <a:xfrm>
                  <a:off x="8808188" y="1514754"/>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1" name="Ink 60">
                  <a:extLst>
                    <a:ext uri="{FF2B5EF4-FFF2-40B4-BE49-F238E27FC236}">
                      <a16:creationId xmlns:a16="http://schemas.microsoft.com/office/drawing/2014/main" id="{6D5E093B-7E9E-F3CE-87EA-96A523E59BDA}"/>
                    </a:ext>
                  </a:extLst>
                </p14:cNvPr>
                <p14:cNvContentPartPr/>
                <p14:nvPr/>
              </p14:nvContentPartPr>
              <p14:xfrm>
                <a:off x="8913308" y="1413234"/>
                <a:ext cx="3600" cy="115200"/>
              </p14:xfrm>
            </p:contentPart>
          </mc:Choice>
          <mc:Fallback>
            <p:pic>
              <p:nvPicPr>
                <p:cNvPr id="61" name="Ink 60">
                  <a:extLst>
                    <a:ext uri="{FF2B5EF4-FFF2-40B4-BE49-F238E27FC236}">
                      <a16:creationId xmlns:a16="http://schemas.microsoft.com/office/drawing/2014/main" id="{6D5E093B-7E9E-F3CE-87EA-96A523E59BDA}"/>
                    </a:ext>
                  </a:extLst>
                </p:cNvPr>
                <p:cNvPicPr/>
                <p:nvPr/>
              </p:nvPicPr>
              <p:blipFill>
                <a:blip r:embed="rId95"/>
                <a:stretch>
                  <a:fillRect/>
                </a:stretch>
              </p:blipFill>
              <p:spPr>
                <a:xfrm>
                  <a:off x="8907188" y="1407114"/>
                  <a:ext cx="1584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2" name="Ink 61">
                  <a:extLst>
                    <a:ext uri="{FF2B5EF4-FFF2-40B4-BE49-F238E27FC236}">
                      <a16:creationId xmlns:a16="http://schemas.microsoft.com/office/drawing/2014/main" id="{2C7BA3C0-9290-8F60-E664-6B5DC6609C36}"/>
                    </a:ext>
                  </a:extLst>
                </p14:cNvPr>
                <p14:cNvContentPartPr/>
                <p14:nvPr/>
              </p14:nvContentPartPr>
              <p14:xfrm>
                <a:off x="8948588" y="1357794"/>
                <a:ext cx="81360" cy="248760"/>
              </p14:xfrm>
            </p:contentPart>
          </mc:Choice>
          <mc:Fallback>
            <p:pic>
              <p:nvPicPr>
                <p:cNvPr id="62" name="Ink 61">
                  <a:extLst>
                    <a:ext uri="{FF2B5EF4-FFF2-40B4-BE49-F238E27FC236}">
                      <a16:creationId xmlns:a16="http://schemas.microsoft.com/office/drawing/2014/main" id="{2C7BA3C0-9290-8F60-E664-6B5DC6609C36}"/>
                    </a:ext>
                  </a:extLst>
                </p:cNvPr>
                <p:cNvPicPr/>
                <p:nvPr/>
              </p:nvPicPr>
              <p:blipFill>
                <a:blip r:embed="rId97"/>
                <a:stretch>
                  <a:fillRect/>
                </a:stretch>
              </p:blipFill>
              <p:spPr>
                <a:xfrm>
                  <a:off x="8942468" y="1351674"/>
                  <a:ext cx="93600" cy="261000"/>
                </a:xfrm>
                <a:prstGeom prst="rect">
                  <a:avLst/>
                </a:prstGeom>
              </p:spPr>
            </p:pic>
          </mc:Fallback>
        </mc:AlternateContent>
      </p:grpSp>
      <p:grpSp>
        <p:nvGrpSpPr>
          <p:cNvPr id="40969" name="Group 40968">
            <a:extLst>
              <a:ext uri="{FF2B5EF4-FFF2-40B4-BE49-F238E27FC236}">
                <a16:creationId xmlns:a16="http://schemas.microsoft.com/office/drawing/2014/main" id="{CA731168-B744-79C6-6685-A764FD8A1B62}"/>
              </a:ext>
            </a:extLst>
          </p:cNvPr>
          <p:cNvGrpSpPr/>
          <p:nvPr/>
        </p:nvGrpSpPr>
        <p:grpSpPr>
          <a:xfrm>
            <a:off x="6584468" y="2769714"/>
            <a:ext cx="187200" cy="303480"/>
            <a:chOff x="6584468" y="2769714"/>
            <a:chExt cx="187200" cy="303480"/>
          </a:xfrm>
        </p:grpSpPr>
        <mc:AlternateContent xmlns:mc="http://schemas.openxmlformats.org/markup-compatibility/2006">
          <mc:Choice xmlns:p14="http://schemas.microsoft.com/office/powerpoint/2010/main" Requires="p14">
            <p:contentPart p14:bwMode="auto" r:id="rId98">
              <p14:nvContentPartPr>
                <p14:cNvPr id="40960" name="Ink 40959">
                  <a:extLst>
                    <a:ext uri="{FF2B5EF4-FFF2-40B4-BE49-F238E27FC236}">
                      <a16:creationId xmlns:a16="http://schemas.microsoft.com/office/drawing/2014/main" id="{8E5AFAE7-1021-31A3-A166-DAFCBF5331BF}"/>
                    </a:ext>
                  </a:extLst>
                </p14:cNvPr>
                <p14:cNvContentPartPr/>
                <p14:nvPr/>
              </p14:nvContentPartPr>
              <p14:xfrm>
                <a:off x="6595268" y="2769714"/>
                <a:ext cx="117720" cy="210600"/>
              </p14:xfrm>
            </p:contentPart>
          </mc:Choice>
          <mc:Fallback>
            <p:pic>
              <p:nvPicPr>
                <p:cNvPr id="40960" name="Ink 40959">
                  <a:extLst>
                    <a:ext uri="{FF2B5EF4-FFF2-40B4-BE49-F238E27FC236}">
                      <a16:creationId xmlns:a16="http://schemas.microsoft.com/office/drawing/2014/main" id="{8E5AFAE7-1021-31A3-A166-DAFCBF5331BF}"/>
                    </a:ext>
                  </a:extLst>
                </p:cNvPr>
                <p:cNvPicPr/>
                <p:nvPr/>
              </p:nvPicPr>
              <p:blipFill>
                <a:blip r:embed="rId99"/>
                <a:stretch>
                  <a:fillRect/>
                </a:stretch>
              </p:blipFill>
              <p:spPr>
                <a:xfrm>
                  <a:off x="6589148" y="2763594"/>
                  <a:ext cx="12996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40961" name="Ink 40960">
                  <a:extLst>
                    <a:ext uri="{FF2B5EF4-FFF2-40B4-BE49-F238E27FC236}">
                      <a16:creationId xmlns:a16="http://schemas.microsoft.com/office/drawing/2014/main" id="{7731110A-33E1-B9C6-4CFB-9854D596FA74}"/>
                    </a:ext>
                  </a:extLst>
                </p14:cNvPr>
                <p14:cNvContentPartPr/>
                <p14:nvPr/>
              </p14:nvContentPartPr>
              <p14:xfrm>
                <a:off x="6584468" y="2796354"/>
                <a:ext cx="143640" cy="240840"/>
              </p14:xfrm>
            </p:contentPart>
          </mc:Choice>
          <mc:Fallback>
            <p:pic>
              <p:nvPicPr>
                <p:cNvPr id="40961" name="Ink 40960">
                  <a:extLst>
                    <a:ext uri="{FF2B5EF4-FFF2-40B4-BE49-F238E27FC236}">
                      <a16:creationId xmlns:a16="http://schemas.microsoft.com/office/drawing/2014/main" id="{7731110A-33E1-B9C6-4CFB-9854D596FA74}"/>
                    </a:ext>
                  </a:extLst>
                </p:cNvPr>
                <p:cNvPicPr/>
                <p:nvPr/>
              </p:nvPicPr>
              <p:blipFill>
                <a:blip r:embed="rId101"/>
                <a:stretch>
                  <a:fillRect/>
                </a:stretch>
              </p:blipFill>
              <p:spPr>
                <a:xfrm>
                  <a:off x="6578348" y="2790234"/>
                  <a:ext cx="15588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40964" name="Ink 40963">
                  <a:extLst>
                    <a:ext uri="{FF2B5EF4-FFF2-40B4-BE49-F238E27FC236}">
                      <a16:creationId xmlns:a16="http://schemas.microsoft.com/office/drawing/2014/main" id="{F7495565-41E7-22EB-5C17-EB775588D4E8}"/>
                    </a:ext>
                  </a:extLst>
                </p14:cNvPr>
                <p14:cNvContentPartPr/>
                <p14:nvPr/>
              </p14:nvContentPartPr>
              <p14:xfrm>
                <a:off x="6765548" y="2941434"/>
                <a:ext cx="6120" cy="131760"/>
              </p14:xfrm>
            </p:contentPart>
          </mc:Choice>
          <mc:Fallback>
            <p:pic>
              <p:nvPicPr>
                <p:cNvPr id="40964" name="Ink 40963">
                  <a:extLst>
                    <a:ext uri="{FF2B5EF4-FFF2-40B4-BE49-F238E27FC236}">
                      <a16:creationId xmlns:a16="http://schemas.microsoft.com/office/drawing/2014/main" id="{F7495565-41E7-22EB-5C17-EB775588D4E8}"/>
                    </a:ext>
                  </a:extLst>
                </p:cNvPr>
                <p:cNvPicPr/>
                <p:nvPr/>
              </p:nvPicPr>
              <p:blipFill>
                <a:blip r:embed="rId103"/>
                <a:stretch>
                  <a:fillRect/>
                </a:stretch>
              </p:blipFill>
              <p:spPr>
                <a:xfrm>
                  <a:off x="6759428" y="2935314"/>
                  <a:ext cx="18360" cy="144000"/>
                </a:xfrm>
                <a:prstGeom prst="rect">
                  <a:avLst/>
                </a:prstGeom>
              </p:spPr>
            </p:pic>
          </mc:Fallback>
        </mc:AlternateContent>
      </p:grpSp>
      <p:grpSp>
        <p:nvGrpSpPr>
          <p:cNvPr id="40968" name="Group 40967">
            <a:extLst>
              <a:ext uri="{FF2B5EF4-FFF2-40B4-BE49-F238E27FC236}">
                <a16:creationId xmlns:a16="http://schemas.microsoft.com/office/drawing/2014/main" id="{F564F1D6-FF5F-1B97-B364-AA34329916C3}"/>
              </a:ext>
            </a:extLst>
          </p:cNvPr>
          <p:cNvGrpSpPr/>
          <p:nvPr/>
        </p:nvGrpSpPr>
        <p:grpSpPr>
          <a:xfrm>
            <a:off x="7512908" y="2738394"/>
            <a:ext cx="334440" cy="293400"/>
            <a:chOff x="7512908" y="2738394"/>
            <a:chExt cx="334440" cy="293400"/>
          </a:xfrm>
        </p:grpSpPr>
        <mc:AlternateContent xmlns:mc="http://schemas.openxmlformats.org/markup-compatibility/2006">
          <mc:Choice xmlns:p14="http://schemas.microsoft.com/office/powerpoint/2010/main" Requires="p14">
            <p:contentPart p14:bwMode="auto" r:id="rId104">
              <p14:nvContentPartPr>
                <p14:cNvPr id="40965" name="Ink 40964">
                  <a:extLst>
                    <a:ext uri="{FF2B5EF4-FFF2-40B4-BE49-F238E27FC236}">
                      <a16:creationId xmlns:a16="http://schemas.microsoft.com/office/drawing/2014/main" id="{F1126673-D424-41DE-EC3E-D85239B2A8A9}"/>
                    </a:ext>
                  </a:extLst>
                </p14:cNvPr>
                <p14:cNvContentPartPr/>
                <p14:nvPr/>
              </p14:nvContentPartPr>
              <p14:xfrm>
                <a:off x="7524788" y="2738394"/>
                <a:ext cx="115920" cy="193680"/>
              </p14:xfrm>
            </p:contentPart>
          </mc:Choice>
          <mc:Fallback>
            <p:pic>
              <p:nvPicPr>
                <p:cNvPr id="40965" name="Ink 40964">
                  <a:extLst>
                    <a:ext uri="{FF2B5EF4-FFF2-40B4-BE49-F238E27FC236}">
                      <a16:creationId xmlns:a16="http://schemas.microsoft.com/office/drawing/2014/main" id="{F1126673-D424-41DE-EC3E-D85239B2A8A9}"/>
                    </a:ext>
                  </a:extLst>
                </p:cNvPr>
                <p:cNvPicPr/>
                <p:nvPr/>
              </p:nvPicPr>
              <p:blipFill>
                <a:blip r:embed="rId105"/>
                <a:stretch>
                  <a:fillRect/>
                </a:stretch>
              </p:blipFill>
              <p:spPr>
                <a:xfrm>
                  <a:off x="7518668" y="2732274"/>
                  <a:ext cx="12816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40966" name="Ink 40965">
                  <a:extLst>
                    <a:ext uri="{FF2B5EF4-FFF2-40B4-BE49-F238E27FC236}">
                      <a16:creationId xmlns:a16="http://schemas.microsoft.com/office/drawing/2014/main" id="{3A84B763-39E9-9029-E8C7-D4C646E78021}"/>
                    </a:ext>
                  </a:extLst>
                </p14:cNvPr>
                <p14:cNvContentPartPr/>
                <p14:nvPr/>
              </p14:nvContentPartPr>
              <p14:xfrm>
                <a:off x="7512908" y="2765394"/>
                <a:ext cx="134280" cy="197640"/>
              </p14:xfrm>
            </p:contentPart>
          </mc:Choice>
          <mc:Fallback>
            <p:pic>
              <p:nvPicPr>
                <p:cNvPr id="40966" name="Ink 40965">
                  <a:extLst>
                    <a:ext uri="{FF2B5EF4-FFF2-40B4-BE49-F238E27FC236}">
                      <a16:creationId xmlns:a16="http://schemas.microsoft.com/office/drawing/2014/main" id="{3A84B763-39E9-9029-E8C7-D4C646E78021}"/>
                    </a:ext>
                  </a:extLst>
                </p:cNvPr>
                <p:cNvPicPr/>
                <p:nvPr/>
              </p:nvPicPr>
              <p:blipFill>
                <a:blip r:embed="rId107"/>
                <a:stretch>
                  <a:fillRect/>
                </a:stretch>
              </p:blipFill>
              <p:spPr>
                <a:xfrm>
                  <a:off x="7506788" y="2759274"/>
                  <a:ext cx="14652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40967" name="Ink 40966">
                  <a:extLst>
                    <a:ext uri="{FF2B5EF4-FFF2-40B4-BE49-F238E27FC236}">
                      <a16:creationId xmlns:a16="http://schemas.microsoft.com/office/drawing/2014/main" id="{D62F6F9C-A83D-8F65-BE46-47DB26223324}"/>
                    </a:ext>
                  </a:extLst>
                </p14:cNvPr>
                <p14:cNvContentPartPr/>
                <p14:nvPr/>
              </p14:nvContentPartPr>
              <p14:xfrm>
                <a:off x="7699028" y="2903994"/>
                <a:ext cx="148320" cy="127800"/>
              </p14:xfrm>
            </p:contentPart>
          </mc:Choice>
          <mc:Fallback>
            <p:pic>
              <p:nvPicPr>
                <p:cNvPr id="40967" name="Ink 40966">
                  <a:extLst>
                    <a:ext uri="{FF2B5EF4-FFF2-40B4-BE49-F238E27FC236}">
                      <a16:creationId xmlns:a16="http://schemas.microsoft.com/office/drawing/2014/main" id="{D62F6F9C-A83D-8F65-BE46-47DB26223324}"/>
                    </a:ext>
                  </a:extLst>
                </p:cNvPr>
                <p:cNvPicPr/>
                <p:nvPr/>
              </p:nvPicPr>
              <p:blipFill>
                <a:blip r:embed="rId109"/>
                <a:stretch>
                  <a:fillRect/>
                </a:stretch>
              </p:blipFill>
              <p:spPr>
                <a:xfrm>
                  <a:off x="7692908" y="2897874"/>
                  <a:ext cx="160560" cy="140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0">
            <p14:nvContentPartPr>
              <p14:cNvPr id="40970" name="Ink 40969">
                <a:extLst>
                  <a:ext uri="{FF2B5EF4-FFF2-40B4-BE49-F238E27FC236}">
                    <a16:creationId xmlns:a16="http://schemas.microsoft.com/office/drawing/2014/main" id="{96C5CC24-EB29-799B-3B57-166BB7824A75}"/>
                  </a:ext>
                </a:extLst>
              </p14:cNvPr>
              <p14:cNvContentPartPr/>
              <p14:nvPr/>
            </p14:nvContentPartPr>
            <p14:xfrm>
              <a:off x="6567548" y="3285594"/>
              <a:ext cx="5760" cy="169920"/>
            </p14:xfrm>
          </p:contentPart>
        </mc:Choice>
        <mc:Fallback>
          <p:pic>
            <p:nvPicPr>
              <p:cNvPr id="40970" name="Ink 40969">
                <a:extLst>
                  <a:ext uri="{FF2B5EF4-FFF2-40B4-BE49-F238E27FC236}">
                    <a16:creationId xmlns:a16="http://schemas.microsoft.com/office/drawing/2014/main" id="{96C5CC24-EB29-799B-3B57-166BB7824A75}"/>
                  </a:ext>
                </a:extLst>
              </p:cNvPr>
              <p:cNvPicPr/>
              <p:nvPr/>
            </p:nvPicPr>
            <p:blipFill>
              <a:blip r:embed="rId111"/>
              <a:stretch>
                <a:fillRect/>
              </a:stretch>
            </p:blipFill>
            <p:spPr>
              <a:xfrm>
                <a:off x="6561428" y="3279474"/>
                <a:ext cx="1800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40971" name="Ink 40970">
                <a:extLst>
                  <a:ext uri="{FF2B5EF4-FFF2-40B4-BE49-F238E27FC236}">
                    <a16:creationId xmlns:a16="http://schemas.microsoft.com/office/drawing/2014/main" id="{08BE922A-0FD8-A3F3-69A7-B9E20742EE82}"/>
                  </a:ext>
                </a:extLst>
              </p14:cNvPr>
              <p14:cNvContentPartPr/>
              <p14:nvPr/>
            </p14:nvContentPartPr>
            <p14:xfrm>
              <a:off x="6507428" y="3707514"/>
              <a:ext cx="106920" cy="169200"/>
            </p14:xfrm>
          </p:contentPart>
        </mc:Choice>
        <mc:Fallback>
          <p:pic>
            <p:nvPicPr>
              <p:cNvPr id="40971" name="Ink 40970">
                <a:extLst>
                  <a:ext uri="{FF2B5EF4-FFF2-40B4-BE49-F238E27FC236}">
                    <a16:creationId xmlns:a16="http://schemas.microsoft.com/office/drawing/2014/main" id="{08BE922A-0FD8-A3F3-69A7-B9E20742EE82}"/>
                  </a:ext>
                </a:extLst>
              </p:cNvPr>
              <p:cNvPicPr/>
              <p:nvPr/>
            </p:nvPicPr>
            <p:blipFill>
              <a:blip r:embed="rId113"/>
              <a:stretch>
                <a:fillRect/>
              </a:stretch>
            </p:blipFill>
            <p:spPr>
              <a:xfrm>
                <a:off x="6501308" y="3701394"/>
                <a:ext cx="11916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40972" name="Ink 40971">
                <a:extLst>
                  <a:ext uri="{FF2B5EF4-FFF2-40B4-BE49-F238E27FC236}">
                    <a16:creationId xmlns:a16="http://schemas.microsoft.com/office/drawing/2014/main" id="{D7DD0A34-F1B5-9832-942F-47280EE17EBB}"/>
                  </a:ext>
                </a:extLst>
              </p14:cNvPr>
              <p14:cNvContentPartPr/>
              <p14:nvPr/>
            </p14:nvContentPartPr>
            <p14:xfrm>
              <a:off x="6495188" y="4079034"/>
              <a:ext cx="131760" cy="200160"/>
            </p14:xfrm>
          </p:contentPart>
        </mc:Choice>
        <mc:Fallback>
          <p:pic>
            <p:nvPicPr>
              <p:cNvPr id="40972" name="Ink 40971">
                <a:extLst>
                  <a:ext uri="{FF2B5EF4-FFF2-40B4-BE49-F238E27FC236}">
                    <a16:creationId xmlns:a16="http://schemas.microsoft.com/office/drawing/2014/main" id="{D7DD0A34-F1B5-9832-942F-47280EE17EBB}"/>
                  </a:ext>
                </a:extLst>
              </p:cNvPr>
              <p:cNvPicPr/>
              <p:nvPr/>
            </p:nvPicPr>
            <p:blipFill>
              <a:blip r:embed="rId115"/>
              <a:stretch>
                <a:fillRect/>
              </a:stretch>
            </p:blipFill>
            <p:spPr>
              <a:xfrm>
                <a:off x="6489068" y="4072914"/>
                <a:ext cx="144000" cy="212400"/>
              </a:xfrm>
              <a:prstGeom prst="rect">
                <a:avLst/>
              </a:prstGeom>
            </p:spPr>
          </p:pic>
        </mc:Fallback>
      </mc:AlternateContent>
      <p:grpSp>
        <p:nvGrpSpPr>
          <p:cNvPr id="40988" name="Group 40987">
            <a:extLst>
              <a:ext uri="{FF2B5EF4-FFF2-40B4-BE49-F238E27FC236}">
                <a16:creationId xmlns:a16="http://schemas.microsoft.com/office/drawing/2014/main" id="{1FC850AE-8DF3-24F1-8AFF-154610BD1F59}"/>
              </a:ext>
            </a:extLst>
          </p:cNvPr>
          <p:cNvGrpSpPr/>
          <p:nvPr/>
        </p:nvGrpSpPr>
        <p:grpSpPr>
          <a:xfrm>
            <a:off x="7592468" y="3284154"/>
            <a:ext cx="467640" cy="171720"/>
            <a:chOff x="7592468" y="3284154"/>
            <a:chExt cx="467640" cy="171720"/>
          </a:xfrm>
        </p:grpSpPr>
        <mc:AlternateContent xmlns:mc="http://schemas.openxmlformats.org/markup-compatibility/2006">
          <mc:Choice xmlns:p14="http://schemas.microsoft.com/office/powerpoint/2010/main" Requires="p14">
            <p:contentPart p14:bwMode="auto" r:id="rId116">
              <p14:nvContentPartPr>
                <p14:cNvPr id="40973" name="Ink 40972">
                  <a:extLst>
                    <a:ext uri="{FF2B5EF4-FFF2-40B4-BE49-F238E27FC236}">
                      <a16:creationId xmlns:a16="http://schemas.microsoft.com/office/drawing/2014/main" id="{31F1B614-D637-1859-FCC3-C0E9F554BFB0}"/>
                    </a:ext>
                  </a:extLst>
                </p14:cNvPr>
                <p14:cNvContentPartPr/>
                <p14:nvPr/>
              </p14:nvContentPartPr>
              <p14:xfrm>
                <a:off x="7592468" y="3284154"/>
                <a:ext cx="18720" cy="154800"/>
              </p14:xfrm>
            </p:contentPart>
          </mc:Choice>
          <mc:Fallback>
            <p:pic>
              <p:nvPicPr>
                <p:cNvPr id="40973" name="Ink 40972">
                  <a:extLst>
                    <a:ext uri="{FF2B5EF4-FFF2-40B4-BE49-F238E27FC236}">
                      <a16:creationId xmlns:a16="http://schemas.microsoft.com/office/drawing/2014/main" id="{31F1B614-D637-1859-FCC3-C0E9F554BFB0}"/>
                    </a:ext>
                  </a:extLst>
                </p:cNvPr>
                <p:cNvPicPr/>
                <p:nvPr/>
              </p:nvPicPr>
              <p:blipFill>
                <a:blip r:embed="rId117"/>
                <a:stretch>
                  <a:fillRect/>
                </a:stretch>
              </p:blipFill>
              <p:spPr>
                <a:xfrm>
                  <a:off x="7586348" y="3278034"/>
                  <a:ext cx="3096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40974" name="Ink 40973">
                  <a:extLst>
                    <a:ext uri="{FF2B5EF4-FFF2-40B4-BE49-F238E27FC236}">
                      <a16:creationId xmlns:a16="http://schemas.microsoft.com/office/drawing/2014/main" id="{3CCCFDCE-3117-DBA6-AF49-EAA0FE3EBB1D}"/>
                    </a:ext>
                  </a:extLst>
                </p14:cNvPr>
                <p14:cNvContentPartPr/>
                <p14:nvPr/>
              </p14:nvContentPartPr>
              <p14:xfrm>
                <a:off x="7683188" y="3320514"/>
                <a:ext cx="95760" cy="97920"/>
              </p14:xfrm>
            </p:contentPart>
          </mc:Choice>
          <mc:Fallback>
            <p:pic>
              <p:nvPicPr>
                <p:cNvPr id="40974" name="Ink 40973">
                  <a:extLst>
                    <a:ext uri="{FF2B5EF4-FFF2-40B4-BE49-F238E27FC236}">
                      <a16:creationId xmlns:a16="http://schemas.microsoft.com/office/drawing/2014/main" id="{3CCCFDCE-3117-DBA6-AF49-EAA0FE3EBB1D}"/>
                    </a:ext>
                  </a:extLst>
                </p:cNvPr>
                <p:cNvPicPr/>
                <p:nvPr/>
              </p:nvPicPr>
              <p:blipFill>
                <a:blip r:embed="rId119"/>
                <a:stretch>
                  <a:fillRect/>
                </a:stretch>
              </p:blipFill>
              <p:spPr>
                <a:xfrm>
                  <a:off x="7677068" y="3314394"/>
                  <a:ext cx="10800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40975" name="Ink 40974">
                  <a:extLst>
                    <a:ext uri="{FF2B5EF4-FFF2-40B4-BE49-F238E27FC236}">
                      <a16:creationId xmlns:a16="http://schemas.microsoft.com/office/drawing/2014/main" id="{290AE3E5-F7DC-191B-C83F-59BEC1AE6239}"/>
                    </a:ext>
                  </a:extLst>
                </p14:cNvPr>
                <p14:cNvContentPartPr/>
                <p14:nvPr/>
              </p14:nvContentPartPr>
              <p14:xfrm>
                <a:off x="7806308" y="3332754"/>
                <a:ext cx="106920" cy="113040"/>
              </p14:xfrm>
            </p:contentPart>
          </mc:Choice>
          <mc:Fallback>
            <p:pic>
              <p:nvPicPr>
                <p:cNvPr id="40975" name="Ink 40974">
                  <a:extLst>
                    <a:ext uri="{FF2B5EF4-FFF2-40B4-BE49-F238E27FC236}">
                      <a16:creationId xmlns:a16="http://schemas.microsoft.com/office/drawing/2014/main" id="{290AE3E5-F7DC-191B-C83F-59BEC1AE6239}"/>
                    </a:ext>
                  </a:extLst>
                </p:cNvPr>
                <p:cNvPicPr/>
                <p:nvPr/>
              </p:nvPicPr>
              <p:blipFill>
                <a:blip r:embed="rId121"/>
                <a:stretch>
                  <a:fillRect/>
                </a:stretch>
              </p:blipFill>
              <p:spPr>
                <a:xfrm>
                  <a:off x="7800188" y="3326634"/>
                  <a:ext cx="11916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40976" name="Ink 40975">
                  <a:extLst>
                    <a:ext uri="{FF2B5EF4-FFF2-40B4-BE49-F238E27FC236}">
                      <a16:creationId xmlns:a16="http://schemas.microsoft.com/office/drawing/2014/main" id="{93730C5F-6A6F-5084-E60C-09F171CF29C7}"/>
                    </a:ext>
                  </a:extLst>
                </p14:cNvPr>
                <p14:cNvContentPartPr/>
                <p14:nvPr/>
              </p14:nvContentPartPr>
              <p14:xfrm>
                <a:off x="7949588" y="3353634"/>
                <a:ext cx="110520" cy="102240"/>
              </p14:xfrm>
            </p:contentPart>
          </mc:Choice>
          <mc:Fallback>
            <p:pic>
              <p:nvPicPr>
                <p:cNvPr id="40976" name="Ink 40975">
                  <a:extLst>
                    <a:ext uri="{FF2B5EF4-FFF2-40B4-BE49-F238E27FC236}">
                      <a16:creationId xmlns:a16="http://schemas.microsoft.com/office/drawing/2014/main" id="{93730C5F-6A6F-5084-E60C-09F171CF29C7}"/>
                    </a:ext>
                  </a:extLst>
                </p:cNvPr>
                <p:cNvPicPr/>
                <p:nvPr/>
              </p:nvPicPr>
              <p:blipFill>
                <a:blip r:embed="rId123"/>
                <a:stretch>
                  <a:fillRect/>
                </a:stretch>
              </p:blipFill>
              <p:spPr>
                <a:xfrm>
                  <a:off x="7943468" y="3347514"/>
                  <a:ext cx="122760" cy="114480"/>
                </a:xfrm>
                <a:prstGeom prst="rect">
                  <a:avLst/>
                </a:prstGeom>
              </p:spPr>
            </p:pic>
          </mc:Fallback>
        </mc:AlternateContent>
      </p:grpSp>
      <p:grpSp>
        <p:nvGrpSpPr>
          <p:cNvPr id="40987" name="Group 40986">
            <a:extLst>
              <a:ext uri="{FF2B5EF4-FFF2-40B4-BE49-F238E27FC236}">
                <a16:creationId xmlns:a16="http://schemas.microsoft.com/office/drawing/2014/main" id="{2DC28613-AB93-F4F3-37E0-308A3DFDAE63}"/>
              </a:ext>
            </a:extLst>
          </p:cNvPr>
          <p:cNvGrpSpPr/>
          <p:nvPr/>
        </p:nvGrpSpPr>
        <p:grpSpPr>
          <a:xfrm>
            <a:off x="7542788" y="3675114"/>
            <a:ext cx="604800" cy="166680"/>
            <a:chOff x="7542788" y="3675114"/>
            <a:chExt cx="604800" cy="166680"/>
          </a:xfrm>
        </p:grpSpPr>
        <mc:AlternateContent xmlns:mc="http://schemas.openxmlformats.org/markup-compatibility/2006">
          <mc:Choice xmlns:p14="http://schemas.microsoft.com/office/powerpoint/2010/main" Requires="p14">
            <p:contentPart p14:bwMode="auto" r:id="rId124">
              <p14:nvContentPartPr>
                <p14:cNvPr id="40977" name="Ink 40976">
                  <a:extLst>
                    <a:ext uri="{FF2B5EF4-FFF2-40B4-BE49-F238E27FC236}">
                      <a16:creationId xmlns:a16="http://schemas.microsoft.com/office/drawing/2014/main" id="{D12E217C-7CE7-F8AA-D896-387714411CCF}"/>
                    </a:ext>
                  </a:extLst>
                </p14:cNvPr>
                <p14:cNvContentPartPr/>
                <p14:nvPr/>
              </p14:nvContentPartPr>
              <p14:xfrm>
                <a:off x="7542788" y="3706794"/>
                <a:ext cx="137880" cy="135000"/>
              </p14:xfrm>
            </p:contentPart>
          </mc:Choice>
          <mc:Fallback>
            <p:pic>
              <p:nvPicPr>
                <p:cNvPr id="40977" name="Ink 40976">
                  <a:extLst>
                    <a:ext uri="{FF2B5EF4-FFF2-40B4-BE49-F238E27FC236}">
                      <a16:creationId xmlns:a16="http://schemas.microsoft.com/office/drawing/2014/main" id="{D12E217C-7CE7-F8AA-D896-387714411CCF}"/>
                    </a:ext>
                  </a:extLst>
                </p:cNvPr>
                <p:cNvPicPr/>
                <p:nvPr/>
              </p:nvPicPr>
              <p:blipFill>
                <a:blip r:embed="rId125"/>
                <a:stretch>
                  <a:fillRect/>
                </a:stretch>
              </p:blipFill>
              <p:spPr>
                <a:xfrm>
                  <a:off x="7536668" y="3700674"/>
                  <a:ext cx="15012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40978" name="Ink 40977">
                  <a:extLst>
                    <a:ext uri="{FF2B5EF4-FFF2-40B4-BE49-F238E27FC236}">
                      <a16:creationId xmlns:a16="http://schemas.microsoft.com/office/drawing/2014/main" id="{3C39FA96-0566-C959-ABB2-709EC549C228}"/>
                    </a:ext>
                  </a:extLst>
                </p14:cNvPr>
                <p14:cNvContentPartPr/>
                <p14:nvPr/>
              </p14:nvContentPartPr>
              <p14:xfrm>
                <a:off x="7576268" y="3675114"/>
                <a:ext cx="162000" cy="39960"/>
              </p14:xfrm>
            </p:contentPart>
          </mc:Choice>
          <mc:Fallback>
            <p:pic>
              <p:nvPicPr>
                <p:cNvPr id="40978" name="Ink 40977">
                  <a:extLst>
                    <a:ext uri="{FF2B5EF4-FFF2-40B4-BE49-F238E27FC236}">
                      <a16:creationId xmlns:a16="http://schemas.microsoft.com/office/drawing/2014/main" id="{3C39FA96-0566-C959-ABB2-709EC549C228}"/>
                    </a:ext>
                  </a:extLst>
                </p:cNvPr>
                <p:cNvPicPr/>
                <p:nvPr/>
              </p:nvPicPr>
              <p:blipFill>
                <a:blip r:embed="rId127"/>
                <a:stretch>
                  <a:fillRect/>
                </a:stretch>
              </p:blipFill>
              <p:spPr>
                <a:xfrm>
                  <a:off x="7570148" y="3668994"/>
                  <a:ext cx="17424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40979" name="Ink 40978">
                  <a:extLst>
                    <a:ext uri="{FF2B5EF4-FFF2-40B4-BE49-F238E27FC236}">
                      <a16:creationId xmlns:a16="http://schemas.microsoft.com/office/drawing/2014/main" id="{B7B3BCFB-7E3E-A44E-0B8F-CCBA503B53CB}"/>
                    </a:ext>
                  </a:extLst>
                </p14:cNvPr>
                <p14:cNvContentPartPr/>
                <p14:nvPr/>
              </p14:nvContentPartPr>
              <p14:xfrm>
                <a:off x="7749428" y="3699594"/>
                <a:ext cx="398160" cy="94320"/>
              </p14:xfrm>
            </p:contentPart>
          </mc:Choice>
          <mc:Fallback>
            <p:pic>
              <p:nvPicPr>
                <p:cNvPr id="40979" name="Ink 40978">
                  <a:extLst>
                    <a:ext uri="{FF2B5EF4-FFF2-40B4-BE49-F238E27FC236}">
                      <a16:creationId xmlns:a16="http://schemas.microsoft.com/office/drawing/2014/main" id="{B7B3BCFB-7E3E-A44E-0B8F-CCBA503B53CB}"/>
                    </a:ext>
                  </a:extLst>
                </p:cNvPr>
                <p:cNvPicPr/>
                <p:nvPr/>
              </p:nvPicPr>
              <p:blipFill>
                <a:blip r:embed="rId129"/>
                <a:stretch>
                  <a:fillRect/>
                </a:stretch>
              </p:blipFill>
              <p:spPr>
                <a:xfrm>
                  <a:off x="7743308" y="3693474"/>
                  <a:ext cx="410400" cy="106560"/>
                </a:xfrm>
                <a:prstGeom prst="rect">
                  <a:avLst/>
                </a:prstGeom>
              </p:spPr>
            </p:pic>
          </mc:Fallback>
        </mc:AlternateContent>
      </p:grpSp>
      <p:grpSp>
        <p:nvGrpSpPr>
          <p:cNvPr id="40986" name="Group 40985">
            <a:extLst>
              <a:ext uri="{FF2B5EF4-FFF2-40B4-BE49-F238E27FC236}">
                <a16:creationId xmlns:a16="http://schemas.microsoft.com/office/drawing/2014/main" id="{74F82616-7775-8B32-75CC-3FD818BD44A1}"/>
              </a:ext>
            </a:extLst>
          </p:cNvPr>
          <p:cNvGrpSpPr/>
          <p:nvPr/>
        </p:nvGrpSpPr>
        <p:grpSpPr>
          <a:xfrm>
            <a:off x="7439108" y="4122954"/>
            <a:ext cx="647280" cy="193320"/>
            <a:chOff x="7439108" y="4122954"/>
            <a:chExt cx="647280" cy="193320"/>
          </a:xfrm>
        </p:grpSpPr>
        <mc:AlternateContent xmlns:mc="http://schemas.openxmlformats.org/markup-compatibility/2006">
          <mc:Choice xmlns:p14="http://schemas.microsoft.com/office/powerpoint/2010/main" Requires="p14">
            <p:contentPart p14:bwMode="auto" r:id="rId130">
              <p14:nvContentPartPr>
                <p14:cNvPr id="40980" name="Ink 40979">
                  <a:extLst>
                    <a:ext uri="{FF2B5EF4-FFF2-40B4-BE49-F238E27FC236}">
                      <a16:creationId xmlns:a16="http://schemas.microsoft.com/office/drawing/2014/main" id="{7F7CBD91-BAC4-547D-8EFD-7A7B8DC7A103}"/>
                    </a:ext>
                  </a:extLst>
                </p14:cNvPr>
                <p14:cNvContentPartPr/>
                <p14:nvPr/>
              </p14:nvContentPartPr>
              <p14:xfrm>
                <a:off x="7439108" y="4122954"/>
                <a:ext cx="197280" cy="193320"/>
              </p14:xfrm>
            </p:contentPart>
          </mc:Choice>
          <mc:Fallback>
            <p:pic>
              <p:nvPicPr>
                <p:cNvPr id="40980" name="Ink 40979">
                  <a:extLst>
                    <a:ext uri="{FF2B5EF4-FFF2-40B4-BE49-F238E27FC236}">
                      <a16:creationId xmlns:a16="http://schemas.microsoft.com/office/drawing/2014/main" id="{7F7CBD91-BAC4-547D-8EFD-7A7B8DC7A103}"/>
                    </a:ext>
                  </a:extLst>
                </p:cNvPr>
                <p:cNvPicPr/>
                <p:nvPr/>
              </p:nvPicPr>
              <p:blipFill>
                <a:blip r:embed="rId131"/>
                <a:stretch>
                  <a:fillRect/>
                </a:stretch>
              </p:blipFill>
              <p:spPr>
                <a:xfrm>
                  <a:off x="7432988" y="4116834"/>
                  <a:ext cx="20952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40981" name="Ink 40980">
                  <a:extLst>
                    <a:ext uri="{FF2B5EF4-FFF2-40B4-BE49-F238E27FC236}">
                      <a16:creationId xmlns:a16="http://schemas.microsoft.com/office/drawing/2014/main" id="{E7D13394-50DD-5B41-DB2B-D95CF493833E}"/>
                    </a:ext>
                  </a:extLst>
                </p14:cNvPr>
                <p14:cNvContentPartPr/>
                <p14:nvPr/>
              </p14:nvContentPartPr>
              <p14:xfrm>
                <a:off x="7732868" y="4167954"/>
                <a:ext cx="353520" cy="100800"/>
              </p14:xfrm>
            </p:contentPart>
          </mc:Choice>
          <mc:Fallback>
            <p:pic>
              <p:nvPicPr>
                <p:cNvPr id="40981" name="Ink 40980">
                  <a:extLst>
                    <a:ext uri="{FF2B5EF4-FFF2-40B4-BE49-F238E27FC236}">
                      <a16:creationId xmlns:a16="http://schemas.microsoft.com/office/drawing/2014/main" id="{E7D13394-50DD-5B41-DB2B-D95CF493833E}"/>
                    </a:ext>
                  </a:extLst>
                </p:cNvPr>
                <p:cNvPicPr/>
                <p:nvPr/>
              </p:nvPicPr>
              <p:blipFill>
                <a:blip r:embed="rId133"/>
                <a:stretch>
                  <a:fillRect/>
                </a:stretch>
              </p:blipFill>
              <p:spPr>
                <a:xfrm>
                  <a:off x="7726748" y="4161834"/>
                  <a:ext cx="365760" cy="113040"/>
                </a:xfrm>
                <a:prstGeom prst="rect">
                  <a:avLst/>
                </a:prstGeom>
              </p:spPr>
            </p:pic>
          </mc:Fallback>
        </mc:AlternateContent>
      </p:grpSp>
      <p:grpSp>
        <p:nvGrpSpPr>
          <p:cNvPr id="40985" name="Group 40984">
            <a:extLst>
              <a:ext uri="{FF2B5EF4-FFF2-40B4-BE49-F238E27FC236}">
                <a16:creationId xmlns:a16="http://schemas.microsoft.com/office/drawing/2014/main" id="{A0E3BCE6-5091-963C-383A-72D35722C78A}"/>
              </a:ext>
            </a:extLst>
          </p:cNvPr>
          <p:cNvGrpSpPr/>
          <p:nvPr/>
        </p:nvGrpSpPr>
        <p:grpSpPr>
          <a:xfrm>
            <a:off x="8586428" y="2720034"/>
            <a:ext cx="164520" cy="248040"/>
            <a:chOff x="8586428" y="2720034"/>
            <a:chExt cx="164520" cy="248040"/>
          </a:xfrm>
        </p:grpSpPr>
        <mc:AlternateContent xmlns:mc="http://schemas.openxmlformats.org/markup-compatibility/2006">
          <mc:Choice xmlns:p14="http://schemas.microsoft.com/office/powerpoint/2010/main" Requires="p14">
            <p:contentPart p14:bwMode="auto" r:id="rId134">
              <p14:nvContentPartPr>
                <p14:cNvPr id="40982" name="Ink 40981">
                  <a:extLst>
                    <a:ext uri="{FF2B5EF4-FFF2-40B4-BE49-F238E27FC236}">
                      <a16:creationId xmlns:a16="http://schemas.microsoft.com/office/drawing/2014/main" id="{5C97B8D1-59B8-81F1-1A09-E1EE037BBAA4}"/>
                    </a:ext>
                  </a:extLst>
                </p14:cNvPr>
                <p14:cNvContentPartPr/>
                <p14:nvPr/>
              </p14:nvContentPartPr>
              <p14:xfrm>
                <a:off x="8586428" y="2720034"/>
                <a:ext cx="102960" cy="104760"/>
              </p14:xfrm>
            </p:contentPart>
          </mc:Choice>
          <mc:Fallback>
            <p:pic>
              <p:nvPicPr>
                <p:cNvPr id="40982" name="Ink 40981">
                  <a:extLst>
                    <a:ext uri="{FF2B5EF4-FFF2-40B4-BE49-F238E27FC236}">
                      <a16:creationId xmlns:a16="http://schemas.microsoft.com/office/drawing/2014/main" id="{5C97B8D1-59B8-81F1-1A09-E1EE037BBAA4}"/>
                    </a:ext>
                  </a:extLst>
                </p:cNvPr>
                <p:cNvPicPr/>
                <p:nvPr/>
              </p:nvPicPr>
              <p:blipFill>
                <a:blip r:embed="rId135"/>
                <a:stretch>
                  <a:fillRect/>
                </a:stretch>
              </p:blipFill>
              <p:spPr>
                <a:xfrm>
                  <a:off x="8580308" y="2713914"/>
                  <a:ext cx="11520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40983" name="Ink 40982">
                  <a:extLst>
                    <a:ext uri="{FF2B5EF4-FFF2-40B4-BE49-F238E27FC236}">
                      <a16:creationId xmlns:a16="http://schemas.microsoft.com/office/drawing/2014/main" id="{6BCA4D5C-38C8-8251-AB68-2199525AA4DF}"/>
                    </a:ext>
                  </a:extLst>
                </p14:cNvPr>
                <p14:cNvContentPartPr/>
                <p14:nvPr/>
              </p14:nvContentPartPr>
              <p14:xfrm>
                <a:off x="8664908" y="2741274"/>
                <a:ext cx="86040" cy="96120"/>
              </p14:xfrm>
            </p:contentPart>
          </mc:Choice>
          <mc:Fallback>
            <p:pic>
              <p:nvPicPr>
                <p:cNvPr id="40983" name="Ink 40982">
                  <a:extLst>
                    <a:ext uri="{FF2B5EF4-FFF2-40B4-BE49-F238E27FC236}">
                      <a16:creationId xmlns:a16="http://schemas.microsoft.com/office/drawing/2014/main" id="{6BCA4D5C-38C8-8251-AB68-2199525AA4DF}"/>
                    </a:ext>
                  </a:extLst>
                </p:cNvPr>
                <p:cNvPicPr/>
                <p:nvPr/>
              </p:nvPicPr>
              <p:blipFill>
                <a:blip r:embed="rId137"/>
                <a:stretch>
                  <a:fillRect/>
                </a:stretch>
              </p:blipFill>
              <p:spPr>
                <a:xfrm>
                  <a:off x="8658788" y="2735154"/>
                  <a:ext cx="9828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40984" name="Ink 40983">
                  <a:extLst>
                    <a:ext uri="{FF2B5EF4-FFF2-40B4-BE49-F238E27FC236}">
                      <a16:creationId xmlns:a16="http://schemas.microsoft.com/office/drawing/2014/main" id="{0758DFDB-1DA5-E154-5674-ADE0B1C67A77}"/>
                    </a:ext>
                  </a:extLst>
                </p14:cNvPr>
                <p14:cNvContentPartPr/>
                <p14:nvPr/>
              </p14:nvContentPartPr>
              <p14:xfrm>
                <a:off x="8671748" y="2848914"/>
                <a:ext cx="6480" cy="119160"/>
              </p14:xfrm>
            </p:contentPart>
          </mc:Choice>
          <mc:Fallback>
            <p:pic>
              <p:nvPicPr>
                <p:cNvPr id="40984" name="Ink 40983">
                  <a:extLst>
                    <a:ext uri="{FF2B5EF4-FFF2-40B4-BE49-F238E27FC236}">
                      <a16:creationId xmlns:a16="http://schemas.microsoft.com/office/drawing/2014/main" id="{0758DFDB-1DA5-E154-5674-ADE0B1C67A77}"/>
                    </a:ext>
                  </a:extLst>
                </p:cNvPr>
                <p:cNvPicPr/>
                <p:nvPr/>
              </p:nvPicPr>
              <p:blipFill>
                <a:blip r:embed="rId139"/>
                <a:stretch>
                  <a:fillRect/>
                </a:stretch>
              </p:blipFill>
              <p:spPr>
                <a:xfrm>
                  <a:off x="8665628" y="2842794"/>
                  <a:ext cx="18720" cy="131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0">
            <p14:nvContentPartPr>
              <p14:cNvPr id="40989" name="Ink 40988">
                <a:extLst>
                  <a:ext uri="{FF2B5EF4-FFF2-40B4-BE49-F238E27FC236}">
                    <a16:creationId xmlns:a16="http://schemas.microsoft.com/office/drawing/2014/main" id="{24681C76-C693-3BD7-7EAF-8E238AD4DFAA}"/>
                  </a:ext>
                </a:extLst>
              </p14:cNvPr>
              <p14:cNvContentPartPr/>
              <p14:nvPr/>
            </p14:nvContentPartPr>
            <p14:xfrm>
              <a:off x="8496068" y="3239874"/>
              <a:ext cx="159480" cy="198000"/>
            </p14:xfrm>
          </p:contentPart>
        </mc:Choice>
        <mc:Fallback>
          <p:pic>
            <p:nvPicPr>
              <p:cNvPr id="40989" name="Ink 40988">
                <a:extLst>
                  <a:ext uri="{FF2B5EF4-FFF2-40B4-BE49-F238E27FC236}">
                    <a16:creationId xmlns:a16="http://schemas.microsoft.com/office/drawing/2014/main" id="{24681C76-C693-3BD7-7EAF-8E238AD4DFAA}"/>
                  </a:ext>
                </a:extLst>
              </p:cNvPr>
              <p:cNvPicPr/>
              <p:nvPr/>
            </p:nvPicPr>
            <p:blipFill>
              <a:blip r:embed="rId141"/>
              <a:stretch>
                <a:fillRect/>
              </a:stretch>
            </p:blipFill>
            <p:spPr>
              <a:xfrm>
                <a:off x="8489948" y="3233754"/>
                <a:ext cx="171720" cy="210240"/>
              </a:xfrm>
              <a:prstGeom prst="rect">
                <a:avLst/>
              </a:prstGeom>
            </p:spPr>
          </p:pic>
        </mc:Fallback>
      </mc:AlternateContent>
      <p:grpSp>
        <p:nvGrpSpPr>
          <p:cNvPr id="40995" name="Group 40994">
            <a:extLst>
              <a:ext uri="{FF2B5EF4-FFF2-40B4-BE49-F238E27FC236}">
                <a16:creationId xmlns:a16="http://schemas.microsoft.com/office/drawing/2014/main" id="{4C2BA0ED-0D17-E7FB-A793-5D11922AB52C}"/>
              </a:ext>
            </a:extLst>
          </p:cNvPr>
          <p:cNvGrpSpPr/>
          <p:nvPr/>
        </p:nvGrpSpPr>
        <p:grpSpPr>
          <a:xfrm>
            <a:off x="8534588" y="3639474"/>
            <a:ext cx="165960" cy="147240"/>
            <a:chOff x="8534588" y="3639474"/>
            <a:chExt cx="165960" cy="147240"/>
          </a:xfrm>
        </p:grpSpPr>
        <mc:AlternateContent xmlns:mc="http://schemas.openxmlformats.org/markup-compatibility/2006">
          <mc:Choice xmlns:p14="http://schemas.microsoft.com/office/powerpoint/2010/main" Requires="p14">
            <p:contentPart p14:bwMode="auto" r:id="rId142">
              <p14:nvContentPartPr>
                <p14:cNvPr id="40990" name="Ink 40989">
                  <a:extLst>
                    <a:ext uri="{FF2B5EF4-FFF2-40B4-BE49-F238E27FC236}">
                      <a16:creationId xmlns:a16="http://schemas.microsoft.com/office/drawing/2014/main" id="{B1864C85-37BA-E312-1E18-DE3180DCB0ED}"/>
                    </a:ext>
                  </a:extLst>
                </p14:cNvPr>
                <p14:cNvContentPartPr/>
                <p14:nvPr/>
              </p14:nvContentPartPr>
              <p14:xfrm>
                <a:off x="8534588" y="3639474"/>
                <a:ext cx="30240" cy="138240"/>
              </p14:xfrm>
            </p:contentPart>
          </mc:Choice>
          <mc:Fallback>
            <p:pic>
              <p:nvPicPr>
                <p:cNvPr id="40990" name="Ink 40989">
                  <a:extLst>
                    <a:ext uri="{FF2B5EF4-FFF2-40B4-BE49-F238E27FC236}">
                      <a16:creationId xmlns:a16="http://schemas.microsoft.com/office/drawing/2014/main" id="{B1864C85-37BA-E312-1E18-DE3180DCB0ED}"/>
                    </a:ext>
                  </a:extLst>
                </p:cNvPr>
                <p:cNvPicPr/>
                <p:nvPr/>
              </p:nvPicPr>
              <p:blipFill>
                <a:blip r:embed="rId143"/>
                <a:stretch>
                  <a:fillRect/>
                </a:stretch>
              </p:blipFill>
              <p:spPr>
                <a:xfrm>
                  <a:off x="8528468" y="3633354"/>
                  <a:ext cx="4248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40991" name="Ink 40990">
                  <a:extLst>
                    <a:ext uri="{FF2B5EF4-FFF2-40B4-BE49-F238E27FC236}">
                      <a16:creationId xmlns:a16="http://schemas.microsoft.com/office/drawing/2014/main" id="{B0D8DB81-F053-6288-E639-CEEE3856720A}"/>
                    </a:ext>
                  </a:extLst>
                </p14:cNvPr>
                <p14:cNvContentPartPr/>
                <p14:nvPr/>
              </p14:nvContentPartPr>
              <p14:xfrm>
                <a:off x="8628548" y="3674034"/>
                <a:ext cx="72000" cy="112680"/>
              </p14:xfrm>
            </p:contentPart>
          </mc:Choice>
          <mc:Fallback>
            <p:pic>
              <p:nvPicPr>
                <p:cNvPr id="40991" name="Ink 40990">
                  <a:extLst>
                    <a:ext uri="{FF2B5EF4-FFF2-40B4-BE49-F238E27FC236}">
                      <a16:creationId xmlns:a16="http://schemas.microsoft.com/office/drawing/2014/main" id="{B0D8DB81-F053-6288-E639-CEEE3856720A}"/>
                    </a:ext>
                  </a:extLst>
                </p:cNvPr>
                <p:cNvPicPr/>
                <p:nvPr/>
              </p:nvPicPr>
              <p:blipFill>
                <a:blip r:embed="rId145"/>
                <a:stretch>
                  <a:fillRect/>
                </a:stretch>
              </p:blipFill>
              <p:spPr>
                <a:xfrm>
                  <a:off x="8622428" y="3667914"/>
                  <a:ext cx="84240" cy="124920"/>
                </a:xfrm>
                <a:prstGeom prst="rect">
                  <a:avLst/>
                </a:prstGeom>
              </p:spPr>
            </p:pic>
          </mc:Fallback>
        </mc:AlternateContent>
      </p:grpSp>
      <p:grpSp>
        <p:nvGrpSpPr>
          <p:cNvPr id="40994" name="Group 40993">
            <a:extLst>
              <a:ext uri="{FF2B5EF4-FFF2-40B4-BE49-F238E27FC236}">
                <a16:creationId xmlns:a16="http://schemas.microsoft.com/office/drawing/2014/main" id="{4C476BAC-EBC3-1F19-26C7-0B1A83146B7A}"/>
              </a:ext>
            </a:extLst>
          </p:cNvPr>
          <p:cNvGrpSpPr/>
          <p:nvPr/>
        </p:nvGrpSpPr>
        <p:grpSpPr>
          <a:xfrm>
            <a:off x="8532068" y="4043754"/>
            <a:ext cx="280800" cy="233640"/>
            <a:chOff x="8532068" y="4043754"/>
            <a:chExt cx="280800" cy="233640"/>
          </a:xfrm>
        </p:grpSpPr>
        <mc:AlternateContent xmlns:mc="http://schemas.openxmlformats.org/markup-compatibility/2006">
          <mc:Choice xmlns:p14="http://schemas.microsoft.com/office/powerpoint/2010/main" Requires="p14">
            <p:contentPart p14:bwMode="auto" r:id="rId146">
              <p14:nvContentPartPr>
                <p14:cNvPr id="40992" name="Ink 40991">
                  <a:extLst>
                    <a:ext uri="{FF2B5EF4-FFF2-40B4-BE49-F238E27FC236}">
                      <a16:creationId xmlns:a16="http://schemas.microsoft.com/office/drawing/2014/main" id="{541436EA-7CFB-7910-D834-2F6D95595A4B}"/>
                    </a:ext>
                  </a:extLst>
                </p14:cNvPr>
                <p14:cNvContentPartPr/>
                <p14:nvPr/>
              </p14:nvContentPartPr>
              <p14:xfrm>
                <a:off x="8532068" y="4043754"/>
                <a:ext cx="144000" cy="144360"/>
              </p14:xfrm>
            </p:contentPart>
          </mc:Choice>
          <mc:Fallback>
            <p:pic>
              <p:nvPicPr>
                <p:cNvPr id="40992" name="Ink 40991">
                  <a:extLst>
                    <a:ext uri="{FF2B5EF4-FFF2-40B4-BE49-F238E27FC236}">
                      <a16:creationId xmlns:a16="http://schemas.microsoft.com/office/drawing/2014/main" id="{541436EA-7CFB-7910-D834-2F6D95595A4B}"/>
                    </a:ext>
                  </a:extLst>
                </p:cNvPr>
                <p:cNvPicPr/>
                <p:nvPr/>
              </p:nvPicPr>
              <p:blipFill>
                <a:blip r:embed="rId147"/>
                <a:stretch>
                  <a:fillRect/>
                </a:stretch>
              </p:blipFill>
              <p:spPr>
                <a:xfrm>
                  <a:off x="8525948" y="4037634"/>
                  <a:ext cx="15624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40993" name="Ink 40992">
                  <a:extLst>
                    <a:ext uri="{FF2B5EF4-FFF2-40B4-BE49-F238E27FC236}">
                      <a16:creationId xmlns:a16="http://schemas.microsoft.com/office/drawing/2014/main" id="{C005961A-2723-07A7-09B3-E7DFC33D3B97}"/>
                    </a:ext>
                  </a:extLst>
                </p14:cNvPr>
                <p14:cNvContentPartPr/>
                <p14:nvPr/>
              </p14:nvContentPartPr>
              <p14:xfrm>
                <a:off x="8695508" y="4077594"/>
                <a:ext cx="117360" cy="199800"/>
              </p14:xfrm>
            </p:contentPart>
          </mc:Choice>
          <mc:Fallback>
            <p:pic>
              <p:nvPicPr>
                <p:cNvPr id="40993" name="Ink 40992">
                  <a:extLst>
                    <a:ext uri="{FF2B5EF4-FFF2-40B4-BE49-F238E27FC236}">
                      <a16:creationId xmlns:a16="http://schemas.microsoft.com/office/drawing/2014/main" id="{C005961A-2723-07A7-09B3-E7DFC33D3B97}"/>
                    </a:ext>
                  </a:extLst>
                </p:cNvPr>
                <p:cNvPicPr/>
                <p:nvPr/>
              </p:nvPicPr>
              <p:blipFill>
                <a:blip r:embed="rId149"/>
                <a:stretch>
                  <a:fillRect/>
                </a:stretch>
              </p:blipFill>
              <p:spPr>
                <a:xfrm>
                  <a:off x="8689388" y="4071474"/>
                  <a:ext cx="129600" cy="212040"/>
                </a:xfrm>
                <a:prstGeom prst="rect">
                  <a:avLst/>
                </a:prstGeom>
              </p:spPr>
            </p:pic>
          </mc:Fallback>
        </mc:AlternateContent>
      </p:grpSp>
      <p:grpSp>
        <p:nvGrpSpPr>
          <p:cNvPr id="41009" name="Group 41008">
            <a:extLst>
              <a:ext uri="{FF2B5EF4-FFF2-40B4-BE49-F238E27FC236}">
                <a16:creationId xmlns:a16="http://schemas.microsoft.com/office/drawing/2014/main" id="{4BAC3874-B6DD-B90D-D5AB-BB0392BE80A4}"/>
              </a:ext>
            </a:extLst>
          </p:cNvPr>
          <p:cNvGrpSpPr/>
          <p:nvPr/>
        </p:nvGrpSpPr>
        <p:grpSpPr>
          <a:xfrm>
            <a:off x="4563068" y="4760514"/>
            <a:ext cx="1641240" cy="323280"/>
            <a:chOff x="4563068" y="4760514"/>
            <a:chExt cx="1641240" cy="323280"/>
          </a:xfrm>
        </p:grpSpPr>
        <mc:AlternateContent xmlns:mc="http://schemas.openxmlformats.org/markup-compatibility/2006">
          <mc:Choice xmlns:p14="http://schemas.microsoft.com/office/powerpoint/2010/main" Requires="p14">
            <p:contentPart p14:bwMode="auto" r:id="rId150">
              <p14:nvContentPartPr>
                <p14:cNvPr id="40996" name="Ink 40995">
                  <a:extLst>
                    <a:ext uri="{FF2B5EF4-FFF2-40B4-BE49-F238E27FC236}">
                      <a16:creationId xmlns:a16="http://schemas.microsoft.com/office/drawing/2014/main" id="{29E49AFE-3E75-C6C0-81F8-39D869A7F5E7}"/>
                    </a:ext>
                  </a:extLst>
                </p14:cNvPr>
                <p14:cNvContentPartPr/>
                <p14:nvPr/>
              </p14:nvContentPartPr>
              <p14:xfrm>
                <a:off x="4563068" y="4795794"/>
                <a:ext cx="193680" cy="176400"/>
              </p14:xfrm>
            </p:contentPart>
          </mc:Choice>
          <mc:Fallback>
            <p:pic>
              <p:nvPicPr>
                <p:cNvPr id="40996" name="Ink 40995">
                  <a:extLst>
                    <a:ext uri="{FF2B5EF4-FFF2-40B4-BE49-F238E27FC236}">
                      <a16:creationId xmlns:a16="http://schemas.microsoft.com/office/drawing/2014/main" id="{29E49AFE-3E75-C6C0-81F8-39D869A7F5E7}"/>
                    </a:ext>
                  </a:extLst>
                </p:cNvPr>
                <p:cNvPicPr/>
                <p:nvPr/>
              </p:nvPicPr>
              <p:blipFill>
                <a:blip r:embed="rId151"/>
                <a:stretch>
                  <a:fillRect/>
                </a:stretch>
              </p:blipFill>
              <p:spPr>
                <a:xfrm>
                  <a:off x="4556948" y="4789674"/>
                  <a:ext cx="20592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40997" name="Ink 40996">
                  <a:extLst>
                    <a:ext uri="{FF2B5EF4-FFF2-40B4-BE49-F238E27FC236}">
                      <a16:creationId xmlns:a16="http://schemas.microsoft.com/office/drawing/2014/main" id="{7EF7A800-006A-923B-8D21-C33D573C9740}"/>
                    </a:ext>
                  </a:extLst>
                </p14:cNvPr>
                <p14:cNvContentPartPr/>
                <p14:nvPr/>
              </p14:nvContentPartPr>
              <p14:xfrm>
                <a:off x="4811108" y="4865994"/>
                <a:ext cx="90720" cy="89280"/>
              </p14:xfrm>
            </p:contentPart>
          </mc:Choice>
          <mc:Fallback>
            <p:pic>
              <p:nvPicPr>
                <p:cNvPr id="40997" name="Ink 40996">
                  <a:extLst>
                    <a:ext uri="{FF2B5EF4-FFF2-40B4-BE49-F238E27FC236}">
                      <a16:creationId xmlns:a16="http://schemas.microsoft.com/office/drawing/2014/main" id="{7EF7A800-006A-923B-8D21-C33D573C9740}"/>
                    </a:ext>
                  </a:extLst>
                </p:cNvPr>
                <p:cNvPicPr/>
                <p:nvPr/>
              </p:nvPicPr>
              <p:blipFill>
                <a:blip r:embed="rId153"/>
                <a:stretch>
                  <a:fillRect/>
                </a:stretch>
              </p:blipFill>
              <p:spPr>
                <a:xfrm>
                  <a:off x="4804988" y="4859874"/>
                  <a:ext cx="10296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40998" name="Ink 40997">
                  <a:extLst>
                    <a:ext uri="{FF2B5EF4-FFF2-40B4-BE49-F238E27FC236}">
                      <a16:creationId xmlns:a16="http://schemas.microsoft.com/office/drawing/2014/main" id="{5B9157E3-1667-8BF2-DC42-F02F054680CE}"/>
                    </a:ext>
                  </a:extLst>
                </p14:cNvPr>
                <p14:cNvContentPartPr/>
                <p14:nvPr/>
              </p14:nvContentPartPr>
              <p14:xfrm>
                <a:off x="4925948" y="4863114"/>
                <a:ext cx="82800" cy="101160"/>
              </p14:xfrm>
            </p:contentPart>
          </mc:Choice>
          <mc:Fallback>
            <p:pic>
              <p:nvPicPr>
                <p:cNvPr id="40998" name="Ink 40997">
                  <a:extLst>
                    <a:ext uri="{FF2B5EF4-FFF2-40B4-BE49-F238E27FC236}">
                      <a16:creationId xmlns:a16="http://schemas.microsoft.com/office/drawing/2014/main" id="{5B9157E3-1667-8BF2-DC42-F02F054680CE}"/>
                    </a:ext>
                  </a:extLst>
                </p:cNvPr>
                <p:cNvPicPr/>
                <p:nvPr/>
              </p:nvPicPr>
              <p:blipFill>
                <a:blip r:embed="rId155"/>
                <a:stretch>
                  <a:fillRect/>
                </a:stretch>
              </p:blipFill>
              <p:spPr>
                <a:xfrm>
                  <a:off x="4919828" y="4856994"/>
                  <a:ext cx="9504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40999" name="Ink 40998">
                  <a:extLst>
                    <a:ext uri="{FF2B5EF4-FFF2-40B4-BE49-F238E27FC236}">
                      <a16:creationId xmlns:a16="http://schemas.microsoft.com/office/drawing/2014/main" id="{BB06AF9D-A0F0-CAB9-11A6-863F7BAE4888}"/>
                    </a:ext>
                  </a:extLst>
                </p14:cNvPr>
                <p14:cNvContentPartPr/>
                <p14:nvPr/>
              </p14:nvContentPartPr>
              <p14:xfrm>
                <a:off x="5031788" y="4873914"/>
                <a:ext cx="187920" cy="92880"/>
              </p14:xfrm>
            </p:contentPart>
          </mc:Choice>
          <mc:Fallback>
            <p:pic>
              <p:nvPicPr>
                <p:cNvPr id="40999" name="Ink 40998">
                  <a:extLst>
                    <a:ext uri="{FF2B5EF4-FFF2-40B4-BE49-F238E27FC236}">
                      <a16:creationId xmlns:a16="http://schemas.microsoft.com/office/drawing/2014/main" id="{BB06AF9D-A0F0-CAB9-11A6-863F7BAE4888}"/>
                    </a:ext>
                  </a:extLst>
                </p:cNvPr>
                <p:cNvPicPr/>
                <p:nvPr/>
              </p:nvPicPr>
              <p:blipFill>
                <a:blip r:embed="rId157"/>
                <a:stretch>
                  <a:fillRect/>
                </a:stretch>
              </p:blipFill>
              <p:spPr>
                <a:xfrm>
                  <a:off x="5025668" y="4867794"/>
                  <a:ext cx="20016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41000" name="Ink 40999">
                  <a:extLst>
                    <a:ext uri="{FF2B5EF4-FFF2-40B4-BE49-F238E27FC236}">
                      <a16:creationId xmlns:a16="http://schemas.microsoft.com/office/drawing/2014/main" id="{CEDE5511-F069-FC59-FA88-C7ED11BEC5A3}"/>
                    </a:ext>
                  </a:extLst>
                </p14:cNvPr>
                <p14:cNvContentPartPr/>
                <p14:nvPr/>
              </p14:nvContentPartPr>
              <p14:xfrm>
                <a:off x="5260748" y="4780674"/>
                <a:ext cx="220320" cy="182880"/>
              </p14:xfrm>
            </p:contentPart>
          </mc:Choice>
          <mc:Fallback>
            <p:pic>
              <p:nvPicPr>
                <p:cNvPr id="41000" name="Ink 40999">
                  <a:extLst>
                    <a:ext uri="{FF2B5EF4-FFF2-40B4-BE49-F238E27FC236}">
                      <a16:creationId xmlns:a16="http://schemas.microsoft.com/office/drawing/2014/main" id="{CEDE5511-F069-FC59-FA88-C7ED11BEC5A3}"/>
                    </a:ext>
                  </a:extLst>
                </p:cNvPr>
                <p:cNvPicPr/>
                <p:nvPr/>
              </p:nvPicPr>
              <p:blipFill>
                <a:blip r:embed="rId159"/>
                <a:stretch>
                  <a:fillRect/>
                </a:stretch>
              </p:blipFill>
              <p:spPr>
                <a:xfrm>
                  <a:off x="5254628" y="4774554"/>
                  <a:ext cx="23256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41001" name="Ink 41000">
                  <a:extLst>
                    <a:ext uri="{FF2B5EF4-FFF2-40B4-BE49-F238E27FC236}">
                      <a16:creationId xmlns:a16="http://schemas.microsoft.com/office/drawing/2014/main" id="{C05AFBBF-FF9F-A995-A150-C23433458263}"/>
                    </a:ext>
                  </a:extLst>
                </p14:cNvPr>
                <p14:cNvContentPartPr/>
                <p14:nvPr/>
              </p14:nvContentPartPr>
              <p14:xfrm>
                <a:off x="5446508" y="4843314"/>
                <a:ext cx="360" cy="360"/>
              </p14:xfrm>
            </p:contentPart>
          </mc:Choice>
          <mc:Fallback>
            <p:pic>
              <p:nvPicPr>
                <p:cNvPr id="41001" name="Ink 41000">
                  <a:extLst>
                    <a:ext uri="{FF2B5EF4-FFF2-40B4-BE49-F238E27FC236}">
                      <a16:creationId xmlns:a16="http://schemas.microsoft.com/office/drawing/2014/main" id="{C05AFBBF-FF9F-A995-A150-C23433458263}"/>
                    </a:ext>
                  </a:extLst>
                </p:cNvPr>
                <p:cNvPicPr/>
                <p:nvPr/>
              </p:nvPicPr>
              <p:blipFill>
                <a:blip r:embed="rId27"/>
                <a:stretch>
                  <a:fillRect/>
                </a:stretch>
              </p:blipFill>
              <p:spPr>
                <a:xfrm>
                  <a:off x="5440388" y="4837194"/>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41003" name="Ink 41002">
                  <a:extLst>
                    <a:ext uri="{FF2B5EF4-FFF2-40B4-BE49-F238E27FC236}">
                      <a16:creationId xmlns:a16="http://schemas.microsoft.com/office/drawing/2014/main" id="{0DF1105D-047B-5A41-AC2B-880C0EF7945F}"/>
                    </a:ext>
                  </a:extLst>
                </p14:cNvPr>
                <p14:cNvContentPartPr/>
                <p14:nvPr/>
              </p14:nvContentPartPr>
              <p14:xfrm>
                <a:off x="5505548" y="4868874"/>
                <a:ext cx="173160" cy="214920"/>
              </p14:xfrm>
            </p:contentPart>
          </mc:Choice>
          <mc:Fallback>
            <p:pic>
              <p:nvPicPr>
                <p:cNvPr id="41003" name="Ink 41002">
                  <a:extLst>
                    <a:ext uri="{FF2B5EF4-FFF2-40B4-BE49-F238E27FC236}">
                      <a16:creationId xmlns:a16="http://schemas.microsoft.com/office/drawing/2014/main" id="{0DF1105D-047B-5A41-AC2B-880C0EF7945F}"/>
                    </a:ext>
                  </a:extLst>
                </p:cNvPr>
                <p:cNvPicPr/>
                <p:nvPr/>
              </p:nvPicPr>
              <p:blipFill>
                <a:blip r:embed="rId162"/>
                <a:stretch>
                  <a:fillRect/>
                </a:stretch>
              </p:blipFill>
              <p:spPr>
                <a:xfrm>
                  <a:off x="5499428" y="4862754"/>
                  <a:ext cx="18540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41004" name="Ink 41003">
                  <a:extLst>
                    <a:ext uri="{FF2B5EF4-FFF2-40B4-BE49-F238E27FC236}">
                      <a16:creationId xmlns:a16="http://schemas.microsoft.com/office/drawing/2014/main" id="{833D36C2-FA8B-FE8A-EE23-3D9652757972}"/>
                    </a:ext>
                  </a:extLst>
                </p14:cNvPr>
                <p14:cNvContentPartPr/>
                <p14:nvPr/>
              </p14:nvContentPartPr>
              <p14:xfrm>
                <a:off x="5757908" y="4760514"/>
                <a:ext cx="125280" cy="203040"/>
              </p14:xfrm>
            </p:contentPart>
          </mc:Choice>
          <mc:Fallback>
            <p:pic>
              <p:nvPicPr>
                <p:cNvPr id="41004" name="Ink 41003">
                  <a:extLst>
                    <a:ext uri="{FF2B5EF4-FFF2-40B4-BE49-F238E27FC236}">
                      <a16:creationId xmlns:a16="http://schemas.microsoft.com/office/drawing/2014/main" id="{833D36C2-FA8B-FE8A-EE23-3D9652757972}"/>
                    </a:ext>
                  </a:extLst>
                </p:cNvPr>
                <p:cNvPicPr/>
                <p:nvPr/>
              </p:nvPicPr>
              <p:blipFill>
                <a:blip r:embed="rId164"/>
                <a:stretch>
                  <a:fillRect/>
                </a:stretch>
              </p:blipFill>
              <p:spPr>
                <a:xfrm>
                  <a:off x="5751788" y="4754394"/>
                  <a:ext cx="13752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41005" name="Ink 41004">
                  <a:extLst>
                    <a:ext uri="{FF2B5EF4-FFF2-40B4-BE49-F238E27FC236}">
                      <a16:creationId xmlns:a16="http://schemas.microsoft.com/office/drawing/2014/main" id="{391F4005-98CB-9974-49C3-29C71B526229}"/>
                    </a:ext>
                  </a:extLst>
                </p14:cNvPr>
                <p14:cNvContentPartPr/>
                <p14:nvPr/>
              </p14:nvContentPartPr>
              <p14:xfrm>
                <a:off x="5871308" y="4890114"/>
                <a:ext cx="130680" cy="83880"/>
              </p14:xfrm>
            </p:contentPart>
          </mc:Choice>
          <mc:Fallback>
            <p:pic>
              <p:nvPicPr>
                <p:cNvPr id="41005" name="Ink 41004">
                  <a:extLst>
                    <a:ext uri="{FF2B5EF4-FFF2-40B4-BE49-F238E27FC236}">
                      <a16:creationId xmlns:a16="http://schemas.microsoft.com/office/drawing/2014/main" id="{391F4005-98CB-9974-49C3-29C71B526229}"/>
                    </a:ext>
                  </a:extLst>
                </p:cNvPr>
                <p:cNvPicPr/>
                <p:nvPr/>
              </p:nvPicPr>
              <p:blipFill>
                <a:blip r:embed="rId166"/>
                <a:stretch>
                  <a:fillRect/>
                </a:stretch>
              </p:blipFill>
              <p:spPr>
                <a:xfrm>
                  <a:off x="5865188" y="4883994"/>
                  <a:ext cx="14292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41006" name="Ink 41005">
                  <a:extLst>
                    <a:ext uri="{FF2B5EF4-FFF2-40B4-BE49-F238E27FC236}">
                      <a16:creationId xmlns:a16="http://schemas.microsoft.com/office/drawing/2014/main" id="{87320FE7-F9D9-65A7-A5F0-FC30E3B43033}"/>
                    </a:ext>
                  </a:extLst>
                </p14:cNvPr>
                <p14:cNvContentPartPr/>
                <p14:nvPr/>
              </p14:nvContentPartPr>
              <p14:xfrm>
                <a:off x="5982908" y="4817034"/>
                <a:ext cx="43560" cy="141840"/>
              </p14:xfrm>
            </p:contentPart>
          </mc:Choice>
          <mc:Fallback>
            <p:pic>
              <p:nvPicPr>
                <p:cNvPr id="41006" name="Ink 41005">
                  <a:extLst>
                    <a:ext uri="{FF2B5EF4-FFF2-40B4-BE49-F238E27FC236}">
                      <a16:creationId xmlns:a16="http://schemas.microsoft.com/office/drawing/2014/main" id="{87320FE7-F9D9-65A7-A5F0-FC30E3B43033}"/>
                    </a:ext>
                  </a:extLst>
                </p:cNvPr>
                <p:cNvPicPr/>
                <p:nvPr/>
              </p:nvPicPr>
              <p:blipFill>
                <a:blip r:embed="rId168"/>
                <a:stretch>
                  <a:fillRect/>
                </a:stretch>
              </p:blipFill>
              <p:spPr>
                <a:xfrm>
                  <a:off x="5976788" y="4810914"/>
                  <a:ext cx="5580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41007" name="Ink 41006">
                  <a:extLst>
                    <a:ext uri="{FF2B5EF4-FFF2-40B4-BE49-F238E27FC236}">
                      <a16:creationId xmlns:a16="http://schemas.microsoft.com/office/drawing/2014/main" id="{C0CE81F0-8286-7DE7-8E61-0AEEDAD7D052}"/>
                    </a:ext>
                  </a:extLst>
                </p14:cNvPr>
                <p14:cNvContentPartPr/>
                <p14:nvPr/>
              </p14:nvContentPartPr>
              <p14:xfrm>
                <a:off x="5981828" y="4890834"/>
                <a:ext cx="126000" cy="47520"/>
              </p14:xfrm>
            </p:contentPart>
          </mc:Choice>
          <mc:Fallback>
            <p:pic>
              <p:nvPicPr>
                <p:cNvPr id="41007" name="Ink 41006">
                  <a:extLst>
                    <a:ext uri="{FF2B5EF4-FFF2-40B4-BE49-F238E27FC236}">
                      <a16:creationId xmlns:a16="http://schemas.microsoft.com/office/drawing/2014/main" id="{C0CE81F0-8286-7DE7-8E61-0AEEDAD7D052}"/>
                    </a:ext>
                  </a:extLst>
                </p:cNvPr>
                <p:cNvPicPr/>
                <p:nvPr/>
              </p:nvPicPr>
              <p:blipFill>
                <a:blip r:embed="rId170"/>
                <a:stretch>
                  <a:fillRect/>
                </a:stretch>
              </p:blipFill>
              <p:spPr>
                <a:xfrm>
                  <a:off x="5975708" y="4884714"/>
                  <a:ext cx="13824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41008" name="Ink 41007">
                  <a:extLst>
                    <a:ext uri="{FF2B5EF4-FFF2-40B4-BE49-F238E27FC236}">
                      <a16:creationId xmlns:a16="http://schemas.microsoft.com/office/drawing/2014/main" id="{0CC561DF-F1B7-3DC9-81CE-F2AC642A7DFA}"/>
                    </a:ext>
                  </a:extLst>
                </p14:cNvPr>
                <p14:cNvContentPartPr/>
                <p14:nvPr/>
              </p14:nvContentPartPr>
              <p14:xfrm>
                <a:off x="6074348" y="4885434"/>
                <a:ext cx="129960" cy="74160"/>
              </p14:xfrm>
            </p:contentPart>
          </mc:Choice>
          <mc:Fallback>
            <p:pic>
              <p:nvPicPr>
                <p:cNvPr id="41008" name="Ink 41007">
                  <a:extLst>
                    <a:ext uri="{FF2B5EF4-FFF2-40B4-BE49-F238E27FC236}">
                      <a16:creationId xmlns:a16="http://schemas.microsoft.com/office/drawing/2014/main" id="{0CC561DF-F1B7-3DC9-81CE-F2AC642A7DFA}"/>
                    </a:ext>
                  </a:extLst>
                </p:cNvPr>
                <p:cNvPicPr/>
                <p:nvPr/>
              </p:nvPicPr>
              <p:blipFill>
                <a:blip r:embed="rId172"/>
                <a:stretch>
                  <a:fillRect/>
                </a:stretch>
              </p:blipFill>
              <p:spPr>
                <a:xfrm>
                  <a:off x="6068228" y="4879314"/>
                  <a:ext cx="142200" cy="86400"/>
                </a:xfrm>
                <a:prstGeom prst="rect">
                  <a:avLst/>
                </a:prstGeom>
              </p:spPr>
            </p:pic>
          </mc:Fallback>
        </mc:AlternateContent>
      </p:grpSp>
      <p:grpSp>
        <p:nvGrpSpPr>
          <p:cNvPr id="41047" name="Group 41046">
            <a:extLst>
              <a:ext uri="{FF2B5EF4-FFF2-40B4-BE49-F238E27FC236}">
                <a16:creationId xmlns:a16="http://schemas.microsoft.com/office/drawing/2014/main" id="{953FC119-45CB-D1CE-B3FC-347AA04588BA}"/>
              </a:ext>
            </a:extLst>
          </p:cNvPr>
          <p:cNvGrpSpPr/>
          <p:nvPr/>
        </p:nvGrpSpPr>
        <p:grpSpPr>
          <a:xfrm>
            <a:off x="2388668" y="4269834"/>
            <a:ext cx="878400" cy="831240"/>
            <a:chOff x="2388668" y="4269834"/>
            <a:chExt cx="878400" cy="831240"/>
          </a:xfrm>
        </p:grpSpPr>
        <mc:AlternateContent xmlns:mc="http://schemas.openxmlformats.org/markup-compatibility/2006">
          <mc:Choice xmlns:p14="http://schemas.microsoft.com/office/powerpoint/2010/main" Requires="p14">
            <p:contentPart p14:bwMode="auto" r:id="rId173">
              <p14:nvContentPartPr>
                <p14:cNvPr id="41031" name="Ink 41030">
                  <a:extLst>
                    <a:ext uri="{FF2B5EF4-FFF2-40B4-BE49-F238E27FC236}">
                      <a16:creationId xmlns:a16="http://schemas.microsoft.com/office/drawing/2014/main" id="{7CFBA335-6A53-D02A-F430-D18954ABF944}"/>
                    </a:ext>
                  </a:extLst>
                </p14:cNvPr>
                <p14:cNvContentPartPr/>
                <p14:nvPr/>
              </p14:nvContentPartPr>
              <p14:xfrm>
                <a:off x="2495588" y="4282794"/>
                <a:ext cx="174600" cy="249480"/>
              </p14:xfrm>
            </p:contentPart>
          </mc:Choice>
          <mc:Fallback>
            <p:pic>
              <p:nvPicPr>
                <p:cNvPr id="41031" name="Ink 41030">
                  <a:extLst>
                    <a:ext uri="{FF2B5EF4-FFF2-40B4-BE49-F238E27FC236}">
                      <a16:creationId xmlns:a16="http://schemas.microsoft.com/office/drawing/2014/main" id="{7CFBA335-6A53-D02A-F430-D18954ABF944}"/>
                    </a:ext>
                  </a:extLst>
                </p:cNvPr>
                <p:cNvPicPr/>
                <p:nvPr/>
              </p:nvPicPr>
              <p:blipFill>
                <a:blip r:embed="rId174"/>
                <a:stretch>
                  <a:fillRect/>
                </a:stretch>
              </p:blipFill>
              <p:spPr>
                <a:xfrm>
                  <a:off x="2489468" y="4276674"/>
                  <a:ext cx="18684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41032" name="Ink 41031">
                  <a:extLst>
                    <a:ext uri="{FF2B5EF4-FFF2-40B4-BE49-F238E27FC236}">
                      <a16:creationId xmlns:a16="http://schemas.microsoft.com/office/drawing/2014/main" id="{51E85D5D-371E-30F8-6BCF-875E54A4AFB0}"/>
                    </a:ext>
                  </a:extLst>
                </p14:cNvPr>
                <p14:cNvContentPartPr/>
                <p14:nvPr/>
              </p14:nvContentPartPr>
              <p14:xfrm>
                <a:off x="2433308" y="4269834"/>
                <a:ext cx="211320" cy="268200"/>
              </p14:xfrm>
            </p:contentPart>
          </mc:Choice>
          <mc:Fallback>
            <p:pic>
              <p:nvPicPr>
                <p:cNvPr id="41032" name="Ink 41031">
                  <a:extLst>
                    <a:ext uri="{FF2B5EF4-FFF2-40B4-BE49-F238E27FC236}">
                      <a16:creationId xmlns:a16="http://schemas.microsoft.com/office/drawing/2014/main" id="{51E85D5D-371E-30F8-6BCF-875E54A4AFB0}"/>
                    </a:ext>
                  </a:extLst>
                </p:cNvPr>
                <p:cNvPicPr/>
                <p:nvPr/>
              </p:nvPicPr>
              <p:blipFill>
                <a:blip r:embed="rId176"/>
                <a:stretch>
                  <a:fillRect/>
                </a:stretch>
              </p:blipFill>
              <p:spPr>
                <a:xfrm>
                  <a:off x="2427188" y="4263714"/>
                  <a:ext cx="22356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41033" name="Ink 41032">
                  <a:extLst>
                    <a:ext uri="{FF2B5EF4-FFF2-40B4-BE49-F238E27FC236}">
                      <a16:creationId xmlns:a16="http://schemas.microsoft.com/office/drawing/2014/main" id="{87368B52-32DF-882D-B2DA-D46712416299}"/>
                    </a:ext>
                  </a:extLst>
                </p14:cNvPr>
                <p14:cNvContentPartPr/>
                <p14:nvPr/>
              </p14:nvContentPartPr>
              <p14:xfrm>
                <a:off x="2733188" y="4381074"/>
                <a:ext cx="171720" cy="5040"/>
              </p14:xfrm>
            </p:contentPart>
          </mc:Choice>
          <mc:Fallback>
            <p:pic>
              <p:nvPicPr>
                <p:cNvPr id="41033" name="Ink 41032">
                  <a:extLst>
                    <a:ext uri="{FF2B5EF4-FFF2-40B4-BE49-F238E27FC236}">
                      <a16:creationId xmlns:a16="http://schemas.microsoft.com/office/drawing/2014/main" id="{87368B52-32DF-882D-B2DA-D46712416299}"/>
                    </a:ext>
                  </a:extLst>
                </p:cNvPr>
                <p:cNvPicPr/>
                <p:nvPr/>
              </p:nvPicPr>
              <p:blipFill>
                <a:blip r:embed="rId178"/>
                <a:stretch>
                  <a:fillRect/>
                </a:stretch>
              </p:blipFill>
              <p:spPr>
                <a:xfrm>
                  <a:off x="2727068" y="4374954"/>
                  <a:ext cx="183960" cy="1728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41034" name="Ink 41033">
                  <a:extLst>
                    <a:ext uri="{FF2B5EF4-FFF2-40B4-BE49-F238E27FC236}">
                      <a16:creationId xmlns:a16="http://schemas.microsoft.com/office/drawing/2014/main" id="{03196208-97D2-7E9C-0D17-CBEC0828E082}"/>
                    </a:ext>
                  </a:extLst>
                </p14:cNvPr>
                <p14:cNvContentPartPr/>
                <p14:nvPr/>
              </p14:nvContentPartPr>
              <p14:xfrm>
                <a:off x="3028028" y="4282074"/>
                <a:ext cx="10080" cy="66240"/>
              </p14:xfrm>
            </p:contentPart>
          </mc:Choice>
          <mc:Fallback>
            <p:pic>
              <p:nvPicPr>
                <p:cNvPr id="41034" name="Ink 41033">
                  <a:extLst>
                    <a:ext uri="{FF2B5EF4-FFF2-40B4-BE49-F238E27FC236}">
                      <a16:creationId xmlns:a16="http://schemas.microsoft.com/office/drawing/2014/main" id="{03196208-97D2-7E9C-0D17-CBEC0828E082}"/>
                    </a:ext>
                  </a:extLst>
                </p:cNvPr>
                <p:cNvPicPr/>
                <p:nvPr/>
              </p:nvPicPr>
              <p:blipFill>
                <a:blip r:embed="rId180"/>
                <a:stretch>
                  <a:fillRect/>
                </a:stretch>
              </p:blipFill>
              <p:spPr>
                <a:xfrm>
                  <a:off x="3021908" y="4275954"/>
                  <a:ext cx="2232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41036" name="Ink 41035">
                  <a:extLst>
                    <a:ext uri="{FF2B5EF4-FFF2-40B4-BE49-F238E27FC236}">
                      <a16:creationId xmlns:a16="http://schemas.microsoft.com/office/drawing/2014/main" id="{DB816BB7-98C7-956E-2928-E3106C572281}"/>
                    </a:ext>
                  </a:extLst>
                </p14:cNvPr>
                <p14:cNvContentPartPr/>
                <p14:nvPr/>
              </p14:nvContentPartPr>
              <p14:xfrm>
                <a:off x="2946668" y="4306554"/>
                <a:ext cx="208440" cy="277920"/>
              </p14:xfrm>
            </p:contentPart>
          </mc:Choice>
          <mc:Fallback>
            <p:pic>
              <p:nvPicPr>
                <p:cNvPr id="41036" name="Ink 41035">
                  <a:extLst>
                    <a:ext uri="{FF2B5EF4-FFF2-40B4-BE49-F238E27FC236}">
                      <a16:creationId xmlns:a16="http://schemas.microsoft.com/office/drawing/2014/main" id="{DB816BB7-98C7-956E-2928-E3106C572281}"/>
                    </a:ext>
                  </a:extLst>
                </p:cNvPr>
                <p:cNvPicPr/>
                <p:nvPr/>
              </p:nvPicPr>
              <p:blipFill>
                <a:blip r:embed="rId182"/>
                <a:stretch>
                  <a:fillRect/>
                </a:stretch>
              </p:blipFill>
              <p:spPr>
                <a:xfrm>
                  <a:off x="2940548" y="4300434"/>
                  <a:ext cx="22068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41037" name="Ink 41036">
                  <a:extLst>
                    <a:ext uri="{FF2B5EF4-FFF2-40B4-BE49-F238E27FC236}">
                      <a16:creationId xmlns:a16="http://schemas.microsoft.com/office/drawing/2014/main" id="{5DC3E2D4-4B1D-DF69-E227-B7EA62F8520D}"/>
                    </a:ext>
                  </a:extLst>
                </p14:cNvPr>
                <p14:cNvContentPartPr/>
                <p14:nvPr/>
              </p14:nvContentPartPr>
              <p14:xfrm>
                <a:off x="2388668" y="4655394"/>
                <a:ext cx="681480" cy="95760"/>
              </p14:xfrm>
            </p:contentPart>
          </mc:Choice>
          <mc:Fallback>
            <p:pic>
              <p:nvPicPr>
                <p:cNvPr id="41037" name="Ink 41036">
                  <a:extLst>
                    <a:ext uri="{FF2B5EF4-FFF2-40B4-BE49-F238E27FC236}">
                      <a16:creationId xmlns:a16="http://schemas.microsoft.com/office/drawing/2014/main" id="{5DC3E2D4-4B1D-DF69-E227-B7EA62F8520D}"/>
                    </a:ext>
                  </a:extLst>
                </p:cNvPr>
                <p:cNvPicPr/>
                <p:nvPr/>
              </p:nvPicPr>
              <p:blipFill>
                <a:blip r:embed="rId184"/>
                <a:stretch>
                  <a:fillRect/>
                </a:stretch>
              </p:blipFill>
              <p:spPr>
                <a:xfrm>
                  <a:off x="2382548" y="4649274"/>
                  <a:ext cx="69372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41038" name="Ink 41037">
                  <a:extLst>
                    <a:ext uri="{FF2B5EF4-FFF2-40B4-BE49-F238E27FC236}">
                      <a16:creationId xmlns:a16="http://schemas.microsoft.com/office/drawing/2014/main" id="{42560F39-7631-54FB-5408-73C013D11BC3}"/>
                    </a:ext>
                  </a:extLst>
                </p14:cNvPr>
                <p14:cNvContentPartPr/>
                <p14:nvPr/>
              </p14:nvContentPartPr>
              <p14:xfrm>
                <a:off x="2581628" y="4833594"/>
                <a:ext cx="154440" cy="201960"/>
              </p14:xfrm>
            </p:contentPart>
          </mc:Choice>
          <mc:Fallback>
            <p:pic>
              <p:nvPicPr>
                <p:cNvPr id="41038" name="Ink 41037">
                  <a:extLst>
                    <a:ext uri="{FF2B5EF4-FFF2-40B4-BE49-F238E27FC236}">
                      <a16:creationId xmlns:a16="http://schemas.microsoft.com/office/drawing/2014/main" id="{42560F39-7631-54FB-5408-73C013D11BC3}"/>
                    </a:ext>
                  </a:extLst>
                </p:cNvPr>
                <p:cNvPicPr/>
                <p:nvPr/>
              </p:nvPicPr>
              <p:blipFill>
                <a:blip r:embed="rId186"/>
                <a:stretch>
                  <a:fillRect/>
                </a:stretch>
              </p:blipFill>
              <p:spPr>
                <a:xfrm>
                  <a:off x="2575508" y="4827474"/>
                  <a:ext cx="16668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41039" name="Ink 41038">
                  <a:extLst>
                    <a:ext uri="{FF2B5EF4-FFF2-40B4-BE49-F238E27FC236}">
                      <a16:creationId xmlns:a16="http://schemas.microsoft.com/office/drawing/2014/main" id="{C0388C7A-9CF3-07F6-953C-04CED98C8996}"/>
                    </a:ext>
                  </a:extLst>
                </p14:cNvPr>
                <p14:cNvContentPartPr/>
                <p14:nvPr/>
              </p14:nvContentPartPr>
              <p14:xfrm>
                <a:off x="2547788" y="4839354"/>
                <a:ext cx="105840" cy="261720"/>
              </p14:xfrm>
            </p:contentPart>
          </mc:Choice>
          <mc:Fallback>
            <p:pic>
              <p:nvPicPr>
                <p:cNvPr id="41039" name="Ink 41038">
                  <a:extLst>
                    <a:ext uri="{FF2B5EF4-FFF2-40B4-BE49-F238E27FC236}">
                      <a16:creationId xmlns:a16="http://schemas.microsoft.com/office/drawing/2014/main" id="{C0388C7A-9CF3-07F6-953C-04CED98C8996}"/>
                    </a:ext>
                  </a:extLst>
                </p:cNvPr>
                <p:cNvPicPr/>
                <p:nvPr/>
              </p:nvPicPr>
              <p:blipFill>
                <a:blip r:embed="rId188"/>
                <a:stretch>
                  <a:fillRect/>
                </a:stretch>
              </p:blipFill>
              <p:spPr>
                <a:xfrm>
                  <a:off x="2541668" y="4833234"/>
                  <a:ext cx="11808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41040" name="Ink 41039">
                  <a:extLst>
                    <a:ext uri="{FF2B5EF4-FFF2-40B4-BE49-F238E27FC236}">
                      <a16:creationId xmlns:a16="http://schemas.microsoft.com/office/drawing/2014/main" id="{D5A325BC-D9B0-9B3F-F110-9340F109DC78}"/>
                    </a:ext>
                  </a:extLst>
                </p14:cNvPr>
                <p14:cNvContentPartPr/>
                <p14:nvPr/>
              </p14:nvContentPartPr>
              <p14:xfrm>
                <a:off x="2739668" y="4783914"/>
                <a:ext cx="26640" cy="200880"/>
              </p14:xfrm>
            </p:contentPart>
          </mc:Choice>
          <mc:Fallback>
            <p:pic>
              <p:nvPicPr>
                <p:cNvPr id="41040" name="Ink 41039">
                  <a:extLst>
                    <a:ext uri="{FF2B5EF4-FFF2-40B4-BE49-F238E27FC236}">
                      <a16:creationId xmlns:a16="http://schemas.microsoft.com/office/drawing/2014/main" id="{D5A325BC-D9B0-9B3F-F110-9340F109DC78}"/>
                    </a:ext>
                  </a:extLst>
                </p:cNvPr>
                <p:cNvPicPr/>
                <p:nvPr/>
              </p:nvPicPr>
              <p:blipFill>
                <a:blip r:embed="rId190"/>
                <a:stretch>
                  <a:fillRect/>
                </a:stretch>
              </p:blipFill>
              <p:spPr>
                <a:xfrm>
                  <a:off x="2733548" y="4777794"/>
                  <a:ext cx="3888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41042" name="Ink 41041">
                  <a:extLst>
                    <a:ext uri="{FF2B5EF4-FFF2-40B4-BE49-F238E27FC236}">
                      <a16:creationId xmlns:a16="http://schemas.microsoft.com/office/drawing/2014/main" id="{1B1BF15E-A9FF-FF54-4339-7A733250BE83}"/>
                    </a:ext>
                  </a:extLst>
                </p14:cNvPr>
                <p14:cNvContentPartPr/>
                <p14:nvPr/>
              </p14:nvContentPartPr>
              <p14:xfrm>
                <a:off x="2660828" y="4888314"/>
                <a:ext cx="109080" cy="52200"/>
              </p14:xfrm>
            </p:contentPart>
          </mc:Choice>
          <mc:Fallback>
            <p:pic>
              <p:nvPicPr>
                <p:cNvPr id="41042" name="Ink 41041">
                  <a:extLst>
                    <a:ext uri="{FF2B5EF4-FFF2-40B4-BE49-F238E27FC236}">
                      <a16:creationId xmlns:a16="http://schemas.microsoft.com/office/drawing/2014/main" id="{1B1BF15E-A9FF-FF54-4339-7A733250BE83}"/>
                    </a:ext>
                  </a:extLst>
                </p:cNvPr>
                <p:cNvPicPr/>
                <p:nvPr/>
              </p:nvPicPr>
              <p:blipFill>
                <a:blip r:embed="rId192"/>
                <a:stretch>
                  <a:fillRect/>
                </a:stretch>
              </p:blipFill>
              <p:spPr>
                <a:xfrm>
                  <a:off x="2654708" y="4882194"/>
                  <a:ext cx="12132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41043" name="Ink 41042">
                  <a:extLst>
                    <a:ext uri="{FF2B5EF4-FFF2-40B4-BE49-F238E27FC236}">
                      <a16:creationId xmlns:a16="http://schemas.microsoft.com/office/drawing/2014/main" id="{F7F40FAD-A6AB-4180-1574-7E3B973C3D97}"/>
                    </a:ext>
                  </a:extLst>
                </p14:cNvPr>
                <p14:cNvContentPartPr/>
                <p14:nvPr/>
              </p14:nvContentPartPr>
              <p14:xfrm>
                <a:off x="2771708" y="4752594"/>
                <a:ext cx="105120" cy="218880"/>
              </p14:xfrm>
            </p:contentPart>
          </mc:Choice>
          <mc:Fallback>
            <p:pic>
              <p:nvPicPr>
                <p:cNvPr id="41043" name="Ink 41042">
                  <a:extLst>
                    <a:ext uri="{FF2B5EF4-FFF2-40B4-BE49-F238E27FC236}">
                      <a16:creationId xmlns:a16="http://schemas.microsoft.com/office/drawing/2014/main" id="{F7F40FAD-A6AB-4180-1574-7E3B973C3D97}"/>
                    </a:ext>
                  </a:extLst>
                </p:cNvPr>
                <p:cNvPicPr/>
                <p:nvPr/>
              </p:nvPicPr>
              <p:blipFill>
                <a:blip r:embed="rId194"/>
                <a:stretch>
                  <a:fillRect/>
                </a:stretch>
              </p:blipFill>
              <p:spPr>
                <a:xfrm>
                  <a:off x="2765588" y="4746474"/>
                  <a:ext cx="11736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41044" name="Ink 41043">
                  <a:extLst>
                    <a:ext uri="{FF2B5EF4-FFF2-40B4-BE49-F238E27FC236}">
                      <a16:creationId xmlns:a16="http://schemas.microsoft.com/office/drawing/2014/main" id="{A8614544-2715-74D4-8065-FAAC779BFF81}"/>
                    </a:ext>
                  </a:extLst>
                </p14:cNvPr>
                <p14:cNvContentPartPr/>
                <p14:nvPr/>
              </p14:nvContentPartPr>
              <p14:xfrm>
                <a:off x="2941268" y="4732074"/>
                <a:ext cx="183960" cy="206280"/>
              </p14:xfrm>
            </p:contentPart>
          </mc:Choice>
          <mc:Fallback>
            <p:pic>
              <p:nvPicPr>
                <p:cNvPr id="41044" name="Ink 41043">
                  <a:extLst>
                    <a:ext uri="{FF2B5EF4-FFF2-40B4-BE49-F238E27FC236}">
                      <a16:creationId xmlns:a16="http://schemas.microsoft.com/office/drawing/2014/main" id="{A8614544-2715-74D4-8065-FAAC779BFF81}"/>
                    </a:ext>
                  </a:extLst>
                </p:cNvPr>
                <p:cNvPicPr/>
                <p:nvPr/>
              </p:nvPicPr>
              <p:blipFill>
                <a:blip r:embed="rId196"/>
                <a:stretch>
                  <a:fillRect/>
                </a:stretch>
              </p:blipFill>
              <p:spPr>
                <a:xfrm>
                  <a:off x="2935148" y="4725954"/>
                  <a:ext cx="19620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41045" name="Ink 41044">
                  <a:extLst>
                    <a:ext uri="{FF2B5EF4-FFF2-40B4-BE49-F238E27FC236}">
                      <a16:creationId xmlns:a16="http://schemas.microsoft.com/office/drawing/2014/main" id="{CD426694-EC49-9F85-7952-912C969352EE}"/>
                    </a:ext>
                  </a:extLst>
                </p14:cNvPr>
                <p14:cNvContentPartPr/>
                <p14:nvPr/>
              </p14:nvContentPartPr>
              <p14:xfrm>
                <a:off x="3129188" y="4807674"/>
                <a:ext cx="116640" cy="82800"/>
              </p14:xfrm>
            </p:contentPart>
          </mc:Choice>
          <mc:Fallback>
            <p:pic>
              <p:nvPicPr>
                <p:cNvPr id="41045" name="Ink 41044">
                  <a:extLst>
                    <a:ext uri="{FF2B5EF4-FFF2-40B4-BE49-F238E27FC236}">
                      <a16:creationId xmlns:a16="http://schemas.microsoft.com/office/drawing/2014/main" id="{CD426694-EC49-9F85-7952-912C969352EE}"/>
                    </a:ext>
                  </a:extLst>
                </p:cNvPr>
                <p:cNvPicPr/>
                <p:nvPr/>
              </p:nvPicPr>
              <p:blipFill>
                <a:blip r:embed="rId198"/>
                <a:stretch>
                  <a:fillRect/>
                </a:stretch>
              </p:blipFill>
              <p:spPr>
                <a:xfrm>
                  <a:off x="3123068" y="4801554"/>
                  <a:ext cx="12888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41046" name="Ink 41045">
                  <a:extLst>
                    <a:ext uri="{FF2B5EF4-FFF2-40B4-BE49-F238E27FC236}">
                      <a16:creationId xmlns:a16="http://schemas.microsoft.com/office/drawing/2014/main" id="{E39AAE4A-72E3-8FF9-EB1C-0C0742DAAACC}"/>
                    </a:ext>
                  </a:extLst>
                </p14:cNvPr>
                <p14:cNvContentPartPr/>
                <p14:nvPr/>
              </p14:nvContentPartPr>
              <p14:xfrm>
                <a:off x="3266708" y="4846194"/>
                <a:ext cx="360" cy="360"/>
              </p14:xfrm>
            </p:contentPart>
          </mc:Choice>
          <mc:Fallback>
            <p:pic>
              <p:nvPicPr>
                <p:cNvPr id="41046" name="Ink 41045">
                  <a:extLst>
                    <a:ext uri="{FF2B5EF4-FFF2-40B4-BE49-F238E27FC236}">
                      <a16:creationId xmlns:a16="http://schemas.microsoft.com/office/drawing/2014/main" id="{E39AAE4A-72E3-8FF9-EB1C-0C0742DAAACC}"/>
                    </a:ext>
                  </a:extLst>
                </p:cNvPr>
                <p:cNvPicPr/>
                <p:nvPr/>
              </p:nvPicPr>
              <p:blipFill>
                <a:blip r:embed="rId27"/>
                <a:stretch>
                  <a:fillRect/>
                </a:stretch>
              </p:blipFill>
              <p:spPr>
                <a:xfrm>
                  <a:off x="3260588" y="4840074"/>
                  <a:ext cx="1260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0">
            <p14:nvContentPartPr>
              <p14:cNvPr id="41010" name="Ink 41009">
                <a:extLst>
                  <a:ext uri="{FF2B5EF4-FFF2-40B4-BE49-F238E27FC236}">
                    <a16:creationId xmlns:a16="http://schemas.microsoft.com/office/drawing/2014/main" id="{637FEE53-C480-4A71-A222-2E40A93281EA}"/>
                  </a:ext>
                </a:extLst>
              </p14:cNvPr>
              <p14:cNvContentPartPr/>
              <p14:nvPr/>
            </p14:nvContentPartPr>
            <p14:xfrm>
              <a:off x="6385388" y="4369194"/>
              <a:ext cx="383760" cy="44640"/>
            </p14:xfrm>
          </p:contentPart>
        </mc:Choice>
        <mc:Fallback>
          <p:pic>
            <p:nvPicPr>
              <p:cNvPr id="41010" name="Ink 41009">
                <a:extLst>
                  <a:ext uri="{FF2B5EF4-FFF2-40B4-BE49-F238E27FC236}">
                    <a16:creationId xmlns:a16="http://schemas.microsoft.com/office/drawing/2014/main" id="{637FEE53-C480-4A71-A222-2E40A93281EA}"/>
                  </a:ext>
                </a:extLst>
              </p:cNvPr>
              <p:cNvPicPr/>
              <p:nvPr/>
            </p:nvPicPr>
            <p:blipFill>
              <a:blip r:embed="rId201"/>
              <a:stretch>
                <a:fillRect/>
              </a:stretch>
            </p:blipFill>
            <p:spPr>
              <a:xfrm>
                <a:off x="6379268" y="4363074"/>
                <a:ext cx="39600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41011" name="Ink 41010">
                <a:extLst>
                  <a:ext uri="{FF2B5EF4-FFF2-40B4-BE49-F238E27FC236}">
                    <a16:creationId xmlns:a16="http://schemas.microsoft.com/office/drawing/2014/main" id="{D9523173-C865-A87C-FB48-09F39636AC35}"/>
                  </a:ext>
                </a:extLst>
              </p14:cNvPr>
              <p14:cNvContentPartPr/>
              <p14:nvPr/>
            </p14:nvContentPartPr>
            <p14:xfrm>
              <a:off x="6462788" y="4536234"/>
              <a:ext cx="146880" cy="154440"/>
            </p14:xfrm>
          </p:contentPart>
        </mc:Choice>
        <mc:Fallback>
          <p:pic>
            <p:nvPicPr>
              <p:cNvPr id="41011" name="Ink 41010">
                <a:extLst>
                  <a:ext uri="{FF2B5EF4-FFF2-40B4-BE49-F238E27FC236}">
                    <a16:creationId xmlns:a16="http://schemas.microsoft.com/office/drawing/2014/main" id="{D9523173-C865-A87C-FB48-09F39636AC35}"/>
                  </a:ext>
                </a:extLst>
              </p:cNvPr>
              <p:cNvPicPr/>
              <p:nvPr/>
            </p:nvPicPr>
            <p:blipFill>
              <a:blip r:embed="rId203"/>
              <a:stretch>
                <a:fillRect/>
              </a:stretch>
            </p:blipFill>
            <p:spPr>
              <a:xfrm>
                <a:off x="6456668" y="4530114"/>
                <a:ext cx="15912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41012" name="Ink 41011">
                <a:extLst>
                  <a:ext uri="{FF2B5EF4-FFF2-40B4-BE49-F238E27FC236}">
                    <a16:creationId xmlns:a16="http://schemas.microsoft.com/office/drawing/2014/main" id="{A67B06E2-A4F3-1B96-6101-F839946BE13E}"/>
                  </a:ext>
                </a:extLst>
              </p14:cNvPr>
              <p14:cNvContentPartPr/>
              <p14:nvPr/>
            </p14:nvContentPartPr>
            <p14:xfrm>
              <a:off x="6427868" y="4614714"/>
              <a:ext cx="3240" cy="3240"/>
            </p14:xfrm>
          </p:contentPart>
        </mc:Choice>
        <mc:Fallback>
          <p:pic>
            <p:nvPicPr>
              <p:cNvPr id="41012" name="Ink 41011">
                <a:extLst>
                  <a:ext uri="{FF2B5EF4-FFF2-40B4-BE49-F238E27FC236}">
                    <a16:creationId xmlns:a16="http://schemas.microsoft.com/office/drawing/2014/main" id="{A67B06E2-A4F3-1B96-6101-F839946BE13E}"/>
                  </a:ext>
                </a:extLst>
              </p:cNvPr>
              <p:cNvPicPr/>
              <p:nvPr/>
            </p:nvPicPr>
            <p:blipFill>
              <a:blip r:embed="rId27"/>
              <a:stretch>
                <a:fillRect/>
              </a:stretch>
            </p:blipFill>
            <p:spPr>
              <a:xfrm>
                <a:off x="6421748" y="4608594"/>
                <a:ext cx="15480" cy="1548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41013" name="Ink 41012">
                <a:extLst>
                  <a:ext uri="{FF2B5EF4-FFF2-40B4-BE49-F238E27FC236}">
                    <a16:creationId xmlns:a16="http://schemas.microsoft.com/office/drawing/2014/main" id="{6BB104D1-8396-F21C-3994-EC7F299DDB7A}"/>
                  </a:ext>
                </a:extLst>
              </p14:cNvPr>
              <p14:cNvContentPartPr/>
              <p14:nvPr/>
            </p14:nvContentPartPr>
            <p14:xfrm>
              <a:off x="6442988" y="4577274"/>
              <a:ext cx="114840" cy="147960"/>
            </p14:xfrm>
          </p:contentPart>
        </mc:Choice>
        <mc:Fallback>
          <p:pic>
            <p:nvPicPr>
              <p:cNvPr id="41013" name="Ink 41012">
                <a:extLst>
                  <a:ext uri="{FF2B5EF4-FFF2-40B4-BE49-F238E27FC236}">
                    <a16:creationId xmlns:a16="http://schemas.microsoft.com/office/drawing/2014/main" id="{6BB104D1-8396-F21C-3994-EC7F299DDB7A}"/>
                  </a:ext>
                </a:extLst>
              </p:cNvPr>
              <p:cNvPicPr/>
              <p:nvPr/>
            </p:nvPicPr>
            <p:blipFill>
              <a:blip r:embed="rId206"/>
              <a:stretch>
                <a:fillRect/>
              </a:stretch>
            </p:blipFill>
            <p:spPr>
              <a:xfrm>
                <a:off x="6436868" y="4571154"/>
                <a:ext cx="12708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41014" name="Ink 41013">
                <a:extLst>
                  <a:ext uri="{FF2B5EF4-FFF2-40B4-BE49-F238E27FC236}">
                    <a16:creationId xmlns:a16="http://schemas.microsoft.com/office/drawing/2014/main" id="{A45DDC90-6FB5-DDF8-5F1F-6952FBFBDAA7}"/>
                  </a:ext>
                </a:extLst>
              </p14:cNvPr>
              <p14:cNvContentPartPr/>
              <p14:nvPr/>
            </p14:nvContentPartPr>
            <p14:xfrm>
              <a:off x="6651068" y="4544874"/>
              <a:ext cx="185760" cy="154800"/>
            </p14:xfrm>
          </p:contentPart>
        </mc:Choice>
        <mc:Fallback>
          <p:pic>
            <p:nvPicPr>
              <p:cNvPr id="41014" name="Ink 41013">
                <a:extLst>
                  <a:ext uri="{FF2B5EF4-FFF2-40B4-BE49-F238E27FC236}">
                    <a16:creationId xmlns:a16="http://schemas.microsoft.com/office/drawing/2014/main" id="{A45DDC90-6FB5-DDF8-5F1F-6952FBFBDAA7}"/>
                  </a:ext>
                </a:extLst>
              </p:cNvPr>
              <p:cNvPicPr/>
              <p:nvPr/>
            </p:nvPicPr>
            <p:blipFill>
              <a:blip r:embed="rId208"/>
              <a:stretch>
                <a:fillRect/>
              </a:stretch>
            </p:blipFill>
            <p:spPr>
              <a:xfrm>
                <a:off x="6644948" y="4538754"/>
                <a:ext cx="19800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41016" name="Ink 41015">
                <a:extLst>
                  <a:ext uri="{FF2B5EF4-FFF2-40B4-BE49-F238E27FC236}">
                    <a16:creationId xmlns:a16="http://schemas.microsoft.com/office/drawing/2014/main" id="{0964C8BE-605A-3184-9D26-51EA94EFC867}"/>
                  </a:ext>
                </a:extLst>
              </p14:cNvPr>
              <p14:cNvContentPartPr/>
              <p14:nvPr/>
            </p14:nvContentPartPr>
            <p14:xfrm>
              <a:off x="7468988" y="4400874"/>
              <a:ext cx="681120" cy="62640"/>
            </p14:xfrm>
          </p:contentPart>
        </mc:Choice>
        <mc:Fallback>
          <p:pic>
            <p:nvPicPr>
              <p:cNvPr id="41016" name="Ink 41015">
                <a:extLst>
                  <a:ext uri="{FF2B5EF4-FFF2-40B4-BE49-F238E27FC236}">
                    <a16:creationId xmlns:a16="http://schemas.microsoft.com/office/drawing/2014/main" id="{0964C8BE-605A-3184-9D26-51EA94EFC867}"/>
                  </a:ext>
                </a:extLst>
              </p:cNvPr>
              <p:cNvPicPr/>
              <p:nvPr/>
            </p:nvPicPr>
            <p:blipFill>
              <a:blip r:embed="rId210"/>
              <a:stretch>
                <a:fillRect/>
              </a:stretch>
            </p:blipFill>
            <p:spPr>
              <a:xfrm>
                <a:off x="7462868" y="4394754"/>
                <a:ext cx="69336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41017" name="Ink 41016">
                <a:extLst>
                  <a:ext uri="{FF2B5EF4-FFF2-40B4-BE49-F238E27FC236}">
                    <a16:creationId xmlns:a16="http://schemas.microsoft.com/office/drawing/2014/main" id="{CE009B13-5712-5FC0-CA58-FD144771E8D5}"/>
                  </a:ext>
                </a:extLst>
              </p14:cNvPr>
              <p14:cNvContentPartPr/>
              <p14:nvPr/>
            </p14:nvContentPartPr>
            <p14:xfrm>
              <a:off x="7542788" y="4610034"/>
              <a:ext cx="130680" cy="167760"/>
            </p14:xfrm>
          </p:contentPart>
        </mc:Choice>
        <mc:Fallback>
          <p:pic>
            <p:nvPicPr>
              <p:cNvPr id="41017" name="Ink 41016">
                <a:extLst>
                  <a:ext uri="{FF2B5EF4-FFF2-40B4-BE49-F238E27FC236}">
                    <a16:creationId xmlns:a16="http://schemas.microsoft.com/office/drawing/2014/main" id="{CE009B13-5712-5FC0-CA58-FD144771E8D5}"/>
                  </a:ext>
                </a:extLst>
              </p:cNvPr>
              <p:cNvPicPr/>
              <p:nvPr/>
            </p:nvPicPr>
            <p:blipFill>
              <a:blip r:embed="rId212"/>
              <a:stretch>
                <a:fillRect/>
              </a:stretch>
            </p:blipFill>
            <p:spPr>
              <a:xfrm>
                <a:off x="7536668" y="4603914"/>
                <a:ext cx="14292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41018" name="Ink 41017">
                <a:extLst>
                  <a:ext uri="{FF2B5EF4-FFF2-40B4-BE49-F238E27FC236}">
                    <a16:creationId xmlns:a16="http://schemas.microsoft.com/office/drawing/2014/main" id="{F73AF831-7DAF-5FDB-D344-A093BF289783}"/>
                  </a:ext>
                </a:extLst>
              </p14:cNvPr>
              <p14:cNvContentPartPr/>
              <p14:nvPr/>
            </p14:nvContentPartPr>
            <p14:xfrm>
              <a:off x="7508948" y="4633074"/>
              <a:ext cx="117720" cy="219960"/>
            </p14:xfrm>
          </p:contentPart>
        </mc:Choice>
        <mc:Fallback>
          <p:pic>
            <p:nvPicPr>
              <p:cNvPr id="41018" name="Ink 41017">
                <a:extLst>
                  <a:ext uri="{FF2B5EF4-FFF2-40B4-BE49-F238E27FC236}">
                    <a16:creationId xmlns:a16="http://schemas.microsoft.com/office/drawing/2014/main" id="{F73AF831-7DAF-5FDB-D344-A093BF289783}"/>
                  </a:ext>
                </a:extLst>
              </p:cNvPr>
              <p:cNvPicPr/>
              <p:nvPr/>
            </p:nvPicPr>
            <p:blipFill>
              <a:blip r:embed="rId214"/>
              <a:stretch>
                <a:fillRect/>
              </a:stretch>
            </p:blipFill>
            <p:spPr>
              <a:xfrm>
                <a:off x="7502828" y="4626954"/>
                <a:ext cx="12996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41019" name="Ink 41018">
                <a:extLst>
                  <a:ext uri="{FF2B5EF4-FFF2-40B4-BE49-F238E27FC236}">
                    <a16:creationId xmlns:a16="http://schemas.microsoft.com/office/drawing/2014/main" id="{505DB9BA-6FE8-1E71-E3CD-52174B8F20C8}"/>
                  </a:ext>
                </a:extLst>
              </p14:cNvPr>
              <p14:cNvContentPartPr/>
              <p14:nvPr/>
            </p14:nvContentPartPr>
            <p14:xfrm>
              <a:off x="7767788" y="4559274"/>
              <a:ext cx="127440" cy="138240"/>
            </p14:xfrm>
          </p:contentPart>
        </mc:Choice>
        <mc:Fallback>
          <p:pic>
            <p:nvPicPr>
              <p:cNvPr id="41019" name="Ink 41018">
                <a:extLst>
                  <a:ext uri="{FF2B5EF4-FFF2-40B4-BE49-F238E27FC236}">
                    <a16:creationId xmlns:a16="http://schemas.microsoft.com/office/drawing/2014/main" id="{505DB9BA-6FE8-1E71-E3CD-52174B8F20C8}"/>
                  </a:ext>
                </a:extLst>
              </p:cNvPr>
              <p:cNvPicPr/>
              <p:nvPr/>
            </p:nvPicPr>
            <p:blipFill>
              <a:blip r:embed="rId216"/>
              <a:stretch>
                <a:fillRect/>
              </a:stretch>
            </p:blipFill>
            <p:spPr>
              <a:xfrm>
                <a:off x="7761668" y="4553154"/>
                <a:ext cx="13968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41020" name="Ink 41019">
                <a:extLst>
                  <a:ext uri="{FF2B5EF4-FFF2-40B4-BE49-F238E27FC236}">
                    <a16:creationId xmlns:a16="http://schemas.microsoft.com/office/drawing/2014/main" id="{F879A0AD-7D6B-97BF-D375-E50B76659D8E}"/>
                  </a:ext>
                </a:extLst>
              </p14:cNvPr>
              <p14:cNvContentPartPr/>
              <p14:nvPr/>
            </p14:nvContentPartPr>
            <p14:xfrm>
              <a:off x="7843028" y="4642794"/>
              <a:ext cx="18720" cy="132120"/>
            </p14:xfrm>
          </p:contentPart>
        </mc:Choice>
        <mc:Fallback>
          <p:pic>
            <p:nvPicPr>
              <p:cNvPr id="41020" name="Ink 41019">
                <a:extLst>
                  <a:ext uri="{FF2B5EF4-FFF2-40B4-BE49-F238E27FC236}">
                    <a16:creationId xmlns:a16="http://schemas.microsoft.com/office/drawing/2014/main" id="{F879A0AD-7D6B-97BF-D375-E50B76659D8E}"/>
                  </a:ext>
                </a:extLst>
              </p:cNvPr>
              <p:cNvPicPr/>
              <p:nvPr/>
            </p:nvPicPr>
            <p:blipFill>
              <a:blip r:embed="rId218"/>
              <a:stretch>
                <a:fillRect/>
              </a:stretch>
            </p:blipFill>
            <p:spPr>
              <a:xfrm>
                <a:off x="7836908" y="4636674"/>
                <a:ext cx="3096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41022" name="Ink 41021">
                <a:extLst>
                  <a:ext uri="{FF2B5EF4-FFF2-40B4-BE49-F238E27FC236}">
                    <a16:creationId xmlns:a16="http://schemas.microsoft.com/office/drawing/2014/main" id="{705C4992-60AF-0ED6-CF4E-BE0EE456588C}"/>
                  </a:ext>
                </a:extLst>
              </p14:cNvPr>
              <p14:cNvContentPartPr/>
              <p14:nvPr/>
            </p14:nvContentPartPr>
            <p14:xfrm>
              <a:off x="7900988" y="4706154"/>
              <a:ext cx="7560" cy="15120"/>
            </p14:xfrm>
          </p:contentPart>
        </mc:Choice>
        <mc:Fallback>
          <p:pic>
            <p:nvPicPr>
              <p:cNvPr id="41022" name="Ink 41021">
                <a:extLst>
                  <a:ext uri="{FF2B5EF4-FFF2-40B4-BE49-F238E27FC236}">
                    <a16:creationId xmlns:a16="http://schemas.microsoft.com/office/drawing/2014/main" id="{705C4992-60AF-0ED6-CF4E-BE0EE456588C}"/>
                  </a:ext>
                </a:extLst>
              </p:cNvPr>
              <p:cNvPicPr/>
              <p:nvPr/>
            </p:nvPicPr>
            <p:blipFill>
              <a:blip r:embed="rId220"/>
              <a:stretch>
                <a:fillRect/>
              </a:stretch>
            </p:blipFill>
            <p:spPr>
              <a:xfrm>
                <a:off x="7894868" y="4700034"/>
                <a:ext cx="1980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41023" name="Ink 41022">
                <a:extLst>
                  <a:ext uri="{FF2B5EF4-FFF2-40B4-BE49-F238E27FC236}">
                    <a16:creationId xmlns:a16="http://schemas.microsoft.com/office/drawing/2014/main" id="{3B65D5BA-C4DB-99BD-F748-A9EB016B882C}"/>
                  </a:ext>
                </a:extLst>
              </p14:cNvPr>
              <p14:cNvContentPartPr/>
              <p14:nvPr/>
            </p14:nvContentPartPr>
            <p14:xfrm>
              <a:off x="7937708" y="4589154"/>
              <a:ext cx="93600" cy="172080"/>
            </p14:xfrm>
          </p:contentPart>
        </mc:Choice>
        <mc:Fallback>
          <p:pic>
            <p:nvPicPr>
              <p:cNvPr id="41023" name="Ink 41022">
                <a:extLst>
                  <a:ext uri="{FF2B5EF4-FFF2-40B4-BE49-F238E27FC236}">
                    <a16:creationId xmlns:a16="http://schemas.microsoft.com/office/drawing/2014/main" id="{3B65D5BA-C4DB-99BD-F748-A9EB016B882C}"/>
                  </a:ext>
                </a:extLst>
              </p:cNvPr>
              <p:cNvPicPr/>
              <p:nvPr/>
            </p:nvPicPr>
            <p:blipFill>
              <a:blip r:embed="rId222"/>
              <a:stretch>
                <a:fillRect/>
              </a:stretch>
            </p:blipFill>
            <p:spPr>
              <a:xfrm>
                <a:off x="7931588" y="4583034"/>
                <a:ext cx="1058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41024" name="Ink 41023">
                <a:extLst>
                  <a:ext uri="{FF2B5EF4-FFF2-40B4-BE49-F238E27FC236}">
                    <a16:creationId xmlns:a16="http://schemas.microsoft.com/office/drawing/2014/main" id="{91E8B95A-80E5-460E-544A-3935542DD180}"/>
                  </a:ext>
                </a:extLst>
              </p14:cNvPr>
              <p14:cNvContentPartPr/>
              <p14:nvPr/>
            </p14:nvContentPartPr>
            <p14:xfrm>
              <a:off x="8043908" y="4619394"/>
              <a:ext cx="64800" cy="147960"/>
            </p14:xfrm>
          </p:contentPart>
        </mc:Choice>
        <mc:Fallback>
          <p:pic>
            <p:nvPicPr>
              <p:cNvPr id="41024" name="Ink 41023">
                <a:extLst>
                  <a:ext uri="{FF2B5EF4-FFF2-40B4-BE49-F238E27FC236}">
                    <a16:creationId xmlns:a16="http://schemas.microsoft.com/office/drawing/2014/main" id="{91E8B95A-80E5-460E-544A-3935542DD180}"/>
                  </a:ext>
                </a:extLst>
              </p:cNvPr>
              <p:cNvPicPr/>
              <p:nvPr/>
            </p:nvPicPr>
            <p:blipFill>
              <a:blip r:embed="rId224"/>
              <a:stretch>
                <a:fillRect/>
              </a:stretch>
            </p:blipFill>
            <p:spPr>
              <a:xfrm>
                <a:off x="8037788" y="4613274"/>
                <a:ext cx="7704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41025" name="Ink 41024">
                <a:extLst>
                  <a:ext uri="{FF2B5EF4-FFF2-40B4-BE49-F238E27FC236}">
                    <a16:creationId xmlns:a16="http://schemas.microsoft.com/office/drawing/2014/main" id="{053AF29B-4E67-8154-27CB-CF9DCF79A72D}"/>
                  </a:ext>
                </a:extLst>
              </p14:cNvPr>
              <p14:cNvContentPartPr/>
              <p14:nvPr/>
            </p14:nvContentPartPr>
            <p14:xfrm>
              <a:off x="8158748" y="4633794"/>
              <a:ext cx="103320" cy="99360"/>
            </p14:xfrm>
          </p:contentPart>
        </mc:Choice>
        <mc:Fallback>
          <p:pic>
            <p:nvPicPr>
              <p:cNvPr id="41025" name="Ink 41024">
                <a:extLst>
                  <a:ext uri="{FF2B5EF4-FFF2-40B4-BE49-F238E27FC236}">
                    <a16:creationId xmlns:a16="http://schemas.microsoft.com/office/drawing/2014/main" id="{053AF29B-4E67-8154-27CB-CF9DCF79A72D}"/>
                  </a:ext>
                </a:extLst>
              </p:cNvPr>
              <p:cNvPicPr/>
              <p:nvPr/>
            </p:nvPicPr>
            <p:blipFill>
              <a:blip r:embed="rId226"/>
              <a:stretch>
                <a:fillRect/>
              </a:stretch>
            </p:blipFill>
            <p:spPr>
              <a:xfrm>
                <a:off x="8152628" y="4627674"/>
                <a:ext cx="11556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41026" name="Ink 41025">
                <a:extLst>
                  <a:ext uri="{FF2B5EF4-FFF2-40B4-BE49-F238E27FC236}">
                    <a16:creationId xmlns:a16="http://schemas.microsoft.com/office/drawing/2014/main" id="{E6D02511-D9E8-E5C9-881F-273ECEE27166}"/>
                  </a:ext>
                </a:extLst>
              </p14:cNvPr>
              <p14:cNvContentPartPr/>
              <p14:nvPr/>
            </p14:nvContentPartPr>
            <p14:xfrm>
              <a:off x="8176748" y="4654314"/>
              <a:ext cx="72720" cy="100080"/>
            </p14:xfrm>
          </p:contentPart>
        </mc:Choice>
        <mc:Fallback>
          <p:pic>
            <p:nvPicPr>
              <p:cNvPr id="41026" name="Ink 41025">
                <a:extLst>
                  <a:ext uri="{FF2B5EF4-FFF2-40B4-BE49-F238E27FC236}">
                    <a16:creationId xmlns:a16="http://schemas.microsoft.com/office/drawing/2014/main" id="{E6D02511-D9E8-E5C9-881F-273ECEE27166}"/>
                  </a:ext>
                </a:extLst>
              </p:cNvPr>
              <p:cNvPicPr/>
              <p:nvPr/>
            </p:nvPicPr>
            <p:blipFill>
              <a:blip r:embed="rId228"/>
              <a:stretch>
                <a:fillRect/>
              </a:stretch>
            </p:blipFill>
            <p:spPr>
              <a:xfrm>
                <a:off x="8170628" y="4648194"/>
                <a:ext cx="8496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41027" name="Ink 41026">
                <a:extLst>
                  <a:ext uri="{FF2B5EF4-FFF2-40B4-BE49-F238E27FC236}">
                    <a16:creationId xmlns:a16="http://schemas.microsoft.com/office/drawing/2014/main" id="{A7104DB5-CAB8-0A80-C063-9856698F0129}"/>
                  </a:ext>
                </a:extLst>
              </p14:cNvPr>
              <p14:cNvContentPartPr/>
              <p14:nvPr/>
            </p14:nvContentPartPr>
            <p14:xfrm>
              <a:off x="8289428" y="4620474"/>
              <a:ext cx="27360" cy="105840"/>
            </p14:xfrm>
          </p:contentPart>
        </mc:Choice>
        <mc:Fallback>
          <p:pic>
            <p:nvPicPr>
              <p:cNvPr id="41027" name="Ink 41026">
                <a:extLst>
                  <a:ext uri="{FF2B5EF4-FFF2-40B4-BE49-F238E27FC236}">
                    <a16:creationId xmlns:a16="http://schemas.microsoft.com/office/drawing/2014/main" id="{A7104DB5-CAB8-0A80-C063-9856698F0129}"/>
                  </a:ext>
                </a:extLst>
              </p:cNvPr>
              <p:cNvPicPr/>
              <p:nvPr/>
            </p:nvPicPr>
            <p:blipFill>
              <a:blip r:embed="rId230"/>
              <a:stretch>
                <a:fillRect/>
              </a:stretch>
            </p:blipFill>
            <p:spPr>
              <a:xfrm>
                <a:off x="8283308" y="4614354"/>
                <a:ext cx="3960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41028" name="Ink 41027">
                <a:extLst>
                  <a:ext uri="{FF2B5EF4-FFF2-40B4-BE49-F238E27FC236}">
                    <a16:creationId xmlns:a16="http://schemas.microsoft.com/office/drawing/2014/main" id="{A7D510A2-507B-EF4D-42CC-E46A1D841AAA}"/>
                  </a:ext>
                </a:extLst>
              </p14:cNvPr>
              <p14:cNvContentPartPr/>
              <p14:nvPr/>
            </p14:nvContentPartPr>
            <p14:xfrm>
              <a:off x="8325788" y="4644594"/>
              <a:ext cx="96840" cy="91800"/>
            </p14:xfrm>
          </p:contentPart>
        </mc:Choice>
        <mc:Fallback>
          <p:pic>
            <p:nvPicPr>
              <p:cNvPr id="41028" name="Ink 41027">
                <a:extLst>
                  <a:ext uri="{FF2B5EF4-FFF2-40B4-BE49-F238E27FC236}">
                    <a16:creationId xmlns:a16="http://schemas.microsoft.com/office/drawing/2014/main" id="{A7D510A2-507B-EF4D-42CC-E46A1D841AAA}"/>
                  </a:ext>
                </a:extLst>
              </p:cNvPr>
              <p:cNvPicPr/>
              <p:nvPr/>
            </p:nvPicPr>
            <p:blipFill>
              <a:blip r:embed="rId232"/>
              <a:stretch>
                <a:fillRect/>
              </a:stretch>
            </p:blipFill>
            <p:spPr>
              <a:xfrm>
                <a:off x="8319668" y="4638474"/>
                <a:ext cx="10908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41029" name="Ink 41028">
                <a:extLst>
                  <a:ext uri="{FF2B5EF4-FFF2-40B4-BE49-F238E27FC236}">
                    <a16:creationId xmlns:a16="http://schemas.microsoft.com/office/drawing/2014/main" id="{A17A0DB3-5E2C-038F-1C87-A8C51473EB8B}"/>
                  </a:ext>
                </a:extLst>
              </p14:cNvPr>
              <p14:cNvContentPartPr/>
              <p14:nvPr/>
            </p14:nvContentPartPr>
            <p14:xfrm>
              <a:off x="8415428" y="4534794"/>
              <a:ext cx="99720" cy="113040"/>
            </p14:xfrm>
          </p:contentPart>
        </mc:Choice>
        <mc:Fallback>
          <p:pic>
            <p:nvPicPr>
              <p:cNvPr id="41029" name="Ink 41028">
                <a:extLst>
                  <a:ext uri="{FF2B5EF4-FFF2-40B4-BE49-F238E27FC236}">
                    <a16:creationId xmlns:a16="http://schemas.microsoft.com/office/drawing/2014/main" id="{A17A0DB3-5E2C-038F-1C87-A8C51473EB8B}"/>
                  </a:ext>
                </a:extLst>
              </p:cNvPr>
              <p:cNvPicPr/>
              <p:nvPr/>
            </p:nvPicPr>
            <p:blipFill>
              <a:blip r:embed="rId234"/>
              <a:stretch>
                <a:fillRect/>
              </a:stretch>
            </p:blipFill>
            <p:spPr>
              <a:xfrm>
                <a:off x="8409308" y="4528674"/>
                <a:ext cx="11196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41066" name="Ink 41065">
                <a:extLst>
                  <a:ext uri="{FF2B5EF4-FFF2-40B4-BE49-F238E27FC236}">
                    <a16:creationId xmlns:a16="http://schemas.microsoft.com/office/drawing/2014/main" id="{BBB422B5-AB32-340F-BA94-FE9A11FDD635}"/>
                  </a:ext>
                </a:extLst>
              </p14:cNvPr>
              <p14:cNvContentPartPr/>
              <p14:nvPr/>
            </p14:nvContentPartPr>
            <p14:xfrm>
              <a:off x="8220308" y="5005209"/>
              <a:ext cx="20160" cy="78840"/>
            </p14:xfrm>
          </p:contentPart>
        </mc:Choice>
        <mc:Fallback>
          <p:pic>
            <p:nvPicPr>
              <p:cNvPr id="41066" name="Ink 41065">
                <a:extLst>
                  <a:ext uri="{FF2B5EF4-FFF2-40B4-BE49-F238E27FC236}">
                    <a16:creationId xmlns:a16="http://schemas.microsoft.com/office/drawing/2014/main" id="{BBB422B5-AB32-340F-BA94-FE9A11FDD635}"/>
                  </a:ext>
                </a:extLst>
              </p:cNvPr>
              <p:cNvPicPr/>
              <p:nvPr/>
            </p:nvPicPr>
            <p:blipFill>
              <a:blip r:embed="rId236"/>
              <a:stretch>
                <a:fillRect/>
              </a:stretch>
            </p:blipFill>
            <p:spPr>
              <a:xfrm>
                <a:off x="8214188" y="4999089"/>
                <a:ext cx="3240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41067" name="Ink 41066">
                <a:extLst>
                  <a:ext uri="{FF2B5EF4-FFF2-40B4-BE49-F238E27FC236}">
                    <a16:creationId xmlns:a16="http://schemas.microsoft.com/office/drawing/2014/main" id="{6A37C816-731A-3300-A175-331BAF30155B}"/>
                  </a:ext>
                </a:extLst>
              </p14:cNvPr>
              <p14:cNvContentPartPr/>
              <p14:nvPr/>
            </p14:nvContentPartPr>
            <p14:xfrm>
              <a:off x="8392388" y="4909089"/>
              <a:ext cx="119160" cy="167400"/>
            </p14:xfrm>
          </p:contentPart>
        </mc:Choice>
        <mc:Fallback>
          <p:pic>
            <p:nvPicPr>
              <p:cNvPr id="41067" name="Ink 41066">
                <a:extLst>
                  <a:ext uri="{FF2B5EF4-FFF2-40B4-BE49-F238E27FC236}">
                    <a16:creationId xmlns:a16="http://schemas.microsoft.com/office/drawing/2014/main" id="{6A37C816-731A-3300-A175-331BAF30155B}"/>
                  </a:ext>
                </a:extLst>
              </p:cNvPr>
              <p:cNvPicPr/>
              <p:nvPr/>
            </p:nvPicPr>
            <p:blipFill>
              <a:blip r:embed="rId238"/>
              <a:stretch>
                <a:fillRect/>
              </a:stretch>
            </p:blipFill>
            <p:spPr>
              <a:xfrm>
                <a:off x="8386268" y="4902969"/>
                <a:ext cx="13140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41068" name="Ink 41067">
                <a:extLst>
                  <a:ext uri="{FF2B5EF4-FFF2-40B4-BE49-F238E27FC236}">
                    <a16:creationId xmlns:a16="http://schemas.microsoft.com/office/drawing/2014/main" id="{BB0A40FC-2D8A-CEBB-3B18-546B5AA3922A}"/>
                  </a:ext>
                </a:extLst>
              </p14:cNvPr>
              <p14:cNvContentPartPr/>
              <p14:nvPr/>
            </p14:nvContentPartPr>
            <p14:xfrm>
              <a:off x="8564828" y="4958049"/>
              <a:ext cx="103680" cy="105840"/>
            </p14:xfrm>
          </p:contentPart>
        </mc:Choice>
        <mc:Fallback>
          <p:pic>
            <p:nvPicPr>
              <p:cNvPr id="41068" name="Ink 41067">
                <a:extLst>
                  <a:ext uri="{FF2B5EF4-FFF2-40B4-BE49-F238E27FC236}">
                    <a16:creationId xmlns:a16="http://schemas.microsoft.com/office/drawing/2014/main" id="{BB0A40FC-2D8A-CEBB-3B18-546B5AA3922A}"/>
                  </a:ext>
                </a:extLst>
              </p:cNvPr>
              <p:cNvPicPr/>
              <p:nvPr/>
            </p:nvPicPr>
            <p:blipFill>
              <a:blip r:embed="rId240"/>
              <a:stretch>
                <a:fillRect/>
              </a:stretch>
            </p:blipFill>
            <p:spPr>
              <a:xfrm>
                <a:off x="8558708" y="4951929"/>
                <a:ext cx="11592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41069" name="Ink 41068">
                <a:extLst>
                  <a:ext uri="{FF2B5EF4-FFF2-40B4-BE49-F238E27FC236}">
                    <a16:creationId xmlns:a16="http://schemas.microsoft.com/office/drawing/2014/main" id="{55845A17-B37B-5486-8978-F0AE52503D9D}"/>
                  </a:ext>
                </a:extLst>
              </p14:cNvPr>
              <p14:cNvContentPartPr/>
              <p14:nvPr/>
            </p14:nvContentPartPr>
            <p14:xfrm>
              <a:off x="8721788" y="4909089"/>
              <a:ext cx="106200" cy="128520"/>
            </p14:xfrm>
          </p:contentPart>
        </mc:Choice>
        <mc:Fallback>
          <p:pic>
            <p:nvPicPr>
              <p:cNvPr id="41069" name="Ink 41068">
                <a:extLst>
                  <a:ext uri="{FF2B5EF4-FFF2-40B4-BE49-F238E27FC236}">
                    <a16:creationId xmlns:a16="http://schemas.microsoft.com/office/drawing/2014/main" id="{55845A17-B37B-5486-8978-F0AE52503D9D}"/>
                  </a:ext>
                </a:extLst>
              </p:cNvPr>
              <p:cNvPicPr/>
              <p:nvPr/>
            </p:nvPicPr>
            <p:blipFill>
              <a:blip r:embed="rId242"/>
              <a:stretch>
                <a:fillRect/>
              </a:stretch>
            </p:blipFill>
            <p:spPr>
              <a:xfrm>
                <a:off x="8715668" y="4902969"/>
                <a:ext cx="11844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41070" name="Ink 41069">
                <a:extLst>
                  <a:ext uri="{FF2B5EF4-FFF2-40B4-BE49-F238E27FC236}">
                    <a16:creationId xmlns:a16="http://schemas.microsoft.com/office/drawing/2014/main" id="{421A85B4-D70F-A6CF-0A6D-F89543D64B0C}"/>
                  </a:ext>
                </a:extLst>
              </p14:cNvPr>
              <p14:cNvContentPartPr/>
              <p14:nvPr/>
            </p14:nvContentPartPr>
            <p14:xfrm>
              <a:off x="8740148" y="4932129"/>
              <a:ext cx="63720" cy="124200"/>
            </p14:xfrm>
          </p:contentPart>
        </mc:Choice>
        <mc:Fallback>
          <p:pic>
            <p:nvPicPr>
              <p:cNvPr id="41070" name="Ink 41069">
                <a:extLst>
                  <a:ext uri="{FF2B5EF4-FFF2-40B4-BE49-F238E27FC236}">
                    <a16:creationId xmlns:a16="http://schemas.microsoft.com/office/drawing/2014/main" id="{421A85B4-D70F-A6CF-0A6D-F89543D64B0C}"/>
                  </a:ext>
                </a:extLst>
              </p:cNvPr>
              <p:cNvPicPr/>
              <p:nvPr/>
            </p:nvPicPr>
            <p:blipFill>
              <a:blip r:embed="rId244"/>
              <a:stretch>
                <a:fillRect/>
              </a:stretch>
            </p:blipFill>
            <p:spPr>
              <a:xfrm>
                <a:off x="8734028" y="4926009"/>
                <a:ext cx="7596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41071" name="Ink 41070">
                <a:extLst>
                  <a:ext uri="{FF2B5EF4-FFF2-40B4-BE49-F238E27FC236}">
                    <a16:creationId xmlns:a16="http://schemas.microsoft.com/office/drawing/2014/main" id="{EC388306-A08C-6463-0D62-37F52147EBA2}"/>
                  </a:ext>
                </a:extLst>
              </p14:cNvPr>
              <p14:cNvContentPartPr/>
              <p14:nvPr/>
            </p14:nvContentPartPr>
            <p14:xfrm>
              <a:off x="8845268" y="5016729"/>
              <a:ext cx="122760" cy="84600"/>
            </p14:xfrm>
          </p:contentPart>
        </mc:Choice>
        <mc:Fallback>
          <p:pic>
            <p:nvPicPr>
              <p:cNvPr id="41071" name="Ink 41070">
                <a:extLst>
                  <a:ext uri="{FF2B5EF4-FFF2-40B4-BE49-F238E27FC236}">
                    <a16:creationId xmlns:a16="http://schemas.microsoft.com/office/drawing/2014/main" id="{EC388306-A08C-6463-0D62-37F52147EBA2}"/>
                  </a:ext>
                </a:extLst>
              </p:cNvPr>
              <p:cNvPicPr/>
              <p:nvPr/>
            </p:nvPicPr>
            <p:blipFill>
              <a:blip r:embed="rId246"/>
              <a:stretch>
                <a:fillRect/>
              </a:stretch>
            </p:blipFill>
            <p:spPr>
              <a:xfrm>
                <a:off x="8839148" y="5010609"/>
                <a:ext cx="13500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41072" name="Ink 41071">
                <a:extLst>
                  <a:ext uri="{FF2B5EF4-FFF2-40B4-BE49-F238E27FC236}">
                    <a16:creationId xmlns:a16="http://schemas.microsoft.com/office/drawing/2014/main" id="{2256F0AC-7163-E026-39FF-7AD31DC86D4E}"/>
                  </a:ext>
                </a:extLst>
              </p14:cNvPr>
              <p14:cNvContentPartPr/>
              <p14:nvPr/>
            </p14:nvContentPartPr>
            <p14:xfrm>
              <a:off x="8818268" y="4760049"/>
              <a:ext cx="99360" cy="109800"/>
            </p14:xfrm>
          </p:contentPart>
        </mc:Choice>
        <mc:Fallback>
          <p:pic>
            <p:nvPicPr>
              <p:cNvPr id="41072" name="Ink 41071">
                <a:extLst>
                  <a:ext uri="{FF2B5EF4-FFF2-40B4-BE49-F238E27FC236}">
                    <a16:creationId xmlns:a16="http://schemas.microsoft.com/office/drawing/2014/main" id="{2256F0AC-7163-E026-39FF-7AD31DC86D4E}"/>
                  </a:ext>
                </a:extLst>
              </p:cNvPr>
              <p:cNvPicPr/>
              <p:nvPr/>
            </p:nvPicPr>
            <p:blipFill>
              <a:blip r:embed="rId248"/>
              <a:stretch>
                <a:fillRect/>
              </a:stretch>
            </p:blipFill>
            <p:spPr>
              <a:xfrm>
                <a:off x="8812148" y="4753929"/>
                <a:ext cx="11160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41073" name="Ink 41072">
                <a:extLst>
                  <a:ext uri="{FF2B5EF4-FFF2-40B4-BE49-F238E27FC236}">
                    <a16:creationId xmlns:a16="http://schemas.microsoft.com/office/drawing/2014/main" id="{44E467D0-3B80-B531-0AF4-61D5C8B90522}"/>
                  </a:ext>
                </a:extLst>
              </p14:cNvPr>
              <p14:cNvContentPartPr/>
              <p14:nvPr/>
            </p14:nvContentPartPr>
            <p14:xfrm>
              <a:off x="8817548" y="4777689"/>
              <a:ext cx="94320" cy="91440"/>
            </p14:xfrm>
          </p:contentPart>
        </mc:Choice>
        <mc:Fallback>
          <p:pic>
            <p:nvPicPr>
              <p:cNvPr id="41073" name="Ink 41072">
                <a:extLst>
                  <a:ext uri="{FF2B5EF4-FFF2-40B4-BE49-F238E27FC236}">
                    <a16:creationId xmlns:a16="http://schemas.microsoft.com/office/drawing/2014/main" id="{44E467D0-3B80-B531-0AF4-61D5C8B90522}"/>
                  </a:ext>
                </a:extLst>
              </p:cNvPr>
              <p:cNvPicPr/>
              <p:nvPr/>
            </p:nvPicPr>
            <p:blipFill>
              <a:blip r:embed="rId250"/>
              <a:stretch>
                <a:fillRect/>
              </a:stretch>
            </p:blipFill>
            <p:spPr>
              <a:xfrm>
                <a:off x="8811428" y="4771569"/>
                <a:ext cx="10656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41074" name="Ink 41073">
                <a:extLst>
                  <a:ext uri="{FF2B5EF4-FFF2-40B4-BE49-F238E27FC236}">
                    <a16:creationId xmlns:a16="http://schemas.microsoft.com/office/drawing/2014/main" id="{C0474470-C876-7A80-0E4C-918540607501}"/>
                  </a:ext>
                </a:extLst>
              </p14:cNvPr>
              <p14:cNvContentPartPr/>
              <p14:nvPr/>
            </p14:nvContentPartPr>
            <p14:xfrm>
              <a:off x="8798108" y="4821609"/>
              <a:ext cx="118440" cy="16920"/>
            </p14:xfrm>
          </p:contentPart>
        </mc:Choice>
        <mc:Fallback>
          <p:pic>
            <p:nvPicPr>
              <p:cNvPr id="41074" name="Ink 41073">
                <a:extLst>
                  <a:ext uri="{FF2B5EF4-FFF2-40B4-BE49-F238E27FC236}">
                    <a16:creationId xmlns:a16="http://schemas.microsoft.com/office/drawing/2014/main" id="{C0474470-C876-7A80-0E4C-918540607501}"/>
                  </a:ext>
                </a:extLst>
              </p:cNvPr>
              <p:cNvPicPr/>
              <p:nvPr/>
            </p:nvPicPr>
            <p:blipFill>
              <a:blip r:embed="rId252"/>
              <a:stretch>
                <a:fillRect/>
              </a:stretch>
            </p:blipFill>
            <p:spPr>
              <a:xfrm>
                <a:off x="8791988" y="4815489"/>
                <a:ext cx="1306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41075" name="Ink 41074">
                <a:extLst>
                  <a:ext uri="{FF2B5EF4-FFF2-40B4-BE49-F238E27FC236}">
                    <a16:creationId xmlns:a16="http://schemas.microsoft.com/office/drawing/2014/main" id="{4CA9A321-AAEB-18BF-3C31-29D117A3A16A}"/>
                  </a:ext>
                </a:extLst>
              </p14:cNvPr>
              <p14:cNvContentPartPr/>
              <p14:nvPr/>
            </p14:nvContentPartPr>
            <p14:xfrm>
              <a:off x="8900348" y="4780209"/>
              <a:ext cx="9360" cy="115200"/>
            </p14:xfrm>
          </p:contentPart>
        </mc:Choice>
        <mc:Fallback>
          <p:pic>
            <p:nvPicPr>
              <p:cNvPr id="41075" name="Ink 41074">
                <a:extLst>
                  <a:ext uri="{FF2B5EF4-FFF2-40B4-BE49-F238E27FC236}">
                    <a16:creationId xmlns:a16="http://schemas.microsoft.com/office/drawing/2014/main" id="{4CA9A321-AAEB-18BF-3C31-29D117A3A16A}"/>
                  </a:ext>
                </a:extLst>
              </p:cNvPr>
              <p:cNvPicPr/>
              <p:nvPr/>
            </p:nvPicPr>
            <p:blipFill>
              <a:blip r:embed="rId254"/>
              <a:stretch>
                <a:fillRect/>
              </a:stretch>
            </p:blipFill>
            <p:spPr>
              <a:xfrm>
                <a:off x="8894228" y="4774089"/>
                <a:ext cx="21600" cy="127440"/>
              </a:xfrm>
              <a:prstGeom prst="rect">
                <a:avLst/>
              </a:prstGeom>
            </p:spPr>
          </p:pic>
        </mc:Fallback>
      </mc:AlternateContent>
      <p:grpSp>
        <p:nvGrpSpPr>
          <p:cNvPr id="41089" name="Group 41088">
            <a:extLst>
              <a:ext uri="{FF2B5EF4-FFF2-40B4-BE49-F238E27FC236}">
                <a16:creationId xmlns:a16="http://schemas.microsoft.com/office/drawing/2014/main" id="{14117C7F-6206-3C57-00BF-0D84A8C3B348}"/>
              </a:ext>
            </a:extLst>
          </p:cNvPr>
          <p:cNvGrpSpPr/>
          <p:nvPr/>
        </p:nvGrpSpPr>
        <p:grpSpPr>
          <a:xfrm>
            <a:off x="6950228" y="4892889"/>
            <a:ext cx="997920" cy="283320"/>
            <a:chOff x="6950228" y="4892889"/>
            <a:chExt cx="997920" cy="283320"/>
          </a:xfrm>
        </p:grpSpPr>
        <mc:AlternateContent xmlns:mc="http://schemas.openxmlformats.org/markup-compatibility/2006">
          <mc:Choice xmlns:p14="http://schemas.microsoft.com/office/powerpoint/2010/main" Requires="p14">
            <p:contentPart p14:bwMode="auto" r:id="rId255">
              <p14:nvContentPartPr>
                <p14:cNvPr id="41051" name="Ink 41050">
                  <a:extLst>
                    <a:ext uri="{FF2B5EF4-FFF2-40B4-BE49-F238E27FC236}">
                      <a16:creationId xmlns:a16="http://schemas.microsoft.com/office/drawing/2014/main" id="{FE07293F-8A24-AFFA-ED0D-E2E37C353222}"/>
                    </a:ext>
                  </a:extLst>
                </p14:cNvPr>
                <p14:cNvContentPartPr/>
                <p14:nvPr/>
              </p14:nvContentPartPr>
              <p14:xfrm>
                <a:off x="6950228" y="4986234"/>
                <a:ext cx="118440" cy="173520"/>
              </p14:xfrm>
            </p:contentPart>
          </mc:Choice>
          <mc:Fallback>
            <p:pic>
              <p:nvPicPr>
                <p:cNvPr id="41051" name="Ink 41050">
                  <a:extLst>
                    <a:ext uri="{FF2B5EF4-FFF2-40B4-BE49-F238E27FC236}">
                      <a16:creationId xmlns:a16="http://schemas.microsoft.com/office/drawing/2014/main" id="{FE07293F-8A24-AFFA-ED0D-E2E37C353222}"/>
                    </a:ext>
                  </a:extLst>
                </p:cNvPr>
                <p:cNvPicPr/>
                <p:nvPr/>
              </p:nvPicPr>
              <p:blipFill>
                <a:blip r:embed="rId256"/>
                <a:stretch>
                  <a:fillRect/>
                </a:stretch>
              </p:blipFill>
              <p:spPr>
                <a:xfrm>
                  <a:off x="6944108" y="4980114"/>
                  <a:ext cx="13068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41052" name="Ink 41051">
                  <a:extLst>
                    <a:ext uri="{FF2B5EF4-FFF2-40B4-BE49-F238E27FC236}">
                      <a16:creationId xmlns:a16="http://schemas.microsoft.com/office/drawing/2014/main" id="{E78A4642-80F7-DB6B-3CFE-E9DE411481AF}"/>
                    </a:ext>
                  </a:extLst>
                </p14:cNvPr>
                <p14:cNvContentPartPr/>
                <p14:nvPr/>
              </p14:nvContentPartPr>
              <p14:xfrm>
                <a:off x="7118708" y="5106729"/>
                <a:ext cx="146160" cy="7920"/>
              </p14:xfrm>
            </p:contentPart>
          </mc:Choice>
          <mc:Fallback>
            <p:pic>
              <p:nvPicPr>
                <p:cNvPr id="41052" name="Ink 41051">
                  <a:extLst>
                    <a:ext uri="{FF2B5EF4-FFF2-40B4-BE49-F238E27FC236}">
                      <a16:creationId xmlns:a16="http://schemas.microsoft.com/office/drawing/2014/main" id="{E78A4642-80F7-DB6B-3CFE-E9DE411481AF}"/>
                    </a:ext>
                  </a:extLst>
                </p:cNvPr>
                <p:cNvPicPr/>
                <p:nvPr/>
              </p:nvPicPr>
              <p:blipFill>
                <a:blip r:embed="rId258"/>
                <a:stretch>
                  <a:fillRect/>
                </a:stretch>
              </p:blipFill>
              <p:spPr>
                <a:xfrm>
                  <a:off x="7112588" y="5100609"/>
                  <a:ext cx="15840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41053" name="Ink 41052">
                  <a:extLst>
                    <a:ext uri="{FF2B5EF4-FFF2-40B4-BE49-F238E27FC236}">
                      <a16:creationId xmlns:a16="http://schemas.microsoft.com/office/drawing/2014/main" id="{495675EE-0864-6F00-708E-8A9A6389BEAC}"/>
                    </a:ext>
                  </a:extLst>
                </p14:cNvPr>
                <p14:cNvContentPartPr/>
                <p14:nvPr/>
              </p14:nvContentPartPr>
              <p14:xfrm>
                <a:off x="7189268" y="5061369"/>
                <a:ext cx="6840" cy="114840"/>
              </p14:xfrm>
            </p:contentPart>
          </mc:Choice>
          <mc:Fallback>
            <p:pic>
              <p:nvPicPr>
                <p:cNvPr id="41053" name="Ink 41052">
                  <a:extLst>
                    <a:ext uri="{FF2B5EF4-FFF2-40B4-BE49-F238E27FC236}">
                      <a16:creationId xmlns:a16="http://schemas.microsoft.com/office/drawing/2014/main" id="{495675EE-0864-6F00-708E-8A9A6389BEAC}"/>
                    </a:ext>
                  </a:extLst>
                </p:cNvPr>
                <p:cNvPicPr/>
                <p:nvPr/>
              </p:nvPicPr>
              <p:blipFill>
                <a:blip r:embed="rId260"/>
                <a:stretch>
                  <a:fillRect/>
                </a:stretch>
              </p:blipFill>
              <p:spPr>
                <a:xfrm>
                  <a:off x="7183148" y="5055249"/>
                  <a:ext cx="1908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41056" name="Ink 41055">
                  <a:extLst>
                    <a:ext uri="{FF2B5EF4-FFF2-40B4-BE49-F238E27FC236}">
                      <a16:creationId xmlns:a16="http://schemas.microsoft.com/office/drawing/2014/main" id="{D4D36EF8-DADE-E243-0B6C-868C46ED81B7}"/>
                    </a:ext>
                  </a:extLst>
                </p14:cNvPr>
                <p14:cNvContentPartPr/>
                <p14:nvPr/>
              </p14:nvContentPartPr>
              <p14:xfrm>
                <a:off x="7547468" y="5078649"/>
                <a:ext cx="360" cy="360"/>
              </p14:xfrm>
            </p:contentPart>
          </mc:Choice>
          <mc:Fallback>
            <p:pic>
              <p:nvPicPr>
                <p:cNvPr id="41056" name="Ink 41055">
                  <a:extLst>
                    <a:ext uri="{FF2B5EF4-FFF2-40B4-BE49-F238E27FC236}">
                      <a16:creationId xmlns:a16="http://schemas.microsoft.com/office/drawing/2014/main" id="{D4D36EF8-DADE-E243-0B6C-868C46ED81B7}"/>
                    </a:ext>
                  </a:extLst>
                </p:cNvPr>
                <p:cNvPicPr/>
                <p:nvPr/>
              </p:nvPicPr>
              <p:blipFill>
                <a:blip r:embed="rId27"/>
                <a:stretch>
                  <a:fillRect/>
                </a:stretch>
              </p:blipFill>
              <p:spPr>
                <a:xfrm>
                  <a:off x="7541348" y="5072529"/>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41079" name="Ink 41078">
                  <a:extLst>
                    <a:ext uri="{FF2B5EF4-FFF2-40B4-BE49-F238E27FC236}">
                      <a16:creationId xmlns:a16="http://schemas.microsoft.com/office/drawing/2014/main" id="{0FD45DFB-42E4-A387-B5C0-486011EE6C37}"/>
                    </a:ext>
                  </a:extLst>
                </p14:cNvPr>
                <p14:cNvContentPartPr/>
                <p14:nvPr/>
              </p14:nvContentPartPr>
              <p14:xfrm>
                <a:off x="7406708" y="4978569"/>
                <a:ext cx="93960" cy="178560"/>
              </p14:xfrm>
            </p:contentPart>
          </mc:Choice>
          <mc:Fallback>
            <p:pic>
              <p:nvPicPr>
                <p:cNvPr id="41079" name="Ink 41078">
                  <a:extLst>
                    <a:ext uri="{FF2B5EF4-FFF2-40B4-BE49-F238E27FC236}">
                      <a16:creationId xmlns:a16="http://schemas.microsoft.com/office/drawing/2014/main" id="{0FD45DFB-42E4-A387-B5C0-486011EE6C37}"/>
                    </a:ext>
                  </a:extLst>
                </p:cNvPr>
                <p:cNvPicPr/>
                <p:nvPr/>
              </p:nvPicPr>
              <p:blipFill>
                <a:blip r:embed="rId263"/>
                <a:stretch>
                  <a:fillRect/>
                </a:stretch>
              </p:blipFill>
              <p:spPr>
                <a:xfrm>
                  <a:off x="7400588" y="4972449"/>
                  <a:ext cx="10620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41080" name="Ink 41079">
                  <a:extLst>
                    <a:ext uri="{FF2B5EF4-FFF2-40B4-BE49-F238E27FC236}">
                      <a16:creationId xmlns:a16="http://schemas.microsoft.com/office/drawing/2014/main" id="{ED6E1E69-84DA-500A-017B-3BDA52F1E8F0}"/>
                    </a:ext>
                  </a:extLst>
                </p14:cNvPr>
                <p14:cNvContentPartPr/>
                <p14:nvPr/>
              </p14:nvContentPartPr>
              <p14:xfrm>
                <a:off x="7531628" y="5026449"/>
                <a:ext cx="82440" cy="110520"/>
              </p14:xfrm>
            </p:contentPart>
          </mc:Choice>
          <mc:Fallback>
            <p:pic>
              <p:nvPicPr>
                <p:cNvPr id="41080" name="Ink 41079">
                  <a:extLst>
                    <a:ext uri="{FF2B5EF4-FFF2-40B4-BE49-F238E27FC236}">
                      <a16:creationId xmlns:a16="http://schemas.microsoft.com/office/drawing/2014/main" id="{ED6E1E69-84DA-500A-017B-3BDA52F1E8F0}"/>
                    </a:ext>
                  </a:extLst>
                </p:cNvPr>
                <p:cNvPicPr/>
                <p:nvPr/>
              </p:nvPicPr>
              <p:blipFill>
                <a:blip r:embed="rId265"/>
                <a:stretch>
                  <a:fillRect/>
                </a:stretch>
              </p:blipFill>
              <p:spPr>
                <a:xfrm>
                  <a:off x="7525508" y="5020329"/>
                  <a:ext cx="9468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41081" name="Ink 41080">
                  <a:extLst>
                    <a:ext uri="{FF2B5EF4-FFF2-40B4-BE49-F238E27FC236}">
                      <a16:creationId xmlns:a16="http://schemas.microsoft.com/office/drawing/2014/main" id="{8DFAF25C-AEB4-7E6D-B8D3-EC1850D60994}"/>
                    </a:ext>
                  </a:extLst>
                </p14:cNvPr>
                <p14:cNvContentPartPr/>
                <p14:nvPr/>
              </p14:nvContentPartPr>
              <p14:xfrm>
                <a:off x="7706948" y="4975689"/>
                <a:ext cx="86400" cy="153360"/>
              </p14:xfrm>
            </p:contentPart>
          </mc:Choice>
          <mc:Fallback>
            <p:pic>
              <p:nvPicPr>
                <p:cNvPr id="41081" name="Ink 41080">
                  <a:extLst>
                    <a:ext uri="{FF2B5EF4-FFF2-40B4-BE49-F238E27FC236}">
                      <a16:creationId xmlns:a16="http://schemas.microsoft.com/office/drawing/2014/main" id="{8DFAF25C-AEB4-7E6D-B8D3-EC1850D60994}"/>
                    </a:ext>
                  </a:extLst>
                </p:cNvPr>
                <p:cNvPicPr/>
                <p:nvPr/>
              </p:nvPicPr>
              <p:blipFill>
                <a:blip r:embed="rId267"/>
                <a:stretch>
                  <a:fillRect/>
                </a:stretch>
              </p:blipFill>
              <p:spPr>
                <a:xfrm>
                  <a:off x="7700828" y="4969569"/>
                  <a:ext cx="9864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41082" name="Ink 41081">
                  <a:extLst>
                    <a:ext uri="{FF2B5EF4-FFF2-40B4-BE49-F238E27FC236}">
                      <a16:creationId xmlns:a16="http://schemas.microsoft.com/office/drawing/2014/main" id="{9B3561E0-5DAA-7067-369E-6DA587508E01}"/>
                    </a:ext>
                  </a:extLst>
                </p14:cNvPr>
                <p14:cNvContentPartPr/>
                <p14:nvPr/>
              </p14:nvContentPartPr>
              <p14:xfrm>
                <a:off x="7730348" y="4987209"/>
                <a:ext cx="64080" cy="132480"/>
              </p14:xfrm>
            </p:contentPart>
          </mc:Choice>
          <mc:Fallback>
            <p:pic>
              <p:nvPicPr>
                <p:cNvPr id="41082" name="Ink 41081">
                  <a:extLst>
                    <a:ext uri="{FF2B5EF4-FFF2-40B4-BE49-F238E27FC236}">
                      <a16:creationId xmlns:a16="http://schemas.microsoft.com/office/drawing/2014/main" id="{9B3561E0-5DAA-7067-369E-6DA587508E01}"/>
                    </a:ext>
                  </a:extLst>
                </p:cNvPr>
                <p:cNvPicPr/>
                <p:nvPr/>
              </p:nvPicPr>
              <p:blipFill>
                <a:blip r:embed="rId269"/>
                <a:stretch>
                  <a:fillRect/>
                </a:stretch>
              </p:blipFill>
              <p:spPr>
                <a:xfrm>
                  <a:off x="7724228" y="4981089"/>
                  <a:ext cx="7632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41084" name="Ink 41083">
                  <a:extLst>
                    <a:ext uri="{FF2B5EF4-FFF2-40B4-BE49-F238E27FC236}">
                      <a16:creationId xmlns:a16="http://schemas.microsoft.com/office/drawing/2014/main" id="{06199310-15F2-013C-1DD8-2ADE82361F97}"/>
                    </a:ext>
                  </a:extLst>
                </p14:cNvPr>
                <p14:cNvContentPartPr/>
                <p14:nvPr/>
              </p14:nvContentPartPr>
              <p14:xfrm>
                <a:off x="7831148" y="5099529"/>
                <a:ext cx="117000" cy="64440"/>
              </p14:xfrm>
            </p:contentPart>
          </mc:Choice>
          <mc:Fallback>
            <p:pic>
              <p:nvPicPr>
                <p:cNvPr id="41084" name="Ink 41083">
                  <a:extLst>
                    <a:ext uri="{FF2B5EF4-FFF2-40B4-BE49-F238E27FC236}">
                      <a16:creationId xmlns:a16="http://schemas.microsoft.com/office/drawing/2014/main" id="{06199310-15F2-013C-1DD8-2ADE82361F97}"/>
                    </a:ext>
                  </a:extLst>
                </p:cNvPr>
                <p:cNvPicPr/>
                <p:nvPr/>
              </p:nvPicPr>
              <p:blipFill>
                <a:blip r:embed="rId271"/>
                <a:stretch>
                  <a:fillRect/>
                </a:stretch>
              </p:blipFill>
              <p:spPr>
                <a:xfrm>
                  <a:off x="7825028" y="5093409"/>
                  <a:ext cx="12924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41085" name="Ink 41084">
                  <a:extLst>
                    <a:ext uri="{FF2B5EF4-FFF2-40B4-BE49-F238E27FC236}">
                      <a16:creationId xmlns:a16="http://schemas.microsoft.com/office/drawing/2014/main" id="{3AF4BBC1-7D1A-7835-BD06-2116BEBDE9B3}"/>
                    </a:ext>
                  </a:extLst>
                </p14:cNvPr>
                <p14:cNvContentPartPr/>
                <p14:nvPr/>
              </p14:nvContentPartPr>
              <p14:xfrm>
                <a:off x="7850588" y="4900449"/>
                <a:ext cx="85680" cy="48600"/>
              </p14:xfrm>
            </p:contentPart>
          </mc:Choice>
          <mc:Fallback>
            <p:pic>
              <p:nvPicPr>
                <p:cNvPr id="41085" name="Ink 41084">
                  <a:extLst>
                    <a:ext uri="{FF2B5EF4-FFF2-40B4-BE49-F238E27FC236}">
                      <a16:creationId xmlns:a16="http://schemas.microsoft.com/office/drawing/2014/main" id="{3AF4BBC1-7D1A-7835-BD06-2116BEBDE9B3}"/>
                    </a:ext>
                  </a:extLst>
                </p:cNvPr>
                <p:cNvPicPr/>
                <p:nvPr/>
              </p:nvPicPr>
              <p:blipFill>
                <a:blip r:embed="rId273"/>
                <a:stretch>
                  <a:fillRect/>
                </a:stretch>
              </p:blipFill>
              <p:spPr>
                <a:xfrm>
                  <a:off x="7844468" y="4894329"/>
                  <a:ext cx="9792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41086" name="Ink 41085">
                  <a:extLst>
                    <a:ext uri="{FF2B5EF4-FFF2-40B4-BE49-F238E27FC236}">
                      <a16:creationId xmlns:a16="http://schemas.microsoft.com/office/drawing/2014/main" id="{440CC5BB-3E66-B81E-6717-3267E9265A32}"/>
                    </a:ext>
                  </a:extLst>
                </p14:cNvPr>
                <p14:cNvContentPartPr/>
                <p14:nvPr/>
              </p14:nvContentPartPr>
              <p14:xfrm>
                <a:off x="7853828" y="4892889"/>
                <a:ext cx="68760" cy="86400"/>
              </p14:xfrm>
            </p:contentPart>
          </mc:Choice>
          <mc:Fallback>
            <p:pic>
              <p:nvPicPr>
                <p:cNvPr id="41086" name="Ink 41085">
                  <a:extLst>
                    <a:ext uri="{FF2B5EF4-FFF2-40B4-BE49-F238E27FC236}">
                      <a16:creationId xmlns:a16="http://schemas.microsoft.com/office/drawing/2014/main" id="{440CC5BB-3E66-B81E-6717-3267E9265A32}"/>
                    </a:ext>
                  </a:extLst>
                </p:cNvPr>
                <p:cNvPicPr/>
                <p:nvPr/>
              </p:nvPicPr>
              <p:blipFill>
                <a:blip r:embed="rId275"/>
                <a:stretch>
                  <a:fillRect/>
                </a:stretch>
              </p:blipFill>
              <p:spPr>
                <a:xfrm>
                  <a:off x="7847708" y="4886769"/>
                  <a:ext cx="8100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41087" name="Ink 41086">
                  <a:extLst>
                    <a:ext uri="{FF2B5EF4-FFF2-40B4-BE49-F238E27FC236}">
                      <a16:creationId xmlns:a16="http://schemas.microsoft.com/office/drawing/2014/main" id="{0A2E9FE6-85CC-623C-CF12-1E21BCBFDC7B}"/>
                    </a:ext>
                  </a:extLst>
                </p14:cNvPr>
                <p14:cNvContentPartPr/>
                <p14:nvPr/>
              </p14:nvContentPartPr>
              <p14:xfrm>
                <a:off x="7808108" y="4938249"/>
                <a:ext cx="114480" cy="25200"/>
              </p14:xfrm>
            </p:contentPart>
          </mc:Choice>
          <mc:Fallback>
            <p:pic>
              <p:nvPicPr>
                <p:cNvPr id="41087" name="Ink 41086">
                  <a:extLst>
                    <a:ext uri="{FF2B5EF4-FFF2-40B4-BE49-F238E27FC236}">
                      <a16:creationId xmlns:a16="http://schemas.microsoft.com/office/drawing/2014/main" id="{0A2E9FE6-85CC-623C-CF12-1E21BCBFDC7B}"/>
                    </a:ext>
                  </a:extLst>
                </p:cNvPr>
                <p:cNvPicPr/>
                <p:nvPr/>
              </p:nvPicPr>
              <p:blipFill>
                <a:blip r:embed="rId277"/>
                <a:stretch>
                  <a:fillRect/>
                </a:stretch>
              </p:blipFill>
              <p:spPr>
                <a:xfrm>
                  <a:off x="7801988" y="4932129"/>
                  <a:ext cx="12672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41088" name="Ink 41087">
                  <a:extLst>
                    <a:ext uri="{FF2B5EF4-FFF2-40B4-BE49-F238E27FC236}">
                      <a16:creationId xmlns:a16="http://schemas.microsoft.com/office/drawing/2014/main" id="{8305E8D0-C825-9243-1281-C8DF3B8C8A3C}"/>
                    </a:ext>
                  </a:extLst>
                </p14:cNvPr>
                <p14:cNvContentPartPr/>
                <p14:nvPr/>
              </p14:nvContentPartPr>
              <p14:xfrm>
                <a:off x="7890188" y="4895049"/>
                <a:ext cx="37440" cy="75240"/>
              </p14:xfrm>
            </p:contentPart>
          </mc:Choice>
          <mc:Fallback>
            <p:pic>
              <p:nvPicPr>
                <p:cNvPr id="41088" name="Ink 41087">
                  <a:extLst>
                    <a:ext uri="{FF2B5EF4-FFF2-40B4-BE49-F238E27FC236}">
                      <a16:creationId xmlns:a16="http://schemas.microsoft.com/office/drawing/2014/main" id="{8305E8D0-C825-9243-1281-C8DF3B8C8A3C}"/>
                    </a:ext>
                  </a:extLst>
                </p:cNvPr>
                <p:cNvPicPr/>
                <p:nvPr/>
              </p:nvPicPr>
              <p:blipFill>
                <a:blip r:embed="rId279"/>
                <a:stretch>
                  <a:fillRect/>
                </a:stretch>
              </p:blipFill>
              <p:spPr>
                <a:xfrm>
                  <a:off x="7884068" y="4888929"/>
                  <a:ext cx="49680" cy="87480"/>
                </a:xfrm>
                <a:prstGeom prst="rect">
                  <a:avLst/>
                </a:prstGeom>
              </p:spPr>
            </p:pic>
          </mc:Fallback>
        </mc:AlternateContent>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22403" y="123478"/>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Partial Regression Coefficients</a:t>
            </a:r>
          </a:p>
        </p:txBody>
      </p:sp>
      <p:sp>
        <p:nvSpPr>
          <p:cNvPr id="40963" name="TextBox 2"/>
          <p:cNvSpPr txBox="1">
            <a:spLocks noChangeArrowheads="1"/>
          </p:cNvSpPr>
          <p:nvPr/>
        </p:nvSpPr>
        <p:spPr bwMode="auto">
          <a:xfrm>
            <a:off x="542681" y="915566"/>
            <a:ext cx="8280722" cy="3785652"/>
          </a:xfrm>
          <a:prstGeom prst="rect">
            <a:avLst/>
          </a:prstGeom>
          <a:noFill/>
          <a:ln w="9525">
            <a:noFill/>
            <a:miter lim="800000"/>
            <a:headEnd/>
            <a:tailEnd/>
          </a:ln>
        </p:spPr>
        <p:txBody>
          <a:bodyPr wrap="square">
            <a:spAutoFit/>
          </a:bodyPr>
          <a:lstStyle/>
          <a:p>
            <a:pPr algn="ctr">
              <a:lnSpc>
                <a:spcPct val="200000"/>
              </a:lnSpc>
              <a:buClr>
                <a:srgbClr val="990000"/>
              </a:buClr>
            </a:pPr>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o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 </a:t>
            </a:r>
          </a:p>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1</a:t>
            </a:r>
            <a:r>
              <a:rPr lang="en-US" sz="2400" dirty="0">
                <a:solidFill>
                  <a:schemeClr val="bg1">
                    <a:lumMod val="95000"/>
                    <a:lumOff val="5000"/>
                  </a:schemeClr>
                </a:solidFill>
                <a:latin typeface="Arial" pitchFamily="34" charset="0"/>
                <a:cs typeface="Arial" pitchFamily="34" charset="0"/>
                <a:sym typeface="Symbol"/>
              </a:rPr>
              <a:t> and </a:t>
            </a:r>
            <a:r>
              <a:rPr lang="en-US" sz="2400" baseline="-25000" dirty="0">
                <a:solidFill>
                  <a:schemeClr val="bg1">
                    <a:lumMod val="95000"/>
                    <a:lumOff val="5000"/>
                  </a:schemeClr>
                </a:solidFill>
                <a:latin typeface="Arial" pitchFamily="34" charset="0"/>
                <a:cs typeface="Arial" pitchFamily="34" charset="0"/>
                <a:sym typeface="Symbol"/>
              </a:rPr>
              <a:t>2 </a:t>
            </a:r>
            <a:r>
              <a:rPr lang="en-US" sz="2400" dirty="0">
                <a:solidFill>
                  <a:schemeClr val="bg1">
                    <a:lumMod val="95000"/>
                    <a:lumOff val="5000"/>
                  </a:schemeClr>
                </a:solidFill>
                <a:latin typeface="Arial" pitchFamily="34" charset="0"/>
                <a:cs typeface="Arial" pitchFamily="34" charset="0"/>
                <a:sym typeface="Symbol"/>
              </a:rPr>
              <a:t>:  </a:t>
            </a:r>
            <a:r>
              <a:rPr lang="en-US" sz="2400" b="1" dirty="0">
                <a:solidFill>
                  <a:schemeClr val="bg1">
                    <a:lumMod val="95000"/>
                    <a:lumOff val="5000"/>
                  </a:schemeClr>
                </a:solidFill>
                <a:latin typeface="Arial" pitchFamily="34" charset="0"/>
                <a:cs typeface="Arial" pitchFamily="34" charset="0"/>
                <a:sym typeface="Symbol"/>
              </a:rPr>
              <a:t>partial regression coefficients </a:t>
            </a:r>
            <a:r>
              <a:rPr lang="en-US" sz="2400" dirty="0">
                <a:solidFill>
                  <a:schemeClr val="bg1">
                    <a:lumMod val="95000"/>
                    <a:lumOff val="5000"/>
                  </a:schemeClr>
                </a:solidFill>
                <a:latin typeface="Arial" pitchFamily="34" charset="0"/>
                <a:cs typeface="Arial" pitchFamily="34" charset="0"/>
                <a:sym typeface="Symbol"/>
              </a:rPr>
              <a:t>1</a:t>
            </a:r>
            <a:r>
              <a:rPr lang="en-US" sz="2400" b="1" dirty="0">
                <a:solidFill>
                  <a:schemeClr val="bg1">
                    <a:lumMod val="95000"/>
                    <a:lumOff val="5000"/>
                  </a:schemeClr>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and 2</a:t>
            </a:r>
          </a:p>
          <a:p>
            <a:pPr algn="just">
              <a:lnSpc>
                <a:spcPct val="200000"/>
              </a:lnSpc>
            </a:pPr>
            <a:r>
              <a:rPr lang="en-US" sz="2400" dirty="0">
                <a:solidFill>
                  <a:schemeClr val="bg1">
                    <a:lumMod val="95000"/>
                    <a:lumOff val="5000"/>
                  </a:schemeClr>
                </a:solidFill>
                <a:latin typeface="Arial" pitchFamily="34" charset="0"/>
                <a:cs typeface="Arial" pitchFamily="34" charset="0"/>
              </a:rPr>
              <a:t>The term </a:t>
            </a:r>
            <a:r>
              <a:rPr lang="en-US" sz="2400" b="1" dirty="0">
                <a:solidFill>
                  <a:srgbClr val="002060"/>
                </a:solidFill>
                <a:latin typeface="Arial" pitchFamily="34" charset="0"/>
                <a:cs typeface="Arial" pitchFamily="34" charset="0"/>
              </a:rPr>
              <a:t>partial</a:t>
            </a:r>
            <a:r>
              <a:rPr lang="en-US" sz="2400" dirty="0">
                <a:solidFill>
                  <a:schemeClr val="bg1">
                    <a:lumMod val="95000"/>
                    <a:lumOff val="5000"/>
                  </a:schemeClr>
                </a:solidFill>
                <a:latin typeface="Arial" pitchFamily="34" charset="0"/>
                <a:cs typeface="Arial" pitchFamily="34" charset="0"/>
              </a:rPr>
              <a:t> is used because </a:t>
            </a:r>
          </a:p>
          <a:p>
            <a:pPr algn="just">
              <a:lnSpc>
                <a:spcPct val="200000"/>
              </a:lnSpc>
            </a:pP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1 </a:t>
            </a:r>
            <a:r>
              <a:rPr lang="en-US" sz="2400" dirty="0">
                <a:solidFill>
                  <a:schemeClr val="bg1">
                    <a:lumMod val="95000"/>
                    <a:lumOff val="5000"/>
                  </a:schemeClr>
                </a:solidFill>
                <a:latin typeface="Arial" pitchFamily="34" charset="0"/>
                <a:cs typeface="Arial" pitchFamily="34" charset="0"/>
              </a:rPr>
              <a:t>refers to the change in the response Y due to a change only in X</a:t>
            </a:r>
            <a:r>
              <a:rPr lang="en-US" sz="2400" baseline="-25000" dirty="0">
                <a:solidFill>
                  <a:schemeClr val="bg1">
                    <a:lumMod val="95000"/>
                    <a:lumOff val="5000"/>
                  </a:schemeClr>
                </a:solidFill>
                <a:latin typeface="Arial" pitchFamily="34" charset="0"/>
                <a:cs typeface="Arial" pitchFamily="34" charset="0"/>
              </a:rPr>
              <a:t>1</a:t>
            </a:r>
            <a:r>
              <a:rPr lang="en-US" sz="2400" dirty="0">
                <a:solidFill>
                  <a:schemeClr val="bg1">
                    <a:lumMod val="95000"/>
                    <a:lumOff val="5000"/>
                  </a:schemeClr>
                </a:solidFill>
                <a:latin typeface="Arial" pitchFamily="34" charset="0"/>
                <a:cs typeface="Arial" pitchFamily="34" charset="0"/>
              </a:rPr>
              <a:t> with X</a:t>
            </a:r>
            <a:r>
              <a:rPr lang="en-US" sz="2400" baseline="-25000" dirty="0">
                <a:solidFill>
                  <a:schemeClr val="bg1">
                    <a:lumMod val="95000"/>
                    <a:lumOff val="5000"/>
                  </a:schemeClr>
                </a:solidFill>
                <a:latin typeface="Arial" pitchFamily="34" charset="0"/>
                <a:cs typeface="Arial" pitchFamily="34" charset="0"/>
              </a:rPr>
              <a:t>2</a:t>
            </a:r>
            <a:r>
              <a:rPr lang="en-US" sz="2400" dirty="0">
                <a:solidFill>
                  <a:schemeClr val="bg1">
                    <a:lumMod val="95000"/>
                    <a:lumOff val="5000"/>
                  </a:schemeClr>
                </a:solidFill>
                <a:latin typeface="Arial" pitchFamily="34" charset="0"/>
                <a:cs typeface="Arial" pitchFamily="34" charset="0"/>
              </a:rPr>
              <a:t> being kept constant.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D8A50E0-A5FF-455C-EAAA-22B89AC80C26}"/>
                  </a:ext>
                </a:extLst>
              </p14:cNvPr>
              <p14:cNvContentPartPr/>
              <p14:nvPr/>
            </p14:nvContentPartPr>
            <p14:xfrm>
              <a:off x="6953760" y="1251360"/>
              <a:ext cx="657360" cy="177120"/>
            </p14:xfrm>
          </p:contentPart>
        </mc:Choice>
        <mc:Fallback>
          <p:pic>
            <p:nvPicPr>
              <p:cNvPr id="2" name="Ink 1">
                <a:extLst>
                  <a:ext uri="{FF2B5EF4-FFF2-40B4-BE49-F238E27FC236}">
                    <a16:creationId xmlns:a16="http://schemas.microsoft.com/office/drawing/2014/main" id="{BD8A50E0-A5FF-455C-EAAA-22B89AC80C26}"/>
                  </a:ext>
                </a:extLst>
              </p:cNvPr>
              <p:cNvPicPr/>
              <p:nvPr/>
            </p:nvPicPr>
            <p:blipFill>
              <a:blip r:embed="rId3"/>
              <a:stretch>
                <a:fillRect/>
              </a:stretch>
            </p:blipFill>
            <p:spPr>
              <a:xfrm>
                <a:off x="6944400" y="1242000"/>
                <a:ext cx="676080" cy="195840"/>
              </a:xfrm>
              <a:prstGeom prst="rect">
                <a:avLst/>
              </a:prstGeom>
            </p:spPr>
          </p:pic>
        </mc:Fallback>
      </mc:AlternateContent>
    </p:spTree>
    <p:extLst>
      <p:ext uri="{BB962C8B-B14F-4D97-AF65-F5344CB8AC3E}">
        <p14:creationId xmlns:p14="http://schemas.microsoft.com/office/powerpoint/2010/main" val="2689670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 name="TextBox 26"/>
          <p:cNvSpPr txBox="1"/>
          <p:nvPr/>
        </p:nvSpPr>
        <p:spPr>
          <a:xfrm>
            <a:off x="7591799" y="4075845"/>
            <a:ext cx="543142" cy="461665"/>
          </a:xfrm>
          <a:prstGeom prst="rect">
            <a:avLst/>
          </a:prstGeom>
          <a:noFill/>
        </p:spPr>
        <p:txBody>
          <a:bodyPr wrap="square" rtlCol="0">
            <a:spAutoFit/>
          </a:bodyPr>
          <a:lstStyle/>
          <a:p>
            <a:r>
              <a:rPr lang="en-US" sz="2400" dirty="0">
                <a:solidFill>
                  <a:srgbClr val="002060"/>
                </a:solidFill>
                <a:latin typeface="Arial" pitchFamily="34" charset="0"/>
                <a:cs typeface="Arial" pitchFamily="34" charset="0"/>
              </a:rPr>
              <a:t>X</a:t>
            </a:r>
            <a:endParaRPr lang="en-IN" sz="2400" baseline="-25000" dirty="0">
              <a:solidFill>
                <a:srgbClr val="002060"/>
              </a:solidFill>
              <a:latin typeface="Arial" pitchFamily="34" charset="0"/>
              <a:cs typeface="Arial" pitchFamily="34" charset="0"/>
            </a:endParaRPr>
          </a:p>
        </p:txBody>
      </p:sp>
      <p:grpSp>
        <p:nvGrpSpPr>
          <p:cNvPr id="2" name="Group 1"/>
          <p:cNvGrpSpPr/>
          <p:nvPr/>
        </p:nvGrpSpPr>
        <p:grpSpPr>
          <a:xfrm>
            <a:off x="1150165" y="1059582"/>
            <a:ext cx="6984776" cy="3341985"/>
            <a:chOff x="1979712" y="525909"/>
            <a:chExt cx="6984776" cy="3341985"/>
          </a:xfrm>
        </p:grpSpPr>
        <p:pic>
          <p:nvPicPr>
            <p:cNvPr id="44" name="Picture 4"/>
            <p:cNvPicPr>
              <a:picLocks noChangeAspect="1" noChangeArrowheads="1"/>
            </p:cNvPicPr>
            <p:nvPr/>
          </p:nvPicPr>
          <p:blipFill>
            <a:blip r:embed="rId2" cstate="print"/>
            <a:srcRect/>
            <a:stretch>
              <a:fillRect/>
            </a:stretch>
          </p:blipFill>
          <p:spPr bwMode="auto">
            <a:xfrm rot="5400000">
              <a:off x="5113104" y="1850626"/>
              <a:ext cx="2014538" cy="1512570"/>
            </a:xfrm>
            <a:prstGeom prst="rect">
              <a:avLst/>
            </a:prstGeom>
            <a:noFill/>
            <a:ln w="9525">
              <a:noFill/>
              <a:miter lim="800000"/>
              <a:headEnd/>
              <a:tailEnd/>
            </a:ln>
          </p:spPr>
        </p:pic>
        <p:pic>
          <p:nvPicPr>
            <p:cNvPr id="32" name="Picture 4"/>
            <p:cNvPicPr>
              <a:picLocks noChangeAspect="1" noChangeArrowheads="1"/>
            </p:cNvPicPr>
            <p:nvPr/>
          </p:nvPicPr>
          <p:blipFill>
            <a:blip r:embed="rId2" cstate="print"/>
            <a:srcRect/>
            <a:stretch>
              <a:fillRect/>
            </a:stretch>
          </p:blipFill>
          <p:spPr bwMode="auto">
            <a:xfrm rot="5400000">
              <a:off x="2899310" y="861092"/>
              <a:ext cx="2014538" cy="1512570"/>
            </a:xfrm>
            <a:prstGeom prst="rect">
              <a:avLst/>
            </a:prstGeom>
            <a:noFill/>
            <a:ln w="9525">
              <a:noFill/>
              <a:miter lim="800000"/>
              <a:headEnd/>
              <a:tailEnd/>
            </a:ln>
          </p:spPr>
        </p:pic>
        <p:cxnSp>
          <p:nvCxnSpPr>
            <p:cNvPr id="5" name="Straight Arrow Connector 4"/>
            <p:cNvCxnSpPr/>
            <p:nvPr/>
          </p:nvCxnSpPr>
          <p:spPr>
            <a:xfrm flipV="1">
              <a:off x="2339752" y="765163"/>
              <a:ext cx="0" cy="304872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2339752" y="3813888"/>
              <a:ext cx="6336704" cy="5400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771800" y="1437624"/>
              <a:ext cx="5112568" cy="2268252"/>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508104" y="525909"/>
              <a:ext cx="3024336" cy="461665"/>
            </a:xfrm>
            <a:prstGeom prst="rect">
              <a:avLst/>
            </a:prstGeom>
            <a:noFill/>
          </p:spPr>
          <p:txBody>
            <a:bodyPr wrap="square" rtlCol="0">
              <a:spAutoFit/>
            </a:bodyPr>
            <a:lstStyle/>
            <a:p>
              <a:r>
                <a:rPr lang="en-US" sz="2400" dirty="0">
                  <a:solidFill>
                    <a:srgbClr val="002060"/>
                  </a:solidFill>
                  <a:latin typeface="Arial" pitchFamily="34" charset="0"/>
                  <a:cs typeface="Arial" pitchFamily="34" charset="0"/>
                </a:rPr>
                <a:t>N(</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0</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 </a:t>
              </a:r>
              <a:r>
                <a:rPr lang="en-US" sz="2400" baseline="30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a:t>
              </a:r>
              <a:endParaRPr lang="en-IN" sz="2400" baseline="-25000" dirty="0">
                <a:solidFill>
                  <a:srgbClr val="002060"/>
                </a:solidFill>
                <a:latin typeface="Arial" pitchFamily="34" charset="0"/>
                <a:cs typeface="Arial" pitchFamily="34" charset="0"/>
              </a:endParaRPr>
            </a:p>
          </p:txBody>
        </p:sp>
        <p:sp>
          <p:nvSpPr>
            <p:cNvPr id="33" name="Oval 32"/>
            <p:cNvSpPr/>
            <p:nvPr/>
          </p:nvSpPr>
          <p:spPr>
            <a:xfrm>
              <a:off x="3059832" y="1113588"/>
              <a:ext cx="216024" cy="16201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Connector 34"/>
            <p:cNvCxnSpPr/>
            <p:nvPr/>
          </p:nvCxnSpPr>
          <p:spPr>
            <a:xfrm flipH="1">
              <a:off x="3131840" y="1599642"/>
              <a:ext cx="1440160" cy="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5349098" y="2580786"/>
              <a:ext cx="1440160" cy="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5292080" y="2949792"/>
              <a:ext cx="216024" cy="16201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8" name="Straight Arrow Connector 47"/>
            <p:cNvCxnSpPr/>
            <p:nvPr/>
          </p:nvCxnSpPr>
          <p:spPr>
            <a:xfrm flipH="1">
              <a:off x="3707904" y="681540"/>
              <a:ext cx="1440160" cy="4860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5148064" y="681540"/>
              <a:ext cx="1152128" cy="16201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1979712" y="651923"/>
              <a:ext cx="648072" cy="461665"/>
            </a:xfrm>
            <a:prstGeom prst="rect">
              <a:avLst/>
            </a:prstGeom>
            <a:noFill/>
          </p:spPr>
          <p:txBody>
            <a:bodyPr wrap="square" rtlCol="0">
              <a:spAutoFit/>
            </a:bodyPr>
            <a:lstStyle/>
            <a:p>
              <a:r>
                <a:rPr lang="en-US" sz="2400" dirty="0">
                  <a:solidFill>
                    <a:srgbClr val="002060"/>
                  </a:solidFill>
                  <a:latin typeface="Arial" pitchFamily="34" charset="0"/>
                  <a:cs typeface="Arial" pitchFamily="34" charset="0"/>
                </a:rPr>
                <a:t>Y</a:t>
              </a:r>
              <a:endParaRPr lang="en-IN" sz="2400" baseline="-25000" dirty="0">
                <a:solidFill>
                  <a:srgbClr val="002060"/>
                </a:solidFill>
                <a:latin typeface="Arial" pitchFamily="34" charset="0"/>
                <a:cs typeface="Arial" pitchFamily="34" charset="0"/>
              </a:endParaRPr>
            </a:p>
          </p:txBody>
        </p:sp>
        <p:sp>
          <p:nvSpPr>
            <p:cNvPr id="53" name="TextBox 52"/>
            <p:cNvSpPr txBox="1"/>
            <p:nvPr/>
          </p:nvSpPr>
          <p:spPr>
            <a:xfrm>
              <a:off x="7196650" y="2604849"/>
              <a:ext cx="1767838" cy="830997"/>
            </a:xfrm>
            <a:prstGeom prst="rect">
              <a:avLst/>
            </a:prstGeom>
            <a:noFill/>
          </p:spPr>
          <p:txBody>
            <a:bodyPr wrap="square" rtlCol="0">
              <a:spAutoFit/>
            </a:bodyPr>
            <a:lstStyle/>
            <a:p>
              <a:r>
                <a:rPr lang="en-US" sz="2400" dirty="0">
                  <a:solidFill>
                    <a:srgbClr val="002060"/>
                  </a:solidFill>
                  <a:latin typeface="Arial" pitchFamily="34" charset="0"/>
                  <a:cs typeface="Arial" pitchFamily="34" charset="0"/>
                </a:rPr>
                <a:t>True line </a:t>
              </a:r>
            </a:p>
            <a:p>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0</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endParaRPr lang="en-IN" sz="2400" dirty="0">
                <a:solidFill>
                  <a:srgbClr val="002060"/>
                </a:solidFill>
                <a:latin typeface="Arial" pitchFamily="34" charset="0"/>
                <a:cs typeface="Arial" pitchFamily="34" charset="0"/>
              </a:endParaRPr>
            </a:p>
          </p:txBody>
        </p:sp>
      </p:grpSp>
      <p:sp>
        <p:nvSpPr>
          <p:cNvPr id="18" name="TextBox 1"/>
          <p:cNvSpPr txBox="1">
            <a:spLocks noChangeArrowheads="1"/>
          </p:cNvSpPr>
          <p:nvPr/>
        </p:nvSpPr>
        <p:spPr bwMode="auto">
          <a:xfrm>
            <a:off x="869250" y="137593"/>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Regression: Illustration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 name="TextBox 51"/>
          <p:cNvSpPr txBox="1"/>
          <p:nvPr/>
        </p:nvSpPr>
        <p:spPr>
          <a:xfrm>
            <a:off x="749769" y="915566"/>
            <a:ext cx="7776864" cy="3785652"/>
          </a:xfrm>
          <a:prstGeom prst="rect">
            <a:avLst/>
          </a:prstGeom>
          <a:noFill/>
        </p:spPr>
        <p:txBody>
          <a:bodyPr wrap="square" rtlCol="0">
            <a:spAutoFit/>
          </a:bodyPr>
          <a:lstStyle/>
          <a:p>
            <a:pPr marL="342900" indent="-342900" algn="just">
              <a:lnSpc>
                <a:spcPct val="200000"/>
              </a:lnSpc>
              <a:buClr>
                <a:srgbClr val="002060"/>
              </a:buClr>
              <a:buFont typeface="Wingdings" panose="05000000000000000000" pitchFamily="2" charset="2"/>
              <a:buChar char="v"/>
            </a:pPr>
            <a:r>
              <a:rPr lang="en-US" sz="2400" dirty="0">
                <a:solidFill>
                  <a:schemeClr val="bg1"/>
                </a:solidFill>
                <a:latin typeface="Arial" pitchFamily="34" charset="0"/>
                <a:cs typeface="Arial" pitchFamily="34" charset="0"/>
              </a:rPr>
              <a:t>Each response is assumed to belong to a normal distribution centered vertically at the coordinate given by the regression line.  </a:t>
            </a:r>
          </a:p>
          <a:p>
            <a:pPr marL="342900" indent="-342900" algn="just">
              <a:lnSpc>
                <a:spcPct val="200000"/>
              </a:lnSpc>
              <a:buClr>
                <a:srgbClr val="002060"/>
              </a:buClr>
              <a:buFont typeface="Wingdings" panose="05000000000000000000" pitchFamily="2" charset="2"/>
              <a:buChar char="v"/>
            </a:pPr>
            <a:r>
              <a:rPr lang="en-US" sz="2400" dirty="0">
                <a:solidFill>
                  <a:schemeClr val="bg1"/>
                </a:solidFill>
                <a:latin typeface="Arial" pitchFamily="34" charset="0"/>
                <a:cs typeface="Arial" pitchFamily="34" charset="0"/>
              </a:rPr>
              <a:t>The variances of all the normal distributions are assumed to be the same.  </a:t>
            </a:r>
            <a:endParaRPr lang="en-IN" sz="2400" dirty="0">
              <a:solidFill>
                <a:schemeClr val="bg1"/>
              </a:solidFill>
              <a:latin typeface="Arial" pitchFamily="34" charset="0"/>
              <a:cs typeface="Arial" pitchFamily="34" charset="0"/>
            </a:endParaRPr>
          </a:p>
        </p:txBody>
      </p:sp>
      <p:sp>
        <p:nvSpPr>
          <p:cNvPr id="3" name="TextBox 1"/>
          <p:cNvSpPr txBox="1">
            <a:spLocks noChangeArrowheads="1"/>
          </p:cNvSpPr>
          <p:nvPr/>
        </p:nvSpPr>
        <p:spPr bwMode="auto">
          <a:xfrm>
            <a:off x="899592" y="267494"/>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Partial Regression Coefficients</a:t>
            </a:r>
          </a:p>
        </p:txBody>
      </p:sp>
    </p:spTree>
    <p:extLst>
      <p:ext uri="{BB962C8B-B14F-4D97-AF65-F5344CB8AC3E}">
        <p14:creationId xmlns:p14="http://schemas.microsoft.com/office/powerpoint/2010/main" val="1126534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914400" y="402799"/>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Multiple Regression Model</a:t>
            </a:r>
          </a:p>
        </p:txBody>
      </p:sp>
      <p:sp>
        <p:nvSpPr>
          <p:cNvPr id="40963" name="TextBox 2"/>
          <p:cNvSpPr txBox="1">
            <a:spLocks noChangeArrowheads="1"/>
          </p:cNvSpPr>
          <p:nvPr/>
        </p:nvSpPr>
        <p:spPr bwMode="auto">
          <a:xfrm>
            <a:off x="534653" y="1059582"/>
            <a:ext cx="8136904" cy="3785652"/>
          </a:xfrm>
          <a:prstGeom prst="rect">
            <a:avLst/>
          </a:prstGeom>
          <a:noFill/>
          <a:ln w="9525">
            <a:noFill/>
            <a:miter lim="800000"/>
            <a:headEnd/>
            <a:tailEnd/>
          </a:ln>
        </p:spPr>
        <p:txBody>
          <a:bodyPr wrap="square">
            <a:spAutoFit/>
          </a:bodyPr>
          <a:lstStyle/>
          <a:p>
            <a:pPr algn="ctr">
              <a:lnSpc>
                <a:spcPct val="200000"/>
              </a:lnSpc>
              <a:buClr>
                <a:srgbClr val="990000"/>
              </a:buClr>
            </a:pPr>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o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 </a:t>
            </a:r>
            <a:r>
              <a:rPr lang="en-US" sz="2400" baseline="-25000" dirty="0" err="1">
                <a:solidFill>
                  <a:srgbClr val="002060"/>
                </a:solidFill>
                <a:latin typeface="Arial" pitchFamily="34" charset="0"/>
                <a:cs typeface="Arial" pitchFamily="34" charset="0"/>
                <a:sym typeface="Symbol"/>
              </a:rPr>
              <a:t>k</a:t>
            </a:r>
            <a:r>
              <a:rPr lang="en-US" sz="2400" dirty="0" err="1">
                <a:solidFill>
                  <a:srgbClr val="002060"/>
                </a:solidFill>
                <a:latin typeface="Arial" pitchFamily="34" charset="0"/>
                <a:cs typeface="Arial" pitchFamily="34" charset="0"/>
                <a:sym typeface="Symbol"/>
              </a:rPr>
              <a:t>X</a:t>
            </a:r>
            <a:r>
              <a:rPr lang="en-US" sz="2400" baseline="-25000" dirty="0" err="1">
                <a:solidFill>
                  <a:srgbClr val="002060"/>
                </a:solidFill>
                <a:latin typeface="Arial" pitchFamily="34" charset="0"/>
                <a:cs typeface="Arial" pitchFamily="34" charset="0"/>
                <a:sym typeface="Symbol"/>
              </a:rPr>
              <a:t>k</a:t>
            </a:r>
            <a:r>
              <a:rPr lang="en-US" sz="2400" baseline="-25000" dirty="0">
                <a:solidFill>
                  <a:srgbClr val="002060"/>
                </a:solidFill>
                <a:latin typeface="Arial" pitchFamily="34" charset="0"/>
                <a:cs typeface="Arial" pitchFamily="34" charset="0"/>
                <a:sym typeface="Symbol"/>
              </a:rPr>
              <a:t> </a:t>
            </a:r>
            <a:r>
              <a:rPr lang="en-US" sz="2400" dirty="0">
                <a:solidFill>
                  <a:srgbClr val="002060"/>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a:t>
            </a:r>
          </a:p>
          <a:p>
            <a:pPr algn="just">
              <a:lnSpc>
                <a:spcPct val="200000"/>
              </a:lnSpc>
            </a:pPr>
            <a:r>
              <a:rPr lang="en-US" sz="2400" dirty="0">
                <a:solidFill>
                  <a:schemeClr val="bg1">
                    <a:lumMod val="95000"/>
                    <a:lumOff val="5000"/>
                  </a:schemeClr>
                </a:solidFill>
                <a:latin typeface="Arial" pitchFamily="34" charset="0"/>
                <a:cs typeface="Arial" pitchFamily="34" charset="0"/>
              </a:rPr>
              <a:t>This is a multiple regression model with </a:t>
            </a:r>
            <a:r>
              <a:rPr lang="en-US" sz="2400" b="1" dirty="0">
                <a:solidFill>
                  <a:srgbClr val="002060"/>
                </a:solidFill>
                <a:latin typeface="Arial" pitchFamily="34" charset="0"/>
                <a:cs typeface="Arial" pitchFamily="34" charset="0"/>
              </a:rPr>
              <a:t>k </a:t>
            </a:r>
            <a:r>
              <a:rPr lang="en-US" sz="2400" b="1" dirty="0" err="1">
                <a:solidFill>
                  <a:srgbClr val="002060"/>
                </a:solidFill>
                <a:latin typeface="Arial" pitchFamily="34" charset="0"/>
                <a:cs typeface="Arial" pitchFamily="34" charset="0"/>
              </a:rPr>
              <a:t>regressor</a:t>
            </a:r>
            <a:r>
              <a:rPr lang="en-US" sz="2400" b="1" dirty="0">
                <a:solidFill>
                  <a:srgbClr val="002060"/>
                </a:solidFill>
                <a:latin typeface="Arial" pitchFamily="34" charset="0"/>
                <a:cs typeface="Arial" pitchFamily="34" charset="0"/>
              </a:rPr>
              <a:t> variables (X</a:t>
            </a:r>
            <a:r>
              <a:rPr lang="en-US" sz="2400" b="1" baseline="-25000" dirty="0">
                <a:solidFill>
                  <a:srgbClr val="002060"/>
                </a:solidFill>
                <a:latin typeface="Arial" pitchFamily="34" charset="0"/>
                <a:cs typeface="Arial" pitchFamily="34" charset="0"/>
              </a:rPr>
              <a:t>1</a:t>
            </a:r>
            <a:r>
              <a:rPr lang="en-US" sz="2400" b="1" dirty="0">
                <a:solidFill>
                  <a:srgbClr val="002060"/>
                </a:solidFill>
                <a:latin typeface="Arial" pitchFamily="34" charset="0"/>
                <a:cs typeface="Arial" pitchFamily="34" charset="0"/>
              </a:rPr>
              <a:t>, X</a:t>
            </a:r>
            <a:r>
              <a:rPr lang="en-US" sz="2400" b="1" baseline="-25000" dirty="0">
                <a:solidFill>
                  <a:srgbClr val="002060"/>
                </a:solidFill>
                <a:latin typeface="Arial" pitchFamily="34" charset="0"/>
                <a:cs typeface="Arial" pitchFamily="34" charset="0"/>
              </a:rPr>
              <a:t>2</a:t>
            </a:r>
            <a:r>
              <a:rPr lang="en-US" sz="2400" b="1" dirty="0">
                <a:solidFill>
                  <a:srgbClr val="002060"/>
                </a:solidFill>
                <a:latin typeface="Arial" pitchFamily="34" charset="0"/>
                <a:cs typeface="Arial" pitchFamily="34" charset="0"/>
              </a:rPr>
              <a:t>, …, </a:t>
            </a:r>
            <a:r>
              <a:rPr lang="en-US" sz="2400" b="1" dirty="0" err="1">
                <a:solidFill>
                  <a:srgbClr val="002060"/>
                </a:solidFill>
                <a:latin typeface="Arial" pitchFamily="34" charset="0"/>
                <a:cs typeface="Arial" pitchFamily="34" charset="0"/>
              </a:rPr>
              <a:t>X</a:t>
            </a:r>
            <a:r>
              <a:rPr lang="en-US" sz="2400" b="1" baseline="-25000" dirty="0" err="1">
                <a:solidFill>
                  <a:srgbClr val="002060"/>
                </a:solidFill>
                <a:latin typeface="Arial" pitchFamily="34" charset="0"/>
                <a:cs typeface="Arial" pitchFamily="34" charset="0"/>
              </a:rPr>
              <a:t>k</a:t>
            </a:r>
            <a:r>
              <a:rPr lang="en-US" sz="2400" b="1" dirty="0">
                <a:solidFill>
                  <a:srgbClr val="002060"/>
                </a:solidFill>
                <a:latin typeface="Arial" pitchFamily="34" charset="0"/>
                <a:cs typeface="Arial" pitchFamily="34" charset="0"/>
              </a:rPr>
              <a:t>)</a:t>
            </a:r>
            <a:r>
              <a:rPr lang="en-US" sz="2400" dirty="0">
                <a:solidFill>
                  <a:srgbClr val="002060"/>
                </a:solidFill>
                <a:latin typeface="Arial" pitchFamily="34" charset="0"/>
                <a:cs typeface="Arial" pitchFamily="34" charset="0"/>
              </a:rPr>
              <a:t>.  </a:t>
            </a:r>
          </a:p>
          <a:p>
            <a:pPr algn="just">
              <a:lnSpc>
                <a:spcPct val="200000"/>
              </a:lnSpc>
            </a:pPr>
            <a:r>
              <a:rPr lang="en-US" sz="2400" dirty="0">
                <a:solidFill>
                  <a:schemeClr val="bg1">
                    <a:lumMod val="95000"/>
                    <a:lumOff val="5000"/>
                  </a:schemeClr>
                </a:solidFill>
                <a:latin typeface="Arial" pitchFamily="34" charset="0"/>
                <a:cs typeface="Arial" pitchFamily="34" charset="0"/>
              </a:rPr>
              <a:t>The parameters </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o</a:t>
            </a:r>
            <a:r>
              <a:rPr lang="en-US" sz="2400" dirty="0">
                <a:solidFill>
                  <a:schemeClr val="bg1">
                    <a:lumMod val="95000"/>
                    <a:lumOff val="5000"/>
                  </a:schemeClr>
                </a:solidFill>
                <a:latin typeface="Arial" pitchFamily="34" charset="0"/>
                <a:cs typeface="Arial" pitchFamily="34" charset="0"/>
                <a:sym typeface="Symbol"/>
              </a:rPr>
              <a:t>, </a:t>
            </a:r>
            <a:r>
              <a:rPr lang="en-US" sz="2400" baseline="-25000" dirty="0">
                <a:solidFill>
                  <a:schemeClr val="bg1">
                    <a:lumMod val="95000"/>
                    <a:lumOff val="5000"/>
                  </a:schemeClr>
                </a:solidFill>
                <a:latin typeface="Arial" pitchFamily="34" charset="0"/>
                <a:cs typeface="Arial" pitchFamily="34" charset="0"/>
                <a:sym typeface="Symbol"/>
              </a:rPr>
              <a:t>1</a:t>
            </a:r>
            <a:r>
              <a:rPr lang="en-US" sz="2400" dirty="0">
                <a:solidFill>
                  <a:schemeClr val="bg1">
                    <a:lumMod val="95000"/>
                    <a:lumOff val="5000"/>
                  </a:schemeClr>
                </a:solidFill>
                <a:latin typeface="Arial" pitchFamily="34" charset="0"/>
                <a:cs typeface="Arial" pitchFamily="34" charset="0"/>
                <a:sym typeface="Symbol"/>
              </a:rPr>
              <a:t>, </a:t>
            </a:r>
            <a:r>
              <a:rPr lang="en-US" sz="2400" baseline="-25000" dirty="0">
                <a:solidFill>
                  <a:schemeClr val="bg1">
                    <a:lumMod val="95000"/>
                    <a:lumOff val="5000"/>
                  </a:schemeClr>
                </a:solidFill>
                <a:latin typeface="Arial" pitchFamily="34" charset="0"/>
                <a:cs typeface="Arial" pitchFamily="34" charset="0"/>
                <a:sym typeface="Symbol"/>
              </a:rPr>
              <a:t>2, …, </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k </a:t>
            </a:r>
            <a:r>
              <a:rPr lang="en-US" sz="2400" dirty="0">
                <a:solidFill>
                  <a:schemeClr val="bg1">
                    <a:lumMod val="95000"/>
                    <a:lumOff val="5000"/>
                  </a:schemeClr>
                </a:solidFill>
                <a:latin typeface="Arial" pitchFamily="34" charset="0"/>
                <a:cs typeface="Arial" pitchFamily="34" charset="0"/>
                <a:sym typeface="Symbol"/>
              </a:rPr>
              <a:t>are called as partial regression coefficients.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686916" y="26318"/>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Multiple Regression Model</a:t>
            </a:r>
          </a:p>
        </p:txBody>
      </p:sp>
      <p:sp>
        <p:nvSpPr>
          <p:cNvPr id="40963" name="TextBox 2"/>
          <p:cNvSpPr txBox="1">
            <a:spLocks noChangeArrowheads="1"/>
          </p:cNvSpPr>
          <p:nvPr/>
        </p:nvSpPr>
        <p:spPr bwMode="auto">
          <a:xfrm>
            <a:off x="554811" y="915566"/>
            <a:ext cx="8133105" cy="3785652"/>
          </a:xfrm>
          <a:prstGeom prst="rect">
            <a:avLst/>
          </a:prstGeom>
          <a:noFill/>
          <a:ln w="9525">
            <a:noFill/>
            <a:miter lim="800000"/>
            <a:headEnd/>
            <a:tailEnd/>
          </a:ln>
        </p:spPr>
        <p:txBody>
          <a:bodyPr wrap="square">
            <a:spAutoFit/>
          </a:bodyPr>
          <a:lstStyle/>
          <a:p>
            <a:pPr algn="ctr">
              <a:lnSpc>
                <a:spcPct val="200000"/>
              </a:lnSpc>
              <a:buClr>
                <a:srgbClr val="990000"/>
              </a:buClr>
            </a:pPr>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o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 </a:t>
            </a:r>
            <a:r>
              <a:rPr lang="en-US" sz="2400" baseline="-25000" dirty="0" err="1">
                <a:solidFill>
                  <a:srgbClr val="002060"/>
                </a:solidFill>
                <a:latin typeface="Arial" pitchFamily="34" charset="0"/>
                <a:cs typeface="Arial" pitchFamily="34" charset="0"/>
                <a:sym typeface="Symbol"/>
              </a:rPr>
              <a:t>k</a:t>
            </a:r>
            <a:r>
              <a:rPr lang="en-US" sz="2400" dirty="0" err="1">
                <a:solidFill>
                  <a:srgbClr val="002060"/>
                </a:solidFill>
                <a:latin typeface="Arial" pitchFamily="34" charset="0"/>
                <a:cs typeface="Arial" pitchFamily="34" charset="0"/>
                <a:sym typeface="Symbol"/>
              </a:rPr>
              <a:t>X</a:t>
            </a:r>
            <a:r>
              <a:rPr lang="en-US" sz="2400" baseline="-25000" dirty="0" err="1">
                <a:solidFill>
                  <a:srgbClr val="002060"/>
                </a:solidFill>
                <a:latin typeface="Arial" pitchFamily="34" charset="0"/>
                <a:cs typeface="Arial" pitchFamily="34" charset="0"/>
                <a:sym typeface="Symbol"/>
              </a:rPr>
              <a:t>k</a:t>
            </a:r>
            <a:r>
              <a:rPr lang="en-US" sz="2400" baseline="-25000" dirty="0">
                <a:solidFill>
                  <a:srgbClr val="002060"/>
                </a:solidFill>
                <a:latin typeface="Arial" pitchFamily="34" charset="0"/>
                <a:cs typeface="Arial" pitchFamily="34" charset="0"/>
                <a:sym typeface="Symbol"/>
              </a:rPr>
              <a:t> </a:t>
            </a:r>
            <a:r>
              <a:rPr lang="en-US" sz="2400" dirty="0">
                <a:solidFill>
                  <a:srgbClr val="002060"/>
                </a:solidFill>
                <a:latin typeface="Arial" pitchFamily="34" charset="0"/>
                <a:cs typeface="Arial" pitchFamily="34" charset="0"/>
                <a:sym typeface="Symbol"/>
              </a:rPr>
              <a:t>+ </a:t>
            </a:r>
          </a:p>
          <a:p>
            <a:pPr algn="just">
              <a:lnSpc>
                <a:spcPct val="200000"/>
              </a:lnSpc>
            </a:pPr>
            <a:r>
              <a:rPr lang="en-US" sz="2400" dirty="0">
                <a:solidFill>
                  <a:schemeClr val="bg1">
                    <a:lumMod val="95000"/>
                    <a:lumOff val="5000"/>
                  </a:schemeClr>
                </a:solidFill>
                <a:latin typeface="Arial" pitchFamily="34" charset="0"/>
                <a:cs typeface="Arial" pitchFamily="34" charset="0"/>
                <a:sym typeface="Symbol"/>
              </a:rPr>
              <a:t>Even though the actual functional relationship between Y and X</a:t>
            </a:r>
            <a:r>
              <a:rPr lang="en-US" sz="2400" baseline="-25000" dirty="0">
                <a:solidFill>
                  <a:schemeClr val="bg1">
                    <a:lumMod val="95000"/>
                    <a:lumOff val="5000"/>
                  </a:schemeClr>
                </a:solidFill>
                <a:latin typeface="Arial" pitchFamily="34" charset="0"/>
                <a:cs typeface="Arial" pitchFamily="34" charset="0"/>
                <a:sym typeface="Symbol"/>
              </a:rPr>
              <a:t>1</a:t>
            </a:r>
            <a:r>
              <a:rPr lang="en-US" sz="2400" dirty="0">
                <a:solidFill>
                  <a:schemeClr val="bg1">
                    <a:lumMod val="95000"/>
                    <a:lumOff val="5000"/>
                  </a:schemeClr>
                </a:solidFill>
                <a:latin typeface="Arial" pitchFamily="34" charset="0"/>
                <a:cs typeface="Arial" pitchFamily="34" charset="0"/>
                <a:sym typeface="Symbol"/>
              </a:rPr>
              <a:t>, X</a:t>
            </a:r>
            <a:r>
              <a:rPr lang="en-US" sz="2400" baseline="-25000" dirty="0">
                <a:solidFill>
                  <a:schemeClr val="bg1">
                    <a:lumMod val="95000"/>
                    <a:lumOff val="5000"/>
                  </a:schemeClr>
                </a:solidFill>
                <a:latin typeface="Arial" pitchFamily="34" charset="0"/>
                <a:cs typeface="Arial" pitchFamily="34" charset="0"/>
                <a:sym typeface="Symbol"/>
              </a:rPr>
              <a:t>2</a:t>
            </a:r>
            <a:r>
              <a:rPr lang="en-US" sz="2400" dirty="0">
                <a:solidFill>
                  <a:schemeClr val="bg1">
                    <a:lumMod val="95000"/>
                    <a:lumOff val="5000"/>
                  </a:schemeClr>
                </a:solidFill>
                <a:latin typeface="Arial" pitchFamily="34" charset="0"/>
                <a:cs typeface="Arial" pitchFamily="34" charset="0"/>
                <a:sym typeface="Symbol"/>
              </a:rPr>
              <a:t>,…, </a:t>
            </a:r>
            <a:r>
              <a:rPr lang="en-US" sz="2400" dirty="0" err="1">
                <a:solidFill>
                  <a:schemeClr val="bg1">
                    <a:lumMod val="95000"/>
                    <a:lumOff val="5000"/>
                  </a:schemeClr>
                </a:solidFill>
                <a:latin typeface="Arial" pitchFamily="34" charset="0"/>
                <a:cs typeface="Arial" pitchFamily="34" charset="0"/>
                <a:sym typeface="Symbol"/>
              </a:rPr>
              <a:t>X</a:t>
            </a:r>
            <a:r>
              <a:rPr lang="en-US" sz="2400" baseline="-25000" dirty="0" err="1">
                <a:solidFill>
                  <a:schemeClr val="bg1">
                    <a:lumMod val="95000"/>
                    <a:lumOff val="5000"/>
                  </a:schemeClr>
                </a:solidFill>
                <a:latin typeface="Arial" pitchFamily="34" charset="0"/>
                <a:cs typeface="Arial" pitchFamily="34" charset="0"/>
                <a:sym typeface="Symbol"/>
              </a:rPr>
              <a:t>k</a:t>
            </a:r>
            <a:r>
              <a:rPr lang="en-US" sz="2400" dirty="0">
                <a:solidFill>
                  <a:schemeClr val="bg1">
                    <a:lumMod val="95000"/>
                    <a:lumOff val="5000"/>
                  </a:schemeClr>
                </a:solidFill>
                <a:latin typeface="Arial" pitchFamily="34" charset="0"/>
                <a:cs typeface="Arial" pitchFamily="34" charset="0"/>
                <a:sym typeface="Symbol"/>
              </a:rPr>
              <a:t> is unknown, the regression equation represents an </a:t>
            </a:r>
            <a:r>
              <a:rPr lang="en-US" sz="2400" i="1" dirty="0">
                <a:solidFill>
                  <a:srgbClr val="FF0000"/>
                </a:solidFill>
                <a:latin typeface="Arial" pitchFamily="34" charset="0"/>
                <a:cs typeface="Arial" pitchFamily="34" charset="0"/>
                <a:sym typeface="Symbol"/>
              </a:rPr>
              <a:t>approximate</a:t>
            </a:r>
            <a:r>
              <a:rPr lang="en-US" sz="2400" i="1" dirty="0">
                <a:solidFill>
                  <a:schemeClr val="bg1">
                    <a:lumMod val="95000"/>
                    <a:lumOff val="5000"/>
                  </a:schemeClr>
                </a:solidFill>
                <a:latin typeface="Arial" pitchFamily="34" charset="0"/>
                <a:cs typeface="Arial" pitchFamily="34" charset="0"/>
                <a:sym typeface="Symbol"/>
              </a:rPr>
              <a:t> </a:t>
            </a:r>
            <a:r>
              <a:rPr lang="en-US" sz="2400" i="1" dirty="0">
                <a:solidFill>
                  <a:srgbClr val="FF0000"/>
                </a:solidFill>
                <a:latin typeface="Arial" pitchFamily="34" charset="0"/>
                <a:cs typeface="Arial" pitchFamily="34" charset="0"/>
                <a:sym typeface="Symbol"/>
              </a:rPr>
              <a:t>relationship</a:t>
            </a:r>
            <a:r>
              <a:rPr lang="en-US" sz="2400" i="1" dirty="0">
                <a:solidFill>
                  <a:schemeClr val="bg1">
                    <a:lumMod val="95000"/>
                    <a:lumOff val="5000"/>
                  </a:schemeClr>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between the two over a </a:t>
            </a:r>
            <a:r>
              <a:rPr lang="en-US" sz="2400" i="1" dirty="0">
                <a:solidFill>
                  <a:srgbClr val="FF0000"/>
                </a:solidFill>
                <a:latin typeface="Arial" pitchFamily="34" charset="0"/>
                <a:cs typeface="Arial" pitchFamily="34" charset="0"/>
                <a:sym typeface="Symbol"/>
              </a:rPr>
              <a:t>certain (narrow) range </a:t>
            </a:r>
            <a:r>
              <a:rPr lang="en-US" sz="2400" dirty="0">
                <a:solidFill>
                  <a:schemeClr val="bg1">
                    <a:lumMod val="95000"/>
                    <a:lumOff val="5000"/>
                  </a:schemeClr>
                </a:solidFill>
                <a:latin typeface="Arial" pitchFamily="34" charset="0"/>
                <a:cs typeface="Arial" pitchFamily="34" charset="0"/>
                <a:sym typeface="Symbol"/>
              </a:rPr>
              <a:t>of the variables.  </a:t>
            </a:r>
            <a:endParaRPr lang="en-US" sz="2400" dirty="0">
              <a:solidFill>
                <a:schemeClr val="bg1">
                  <a:lumMod val="95000"/>
                  <a:lumOff val="5000"/>
                </a:schemeClr>
              </a:solidFill>
              <a:latin typeface="Arial" pitchFamily="34" charset="0"/>
              <a:cs typeface="Arial" pitchFamily="34" charset="0"/>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C998DEA-8603-D0FC-D3CC-850EB332D2F2}"/>
                  </a:ext>
                </a:extLst>
              </p14:cNvPr>
              <p14:cNvContentPartPr/>
              <p14:nvPr/>
            </p14:nvContentPartPr>
            <p14:xfrm>
              <a:off x="2824560" y="711720"/>
              <a:ext cx="6099120" cy="1330200"/>
            </p14:xfrm>
          </p:contentPart>
        </mc:Choice>
        <mc:Fallback>
          <p:pic>
            <p:nvPicPr>
              <p:cNvPr id="2" name="Ink 1">
                <a:extLst>
                  <a:ext uri="{FF2B5EF4-FFF2-40B4-BE49-F238E27FC236}">
                    <a16:creationId xmlns:a16="http://schemas.microsoft.com/office/drawing/2014/main" id="{6C998DEA-8603-D0FC-D3CC-850EB332D2F2}"/>
                  </a:ext>
                </a:extLst>
              </p:cNvPr>
              <p:cNvPicPr/>
              <p:nvPr/>
            </p:nvPicPr>
            <p:blipFill>
              <a:blip r:embed="rId3"/>
              <a:stretch>
                <a:fillRect/>
              </a:stretch>
            </p:blipFill>
            <p:spPr>
              <a:xfrm>
                <a:off x="2815200" y="702360"/>
                <a:ext cx="6117840" cy="1348920"/>
              </a:xfrm>
              <a:prstGeom prst="rect">
                <a:avLst/>
              </a:prstGeom>
            </p:spPr>
          </p:pic>
        </mc:Fallback>
      </mc:AlternateContent>
    </p:spTree>
    <p:extLst>
      <p:ext uri="{BB962C8B-B14F-4D97-AF65-F5344CB8AC3E}">
        <p14:creationId xmlns:p14="http://schemas.microsoft.com/office/powerpoint/2010/main" val="3043812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611560" y="627534"/>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Multiple Regression Model</a:t>
            </a:r>
          </a:p>
        </p:txBody>
      </p:sp>
      <p:sp>
        <p:nvSpPr>
          <p:cNvPr id="40963" name="TextBox 2"/>
          <p:cNvSpPr txBox="1">
            <a:spLocks noChangeArrowheads="1"/>
          </p:cNvSpPr>
          <p:nvPr/>
        </p:nvSpPr>
        <p:spPr bwMode="auto">
          <a:xfrm>
            <a:off x="683568" y="1559570"/>
            <a:ext cx="7920880" cy="2308324"/>
          </a:xfrm>
          <a:prstGeom prst="rect">
            <a:avLst/>
          </a:prstGeom>
          <a:noFill/>
          <a:ln w="9525">
            <a:noFill/>
            <a:miter lim="800000"/>
            <a:headEnd/>
            <a:tailEnd/>
          </a:ln>
        </p:spPr>
        <p:txBody>
          <a:bodyPr wrap="square">
            <a:spAutoFit/>
          </a:bodyPr>
          <a:lstStyle/>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rPr>
              <a:t>The Multiple Regression Model involving </a:t>
            </a:r>
            <a:r>
              <a:rPr lang="en-US" sz="2400" dirty="0">
                <a:solidFill>
                  <a:srgbClr val="0000FF"/>
                </a:solidFill>
                <a:latin typeface="Arial" pitchFamily="34" charset="0"/>
                <a:cs typeface="Arial" pitchFamily="34" charset="0"/>
              </a:rPr>
              <a:t>interaction</a:t>
            </a:r>
            <a:r>
              <a:rPr lang="en-US" sz="2400" dirty="0">
                <a:solidFill>
                  <a:schemeClr val="bg1">
                    <a:lumMod val="95000"/>
                    <a:lumOff val="5000"/>
                  </a:schemeClr>
                </a:solidFill>
                <a:latin typeface="Arial" pitchFamily="34" charset="0"/>
                <a:cs typeface="Arial" pitchFamily="34" charset="0"/>
              </a:rPr>
              <a:t> between variables may represented by</a:t>
            </a:r>
          </a:p>
          <a:p>
            <a:pPr algn="ctr">
              <a:lnSpc>
                <a:spcPct val="200000"/>
              </a:lnSpc>
              <a:buClr>
                <a:srgbClr val="990000"/>
              </a:buClr>
            </a:pPr>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o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a:t>
            </a:r>
            <a:r>
              <a:rPr lang="en-US" sz="2400" dirty="0">
                <a:solidFill>
                  <a:srgbClr val="0000FF"/>
                </a:solidFill>
                <a:latin typeface="Arial" pitchFamily="34" charset="0"/>
                <a:cs typeface="Arial" pitchFamily="34" charset="0"/>
                <a:sym typeface="Symbol"/>
              </a:rPr>
              <a:t></a:t>
            </a:r>
            <a:r>
              <a:rPr lang="en-US" sz="2400" baseline="-25000" dirty="0">
                <a:solidFill>
                  <a:srgbClr val="0000FF"/>
                </a:solidFill>
                <a:latin typeface="Arial" pitchFamily="34" charset="0"/>
                <a:cs typeface="Arial" pitchFamily="34" charset="0"/>
                <a:sym typeface="Symbol"/>
              </a:rPr>
              <a:t>12</a:t>
            </a:r>
            <a:r>
              <a:rPr lang="en-US" sz="2400" dirty="0">
                <a:solidFill>
                  <a:srgbClr val="0000FF"/>
                </a:solidFill>
                <a:latin typeface="Arial" pitchFamily="34" charset="0"/>
                <a:cs typeface="Arial" pitchFamily="34" charset="0"/>
                <a:sym typeface="Symbol"/>
              </a:rPr>
              <a:t>X</a:t>
            </a:r>
            <a:r>
              <a:rPr lang="en-US" sz="2400" baseline="-25000" dirty="0">
                <a:solidFill>
                  <a:srgbClr val="0000FF"/>
                </a:solidFill>
                <a:latin typeface="Arial" pitchFamily="34" charset="0"/>
                <a:cs typeface="Arial" pitchFamily="34" charset="0"/>
                <a:sym typeface="Symbol"/>
              </a:rPr>
              <a:t>1</a:t>
            </a:r>
            <a:r>
              <a:rPr lang="en-US" sz="2400" dirty="0">
                <a:solidFill>
                  <a:srgbClr val="0000FF"/>
                </a:solidFill>
                <a:latin typeface="Arial" pitchFamily="34" charset="0"/>
                <a:cs typeface="Arial" pitchFamily="34" charset="0"/>
                <a:sym typeface="Symbol"/>
              </a:rPr>
              <a:t>X</a:t>
            </a:r>
            <a:r>
              <a:rPr lang="en-US" sz="2400" baseline="-25000" dirty="0">
                <a:solidFill>
                  <a:srgbClr val="0000FF"/>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 </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20390224-A89C-AB4A-F3AA-640DEE8E255C}"/>
                  </a:ext>
                </a:extLst>
              </p14:cNvPr>
              <p14:cNvContentPartPr/>
              <p14:nvPr/>
            </p14:nvContentPartPr>
            <p14:xfrm>
              <a:off x="3003840" y="2720520"/>
              <a:ext cx="6140520" cy="1972080"/>
            </p14:xfrm>
          </p:contentPart>
        </mc:Choice>
        <mc:Fallback>
          <p:pic>
            <p:nvPicPr>
              <p:cNvPr id="2" name="Ink 1">
                <a:extLst>
                  <a:ext uri="{FF2B5EF4-FFF2-40B4-BE49-F238E27FC236}">
                    <a16:creationId xmlns:a16="http://schemas.microsoft.com/office/drawing/2014/main" id="{20390224-A89C-AB4A-F3AA-640DEE8E255C}"/>
                  </a:ext>
                </a:extLst>
              </p:cNvPr>
              <p:cNvPicPr/>
              <p:nvPr/>
            </p:nvPicPr>
            <p:blipFill>
              <a:blip r:embed="rId3"/>
              <a:stretch>
                <a:fillRect/>
              </a:stretch>
            </p:blipFill>
            <p:spPr>
              <a:xfrm>
                <a:off x="2994480" y="2711160"/>
                <a:ext cx="6159240" cy="199080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99592" y="402799"/>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Multiple Regression Model</a:t>
            </a:r>
          </a:p>
        </p:txBody>
      </p:sp>
      <p:sp>
        <p:nvSpPr>
          <p:cNvPr id="40963" name="TextBox 2"/>
          <p:cNvSpPr txBox="1">
            <a:spLocks noChangeArrowheads="1"/>
          </p:cNvSpPr>
          <p:nvPr/>
        </p:nvSpPr>
        <p:spPr bwMode="auto">
          <a:xfrm>
            <a:off x="827584" y="1131590"/>
            <a:ext cx="7848872" cy="3785652"/>
          </a:xfrm>
          <a:prstGeom prst="rect">
            <a:avLst/>
          </a:prstGeom>
          <a:noFill/>
          <a:ln w="9525">
            <a:noFill/>
            <a:miter lim="800000"/>
            <a:headEnd/>
            <a:tailEnd/>
          </a:ln>
        </p:spPr>
        <p:txBody>
          <a:bodyPr wrap="square">
            <a:spAutoFit/>
          </a:bodyPr>
          <a:lstStyle/>
          <a:p>
            <a:pPr algn="ctr">
              <a:lnSpc>
                <a:spcPct val="200000"/>
              </a:lnSpc>
              <a:buClr>
                <a:srgbClr val="990000"/>
              </a:buClr>
            </a:pPr>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o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12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 </a:t>
            </a:r>
          </a:p>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rPr>
              <a:t>This is still a linear regression model as the functional relationship is linear in the unknown parameters (</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o</a:t>
            </a:r>
            <a:r>
              <a:rPr lang="en-US" sz="2400" dirty="0">
                <a:solidFill>
                  <a:schemeClr val="bg1">
                    <a:lumMod val="95000"/>
                    <a:lumOff val="5000"/>
                  </a:schemeClr>
                </a:solidFill>
                <a:latin typeface="Arial" pitchFamily="34" charset="0"/>
                <a:cs typeface="Arial" pitchFamily="34" charset="0"/>
                <a:sym typeface="Symbol"/>
              </a:rPr>
              <a:t>, </a:t>
            </a:r>
            <a:r>
              <a:rPr lang="en-US" sz="2400" baseline="-25000" dirty="0">
                <a:solidFill>
                  <a:schemeClr val="bg1">
                    <a:lumMod val="95000"/>
                    <a:lumOff val="5000"/>
                  </a:schemeClr>
                </a:solidFill>
                <a:latin typeface="Arial" pitchFamily="34" charset="0"/>
                <a:cs typeface="Arial" pitchFamily="34" charset="0"/>
                <a:sym typeface="Symbol"/>
              </a:rPr>
              <a:t>1</a:t>
            </a:r>
            <a:r>
              <a:rPr lang="en-US" sz="2400" dirty="0">
                <a:solidFill>
                  <a:schemeClr val="bg1">
                    <a:lumMod val="95000"/>
                    <a:lumOff val="5000"/>
                  </a:schemeClr>
                </a:solidFill>
                <a:latin typeface="Arial" pitchFamily="34" charset="0"/>
                <a:cs typeface="Arial" pitchFamily="34" charset="0"/>
                <a:sym typeface="Symbol"/>
              </a:rPr>
              <a:t>, </a:t>
            </a:r>
            <a:r>
              <a:rPr lang="en-US" sz="2400" baseline="-25000" dirty="0">
                <a:solidFill>
                  <a:schemeClr val="bg1">
                    <a:lumMod val="95000"/>
                    <a:lumOff val="5000"/>
                  </a:schemeClr>
                </a:solidFill>
                <a:latin typeface="Arial" pitchFamily="34" charset="0"/>
                <a:cs typeface="Arial" pitchFamily="34" charset="0"/>
                <a:sym typeface="Symbol"/>
              </a:rPr>
              <a:t>2</a:t>
            </a:r>
            <a:r>
              <a:rPr lang="en-US" sz="2400" dirty="0">
                <a:solidFill>
                  <a:schemeClr val="bg1">
                    <a:lumMod val="95000"/>
                    <a:lumOff val="5000"/>
                  </a:schemeClr>
                </a:solidFill>
                <a:latin typeface="Arial" pitchFamily="34" charset="0"/>
                <a:cs typeface="Arial" pitchFamily="34" charset="0"/>
                <a:sym typeface="Symbol"/>
              </a:rPr>
              <a:t>, </a:t>
            </a:r>
            <a:r>
              <a:rPr lang="en-US" sz="2400" baseline="-25000" dirty="0">
                <a:solidFill>
                  <a:schemeClr val="bg1">
                    <a:lumMod val="95000"/>
                    <a:lumOff val="5000"/>
                  </a:schemeClr>
                </a:solidFill>
                <a:latin typeface="Arial" pitchFamily="34" charset="0"/>
                <a:cs typeface="Arial" pitchFamily="34" charset="0"/>
                <a:sym typeface="Symbol"/>
              </a:rPr>
              <a:t>12</a:t>
            </a:r>
            <a:r>
              <a:rPr lang="en-US" sz="2400" dirty="0">
                <a:solidFill>
                  <a:schemeClr val="bg1">
                    <a:lumMod val="95000"/>
                    <a:lumOff val="5000"/>
                  </a:schemeClr>
                </a:solidFill>
                <a:latin typeface="Arial" pitchFamily="34" charset="0"/>
                <a:cs typeface="Arial" pitchFamily="34" charset="0"/>
                <a:sym typeface="Symbol"/>
              </a:rPr>
              <a:t>).  </a:t>
            </a:r>
          </a:p>
          <a:p>
            <a:pPr algn="just">
              <a:lnSpc>
                <a:spcPct val="200000"/>
              </a:lnSpc>
            </a:pPr>
            <a:endParaRPr lang="en-US" sz="2400" dirty="0">
              <a:solidFill>
                <a:schemeClr val="bg1">
                  <a:lumMod val="95000"/>
                  <a:lumOff val="5000"/>
                </a:schemeClr>
              </a:solidFill>
              <a:latin typeface="Arial" pitchFamily="34" charset="0"/>
              <a:cs typeface="Arial" pitchFamily="34" charset="0"/>
              <a:sym typeface="Symbol"/>
            </a:endParaRPr>
          </a:p>
        </p:txBody>
      </p:sp>
    </p:spTree>
    <p:extLst>
      <p:ext uri="{BB962C8B-B14F-4D97-AF65-F5344CB8AC3E}">
        <p14:creationId xmlns:p14="http://schemas.microsoft.com/office/powerpoint/2010/main" val="2701752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99592" y="402799"/>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Multiple Regression Model</a:t>
            </a:r>
          </a:p>
        </p:txBody>
      </p:sp>
      <p:sp>
        <p:nvSpPr>
          <p:cNvPr id="40963" name="TextBox 2"/>
          <p:cNvSpPr txBox="1">
            <a:spLocks noChangeArrowheads="1"/>
          </p:cNvSpPr>
          <p:nvPr/>
        </p:nvSpPr>
        <p:spPr bwMode="auto">
          <a:xfrm>
            <a:off x="683568" y="1344395"/>
            <a:ext cx="8064897" cy="3785652"/>
          </a:xfrm>
          <a:prstGeom prst="rect">
            <a:avLst/>
          </a:prstGeom>
          <a:noFill/>
          <a:ln w="9525">
            <a:noFill/>
            <a:miter lim="800000"/>
            <a:headEnd/>
            <a:tailEnd/>
          </a:ln>
        </p:spPr>
        <p:txBody>
          <a:bodyPr wrap="square">
            <a:spAutoFit/>
          </a:bodyPr>
          <a:lstStyle/>
          <a:p>
            <a:pPr algn="ctr">
              <a:lnSpc>
                <a:spcPct val="200000"/>
              </a:lnSpc>
              <a:buClr>
                <a:srgbClr val="990000"/>
              </a:buClr>
            </a:pPr>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o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12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 </a:t>
            </a:r>
          </a:p>
          <a:p>
            <a:pPr algn="just">
              <a:lnSpc>
                <a:spcPct val="200000"/>
              </a:lnSpc>
            </a:pPr>
            <a:r>
              <a:rPr lang="en-US" sz="2400" dirty="0">
                <a:solidFill>
                  <a:schemeClr val="bg1">
                    <a:lumMod val="95000"/>
                    <a:lumOff val="5000"/>
                  </a:schemeClr>
                </a:solidFill>
                <a:latin typeface="Arial" pitchFamily="34" charset="0"/>
                <a:cs typeface="Arial" pitchFamily="34" charset="0"/>
                <a:sym typeface="Symbol"/>
              </a:rPr>
              <a:t>Expressing X</a:t>
            </a:r>
            <a:r>
              <a:rPr lang="en-US" sz="2400" baseline="-25000" dirty="0">
                <a:solidFill>
                  <a:schemeClr val="bg1">
                    <a:lumMod val="95000"/>
                    <a:lumOff val="5000"/>
                  </a:schemeClr>
                </a:solidFill>
                <a:latin typeface="Arial" pitchFamily="34" charset="0"/>
                <a:cs typeface="Arial" pitchFamily="34" charset="0"/>
                <a:sym typeface="Symbol"/>
              </a:rPr>
              <a:t>1</a:t>
            </a:r>
            <a:r>
              <a:rPr lang="en-US" sz="2400" dirty="0">
                <a:solidFill>
                  <a:schemeClr val="bg1">
                    <a:lumMod val="95000"/>
                    <a:lumOff val="5000"/>
                  </a:schemeClr>
                </a:solidFill>
                <a:latin typeface="Arial" pitchFamily="34" charset="0"/>
                <a:cs typeface="Arial" pitchFamily="34" charset="0"/>
                <a:sym typeface="Symbol"/>
              </a:rPr>
              <a:t>X</a:t>
            </a:r>
            <a:r>
              <a:rPr lang="en-US" sz="2400" baseline="-25000" dirty="0">
                <a:solidFill>
                  <a:schemeClr val="bg1">
                    <a:lumMod val="95000"/>
                    <a:lumOff val="5000"/>
                  </a:schemeClr>
                </a:solidFill>
                <a:latin typeface="Arial" pitchFamily="34" charset="0"/>
                <a:cs typeface="Arial" pitchFamily="34" charset="0"/>
                <a:sym typeface="Symbol"/>
              </a:rPr>
              <a:t>2</a:t>
            </a:r>
            <a:r>
              <a:rPr lang="en-US" sz="2400" dirty="0">
                <a:solidFill>
                  <a:schemeClr val="bg1">
                    <a:lumMod val="95000"/>
                    <a:lumOff val="5000"/>
                  </a:schemeClr>
                </a:solidFill>
                <a:latin typeface="Arial" pitchFamily="34" charset="0"/>
                <a:cs typeface="Arial" pitchFamily="34" charset="0"/>
                <a:sym typeface="Symbol"/>
              </a:rPr>
              <a:t> as equal to X</a:t>
            </a:r>
            <a:r>
              <a:rPr lang="en-US" sz="2400" baseline="-25000" dirty="0">
                <a:solidFill>
                  <a:schemeClr val="bg1">
                    <a:lumMod val="95000"/>
                    <a:lumOff val="5000"/>
                  </a:schemeClr>
                </a:solidFill>
                <a:latin typeface="Arial" pitchFamily="34" charset="0"/>
                <a:cs typeface="Arial" pitchFamily="34" charset="0"/>
                <a:sym typeface="Symbol"/>
              </a:rPr>
              <a:t>3</a:t>
            </a:r>
            <a:r>
              <a:rPr lang="en-US" sz="2400" dirty="0">
                <a:solidFill>
                  <a:schemeClr val="bg1">
                    <a:lumMod val="95000"/>
                    <a:lumOff val="5000"/>
                  </a:schemeClr>
                </a:solidFill>
                <a:latin typeface="Arial" pitchFamily="34" charset="0"/>
                <a:cs typeface="Arial" pitchFamily="34" charset="0"/>
                <a:sym typeface="Symbol"/>
              </a:rPr>
              <a:t> we may write the above equation as   </a:t>
            </a:r>
          </a:p>
          <a:p>
            <a:pPr algn="ctr">
              <a:lnSpc>
                <a:spcPct val="200000"/>
              </a:lnSpc>
            </a:pPr>
            <a:r>
              <a:rPr lang="en-US" sz="2400" dirty="0">
                <a:solidFill>
                  <a:srgbClr val="002060"/>
                </a:solidFill>
                <a:latin typeface="Arial" pitchFamily="34" charset="0"/>
                <a:cs typeface="Arial" pitchFamily="34" charset="0"/>
              </a:rPr>
              <a:t>Y =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o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1 </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2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3</a:t>
            </a:r>
            <a:r>
              <a:rPr lang="en-US" sz="2400" dirty="0">
                <a:solidFill>
                  <a:srgbClr val="002060"/>
                </a:solidFill>
                <a:latin typeface="Arial" pitchFamily="34" charset="0"/>
                <a:cs typeface="Arial" pitchFamily="34" charset="0"/>
                <a:sym typeface="Symbol"/>
              </a:rPr>
              <a:t>X</a:t>
            </a:r>
            <a:r>
              <a:rPr lang="en-US" sz="2400" baseline="-25000" dirty="0">
                <a:solidFill>
                  <a:srgbClr val="002060"/>
                </a:solidFill>
                <a:latin typeface="Arial" pitchFamily="34" charset="0"/>
                <a:cs typeface="Arial" pitchFamily="34" charset="0"/>
                <a:sym typeface="Symbol"/>
              </a:rPr>
              <a:t>3 </a:t>
            </a:r>
            <a:r>
              <a:rPr lang="en-US" sz="2400" dirty="0">
                <a:solidFill>
                  <a:srgbClr val="002060"/>
                </a:solidFill>
                <a:latin typeface="Arial" pitchFamily="34" charset="0"/>
                <a:cs typeface="Arial" pitchFamily="34" charset="0"/>
                <a:sym typeface="Symbol"/>
              </a:rPr>
              <a:t>+ </a:t>
            </a:r>
          </a:p>
          <a:p>
            <a:pPr algn="just">
              <a:lnSpc>
                <a:spcPct val="200000"/>
              </a:lnSpc>
            </a:pPr>
            <a:endParaRPr lang="en-US" sz="2400" dirty="0">
              <a:solidFill>
                <a:schemeClr val="bg1">
                  <a:lumMod val="95000"/>
                  <a:lumOff val="5000"/>
                </a:schemeClr>
              </a:solidFill>
              <a:latin typeface="Arial" pitchFamily="34" charset="0"/>
              <a:cs typeface="Arial" pitchFamily="34" charset="0"/>
              <a:sym typeface="Symbo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480DC484-0265-FA7D-BE59-1FD200495269}"/>
                  </a:ext>
                </a:extLst>
              </p14:cNvPr>
              <p14:cNvContentPartPr/>
              <p14:nvPr/>
            </p14:nvContentPartPr>
            <p14:xfrm>
              <a:off x="5260320" y="954720"/>
              <a:ext cx="3583080" cy="4189320"/>
            </p14:xfrm>
          </p:contentPart>
        </mc:Choice>
        <mc:Fallback>
          <p:pic>
            <p:nvPicPr>
              <p:cNvPr id="2" name="Ink 1">
                <a:extLst>
                  <a:ext uri="{FF2B5EF4-FFF2-40B4-BE49-F238E27FC236}">
                    <a16:creationId xmlns:a16="http://schemas.microsoft.com/office/drawing/2014/main" id="{480DC484-0265-FA7D-BE59-1FD200495269}"/>
                  </a:ext>
                </a:extLst>
              </p:cNvPr>
              <p:cNvPicPr/>
              <p:nvPr/>
            </p:nvPicPr>
            <p:blipFill>
              <a:blip r:embed="rId3"/>
              <a:stretch>
                <a:fillRect/>
              </a:stretch>
            </p:blipFill>
            <p:spPr>
              <a:xfrm>
                <a:off x="5250960" y="945360"/>
                <a:ext cx="3601800" cy="4208040"/>
              </a:xfrm>
              <a:prstGeom prst="rect">
                <a:avLst/>
              </a:prstGeom>
            </p:spPr>
          </p:pic>
        </mc:Fallback>
      </mc:AlternateContent>
    </p:spTree>
    <p:extLst>
      <p:ext uri="{BB962C8B-B14F-4D97-AF65-F5344CB8AC3E}">
        <p14:creationId xmlns:p14="http://schemas.microsoft.com/office/powerpoint/2010/main" val="25534915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99592" y="474807"/>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Multiple Regression Model</a:t>
            </a:r>
          </a:p>
        </p:txBody>
      </p:sp>
      <p:sp>
        <p:nvSpPr>
          <p:cNvPr id="40963" name="TextBox 2"/>
          <p:cNvSpPr txBox="1">
            <a:spLocks noChangeArrowheads="1"/>
          </p:cNvSpPr>
          <p:nvPr/>
        </p:nvSpPr>
        <p:spPr bwMode="auto">
          <a:xfrm>
            <a:off x="539552" y="1059582"/>
            <a:ext cx="8060333" cy="3785652"/>
          </a:xfrm>
          <a:prstGeom prst="rect">
            <a:avLst/>
          </a:prstGeom>
          <a:noFill/>
          <a:ln w="9525">
            <a:noFill/>
            <a:miter lim="800000"/>
            <a:headEnd/>
            <a:tailEnd/>
          </a:ln>
        </p:spPr>
        <p:txBody>
          <a:bodyPr wrap="square">
            <a:spAutoFit/>
          </a:bodyPr>
          <a:lstStyle/>
          <a:p>
            <a:pPr marL="342900" indent="-342900" algn="just">
              <a:lnSpc>
                <a:spcPct val="200000"/>
              </a:lnSpc>
              <a:buClr>
                <a:srgbClr val="0000FF"/>
              </a:buClr>
              <a:buFont typeface="Wingdings" pitchFamily="2" charset="2"/>
              <a:buChar char="v"/>
            </a:pPr>
            <a:r>
              <a:rPr lang="en-US" sz="2400" dirty="0">
                <a:solidFill>
                  <a:schemeClr val="bg1">
                    <a:lumMod val="95000"/>
                    <a:lumOff val="5000"/>
                  </a:schemeClr>
                </a:solidFill>
                <a:latin typeface="Arial" pitchFamily="34" charset="0"/>
                <a:cs typeface="Arial" pitchFamily="34" charset="0"/>
                <a:sym typeface="Symbol"/>
              </a:rPr>
              <a:t>When we generate a response surface to this model, we get a curved surface. </a:t>
            </a:r>
          </a:p>
          <a:p>
            <a:pPr marL="342900" indent="-342900" algn="just">
              <a:lnSpc>
                <a:spcPct val="200000"/>
              </a:lnSpc>
              <a:buClr>
                <a:srgbClr val="0000FF"/>
              </a:buClr>
              <a:buFont typeface="Wingdings" pitchFamily="2" charset="2"/>
              <a:buChar char="v"/>
            </a:pPr>
            <a:r>
              <a:rPr lang="en-US" sz="2400" dirty="0">
                <a:solidFill>
                  <a:schemeClr val="bg1">
                    <a:lumMod val="95000"/>
                    <a:lumOff val="5000"/>
                  </a:schemeClr>
                </a:solidFill>
                <a:latin typeface="Arial" pitchFamily="34" charset="0"/>
                <a:cs typeface="Arial" pitchFamily="34" charset="0"/>
                <a:sym typeface="Symbol"/>
              </a:rPr>
              <a:t>However this still remains a linear model as it is linear in its parameters (</a:t>
            </a:r>
            <a:r>
              <a:rPr lang="en-US" sz="2400" baseline="-25000" dirty="0">
                <a:solidFill>
                  <a:schemeClr val="bg1">
                    <a:lumMod val="95000"/>
                    <a:lumOff val="5000"/>
                  </a:schemeClr>
                </a:solidFill>
                <a:latin typeface="Arial" pitchFamily="34" charset="0"/>
                <a:cs typeface="Arial" pitchFamily="34" charset="0"/>
                <a:sym typeface="Symbol"/>
              </a:rPr>
              <a:t>o</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1</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2</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3</a:t>
            </a:r>
            <a:r>
              <a:rPr lang="en-US" sz="2400" dirty="0">
                <a:solidFill>
                  <a:schemeClr val="bg1">
                    <a:lumMod val="95000"/>
                    <a:lumOff val="5000"/>
                  </a:schemeClr>
                </a:solidFill>
                <a:latin typeface="Arial" pitchFamily="34" charset="0"/>
                <a:cs typeface="Arial" pitchFamily="34" charset="0"/>
                <a:sym typeface="Symbol"/>
              </a:rPr>
              <a:t>)</a:t>
            </a:r>
            <a:endParaRPr lang="en-US" sz="2400" baseline="-25000" dirty="0">
              <a:solidFill>
                <a:schemeClr val="bg1">
                  <a:lumMod val="95000"/>
                  <a:lumOff val="5000"/>
                </a:schemeClr>
              </a:solidFill>
              <a:latin typeface="Arial" pitchFamily="34" charset="0"/>
              <a:cs typeface="Arial" pitchFamily="34" charset="0"/>
              <a:sym typeface="Symbol"/>
            </a:endParaRPr>
          </a:p>
          <a:p>
            <a:pPr marL="342900" indent="-342900" algn="just">
              <a:lnSpc>
                <a:spcPct val="200000"/>
              </a:lnSpc>
              <a:buClr>
                <a:srgbClr val="0000FF"/>
              </a:buClr>
              <a:buFont typeface="Wingdings" pitchFamily="2" charset="2"/>
              <a:buChar char="v"/>
            </a:pPr>
            <a:r>
              <a:rPr lang="en-US" sz="2400" dirty="0">
                <a:solidFill>
                  <a:schemeClr val="bg1">
                    <a:lumMod val="95000"/>
                    <a:lumOff val="5000"/>
                  </a:schemeClr>
                </a:solidFill>
                <a:latin typeface="Arial" pitchFamily="34" charset="0"/>
                <a:cs typeface="Arial" pitchFamily="34" charset="0"/>
                <a:sym typeface="Symbol"/>
              </a:rPr>
              <a:t>Without interaction term, we have a flat planar surface </a:t>
            </a:r>
          </a:p>
        </p:txBody>
      </p:sp>
    </p:spTree>
    <p:extLst>
      <p:ext uri="{BB962C8B-B14F-4D97-AF65-F5344CB8AC3E}">
        <p14:creationId xmlns:p14="http://schemas.microsoft.com/office/powerpoint/2010/main" val="2201095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755576" y="546815"/>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Multiple Regression Model</a:t>
            </a:r>
          </a:p>
        </p:txBody>
      </p:sp>
      <p:sp>
        <p:nvSpPr>
          <p:cNvPr id="40963" name="TextBox 2"/>
          <p:cNvSpPr txBox="1">
            <a:spLocks noChangeArrowheads="1"/>
          </p:cNvSpPr>
          <p:nvPr/>
        </p:nvSpPr>
        <p:spPr bwMode="auto">
          <a:xfrm>
            <a:off x="539750" y="1329612"/>
            <a:ext cx="8196537" cy="3631763"/>
          </a:xfrm>
          <a:prstGeom prst="rect">
            <a:avLst/>
          </a:prstGeom>
          <a:noFill/>
          <a:ln w="9525">
            <a:noFill/>
            <a:miter lim="800000"/>
            <a:headEnd/>
            <a:tailEnd/>
          </a:ln>
        </p:spPr>
        <p:txBody>
          <a:bodyPr wrap="square">
            <a:spAutoFit/>
          </a:bodyPr>
          <a:lstStyle/>
          <a:p>
            <a:pPr algn="ctr">
              <a:lnSpc>
                <a:spcPct val="200000"/>
              </a:lnSpc>
            </a:pPr>
            <a:r>
              <a:rPr lang="en-US" sz="2300" dirty="0">
                <a:solidFill>
                  <a:srgbClr val="002060"/>
                </a:solidFill>
                <a:latin typeface="Arial" pitchFamily="34" charset="0"/>
                <a:cs typeface="Arial" pitchFamily="34" charset="0"/>
              </a:rPr>
              <a:t>Y = </a:t>
            </a:r>
            <a:r>
              <a:rPr lang="en-US" sz="2300" dirty="0">
                <a:solidFill>
                  <a:srgbClr val="002060"/>
                </a:solidFill>
                <a:latin typeface="Arial" pitchFamily="34" charset="0"/>
                <a:cs typeface="Arial" pitchFamily="34" charset="0"/>
                <a:sym typeface="Symbol"/>
              </a:rPr>
              <a:t></a:t>
            </a:r>
            <a:r>
              <a:rPr lang="en-US" sz="2300" baseline="-25000" dirty="0">
                <a:solidFill>
                  <a:srgbClr val="002060"/>
                </a:solidFill>
                <a:latin typeface="Arial" pitchFamily="34" charset="0"/>
                <a:cs typeface="Arial" pitchFamily="34" charset="0"/>
                <a:sym typeface="Symbol"/>
              </a:rPr>
              <a:t>o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1</a:t>
            </a:r>
            <a:r>
              <a:rPr lang="en-US" sz="2300" dirty="0">
                <a:solidFill>
                  <a:srgbClr val="002060"/>
                </a:solidFill>
                <a:latin typeface="Arial" pitchFamily="34" charset="0"/>
                <a:cs typeface="Arial" pitchFamily="34" charset="0"/>
                <a:sym typeface="Symbol"/>
              </a:rPr>
              <a:t>X</a:t>
            </a:r>
            <a:r>
              <a:rPr lang="en-US" sz="2300" baseline="-25000" dirty="0">
                <a:solidFill>
                  <a:srgbClr val="002060"/>
                </a:solidFill>
                <a:latin typeface="Arial" pitchFamily="34" charset="0"/>
                <a:cs typeface="Arial" pitchFamily="34" charset="0"/>
                <a:sym typeface="Symbol"/>
              </a:rPr>
              <a:t>1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2</a:t>
            </a:r>
            <a:r>
              <a:rPr lang="en-US" sz="2300" dirty="0">
                <a:solidFill>
                  <a:srgbClr val="002060"/>
                </a:solidFill>
                <a:latin typeface="Arial" pitchFamily="34" charset="0"/>
                <a:cs typeface="Arial" pitchFamily="34" charset="0"/>
                <a:sym typeface="Symbol"/>
              </a:rPr>
              <a:t>X</a:t>
            </a:r>
            <a:r>
              <a:rPr lang="en-US" sz="2300" baseline="-25000" dirty="0">
                <a:solidFill>
                  <a:srgbClr val="002060"/>
                </a:solidFill>
                <a:latin typeface="Arial" pitchFamily="34" charset="0"/>
                <a:cs typeface="Arial" pitchFamily="34" charset="0"/>
                <a:sym typeface="Symbol"/>
              </a:rPr>
              <a:t>2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11</a:t>
            </a:r>
            <a:r>
              <a:rPr lang="en-US" sz="2300" dirty="0">
                <a:solidFill>
                  <a:schemeClr val="accent6">
                    <a:lumMod val="50000"/>
                  </a:schemeClr>
                </a:solidFill>
                <a:latin typeface="Arial" pitchFamily="34" charset="0"/>
                <a:cs typeface="Arial" pitchFamily="34" charset="0"/>
                <a:sym typeface="Symbol"/>
              </a:rPr>
              <a:t>X</a:t>
            </a:r>
            <a:r>
              <a:rPr lang="en-US" sz="2300" baseline="-25000" dirty="0">
                <a:solidFill>
                  <a:schemeClr val="accent6">
                    <a:lumMod val="50000"/>
                  </a:schemeClr>
                </a:solidFill>
                <a:latin typeface="Arial" pitchFamily="34" charset="0"/>
                <a:cs typeface="Arial" pitchFamily="34" charset="0"/>
                <a:sym typeface="Symbol"/>
              </a:rPr>
              <a:t>1</a:t>
            </a:r>
            <a:r>
              <a:rPr lang="en-US" sz="2300" baseline="30000" dirty="0">
                <a:solidFill>
                  <a:schemeClr val="accent6">
                    <a:lumMod val="50000"/>
                  </a:schemeClr>
                </a:solidFill>
                <a:latin typeface="Arial" pitchFamily="34" charset="0"/>
                <a:cs typeface="Arial" pitchFamily="34" charset="0"/>
                <a:sym typeface="Symbol"/>
              </a:rPr>
              <a:t>2</a:t>
            </a:r>
            <a:r>
              <a:rPr lang="en-US" sz="2300" baseline="-25000" dirty="0">
                <a:solidFill>
                  <a:srgbClr val="002060"/>
                </a:solidFill>
                <a:latin typeface="Arial" pitchFamily="34" charset="0"/>
                <a:cs typeface="Arial" pitchFamily="34" charset="0"/>
                <a:sym typeface="Symbol"/>
              </a:rPr>
              <a:t>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22</a:t>
            </a:r>
            <a:r>
              <a:rPr lang="en-US" sz="2300" dirty="0">
                <a:solidFill>
                  <a:schemeClr val="accent6">
                    <a:lumMod val="75000"/>
                  </a:schemeClr>
                </a:solidFill>
                <a:latin typeface="Arial" pitchFamily="34" charset="0"/>
                <a:cs typeface="Arial" pitchFamily="34" charset="0"/>
                <a:sym typeface="Symbol"/>
              </a:rPr>
              <a:t>X</a:t>
            </a:r>
            <a:r>
              <a:rPr lang="en-US" sz="2300" baseline="-25000" dirty="0">
                <a:solidFill>
                  <a:schemeClr val="accent6">
                    <a:lumMod val="75000"/>
                  </a:schemeClr>
                </a:solidFill>
                <a:latin typeface="Arial" pitchFamily="34" charset="0"/>
                <a:cs typeface="Arial" pitchFamily="34" charset="0"/>
                <a:sym typeface="Symbol"/>
              </a:rPr>
              <a:t>2</a:t>
            </a:r>
            <a:r>
              <a:rPr lang="en-US" sz="2300" baseline="30000" dirty="0">
                <a:solidFill>
                  <a:schemeClr val="accent6">
                    <a:lumMod val="75000"/>
                  </a:schemeClr>
                </a:solidFill>
                <a:latin typeface="Arial" pitchFamily="34" charset="0"/>
                <a:cs typeface="Arial" pitchFamily="34" charset="0"/>
                <a:sym typeface="Symbol"/>
              </a:rPr>
              <a:t>2</a:t>
            </a:r>
            <a:r>
              <a:rPr lang="en-US" sz="2300" baseline="-25000" dirty="0">
                <a:solidFill>
                  <a:srgbClr val="002060"/>
                </a:solidFill>
                <a:latin typeface="Arial" pitchFamily="34" charset="0"/>
                <a:cs typeface="Arial" pitchFamily="34" charset="0"/>
                <a:sym typeface="Symbol"/>
              </a:rPr>
              <a:t>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12</a:t>
            </a:r>
            <a:r>
              <a:rPr lang="en-US" sz="2300" dirty="0">
                <a:solidFill>
                  <a:srgbClr val="00B0F0"/>
                </a:solidFill>
                <a:latin typeface="Arial" pitchFamily="34" charset="0"/>
                <a:cs typeface="Arial" pitchFamily="34" charset="0"/>
                <a:sym typeface="Symbol"/>
              </a:rPr>
              <a:t>X</a:t>
            </a:r>
            <a:r>
              <a:rPr lang="en-US" sz="2300" baseline="-25000" dirty="0">
                <a:solidFill>
                  <a:srgbClr val="00B0F0"/>
                </a:solidFill>
                <a:latin typeface="Arial" pitchFamily="34" charset="0"/>
                <a:cs typeface="Arial" pitchFamily="34" charset="0"/>
                <a:sym typeface="Symbol"/>
              </a:rPr>
              <a:t>1</a:t>
            </a:r>
            <a:r>
              <a:rPr lang="en-US" sz="2300" dirty="0">
                <a:solidFill>
                  <a:srgbClr val="00B0F0"/>
                </a:solidFill>
                <a:latin typeface="Arial" pitchFamily="34" charset="0"/>
                <a:cs typeface="Arial" pitchFamily="34" charset="0"/>
                <a:sym typeface="Symbol"/>
              </a:rPr>
              <a:t>X</a:t>
            </a:r>
            <a:r>
              <a:rPr lang="en-US" sz="2300" baseline="-25000" dirty="0">
                <a:solidFill>
                  <a:srgbClr val="00B0F0"/>
                </a:solidFill>
                <a:latin typeface="Arial" pitchFamily="34" charset="0"/>
                <a:cs typeface="Arial" pitchFamily="34" charset="0"/>
                <a:sym typeface="Symbol"/>
              </a:rPr>
              <a:t>2</a:t>
            </a:r>
            <a:r>
              <a:rPr lang="en-US" sz="2300" baseline="-25000" dirty="0">
                <a:solidFill>
                  <a:srgbClr val="002060"/>
                </a:solidFill>
                <a:latin typeface="Arial" pitchFamily="34" charset="0"/>
                <a:cs typeface="Arial" pitchFamily="34" charset="0"/>
                <a:sym typeface="Symbol"/>
              </a:rPr>
              <a:t> </a:t>
            </a:r>
            <a:r>
              <a:rPr lang="en-US" sz="2300" dirty="0">
                <a:solidFill>
                  <a:srgbClr val="002060"/>
                </a:solidFill>
                <a:latin typeface="Arial" pitchFamily="34" charset="0"/>
                <a:cs typeface="Arial" pitchFamily="34" charset="0"/>
                <a:sym typeface="Symbol"/>
              </a:rPr>
              <a:t>+ </a:t>
            </a:r>
          </a:p>
          <a:p>
            <a:pPr algn="ctr">
              <a:lnSpc>
                <a:spcPct val="200000"/>
              </a:lnSpc>
            </a:pPr>
            <a:r>
              <a:rPr lang="en-US" sz="2300" dirty="0">
                <a:solidFill>
                  <a:srgbClr val="002060"/>
                </a:solidFill>
                <a:latin typeface="Arial" pitchFamily="34" charset="0"/>
                <a:cs typeface="Arial" pitchFamily="34" charset="0"/>
              </a:rPr>
              <a:t>Y = </a:t>
            </a:r>
            <a:r>
              <a:rPr lang="en-US" sz="2300" dirty="0">
                <a:solidFill>
                  <a:srgbClr val="002060"/>
                </a:solidFill>
                <a:latin typeface="Arial" pitchFamily="34" charset="0"/>
                <a:cs typeface="Arial" pitchFamily="34" charset="0"/>
                <a:sym typeface="Symbol"/>
              </a:rPr>
              <a:t></a:t>
            </a:r>
            <a:r>
              <a:rPr lang="en-US" sz="2300" baseline="-25000" dirty="0">
                <a:solidFill>
                  <a:srgbClr val="002060"/>
                </a:solidFill>
                <a:latin typeface="Arial" pitchFamily="34" charset="0"/>
                <a:cs typeface="Arial" pitchFamily="34" charset="0"/>
                <a:sym typeface="Symbol"/>
              </a:rPr>
              <a:t>o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1</a:t>
            </a:r>
            <a:r>
              <a:rPr lang="en-US" sz="2300" dirty="0">
                <a:solidFill>
                  <a:srgbClr val="002060"/>
                </a:solidFill>
                <a:latin typeface="Arial" pitchFamily="34" charset="0"/>
                <a:cs typeface="Arial" pitchFamily="34" charset="0"/>
                <a:sym typeface="Symbol"/>
              </a:rPr>
              <a:t>X</a:t>
            </a:r>
            <a:r>
              <a:rPr lang="en-US" sz="2300" baseline="-25000" dirty="0">
                <a:solidFill>
                  <a:srgbClr val="002060"/>
                </a:solidFill>
                <a:latin typeface="Arial" pitchFamily="34" charset="0"/>
                <a:cs typeface="Arial" pitchFamily="34" charset="0"/>
                <a:sym typeface="Symbol"/>
              </a:rPr>
              <a:t>1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2</a:t>
            </a:r>
            <a:r>
              <a:rPr lang="en-US" sz="2300" dirty="0">
                <a:solidFill>
                  <a:srgbClr val="002060"/>
                </a:solidFill>
                <a:latin typeface="Arial" pitchFamily="34" charset="0"/>
                <a:cs typeface="Arial" pitchFamily="34" charset="0"/>
                <a:sym typeface="Symbol"/>
              </a:rPr>
              <a:t>X</a:t>
            </a:r>
            <a:r>
              <a:rPr lang="en-US" sz="2300" baseline="-25000" dirty="0">
                <a:solidFill>
                  <a:srgbClr val="002060"/>
                </a:solidFill>
                <a:latin typeface="Arial" pitchFamily="34" charset="0"/>
                <a:cs typeface="Arial" pitchFamily="34" charset="0"/>
                <a:sym typeface="Symbol"/>
              </a:rPr>
              <a:t>2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3</a:t>
            </a:r>
            <a:r>
              <a:rPr lang="en-US" sz="2300" dirty="0">
                <a:solidFill>
                  <a:schemeClr val="accent6">
                    <a:lumMod val="50000"/>
                  </a:schemeClr>
                </a:solidFill>
                <a:latin typeface="Arial" pitchFamily="34" charset="0"/>
                <a:cs typeface="Arial" pitchFamily="34" charset="0"/>
                <a:sym typeface="Symbol"/>
              </a:rPr>
              <a:t>X</a:t>
            </a:r>
            <a:r>
              <a:rPr lang="en-US" sz="2300" baseline="-25000" dirty="0">
                <a:solidFill>
                  <a:schemeClr val="accent6">
                    <a:lumMod val="50000"/>
                  </a:schemeClr>
                </a:solidFill>
                <a:latin typeface="Arial" pitchFamily="34" charset="0"/>
                <a:cs typeface="Arial" pitchFamily="34" charset="0"/>
                <a:sym typeface="Symbol"/>
              </a:rPr>
              <a:t>3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4</a:t>
            </a:r>
            <a:r>
              <a:rPr lang="en-US" sz="2300" dirty="0">
                <a:solidFill>
                  <a:schemeClr val="accent6">
                    <a:lumMod val="75000"/>
                  </a:schemeClr>
                </a:solidFill>
                <a:latin typeface="Arial" pitchFamily="34" charset="0"/>
                <a:cs typeface="Arial" pitchFamily="34" charset="0"/>
                <a:sym typeface="Symbol"/>
              </a:rPr>
              <a:t>X</a:t>
            </a:r>
            <a:r>
              <a:rPr lang="en-US" sz="2300" baseline="-25000" dirty="0">
                <a:solidFill>
                  <a:schemeClr val="accent6">
                    <a:lumMod val="75000"/>
                  </a:schemeClr>
                </a:solidFill>
                <a:latin typeface="Arial" pitchFamily="34" charset="0"/>
                <a:cs typeface="Arial" pitchFamily="34" charset="0"/>
                <a:sym typeface="Symbol"/>
              </a:rPr>
              <a:t>4</a:t>
            </a:r>
            <a:r>
              <a:rPr lang="en-US" sz="2300" baseline="-25000" dirty="0">
                <a:solidFill>
                  <a:srgbClr val="002060"/>
                </a:solidFill>
                <a:latin typeface="Arial" pitchFamily="34" charset="0"/>
                <a:cs typeface="Arial" pitchFamily="34" charset="0"/>
                <a:sym typeface="Symbol"/>
              </a:rPr>
              <a:t>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5</a:t>
            </a:r>
            <a:r>
              <a:rPr lang="en-US" sz="2300" dirty="0">
                <a:solidFill>
                  <a:srgbClr val="00B0F0"/>
                </a:solidFill>
                <a:latin typeface="Arial" pitchFamily="34" charset="0"/>
                <a:cs typeface="Arial" pitchFamily="34" charset="0"/>
                <a:sym typeface="Symbol"/>
              </a:rPr>
              <a:t>X</a:t>
            </a:r>
            <a:r>
              <a:rPr lang="en-US" sz="2300" baseline="-25000" dirty="0">
                <a:solidFill>
                  <a:srgbClr val="00B0F0"/>
                </a:solidFill>
                <a:latin typeface="Arial" pitchFamily="34" charset="0"/>
                <a:cs typeface="Arial" pitchFamily="34" charset="0"/>
                <a:sym typeface="Symbol"/>
              </a:rPr>
              <a:t>5</a:t>
            </a:r>
            <a:r>
              <a:rPr lang="en-US" sz="2300" dirty="0">
                <a:solidFill>
                  <a:srgbClr val="002060"/>
                </a:solidFill>
                <a:latin typeface="Arial" pitchFamily="34" charset="0"/>
                <a:cs typeface="Arial" pitchFamily="34" charset="0"/>
                <a:sym typeface="Symbol"/>
              </a:rPr>
              <a:t>+ </a:t>
            </a:r>
          </a:p>
          <a:p>
            <a:pPr algn="just">
              <a:lnSpc>
                <a:spcPct val="200000"/>
              </a:lnSpc>
            </a:pPr>
            <a:r>
              <a:rPr lang="en-US" sz="2300" dirty="0">
                <a:solidFill>
                  <a:schemeClr val="bg1">
                    <a:lumMod val="95000"/>
                    <a:lumOff val="5000"/>
                  </a:schemeClr>
                </a:solidFill>
                <a:latin typeface="Arial" pitchFamily="34" charset="0"/>
                <a:cs typeface="Arial" pitchFamily="34" charset="0"/>
                <a:sym typeface="Symbol"/>
              </a:rPr>
              <a:t>Any regression model that is linear in parameters (s) is a linear regression model, irrespective of the resulting response surface being a plane or curved.  </a:t>
            </a:r>
            <a:r>
              <a:rPr lang="en-US" sz="2300" baseline="-25000" dirty="0">
                <a:solidFill>
                  <a:schemeClr val="bg1">
                    <a:lumMod val="95000"/>
                    <a:lumOff val="5000"/>
                  </a:schemeClr>
                </a:solidFill>
                <a:latin typeface="Arial" pitchFamily="34" charset="0"/>
                <a:cs typeface="Arial" pitchFamily="34" charset="0"/>
                <a:sym typeface="Symbol"/>
              </a:rPr>
              <a:t>.</a:t>
            </a:r>
            <a:endParaRPr lang="en-US" sz="2300" dirty="0">
              <a:solidFill>
                <a:schemeClr val="bg1">
                  <a:lumMod val="95000"/>
                  <a:lumOff val="5000"/>
                </a:schemeClr>
              </a:solidFill>
              <a:latin typeface="Arial" pitchFamily="34" charset="0"/>
              <a:cs typeface="Arial" pitchFamily="34" charset="0"/>
              <a:sym typeface="Symbo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3FA4B1D-F97C-C7C5-6362-7DD45F8EADB6}"/>
                  </a:ext>
                </a:extLst>
              </p14:cNvPr>
              <p14:cNvContentPartPr/>
              <p14:nvPr/>
            </p14:nvContentPartPr>
            <p14:xfrm>
              <a:off x="147240" y="247680"/>
              <a:ext cx="8997120" cy="2463120"/>
            </p14:xfrm>
          </p:contentPart>
        </mc:Choice>
        <mc:Fallback>
          <p:pic>
            <p:nvPicPr>
              <p:cNvPr id="2" name="Ink 1">
                <a:extLst>
                  <a:ext uri="{FF2B5EF4-FFF2-40B4-BE49-F238E27FC236}">
                    <a16:creationId xmlns:a16="http://schemas.microsoft.com/office/drawing/2014/main" id="{03FA4B1D-F97C-C7C5-6362-7DD45F8EADB6}"/>
                  </a:ext>
                </a:extLst>
              </p:cNvPr>
              <p:cNvPicPr/>
              <p:nvPr/>
            </p:nvPicPr>
            <p:blipFill>
              <a:blip r:embed="rId3"/>
              <a:stretch>
                <a:fillRect/>
              </a:stretch>
            </p:blipFill>
            <p:spPr>
              <a:xfrm>
                <a:off x="137880" y="238320"/>
                <a:ext cx="9015840" cy="248184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0" y="411510"/>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Matrix Approach to Multiple Regression</a:t>
            </a:r>
          </a:p>
        </p:txBody>
      </p:sp>
      <p:sp>
        <p:nvSpPr>
          <p:cNvPr id="40963" name="TextBox 2"/>
          <p:cNvSpPr txBox="1">
            <a:spLocks noChangeArrowheads="1"/>
          </p:cNvSpPr>
          <p:nvPr/>
        </p:nvSpPr>
        <p:spPr bwMode="auto">
          <a:xfrm>
            <a:off x="408795" y="1120230"/>
            <a:ext cx="8496944" cy="3631763"/>
          </a:xfrm>
          <a:prstGeom prst="rect">
            <a:avLst/>
          </a:prstGeom>
          <a:noFill/>
          <a:ln w="9525">
            <a:noFill/>
            <a:miter lim="800000"/>
            <a:headEnd/>
            <a:tailEnd/>
          </a:ln>
        </p:spPr>
        <p:txBody>
          <a:bodyPr wrap="square">
            <a:spAutoFit/>
          </a:bodyPr>
          <a:lstStyle/>
          <a:p>
            <a:pPr algn="just">
              <a:lnSpc>
                <a:spcPct val="200000"/>
              </a:lnSpc>
              <a:buClr>
                <a:srgbClr val="990000"/>
              </a:buClr>
            </a:pPr>
            <a:r>
              <a:rPr lang="en-US" sz="2300" dirty="0">
                <a:solidFill>
                  <a:schemeClr val="bg1">
                    <a:lumMod val="95000"/>
                    <a:lumOff val="5000"/>
                  </a:schemeClr>
                </a:solidFill>
                <a:latin typeface="Arial" pitchFamily="34" charset="0"/>
                <a:cs typeface="Arial" pitchFamily="34" charset="0"/>
              </a:rPr>
              <a:t>   Let there be k </a:t>
            </a:r>
            <a:r>
              <a:rPr lang="en-US" sz="2300" dirty="0" err="1">
                <a:solidFill>
                  <a:schemeClr val="bg1">
                    <a:lumMod val="95000"/>
                    <a:lumOff val="5000"/>
                  </a:schemeClr>
                </a:solidFill>
                <a:latin typeface="Arial" pitchFamily="34" charset="0"/>
                <a:cs typeface="Arial" pitchFamily="34" charset="0"/>
              </a:rPr>
              <a:t>regressor</a:t>
            </a:r>
            <a:r>
              <a:rPr lang="en-US" sz="2300" dirty="0">
                <a:solidFill>
                  <a:schemeClr val="bg1">
                    <a:lumMod val="95000"/>
                    <a:lumOff val="5000"/>
                  </a:schemeClr>
                </a:solidFill>
                <a:latin typeface="Arial" pitchFamily="34" charset="0"/>
                <a:cs typeface="Arial" pitchFamily="34" charset="0"/>
              </a:rPr>
              <a:t> variables with n observations </a:t>
            </a:r>
          </a:p>
          <a:p>
            <a:pPr algn="ctr">
              <a:lnSpc>
                <a:spcPct val="200000"/>
              </a:lnSpc>
              <a:buClr>
                <a:srgbClr val="990000"/>
              </a:buClr>
            </a:pPr>
            <a:r>
              <a:rPr lang="en-US" sz="2300" dirty="0">
                <a:solidFill>
                  <a:srgbClr val="002060"/>
                </a:solidFill>
                <a:latin typeface="Arial" pitchFamily="34" charset="0"/>
                <a:cs typeface="Arial" pitchFamily="34" charset="0"/>
              </a:rPr>
              <a:t>(X</a:t>
            </a:r>
            <a:r>
              <a:rPr lang="en-US" sz="2300" baseline="-25000" dirty="0">
                <a:solidFill>
                  <a:srgbClr val="002060"/>
                </a:solidFill>
                <a:latin typeface="Arial" pitchFamily="34" charset="0"/>
                <a:cs typeface="Arial" pitchFamily="34" charset="0"/>
              </a:rPr>
              <a:t>i1</a:t>
            </a:r>
            <a:r>
              <a:rPr lang="en-US" sz="2300" dirty="0">
                <a:solidFill>
                  <a:srgbClr val="002060"/>
                </a:solidFill>
                <a:latin typeface="Arial" pitchFamily="34" charset="0"/>
                <a:cs typeface="Arial" pitchFamily="34" charset="0"/>
              </a:rPr>
              <a:t>, X</a:t>
            </a:r>
            <a:r>
              <a:rPr lang="en-US" sz="2300" baseline="-25000" dirty="0">
                <a:solidFill>
                  <a:srgbClr val="002060"/>
                </a:solidFill>
                <a:latin typeface="Arial" pitchFamily="34" charset="0"/>
                <a:cs typeface="Arial" pitchFamily="34" charset="0"/>
              </a:rPr>
              <a:t>i2</a:t>
            </a:r>
            <a:r>
              <a:rPr lang="en-US" sz="2300" dirty="0">
                <a:solidFill>
                  <a:srgbClr val="002060"/>
                </a:solidFill>
                <a:latin typeface="Arial" pitchFamily="34" charset="0"/>
                <a:cs typeface="Arial" pitchFamily="34" charset="0"/>
              </a:rPr>
              <a:t>, X</a:t>
            </a:r>
            <a:r>
              <a:rPr lang="en-US" sz="2300" baseline="-25000" dirty="0">
                <a:solidFill>
                  <a:srgbClr val="002060"/>
                </a:solidFill>
                <a:latin typeface="Arial" pitchFamily="34" charset="0"/>
                <a:cs typeface="Arial" pitchFamily="34" charset="0"/>
              </a:rPr>
              <a:t>i3</a:t>
            </a:r>
            <a:r>
              <a:rPr lang="en-US" sz="2300" dirty="0">
                <a:solidFill>
                  <a:srgbClr val="002060"/>
                </a:solidFill>
                <a:latin typeface="Arial" pitchFamily="34" charset="0"/>
                <a:cs typeface="Arial" pitchFamily="34" charset="0"/>
              </a:rPr>
              <a:t>,…, </a:t>
            </a:r>
            <a:r>
              <a:rPr lang="en-US" sz="2300" dirty="0" err="1">
                <a:solidFill>
                  <a:srgbClr val="002060"/>
                </a:solidFill>
                <a:latin typeface="Arial" pitchFamily="34" charset="0"/>
                <a:cs typeface="Arial" pitchFamily="34" charset="0"/>
              </a:rPr>
              <a:t>X</a:t>
            </a:r>
            <a:r>
              <a:rPr lang="en-US" sz="2300" baseline="-25000" dirty="0" err="1">
                <a:solidFill>
                  <a:srgbClr val="002060"/>
                </a:solidFill>
                <a:latin typeface="Arial" pitchFamily="34" charset="0"/>
                <a:cs typeface="Arial" pitchFamily="34" charset="0"/>
              </a:rPr>
              <a:t>ik</a:t>
            </a:r>
            <a:r>
              <a:rPr lang="en-US" sz="2300" dirty="0">
                <a:solidFill>
                  <a:srgbClr val="002060"/>
                </a:solidFill>
                <a:latin typeface="Arial" pitchFamily="34" charset="0"/>
                <a:cs typeface="Arial" pitchFamily="34" charset="0"/>
              </a:rPr>
              <a:t>, Y</a:t>
            </a:r>
            <a:r>
              <a:rPr lang="en-US" sz="2300" baseline="-25000" dirty="0">
                <a:solidFill>
                  <a:srgbClr val="002060"/>
                </a:solidFill>
                <a:latin typeface="Arial" pitchFamily="34" charset="0"/>
                <a:cs typeface="Arial" pitchFamily="34" charset="0"/>
              </a:rPr>
              <a:t>i</a:t>
            </a:r>
            <a:r>
              <a:rPr lang="en-US" sz="2300" dirty="0">
                <a:solidFill>
                  <a:srgbClr val="002060"/>
                </a:solidFill>
                <a:latin typeface="Arial" pitchFamily="34" charset="0"/>
                <a:cs typeface="Arial" pitchFamily="34" charset="0"/>
              </a:rPr>
              <a:t>), i=1, 2,…,n</a:t>
            </a:r>
          </a:p>
          <a:p>
            <a:pPr algn="ctr">
              <a:lnSpc>
                <a:spcPct val="200000"/>
              </a:lnSpc>
            </a:pPr>
            <a:r>
              <a:rPr lang="en-US" sz="2300" dirty="0">
                <a:solidFill>
                  <a:srgbClr val="002060"/>
                </a:solidFill>
                <a:latin typeface="Arial" pitchFamily="34" charset="0"/>
                <a:cs typeface="Arial" pitchFamily="34" charset="0"/>
              </a:rPr>
              <a:t>Y</a:t>
            </a:r>
            <a:r>
              <a:rPr lang="en-US" sz="2300" baseline="-25000" dirty="0">
                <a:solidFill>
                  <a:srgbClr val="002060"/>
                </a:solidFill>
                <a:latin typeface="Arial" pitchFamily="34" charset="0"/>
                <a:cs typeface="Arial" pitchFamily="34" charset="0"/>
              </a:rPr>
              <a:t>i </a:t>
            </a:r>
            <a:r>
              <a:rPr lang="en-US" sz="2300" dirty="0">
                <a:solidFill>
                  <a:srgbClr val="002060"/>
                </a:solidFill>
                <a:latin typeface="Arial" pitchFamily="34" charset="0"/>
                <a:cs typeface="Arial" pitchFamily="34" charset="0"/>
              </a:rPr>
              <a:t>= </a:t>
            </a:r>
            <a:r>
              <a:rPr lang="en-US" sz="2300" dirty="0">
                <a:solidFill>
                  <a:srgbClr val="002060"/>
                </a:solidFill>
                <a:latin typeface="Arial" pitchFamily="34" charset="0"/>
                <a:cs typeface="Arial" pitchFamily="34" charset="0"/>
                <a:sym typeface="Symbol"/>
              </a:rPr>
              <a:t></a:t>
            </a:r>
            <a:r>
              <a:rPr lang="en-US" sz="2300" baseline="-25000" dirty="0">
                <a:solidFill>
                  <a:srgbClr val="002060"/>
                </a:solidFill>
                <a:latin typeface="Arial" pitchFamily="34" charset="0"/>
                <a:cs typeface="Arial" pitchFamily="34" charset="0"/>
                <a:sym typeface="Symbol"/>
              </a:rPr>
              <a:t>o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1</a:t>
            </a:r>
            <a:r>
              <a:rPr lang="en-US" sz="2300" dirty="0">
                <a:solidFill>
                  <a:srgbClr val="002060"/>
                </a:solidFill>
                <a:latin typeface="Arial" pitchFamily="34" charset="0"/>
                <a:cs typeface="Arial" pitchFamily="34" charset="0"/>
                <a:sym typeface="Symbol"/>
              </a:rPr>
              <a:t>X</a:t>
            </a:r>
            <a:r>
              <a:rPr lang="en-US" sz="2300" baseline="-25000" dirty="0">
                <a:solidFill>
                  <a:srgbClr val="002060"/>
                </a:solidFill>
                <a:latin typeface="Arial" pitchFamily="34" charset="0"/>
                <a:cs typeface="Arial" pitchFamily="34" charset="0"/>
                <a:sym typeface="Symbol"/>
              </a:rPr>
              <a:t>i1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2</a:t>
            </a:r>
            <a:r>
              <a:rPr lang="en-US" sz="2300" dirty="0">
                <a:solidFill>
                  <a:srgbClr val="002060"/>
                </a:solidFill>
                <a:latin typeface="Arial" pitchFamily="34" charset="0"/>
                <a:cs typeface="Arial" pitchFamily="34" charset="0"/>
                <a:sym typeface="Symbol"/>
              </a:rPr>
              <a:t>X</a:t>
            </a:r>
            <a:r>
              <a:rPr lang="en-US" sz="2300" baseline="-25000" dirty="0">
                <a:solidFill>
                  <a:srgbClr val="002060"/>
                </a:solidFill>
                <a:latin typeface="Arial" pitchFamily="34" charset="0"/>
                <a:cs typeface="Arial" pitchFamily="34" charset="0"/>
                <a:sym typeface="Symbol"/>
              </a:rPr>
              <a:t>i2 </a:t>
            </a:r>
            <a:r>
              <a:rPr lang="en-US" sz="2300" dirty="0">
                <a:solidFill>
                  <a:srgbClr val="002060"/>
                </a:solidFill>
                <a:latin typeface="Arial" pitchFamily="34" charset="0"/>
                <a:cs typeface="Arial" pitchFamily="34" charset="0"/>
                <a:sym typeface="Symbol"/>
              </a:rPr>
              <a:t>+ …+ </a:t>
            </a:r>
            <a:r>
              <a:rPr lang="en-US" sz="2300" baseline="-25000" dirty="0" err="1">
                <a:solidFill>
                  <a:srgbClr val="002060"/>
                </a:solidFill>
                <a:latin typeface="Arial" pitchFamily="34" charset="0"/>
                <a:cs typeface="Arial" pitchFamily="34" charset="0"/>
                <a:sym typeface="Symbol"/>
              </a:rPr>
              <a:t>k</a:t>
            </a:r>
            <a:r>
              <a:rPr lang="en-US" sz="2300" dirty="0" err="1">
                <a:solidFill>
                  <a:srgbClr val="002060"/>
                </a:solidFill>
                <a:latin typeface="Arial" pitchFamily="34" charset="0"/>
                <a:cs typeface="Arial" pitchFamily="34" charset="0"/>
                <a:sym typeface="Symbol"/>
              </a:rPr>
              <a:t>X</a:t>
            </a:r>
            <a:r>
              <a:rPr lang="en-US" sz="2300" baseline="-25000" dirty="0" err="1">
                <a:solidFill>
                  <a:srgbClr val="002060"/>
                </a:solidFill>
                <a:latin typeface="Arial" pitchFamily="34" charset="0"/>
                <a:cs typeface="Arial" pitchFamily="34" charset="0"/>
                <a:sym typeface="Symbol"/>
              </a:rPr>
              <a:t>ik</a:t>
            </a:r>
            <a:r>
              <a:rPr lang="en-US" sz="2300" baseline="-25000" dirty="0">
                <a:solidFill>
                  <a:srgbClr val="002060"/>
                </a:solidFill>
                <a:latin typeface="Arial" pitchFamily="34" charset="0"/>
                <a:cs typeface="Arial" pitchFamily="34" charset="0"/>
                <a:sym typeface="Symbol"/>
              </a:rPr>
              <a:t> </a:t>
            </a:r>
            <a:r>
              <a:rPr lang="en-US" sz="2300" dirty="0">
                <a:solidFill>
                  <a:srgbClr val="002060"/>
                </a:solidFill>
                <a:latin typeface="Arial" pitchFamily="34" charset="0"/>
                <a:cs typeface="Arial" pitchFamily="34" charset="0"/>
                <a:sym typeface="Symbol"/>
              </a:rPr>
              <a:t>+ </a:t>
            </a:r>
            <a:r>
              <a:rPr lang="en-US" sz="2300" baseline="-25000" dirty="0">
                <a:solidFill>
                  <a:srgbClr val="002060"/>
                </a:solidFill>
                <a:latin typeface="Arial" pitchFamily="34" charset="0"/>
                <a:cs typeface="Arial" pitchFamily="34" charset="0"/>
                <a:sym typeface="Symbol"/>
              </a:rPr>
              <a:t>i</a:t>
            </a:r>
            <a:r>
              <a:rPr lang="en-US" sz="2300" dirty="0">
                <a:solidFill>
                  <a:srgbClr val="002060"/>
                </a:solidFill>
                <a:latin typeface="Arial" pitchFamily="34" charset="0"/>
                <a:cs typeface="Arial" pitchFamily="34" charset="0"/>
                <a:sym typeface="Symbol"/>
              </a:rPr>
              <a:t>   i=1, 2,…, n</a:t>
            </a:r>
          </a:p>
          <a:p>
            <a:pPr algn="just">
              <a:lnSpc>
                <a:spcPct val="200000"/>
              </a:lnSpc>
            </a:pPr>
            <a:r>
              <a:rPr lang="en-US" sz="2300" dirty="0">
                <a:solidFill>
                  <a:schemeClr val="bg1">
                    <a:lumMod val="95000"/>
                    <a:lumOff val="5000"/>
                  </a:schemeClr>
                </a:solidFill>
                <a:latin typeface="Arial" pitchFamily="34" charset="0"/>
                <a:cs typeface="Arial" pitchFamily="34" charset="0"/>
              </a:rPr>
              <a:t>Note: n &gt; k</a:t>
            </a:r>
          </a:p>
          <a:p>
            <a:pPr algn="just">
              <a:lnSpc>
                <a:spcPct val="200000"/>
              </a:lnSpc>
            </a:pPr>
            <a:r>
              <a:rPr lang="en-US" sz="2300" dirty="0">
                <a:solidFill>
                  <a:schemeClr val="bg1">
                    <a:lumMod val="95000"/>
                    <a:lumOff val="5000"/>
                  </a:schemeClr>
                </a:solidFill>
                <a:latin typeface="Arial" pitchFamily="34" charset="0"/>
                <a:cs typeface="Arial" pitchFamily="34" charset="0"/>
              </a:rPr>
              <a:t>  This may be represented in a matrix notation as </a:t>
            </a:r>
            <a:r>
              <a:rPr lang="en-US" sz="2300" b="1" dirty="0">
                <a:solidFill>
                  <a:srgbClr val="002060"/>
                </a:solidFill>
                <a:latin typeface="Arial" pitchFamily="34" charset="0"/>
                <a:cs typeface="Arial" pitchFamily="34" charset="0"/>
              </a:rPr>
              <a:t>Y</a:t>
            </a:r>
            <a:r>
              <a:rPr lang="en-US" sz="2300" dirty="0">
                <a:solidFill>
                  <a:srgbClr val="002060"/>
                </a:solidFill>
                <a:latin typeface="Arial" pitchFamily="34" charset="0"/>
                <a:cs typeface="Arial" pitchFamily="34" charset="0"/>
              </a:rPr>
              <a:t> = </a:t>
            </a:r>
            <a:r>
              <a:rPr lang="en-US" sz="2300" b="1" dirty="0">
                <a:solidFill>
                  <a:srgbClr val="002060"/>
                </a:solidFill>
                <a:latin typeface="Arial" pitchFamily="34" charset="0"/>
                <a:cs typeface="Arial" pitchFamily="34" charset="0"/>
              </a:rPr>
              <a:t>X</a:t>
            </a:r>
            <a:r>
              <a:rPr lang="en-US" sz="2300" b="1" dirty="0">
                <a:solidFill>
                  <a:srgbClr val="002060"/>
                </a:solidFill>
                <a:latin typeface="Arial" pitchFamily="34" charset="0"/>
                <a:cs typeface="Arial" pitchFamily="34" charset="0"/>
                <a:sym typeface="Symbol"/>
              </a:rPr>
              <a:t>+      </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E5263A3-311F-8F0A-5444-399B918E1D0D}"/>
                  </a:ext>
                </a:extLst>
              </p14:cNvPr>
              <p14:cNvContentPartPr/>
              <p14:nvPr/>
            </p14:nvContentPartPr>
            <p14:xfrm>
              <a:off x="4482720" y="1497600"/>
              <a:ext cx="4513320" cy="2564640"/>
            </p14:xfrm>
          </p:contentPart>
        </mc:Choice>
        <mc:Fallback>
          <p:pic>
            <p:nvPicPr>
              <p:cNvPr id="2" name="Ink 1">
                <a:extLst>
                  <a:ext uri="{FF2B5EF4-FFF2-40B4-BE49-F238E27FC236}">
                    <a16:creationId xmlns:a16="http://schemas.microsoft.com/office/drawing/2014/main" id="{0E5263A3-311F-8F0A-5444-399B918E1D0D}"/>
                  </a:ext>
                </a:extLst>
              </p:cNvPr>
              <p:cNvPicPr/>
              <p:nvPr/>
            </p:nvPicPr>
            <p:blipFill>
              <a:blip r:embed="rId3"/>
              <a:stretch>
                <a:fillRect/>
              </a:stretch>
            </p:blipFill>
            <p:spPr>
              <a:xfrm>
                <a:off x="4473360" y="1488240"/>
                <a:ext cx="4532040" cy="258336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57150" y="152621"/>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Matrix Form of the Regression Equations</a:t>
            </a:r>
          </a:p>
        </p:txBody>
      </p:sp>
      <p:graphicFrame>
        <p:nvGraphicFramePr>
          <p:cNvPr id="2" name="Object 1"/>
          <p:cNvGraphicFramePr>
            <a:graphicFrameLocks noChangeAspect="1"/>
          </p:cNvGraphicFramePr>
          <p:nvPr>
            <p:extLst>
              <p:ext uri="{D42A27DB-BD31-4B8C-83A1-F6EECF244321}">
                <p14:modId xmlns:p14="http://schemas.microsoft.com/office/powerpoint/2010/main" val="3503811136"/>
              </p:ext>
            </p:extLst>
          </p:nvPr>
        </p:nvGraphicFramePr>
        <p:xfrm>
          <a:off x="4514850" y="2490788"/>
          <a:ext cx="114300" cy="161925"/>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
                      <p:cNvPicPr/>
                      <p:nvPr/>
                    </p:nvPicPr>
                    <p:blipFill>
                      <a:blip r:embed="rId3"/>
                      <a:stretch>
                        <a:fillRect/>
                      </a:stretch>
                    </p:blipFill>
                    <p:spPr>
                      <a:xfrm>
                        <a:off x="4514850" y="2490788"/>
                        <a:ext cx="114300" cy="161925"/>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368077345"/>
              </p:ext>
            </p:extLst>
          </p:nvPr>
        </p:nvGraphicFramePr>
        <p:xfrm>
          <a:off x="2267744" y="1419622"/>
          <a:ext cx="2949575" cy="2973387"/>
        </p:xfrm>
        <a:graphic>
          <a:graphicData uri="http://schemas.openxmlformats.org/presentationml/2006/ole">
            <mc:AlternateContent xmlns:mc="http://schemas.openxmlformats.org/markup-compatibility/2006">
              <mc:Choice xmlns:v="urn:schemas-microsoft-com:vml" Requires="v">
                <p:oleObj name="Equation" r:id="rId4" imgW="1612800" imgH="1625400" progId="Equation.3">
                  <p:embed/>
                </p:oleObj>
              </mc:Choice>
              <mc:Fallback>
                <p:oleObj name="Equation" r:id="rId4" imgW="1612800" imgH="16254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1419622"/>
                        <a:ext cx="2949575" cy="297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774446181"/>
              </p:ext>
            </p:extLst>
          </p:nvPr>
        </p:nvGraphicFramePr>
        <p:xfrm>
          <a:off x="5436096" y="1203598"/>
          <a:ext cx="1262062" cy="3071812"/>
        </p:xfrm>
        <a:graphic>
          <a:graphicData uri="http://schemas.openxmlformats.org/presentationml/2006/ole">
            <mc:AlternateContent xmlns:mc="http://schemas.openxmlformats.org/markup-compatibility/2006">
              <mc:Choice xmlns:v="urn:schemas-microsoft-com:vml" Requires="v">
                <p:oleObj name="Equation" r:id="rId6" imgW="583920" imgH="1422360" progId="Equation.3">
                  <p:embed/>
                </p:oleObj>
              </mc:Choice>
              <mc:Fallback>
                <p:oleObj name="Equation" r:id="rId6" imgW="583920" imgH="142236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6096" y="1203598"/>
                        <a:ext cx="1262062"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32143" name="Picture 36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4288" y="1203598"/>
            <a:ext cx="1152525"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Object 7"/>
          <p:cNvGraphicFramePr>
            <a:graphicFrameLocks noChangeAspect="1"/>
          </p:cNvGraphicFramePr>
          <p:nvPr>
            <p:extLst>
              <p:ext uri="{D42A27DB-BD31-4B8C-83A1-F6EECF244321}">
                <p14:modId xmlns:p14="http://schemas.microsoft.com/office/powerpoint/2010/main" val="1574322593"/>
              </p:ext>
            </p:extLst>
          </p:nvPr>
        </p:nvGraphicFramePr>
        <p:xfrm>
          <a:off x="414338" y="971550"/>
          <a:ext cx="1484312" cy="3482975"/>
        </p:xfrm>
        <a:graphic>
          <a:graphicData uri="http://schemas.openxmlformats.org/presentationml/2006/ole">
            <mc:AlternateContent xmlns:mc="http://schemas.openxmlformats.org/markup-compatibility/2006">
              <mc:Choice xmlns:v="urn:schemas-microsoft-com:vml" Requires="v">
                <p:oleObj name="Equation" r:id="rId9" imgW="685800" imgH="1612800" progId="Equation.3">
                  <p:embed/>
                </p:oleObj>
              </mc:Choice>
              <mc:Fallback>
                <p:oleObj name="Equation" r:id="rId9" imgW="685800" imgH="1612800" progId="Equation.3">
                  <p:embed/>
                  <p:pic>
                    <p:nvPicPr>
                      <p:cNvPr id="0" name="Object 2"/>
                      <p:cNvPicPr>
                        <a:picLocks noChangeAspect="1" noChangeArrowheads="1"/>
                      </p:cNvPicPr>
                      <p:nvPr/>
                    </p:nvPicPr>
                    <p:blipFill>
                      <a:blip r:embed="rId10"/>
                      <a:srcRect/>
                      <a:stretch>
                        <a:fillRect/>
                      </a:stretch>
                    </p:blipFill>
                    <p:spPr bwMode="auto">
                      <a:xfrm>
                        <a:off x="414338" y="971550"/>
                        <a:ext cx="1484312" cy="348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p14="http://schemas.microsoft.com/office/powerpoint/2010/main" Requires="p14">
          <p:contentPart p14:bwMode="auto" r:id="rId11">
            <p14:nvContentPartPr>
              <p14:cNvPr id="3" name="Ink 2">
                <a:extLst>
                  <a:ext uri="{FF2B5EF4-FFF2-40B4-BE49-F238E27FC236}">
                    <a16:creationId xmlns:a16="http://schemas.microsoft.com/office/drawing/2014/main" id="{FDE8F265-9801-C94B-31A7-C47FAC41538B}"/>
                  </a:ext>
                </a:extLst>
              </p14:cNvPr>
              <p14:cNvContentPartPr/>
              <p14:nvPr/>
            </p14:nvContentPartPr>
            <p14:xfrm>
              <a:off x="59760" y="710280"/>
              <a:ext cx="8271720" cy="4333680"/>
            </p14:xfrm>
          </p:contentPart>
        </mc:Choice>
        <mc:Fallback>
          <p:pic>
            <p:nvPicPr>
              <p:cNvPr id="3" name="Ink 2">
                <a:extLst>
                  <a:ext uri="{FF2B5EF4-FFF2-40B4-BE49-F238E27FC236}">
                    <a16:creationId xmlns:a16="http://schemas.microsoft.com/office/drawing/2014/main" id="{FDE8F265-9801-C94B-31A7-C47FAC41538B}"/>
                  </a:ext>
                </a:extLst>
              </p:cNvPr>
              <p:cNvPicPr/>
              <p:nvPr/>
            </p:nvPicPr>
            <p:blipFill>
              <a:blip r:embed="rId12"/>
              <a:stretch>
                <a:fillRect/>
              </a:stretch>
            </p:blipFill>
            <p:spPr>
              <a:xfrm>
                <a:off x="50400" y="700920"/>
                <a:ext cx="8290440" cy="4352400"/>
              </a:xfrm>
              <a:prstGeom prst="rect">
                <a:avLst/>
              </a:prstGeom>
            </p:spPr>
          </p:pic>
        </mc:Fallback>
      </mc:AlternateContent>
    </p:spTree>
    <p:extLst>
      <p:ext uri="{BB962C8B-B14F-4D97-AF65-F5344CB8AC3E}">
        <p14:creationId xmlns:p14="http://schemas.microsoft.com/office/powerpoint/2010/main" val="3843210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a:xfrm>
            <a:off x="146847" y="3530575"/>
            <a:ext cx="8964488" cy="1569660"/>
          </a:xfrm>
          <a:prstGeom prst="rect">
            <a:avLst/>
          </a:prstGeom>
          <a:noFill/>
        </p:spPr>
        <p:txBody>
          <a:bodyPr wrap="square" rtlCol="0">
            <a:spAutoFit/>
          </a:bodyPr>
          <a:lstStyle/>
          <a:p>
            <a:pPr algn="ctr">
              <a:lnSpc>
                <a:spcPct val="200000"/>
              </a:lnSpc>
            </a:pPr>
            <a:r>
              <a:rPr lang="en-US" sz="2400" b="1" dirty="0">
                <a:solidFill>
                  <a:srgbClr val="002060"/>
                </a:solidFill>
                <a:latin typeface="Arial" pitchFamily="34" charset="0"/>
                <a:cs typeface="Arial" pitchFamily="34" charset="0"/>
              </a:rPr>
              <a:t>Y</a:t>
            </a:r>
            <a:r>
              <a:rPr lang="en-US" sz="2400" dirty="0">
                <a:solidFill>
                  <a:schemeClr val="bg1">
                    <a:lumMod val="95000"/>
                    <a:lumOff val="5000"/>
                  </a:schemeClr>
                </a:solidFill>
                <a:latin typeface="Arial" pitchFamily="34" charset="0"/>
                <a:cs typeface="Arial" pitchFamily="34" charset="0"/>
              </a:rPr>
              <a:t> is  an (n x1) vector of the observations</a:t>
            </a:r>
          </a:p>
          <a:p>
            <a:pPr algn="ctr">
              <a:lnSpc>
                <a:spcPct val="200000"/>
              </a:lnSpc>
            </a:pPr>
            <a:r>
              <a:rPr lang="en-US" sz="2400" b="1" dirty="0">
                <a:solidFill>
                  <a:srgbClr val="002060"/>
                </a:solidFill>
                <a:latin typeface="Arial" pitchFamily="34" charset="0"/>
                <a:cs typeface="Arial" pitchFamily="34" charset="0"/>
              </a:rPr>
              <a:t>X</a:t>
            </a:r>
            <a:r>
              <a:rPr lang="en-US" sz="2400" b="1" dirty="0">
                <a:solidFill>
                  <a:schemeClr val="bg1">
                    <a:lumMod val="95000"/>
                    <a:lumOff val="5000"/>
                  </a:schemeClr>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rPr>
              <a:t> is an (n x p) matrix of the levels of the independent variables  </a:t>
            </a:r>
            <a:endParaRPr lang="en-IN" sz="2400" dirty="0">
              <a:solidFill>
                <a:schemeClr val="bg1">
                  <a:lumMod val="95000"/>
                  <a:lumOff val="5000"/>
                </a:schemeClr>
              </a:solidFill>
              <a:latin typeface="Arial" pitchFamily="34" charset="0"/>
              <a:cs typeface="Arial" pitchFamily="34"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3354051875"/>
              </p:ext>
            </p:extLst>
          </p:nvPr>
        </p:nvGraphicFramePr>
        <p:xfrm>
          <a:off x="4514850" y="2490788"/>
          <a:ext cx="114300" cy="161925"/>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0" name=""/>
                      <p:cNvPicPr/>
                      <p:nvPr/>
                    </p:nvPicPr>
                    <p:blipFill>
                      <a:blip r:embed="rId3"/>
                      <a:stretch>
                        <a:fillRect/>
                      </a:stretch>
                    </p:blipFill>
                    <p:spPr>
                      <a:xfrm>
                        <a:off x="4514850" y="2490788"/>
                        <a:ext cx="114300" cy="161925"/>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876259896"/>
              </p:ext>
            </p:extLst>
          </p:nvPr>
        </p:nvGraphicFramePr>
        <p:xfrm>
          <a:off x="4932040" y="627534"/>
          <a:ext cx="2949575" cy="2973388"/>
        </p:xfrm>
        <a:graphic>
          <a:graphicData uri="http://schemas.openxmlformats.org/presentationml/2006/ole">
            <mc:AlternateContent xmlns:mc="http://schemas.openxmlformats.org/markup-compatibility/2006">
              <mc:Choice xmlns:v="urn:schemas-microsoft-com:vml" Requires="v">
                <p:oleObj name="Equation" r:id="rId4" imgW="1612900" imgH="1625600" progId="Equation.3">
                  <p:embed/>
                </p:oleObj>
              </mc:Choice>
              <mc:Fallback>
                <p:oleObj name="Equation" r:id="rId4" imgW="1612900" imgH="16256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040" y="627534"/>
                        <a:ext cx="2949575" cy="297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912520928"/>
              </p:ext>
            </p:extLst>
          </p:nvPr>
        </p:nvGraphicFramePr>
        <p:xfrm>
          <a:off x="1691680" y="267494"/>
          <a:ext cx="1484312" cy="3482975"/>
        </p:xfrm>
        <a:graphic>
          <a:graphicData uri="http://schemas.openxmlformats.org/presentationml/2006/ole">
            <mc:AlternateContent xmlns:mc="http://schemas.openxmlformats.org/markup-compatibility/2006">
              <mc:Choice xmlns:v="urn:schemas-microsoft-com:vml" Requires="v">
                <p:oleObj name="Equation" r:id="rId6" imgW="685800" imgH="1612800" progId="Equation.3">
                  <p:embed/>
                </p:oleObj>
              </mc:Choice>
              <mc:Fallback>
                <p:oleObj name="Equation" r:id="rId6" imgW="685800" imgH="16128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1680" y="267494"/>
                        <a:ext cx="1484312" cy="348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309032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a:xfrm>
            <a:off x="539552" y="3888174"/>
            <a:ext cx="8064896" cy="1045223"/>
          </a:xfrm>
          <a:prstGeom prst="rect">
            <a:avLst/>
          </a:prstGeom>
          <a:noFill/>
        </p:spPr>
        <p:txBody>
          <a:bodyPr wrap="square" rtlCol="0">
            <a:spAutoFit/>
          </a:bodyPr>
          <a:lstStyle/>
          <a:p>
            <a:pPr algn="just">
              <a:lnSpc>
                <a:spcPct val="150000"/>
              </a:lnSpc>
            </a:pPr>
            <a:r>
              <a:rPr lang="en-US" sz="2200" b="1" dirty="0">
                <a:solidFill>
                  <a:schemeClr val="bg1">
                    <a:lumMod val="95000"/>
                    <a:lumOff val="5000"/>
                  </a:schemeClr>
                </a:solidFill>
                <a:latin typeface="Arial" pitchFamily="34" charset="0"/>
                <a:cs typeface="Arial" pitchFamily="34" charset="0"/>
                <a:sym typeface="Symbol"/>
              </a:rPr>
              <a:t></a:t>
            </a:r>
            <a:r>
              <a:rPr lang="en-US" sz="2200" dirty="0">
                <a:solidFill>
                  <a:schemeClr val="bg1">
                    <a:lumMod val="95000"/>
                    <a:lumOff val="5000"/>
                  </a:schemeClr>
                </a:solidFill>
                <a:latin typeface="Arial" pitchFamily="34" charset="0"/>
                <a:cs typeface="Arial" pitchFamily="34" charset="0"/>
                <a:sym typeface="Symbol"/>
              </a:rPr>
              <a:t> is a (px1) vector of the regression coefficients, and </a:t>
            </a:r>
            <a:r>
              <a:rPr lang="en-US" sz="2200" b="1" dirty="0">
                <a:solidFill>
                  <a:schemeClr val="bg1">
                    <a:lumMod val="95000"/>
                    <a:lumOff val="5000"/>
                  </a:schemeClr>
                </a:solidFill>
                <a:latin typeface="Arial" pitchFamily="34" charset="0"/>
                <a:cs typeface="Arial" pitchFamily="34" charset="0"/>
                <a:sym typeface="Symbol"/>
              </a:rPr>
              <a:t> </a:t>
            </a:r>
            <a:r>
              <a:rPr lang="en-US" sz="2200" dirty="0">
                <a:solidFill>
                  <a:schemeClr val="bg1">
                    <a:lumMod val="95000"/>
                    <a:lumOff val="5000"/>
                  </a:schemeClr>
                </a:solidFill>
                <a:latin typeface="Arial" pitchFamily="34" charset="0"/>
                <a:cs typeface="Arial" pitchFamily="34" charset="0"/>
                <a:sym typeface="Symbol"/>
              </a:rPr>
              <a:t>is a (nx1) vector of the random errors.   Here </a:t>
            </a:r>
            <a:r>
              <a:rPr lang="en-US" sz="2200" dirty="0">
                <a:solidFill>
                  <a:srgbClr val="002060"/>
                </a:solidFill>
                <a:latin typeface="Arial" pitchFamily="34" charset="0"/>
                <a:cs typeface="Arial" pitchFamily="34" charset="0"/>
                <a:sym typeface="Symbol"/>
              </a:rPr>
              <a:t>p = k+1</a:t>
            </a:r>
            <a:endParaRPr lang="en-IN" sz="2200" dirty="0">
              <a:solidFill>
                <a:srgbClr val="002060"/>
              </a:solidFill>
              <a:latin typeface="Arial" pitchFamily="34" charset="0"/>
              <a:cs typeface="Arial" pitchFamily="34"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812184768"/>
              </p:ext>
            </p:extLst>
          </p:nvPr>
        </p:nvGraphicFramePr>
        <p:xfrm>
          <a:off x="1835696" y="267494"/>
          <a:ext cx="1467467" cy="3711327"/>
        </p:xfrm>
        <a:graphic>
          <a:graphicData uri="http://schemas.openxmlformats.org/presentationml/2006/ole">
            <mc:AlternateContent xmlns:mc="http://schemas.openxmlformats.org/markup-compatibility/2006">
              <mc:Choice xmlns:v="urn:schemas-microsoft-com:vml" Requires="v">
                <p:oleObj name="Equation" r:id="rId2" imgW="647640" imgH="1638000" progId="Equation.3">
                  <p:embed/>
                </p:oleObj>
              </mc:Choice>
              <mc:Fallback>
                <p:oleObj name="Equation" r:id="rId2" imgW="647640" imgH="16380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267494"/>
                        <a:ext cx="1467467" cy="3711327"/>
                      </a:xfrm>
                      <a:prstGeom prst="rect">
                        <a:avLst/>
                      </a:prstGeom>
                      <a:noFill/>
                      <a:ln>
                        <a:noFill/>
                      </a:ln>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663276201"/>
              </p:ext>
            </p:extLst>
          </p:nvPr>
        </p:nvGraphicFramePr>
        <p:xfrm>
          <a:off x="4788024" y="483518"/>
          <a:ext cx="1238116" cy="3240360"/>
        </p:xfrm>
        <a:graphic>
          <a:graphicData uri="http://schemas.openxmlformats.org/presentationml/2006/ole">
            <mc:AlternateContent xmlns:mc="http://schemas.openxmlformats.org/markup-compatibility/2006">
              <mc:Choice xmlns:v="urn:schemas-microsoft-com:vml" Requires="v">
                <p:oleObj name="Equation" r:id="rId4" imgW="533169" imgH="1396394" progId="Equation.3">
                  <p:embed/>
                </p:oleObj>
              </mc:Choice>
              <mc:Fallback>
                <p:oleObj name="Equation" r:id="rId4" imgW="533169" imgH="1396394"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8024" y="483518"/>
                        <a:ext cx="1238116" cy="324036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62284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267165" y="618823"/>
            <a:ext cx="864096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Matrix Approach to Multiple Regression</a:t>
            </a:r>
          </a:p>
        </p:txBody>
      </p:sp>
      <p:sp>
        <p:nvSpPr>
          <p:cNvPr id="40963" name="TextBox 2"/>
          <p:cNvSpPr txBox="1">
            <a:spLocks noChangeArrowheads="1"/>
          </p:cNvSpPr>
          <p:nvPr/>
        </p:nvSpPr>
        <p:spPr bwMode="auto">
          <a:xfrm>
            <a:off x="611560" y="1329613"/>
            <a:ext cx="7920880" cy="4585871"/>
          </a:xfrm>
          <a:prstGeom prst="rect">
            <a:avLst/>
          </a:prstGeom>
          <a:noFill/>
          <a:ln w="9525">
            <a:noFill/>
            <a:miter lim="800000"/>
            <a:headEnd/>
            <a:tailEnd/>
          </a:ln>
        </p:spPr>
        <p:txBody>
          <a:bodyPr wrap="square">
            <a:spAutoFit/>
          </a:bodyPr>
          <a:lstStyle/>
          <a:p>
            <a:pPr algn="ctr">
              <a:lnSpc>
                <a:spcPct val="200000"/>
              </a:lnSpc>
            </a:pPr>
            <a:r>
              <a:rPr lang="en-US" sz="2800" b="1" dirty="0">
                <a:solidFill>
                  <a:srgbClr val="002060"/>
                </a:solidFill>
                <a:latin typeface="Arial" pitchFamily="34" charset="0"/>
                <a:cs typeface="Arial" pitchFamily="34" charset="0"/>
              </a:rPr>
              <a:t>Y</a:t>
            </a:r>
            <a:r>
              <a:rPr lang="en-US" sz="2800" dirty="0">
                <a:solidFill>
                  <a:srgbClr val="002060"/>
                </a:solidFill>
                <a:latin typeface="Arial" pitchFamily="34" charset="0"/>
                <a:cs typeface="Arial" pitchFamily="34" charset="0"/>
              </a:rPr>
              <a:t> = </a:t>
            </a:r>
            <a:r>
              <a:rPr lang="en-US" sz="2800" b="1" dirty="0">
                <a:solidFill>
                  <a:srgbClr val="002060"/>
                </a:solidFill>
                <a:latin typeface="Arial" pitchFamily="34" charset="0"/>
                <a:cs typeface="Arial" pitchFamily="34" charset="0"/>
              </a:rPr>
              <a:t>X</a:t>
            </a:r>
            <a:r>
              <a:rPr lang="en-US" sz="2800" b="1" dirty="0">
                <a:solidFill>
                  <a:srgbClr val="002060"/>
                </a:solidFill>
                <a:latin typeface="Arial" pitchFamily="34" charset="0"/>
                <a:cs typeface="Arial" pitchFamily="34" charset="0"/>
                <a:sym typeface="Symbol"/>
              </a:rPr>
              <a:t>+ </a:t>
            </a:r>
          </a:p>
          <a:p>
            <a:pPr algn="just">
              <a:lnSpc>
                <a:spcPct val="200000"/>
              </a:lnSpc>
            </a:pPr>
            <a:r>
              <a:rPr lang="en-US" sz="2400" dirty="0">
                <a:solidFill>
                  <a:schemeClr val="bg1">
                    <a:lumMod val="95000"/>
                    <a:lumOff val="5000"/>
                  </a:schemeClr>
                </a:solidFill>
                <a:latin typeface="Arial" pitchFamily="34" charset="0"/>
                <a:cs typeface="Arial" pitchFamily="34" charset="0"/>
                <a:sym typeface="Symbol"/>
              </a:rPr>
              <a:t>We wish to find estimates for the linear regression model coefficients (also called parameters) which are expressed as follows </a:t>
            </a:r>
          </a:p>
          <a:p>
            <a:pPr algn="just">
              <a:lnSpc>
                <a:spcPct val="200000"/>
              </a:lnSpc>
            </a:pPr>
            <a:endParaRPr lang="en-US" sz="2300" dirty="0">
              <a:solidFill>
                <a:schemeClr val="bg1">
                  <a:lumMod val="95000"/>
                  <a:lumOff val="5000"/>
                </a:schemeClr>
              </a:solidFill>
              <a:latin typeface="Arial" pitchFamily="34" charset="0"/>
              <a:cs typeface="Arial" pitchFamily="34" charset="0"/>
              <a:sym typeface="Symbol"/>
            </a:endParaRPr>
          </a:p>
          <a:p>
            <a:pPr algn="just">
              <a:lnSpc>
                <a:spcPct val="200000"/>
              </a:lnSpc>
            </a:pPr>
            <a:endParaRPr lang="en-US" sz="2300" dirty="0">
              <a:solidFill>
                <a:schemeClr val="bg1">
                  <a:lumMod val="95000"/>
                  <a:lumOff val="5000"/>
                </a:schemeClr>
              </a:solidFill>
              <a:latin typeface="Arial" pitchFamily="34" charset="0"/>
              <a:cs typeface="Arial" pitchFamily="34" charset="0"/>
              <a:sym typeface="Symbol"/>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802396188"/>
              </p:ext>
            </p:extLst>
          </p:nvPr>
        </p:nvGraphicFramePr>
        <p:xfrm>
          <a:off x="3923928" y="3795886"/>
          <a:ext cx="3222467" cy="603453"/>
        </p:xfrm>
        <a:graphic>
          <a:graphicData uri="http://schemas.openxmlformats.org/presentationml/2006/ole">
            <mc:AlternateContent xmlns:mc="http://schemas.openxmlformats.org/markup-compatibility/2006">
              <mc:Choice xmlns:v="urn:schemas-microsoft-com:vml" Requires="v">
                <p:oleObj name="Equation" r:id="rId2" imgW="1015920" imgH="253800" progId="Equation.3">
                  <p:embed/>
                </p:oleObj>
              </mc:Choice>
              <mc:Fallback>
                <p:oleObj name="Equation" r:id="rId2" imgW="1015920" imgH="25380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3795886"/>
                        <a:ext cx="3222467" cy="603453"/>
                      </a:xfrm>
                      <a:prstGeom prst="rect">
                        <a:avLst/>
                      </a:prstGeom>
                      <a:noFill/>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0" y="690831"/>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Matrix Approach to Multiple Regression</a:t>
            </a:r>
          </a:p>
        </p:txBody>
      </p:sp>
      <p:sp>
        <p:nvSpPr>
          <p:cNvPr id="40963" name="TextBox 2"/>
          <p:cNvSpPr txBox="1">
            <a:spLocks noChangeArrowheads="1"/>
          </p:cNvSpPr>
          <p:nvPr/>
        </p:nvSpPr>
        <p:spPr bwMode="auto">
          <a:xfrm>
            <a:off x="467544" y="1220435"/>
            <a:ext cx="8064896" cy="2193677"/>
          </a:xfrm>
          <a:prstGeom prst="rect">
            <a:avLst/>
          </a:prstGeom>
          <a:noFill/>
          <a:ln w="9525">
            <a:noFill/>
            <a:miter lim="800000"/>
            <a:headEnd/>
            <a:tailEnd/>
          </a:ln>
        </p:spPr>
        <p:txBody>
          <a:bodyPr wrap="square">
            <a:spAutoFit/>
          </a:bodyPr>
          <a:lstStyle/>
          <a:p>
            <a:pPr algn="ctr">
              <a:lnSpc>
                <a:spcPct val="200000"/>
              </a:lnSpc>
            </a:pPr>
            <a:endParaRPr lang="en-US" sz="2400" dirty="0">
              <a:solidFill>
                <a:schemeClr val="bg1">
                  <a:lumMod val="95000"/>
                  <a:lumOff val="5000"/>
                </a:schemeClr>
              </a:solidFill>
              <a:latin typeface="Arial" pitchFamily="34" charset="0"/>
              <a:cs typeface="Arial" pitchFamily="34" charset="0"/>
              <a:sym typeface="Symbol"/>
            </a:endParaRPr>
          </a:p>
          <a:p>
            <a:pPr algn="just">
              <a:lnSpc>
                <a:spcPct val="200000"/>
              </a:lnSpc>
            </a:pPr>
            <a:r>
              <a:rPr lang="en-US" sz="2400" dirty="0">
                <a:solidFill>
                  <a:schemeClr val="bg1">
                    <a:lumMod val="95000"/>
                    <a:lumOff val="5000"/>
                  </a:schemeClr>
                </a:solidFill>
                <a:latin typeface="Arial" pitchFamily="34" charset="0"/>
                <a:cs typeface="Arial" pitchFamily="34" charset="0"/>
                <a:sym typeface="Symbol"/>
              </a:rPr>
              <a:t>Using these coefficients in the following model will help us to predict the response for various values of X</a:t>
            </a:r>
            <a:r>
              <a:rPr lang="en-US" sz="2400" baseline="-25000" dirty="0">
                <a:solidFill>
                  <a:schemeClr val="bg1">
                    <a:lumMod val="95000"/>
                    <a:lumOff val="5000"/>
                  </a:schemeClr>
                </a:solidFill>
                <a:latin typeface="Arial" pitchFamily="34" charset="0"/>
                <a:cs typeface="Arial" pitchFamily="34" charset="0"/>
                <a:sym typeface="Symbol"/>
              </a:rPr>
              <a:t>i</a:t>
            </a:r>
            <a:r>
              <a:rPr lang="en-US" sz="2400" dirty="0">
                <a:solidFill>
                  <a:schemeClr val="bg1">
                    <a:lumMod val="95000"/>
                    <a:lumOff val="5000"/>
                  </a:schemeClr>
                </a:solidFill>
                <a:latin typeface="Arial" pitchFamily="34" charset="0"/>
                <a:cs typeface="Arial" pitchFamily="34" charset="0"/>
                <a:sym typeface="Symbol"/>
              </a:rPr>
              <a:t> (i=1,2,…k) </a:t>
            </a:r>
          </a:p>
        </p:txBody>
      </p:sp>
      <p:graphicFrame>
        <p:nvGraphicFramePr>
          <p:cNvPr id="5" name="Object 4"/>
          <p:cNvGraphicFramePr>
            <a:graphicFrameLocks noChangeAspect="1"/>
          </p:cNvGraphicFramePr>
          <p:nvPr>
            <p:extLst>
              <p:ext uri="{D42A27DB-BD31-4B8C-83A1-F6EECF244321}">
                <p14:modId xmlns:p14="http://schemas.microsoft.com/office/powerpoint/2010/main" val="841726877"/>
              </p:ext>
            </p:extLst>
          </p:nvPr>
        </p:nvGraphicFramePr>
        <p:xfrm>
          <a:off x="806450" y="3940175"/>
          <a:ext cx="7148513" cy="687388"/>
        </p:xfrm>
        <a:graphic>
          <a:graphicData uri="http://schemas.openxmlformats.org/presentationml/2006/ole">
            <mc:AlternateContent xmlns:mc="http://schemas.openxmlformats.org/markup-compatibility/2006">
              <mc:Choice xmlns:v="urn:schemas-microsoft-com:vml" Requires="v">
                <p:oleObj name="Equation" r:id="rId2" imgW="2184120" imgH="279360" progId="Equation.3">
                  <p:embed/>
                </p:oleObj>
              </mc:Choice>
              <mc:Fallback>
                <p:oleObj name="Equation" r:id="rId2" imgW="2184120" imgH="279360" progId="Equation.3">
                  <p:embed/>
                  <p:pic>
                    <p:nvPicPr>
                      <p:cNvPr id="0" name=""/>
                      <p:cNvPicPr>
                        <a:picLocks noChangeAspect="1" noChangeArrowheads="1"/>
                      </p:cNvPicPr>
                      <p:nvPr/>
                    </p:nvPicPr>
                    <p:blipFill>
                      <a:blip r:embed="rId3"/>
                      <a:srcRect/>
                      <a:stretch>
                        <a:fillRect/>
                      </a:stretch>
                    </p:blipFill>
                    <p:spPr bwMode="auto">
                      <a:xfrm>
                        <a:off x="806450" y="3940175"/>
                        <a:ext cx="7148513" cy="687388"/>
                      </a:xfrm>
                      <a:prstGeom prst="rect">
                        <a:avLst/>
                      </a:prstGeom>
                      <a:noFill/>
                      <a:ln w="28575">
                        <a:noFill/>
                      </a:ln>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201167540"/>
              </p:ext>
            </p:extLst>
          </p:nvPr>
        </p:nvGraphicFramePr>
        <p:xfrm>
          <a:off x="3563888" y="1420310"/>
          <a:ext cx="3222467" cy="603453"/>
        </p:xfrm>
        <a:graphic>
          <a:graphicData uri="http://schemas.openxmlformats.org/presentationml/2006/ole">
            <mc:AlternateContent xmlns:mc="http://schemas.openxmlformats.org/markup-compatibility/2006">
              <mc:Choice xmlns:v="urn:schemas-microsoft-com:vml" Requires="v">
                <p:oleObj name="Equation" r:id="rId4" imgW="1015920" imgH="253800" progId="Equation.3">
                  <p:embed/>
                </p:oleObj>
              </mc:Choice>
              <mc:Fallback>
                <p:oleObj name="Equation" r:id="rId4" imgW="1015920" imgH="253800" progId="Equation.3">
                  <p:embed/>
                  <p:pic>
                    <p:nvPicPr>
                      <p:cNvPr id="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888" y="1420310"/>
                        <a:ext cx="3222467" cy="603453"/>
                      </a:xfrm>
                      <a:prstGeom prst="rect">
                        <a:avLst/>
                      </a:prstGeom>
                      <a:noFill/>
                    </p:spPr>
                  </p:pic>
                </p:oleObj>
              </mc:Fallback>
            </mc:AlternateContent>
          </a:graphicData>
        </a:graphic>
      </p:graphicFrame>
    </p:spTree>
    <p:extLst>
      <p:ext uri="{BB962C8B-B14F-4D97-AF65-F5344CB8AC3E}">
        <p14:creationId xmlns:p14="http://schemas.microsoft.com/office/powerpoint/2010/main" val="35508324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36512" y="546815"/>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Least Squares Estimators of </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sym typeface="Symbol"/>
              </a:rPr>
              <a:t></a:t>
            </a:r>
            <a:endPar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539552" y="1225803"/>
                <a:ext cx="8064896" cy="3750835"/>
              </a:xfrm>
              <a:prstGeom prst="rect">
                <a:avLst/>
              </a:prstGeom>
              <a:noFill/>
              <a:ln w="9525">
                <a:noFill/>
                <a:miter lim="800000"/>
                <a:headEnd/>
                <a:tailEnd/>
              </a:ln>
            </p:spPr>
            <p:txBody>
              <a:bodyPr wrap="square">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The least squares estimator </a:t>
                </a:r>
                <a14:m>
                  <m:oMath xmlns:m="http://schemas.openxmlformats.org/officeDocument/2006/math">
                    <m:acc>
                      <m:accPr>
                        <m:chr m:val="̂"/>
                        <m:ctrlPr>
                          <a:rPr lang="en-US" sz="2400" i="1" smtClean="0">
                            <a:solidFill>
                              <a:schemeClr val="bg1">
                                <a:lumMod val="95000"/>
                                <a:lumOff val="5000"/>
                              </a:schemeClr>
                            </a:solidFill>
                            <a:latin typeface="Cambria Math" panose="02040503050406030204" pitchFamily="18" charset="0"/>
                            <a:cs typeface="Arial" pitchFamily="34" charset="0"/>
                          </a:rPr>
                        </m:ctrlPr>
                      </m:accPr>
                      <m:e>
                        <m:r>
                          <m:rPr>
                            <m:sty m:val="p"/>
                          </m:rPr>
                          <a:rPr lang="en-US" sz="2400" i="0" smtClean="0">
                            <a:solidFill>
                              <a:schemeClr val="bg1">
                                <a:lumMod val="95000"/>
                                <a:lumOff val="5000"/>
                              </a:schemeClr>
                            </a:solidFill>
                            <a:latin typeface="Cambria Math"/>
                            <a:ea typeface="Cambria Math"/>
                            <a:cs typeface="Arial" pitchFamily="34" charset="0"/>
                          </a:rPr>
                          <m:t>β</m:t>
                        </m:r>
                      </m:e>
                    </m:acc>
                  </m:oMath>
                </a14:m>
                <a:r>
                  <a:rPr lang="en-US" sz="2400" dirty="0">
                    <a:solidFill>
                      <a:schemeClr val="bg1">
                        <a:lumMod val="95000"/>
                        <a:lumOff val="5000"/>
                      </a:schemeClr>
                    </a:solidFill>
                    <a:latin typeface="Arial" pitchFamily="34" charset="0"/>
                    <a:cs typeface="Arial" pitchFamily="34" charset="0"/>
                  </a:rPr>
                  <a:t> is the solution for </a:t>
                </a:r>
                <a:r>
                  <a:rPr lang="en-US" sz="2400" dirty="0">
                    <a:solidFill>
                      <a:schemeClr val="bg1">
                        <a:lumMod val="95000"/>
                        <a:lumOff val="5000"/>
                      </a:schemeClr>
                    </a:solidFill>
                    <a:latin typeface="Arial" pitchFamily="34" charset="0"/>
                    <a:cs typeface="Arial" pitchFamily="34" charset="0"/>
                    <a:sym typeface="Symbol"/>
                  </a:rPr>
                  <a:t> in the equations</a:t>
                </a:r>
              </a:p>
              <a:p>
                <a:pPr algn="just"/>
                <a14:m>
                  <m:oMathPara xmlns:m="http://schemas.openxmlformats.org/officeDocument/2006/math">
                    <m:oMathParaPr>
                      <m:jc m:val="centerGroup"/>
                    </m:oMathParaPr>
                    <m:oMath xmlns:m="http://schemas.openxmlformats.org/officeDocument/2006/math">
                      <m:f>
                        <m:fPr>
                          <m:ctrlPr>
                            <a:rPr lang="en-US" sz="2400" i="1" smtClean="0">
                              <a:solidFill>
                                <a:schemeClr val="bg1">
                                  <a:lumMod val="95000"/>
                                  <a:lumOff val="5000"/>
                                </a:schemeClr>
                              </a:solidFill>
                              <a:latin typeface="Cambria Math" panose="02040503050406030204" pitchFamily="18" charset="0"/>
                              <a:cs typeface="Arial" pitchFamily="34" charset="0"/>
                            </a:rPr>
                          </m:ctrlPr>
                        </m:fPr>
                        <m:num>
                          <m:r>
                            <a:rPr lang="en-US" sz="2400" i="0" smtClean="0">
                              <a:solidFill>
                                <a:schemeClr val="bg1">
                                  <a:lumMod val="95000"/>
                                  <a:lumOff val="5000"/>
                                </a:schemeClr>
                              </a:solidFill>
                              <a:latin typeface="Cambria Math"/>
                              <a:ea typeface="Cambria Math"/>
                              <a:cs typeface="Arial" pitchFamily="34" charset="0"/>
                            </a:rPr>
                            <m:t>𝜕</m:t>
                          </m:r>
                          <m:r>
                            <m:rPr>
                              <m:sty m:val="p"/>
                            </m:rPr>
                            <a:rPr lang="en-US" sz="2400" b="0" i="0" smtClean="0">
                              <a:solidFill>
                                <a:schemeClr val="bg1">
                                  <a:lumMod val="95000"/>
                                  <a:lumOff val="5000"/>
                                </a:schemeClr>
                              </a:solidFill>
                              <a:latin typeface="Cambria Math"/>
                              <a:ea typeface="Cambria Math"/>
                              <a:cs typeface="Arial" pitchFamily="34" charset="0"/>
                            </a:rPr>
                            <m:t>L</m:t>
                          </m:r>
                        </m:num>
                        <m:den>
                          <m:r>
                            <a:rPr lang="en-US" sz="2400" i="0" smtClean="0">
                              <a:solidFill>
                                <a:schemeClr val="bg1">
                                  <a:lumMod val="95000"/>
                                  <a:lumOff val="5000"/>
                                </a:schemeClr>
                              </a:solidFill>
                              <a:latin typeface="Cambria Math"/>
                              <a:ea typeface="Cambria Math"/>
                              <a:cs typeface="Arial" pitchFamily="34" charset="0"/>
                            </a:rPr>
                            <m:t>𝜕</m:t>
                          </m:r>
                          <m:r>
                            <a:rPr lang="en-US" sz="2400" b="1" i="0" smtClean="0">
                              <a:solidFill>
                                <a:schemeClr val="bg1">
                                  <a:lumMod val="95000"/>
                                  <a:lumOff val="5000"/>
                                </a:schemeClr>
                              </a:solidFill>
                              <a:latin typeface="Cambria Math"/>
                              <a:ea typeface="Cambria Math"/>
                              <a:cs typeface="Arial" pitchFamily="34" charset="0"/>
                            </a:rPr>
                            <m:t>𝛃</m:t>
                          </m:r>
                        </m:den>
                      </m:f>
                      <m:r>
                        <a:rPr lang="en-US" sz="2400" b="0" i="0" smtClean="0">
                          <a:solidFill>
                            <a:schemeClr val="bg1">
                              <a:lumMod val="95000"/>
                              <a:lumOff val="5000"/>
                            </a:schemeClr>
                          </a:solidFill>
                          <a:latin typeface="Cambria Math"/>
                          <a:cs typeface="Arial" pitchFamily="34" charset="0"/>
                        </a:rPr>
                        <m:t>=0</m:t>
                      </m:r>
                    </m:oMath>
                  </m:oMathPara>
                </a14:m>
                <a:endParaRPr lang="en-US" sz="2400" dirty="0">
                  <a:solidFill>
                    <a:schemeClr val="bg1">
                      <a:lumMod val="95000"/>
                      <a:lumOff val="5000"/>
                    </a:schemeClr>
                  </a:solidFill>
                  <a:latin typeface="Arial" pitchFamily="34" charset="0"/>
                  <a:cs typeface="Arial" pitchFamily="34" charset="0"/>
                </a:endParaRPr>
              </a:p>
              <a:p>
                <a:r>
                  <a:rPr lang="en-US" sz="2400" dirty="0">
                    <a:solidFill>
                      <a:schemeClr val="bg1">
                        <a:lumMod val="95000"/>
                        <a:lumOff val="5000"/>
                      </a:schemeClr>
                    </a:solidFill>
                    <a:latin typeface="Arial" pitchFamily="34" charset="0"/>
                    <a:cs typeface="Arial" pitchFamily="34" charset="0"/>
                    <a:sym typeface="Symbol"/>
                  </a:rPr>
                  <a:t>Where </a:t>
                </a:r>
                <a:endParaRPr lang="en-US" sz="2400" b="0" i="0" dirty="0">
                  <a:solidFill>
                    <a:schemeClr val="bg1">
                      <a:lumMod val="95000"/>
                      <a:lumOff val="5000"/>
                    </a:schemeClr>
                  </a:solidFill>
                  <a:latin typeface="Cambria Math"/>
                  <a:cs typeface="Arial" pitchFamily="34" charset="0"/>
                  <a:sym typeface="Symbol"/>
                </a:endParaRPr>
              </a:p>
              <a:p>
                <a:pPr/>
                <a14:m>
                  <m:oMathPara xmlns:m="http://schemas.openxmlformats.org/officeDocument/2006/math">
                    <m:oMathParaPr>
                      <m:jc m:val="centerGroup"/>
                    </m:oMathParaPr>
                    <m:oMath xmlns:m="http://schemas.openxmlformats.org/officeDocument/2006/math">
                      <m:r>
                        <m:rPr>
                          <m:sty m:val="p"/>
                        </m:rPr>
                        <a:rPr lang="en-US" sz="2400" b="0" i="0" smtClean="0">
                          <a:solidFill>
                            <a:schemeClr val="bg1">
                              <a:lumMod val="95000"/>
                              <a:lumOff val="5000"/>
                            </a:schemeClr>
                          </a:solidFill>
                          <a:latin typeface="Cambria Math"/>
                          <a:cs typeface="Arial" pitchFamily="34" charset="0"/>
                          <a:sym typeface="Symbol"/>
                        </a:rPr>
                        <m:t>L</m:t>
                      </m:r>
                      <m:r>
                        <a:rPr lang="en-US" sz="2400" b="0" i="0" smtClean="0">
                          <a:solidFill>
                            <a:schemeClr val="bg1">
                              <a:lumMod val="95000"/>
                              <a:lumOff val="5000"/>
                            </a:schemeClr>
                          </a:solidFill>
                          <a:latin typeface="Cambria Math"/>
                          <a:cs typeface="Arial" pitchFamily="34" charset="0"/>
                          <a:sym typeface="Symbol"/>
                        </a:rPr>
                        <m:t>= </m:t>
                      </m:r>
                      <m:nary>
                        <m:naryPr>
                          <m:chr m:val="∑"/>
                          <m:ctrlPr>
                            <a:rPr lang="en-US" sz="2400" b="0" i="1" smtClean="0">
                              <a:solidFill>
                                <a:schemeClr val="bg1">
                                  <a:lumMod val="95000"/>
                                  <a:lumOff val="5000"/>
                                </a:schemeClr>
                              </a:solidFill>
                              <a:latin typeface="Cambria Math" panose="02040503050406030204" pitchFamily="18" charset="0"/>
                              <a:cs typeface="Arial" pitchFamily="34" charset="0"/>
                              <a:sym typeface="Symbol"/>
                            </a:rPr>
                          </m:ctrlPr>
                        </m:naryPr>
                        <m:sub>
                          <m:r>
                            <m:rPr>
                              <m:sty m:val="p"/>
                              <m:brk m:alnAt="23"/>
                            </m:rPr>
                            <a:rPr lang="en-US" sz="2400" b="0" i="0" smtClean="0">
                              <a:solidFill>
                                <a:schemeClr val="bg1">
                                  <a:lumMod val="95000"/>
                                  <a:lumOff val="5000"/>
                                </a:schemeClr>
                              </a:solidFill>
                              <a:latin typeface="Cambria Math"/>
                              <a:cs typeface="Arial" pitchFamily="34" charset="0"/>
                              <a:sym typeface="Symbol"/>
                            </a:rPr>
                            <m:t>i</m:t>
                          </m:r>
                          <m:r>
                            <a:rPr lang="en-US" sz="2400" b="0" i="0" smtClean="0">
                              <a:solidFill>
                                <a:schemeClr val="bg1">
                                  <a:lumMod val="95000"/>
                                  <a:lumOff val="5000"/>
                                </a:schemeClr>
                              </a:solidFill>
                              <a:latin typeface="Cambria Math"/>
                              <a:cs typeface="Arial" pitchFamily="34" charset="0"/>
                              <a:sym typeface="Symbol"/>
                            </a:rPr>
                            <m:t>=1</m:t>
                          </m:r>
                        </m:sub>
                        <m:sup>
                          <m:r>
                            <m:rPr>
                              <m:sty m:val="p"/>
                            </m:rPr>
                            <a:rPr lang="en-US" sz="2400" b="0" i="0" smtClean="0">
                              <a:solidFill>
                                <a:schemeClr val="bg1">
                                  <a:lumMod val="95000"/>
                                  <a:lumOff val="5000"/>
                                </a:schemeClr>
                              </a:solidFill>
                              <a:latin typeface="Cambria Math"/>
                              <a:cs typeface="Arial" pitchFamily="34" charset="0"/>
                              <a:sym typeface="Symbol"/>
                            </a:rPr>
                            <m:t>n</m:t>
                          </m:r>
                        </m:sup>
                        <m:e>
                          <m:sSup>
                            <m:sSupPr>
                              <m:ctrlPr>
                                <a:rPr lang="en-US" sz="2400" b="0" i="1" smtClean="0">
                                  <a:solidFill>
                                    <a:schemeClr val="bg1">
                                      <a:lumMod val="95000"/>
                                      <a:lumOff val="5000"/>
                                    </a:schemeClr>
                                  </a:solidFill>
                                  <a:latin typeface="Cambria Math" panose="02040503050406030204" pitchFamily="18" charset="0"/>
                                  <a:cs typeface="Arial" pitchFamily="34" charset="0"/>
                                  <a:sym typeface="Symbol"/>
                                </a:rPr>
                              </m:ctrlPr>
                            </m:sSupPr>
                            <m:e>
                              <m:sSub>
                                <m:sSubPr>
                                  <m:ctrlPr>
                                    <a:rPr lang="en-US" sz="2400" b="0" i="1" smtClean="0">
                                      <a:solidFill>
                                        <a:schemeClr val="bg1">
                                          <a:lumMod val="95000"/>
                                          <a:lumOff val="5000"/>
                                        </a:schemeClr>
                                      </a:solidFill>
                                      <a:latin typeface="Cambria Math" panose="02040503050406030204" pitchFamily="18" charset="0"/>
                                      <a:cs typeface="Arial" pitchFamily="34" charset="0"/>
                                      <a:sym typeface="Symbol"/>
                                    </a:rPr>
                                  </m:ctrlPr>
                                </m:sSubPr>
                                <m:e>
                                  <m:r>
                                    <m:rPr>
                                      <m:sty m:val="p"/>
                                    </m:rPr>
                                    <a:rPr lang="en-US" sz="2400" b="0" i="0" smtClean="0">
                                      <a:solidFill>
                                        <a:schemeClr val="bg1">
                                          <a:lumMod val="95000"/>
                                          <a:lumOff val="5000"/>
                                        </a:schemeClr>
                                      </a:solidFill>
                                      <a:latin typeface="Cambria Math"/>
                                      <a:ea typeface="Cambria Math"/>
                                      <a:cs typeface="Arial" pitchFamily="34" charset="0"/>
                                      <a:sym typeface="Symbol"/>
                                    </a:rPr>
                                    <m:t>ε</m:t>
                                  </m:r>
                                </m:e>
                                <m:sub>
                                  <m:r>
                                    <m:rPr>
                                      <m:sty m:val="p"/>
                                    </m:rPr>
                                    <a:rPr lang="en-US" sz="2400" b="0" i="0" smtClean="0">
                                      <a:solidFill>
                                        <a:schemeClr val="bg1">
                                          <a:lumMod val="95000"/>
                                          <a:lumOff val="5000"/>
                                        </a:schemeClr>
                                      </a:solidFill>
                                      <a:latin typeface="Cambria Math"/>
                                      <a:cs typeface="Arial" pitchFamily="34" charset="0"/>
                                      <a:sym typeface="Symbol"/>
                                    </a:rPr>
                                    <m:t>i</m:t>
                                  </m:r>
                                </m:sub>
                              </m:sSub>
                            </m:e>
                            <m:sup>
                              <m:r>
                                <a:rPr lang="en-US" sz="2400" b="0" i="0" smtClean="0">
                                  <a:solidFill>
                                    <a:schemeClr val="bg1">
                                      <a:lumMod val="95000"/>
                                      <a:lumOff val="5000"/>
                                    </a:schemeClr>
                                  </a:solidFill>
                                  <a:latin typeface="Cambria Math"/>
                                  <a:cs typeface="Arial" pitchFamily="34" charset="0"/>
                                  <a:sym typeface="Symbol"/>
                                </a:rPr>
                                <m:t>2</m:t>
                              </m:r>
                            </m:sup>
                          </m:sSup>
                          <m:r>
                            <a:rPr lang="en-US" sz="2400" b="0" i="0" smtClean="0">
                              <a:solidFill>
                                <a:schemeClr val="bg1">
                                  <a:lumMod val="95000"/>
                                  <a:lumOff val="5000"/>
                                </a:schemeClr>
                              </a:solidFill>
                              <a:latin typeface="Cambria Math"/>
                              <a:cs typeface="Arial" pitchFamily="34" charset="0"/>
                              <a:sym typeface="Symbol"/>
                            </a:rPr>
                            <m:t>= </m:t>
                          </m:r>
                          <m:r>
                            <a:rPr lang="el-GR" sz="2400" b="1" i="0" smtClean="0">
                              <a:solidFill>
                                <a:schemeClr val="bg1">
                                  <a:lumMod val="95000"/>
                                  <a:lumOff val="5000"/>
                                </a:schemeClr>
                              </a:solidFill>
                              <a:latin typeface="Cambria Math"/>
                              <a:ea typeface="Cambria Math"/>
                              <a:cs typeface="Arial" pitchFamily="34" charset="0"/>
                              <a:sym typeface="Symbol"/>
                            </a:rPr>
                            <m:t>𝛆</m:t>
                          </m:r>
                          <m:r>
                            <a:rPr lang="en-US" sz="2400" b="1" i="0" smtClean="0">
                              <a:solidFill>
                                <a:schemeClr val="bg1">
                                  <a:lumMod val="95000"/>
                                  <a:lumOff val="5000"/>
                                </a:schemeClr>
                              </a:solidFill>
                              <a:latin typeface="Cambria Math"/>
                              <a:ea typeface="Cambria Math"/>
                              <a:cs typeface="Arial" pitchFamily="34" charset="0"/>
                              <a:sym typeface="Symbol"/>
                            </a:rPr>
                            <m:t>′</m:t>
                          </m:r>
                          <m:r>
                            <a:rPr lang="en-US" sz="2400" b="1" i="0" smtClean="0">
                              <a:solidFill>
                                <a:schemeClr val="bg1">
                                  <a:lumMod val="95000"/>
                                  <a:lumOff val="5000"/>
                                </a:schemeClr>
                              </a:solidFill>
                              <a:latin typeface="Cambria Math"/>
                              <a:ea typeface="Cambria Math"/>
                              <a:cs typeface="Arial" pitchFamily="34" charset="0"/>
                              <a:sym typeface="Symbol"/>
                            </a:rPr>
                            <m:t>𝛆</m:t>
                          </m:r>
                        </m:e>
                      </m:nary>
                    </m:oMath>
                  </m:oMathPara>
                </a14:m>
                <a:endParaRPr lang="en-US" sz="2400" dirty="0">
                  <a:solidFill>
                    <a:schemeClr val="bg1">
                      <a:lumMod val="95000"/>
                      <a:lumOff val="5000"/>
                    </a:schemeClr>
                  </a:solidFill>
                  <a:latin typeface="Arial" pitchFamily="34" charset="0"/>
                  <a:cs typeface="Arial" pitchFamily="34" charset="0"/>
                  <a:sym typeface="Symbol"/>
                </a:endParaRP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539552" y="1225803"/>
                <a:ext cx="8064896" cy="3750835"/>
              </a:xfrm>
              <a:prstGeom prst="rect">
                <a:avLst/>
              </a:prstGeom>
              <a:blipFill rotWithShape="1">
                <a:blip r:embed="rId2"/>
                <a:stretch>
                  <a:fillRect l="-1210" r="-1210"/>
                </a:stretch>
              </a:blipFill>
              <a:ln w="9525">
                <a:noFill/>
                <a:miter lim="800000"/>
                <a:headEnd/>
                <a:tailEnd/>
              </a:ln>
            </p:spPr>
            <p:txBody>
              <a:bodyPr/>
              <a:lstStyle/>
              <a:p>
                <a:r>
                  <a:rPr lang="en-IN">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0" y="546815"/>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Least Squares Estimators of </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sym typeface="Symbol"/>
              </a:rPr>
              <a:t></a:t>
            </a:r>
            <a:endPar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467544" y="1265004"/>
                <a:ext cx="8496944" cy="2244653"/>
              </a:xfrm>
              <a:prstGeom prst="rect">
                <a:avLst/>
              </a:prstGeom>
              <a:noFill/>
              <a:ln w="9525">
                <a:noFill/>
                <a:miter lim="800000"/>
                <a:headEnd/>
                <a:tailEnd/>
              </a:ln>
            </p:spPr>
            <p:txBody>
              <a:bodyPr wrap="square">
                <a:spAutoFit/>
              </a:bodyPr>
              <a:lstStyle/>
              <a:p>
                <a:pPr algn="just">
                  <a:lnSpc>
                    <a:spcPct val="150000"/>
                  </a:lnSpc>
                </a:pPr>
                <a:r>
                  <a:rPr lang="en-US" sz="2300" dirty="0">
                    <a:solidFill>
                      <a:schemeClr val="bg1">
                        <a:lumMod val="95000"/>
                        <a:lumOff val="5000"/>
                      </a:schemeClr>
                    </a:solidFill>
                    <a:latin typeface="Arial" pitchFamily="34" charset="0"/>
                    <a:cs typeface="Arial" pitchFamily="34" charset="0"/>
                    <a:sym typeface="Symbol"/>
                  </a:rPr>
                  <a:t>This leads to the solving of the following system of equations</a:t>
                </a:r>
              </a:p>
              <a:p>
                <a:pPr algn="ctr">
                  <a:lnSpc>
                    <a:spcPct val="150000"/>
                  </a:lnSpc>
                </a:pPr>
                <a14:m>
                  <m:oMathPara xmlns:m="http://schemas.openxmlformats.org/officeDocument/2006/math">
                    <m:oMathParaPr>
                      <m:jc m:val="centerGroup"/>
                    </m:oMathParaPr>
                    <m:oMath xmlns:m="http://schemas.openxmlformats.org/officeDocument/2006/math">
                      <m:sSup>
                        <m:sSupPr>
                          <m:ctrlPr>
                            <a:rPr lang="en-US" sz="2300" b="1" i="1" smtClean="0">
                              <a:solidFill>
                                <a:schemeClr val="bg1">
                                  <a:lumMod val="95000"/>
                                  <a:lumOff val="5000"/>
                                </a:schemeClr>
                              </a:solidFill>
                              <a:latin typeface="Cambria Math" panose="02040503050406030204" pitchFamily="18" charset="0"/>
                              <a:cs typeface="Arial" pitchFamily="34" charset="0"/>
                              <a:sym typeface="Symbol"/>
                            </a:rPr>
                          </m:ctrlPr>
                        </m:sSupPr>
                        <m:e>
                          <m:r>
                            <a:rPr lang="en-US" sz="2300" b="1" i="0" smtClean="0">
                              <a:solidFill>
                                <a:schemeClr val="bg1">
                                  <a:lumMod val="95000"/>
                                  <a:lumOff val="5000"/>
                                </a:schemeClr>
                              </a:solidFill>
                              <a:latin typeface="Cambria Math"/>
                              <a:cs typeface="Arial" pitchFamily="34" charset="0"/>
                              <a:sym typeface="Symbol"/>
                            </a:rPr>
                            <m:t>𝐗</m:t>
                          </m:r>
                        </m:e>
                        <m:sup>
                          <m:r>
                            <a:rPr lang="en-US" sz="2300" b="1" i="0" smtClean="0">
                              <a:solidFill>
                                <a:schemeClr val="bg1">
                                  <a:lumMod val="95000"/>
                                  <a:lumOff val="5000"/>
                                </a:schemeClr>
                              </a:solidFill>
                              <a:latin typeface="Cambria Math"/>
                              <a:cs typeface="Arial" pitchFamily="34" charset="0"/>
                              <a:sym typeface="Symbol"/>
                            </a:rPr>
                            <m:t>′</m:t>
                          </m:r>
                        </m:sup>
                      </m:sSup>
                      <m:r>
                        <a:rPr lang="en-US" sz="2300" b="1" i="0" smtClean="0">
                          <a:solidFill>
                            <a:schemeClr val="bg1">
                              <a:lumMod val="95000"/>
                              <a:lumOff val="5000"/>
                            </a:schemeClr>
                          </a:solidFill>
                          <a:latin typeface="Cambria Math"/>
                          <a:cs typeface="Arial" pitchFamily="34" charset="0"/>
                          <a:sym typeface="Symbol"/>
                        </a:rPr>
                        <m:t>𝐗</m:t>
                      </m:r>
                      <m:acc>
                        <m:accPr>
                          <m:chr m:val="̂"/>
                          <m:ctrlPr>
                            <a:rPr lang="en-US" sz="2300" b="1" i="1" smtClean="0">
                              <a:solidFill>
                                <a:schemeClr val="bg1">
                                  <a:lumMod val="95000"/>
                                  <a:lumOff val="5000"/>
                                </a:schemeClr>
                              </a:solidFill>
                              <a:latin typeface="Cambria Math" panose="02040503050406030204" pitchFamily="18" charset="0"/>
                              <a:cs typeface="Arial" pitchFamily="34" charset="0"/>
                              <a:sym typeface="Symbol"/>
                            </a:rPr>
                          </m:ctrlPr>
                        </m:accPr>
                        <m:e>
                          <m:r>
                            <a:rPr lang="en-US" sz="2300" b="1" i="0" smtClean="0">
                              <a:solidFill>
                                <a:schemeClr val="bg1">
                                  <a:lumMod val="95000"/>
                                  <a:lumOff val="5000"/>
                                </a:schemeClr>
                              </a:solidFill>
                              <a:latin typeface="Cambria Math"/>
                              <a:ea typeface="Cambria Math"/>
                              <a:cs typeface="Arial" pitchFamily="34" charset="0"/>
                              <a:sym typeface="Symbol"/>
                            </a:rPr>
                            <m:t>𝛃</m:t>
                          </m:r>
                        </m:e>
                      </m:acc>
                      <m:r>
                        <a:rPr lang="en-US" sz="2300" b="1" i="0" smtClean="0">
                          <a:solidFill>
                            <a:schemeClr val="bg1">
                              <a:lumMod val="95000"/>
                              <a:lumOff val="5000"/>
                            </a:schemeClr>
                          </a:solidFill>
                          <a:latin typeface="Cambria Math"/>
                          <a:cs typeface="Arial" pitchFamily="34" charset="0"/>
                          <a:sym typeface="Symbol"/>
                        </a:rPr>
                        <m:t>=</m:t>
                      </m:r>
                      <m:sSup>
                        <m:sSupPr>
                          <m:ctrlPr>
                            <a:rPr lang="en-US" sz="2300" b="1" i="1" smtClean="0">
                              <a:solidFill>
                                <a:schemeClr val="bg1">
                                  <a:lumMod val="95000"/>
                                  <a:lumOff val="5000"/>
                                </a:schemeClr>
                              </a:solidFill>
                              <a:latin typeface="Cambria Math" panose="02040503050406030204" pitchFamily="18" charset="0"/>
                              <a:cs typeface="Arial" pitchFamily="34" charset="0"/>
                              <a:sym typeface="Symbol"/>
                            </a:rPr>
                          </m:ctrlPr>
                        </m:sSupPr>
                        <m:e>
                          <m:r>
                            <a:rPr lang="en-US" sz="2300" b="1" i="0" smtClean="0">
                              <a:solidFill>
                                <a:schemeClr val="bg1">
                                  <a:lumMod val="95000"/>
                                  <a:lumOff val="5000"/>
                                </a:schemeClr>
                              </a:solidFill>
                              <a:latin typeface="Cambria Math"/>
                              <a:cs typeface="Arial" pitchFamily="34" charset="0"/>
                              <a:sym typeface="Symbol"/>
                            </a:rPr>
                            <m:t>𝐗</m:t>
                          </m:r>
                        </m:e>
                        <m:sup>
                          <m:r>
                            <a:rPr lang="en-US" sz="2300" b="1" i="0" smtClean="0">
                              <a:solidFill>
                                <a:schemeClr val="bg1">
                                  <a:lumMod val="95000"/>
                                  <a:lumOff val="5000"/>
                                </a:schemeClr>
                              </a:solidFill>
                              <a:latin typeface="Cambria Math"/>
                              <a:cs typeface="Arial" pitchFamily="34" charset="0"/>
                              <a:sym typeface="Symbol"/>
                            </a:rPr>
                            <m:t>′</m:t>
                          </m:r>
                        </m:sup>
                      </m:sSup>
                      <m:r>
                        <a:rPr lang="en-US" sz="2300" b="1" i="0" smtClean="0">
                          <a:solidFill>
                            <a:schemeClr val="bg1">
                              <a:lumMod val="95000"/>
                              <a:lumOff val="5000"/>
                            </a:schemeClr>
                          </a:solidFill>
                          <a:latin typeface="Cambria Math"/>
                          <a:cs typeface="Arial" pitchFamily="34" charset="0"/>
                          <a:sym typeface="Symbol"/>
                        </a:rPr>
                        <m:t>𝐘</m:t>
                      </m:r>
                    </m:oMath>
                  </m:oMathPara>
                </a14:m>
                <a:endParaRPr lang="en-US" sz="2300" dirty="0">
                  <a:solidFill>
                    <a:schemeClr val="bg1">
                      <a:lumMod val="95000"/>
                      <a:lumOff val="5000"/>
                    </a:schemeClr>
                  </a:solidFill>
                  <a:latin typeface="Arial" pitchFamily="34" charset="0"/>
                  <a:cs typeface="Arial" pitchFamily="34" charset="0"/>
                  <a:sym typeface="Symbol"/>
                </a:endParaRPr>
              </a:p>
              <a:p>
                <a:pPr algn="just">
                  <a:lnSpc>
                    <a:spcPct val="150000"/>
                  </a:lnSpc>
                </a:pPr>
                <a:endParaRPr lang="en-US" sz="2300" dirty="0">
                  <a:solidFill>
                    <a:schemeClr val="bg1">
                      <a:lumMod val="95000"/>
                      <a:lumOff val="5000"/>
                    </a:schemeClr>
                  </a:solidFill>
                  <a:latin typeface="Arial" pitchFamily="34" charset="0"/>
                  <a:cs typeface="Arial" pitchFamily="34" charset="0"/>
                  <a:sym typeface="Symbol"/>
                </a:endParaRPr>
              </a:p>
              <a:p>
                <a:pPr algn="just">
                  <a:lnSpc>
                    <a:spcPct val="150000"/>
                  </a:lnSpc>
                </a:pPr>
                <a:endParaRPr lang="en-US" sz="2300" dirty="0">
                  <a:solidFill>
                    <a:schemeClr val="bg1">
                      <a:lumMod val="95000"/>
                      <a:lumOff val="5000"/>
                    </a:schemeClr>
                  </a:solidFill>
                  <a:latin typeface="Arial" pitchFamily="34" charset="0"/>
                  <a:cs typeface="Arial" pitchFamily="34" charset="0"/>
                  <a:sym typeface="Symbol"/>
                </a:endParaRP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467544" y="1265004"/>
                <a:ext cx="8496944" cy="2244653"/>
              </a:xfrm>
              <a:prstGeom prst="rect">
                <a:avLst/>
              </a:prstGeom>
              <a:blipFill rotWithShape="1">
                <a:blip r:embed="rId2"/>
                <a:stretch>
                  <a:fillRect l="-1076"/>
                </a:stretch>
              </a:blipFill>
              <a:ln w="9525">
                <a:noFill/>
                <a:miter lim="800000"/>
                <a:headEnd/>
                <a:tailEnd/>
              </a:ln>
            </p:spPr>
            <p:txBody>
              <a:bodyPr/>
              <a:lstStyle/>
              <a:p>
                <a:r>
                  <a:rPr lang="en-IN">
                    <a:noFill/>
                  </a:rPr>
                  <a:t> </a:t>
                </a:r>
              </a:p>
            </p:txBody>
          </p:sp>
        </mc:Fallback>
      </mc:AlternateContent>
      <p:sp>
        <p:nvSpPr>
          <p:cNvPr id="11" name="TextBox 10"/>
          <p:cNvSpPr txBox="1"/>
          <p:nvPr/>
        </p:nvSpPr>
        <p:spPr>
          <a:xfrm>
            <a:off x="467544" y="2442250"/>
            <a:ext cx="8280920" cy="1569660"/>
          </a:xfrm>
          <a:prstGeom prst="rect">
            <a:avLst/>
          </a:prstGeom>
          <a:noFill/>
        </p:spPr>
        <p:txBody>
          <a:bodyPr wrap="square" rtlCol="0">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These are the </a:t>
            </a:r>
            <a:r>
              <a:rPr lang="en-US" sz="2400" b="1" dirty="0">
                <a:solidFill>
                  <a:srgbClr val="00B050"/>
                </a:solidFill>
                <a:latin typeface="Arial" pitchFamily="34" charset="0"/>
                <a:cs typeface="Arial" pitchFamily="34" charset="0"/>
              </a:rPr>
              <a:t>least squares model equations</a:t>
            </a:r>
            <a:r>
              <a:rPr lang="en-US" sz="2400" b="1" dirty="0">
                <a:solidFill>
                  <a:schemeClr val="bg1">
                    <a:lumMod val="95000"/>
                    <a:lumOff val="5000"/>
                  </a:schemeClr>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rPr>
              <a:t>in matrix form.  Their solution is given by</a:t>
            </a:r>
            <a:endParaRPr lang="en-IN" sz="2400" dirty="0">
              <a:solidFill>
                <a:schemeClr val="bg1">
                  <a:lumMod val="95000"/>
                  <a:lumOff val="5000"/>
                </a:schemeClr>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2" name="Rectangle 1"/>
              <p:cNvSpPr/>
              <p:nvPr/>
            </p:nvSpPr>
            <p:spPr>
              <a:xfrm>
                <a:off x="3797682" y="4025043"/>
                <a:ext cx="2372636" cy="676532"/>
              </a:xfrm>
              <a:prstGeom prst="rect">
                <a:avLst/>
              </a:prstGeom>
            </p:spPr>
            <p:txBody>
              <a:bodyPr wrap="none">
                <a:spAutoFit/>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en-US" sz="2400" b="1" i="1" smtClean="0">
                              <a:solidFill>
                                <a:schemeClr val="bg1">
                                  <a:lumMod val="95000"/>
                                  <a:lumOff val="5000"/>
                                </a:schemeClr>
                              </a:solidFill>
                              <a:latin typeface="Cambria Math" panose="02040503050406030204" pitchFamily="18" charset="0"/>
                              <a:cs typeface="Arial" pitchFamily="34" charset="0"/>
                              <a:sym typeface="Symbol"/>
                            </a:rPr>
                          </m:ctrlPr>
                        </m:accPr>
                        <m:e>
                          <m:r>
                            <a:rPr lang="en-US" sz="2400" b="1" i="1">
                              <a:solidFill>
                                <a:schemeClr val="bg1">
                                  <a:lumMod val="95000"/>
                                  <a:lumOff val="5000"/>
                                </a:schemeClr>
                              </a:solidFill>
                              <a:latin typeface="Cambria Math"/>
                              <a:ea typeface="Cambria Math"/>
                              <a:cs typeface="Arial" pitchFamily="34" charset="0"/>
                              <a:sym typeface="Symbol"/>
                            </a:rPr>
                            <m:t>𝛃</m:t>
                          </m:r>
                        </m:e>
                      </m:acc>
                      <m:r>
                        <a:rPr lang="en-US" sz="2400" b="1">
                          <a:solidFill>
                            <a:schemeClr val="bg1">
                              <a:lumMod val="95000"/>
                              <a:lumOff val="5000"/>
                            </a:schemeClr>
                          </a:solidFill>
                          <a:latin typeface="Cambria Math"/>
                          <a:cs typeface="Arial" pitchFamily="34" charset="0"/>
                          <a:sym typeface="Symbol"/>
                        </a:rPr>
                        <m:t>=</m:t>
                      </m:r>
                      <m:sSup>
                        <m:sSupPr>
                          <m:ctrlPr>
                            <a:rPr lang="en-US" sz="2400" b="1" i="1">
                              <a:solidFill>
                                <a:schemeClr val="bg1">
                                  <a:lumMod val="95000"/>
                                  <a:lumOff val="5000"/>
                                </a:schemeClr>
                              </a:solidFill>
                              <a:latin typeface="Cambria Math" panose="02040503050406030204" pitchFamily="18" charset="0"/>
                              <a:cs typeface="Arial" pitchFamily="34" charset="0"/>
                              <a:sym typeface="Symbol"/>
                            </a:rPr>
                          </m:ctrlPr>
                        </m:sSupPr>
                        <m:e>
                          <m:sSup>
                            <m:sSupPr>
                              <m:ctrlPr>
                                <a:rPr lang="en-US" sz="2400" b="1" i="1" smtClean="0">
                                  <a:solidFill>
                                    <a:schemeClr val="bg1">
                                      <a:lumMod val="95000"/>
                                      <a:lumOff val="5000"/>
                                    </a:schemeClr>
                                  </a:solidFill>
                                  <a:latin typeface="Cambria Math" panose="02040503050406030204" pitchFamily="18" charset="0"/>
                                  <a:cs typeface="Arial" pitchFamily="34" charset="0"/>
                                  <a:sym typeface="Symbol"/>
                                </a:rPr>
                              </m:ctrlPr>
                            </m:sSupPr>
                            <m:e>
                              <m:d>
                                <m:dPr>
                                  <m:ctrlPr>
                                    <a:rPr lang="en-US" sz="2400" b="1" i="1">
                                      <a:solidFill>
                                        <a:schemeClr val="bg1">
                                          <a:lumMod val="95000"/>
                                          <a:lumOff val="5000"/>
                                        </a:schemeClr>
                                      </a:solidFill>
                                      <a:latin typeface="Cambria Math" panose="02040503050406030204" pitchFamily="18" charset="0"/>
                                      <a:cs typeface="Arial" pitchFamily="34" charset="0"/>
                                      <a:sym typeface="Symbol"/>
                                    </a:rPr>
                                  </m:ctrlPr>
                                </m:dPr>
                                <m:e>
                                  <m:sSup>
                                    <m:sSupPr>
                                      <m:ctrlPr>
                                        <a:rPr lang="en-US" sz="2400" b="1" i="1">
                                          <a:solidFill>
                                            <a:schemeClr val="bg1">
                                              <a:lumMod val="95000"/>
                                              <a:lumOff val="5000"/>
                                            </a:schemeClr>
                                          </a:solidFill>
                                          <a:latin typeface="Cambria Math" panose="02040503050406030204" pitchFamily="18" charset="0"/>
                                          <a:cs typeface="Arial" pitchFamily="34" charset="0"/>
                                          <a:sym typeface="Symbol"/>
                                        </a:rPr>
                                      </m:ctrlPr>
                                    </m:sSupPr>
                                    <m:e>
                                      <m:r>
                                        <a:rPr lang="en-US" sz="2400" b="1">
                                          <a:solidFill>
                                            <a:schemeClr val="bg1">
                                              <a:lumMod val="95000"/>
                                              <a:lumOff val="5000"/>
                                            </a:schemeClr>
                                          </a:solidFill>
                                          <a:latin typeface="Cambria Math"/>
                                          <a:cs typeface="Arial" pitchFamily="34" charset="0"/>
                                          <a:sym typeface="Symbol"/>
                                        </a:rPr>
                                        <m:t>𝐗</m:t>
                                      </m:r>
                                    </m:e>
                                    <m:sup>
                                      <m:r>
                                        <a:rPr lang="en-US" sz="2400" b="1">
                                          <a:solidFill>
                                            <a:schemeClr val="bg1">
                                              <a:lumMod val="95000"/>
                                              <a:lumOff val="5000"/>
                                            </a:schemeClr>
                                          </a:solidFill>
                                          <a:latin typeface="Cambria Math"/>
                                          <a:cs typeface="Arial" pitchFamily="34" charset="0"/>
                                          <a:sym typeface="Symbol"/>
                                        </a:rPr>
                                        <m:t>′</m:t>
                                      </m:r>
                                    </m:sup>
                                  </m:sSup>
                                  <m:r>
                                    <a:rPr lang="en-US" sz="2400" b="1">
                                      <a:solidFill>
                                        <a:schemeClr val="bg1">
                                          <a:lumMod val="95000"/>
                                          <a:lumOff val="5000"/>
                                        </a:schemeClr>
                                      </a:solidFill>
                                      <a:latin typeface="Cambria Math"/>
                                      <a:cs typeface="Arial" pitchFamily="34" charset="0"/>
                                      <a:sym typeface="Symbol"/>
                                    </a:rPr>
                                    <m:t>𝐗</m:t>
                                  </m:r>
                                </m:e>
                              </m:d>
                            </m:e>
                            <m:sup>
                              <m:r>
                                <a:rPr lang="en-US" sz="2400" b="1" i="1" smtClean="0">
                                  <a:solidFill>
                                    <a:schemeClr val="bg1">
                                      <a:lumMod val="95000"/>
                                      <a:lumOff val="5000"/>
                                    </a:schemeClr>
                                  </a:solidFill>
                                  <a:latin typeface="Cambria Math"/>
                                  <a:cs typeface="Arial" pitchFamily="34" charset="0"/>
                                  <a:sym typeface="Symbol"/>
                                </a:rPr>
                                <m:t>−</m:t>
                              </m:r>
                              <m:r>
                                <a:rPr lang="en-US" sz="2400" b="1" i="1" smtClean="0">
                                  <a:solidFill>
                                    <a:schemeClr val="bg1">
                                      <a:lumMod val="95000"/>
                                      <a:lumOff val="5000"/>
                                    </a:schemeClr>
                                  </a:solidFill>
                                  <a:latin typeface="Cambria Math"/>
                                  <a:cs typeface="Arial" pitchFamily="34" charset="0"/>
                                  <a:sym typeface="Symbol"/>
                                </a:rPr>
                                <m:t>𝟏</m:t>
                              </m:r>
                            </m:sup>
                          </m:sSup>
                          <m:r>
                            <a:rPr lang="en-US" sz="2400" b="1">
                              <a:solidFill>
                                <a:schemeClr val="bg1">
                                  <a:lumMod val="95000"/>
                                  <a:lumOff val="5000"/>
                                </a:schemeClr>
                              </a:solidFill>
                              <a:latin typeface="Cambria Math"/>
                              <a:cs typeface="Arial" pitchFamily="34" charset="0"/>
                              <a:sym typeface="Symbol"/>
                            </a:rPr>
                            <m:t>𝐗</m:t>
                          </m:r>
                        </m:e>
                        <m:sup>
                          <m:r>
                            <a:rPr lang="en-US" sz="2400" b="1">
                              <a:solidFill>
                                <a:schemeClr val="bg1">
                                  <a:lumMod val="95000"/>
                                  <a:lumOff val="5000"/>
                                </a:schemeClr>
                              </a:solidFill>
                              <a:latin typeface="Cambria Math"/>
                              <a:cs typeface="Arial" pitchFamily="34" charset="0"/>
                              <a:sym typeface="Symbol"/>
                            </a:rPr>
                            <m:t>′</m:t>
                          </m:r>
                        </m:sup>
                      </m:sSup>
                      <m:r>
                        <a:rPr lang="en-US" sz="2400" b="1" i="0" smtClean="0">
                          <a:solidFill>
                            <a:schemeClr val="bg1">
                              <a:lumMod val="95000"/>
                              <a:lumOff val="5000"/>
                            </a:schemeClr>
                          </a:solidFill>
                          <a:latin typeface="Cambria Math"/>
                          <a:cs typeface="Arial" pitchFamily="34" charset="0"/>
                          <a:sym typeface="Symbol"/>
                        </a:rPr>
                        <m:t>𝐘</m:t>
                      </m:r>
                    </m:oMath>
                  </m:oMathPara>
                </a14:m>
                <a:endParaRPr lang="en-US" sz="2400" b="1" dirty="0">
                  <a:solidFill>
                    <a:schemeClr val="bg1">
                      <a:lumMod val="95000"/>
                      <a:lumOff val="5000"/>
                    </a:schemeClr>
                  </a:solidFill>
                  <a:latin typeface="Arial" pitchFamily="34" charset="0"/>
                  <a:cs typeface="Arial" pitchFamily="34" charset="0"/>
                  <a:sym typeface="Symbol"/>
                </a:endParaRPr>
              </a:p>
            </p:txBody>
          </p:sp>
        </mc:Choice>
        <mc:Fallback xmlns="">
          <p:sp>
            <p:nvSpPr>
              <p:cNvPr id="2" name="Rectangle 1"/>
              <p:cNvSpPr>
                <a:spLocks noRot="1" noChangeAspect="1" noMove="1" noResize="1" noEditPoints="1" noAdjustHandles="1" noChangeArrowheads="1" noChangeShapeType="1" noTextEdit="1"/>
              </p:cNvSpPr>
              <p:nvPr/>
            </p:nvSpPr>
            <p:spPr>
              <a:xfrm>
                <a:off x="3797682" y="4025043"/>
                <a:ext cx="2372636" cy="676532"/>
              </a:xfrm>
              <a:prstGeom prst="rect">
                <a:avLst/>
              </a:prstGeom>
              <a:blipFill rotWithShape="1">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08840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0" y="438582"/>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Dimensions of Matrices</a:t>
            </a:r>
          </a:p>
        </p:txBody>
      </p:sp>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1907704" y="1275606"/>
                <a:ext cx="5328592" cy="3819379"/>
              </a:xfrm>
              <a:prstGeom prst="rect">
                <a:avLst/>
              </a:prstGeom>
              <a:noFill/>
              <a:ln w="9525">
                <a:noFill/>
                <a:miter lim="800000"/>
                <a:headEnd/>
                <a:tailEnd/>
              </a:ln>
            </p:spPr>
            <p:txBody>
              <a:bodyPr wrap="square">
                <a:spAutoFit/>
              </a:bodyPr>
              <a:lstStyle/>
              <a:p>
                <a:pPr algn="just">
                  <a:lnSpc>
                    <a:spcPct val="200000"/>
                  </a:lnSpc>
                </a:pPr>
                <a:r>
                  <a:rPr lang="en-US" b="1" dirty="0">
                    <a:solidFill>
                      <a:schemeClr val="bg1">
                        <a:lumMod val="95000"/>
                        <a:lumOff val="5000"/>
                      </a:schemeClr>
                    </a:solidFill>
                    <a:latin typeface="Airal"/>
                  </a:rPr>
                  <a:t>      </a:t>
                </a:r>
                <a:r>
                  <a:rPr lang="en-US" sz="2000" b="1" dirty="0">
                    <a:solidFill>
                      <a:schemeClr val="bg1">
                        <a:lumMod val="95000"/>
                        <a:lumOff val="5000"/>
                      </a:schemeClr>
                    </a:solidFill>
                    <a:latin typeface="Airal"/>
                  </a:rPr>
                  <a:t>X</a:t>
                </a:r>
                <a:r>
                  <a:rPr lang="en-US" sz="2000" dirty="0">
                    <a:solidFill>
                      <a:schemeClr val="bg1">
                        <a:lumMod val="95000"/>
                        <a:lumOff val="5000"/>
                      </a:schemeClr>
                    </a:solidFill>
                    <a:latin typeface="Airal"/>
                  </a:rPr>
                  <a:t>  :  </a:t>
                </a:r>
                <a:r>
                  <a:rPr lang="en-US" sz="2000" dirty="0">
                    <a:solidFill>
                      <a:srgbClr val="002060"/>
                    </a:solidFill>
                    <a:latin typeface="Airal"/>
                  </a:rPr>
                  <a:t>(n x p)</a:t>
                </a:r>
              </a:p>
              <a:p>
                <a:pPr algn="just">
                  <a:lnSpc>
                    <a:spcPct val="200000"/>
                  </a:lnSpc>
                </a:pPr>
                <a:r>
                  <a:rPr lang="en-US" sz="2000" dirty="0">
                    <a:solidFill>
                      <a:srgbClr val="002060"/>
                    </a:solidFill>
                    <a:latin typeface="Airal"/>
                  </a:rPr>
                  <a:t>  </a:t>
                </a:r>
                <a14:m>
                  <m:oMath xmlns:m="http://schemas.openxmlformats.org/officeDocument/2006/math">
                    <m:sSup>
                      <m:sSupPr>
                        <m:ctrlPr>
                          <a:rPr lang="en-US" sz="2000" b="1" i="1">
                            <a:solidFill>
                              <a:schemeClr val="bg1">
                                <a:lumMod val="95000"/>
                                <a:lumOff val="5000"/>
                              </a:schemeClr>
                            </a:solidFill>
                            <a:latin typeface="Cambria Math" panose="02040503050406030204" pitchFamily="18" charset="0"/>
                            <a:cs typeface="Arial" pitchFamily="34" charset="0"/>
                            <a:sym typeface="Symbol"/>
                          </a:rPr>
                        </m:ctrlPr>
                      </m:sSupPr>
                      <m:e>
                        <m:r>
                          <a:rPr lang="en-US" sz="2000" b="1">
                            <a:solidFill>
                              <a:schemeClr val="bg1">
                                <a:lumMod val="95000"/>
                                <a:lumOff val="5000"/>
                              </a:schemeClr>
                            </a:solidFill>
                            <a:latin typeface="Cambria Math"/>
                            <a:cs typeface="Arial" pitchFamily="34" charset="0"/>
                            <a:sym typeface="Symbol"/>
                          </a:rPr>
                          <m:t>𝐗</m:t>
                        </m:r>
                      </m:e>
                      <m:sup>
                        <m:r>
                          <a:rPr lang="en-US" sz="2000" b="1">
                            <a:solidFill>
                              <a:schemeClr val="bg1">
                                <a:lumMod val="95000"/>
                                <a:lumOff val="5000"/>
                              </a:schemeClr>
                            </a:solidFill>
                            <a:latin typeface="Cambria Math"/>
                            <a:cs typeface="Arial" pitchFamily="34" charset="0"/>
                            <a:sym typeface="Symbol"/>
                          </a:rPr>
                          <m:t>′</m:t>
                        </m:r>
                      </m:sup>
                    </m:sSup>
                    <m:r>
                      <a:rPr lang="en-US" sz="2000" b="1">
                        <a:solidFill>
                          <a:schemeClr val="bg1">
                            <a:lumMod val="95000"/>
                            <a:lumOff val="5000"/>
                          </a:schemeClr>
                        </a:solidFill>
                        <a:latin typeface="Cambria Math"/>
                        <a:cs typeface="Arial" pitchFamily="34" charset="0"/>
                        <a:sym typeface="Symbol"/>
                      </a:rPr>
                      <m:t>𝐗</m:t>
                    </m:r>
                  </m:oMath>
                </a14:m>
                <a:r>
                  <a:rPr lang="en-US" sz="2000" dirty="0">
                    <a:solidFill>
                      <a:srgbClr val="002060"/>
                    </a:solidFill>
                    <a:latin typeface="Airal"/>
                  </a:rPr>
                  <a:t>   :  (p x n) x ( n x p) = (p x p)</a:t>
                </a:r>
              </a:p>
              <a:p>
                <a:pPr algn="just">
                  <a:lnSpc>
                    <a:spcPct val="200000"/>
                  </a:lnSpc>
                </a:pPr>
                <a:r>
                  <a:rPr lang="en-US" sz="2000" dirty="0">
                    <a:solidFill>
                      <a:srgbClr val="002060"/>
                    </a:solidFill>
                    <a:latin typeface="Airal"/>
                  </a:rPr>
                  <a:t> </a:t>
                </a:r>
                <a14:m>
                  <m:oMath xmlns:m="http://schemas.openxmlformats.org/officeDocument/2006/math">
                    <m:sSup>
                      <m:sSupPr>
                        <m:ctrlPr>
                          <a:rPr lang="en-US" sz="2000" b="1" i="1">
                            <a:solidFill>
                              <a:schemeClr val="bg1">
                                <a:lumMod val="95000"/>
                                <a:lumOff val="5000"/>
                              </a:schemeClr>
                            </a:solidFill>
                            <a:latin typeface="Cambria Math" panose="02040503050406030204" pitchFamily="18" charset="0"/>
                            <a:cs typeface="Arial" pitchFamily="34" charset="0"/>
                            <a:sym typeface="Symbol"/>
                          </a:rPr>
                        </m:ctrlPr>
                      </m:sSupPr>
                      <m:e>
                        <m:r>
                          <a:rPr lang="en-US" sz="2000" b="1">
                            <a:solidFill>
                              <a:schemeClr val="bg1">
                                <a:lumMod val="95000"/>
                                <a:lumOff val="5000"/>
                              </a:schemeClr>
                            </a:solidFill>
                            <a:latin typeface="Cambria Math"/>
                            <a:cs typeface="Arial" pitchFamily="34" charset="0"/>
                            <a:sym typeface="Symbol"/>
                          </a:rPr>
                          <m:t>𝐗</m:t>
                        </m:r>
                      </m:e>
                      <m:sup>
                        <m:r>
                          <a:rPr lang="en-US" sz="2000" b="1">
                            <a:solidFill>
                              <a:schemeClr val="bg1">
                                <a:lumMod val="95000"/>
                                <a:lumOff val="5000"/>
                              </a:schemeClr>
                            </a:solidFill>
                            <a:latin typeface="Cambria Math"/>
                            <a:cs typeface="Arial" pitchFamily="34" charset="0"/>
                            <a:sym typeface="Symbol"/>
                          </a:rPr>
                          <m:t>′</m:t>
                        </m:r>
                      </m:sup>
                    </m:sSup>
                    <m:r>
                      <a:rPr lang="en-US" sz="2000" b="1" i="0" smtClean="0">
                        <a:solidFill>
                          <a:schemeClr val="bg1">
                            <a:lumMod val="95000"/>
                            <a:lumOff val="5000"/>
                          </a:schemeClr>
                        </a:solidFill>
                        <a:latin typeface="Cambria Math"/>
                        <a:cs typeface="Arial" pitchFamily="34" charset="0"/>
                        <a:sym typeface="Symbol"/>
                      </a:rPr>
                      <m:t>𝐘</m:t>
                    </m:r>
                  </m:oMath>
                </a14:m>
                <a:r>
                  <a:rPr lang="en-US" sz="2000" dirty="0">
                    <a:solidFill>
                      <a:srgbClr val="002060"/>
                    </a:solidFill>
                    <a:latin typeface="Airal"/>
                  </a:rPr>
                  <a:t>    :  (p x n) x (n x 1)  = (p x 1)</a:t>
                </a:r>
              </a:p>
              <a:p>
                <a:pPr algn="just">
                  <a:lnSpc>
                    <a:spcPct val="200000"/>
                  </a:lnSpc>
                </a:pPr>
                <a:r>
                  <a:rPr lang="en-US" sz="2000" dirty="0">
                    <a:solidFill>
                      <a:srgbClr val="002060"/>
                    </a:solidFill>
                    <a:latin typeface="Airal"/>
                  </a:rPr>
                  <a:t>     </a:t>
                </a:r>
                <a14:m>
                  <m:oMath xmlns:m="http://schemas.openxmlformats.org/officeDocument/2006/math">
                    <m:acc>
                      <m:accPr>
                        <m:chr m:val="̂"/>
                        <m:ctrlPr>
                          <a:rPr lang="en-US" sz="2000" b="1" i="1">
                            <a:solidFill>
                              <a:schemeClr val="bg1">
                                <a:lumMod val="95000"/>
                                <a:lumOff val="5000"/>
                              </a:schemeClr>
                            </a:solidFill>
                            <a:latin typeface="Cambria Math" panose="02040503050406030204" pitchFamily="18" charset="0"/>
                            <a:cs typeface="Arial" pitchFamily="34" charset="0"/>
                            <a:sym typeface="Symbol"/>
                          </a:rPr>
                        </m:ctrlPr>
                      </m:accPr>
                      <m:e>
                        <m:r>
                          <a:rPr lang="en-US" sz="2000" b="1" i="1">
                            <a:solidFill>
                              <a:schemeClr val="bg1">
                                <a:lumMod val="95000"/>
                                <a:lumOff val="5000"/>
                              </a:schemeClr>
                            </a:solidFill>
                            <a:latin typeface="Cambria Math"/>
                            <a:ea typeface="Cambria Math"/>
                            <a:cs typeface="Arial" pitchFamily="34" charset="0"/>
                            <a:sym typeface="Symbol"/>
                          </a:rPr>
                          <m:t>𝛃</m:t>
                        </m:r>
                      </m:e>
                    </m:acc>
                  </m:oMath>
                </a14:m>
                <a:r>
                  <a:rPr lang="en-US" sz="2000" dirty="0">
                    <a:solidFill>
                      <a:srgbClr val="002060"/>
                    </a:solidFill>
                    <a:latin typeface="Airal"/>
                  </a:rPr>
                  <a:t>   :   (p x 1) </a:t>
                </a:r>
              </a:p>
              <a:p>
                <a:pPr algn="just">
                  <a:lnSpc>
                    <a:spcPct val="200000"/>
                  </a:lnSpc>
                </a:pPr>
                <a:r>
                  <a:rPr lang="en-US" sz="2000" dirty="0">
                    <a:solidFill>
                      <a:srgbClr val="002060"/>
                    </a:solidFill>
                    <a:latin typeface="Airal"/>
                  </a:rPr>
                  <a:t>     </a:t>
                </a:r>
                <a:r>
                  <a:rPr lang="en-US" sz="2000" b="1" dirty="0">
                    <a:solidFill>
                      <a:srgbClr val="002060"/>
                    </a:solidFill>
                    <a:latin typeface="Airal"/>
                  </a:rPr>
                  <a:t>y   </a:t>
                </a:r>
                <a:r>
                  <a:rPr lang="en-US" sz="2000" dirty="0">
                    <a:solidFill>
                      <a:srgbClr val="002060"/>
                    </a:solidFill>
                    <a:latin typeface="Airal"/>
                  </a:rPr>
                  <a:t>:   ( n x 1)</a:t>
                </a:r>
              </a:p>
              <a:p>
                <a:pPr algn="just">
                  <a:lnSpc>
                    <a:spcPct val="200000"/>
                  </a:lnSpc>
                </a:pPr>
                <a:r>
                  <a:rPr lang="en-US" sz="2000" dirty="0">
                    <a:solidFill>
                      <a:srgbClr val="002060"/>
                    </a:solidFill>
                    <a:latin typeface="Airal"/>
                  </a:rPr>
                  <a:t>Note that p = k+1</a:t>
                </a: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1907704" y="1275606"/>
                <a:ext cx="5328592" cy="3819379"/>
              </a:xfrm>
              <a:prstGeom prst="rect">
                <a:avLst/>
              </a:prstGeom>
              <a:blipFill rotWithShape="1">
                <a:blip r:embed="rId2"/>
                <a:stretch>
                  <a:fillRect l="-1259"/>
                </a:stretch>
              </a:blipFill>
              <a:ln w="9525">
                <a:noFill/>
                <a:miter lim="800000"/>
                <a:headEnd/>
                <a:tailEnd/>
              </a:ln>
            </p:spPr>
            <p:txBody>
              <a:bodyPr/>
              <a:lstStyle/>
              <a:p>
                <a:r>
                  <a:rPr lang="en-IN">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108520" y="474807"/>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Dimensions of Matrices</a:t>
            </a:r>
          </a:p>
        </p:txBody>
      </p:sp>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455047" y="1059582"/>
                <a:ext cx="8496944" cy="3087255"/>
              </a:xfrm>
              <a:prstGeom prst="rect">
                <a:avLst/>
              </a:prstGeom>
              <a:noFill/>
              <a:ln w="38100">
                <a:solidFill>
                  <a:schemeClr val="tx1"/>
                </a:solidFill>
                <a:miter lim="800000"/>
                <a:headEnd/>
                <a:tailEnd/>
              </a:ln>
            </p:spPr>
            <p:txBody>
              <a:bodyPr wrap="square">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The fitted regression model is given by </a:t>
                </a:r>
                <a14:m>
                  <m:oMath xmlns:m="http://schemas.openxmlformats.org/officeDocument/2006/math">
                    <m:acc>
                      <m:accPr>
                        <m:chr m:val="̂"/>
                        <m:ctrlPr>
                          <a:rPr lang="en-US" sz="2400" b="1" i="1" smtClean="0">
                            <a:solidFill>
                              <a:schemeClr val="bg1">
                                <a:lumMod val="95000"/>
                                <a:lumOff val="5000"/>
                              </a:schemeClr>
                            </a:solidFill>
                            <a:latin typeface="Cambria Math" panose="02040503050406030204" pitchFamily="18" charset="0"/>
                            <a:cs typeface="Arial" pitchFamily="34" charset="0"/>
                          </a:rPr>
                        </m:ctrlPr>
                      </m:accPr>
                      <m:e>
                        <m:r>
                          <a:rPr lang="en-US" sz="2400" b="1" i="0" smtClean="0">
                            <a:solidFill>
                              <a:schemeClr val="bg1">
                                <a:lumMod val="95000"/>
                                <a:lumOff val="5000"/>
                              </a:schemeClr>
                            </a:solidFill>
                            <a:latin typeface="Cambria Math"/>
                            <a:cs typeface="Arial" pitchFamily="34" charset="0"/>
                          </a:rPr>
                          <m:t>𝐘</m:t>
                        </m:r>
                      </m:e>
                    </m:acc>
                    <m:r>
                      <a:rPr lang="en-US" sz="2400" b="1" i="0" smtClean="0">
                        <a:solidFill>
                          <a:schemeClr val="bg1">
                            <a:lumMod val="95000"/>
                            <a:lumOff val="5000"/>
                          </a:schemeClr>
                        </a:solidFill>
                        <a:latin typeface="Cambria Math"/>
                        <a:cs typeface="Arial" pitchFamily="34" charset="0"/>
                      </a:rPr>
                      <m:t>=</m:t>
                    </m:r>
                    <m:r>
                      <a:rPr lang="en-US" sz="2400" b="1" i="0" smtClean="0">
                        <a:solidFill>
                          <a:schemeClr val="bg1">
                            <a:lumMod val="95000"/>
                            <a:lumOff val="5000"/>
                          </a:schemeClr>
                        </a:solidFill>
                        <a:latin typeface="Cambria Math"/>
                        <a:cs typeface="Arial" pitchFamily="34" charset="0"/>
                      </a:rPr>
                      <m:t>𝐗</m:t>
                    </m:r>
                    <m:acc>
                      <m:accPr>
                        <m:chr m:val="̂"/>
                        <m:ctrlPr>
                          <a:rPr lang="en-US" sz="2400" b="1" i="1" smtClean="0">
                            <a:solidFill>
                              <a:schemeClr val="bg1">
                                <a:lumMod val="95000"/>
                                <a:lumOff val="5000"/>
                              </a:schemeClr>
                            </a:solidFill>
                            <a:latin typeface="Cambria Math" panose="02040503050406030204" pitchFamily="18" charset="0"/>
                            <a:cs typeface="Arial" pitchFamily="34" charset="0"/>
                          </a:rPr>
                        </m:ctrlPr>
                      </m:accPr>
                      <m:e>
                        <m:r>
                          <a:rPr lang="en-US" sz="2400" b="1" i="0" smtClean="0">
                            <a:solidFill>
                              <a:schemeClr val="bg1">
                                <a:lumMod val="95000"/>
                                <a:lumOff val="5000"/>
                              </a:schemeClr>
                            </a:solidFill>
                            <a:latin typeface="Cambria Math"/>
                            <a:ea typeface="Cambria Math"/>
                            <a:cs typeface="Arial" pitchFamily="34" charset="0"/>
                          </a:rPr>
                          <m:t>𝛃</m:t>
                        </m:r>
                      </m:e>
                    </m:acc>
                  </m:oMath>
                </a14:m>
                <a:endParaRPr lang="en-US" sz="2400" b="1" dirty="0">
                  <a:solidFill>
                    <a:schemeClr val="bg1">
                      <a:lumMod val="95000"/>
                      <a:lumOff val="5000"/>
                    </a:schemeClr>
                  </a:solidFill>
                  <a:latin typeface="Arial" pitchFamily="34" charset="0"/>
                  <a:cs typeface="Arial" pitchFamily="34" charset="0"/>
                </a:endParaRPr>
              </a:p>
              <a:p>
                <a:pPr algn="just">
                  <a:lnSpc>
                    <a:spcPct val="200000"/>
                  </a:lnSpc>
                </a:pPr>
                <a:r>
                  <a:rPr lang="en-US" sz="2400" dirty="0">
                    <a:solidFill>
                      <a:schemeClr val="bg1">
                        <a:lumMod val="95000"/>
                        <a:lumOff val="5000"/>
                      </a:schemeClr>
                    </a:solidFill>
                    <a:latin typeface="Arial" pitchFamily="34" charset="0"/>
                    <a:cs typeface="Arial" pitchFamily="34" charset="0"/>
                  </a:rPr>
                  <a:t>The difference between the actual </a:t>
                </a:r>
                <a:r>
                  <a:rPr lang="en-US" sz="2400" dirty="0" err="1">
                    <a:solidFill>
                      <a:schemeClr val="bg1">
                        <a:lumMod val="95000"/>
                        <a:lumOff val="5000"/>
                      </a:schemeClr>
                    </a:solidFill>
                    <a:latin typeface="Arial" pitchFamily="34" charset="0"/>
                    <a:cs typeface="Arial" pitchFamily="34" charset="0"/>
                  </a:rPr>
                  <a:t>i</a:t>
                </a:r>
                <a:r>
                  <a:rPr lang="en-US" sz="2400" baseline="30000" dirty="0" err="1">
                    <a:solidFill>
                      <a:schemeClr val="bg1">
                        <a:lumMod val="95000"/>
                        <a:lumOff val="5000"/>
                      </a:schemeClr>
                    </a:solidFill>
                    <a:latin typeface="Arial" pitchFamily="34" charset="0"/>
                    <a:cs typeface="Arial" pitchFamily="34" charset="0"/>
                  </a:rPr>
                  <a:t>th</a:t>
                </a:r>
                <a:r>
                  <a:rPr lang="en-US" sz="2400" dirty="0">
                    <a:solidFill>
                      <a:schemeClr val="bg1">
                        <a:lumMod val="95000"/>
                        <a:lumOff val="5000"/>
                      </a:schemeClr>
                    </a:solidFill>
                    <a:latin typeface="Arial" pitchFamily="34" charset="0"/>
                    <a:cs typeface="Arial" pitchFamily="34" charset="0"/>
                  </a:rPr>
                  <a:t> observation and the predicted value given above (called </a:t>
                </a:r>
                <a:r>
                  <a:rPr lang="en-US" sz="2400" b="1" dirty="0">
                    <a:solidFill>
                      <a:srgbClr val="FF0000"/>
                    </a:solidFill>
                    <a:latin typeface="Arial" pitchFamily="34" charset="0"/>
                    <a:cs typeface="Arial" pitchFamily="34" charset="0"/>
                  </a:rPr>
                  <a:t>residual</a:t>
                </a:r>
                <a:r>
                  <a:rPr lang="en-US" sz="2400" dirty="0">
                    <a:solidFill>
                      <a:schemeClr val="bg1">
                        <a:lumMod val="95000"/>
                        <a:lumOff val="5000"/>
                      </a:schemeClr>
                    </a:solidFill>
                    <a:latin typeface="Arial" pitchFamily="34" charset="0"/>
                    <a:cs typeface="Arial" pitchFamily="34" charset="0"/>
                  </a:rPr>
                  <a:t>) may be expressed in matrix notation as </a:t>
                </a:r>
                <a14:m>
                  <m:oMath xmlns:m="http://schemas.openxmlformats.org/officeDocument/2006/math">
                    <m:r>
                      <a:rPr lang="en-US" sz="2400" b="1" i="0" smtClean="0">
                        <a:solidFill>
                          <a:schemeClr val="bg1">
                            <a:lumMod val="95000"/>
                            <a:lumOff val="5000"/>
                          </a:schemeClr>
                        </a:solidFill>
                        <a:latin typeface="Cambria Math"/>
                        <a:cs typeface="Arial" pitchFamily="34" charset="0"/>
                      </a:rPr>
                      <m:t>𝐞</m:t>
                    </m:r>
                    <m:r>
                      <a:rPr lang="en-US" sz="2400" b="1" i="0" smtClean="0">
                        <a:solidFill>
                          <a:schemeClr val="bg1">
                            <a:lumMod val="95000"/>
                            <a:lumOff val="5000"/>
                          </a:schemeClr>
                        </a:solidFill>
                        <a:latin typeface="Cambria Math"/>
                        <a:cs typeface="Arial" pitchFamily="34" charset="0"/>
                      </a:rPr>
                      <m:t>=</m:t>
                    </m:r>
                    <m:r>
                      <a:rPr lang="en-US" sz="2400" b="1" i="0" smtClean="0">
                        <a:solidFill>
                          <a:schemeClr val="bg1">
                            <a:lumMod val="95000"/>
                            <a:lumOff val="5000"/>
                          </a:schemeClr>
                        </a:solidFill>
                        <a:latin typeface="Cambria Math"/>
                        <a:cs typeface="Arial" pitchFamily="34" charset="0"/>
                      </a:rPr>
                      <m:t>𝐘</m:t>
                    </m:r>
                    <m:r>
                      <a:rPr lang="en-US" sz="2400" b="1" i="0" smtClean="0">
                        <a:solidFill>
                          <a:schemeClr val="bg1">
                            <a:lumMod val="95000"/>
                            <a:lumOff val="5000"/>
                          </a:schemeClr>
                        </a:solidFill>
                        <a:latin typeface="Cambria Math"/>
                        <a:cs typeface="Arial" pitchFamily="34" charset="0"/>
                      </a:rPr>
                      <m:t> − </m:t>
                    </m:r>
                    <m:acc>
                      <m:accPr>
                        <m:chr m:val="̂"/>
                        <m:ctrlPr>
                          <a:rPr lang="en-US" sz="2400" b="1" i="1" smtClean="0">
                            <a:solidFill>
                              <a:schemeClr val="bg1">
                                <a:lumMod val="95000"/>
                                <a:lumOff val="5000"/>
                              </a:schemeClr>
                            </a:solidFill>
                            <a:latin typeface="Cambria Math" panose="02040503050406030204" pitchFamily="18" charset="0"/>
                            <a:cs typeface="Arial" pitchFamily="34" charset="0"/>
                          </a:rPr>
                        </m:ctrlPr>
                      </m:accPr>
                      <m:e>
                        <m:r>
                          <a:rPr lang="en-US" sz="2400" b="1" i="0" smtClean="0">
                            <a:solidFill>
                              <a:schemeClr val="bg1">
                                <a:lumMod val="95000"/>
                                <a:lumOff val="5000"/>
                              </a:schemeClr>
                            </a:solidFill>
                            <a:latin typeface="Cambria Math"/>
                            <a:cs typeface="Arial" pitchFamily="34" charset="0"/>
                          </a:rPr>
                          <m:t>𝐘</m:t>
                        </m:r>
                      </m:e>
                    </m:acc>
                  </m:oMath>
                </a14:m>
                <a:endParaRPr lang="en-US" sz="2400" b="1" dirty="0">
                  <a:solidFill>
                    <a:schemeClr val="bg1">
                      <a:lumMod val="95000"/>
                      <a:lumOff val="5000"/>
                    </a:schemeClr>
                  </a:solidFill>
                  <a:latin typeface="Arial" pitchFamily="34" charset="0"/>
                  <a:cs typeface="Arial" pitchFamily="34" charset="0"/>
                  <a:sym typeface="Symbol"/>
                </a:endParaRP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455047" y="1059582"/>
                <a:ext cx="8496944" cy="3087255"/>
              </a:xfrm>
              <a:prstGeom prst="rect">
                <a:avLst/>
              </a:prstGeom>
              <a:blipFill rotWithShape="1">
                <a:blip r:embed="rId2"/>
                <a:stretch>
                  <a:fillRect l="-929" r="-857"/>
                </a:stretch>
              </a:blipFill>
              <a:ln w="38100">
                <a:solidFill>
                  <a:schemeClr val="tx1"/>
                </a:solidFill>
                <a:miter lim="800000"/>
                <a:headEnd/>
                <a:tailEnd/>
              </a:ln>
            </p:spPr>
            <p:txBody>
              <a:bodyPr/>
              <a:lstStyle/>
              <a:p>
                <a:r>
                  <a:rPr lang="en-IN">
                    <a:noFill/>
                  </a:rPr>
                  <a:t> </a:t>
                </a:r>
              </a:p>
            </p:txBody>
          </p:sp>
        </mc:Fallback>
      </mc:AlternateContent>
    </p:spTree>
    <p:extLst>
      <p:ext uri="{BB962C8B-B14F-4D97-AF65-F5344CB8AC3E}">
        <p14:creationId xmlns:p14="http://schemas.microsoft.com/office/powerpoint/2010/main" val="1166525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252536" y="627534"/>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Calculations of Error Sum of Squares (SS</a:t>
            </a:r>
            <a:r>
              <a:rPr lang="en-US" sz="3200" b="1" baseline="-25000" dirty="0">
                <a:solidFill>
                  <a:srgbClr val="0070C0"/>
                </a:solidFill>
                <a:effectLst>
                  <a:outerShdw blurRad="38100" dist="38100" dir="2700000" algn="tl">
                    <a:srgbClr val="000000">
                      <a:alpha val="43137"/>
                    </a:srgbClr>
                  </a:outerShdw>
                </a:effectLst>
                <a:latin typeface="Arial" pitchFamily="34" charset="0"/>
                <a:cs typeface="Arial" pitchFamily="34" charset="0"/>
              </a:rPr>
              <a:t>E</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p:txBody>
      </p:sp>
      <mc:AlternateContent xmlns:mc="http://schemas.openxmlformats.org/markup-compatibility/2006" xmlns:a14="http://schemas.microsoft.com/office/drawing/2010/main">
        <mc:Choice Requires="a14">
          <p:sp>
            <p:nvSpPr>
              <p:cNvPr id="3" name="Rectangle 2"/>
              <p:cNvSpPr/>
              <p:nvPr/>
            </p:nvSpPr>
            <p:spPr>
              <a:xfrm>
                <a:off x="3904990" y="1563638"/>
                <a:ext cx="1709122" cy="4715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1">
                          <a:solidFill>
                            <a:schemeClr val="bg1">
                              <a:lumMod val="95000"/>
                              <a:lumOff val="5000"/>
                            </a:schemeClr>
                          </a:solidFill>
                          <a:latin typeface="Cambria Math"/>
                          <a:cs typeface="Arial" pitchFamily="34" charset="0"/>
                        </a:rPr>
                        <m:t>𝐞</m:t>
                      </m:r>
                      <m:r>
                        <a:rPr lang="en-US" sz="2400" b="1">
                          <a:solidFill>
                            <a:schemeClr val="bg1">
                              <a:lumMod val="95000"/>
                              <a:lumOff val="5000"/>
                            </a:schemeClr>
                          </a:solidFill>
                          <a:latin typeface="Cambria Math"/>
                          <a:cs typeface="Arial" pitchFamily="34" charset="0"/>
                        </a:rPr>
                        <m:t>=</m:t>
                      </m:r>
                      <m:r>
                        <a:rPr lang="en-US" sz="2400" b="1">
                          <a:solidFill>
                            <a:schemeClr val="bg1">
                              <a:lumMod val="95000"/>
                              <a:lumOff val="5000"/>
                            </a:schemeClr>
                          </a:solidFill>
                          <a:latin typeface="Cambria Math"/>
                          <a:cs typeface="Arial" pitchFamily="34" charset="0"/>
                        </a:rPr>
                        <m:t>𝐘</m:t>
                      </m:r>
                      <m:r>
                        <a:rPr lang="en-US" sz="2400" b="1">
                          <a:solidFill>
                            <a:schemeClr val="bg1">
                              <a:lumMod val="95000"/>
                              <a:lumOff val="5000"/>
                            </a:schemeClr>
                          </a:solidFill>
                          <a:latin typeface="Cambria Math"/>
                          <a:cs typeface="Arial" pitchFamily="34" charset="0"/>
                        </a:rPr>
                        <m:t> − </m:t>
                      </m:r>
                      <m:acc>
                        <m:accPr>
                          <m:chr m:val="̂"/>
                          <m:ctrlPr>
                            <a:rPr lang="en-US" sz="2400" b="1" i="1">
                              <a:solidFill>
                                <a:schemeClr val="bg1">
                                  <a:lumMod val="95000"/>
                                  <a:lumOff val="5000"/>
                                </a:schemeClr>
                              </a:solidFill>
                              <a:latin typeface="Cambria Math" panose="02040503050406030204" pitchFamily="18" charset="0"/>
                              <a:cs typeface="Arial" pitchFamily="34" charset="0"/>
                            </a:rPr>
                          </m:ctrlPr>
                        </m:accPr>
                        <m:e>
                          <m:r>
                            <a:rPr lang="en-US" sz="2400" b="1">
                              <a:solidFill>
                                <a:schemeClr val="bg1">
                                  <a:lumMod val="95000"/>
                                  <a:lumOff val="5000"/>
                                </a:schemeClr>
                              </a:solidFill>
                              <a:latin typeface="Cambria Math"/>
                              <a:cs typeface="Arial" pitchFamily="34" charset="0"/>
                            </a:rPr>
                            <m:t>𝐘</m:t>
                          </m:r>
                        </m:e>
                      </m:acc>
                    </m:oMath>
                  </m:oMathPara>
                </a14:m>
                <a:endParaRPr lang="en-IN" sz="2400" dirty="0"/>
              </a:p>
            </p:txBody>
          </p:sp>
        </mc:Choice>
        <mc:Fallback xmlns="">
          <p:sp>
            <p:nvSpPr>
              <p:cNvPr id="3" name="Rectangle 2"/>
              <p:cNvSpPr>
                <a:spLocks noRot="1" noChangeAspect="1" noMove="1" noResize="1" noEditPoints="1" noAdjustHandles="1" noChangeArrowheads="1" noChangeShapeType="1" noTextEdit="1"/>
              </p:cNvSpPr>
              <p:nvPr/>
            </p:nvSpPr>
            <p:spPr>
              <a:xfrm>
                <a:off x="3904990" y="1563638"/>
                <a:ext cx="1709122" cy="471539"/>
              </a:xfrm>
              <a:prstGeom prst="rect">
                <a:avLst/>
              </a:prstGeom>
              <a:blipFill rotWithShape="1">
                <a:blip r:embed="rId2"/>
                <a:stretch>
                  <a:fillRect t="-5195" r="-185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3995936" y="2194980"/>
                <a:ext cx="1949573" cy="4715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1" smtClean="0">
                          <a:solidFill>
                            <a:schemeClr val="bg1">
                              <a:lumMod val="95000"/>
                              <a:lumOff val="5000"/>
                            </a:schemeClr>
                          </a:solidFill>
                          <a:latin typeface="Cambria Math"/>
                          <a:cs typeface="Arial" pitchFamily="34" charset="0"/>
                        </a:rPr>
                        <m:t>𝐞</m:t>
                      </m:r>
                      <m:r>
                        <a:rPr lang="en-US" sz="2400" b="1" i="0" smtClean="0">
                          <a:solidFill>
                            <a:schemeClr val="bg1">
                              <a:lumMod val="95000"/>
                              <a:lumOff val="5000"/>
                            </a:schemeClr>
                          </a:solidFill>
                          <a:latin typeface="Cambria Math"/>
                          <a:cs typeface="Arial" pitchFamily="34" charset="0"/>
                        </a:rPr>
                        <m:t>′</m:t>
                      </m:r>
                      <m:r>
                        <a:rPr lang="en-US" sz="2400" b="1">
                          <a:solidFill>
                            <a:schemeClr val="bg1">
                              <a:lumMod val="95000"/>
                              <a:lumOff val="5000"/>
                            </a:schemeClr>
                          </a:solidFill>
                          <a:latin typeface="Cambria Math"/>
                          <a:cs typeface="Arial" pitchFamily="34" charset="0"/>
                        </a:rPr>
                        <m:t>=</m:t>
                      </m:r>
                      <m:r>
                        <a:rPr lang="en-US" sz="2400" b="1">
                          <a:solidFill>
                            <a:schemeClr val="bg1">
                              <a:lumMod val="95000"/>
                              <a:lumOff val="5000"/>
                            </a:schemeClr>
                          </a:solidFill>
                          <a:latin typeface="Cambria Math"/>
                          <a:cs typeface="Arial" pitchFamily="34" charset="0"/>
                        </a:rPr>
                        <m:t>𝐘</m:t>
                      </m:r>
                      <m:r>
                        <a:rPr lang="en-US" sz="2400" b="1" i="0" smtClean="0">
                          <a:solidFill>
                            <a:schemeClr val="bg1">
                              <a:lumMod val="95000"/>
                              <a:lumOff val="5000"/>
                            </a:schemeClr>
                          </a:solidFill>
                          <a:latin typeface="Cambria Math"/>
                          <a:cs typeface="Arial" pitchFamily="34" charset="0"/>
                        </a:rPr>
                        <m:t>′</m:t>
                      </m:r>
                      <m:r>
                        <a:rPr lang="en-US" sz="2400" b="1">
                          <a:solidFill>
                            <a:schemeClr val="bg1">
                              <a:lumMod val="95000"/>
                              <a:lumOff val="5000"/>
                            </a:schemeClr>
                          </a:solidFill>
                          <a:latin typeface="Cambria Math"/>
                          <a:cs typeface="Arial" pitchFamily="34" charset="0"/>
                        </a:rPr>
                        <m:t> − </m:t>
                      </m:r>
                      <m:acc>
                        <m:accPr>
                          <m:chr m:val="̂"/>
                          <m:ctrlPr>
                            <a:rPr lang="en-US" sz="2400" b="1" i="1">
                              <a:solidFill>
                                <a:schemeClr val="bg1">
                                  <a:lumMod val="95000"/>
                                  <a:lumOff val="5000"/>
                                </a:schemeClr>
                              </a:solidFill>
                              <a:latin typeface="Cambria Math" panose="02040503050406030204" pitchFamily="18" charset="0"/>
                              <a:cs typeface="Arial" pitchFamily="34" charset="0"/>
                            </a:rPr>
                          </m:ctrlPr>
                        </m:accPr>
                        <m:e>
                          <m:r>
                            <a:rPr lang="en-US" sz="2400" b="1">
                              <a:solidFill>
                                <a:schemeClr val="bg1">
                                  <a:lumMod val="95000"/>
                                  <a:lumOff val="5000"/>
                                </a:schemeClr>
                              </a:solidFill>
                              <a:latin typeface="Cambria Math"/>
                              <a:cs typeface="Arial" pitchFamily="34" charset="0"/>
                            </a:rPr>
                            <m:t>𝐘</m:t>
                          </m:r>
                        </m:e>
                      </m:acc>
                      <m:r>
                        <a:rPr lang="en-US" sz="2400" b="1" i="1" smtClean="0">
                          <a:solidFill>
                            <a:schemeClr val="bg1">
                              <a:lumMod val="95000"/>
                              <a:lumOff val="5000"/>
                            </a:schemeClr>
                          </a:solidFill>
                          <a:latin typeface="Cambria Math"/>
                          <a:cs typeface="Arial" pitchFamily="34" charset="0"/>
                        </a:rPr>
                        <m:t>′</m:t>
                      </m:r>
                    </m:oMath>
                  </m:oMathPara>
                </a14:m>
                <a:endParaRPr lang="en-IN" sz="2400" dirty="0"/>
              </a:p>
            </p:txBody>
          </p:sp>
        </mc:Choice>
        <mc:Fallback xmlns="">
          <p:sp>
            <p:nvSpPr>
              <p:cNvPr id="4" name="Rectangle 3"/>
              <p:cNvSpPr>
                <a:spLocks noRot="1" noChangeAspect="1" noMove="1" noResize="1" noEditPoints="1" noAdjustHandles="1" noChangeArrowheads="1" noChangeShapeType="1" noTextEdit="1"/>
              </p:cNvSpPr>
              <p:nvPr/>
            </p:nvSpPr>
            <p:spPr>
              <a:xfrm>
                <a:off x="3995936" y="2194980"/>
                <a:ext cx="1949573" cy="471539"/>
              </a:xfrm>
              <a:prstGeom prst="rect">
                <a:avLst/>
              </a:prstGeom>
              <a:blipFill rotWithShape="1">
                <a:blip r:embed="rId3"/>
                <a:stretch>
                  <a:fillRect t="-5195" r="-12226"/>
                </a:stretch>
              </a:blipFill>
            </p:spPr>
            <p:txBody>
              <a:bodyPr/>
              <a:lstStyle/>
              <a:p>
                <a:r>
                  <a:rPr lang="en-IN">
                    <a:noFill/>
                  </a:rPr>
                  <a:t> </a:t>
                </a:r>
              </a:p>
            </p:txBody>
          </p:sp>
        </mc:Fallback>
      </mc:AlternateContent>
      <p:sp>
        <p:nvSpPr>
          <p:cNvPr id="8" name="TextBox 2"/>
          <p:cNvSpPr txBox="1">
            <a:spLocks noChangeArrowheads="1"/>
          </p:cNvSpPr>
          <p:nvPr/>
        </p:nvSpPr>
        <p:spPr bwMode="auto">
          <a:xfrm>
            <a:off x="755576" y="2571750"/>
            <a:ext cx="8496944" cy="658835"/>
          </a:xfrm>
          <a:prstGeom prst="rect">
            <a:avLst/>
          </a:prstGeom>
          <a:noFill/>
          <a:ln w="9525">
            <a:noFill/>
            <a:miter lim="800000"/>
            <a:headEnd/>
            <a:tailEnd/>
          </a:ln>
        </p:spPr>
        <p:txBody>
          <a:bodyPr wrap="square">
            <a:spAutoFit/>
          </a:bodyPr>
          <a:lstStyle/>
          <a:p>
            <a:pPr algn="just">
              <a:lnSpc>
                <a:spcPct val="150000"/>
              </a:lnSpc>
            </a:pPr>
            <a:r>
              <a:rPr lang="en-US" sz="2800" b="1" dirty="0">
                <a:solidFill>
                  <a:schemeClr val="bg1">
                    <a:lumMod val="95000"/>
                    <a:lumOff val="5000"/>
                  </a:schemeClr>
                </a:solidFill>
                <a:latin typeface="Arial" pitchFamily="34" charset="0"/>
                <a:cs typeface="Arial" pitchFamily="34" charset="0"/>
              </a:rPr>
              <a:t> </a:t>
            </a:r>
            <a:r>
              <a:rPr lang="en-US" sz="2800" dirty="0">
                <a:solidFill>
                  <a:schemeClr val="bg1">
                    <a:lumMod val="95000"/>
                    <a:lumOff val="5000"/>
                  </a:schemeClr>
                </a:solidFill>
                <a:latin typeface="Arial" pitchFamily="34" charset="0"/>
                <a:cs typeface="Arial" pitchFamily="34" charset="0"/>
              </a:rPr>
              <a:t>It may be shown that</a:t>
            </a:r>
            <a:endParaRPr lang="en-US" sz="2300" dirty="0">
              <a:solidFill>
                <a:schemeClr val="bg1">
                  <a:lumMod val="95000"/>
                  <a:lumOff val="5000"/>
                </a:schemeClr>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9" name="Rectangle 8"/>
              <p:cNvSpPr/>
              <p:nvPr/>
            </p:nvSpPr>
            <p:spPr>
              <a:xfrm>
                <a:off x="3781630" y="4108227"/>
                <a:ext cx="2444836" cy="481799"/>
              </a:xfrm>
              <a:prstGeom prst="rect">
                <a:avLst/>
              </a:prstGeom>
            </p:spPr>
            <p:txBody>
              <a:bodyPr wrap="none">
                <a:spAutoFit/>
              </a:bodyPr>
              <a:lstStyle/>
              <a:p>
                <a14:m>
                  <m:oMath xmlns:m="http://schemas.openxmlformats.org/officeDocument/2006/math">
                    <m:sSub>
                      <m:sSubPr>
                        <m:ctrlPr>
                          <a:rPr lang="en-IN" sz="2400" b="1" i="1" smtClean="0">
                            <a:solidFill>
                              <a:schemeClr val="bg1"/>
                            </a:solidFill>
                            <a:latin typeface="Cambria Math" panose="02040503050406030204" pitchFamily="18" charset="0"/>
                            <a:ea typeface="Cambria Math" panose="02040503050406030204" pitchFamily="18" charset="0"/>
                          </a:rPr>
                        </m:ctrlPr>
                      </m:sSubPr>
                      <m:e>
                        <m:r>
                          <a:rPr lang="en-US" sz="2400" b="1">
                            <a:solidFill>
                              <a:schemeClr val="bg1"/>
                            </a:solidFill>
                            <a:latin typeface="Cambria Math" panose="02040503050406030204" pitchFamily="18" charset="0"/>
                            <a:ea typeface="Cambria Math" panose="02040503050406030204" pitchFamily="18" charset="0"/>
                          </a:rPr>
                          <m:t>𝐒𝐒</m:t>
                        </m:r>
                      </m:e>
                      <m:sub>
                        <m:r>
                          <a:rPr lang="en-US" sz="2400" b="1">
                            <a:solidFill>
                              <a:schemeClr val="bg1"/>
                            </a:solidFill>
                            <a:latin typeface="Cambria Math" panose="02040503050406030204" pitchFamily="18" charset="0"/>
                            <a:ea typeface="Cambria Math" panose="02040503050406030204" pitchFamily="18" charset="0"/>
                          </a:rPr>
                          <m:t>𝐄</m:t>
                        </m:r>
                      </m:sub>
                    </m:sSub>
                  </m:oMath>
                </a14:m>
                <a:r>
                  <a:rPr lang="en-IN" sz="2400" dirty="0">
                    <a:solidFill>
                      <a:schemeClr val="bg1"/>
                    </a:solidFill>
                  </a:rPr>
                  <a:t> = </a:t>
                </a:r>
                <a:r>
                  <a:rPr lang="en-US" sz="2400" b="1" dirty="0">
                    <a:solidFill>
                      <a:schemeClr val="bg1"/>
                    </a:solidFill>
                    <a:latin typeface="Cambria Math" panose="02040503050406030204" pitchFamily="18" charset="0"/>
                    <a:ea typeface="Cambria Math" panose="02040503050406030204" pitchFamily="18" charset="0"/>
                  </a:rPr>
                  <a:t>(Y</a:t>
                </a:r>
                <a14:m>
                  <m:oMath xmlns:m="http://schemas.openxmlformats.org/officeDocument/2006/math">
                    <m:r>
                      <a:rPr lang="en-US" sz="2400" b="1">
                        <a:solidFill>
                          <a:schemeClr val="bg1"/>
                        </a:solidFill>
                        <a:latin typeface="Cambria Math" panose="02040503050406030204" pitchFamily="18" charset="0"/>
                        <a:ea typeface="Cambria Math" panose="02040503050406030204" pitchFamily="18" charset="0"/>
                      </a:rPr>
                      <m:t>′</m:t>
                    </m:r>
                  </m:oMath>
                </a14:m>
                <a:r>
                  <a:rPr lang="en-IN" sz="2400" b="1" dirty="0">
                    <a:solidFill>
                      <a:schemeClr val="bg1"/>
                    </a:solidFill>
                    <a:latin typeface="Cambria Math" panose="02040503050406030204" pitchFamily="18" charset="0"/>
                    <a:ea typeface="Cambria Math" panose="02040503050406030204" pitchFamily="18" charset="0"/>
                  </a:rPr>
                  <a:t>Y-</a:t>
                </a:r>
                <a14:m>
                  <m:oMath xmlns:m="http://schemas.openxmlformats.org/officeDocument/2006/math">
                    <m:acc>
                      <m:accPr>
                        <m:chr m:val="̂"/>
                        <m:ctrlPr>
                          <a:rPr lang="en-US" sz="2400" b="1" i="1">
                            <a:solidFill>
                              <a:schemeClr val="bg1"/>
                            </a:solidFill>
                            <a:latin typeface="Cambria Math" panose="02040503050406030204" pitchFamily="18" charset="0"/>
                            <a:ea typeface="Cambria Math" panose="02040503050406030204" pitchFamily="18" charset="0"/>
                          </a:rPr>
                        </m:ctrlPr>
                      </m:accPr>
                      <m:e>
                        <m:r>
                          <a:rPr lang="en-US" sz="2400" b="1">
                            <a:solidFill>
                              <a:schemeClr val="bg1"/>
                            </a:solidFill>
                            <a:latin typeface="Cambria Math" panose="02040503050406030204" pitchFamily="18" charset="0"/>
                            <a:ea typeface="Cambria Math" panose="02040503050406030204" pitchFamily="18" charset="0"/>
                          </a:rPr>
                          <m:t>𝛃</m:t>
                        </m:r>
                      </m:e>
                    </m:acc>
                    <m:r>
                      <a:rPr lang="en-IN" sz="2400" b="1" i="1" smtClean="0">
                        <a:solidFill>
                          <a:schemeClr val="bg1"/>
                        </a:solidFill>
                        <a:latin typeface="Cambria Math" panose="02040503050406030204" pitchFamily="18" charset="0"/>
                        <a:ea typeface="Cambria Math" panose="02040503050406030204" pitchFamily="18" charset="0"/>
                      </a:rPr>
                      <m:t>′</m:t>
                    </m:r>
                  </m:oMath>
                </a14:m>
                <a:r>
                  <a:rPr lang="en-IN" sz="2400" b="1" dirty="0">
                    <a:solidFill>
                      <a:schemeClr val="bg1"/>
                    </a:solidFill>
                    <a:latin typeface="Cambria Math" panose="02040503050406030204" pitchFamily="18" charset="0"/>
                    <a:ea typeface="Cambria Math" panose="02040503050406030204" pitchFamily="18" charset="0"/>
                  </a:rPr>
                  <a:t>X</a:t>
                </a:r>
                <a14:m>
                  <m:oMath xmlns:m="http://schemas.openxmlformats.org/officeDocument/2006/math">
                    <m:r>
                      <a:rPr lang="en-US" sz="2400" b="1">
                        <a:solidFill>
                          <a:schemeClr val="bg1"/>
                        </a:solidFill>
                        <a:latin typeface="Cambria Math" panose="02040503050406030204" pitchFamily="18" charset="0"/>
                        <a:ea typeface="Cambria Math" panose="02040503050406030204" pitchFamily="18" charset="0"/>
                      </a:rPr>
                      <m:t>′</m:t>
                    </m:r>
                  </m:oMath>
                </a14:m>
                <a:r>
                  <a:rPr lang="en-IN" sz="2400" b="1" dirty="0">
                    <a:solidFill>
                      <a:schemeClr val="bg1"/>
                    </a:solidFill>
                    <a:latin typeface="Cambria Math" panose="02040503050406030204" pitchFamily="18" charset="0"/>
                    <a:ea typeface="Cambria Math" panose="02040503050406030204" pitchFamily="18" charset="0"/>
                  </a:rPr>
                  <a:t>Y)</a:t>
                </a:r>
                <a:endParaRPr lang="en-IN" sz="2400" dirty="0">
                  <a:solidFill>
                    <a:schemeClr val="bg1"/>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3781630" y="4108227"/>
                <a:ext cx="2444836" cy="481799"/>
              </a:xfrm>
              <a:prstGeom prst="rect">
                <a:avLst/>
              </a:prstGeom>
              <a:blipFill>
                <a:blip r:embed="rId4"/>
                <a:stretch>
                  <a:fillRect t="-7595" r="-3491" b="-291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3815579" y="3368341"/>
                <a:ext cx="2879250" cy="851130"/>
              </a:xfrm>
              <a:prstGeom prst="rect">
                <a:avLst/>
              </a:prstGeom>
            </p:spPr>
            <p:txBody>
              <a:bodyPr wrap="none">
                <a:spAutoFit/>
              </a:bodyPr>
              <a:lstStyle/>
              <a:p>
                <a14:m>
                  <m:oMath xmlns:m="http://schemas.openxmlformats.org/officeDocument/2006/math">
                    <m:sSub>
                      <m:sSubPr>
                        <m:ctrlPr>
                          <a:rPr lang="en-IN" sz="2400" b="1" i="1" smtClean="0">
                            <a:solidFill>
                              <a:schemeClr val="bg1"/>
                            </a:solidFill>
                            <a:latin typeface="Cambria Math" panose="02040503050406030204" pitchFamily="18" charset="0"/>
                            <a:ea typeface="Cambria Math" panose="02040503050406030204" pitchFamily="18" charset="0"/>
                          </a:rPr>
                        </m:ctrlPr>
                      </m:sSubPr>
                      <m:e>
                        <m:r>
                          <a:rPr lang="en-US" sz="2400" b="1">
                            <a:solidFill>
                              <a:schemeClr val="bg1"/>
                            </a:solidFill>
                            <a:latin typeface="Cambria Math" panose="02040503050406030204" pitchFamily="18" charset="0"/>
                            <a:ea typeface="Cambria Math" panose="02040503050406030204" pitchFamily="18" charset="0"/>
                          </a:rPr>
                          <m:t>𝐒𝐒</m:t>
                        </m:r>
                      </m:e>
                      <m:sub>
                        <m:r>
                          <a:rPr lang="en-US" sz="2400" b="1">
                            <a:solidFill>
                              <a:schemeClr val="bg1"/>
                            </a:solidFill>
                            <a:latin typeface="Cambria Math" panose="02040503050406030204" pitchFamily="18" charset="0"/>
                            <a:ea typeface="Cambria Math" panose="02040503050406030204" pitchFamily="18" charset="0"/>
                          </a:rPr>
                          <m:t>𝐄</m:t>
                        </m:r>
                      </m:sub>
                    </m:sSub>
                  </m:oMath>
                </a14:m>
                <a:r>
                  <a:rPr lang="en-IN" sz="2400" dirty="0">
                    <a:solidFill>
                      <a:schemeClr val="bg1"/>
                    </a:solidFill>
                  </a:rPr>
                  <a:t> = </a:t>
                </a:r>
                <a:r>
                  <a:rPr lang="en-US" sz="2400" b="1" dirty="0">
                    <a:solidFill>
                      <a:schemeClr val="bg1"/>
                    </a:solidFill>
                    <a:latin typeface="Cambria Math" panose="02040503050406030204" pitchFamily="18" charset="0"/>
                    <a:ea typeface="Cambria Math" panose="02040503050406030204" pitchFamily="18" charset="0"/>
                  </a:rPr>
                  <a:t>(Y</a:t>
                </a:r>
                <a:r>
                  <a:rPr lang="en-IN" sz="2400" b="1" dirty="0">
                    <a:solidFill>
                      <a:schemeClr val="bg1"/>
                    </a:solidFill>
                    <a:latin typeface="Cambria Math" panose="02040503050406030204" pitchFamily="18" charset="0"/>
                    <a:ea typeface="Cambria Math" panose="02040503050406030204" pitchFamily="18" charset="0"/>
                  </a:rPr>
                  <a:t>-X</a:t>
                </a:r>
                <a14:m>
                  <m:oMath xmlns:m="http://schemas.openxmlformats.org/officeDocument/2006/math">
                    <m:acc>
                      <m:accPr>
                        <m:chr m:val="̂"/>
                        <m:ctrlPr>
                          <a:rPr lang="en-US" sz="2400" b="1" i="1">
                            <a:solidFill>
                              <a:schemeClr val="bg1"/>
                            </a:solidFill>
                            <a:latin typeface="Cambria Math" panose="02040503050406030204" pitchFamily="18" charset="0"/>
                            <a:ea typeface="Cambria Math" panose="02040503050406030204" pitchFamily="18" charset="0"/>
                          </a:rPr>
                        </m:ctrlPr>
                      </m:accPr>
                      <m:e>
                        <m:r>
                          <a:rPr lang="en-US" sz="2400" b="1">
                            <a:solidFill>
                              <a:schemeClr val="bg1"/>
                            </a:solidFill>
                            <a:latin typeface="Cambria Math" panose="02040503050406030204" pitchFamily="18" charset="0"/>
                            <a:ea typeface="Cambria Math" panose="02040503050406030204" pitchFamily="18" charset="0"/>
                          </a:rPr>
                          <m:t>𝛃</m:t>
                        </m:r>
                      </m:e>
                    </m:acc>
                  </m:oMath>
                </a14:m>
                <a:r>
                  <a:rPr lang="en-IN" sz="2400" b="1" dirty="0">
                    <a:solidFill>
                      <a:schemeClr val="bg1"/>
                    </a:solidFill>
                    <a:latin typeface="Cambria Math" panose="02040503050406030204" pitchFamily="18" charset="0"/>
                    <a:ea typeface="Cambria Math" panose="02040503050406030204" pitchFamily="18" charset="0"/>
                  </a:rPr>
                  <a:t>)’</a:t>
                </a:r>
                <a:r>
                  <a:rPr lang="en-US" sz="2400" b="1" dirty="0">
                    <a:solidFill>
                      <a:schemeClr val="bg1"/>
                    </a:solidFill>
                    <a:latin typeface="Cambria Math" panose="02040503050406030204" pitchFamily="18" charset="0"/>
                    <a:ea typeface="Cambria Math" panose="02040503050406030204" pitchFamily="18" charset="0"/>
                  </a:rPr>
                  <a:t> (Y</a:t>
                </a:r>
                <a:r>
                  <a:rPr lang="en-IN" sz="2400" b="1" dirty="0">
                    <a:solidFill>
                      <a:schemeClr val="bg1"/>
                    </a:solidFill>
                    <a:latin typeface="Cambria Math" panose="02040503050406030204" pitchFamily="18" charset="0"/>
                    <a:ea typeface="Cambria Math" panose="02040503050406030204" pitchFamily="18" charset="0"/>
                  </a:rPr>
                  <a:t>-X</a:t>
                </a:r>
                <a14:m>
                  <m:oMath xmlns:m="http://schemas.openxmlformats.org/officeDocument/2006/math">
                    <m:acc>
                      <m:accPr>
                        <m:chr m:val="̂"/>
                        <m:ctrlPr>
                          <a:rPr lang="en-US" sz="2400" b="1" i="1">
                            <a:solidFill>
                              <a:schemeClr val="bg1"/>
                            </a:solidFill>
                            <a:latin typeface="Cambria Math" panose="02040503050406030204" pitchFamily="18" charset="0"/>
                            <a:ea typeface="Cambria Math" panose="02040503050406030204" pitchFamily="18" charset="0"/>
                          </a:rPr>
                        </m:ctrlPr>
                      </m:accPr>
                      <m:e>
                        <m:r>
                          <a:rPr lang="en-US" sz="2400" b="1">
                            <a:solidFill>
                              <a:schemeClr val="bg1"/>
                            </a:solidFill>
                            <a:latin typeface="Cambria Math" panose="02040503050406030204" pitchFamily="18" charset="0"/>
                            <a:ea typeface="Cambria Math" panose="02040503050406030204" pitchFamily="18" charset="0"/>
                          </a:rPr>
                          <m:t>𝛃</m:t>
                        </m:r>
                      </m:e>
                    </m:acc>
                  </m:oMath>
                </a14:m>
                <a:r>
                  <a:rPr lang="en-IN" sz="2400" b="1" dirty="0">
                    <a:solidFill>
                      <a:schemeClr val="bg1"/>
                    </a:solidFill>
                    <a:latin typeface="Cambria Math" panose="02040503050406030204" pitchFamily="18" charset="0"/>
                    <a:ea typeface="Cambria Math" panose="02040503050406030204" pitchFamily="18" charset="0"/>
                  </a:rPr>
                  <a:t>)</a:t>
                </a:r>
                <a:endParaRPr lang="en-IN" sz="2400" dirty="0">
                  <a:solidFill>
                    <a:schemeClr val="bg1"/>
                  </a:solidFill>
                </a:endParaRPr>
              </a:p>
              <a:p>
                <a:endParaRPr lang="en-IN" sz="2400" dirty="0">
                  <a:solidFill>
                    <a:schemeClr val="bg1"/>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3815579" y="3368341"/>
                <a:ext cx="2879250" cy="851130"/>
              </a:xfrm>
              <a:prstGeom prst="rect">
                <a:avLst/>
              </a:prstGeom>
              <a:blipFill>
                <a:blip r:embed="rId5"/>
                <a:stretch>
                  <a:fillRect t="-4317" r="-2754"/>
                </a:stretch>
              </a:blipFill>
            </p:spPr>
            <p:txBody>
              <a:bodyPr/>
              <a:lstStyle/>
              <a:p>
                <a:r>
                  <a:rPr lang="en-IN">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34679" y="546815"/>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Variance-Covariance Matrix</a:t>
            </a:r>
          </a:p>
        </p:txBody>
      </p:sp>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555718" y="1186363"/>
                <a:ext cx="8408769" cy="3046988"/>
              </a:xfrm>
              <a:prstGeom prst="rect">
                <a:avLst/>
              </a:prstGeom>
              <a:noFill/>
              <a:ln w="9525">
                <a:noFill/>
                <a:miter lim="800000"/>
                <a:headEnd/>
                <a:tailEnd/>
              </a:ln>
            </p:spPr>
            <p:txBody>
              <a:bodyPr wrap="square">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The variances of the least square estimators are the elements of the </a:t>
                </a:r>
                <a:r>
                  <a:rPr lang="en-US" sz="2400" b="1" dirty="0">
                    <a:solidFill>
                      <a:schemeClr val="bg1">
                        <a:lumMod val="95000"/>
                        <a:lumOff val="5000"/>
                      </a:schemeClr>
                    </a:solidFill>
                    <a:latin typeface="Arial" pitchFamily="34" charset="0"/>
                    <a:cs typeface="Arial" pitchFamily="34" charset="0"/>
                  </a:rPr>
                  <a:t>(</a:t>
                </a:r>
                <a:r>
                  <a:rPr lang="en-US" sz="2400" b="1" dirty="0">
                    <a:solidFill>
                      <a:srgbClr val="002060"/>
                    </a:solidFill>
                    <a:latin typeface="Arial" pitchFamily="34" charset="0"/>
                    <a:cs typeface="Arial" pitchFamily="34" charset="0"/>
                  </a:rPr>
                  <a:t>X</a:t>
                </a:r>
                <a14:m>
                  <m:oMath xmlns:m="http://schemas.openxmlformats.org/officeDocument/2006/math">
                    <m:r>
                      <a:rPr lang="en-US" sz="2400" b="1">
                        <a:solidFill>
                          <a:schemeClr val="bg1"/>
                        </a:solidFill>
                        <a:latin typeface="Cambria Math" panose="02040503050406030204" pitchFamily="18" charset="0"/>
                        <a:ea typeface="Cambria Math" panose="02040503050406030204" pitchFamily="18" charset="0"/>
                      </a:rPr>
                      <m:t>′</m:t>
                    </m:r>
                  </m:oMath>
                </a14:m>
                <a:r>
                  <a:rPr lang="en-US" sz="2400" b="1" dirty="0">
                    <a:solidFill>
                      <a:srgbClr val="002060"/>
                    </a:solidFill>
                    <a:latin typeface="Arial" pitchFamily="34" charset="0"/>
                    <a:cs typeface="Arial" pitchFamily="34" charset="0"/>
                  </a:rPr>
                  <a:t>X)</a:t>
                </a:r>
                <a:r>
                  <a:rPr lang="en-US" sz="2400" b="1" baseline="30000" dirty="0">
                    <a:solidFill>
                      <a:srgbClr val="002060"/>
                    </a:solidFill>
                    <a:latin typeface="Arial" pitchFamily="34" charset="0"/>
                    <a:cs typeface="Arial" pitchFamily="34" charset="0"/>
                  </a:rPr>
                  <a:t>-1</a:t>
                </a:r>
                <a:r>
                  <a:rPr lang="en-US" sz="2400" b="1" dirty="0">
                    <a:solidFill>
                      <a:schemeClr val="bg1">
                        <a:lumMod val="95000"/>
                        <a:lumOff val="5000"/>
                      </a:schemeClr>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rPr>
                  <a:t> matrix multiplied by the variance </a:t>
                </a:r>
                <a:r>
                  <a:rPr lang="en-US" sz="2400" dirty="0">
                    <a:solidFill>
                      <a:schemeClr val="bg1">
                        <a:lumMod val="95000"/>
                        <a:lumOff val="5000"/>
                      </a:schemeClr>
                    </a:solidFill>
                    <a:latin typeface="Arial" pitchFamily="34" charset="0"/>
                    <a:cs typeface="Arial" pitchFamily="34" charset="0"/>
                    <a:sym typeface="Symbol"/>
                  </a:rPr>
                  <a:t></a:t>
                </a:r>
                <a:r>
                  <a:rPr lang="en-US" sz="2400" baseline="30000" dirty="0">
                    <a:solidFill>
                      <a:schemeClr val="bg1">
                        <a:lumMod val="95000"/>
                        <a:lumOff val="5000"/>
                      </a:schemeClr>
                    </a:solidFill>
                    <a:latin typeface="Arial" pitchFamily="34" charset="0"/>
                    <a:cs typeface="Arial" pitchFamily="34" charset="0"/>
                    <a:sym typeface="Symbol"/>
                  </a:rPr>
                  <a:t>2</a:t>
                </a:r>
                <a:r>
                  <a:rPr lang="en-US" sz="2400" dirty="0">
                    <a:solidFill>
                      <a:schemeClr val="bg1">
                        <a:lumMod val="95000"/>
                        <a:lumOff val="5000"/>
                      </a:schemeClr>
                    </a:solidFill>
                    <a:latin typeface="Arial" pitchFamily="34" charset="0"/>
                    <a:cs typeface="Arial" pitchFamily="34" charset="0"/>
                    <a:sym typeface="Symbol"/>
                  </a:rPr>
                  <a:t>.  </a:t>
                </a:r>
              </a:p>
              <a:p>
                <a:pPr algn="ctr">
                  <a:lnSpc>
                    <a:spcPct val="200000"/>
                  </a:lnSpc>
                </a:pPr>
                <a:r>
                  <a:rPr lang="en-US" sz="2400" b="1" dirty="0">
                    <a:solidFill>
                      <a:srgbClr val="002060"/>
                    </a:solidFill>
                    <a:latin typeface="Arial" pitchFamily="34" charset="0"/>
                    <a:cs typeface="Arial" pitchFamily="34" charset="0"/>
                    <a:sym typeface="Symbol"/>
                  </a:rPr>
                  <a:t>(X</a:t>
                </a:r>
                <a14:m>
                  <m:oMath xmlns:m="http://schemas.openxmlformats.org/officeDocument/2006/math">
                    <m:r>
                      <a:rPr lang="en-US" sz="2400" b="1">
                        <a:solidFill>
                          <a:schemeClr val="bg1"/>
                        </a:solidFill>
                        <a:latin typeface="Cambria Math" panose="02040503050406030204" pitchFamily="18" charset="0"/>
                        <a:ea typeface="Cambria Math" panose="02040503050406030204" pitchFamily="18" charset="0"/>
                      </a:rPr>
                      <m:t>′</m:t>
                    </m:r>
                  </m:oMath>
                </a14:m>
                <a:r>
                  <a:rPr lang="en-US" sz="2400" b="1" dirty="0">
                    <a:solidFill>
                      <a:srgbClr val="002060"/>
                    </a:solidFill>
                    <a:latin typeface="Arial" pitchFamily="34" charset="0"/>
                    <a:cs typeface="Arial" pitchFamily="34" charset="0"/>
                    <a:sym typeface="Symbol"/>
                  </a:rPr>
                  <a:t>X)</a:t>
                </a:r>
                <a:r>
                  <a:rPr lang="en-US" sz="2400" b="1" baseline="30000" dirty="0">
                    <a:solidFill>
                      <a:srgbClr val="002060"/>
                    </a:solidFill>
                    <a:latin typeface="Arial" pitchFamily="34" charset="0"/>
                    <a:cs typeface="Arial" pitchFamily="34" charset="0"/>
                    <a:sym typeface="Symbol"/>
                  </a:rPr>
                  <a:t>-1</a:t>
                </a:r>
                <a:r>
                  <a:rPr lang="en-US" sz="2400" b="1" baseline="30000" dirty="0">
                    <a:solidFill>
                      <a:srgbClr val="002060"/>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sym typeface="Symbol"/>
                  </a:rPr>
                  <a:t></a:t>
                </a:r>
                <a:r>
                  <a:rPr lang="en-US" sz="2400" baseline="30000" dirty="0">
                    <a:solidFill>
                      <a:schemeClr val="bg1">
                        <a:lumMod val="95000"/>
                        <a:lumOff val="5000"/>
                      </a:schemeClr>
                    </a:solidFill>
                    <a:latin typeface="Arial" pitchFamily="34" charset="0"/>
                    <a:cs typeface="Arial" pitchFamily="34" charset="0"/>
                    <a:sym typeface="Symbol"/>
                  </a:rPr>
                  <a:t>2</a:t>
                </a:r>
                <a:r>
                  <a:rPr lang="en-US" sz="2400" dirty="0">
                    <a:solidFill>
                      <a:schemeClr val="bg1">
                        <a:lumMod val="95000"/>
                        <a:lumOff val="5000"/>
                      </a:schemeClr>
                    </a:solidFill>
                    <a:latin typeface="Arial" pitchFamily="34" charset="0"/>
                    <a:cs typeface="Arial" pitchFamily="34" charset="0"/>
                    <a:sym typeface="Symbol"/>
                  </a:rPr>
                  <a:t> is termed as the</a:t>
                </a:r>
                <a:r>
                  <a:rPr lang="en-US" sz="2400" dirty="0">
                    <a:solidFill>
                      <a:schemeClr val="bg1">
                        <a:lumMod val="95000"/>
                        <a:lumOff val="5000"/>
                      </a:schemeClr>
                    </a:solidFill>
                    <a:latin typeface="Arial" pitchFamily="34" charset="0"/>
                    <a:cs typeface="Arial" pitchFamily="34" charset="0"/>
                  </a:rPr>
                  <a:t>  </a:t>
                </a:r>
              </a:p>
              <a:p>
                <a:pPr algn="ctr">
                  <a:lnSpc>
                    <a:spcPct val="200000"/>
                  </a:lnSpc>
                </a:pPr>
                <a:r>
                  <a:rPr lang="en-US" sz="2400" b="1" dirty="0">
                    <a:solidFill>
                      <a:srgbClr val="FF0000"/>
                    </a:solidFill>
                    <a:latin typeface="Arial" pitchFamily="34" charset="0"/>
                    <a:cs typeface="Arial" pitchFamily="34" charset="0"/>
                  </a:rPr>
                  <a:t>Variance-Covariance matrix</a:t>
                </a:r>
                <a:r>
                  <a:rPr lang="en-US" sz="2400" b="1" dirty="0">
                    <a:solidFill>
                      <a:schemeClr val="bg1">
                        <a:lumMod val="95000"/>
                        <a:lumOff val="5000"/>
                      </a:schemeClr>
                    </a:solidFill>
                    <a:latin typeface="Arial" pitchFamily="34" charset="0"/>
                    <a:cs typeface="Arial" pitchFamily="34" charset="0"/>
                  </a:rPr>
                  <a:t>.  </a:t>
                </a: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555718" y="1186363"/>
                <a:ext cx="8408769" cy="3046988"/>
              </a:xfrm>
              <a:prstGeom prst="rect">
                <a:avLst/>
              </a:prstGeom>
              <a:blipFill rotWithShape="1">
                <a:blip r:embed="rId2"/>
                <a:stretch>
                  <a:fillRect l="-1087" r="-1087" b="-200"/>
                </a:stretch>
              </a:blipFill>
              <a:ln w="9525">
                <a:noFill/>
                <a:miter lim="800000"/>
                <a:headEnd/>
                <a:tailEnd/>
              </a:ln>
            </p:spPr>
            <p:txBody>
              <a:bodyPr/>
              <a:lstStyle/>
              <a:p>
                <a:r>
                  <a:rPr lang="en-IN">
                    <a:noFill/>
                  </a:rPr>
                  <a:t> </a:t>
                </a:r>
              </a:p>
            </p:txBody>
          </p:sp>
        </mc:Fallback>
      </mc:AlternateContent>
    </p:spTree>
    <p:extLst>
      <p:ext uri="{BB962C8B-B14F-4D97-AF65-F5344CB8AC3E}">
        <p14:creationId xmlns:p14="http://schemas.microsoft.com/office/powerpoint/2010/main" val="20899893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0" y="474807"/>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Variance-Covariance Matrix</a:t>
            </a:r>
          </a:p>
        </p:txBody>
      </p:sp>
      <p:sp>
        <p:nvSpPr>
          <p:cNvPr id="40963" name="TextBox 2"/>
          <p:cNvSpPr txBox="1">
            <a:spLocks noChangeArrowheads="1"/>
          </p:cNvSpPr>
          <p:nvPr/>
        </p:nvSpPr>
        <p:spPr bwMode="auto">
          <a:xfrm>
            <a:off x="906778" y="1347614"/>
            <a:ext cx="7841686" cy="3046988"/>
          </a:xfrm>
          <a:prstGeom prst="rect">
            <a:avLst/>
          </a:prstGeom>
          <a:noFill/>
          <a:ln w="9525">
            <a:noFill/>
            <a:miter lim="800000"/>
            <a:headEnd/>
            <a:tailEnd/>
          </a:ln>
        </p:spPr>
        <p:txBody>
          <a:bodyPr wrap="square">
            <a:spAutoFit/>
          </a:bodyPr>
          <a:lstStyle/>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rPr>
              <a:t>The diagonal elements of the Covariance matrix are the </a:t>
            </a:r>
            <a:r>
              <a:rPr lang="en-US" sz="2400" dirty="0">
                <a:solidFill>
                  <a:srgbClr val="FF0000"/>
                </a:solidFill>
                <a:latin typeface="Arial" pitchFamily="34" charset="0"/>
                <a:cs typeface="Arial" pitchFamily="34" charset="0"/>
              </a:rPr>
              <a:t>variances of the least square estimators</a:t>
            </a:r>
            <a:r>
              <a:rPr lang="en-US" sz="2400" dirty="0">
                <a:solidFill>
                  <a:schemeClr val="bg1">
                    <a:lumMod val="95000"/>
                    <a:lumOff val="5000"/>
                  </a:schemeClr>
                </a:solidFill>
                <a:latin typeface="Arial" pitchFamily="34" charset="0"/>
                <a:cs typeface="Arial" pitchFamily="34" charset="0"/>
              </a:rPr>
              <a:t> and the off-diagonal elements are the </a:t>
            </a:r>
            <a:r>
              <a:rPr lang="en-US" sz="2400" dirty="0" err="1">
                <a:solidFill>
                  <a:srgbClr val="FF0000"/>
                </a:solidFill>
                <a:latin typeface="Arial" pitchFamily="34" charset="0"/>
                <a:cs typeface="Arial" pitchFamily="34" charset="0"/>
              </a:rPr>
              <a:t>covariances</a:t>
            </a:r>
            <a:r>
              <a:rPr lang="en-US" sz="2400" dirty="0">
                <a:solidFill>
                  <a:schemeClr val="bg1">
                    <a:lumMod val="95000"/>
                    <a:lumOff val="5000"/>
                  </a:schemeClr>
                </a:solidFill>
                <a:latin typeface="Arial" pitchFamily="34" charset="0"/>
                <a:cs typeface="Arial" pitchFamily="34" charset="0"/>
              </a:rPr>
              <a:t>. </a:t>
            </a:r>
          </a:p>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rPr>
              <a:t>The Covariance matrix dimensions are p x p </a:t>
            </a:r>
          </a:p>
        </p:txBody>
      </p:sp>
    </p:spTree>
    <p:extLst>
      <p:ext uri="{BB962C8B-B14F-4D97-AF65-F5344CB8AC3E}">
        <p14:creationId xmlns:p14="http://schemas.microsoft.com/office/powerpoint/2010/main" val="32027060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324544" y="546815"/>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Matrix Form of the Regression Equations</a:t>
            </a:r>
          </a:p>
        </p:txBody>
      </p:sp>
      <p:graphicFrame>
        <p:nvGraphicFramePr>
          <p:cNvPr id="2" name="Object 1"/>
          <p:cNvGraphicFramePr>
            <a:graphicFrameLocks noChangeAspect="1"/>
          </p:cNvGraphicFramePr>
          <p:nvPr>
            <p:extLst>
              <p:ext uri="{D42A27DB-BD31-4B8C-83A1-F6EECF244321}">
                <p14:modId xmlns:p14="http://schemas.microsoft.com/office/powerpoint/2010/main" val="310909454"/>
              </p:ext>
            </p:extLst>
          </p:nvPr>
        </p:nvGraphicFramePr>
        <p:xfrm>
          <a:off x="2781200" y="1851670"/>
          <a:ext cx="4230688" cy="1863725"/>
        </p:xfrm>
        <a:graphic>
          <a:graphicData uri="http://schemas.openxmlformats.org/presentationml/2006/ole">
            <mc:AlternateContent xmlns:mc="http://schemas.openxmlformats.org/markup-compatibility/2006">
              <mc:Choice xmlns:v="urn:schemas-microsoft-com:vml" Requires="v">
                <p:oleObj name="Equation" r:id="rId2" imgW="2133600" imgH="939800" progId="Equation.3">
                  <p:embed/>
                </p:oleObj>
              </mc:Choice>
              <mc:Fallback>
                <p:oleObj name="Equation" r:id="rId2" imgW="2133600" imgH="9398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1200" y="1851670"/>
                        <a:ext cx="4230688"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554481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324544" y="546815"/>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Matrix Form of the Regression Equations</a:t>
            </a:r>
          </a:p>
        </p:txBody>
      </p:sp>
      <mc:AlternateContent xmlns:mc="http://schemas.openxmlformats.org/markup-compatibility/2006" xmlns:a14="http://schemas.microsoft.com/office/drawing/2010/main">
        <mc:Choice Requires="a14">
          <p:sp>
            <p:nvSpPr>
              <p:cNvPr id="7" name="TextBox 6"/>
              <p:cNvSpPr txBox="1"/>
              <p:nvPr/>
            </p:nvSpPr>
            <p:spPr>
              <a:xfrm>
                <a:off x="611560" y="1275606"/>
                <a:ext cx="8064896" cy="2308324"/>
              </a:xfrm>
              <a:prstGeom prst="rect">
                <a:avLst/>
              </a:prstGeom>
              <a:noFill/>
            </p:spPr>
            <p:txBody>
              <a:bodyPr wrap="square" rtlCol="0">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This is a symmetric matrix </a:t>
                </a:r>
              </a:p>
              <a:p>
                <a:pPr algn="just">
                  <a:lnSpc>
                    <a:spcPct val="200000"/>
                  </a:lnSpc>
                </a:pPr>
                <a:r>
                  <a:rPr lang="en-US" sz="2400" dirty="0">
                    <a:solidFill>
                      <a:schemeClr val="bg1">
                        <a:lumMod val="95000"/>
                        <a:lumOff val="5000"/>
                      </a:schemeClr>
                    </a:solidFill>
                    <a:latin typeface="Arial" pitchFamily="34" charset="0"/>
                    <a:cs typeface="Arial" pitchFamily="34" charset="0"/>
                  </a:rPr>
                  <a:t>(</a:t>
                </a:r>
                <a:r>
                  <a:rPr lang="en-US" sz="2400" dirty="0">
                    <a:solidFill>
                      <a:srgbClr val="002060"/>
                    </a:solidFill>
                    <a:latin typeface="Arial" pitchFamily="34" charset="0"/>
                    <a:cs typeface="Arial" pitchFamily="34" charset="0"/>
                  </a:rPr>
                  <a:t>C</a:t>
                </a:r>
                <a:r>
                  <a:rPr lang="en-US" sz="2400" baseline="-25000" dirty="0">
                    <a:solidFill>
                      <a:srgbClr val="002060"/>
                    </a:solidFill>
                    <a:latin typeface="Arial" pitchFamily="34" charset="0"/>
                    <a:cs typeface="Arial" pitchFamily="34" charset="0"/>
                  </a:rPr>
                  <a:t>10</a:t>
                </a:r>
                <a:r>
                  <a:rPr lang="en-US" sz="2400" dirty="0">
                    <a:solidFill>
                      <a:srgbClr val="002060"/>
                    </a:solidFill>
                    <a:latin typeface="Arial" pitchFamily="34" charset="0"/>
                    <a:cs typeface="Arial" pitchFamily="34" charset="0"/>
                  </a:rPr>
                  <a:t>=C</a:t>
                </a:r>
                <a:r>
                  <a:rPr lang="en-US" sz="2400" baseline="-25000" dirty="0">
                    <a:solidFill>
                      <a:srgbClr val="002060"/>
                    </a:solidFill>
                    <a:latin typeface="Arial" pitchFamily="34" charset="0"/>
                    <a:cs typeface="Arial" pitchFamily="34" charset="0"/>
                  </a:rPr>
                  <a:t>01</a:t>
                </a:r>
                <a:r>
                  <a:rPr lang="en-US" sz="2400" dirty="0">
                    <a:solidFill>
                      <a:srgbClr val="002060"/>
                    </a:solidFill>
                    <a:latin typeface="Arial" pitchFamily="34" charset="0"/>
                    <a:cs typeface="Arial" pitchFamily="34" charset="0"/>
                  </a:rPr>
                  <a:t>, C</a:t>
                </a:r>
                <a:r>
                  <a:rPr lang="en-US" sz="2400" baseline="-25000" dirty="0">
                    <a:solidFill>
                      <a:srgbClr val="002060"/>
                    </a:solidFill>
                    <a:latin typeface="Arial" pitchFamily="34" charset="0"/>
                    <a:cs typeface="Arial" pitchFamily="34" charset="0"/>
                  </a:rPr>
                  <a:t>20</a:t>
                </a:r>
                <a:r>
                  <a:rPr lang="en-US" sz="2400" dirty="0">
                    <a:solidFill>
                      <a:srgbClr val="002060"/>
                    </a:solidFill>
                    <a:latin typeface="Arial" pitchFamily="34" charset="0"/>
                    <a:cs typeface="Arial" pitchFamily="34" charset="0"/>
                  </a:rPr>
                  <a:t>=C</a:t>
                </a:r>
                <a:r>
                  <a:rPr lang="en-US" sz="2400" baseline="-25000" dirty="0">
                    <a:solidFill>
                      <a:srgbClr val="002060"/>
                    </a:solidFill>
                    <a:latin typeface="Arial" pitchFamily="34" charset="0"/>
                    <a:cs typeface="Arial" pitchFamily="34" charset="0"/>
                  </a:rPr>
                  <a:t>02</a:t>
                </a:r>
                <a:r>
                  <a:rPr lang="en-US" sz="2400" dirty="0">
                    <a:solidFill>
                      <a:srgbClr val="002060"/>
                    </a:solidFill>
                    <a:latin typeface="Arial" pitchFamily="34" charset="0"/>
                    <a:cs typeface="Arial" pitchFamily="34" charset="0"/>
                  </a:rPr>
                  <a:t>, and C</a:t>
                </a:r>
                <a:r>
                  <a:rPr lang="en-US" sz="2400" baseline="-25000" dirty="0">
                    <a:solidFill>
                      <a:srgbClr val="002060"/>
                    </a:solidFill>
                    <a:latin typeface="Arial" pitchFamily="34" charset="0"/>
                    <a:cs typeface="Arial" pitchFamily="34" charset="0"/>
                  </a:rPr>
                  <a:t>21</a:t>
                </a:r>
                <a:r>
                  <a:rPr lang="en-US" sz="2400" dirty="0">
                    <a:solidFill>
                      <a:srgbClr val="002060"/>
                    </a:solidFill>
                    <a:latin typeface="Arial" pitchFamily="34" charset="0"/>
                    <a:cs typeface="Arial" pitchFamily="34" charset="0"/>
                  </a:rPr>
                  <a:t>=C</a:t>
                </a:r>
                <a:r>
                  <a:rPr lang="en-US" sz="2400" baseline="-25000" dirty="0">
                    <a:solidFill>
                      <a:srgbClr val="002060"/>
                    </a:solidFill>
                    <a:latin typeface="Arial" pitchFamily="34" charset="0"/>
                    <a:cs typeface="Arial" pitchFamily="34" charset="0"/>
                  </a:rPr>
                  <a:t>12</a:t>
                </a:r>
                <a:r>
                  <a:rPr lang="en-US" sz="2400" dirty="0">
                    <a:solidFill>
                      <a:srgbClr val="002060"/>
                    </a:solidFill>
                    <a:latin typeface="Arial" pitchFamily="34" charset="0"/>
                    <a:cs typeface="Arial" pitchFamily="34" charset="0"/>
                  </a:rPr>
                  <a:t>) as </a:t>
                </a:r>
                <a:r>
                  <a:rPr lang="en-US" sz="2400" b="1" dirty="0">
                    <a:solidFill>
                      <a:srgbClr val="002060"/>
                    </a:solidFill>
                    <a:latin typeface="Arial" pitchFamily="34" charset="0"/>
                    <a:cs typeface="Arial" pitchFamily="34" charset="0"/>
                  </a:rPr>
                  <a:t>(X</a:t>
                </a:r>
                <a14:m>
                  <m:oMath xmlns:m="http://schemas.openxmlformats.org/officeDocument/2006/math">
                    <m:r>
                      <a:rPr lang="en-US" sz="2400" b="1">
                        <a:solidFill>
                          <a:schemeClr val="bg1"/>
                        </a:solidFill>
                        <a:latin typeface="Cambria Math" panose="02040503050406030204" pitchFamily="18" charset="0"/>
                        <a:ea typeface="Cambria Math" panose="02040503050406030204" pitchFamily="18" charset="0"/>
                      </a:rPr>
                      <m:t>′</m:t>
                    </m:r>
                  </m:oMath>
                </a14:m>
                <a:r>
                  <a:rPr lang="en-US" sz="2400" b="1" dirty="0">
                    <a:solidFill>
                      <a:srgbClr val="002060"/>
                    </a:solidFill>
                    <a:latin typeface="Arial" pitchFamily="34" charset="0"/>
                    <a:cs typeface="Arial" pitchFamily="34" charset="0"/>
                  </a:rPr>
                  <a:t>X)</a:t>
                </a:r>
                <a:r>
                  <a:rPr lang="en-US" sz="2400" b="1" baseline="30000" dirty="0">
                    <a:solidFill>
                      <a:srgbClr val="002060"/>
                    </a:solidFill>
                    <a:latin typeface="Arial" pitchFamily="34" charset="0"/>
                    <a:cs typeface="Arial" pitchFamily="34" charset="0"/>
                  </a:rPr>
                  <a:t>-1</a:t>
                </a:r>
                <a:r>
                  <a:rPr lang="en-US" sz="2400" baseline="30000" dirty="0">
                    <a:solidFill>
                      <a:srgbClr val="002060"/>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rPr>
                  <a:t>is symmetric.  </a:t>
                </a:r>
              </a:p>
              <a:p>
                <a:pPr algn="just">
                  <a:lnSpc>
                    <a:spcPct val="200000"/>
                  </a:lnSpc>
                </a:pPr>
                <a:endParaRPr lang="en-IN" sz="2400" dirty="0">
                  <a:solidFill>
                    <a:schemeClr val="bg1">
                      <a:lumMod val="95000"/>
                      <a:lumOff val="5000"/>
                    </a:schemeClr>
                  </a:solidFill>
                  <a:latin typeface="Arial" pitchFamily="34" charset="0"/>
                  <a:cs typeface="Arial"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611560" y="1275606"/>
                <a:ext cx="8064896" cy="2308324"/>
              </a:xfrm>
              <a:prstGeom prst="rect">
                <a:avLst/>
              </a:prstGeom>
              <a:blipFill>
                <a:blip r:embed="rId3"/>
                <a:stretch>
                  <a:fillRect l="-1134"/>
                </a:stretch>
              </a:blipFill>
            </p:spPr>
            <p:txBody>
              <a:bodyPr/>
              <a:lstStyle/>
              <a:p>
                <a:r>
                  <a:rPr lang="en-IN">
                    <a:noFill/>
                  </a:rPr>
                  <a:t> </a:t>
                </a:r>
              </a:p>
            </p:txBody>
          </p:sp>
        </mc:Fallback>
      </mc:AlternateContent>
      <p:graphicFrame>
        <p:nvGraphicFramePr>
          <p:cNvPr id="2" name="Object 1"/>
          <p:cNvGraphicFramePr>
            <a:graphicFrameLocks noChangeAspect="1"/>
          </p:cNvGraphicFramePr>
          <p:nvPr>
            <p:extLst>
              <p:ext uri="{D42A27DB-BD31-4B8C-83A1-F6EECF244321}">
                <p14:modId xmlns:p14="http://schemas.microsoft.com/office/powerpoint/2010/main" val="3699057133"/>
              </p:ext>
            </p:extLst>
          </p:nvPr>
        </p:nvGraphicFramePr>
        <p:xfrm>
          <a:off x="2945035" y="3003798"/>
          <a:ext cx="3397946" cy="1279107"/>
        </p:xfrm>
        <a:graphic>
          <a:graphicData uri="http://schemas.openxmlformats.org/presentationml/2006/ole">
            <mc:AlternateContent xmlns:mc="http://schemas.openxmlformats.org/markup-compatibility/2006">
              <mc:Choice xmlns:v="urn:schemas-microsoft-com:vml" Requires="v">
                <p:oleObj name="Equation" r:id="rId4" imgW="1485900" imgH="558800" progId="Equation.3">
                  <p:embed/>
                </p:oleObj>
              </mc:Choice>
              <mc:Fallback>
                <p:oleObj name="Equation" r:id="rId4" imgW="1485900" imgH="5588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5035" y="3003798"/>
                        <a:ext cx="3397946" cy="127910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9007681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36004" y="618823"/>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Significance of the Covariance Matrix</a:t>
            </a:r>
          </a:p>
        </p:txBody>
      </p:sp>
      <p:sp>
        <p:nvSpPr>
          <p:cNvPr id="7" name="TextBox 6"/>
          <p:cNvSpPr txBox="1"/>
          <p:nvPr/>
        </p:nvSpPr>
        <p:spPr>
          <a:xfrm>
            <a:off x="539750" y="1448044"/>
            <a:ext cx="7920682" cy="2193677"/>
          </a:xfrm>
          <a:prstGeom prst="rect">
            <a:avLst/>
          </a:prstGeom>
          <a:noFill/>
        </p:spPr>
        <p:txBody>
          <a:bodyPr wrap="square" rtlCol="0">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Estimates of the variances of the regression coefficients may be obtained by substituting </a:t>
            </a:r>
            <a:r>
              <a:rPr lang="en-US" sz="2400" dirty="0">
                <a:solidFill>
                  <a:srgbClr val="FF0000"/>
                </a:solidFill>
                <a:latin typeface="Arial" pitchFamily="34" charset="0"/>
                <a:cs typeface="Arial" pitchFamily="34" charset="0"/>
                <a:sym typeface="Symbol"/>
              </a:rPr>
              <a:t></a:t>
            </a:r>
            <a:r>
              <a:rPr lang="en-US" sz="2400" baseline="30000" dirty="0">
                <a:solidFill>
                  <a:srgbClr val="FF0000"/>
                </a:solidFill>
                <a:latin typeface="Arial" pitchFamily="34" charset="0"/>
                <a:cs typeface="Arial" pitchFamily="34" charset="0"/>
                <a:sym typeface="Symbol"/>
              </a:rPr>
              <a:t>2</a:t>
            </a:r>
            <a:r>
              <a:rPr lang="en-US" sz="2400" dirty="0">
                <a:solidFill>
                  <a:srgbClr val="FF0000"/>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with an estimate as </a:t>
            </a:r>
            <a:r>
              <a:rPr lang="en-US" sz="2400" dirty="0">
                <a:solidFill>
                  <a:srgbClr val="FF0000"/>
                </a:solidFill>
                <a:latin typeface="Arial" pitchFamily="34" charset="0"/>
                <a:cs typeface="Arial" pitchFamily="34" charset="0"/>
                <a:sym typeface="Symbol"/>
              </a:rPr>
              <a:t></a:t>
            </a:r>
            <a:r>
              <a:rPr lang="en-US" sz="2400" baseline="30000" dirty="0">
                <a:solidFill>
                  <a:srgbClr val="FF0000"/>
                </a:solidFill>
                <a:latin typeface="Arial" pitchFamily="34" charset="0"/>
                <a:cs typeface="Arial" pitchFamily="34" charset="0"/>
                <a:sym typeface="Symbol"/>
              </a:rPr>
              <a:t>2 </a:t>
            </a:r>
            <a:r>
              <a:rPr lang="en-US" sz="2400" dirty="0">
                <a:solidFill>
                  <a:schemeClr val="bg1"/>
                </a:solidFill>
                <a:latin typeface="Arial" pitchFamily="34" charset="0"/>
                <a:cs typeface="Arial" pitchFamily="34" charset="0"/>
                <a:sym typeface="Symbol"/>
              </a:rPr>
              <a:t>is unknown.</a:t>
            </a:r>
            <a:r>
              <a:rPr lang="en-US" sz="2400" dirty="0">
                <a:solidFill>
                  <a:schemeClr val="bg1">
                    <a:lumMod val="95000"/>
                    <a:lumOff val="5000"/>
                  </a:schemeClr>
                </a:solidFill>
                <a:latin typeface="Arial" pitchFamily="34" charset="0"/>
                <a:cs typeface="Arial" pitchFamily="34" charset="0"/>
                <a:sym typeface="Symbol"/>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1225352" y="267494"/>
            <a:ext cx="702078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Estimated Standard Error</a:t>
            </a:r>
          </a:p>
        </p:txBody>
      </p:sp>
      <mc:AlternateContent xmlns:mc="http://schemas.openxmlformats.org/markup-compatibility/2006" xmlns:a14="http://schemas.microsoft.com/office/drawing/2010/main">
        <mc:Choice Requires="a14">
          <p:sp>
            <p:nvSpPr>
              <p:cNvPr id="7" name="TextBox 6"/>
              <p:cNvSpPr txBox="1"/>
              <p:nvPr/>
            </p:nvSpPr>
            <p:spPr>
              <a:xfrm>
                <a:off x="829308" y="1059582"/>
                <a:ext cx="7416824" cy="3173689"/>
              </a:xfrm>
              <a:prstGeom prst="rect">
                <a:avLst/>
              </a:prstGeom>
              <a:noFill/>
            </p:spPr>
            <p:txBody>
              <a:bodyPr wrap="square" rtlCol="0">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sym typeface="Symbol"/>
                  </a:rPr>
                  <a:t>When </a:t>
                </a:r>
                <a:r>
                  <a:rPr lang="en-US" sz="2400" baseline="30000" dirty="0">
                    <a:solidFill>
                      <a:schemeClr val="bg1">
                        <a:lumMod val="95000"/>
                        <a:lumOff val="5000"/>
                      </a:schemeClr>
                    </a:solidFill>
                    <a:latin typeface="Arial" pitchFamily="34" charset="0"/>
                    <a:cs typeface="Arial" pitchFamily="34" charset="0"/>
                    <a:sym typeface="Symbol"/>
                  </a:rPr>
                  <a:t>2  </a:t>
                </a:r>
                <a:r>
                  <a:rPr lang="en-US" sz="2400" dirty="0">
                    <a:solidFill>
                      <a:schemeClr val="bg1">
                        <a:lumMod val="95000"/>
                        <a:lumOff val="5000"/>
                      </a:schemeClr>
                    </a:solidFill>
                    <a:latin typeface="Arial" pitchFamily="34" charset="0"/>
                    <a:cs typeface="Arial" pitchFamily="34" charset="0"/>
                    <a:sym typeface="Symbol"/>
                  </a:rPr>
                  <a:t>is substituted by its estimate </a:t>
                </a:r>
                <a14:m>
                  <m:oMath xmlns:m="http://schemas.openxmlformats.org/officeDocument/2006/math">
                    <m:sSup>
                      <m:sSupPr>
                        <m:ctrlPr>
                          <a:rPr lang="en-US" sz="2400" i="1" smtClean="0">
                            <a:solidFill>
                              <a:schemeClr val="bg1">
                                <a:lumMod val="95000"/>
                                <a:lumOff val="5000"/>
                              </a:schemeClr>
                            </a:solidFill>
                            <a:latin typeface="Cambria Math" panose="02040503050406030204" pitchFamily="18" charset="0"/>
                            <a:cs typeface="Arial" pitchFamily="34" charset="0"/>
                            <a:sym typeface="Symbol"/>
                          </a:rPr>
                        </m:ctrlPr>
                      </m:sSupPr>
                      <m:e>
                        <m:acc>
                          <m:accPr>
                            <m:chr m:val="̂"/>
                            <m:ctrlPr>
                              <a:rPr lang="en-US" sz="2400" i="1" smtClean="0">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i="0" smtClean="0">
                                <a:solidFill>
                                  <a:schemeClr val="bg1">
                                    <a:lumMod val="95000"/>
                                    <a:lumOff val="5000"/>
                                  </a:schemeClr>
                                </a:solidFill>
                                <a:latin typeface="Cambria Math"/>
                                <a:ea typeface="Cambria Math"/>
                                <a:cs typeface="Arial" pitchFamily="34" charset="0"/>
                                <a:sym typeface="Symbol"/>
                              </a:rPr>
                              <m:t>σ</m:t>
                            </m:r>
                          </m:e>
                        </m:acc>
                      </m:e>
                      <m:sup>
                        <m:r>
                          <a:rPr lang="en-IN" sz="2400" b="0" i="0" smtClean="0">
                            <a:solidFill>
                              <a:schemeClr val="bg1">
                                <a:lumMod val="95000"/>
                                <a:lumOff val="5000"/>
                              </a:schemeClr>
                            </a:solidFill>
                            <a:latin typeface="Cambria Math"/>
                            <a:cs typeface="Arial" pitchFamily="34" charset="0"/>
                            <a:sym typeface="Symbol"/>
                          </a:rPr>
                          <m:t>2</m:t>
                        </m:r>
                      </m:sup>
                    </m:sSup>
                  </m:oMath>
                </a14:m>
                <a:r>
                  <a:rPr lang="en-US" sz="2400" dirty="0">
                    <a:solidFill>
                      <a:schemeClr val="bg1">
                        <a:lumMod val="95000"/>
                        <a:lumOff val="5000"/>
                      </a:schemeClr>
                    </a:solidFill>
                    <a:latin typeface="Arial" pitchFamily="34" charset="0"/>
                    <a:cs typeface="Arial" pitchFamily="34" charset="0"/>
                    <a:sym typeface="Symbol"/>
                  </a:rPr>
                  <a:t>, the square root of the estimated variance of the </a:t>
                </a:r>
                <a:r>
                  <a:rPr lang="en-US" sz="2400" dirty="0" err="1">
                    <a:solidFill>
                      <a:schemeClr val="bg1">
                        <a:lumMod val="95000"/>
                        <a:lumOff val="5000"/>
                      </a:schemeClr>
                    </a:solidFill>
                    <a:latin typeface="Arial" pitchFamily="34" charset="0"/>
                    <a:cs typeface="Arial" pitchFamily="34" charset="0"/>
                    <a:sym typeface="Symbol"/>
                  </a:rPr>
                  <a:t>j</a:t>
                </a:r>
                <a:r>
                  <a:rPr lang="en-US" sz="2400" baseline="30000" dirty="0" err="1">
                    <a:solidFill>
                      <a:schemeClr val="bg1">
                        <a:lumMod val="95000"/>
                        <a:lumOff val="5000"/>
                      </a:schemeClr>
                    </a:solidFill>
                    <a:latin typeface="Arial" pitchFamily="34" charset="0"/>
                    <a:cs typeface="Arial" pitchFamily="34" charset="0"/>
                    <a:sym typeface="Symbol"/>
                  </a:rPr>
                  <a:t>th</a:t>
                </a:r>
                <a:r>
                  <a:rPr lang="en-US" sz="2400" dirty="0">
                    <a:solidFill>
                      <a:schemeClr val="bg1">
                        <a:lumMod val="95000"/>
                        <a:lumOff val="5000"/>
                      </a:schemeClr>
                    </a:solidFill>
                    <a:latin typeface="Arial" pitchFamily="34" charset="0"/>
                    <a:cs typeface="Arial" pitchFamily="34" charset="0"/>
                    <a:sym typeface="Symbol"/>
                  </a:rPr>
                  <a:t> regression coefficient is termed as the </a:t>
                </a:r>
                <a:r>
                  <a:rPr lang="en-US" sz="2400" b="1" dirty="0">
                    <a:solidFill>
                      <a:srgbClr val="FF0000"/>
                    </a:solidFill>
                    <a:latin typeface="Arial" pitchFamily="34" charset="0"/>
                    <a:cs typeface="Arial" pitchFamily="34" charset="0"/>
                    <a:sym typeface="Symbol"/>
                  </a:rPr>
                  <a:t>estimated standard error</a:t>
                </a:r>
                <a:r>
                  <a:rPr lang="en-US" sz="2400" dirty="0">
                    <a:solidFill>
                      <a:srgbClr val="FF0000"/>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of  the least squares estimator </a:t>
                </a:r>
                <a14:m>
                  <m:oMath xmlns:m="http://schemas.openxmlformats.org/officeDocument/2006/math">
                    <m:sSub>
                      <m:sSubPr>
                        <m:ctrlPr>
                          <a:rPr lang="en-US" sz="2400" i="1">
                            <a:solidFill>
                              <a:schemeClr val="bg1">
                                <a:lumMod val="95000"/>
                                <a:lumOff val="5000"/>
                              </a:schemeClr>
                            </a:solidFill>
                            <a:latin typeface="Cambria Math" panose="02040503050406030204" pitchFamily="18" charset="0"/>
                            <a:cs typeface="Arial" pitchFamily="34" charset="0"/>
                            <a:sym typeface="Symbol"/>
                          </a:rPr>
                        </m:ctrlPr>
                      </m:sSubPr>
                      <m:e>
                        <m:acc>
                          <m:accPr>
                            <m:chr m:val="̂"/>
                            <m:ctrlPr>
                              <a:rPr lang="en-US" sz="2400" i="1">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a:solidFill>
                                  <a:schemeClr val="bg1">
                                    <a:lumMod val="95000"/>
                                    <a:lumOff val="5000"/>
                                  </a:schemeClr>
                                </a:solidFill>
                                <a:latin typeface="Cambria Math"/>
                                <a:ea typeface="Cambria Math"/>
                                <a:cs typeface="Arial" pitchFamily="34" charset="0"/>
                                <a:sym typeface="Symbol"/>
                              </a:rPr>
                              <m:t>β</m:t>
                            </m:r>
                          </m:e>
                        </m:acc>
                      </m:e>
                      <m:sub>
                        <m:r>
                          <m:rPr>
                            <m:sty m:val="p"/>
                          </m:rPr>
                          <a:rPr lang="en-IN" sz="2400">
                            <a:solidFill>
                              <a:schemeClr val="bg1">
                                <a:lumMod val="95000"/>
                                <a:lumOff val="5000"/>
                              </a:schemeClr>
                            </a:solidFill>
                            <a:latin typeface="Cambria Math"/>
                            <a:cs typeface="Arial" pitchFamily="34" charset="0"/>
                            <a:sym typeface="Symbol"/>
                          </a:rPr>
                          <m:t>j</m:t>
                        </m:r>
                      </m:sub>
                    </m:sSub>
                  </m:oMath>
                </a14:m>
                <a:endParaRPr lang="en-US" sz="2400" dirty="0">
                  <a:solidFill>
                    <a:schemeClr val="bg1">
                      <a:lumMod val="95000"/>
                      <a:lumOff val="5000"/>
                    </a:schemeClr>
                  </a:solidFill>
                  <a:latin typeface="Arial" pitchFamily="34" charset="0"/>
                  <a:cs typeface="Arial" pitchFamily="34" charset="0"/>
                  <a:sym typeface="Symbo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829308" y="1059582"/>
                <a:ext cx="7416824" cy="3173689"/>
              </a:xfrm>
              <a:prstGeom prst="rect">
                <a:avLst/>
              </a:prstGeom>
              <a:blipFill>
                <a:blip r:embed="rId2"/>
                <a:stretch>
                  <a:fillRect l="-1233" r="-1233"/>
                </a:stretch>
              </a:blipFill>
            </p:spPr>
            <p:txBody>
              <a:bodyPr/>
              <a:lstStyle/>
              <a:p>
                <a:r>
                  <a:rPr lang="en-IN">
                    <a:noFill/>
                  </a:rPr>
                  <a:t> </a:t>
                </a:r>
              </a:p>
            </p:txBody>
          </p:sp>
        </mc:Fallback>
      </mc:AlternateContent>
    </p:spTree>
    <p:extLst>
      <p:ext uri="{BB962C8B-B14F-4D97-AF65-F5344CB8AC3E}">
        <p14:creationId xmlns:p14="http://schemas.microsoft.com/office/powerpoint/2010/main" val="8125442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971600" y="411510"/>
            <a:ext cx="7128792"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Estimated Standard Error</a:t>
            </a:r>
          </a:p>
        </p:txBody>
      </p:sp>
      <mc:AlternateContent xmlns:mc="http://schemas.openxmlformats.org/markup-compatibility/2006" xmlns:a14="http://schemas.microsoft.com/office/drawing/2010/main">
        <mc:Choice Requires="a14">
          <p:sp>
            <p:nvSpPr>
              <p:cNvPr id="7" name="TextBox 6"/>
              <p:cNvSpPr txBox="1"/>
              <p:nvPr/>
            </p:nvSpPr>
            <p:spPr>
              <a:xfrm>
                <a:off x="395536" y="1851670"/>
                <a:ext cx="8496746" cy="2327688"/>
              </a:xfrm>
              <a:prstGeom prst="rect">
                <a:avLst/>
              </a:prstGeom>
              <a:noFill/>
            </p:spPr>
            <p:txBody>
              <a:bodyPr wrap="square" rtlCol="0">
                <a:spAutoFit/>
              </a:bodyPr>
              <a:lstStyle/>
              <a:p>
                <a:pPr algn="just">
                  <a:lnSpc>
                    <a:spcPct val="150000"/>
                  </a:lnSpc>
                  <a:buClr>
                    <a:srgbClr val="002060"/>
                  </a:buClr>
                </a:pPr>
                <a:r>
                  <a:rPr lang="en-US" sz="2400" dirty="0">
                    <a:solidFill>
                      <a:schemeClr val="bg1">
                        <a:lumMod val="95000"/>
                        <a:lumOff val="5000"/>
                      </a:schemeClr>
                    </a:solidFill>
                    <a:latin typeface="Arial" pitchFamily="34" charset="0"/>
                    <a:cs typeface="Arial" pitchFamily="34" charset="0"/>
                  </a:rPr>
                  <a:t>T</a:t>
                </a:r>
                <a:r>
                  <a:rPr lang="en-US" sz="2400" dirty="0">
                    <a:solidFill>
                      <a:schemeClr val="bg1">
                        <a:lumMod val="95000"/>
                        <a:lumOff val="5000"/>
                      </a:schemeClr>
                    </a:solidFill>
                    <a:latin typeface="Arial" pitchFamily="34" charset="0"/>
                    <a:cs typeface="Arial" pitchFamily="34" charset="0"/>
                    <a:sym typeface="Symbol"/>
                  </a:rPr>
                  <a:t>he </a:t>
                </a:r>
                <a:r>
                  <a:rPr lang="en-US" sz="2400" b="1" dirty="0">
                    <a:solidFill>
                      <a:srgbClr val="002060"/>
                    </a:solidFill>
                    <a:latin typeface="Arial" pitchFamily="34" charset="0"/>
                    <a:cs typeface="Arial" pitchFamily="34" charset="0"/>
                    <a:sym typeface="Symbol"/>
                  </a:rPr>
                  <a:t>estimated standard error</a:t>
                </a:r>
                <a:r>
                  <a:rPr lang="en-US" sz="2400" dirty="0">
                    <a:solidFill>
                      <a:srgbClr val="002060"/>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of  the least squares estimator is given by </a:t>
                </a:r>
                <a:endParaRPr lang="en-US" sz="2400" b="0" i="0" dirty="0">
                  <a:solidFill>
                    <a:srgbClr val="FF0000"/>
                  </a:solidFill>
                  <a:latin typeface="Cambria Math"/>
                  <a:cs typeface="Arial" pitchFamily="34" charset="0"/>
                  <a:sym typeface="Symbol"/>
                </a:endParaRPr>
              </a:p>
              <a:p>
                <a:pPr algn="just">
                  <a:lnSpc>
                    <a:spcPct val="150000"/>
                  </a:lnSpc>
                  <a:buClr>
                    <a:srgbClr val="002060"/>
                  </a:buClr>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a:cs typeface="Arial" pitchFamily="34" charset="0"/>
                          <a:sym typeface="Symbol"/>
                        </a:rPr>
                        <m:t>se</m:t>
                      </m:r>
                      <m:r>
                        <a:rPr lang="en-US" sz="2400" b="0" i="0" smtClean="0">
                          <a:solidFill>
                            <a:srgbClr val="FF0000"/>
                          </a:solidFill>
                          <a:latin typeface="Cambria Math"/>
                          <a:cs typeface="Arial" pitchFamily="34" charset="0"/>
                          <a:sym typeface="Symbol"/>
                        </a:rPr>
                        <m:t>(</m:t>
                      </m:r>
                      <m:sSub>
                        <m:sSubPr>
                          <m:ctrlPr>
                            <a:rPr lang="en-US" sz="2400" b="0" i="1" smtClean="0">
                              <a:solidFill>
                                <a:srgbClr val="FF0000"/>
                              </a:solidFill>
                              <a:latin typeface="Cambria Math" panose="02040503050406030204" pitchFamily="18" charset="0"/>
                              <a:cs typeface="Arial" pitchFamily="34" charset="0"/>
                              <a:sym typeface="Symbol"/>
                            </a:rPr>
                          </m:ctrlPr>
                        </m:sSubPr>
                        <m:e>
                          <m:acc>
                            <m:accPr>
                              <m:chr m:val="̂"/>
                              <m:ctrlPr>
                                <a:rPr lang="en-US" sz="2400" b="0" i="1" smtClean="0">
                                  <a:solidFill>
                                    <a:srgbClr val="FF0000"/>
                                  </a:solidFill>
                                  <a:latin typeface="Cambria Math" panose="02040503050406030204" pitchFamily="18" charset="0"/>
                                  <a:cs typeface="Arial" pitchFamily="34" charset="0"/>
                                  <a:sym typeface="Symbol"/>
                                </a:rPr>
                              </m:ctrlPr>
                            </m:accPr>
                            <m:e>
                              <m:r>
                                <m:rPr>
                                  <m:sty m:val="p"/>
                                </m:rPr>
                                <a:rPr lang="en-US" sz="2400" b="0" i="0" smtClean="0">
                                  <a:solidFill>
                                    <a:srgbClr val="FF0000"/>
                                  </a:solidFill>
                                  <a:latin typeface="Cambria Math"/>
                                  <a:ea typeface="Cambria Math"/>
                                  <a:cs typeface="Arial" pitchFamily="34" charset="0"/>
                                  <a:sym typeface="Symbol"/>
                                </a:rPr>
                                <m:t>β</m:t>
                              </m:r>
                            </m:e>
                          </m:acc>
                        </m:e>
                        <m:sub>
                          <m:r>
                            <m:rPr>
                              <m:sty m:val="p"/>
                            </m:rPr>
                            <a:rPr lang="en-US" sz="2400" b="0" i="0" smtClean="0">
                              <a:solidFill>
                                <a:srgbClr val="FF0000"/>
                              </a:solidFill>
                              <a:latin typeface="Cambria Math"/>
                              <a:cs typeface="Arial" pitchFamily="34" charset="0"/>
                              <a:sym typeface="Symbol"/>
                            </a:rPr>
                            <m:t>j</m:t>
                          </m:r>
                        </m:sub>
                      </m:sSub>
                      <m:r>
                        <a:rPr lang="en-US" sz="2400" b="0" i="0" smtClean="0">
                          <a:solidFill>
                            <a:srgbClr val="FF0000"/>
                          </a:solidFill>
                          <a:latin typeface="Cambria Math"/>
                          <a:cs typeface="Arial" pitchFamily="34" charset="0"/>
                          <a:sym typeface="Symbol"/>
                        </a:rPr>
                        <m:t>)=</m:t>
                      </m:r>
                      <m:rad>
                        <m:radPr>
                          <m:degHide m:val="on"/>
                          <m:ctrlPr>
                            <a:rPr lang="en-US" sz="2400" b="0" i="1" smtClean="0">
                              <a:solidFill>
                                <a:srgbClr val="FF0000"/>
                              </a:solidFill>
                              <a:latin typeface="Cambria Math" panose="02040503050406030204" pitchFamily="18" charset="0"/>
                              <a:cs typeface="Arial" pitchFamily="34" charset="0"/>
                              <a:sym typeface="Symbol"/>
                            </a:rPr>
                          </m:ctrlPr>
                        </m:radPr>
                        <m:deg/>
                        <m:e>
                          <m:sSub>
                            <m:sSubPr>
                              <m:ctrlPr>
                                <a:rPr lang="en-US" sz="2400" i="1">
                                  <a:solidFill>
                                    <a:srgbClr val="FF0000"/>
                                  </a:solidFill>
                                  <a:latin typeface="Cambria Math" panose="02040503050406030204" pitchFamily="18" charset="0"/>
                                  <a:cs typeface="Arial" pitchFamily="34" charset="0"/>
                                  <a:sym typeface="Symbol"/>
                                </a:rPr>
                              </m:ctrlPr>
                            </m:sSubPr>
                            <m:e>
                              <m:sSup>
                                <m:sSupPr>
                                  <m:ctrlPr>
                                    <a:rPr lang="en-US" sz="2400" i="1">
                                      <a:solidFill>
                                        <a:srgbClr val="FF0000"/>
                                      </a:solidFill>
                                      <a:latin typeface="Cambria Math" panose="02040503050406030204" pitchFamily="18" charset="0"/>
                                      <a:cs typeface="Arial" pitchFamily="34" charset="0"/>
                                      <a:sym typeface="Symbol"/>
                                    </a:rPr>
                                  </m:ctrlPr>
                                </m:sSupPr>
                                <m:e>
                                  <m:acc>
                                    <m:accPr>
                                      <m:chr m:val="̂"/>
                                      <m:ctrlPr>
                                        <a:rPr lang="en-US" sz="2400" i="1">
                                          <a:solidFill>
                                            <a:srgbClr val="FF0000"/>
                                          </a:solidFill>
                                          <a:latin typeface="Cambria Math" panose="02040503050406030204" pitchFamily="18" charset="0"/>
                                          <a:cs typeface="Arial" pitchFamily="34" charset="0"/>
                                          <a:sym typeface="Symbol"/>
                                        </a:rPr>
                                      </m:ctrlPr>
                                    </m:accPr>
                                    <m:e>
                                      <m:r>
                                        <m:rPr>
                                          <m:sty m:val="p"/>
                                        </m:rPr>
                                        <a:rPr lang="en-US" sz="2400" i="0">
                                          <a:solidFill>
                                            <a:srgbClr val="FF0000"/>
                                          </a:solidFill>
                                          <a:latin typeface="Cambria Math"/>
                                          <a:ea typeface="Cambria Math"/>
                                          <a:cs typeface="Arial" pitchFamily="34" charset="0"/>
                                          <a:sym typeface="Symbol"/>
                                        </a:rPr>
                                        <m:t>σ</m:t>
                                      </m:r>
                                    </m:e>
                                  </m:acc>
                                </m:e>
                                <m:sup>
                                  <m:r>
                                    <a:rPr lang="en-US" sz="2400" i="0">
                                      <a:solidFill>
                                        <a:srgbClr val="FF0000"/>
                                      </a:solidFill>
                                      <a:latin typeface="Cambria Math"/>
                                      <a:cs typeface="Arial" pitchFamily="34" charset="0"/>
                                      <a:sym typeface="Symbol"/>
                                    </a:rPr>
                                    <m:t>2</m:t>
                                  </m:r>
                                </m:sup>
                              </m:sSup>
                              <m:r>
                                <m:rPr>
                                  <m:sty m:val="p"/>
                                </m:rPr>
                                <a:rPr lang="en-US" sz="2400" i="0">
                                  <a:solidFill>
                                    <a:srgbClr val="FF0000"/>
                                  </a:solidFill>
                                  <a:latin typeface="Cambria Math"/>
                                  <a:cs typeface="Arial" pitchFamily="34" charset="0"/>
                                  <a:sym typeface="Symbol"/>
                                </a:rPr>
                                <m:t>C</m:t>
                              </m:r>
                            </m:e>
                            <m:sub>
                              <m:r>
                                <m:rPr>
                                  <m:sty m:val="p"/>
                                </m:rPr>
                                <a:rPr lang="en-US" sz="2400" i="0">
                                  <a:solidFill>
                                    <a:srgbClr val="FF0000"/>
                                  </a:solidFill>
                                  <a:latin typeface="Cambria Math"/>
                                  <a:cs typeface="Arial" pitchFamily="34" charset="0"/>
                                  <a:sym typeface="Symbol"/>
                                </a:rPr>
                                <m:t>jj</m:t>
                              </m:r>
                            </m:sub>
                          </m:sSub>
                        </m:e>
                      </m:rad>
                    </m:oMath>
                  </m:oMathPara>
                </a14:m>
                <a:endParaRPr lang="en-US" sz="2400" dirty="0">
                  <a:solidFill>
                    <a:schemeClr val="bg1">
                      <a:lumMod val="95000"/>
                      <a:lumOff val="5000"/>
                    </a:schemeClr>
                  </a:solidFill>
                  <a:latin typeface="Arial" pitchFamily="34" charset="0"/>
                  <a:cs typeface="Arial" pitchFamily="34" charset="0"/>
                  <a:sym typeface="Symbo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95536" y="1851670"/>
                <a:ext cx="8496746" cy="2327688"/>
              </a:xfrm>
              <a:prstGeom prst="rect">
                <a:avLst/>
              </a:prstGeom>
              <a:blipFill>
                <a:blip r:embed="rId3"/>
                <a:stretch>
                  <a:fillRect l="-1148" r="-1076"/>
                </a:stretch>
              </a:blipFill>
            </p:spPr>
            <p:txBody>
              <a:bodyPr/>
              <a:lstStyle/>
              <a:p>
                <a:r>
                  <a:rPr lang="en-IN">
                    <a:noFill/>
                  </a:rPr>
                  <a:t> </a:t>
                </a:r>
              </a:p>
            </p:txBody>
          </p:sp>
        </mc:Fallback>
      </mc:AlternateContent>
    </p:spTree>
    <p:extLst>
      <p:ext uri="{BB962C8B-B14F-4D97-AF65-F5344CB8AC3E}">
        <p14:creationId xmlns:p14="http://schemas.microsoft.com/office/powerpoint/2010/main" val="19438478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0" y="411510"/>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Estimated Standard Errors</a:t>
            </a:r>
          </a:p>
        </p:txBody>
      </p:sp>
      <p:sp>
        <p:nvSpPr>
          <p:cNvPr id="7" name="TextBox 6"/>
          <p:cNvSpPr txBox="1"/>
          <p:nvPr/>
        </p:nvSpPr>
        <p:spPr>
          <a:xfrm>
            <a:off x="539552" y="1203598"/>
            <a:ext cx="7992888" cy="2308324"/>
          </a:xfrm>
          <a:prstGeom prst="rect">
            <a:avLst/>
          </a:prstGeom>
          <a:noFill/>
        </p:spPr>
        <p:txBody>
          <a:bodyPr wrap="square" rtlCol="0">
            <a:spAutoFit/>
          </a:bodyPr>
          <a:lstStyle/>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sym typeface="Symbol"/>
              </a:rPr>
              <a:t>These standard errors provide an idea of the precision of the estimation for the regression coefficients  </a:t>
            </a:r>
          </a:p>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sym typeface="Symbol"/>
              </a:rPr>
              <a:t>Small standard errors indicate good precision.</a:t>
            </a:r>
          </a:p>
        </p:txBody>
      </p:sp>
    </p:spTree>
    <p:extLst>
      <p:ext uri="{BB962C8B-B14F-4D97-AF65-F5344CB8AC3E}">
        <p14:creationId xmlns:p14="http://schemas.microsoft.com/office/powerpoint/2010/main" val="35947777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467544" y="411510"/>
            <a:ext cx="8424936" cy="584775"/>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Estimator of Error Variance</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p:sp>
        <p:nvSpPr>
          <p:cNvPr id="5" name="TextBox 4"/>
          <p:cNvSpPr txBox="1"/>
          <p:nvPr/>
        </p:nvSpPr>
        <p:spPr>
          <a:xfrm>
            <a:off x="467544" y="966127"/>
            <a:ext cx="8208912" cy="3785652"/>
          </a:xfrm>
          <a:prstGeom prst="rect">
            <a:avLst/>
          </a:prstGeom>
          <a:noFill/>
        </p:spPr>
        <p:txBody>
          <a:bodyPr wrap="square" rtlCol="0">
            <a:spAutoFit/>
          </a:bodyPr>
          <a:lstStyle/>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Estimation of residual error is important  </a:t>
            </a:r>
          </a:p>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The residual should ideally reflect the difference due to random factors and not systematic discrepancies created by using an </a:t>
            </a:r>
            <a:r>
              <a:rPr lang="en-US" sz="2400" dirty="0">
                <a:solidFill>
                  <a:srgbClr val="FF0000"/>
                </a:solidFill>
                <a:latin typeface="Arial" pitchFamily="34" charset="0"/>
                <a:cs typeface="Arial" pitchFamily="34" charset="0"/>
              </a:rPr>
              <a:t>inadequate model</a:t>
            </a:r>
            <a:r>
              <a:rPr lang="en-US" sz="2400" dirty="0">
                <a:solidFill>
                  <a:schemeClr val="bg1">
                    <a:lumMod val="95000"/>
                    <a:lumOff val="5000"/>
                  </a:schemeClr>
                </a:solidFill>
                <a:latin typeface="Arial" pitchFamily="34" charset="0"/>
                <a:cs typeface="Arial" pitchFamily="34" charset="0"/>
              </a:rPr>
              <a:t>  </a:t>
            </a:r>
          </a:p>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This is an unbiased estimator of </a:t>
            </a:r>
            <a:r>
              <a:rPr lang="en-US" sz="2400" dirty="0">
                <a:solidFill>
                  <a:schemeClr val="bg1">
                    <a:lumMod val="95000"/>
                    <a:lumOff val="5000"/>
                  </a:schemeClr>
                </a:solidFill>
                <a:latin typeface="Arial" pitchFamily="34" charset="0"/>
                <a:cs typeface="Arial" pitchFamily="34" charset="0"/>
                <a:sym typeface="Symbol"/>
              </a:rPr>
              <a:t></a:t>
            </a:r>
            <a:r>
              <a:rPr lang="en-US" sz="2400" baseline="30000" dirty="0">
                <a:solidFill>
                  <a:schemeClr val="bg1">
                    <a:lumMod val="95000"/>
                    <a:lumOff val="5000"/>
                  </a:schemeClr>
                </a:solidFill>
                <a:latin typeface="Arial" pitchFamily="34" charset="0"/>
                <a:cs typeface="Arial" pitchFamily="34" charset="0"/>
                <a:sym typeface="Symbol"/>
              </a:rPr>
              <a:t>2</a:t>
            </a:r>
            <a:endParaRPr lang="en-IN" sz="2400" dirty="0">
              <a:solidFill>
                <a:schemeClr val="bg1">
                  <a:lumMod val="95000"/>
                  <a:lumOff val="5000"/>
                </a:schemeClr>
              </a:solidFill>
              <a:latin typeface="Arial" pitchFamily="34" charset="0"/>
              <a:cs typeface="Arial"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467544" y="618823"/>
            <a:ext cx="8424936" cy="584775"/>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Estimator of Error Variance</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3" name="TextBox 2"/>
              <p:cNvSpPr txBox="1"/>
              <p:nvPr/>
            </p:nvSpPr>
            <p:spPr>
              <a:xfrm>
                <a:off x="2987824" y="1635646"/>
                <a:ext cx="3116879" cy="8956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IN" sz="2400" i="1" smtClean="0">
                              <a:solidFill>
                                <a:schemeClr val="bg1"/>
                              </a:solidFill>
                              <a:latin typeface="Cambria Math" panose="02040503050406030204" pitchFamily="18" charset="0"/>
                            </a:rPr>
                          </m:ctrlPr>
                        </m:sSupPr>
                        <m:e>
                          <m:acc>
                            <m:accPr>
                              <m:chr m:val="̂"/>
                              <m:ctrlPr>
                                <a:rPr lang="en-IN" sz="2400" i="1" smtClean="0">
                                  <a:solidFill>
                                    <a:schemeClr val="bg1"/>
                                  </a:solidFill>
                                  <a:latin typeface="Cambria Math" panose="02040503050406030204" pitchFamily="18" charset="0"/>
                                </a:rPr>
                              </m:ctrlPr>
                            </m:accPr>
                            <m:e>
                              <m:r>
                                <m:rPr>
                                  <m:sty m:val="p"/>
                                </m:rPr>
                                <a:rPr lang="en-IN" sz="2400" i="0" smtClean="0">
                                  <a:solidFill>
                                    <a:schemeClr val="bg1"/>
                                  </a:solidFill>
                                  <a:latin typeface="Cambria Math"/>
                                  <a:ea typeface="Cambria Math"/>
                                </a:rPr>
                                <m:t>σ</m:t>
                              </m:r>
                            </m:e>
                          </m:acc>
                        </m:e>
                        <m:sup>
                          <m:r>
                            <a:rPr lang="en-US" sz="2400" b="0" i="0" smtClean="0">
                              <a:solidFill>
                                <a:schemeClr val="bg1"/>
                              </a:solidFill>
                              <a:latin typeface="Cambria Math"/>
                            </a:rPr>
                            <m:t>2</m:t>
                          </m:r>
                        </m:sup>
                      </m:sSup>
                      <m:r>
                        <a:rPr lang="en-US" sz="2400" b="0" i="0" smtClean="0">
                          <a:solidFill>
                            <a:schemeClr val="bg1"/>
                          </a:solidFill>
                          <a:latin typeface="Cambria Math"/>
                        </a:rPr>
                        <m:t>=</m:t>
                      </m:r>
                      <m:f>
                        <m:fPr>
                          <m:ctrlPr>
                            <a:rPr lang="en-US" sz="2400" b="0" i="1" smtClean="0">
                              <a:solidFill>
                                <a:schemeClr val="bg1"/>
                              </a:solidFill>
                              <a:latin typeface="Cambria Math" panose="02040503050406030204" pitchFamily="18" charset="0"/>
                            </a:rPr>
                          </m:ctrlPr>
                        </m:fPr>
                        <m:num>
                          <m:nary>
                            <m:naryPr>
                              <m:chr m:val="∑"/>
                              <m:ctrlPr>
                                <a:rPr lang="en-US" sz="2400" b="0" i="1" smtClean="0">
                                  <a:solidFill>
                                    <a:schemeClr val="bg1"/>
                                  </a:solidFill>
                                  <a:latin typeface="Cambria Math" panose="02040503050406030204" pitchFamily="18" charset="0"/>
                                </a:rPr>
                              </m:ctrlPr>
                            </m:naryPr>
                            <m:sub>
                              <m:r>
                                <m:rPr>
                                  <m:sty m:val="p"/>
                                  <m:brk m:alnAt="23"/>
                                </m:rPr>
                                <a:rPr lang="en-US" sz="2400" b="0" i="0" smtClean="0">
                                  <a:solidFill>
                                    <a:schemeClr val="bg1"/>
                                  </a:solidFill>
                                  <a:latin typeface="Cambria Math"/>
                                </a:rPr>
                                <m:t>i</m:t>
                              </m:r>
                              <m:r>
                                <a:rPr lang="en-US" sz="2400" b="0" i="0" smtClean="0">
                                  <a:solidFill>
                                    <a:schemeClr val="bg1"/>
                                  </a:solidFill>
                                  <a:latin typeface="Cambria Math"/>
                                </a:rPr>
                                <m:t>=1</m:t>
                              </m:r>
                            </m:sub>
                            <m:sup>
                              <m:r>
                                <m:rPr>
                                  <m:sty m:val="p"/>
                                </m:rPr>
                                <a:rPr lang="en-US" sz="2400" b="0" i="0" smtClean="0">
                                  <a:solidFill>
                                    <a:schemeClr val="bg1"/>
                                  </a:solidFill>
                                  <a:latin typeface="Cambria Math"/>
                                </a:rPr>
                                <m:t>n</m:t>
                              </m:r>
                            </m:sup>
                            <m:e>
                              <m:sSup>
                                <m:sSupPr>
                                  <m:ctrlPr>
                                    <a:rPr lang="en-US" sz="2400" b="0" i="1" smtClean="0">
                                      <a:solidFill>
                                        <a:schemeClr val="bg1"/>
                                      </a:solidFill>
                                      <a:latin typeface="Cambria Math" panose="02040503050406030204" pitchFamily="18" charset="0"/>
                                    </a:rPr>
                                  </m:ctrlPr>
                                </m:sSupPr>
                                <m:e>
                                  <m:sSub>
                                    <m:sSubPr>
                                      <m:ctrlPr>
                                        <a:rPr lang="en-US" sz="2400" b="0" i="1" smtClean="0">
                                          <a:solidFill>
                                            <a:schemeClr val="bg1"/>
                                          </a:solidFill>
                                          <a:latin typeface="Cambria Math" panose="02040503050406030204" pitchFamily="18" charset="0"/>
                                        </a:rPr>
                                      </m:ctrlPr>
                                    </m:sSubPr>
                                    <m:e>
                                      <m:r>
                                        <m:rPr>
                                          <m:sty m:val="p"/>
                                        </m:rPr>
                                        <a:rPr lang="en-US" sz="2400" b="0" i="0" smtClean="0">
                                          <a:solidFill>
                                            <a:schemeClr val="bg1"/>
                                          </a:solidFill>
                                          <a:latin typeface="Cambria Math"/>
                                        </a:rPr>
                                        <m:t>e</m:t>
                                      </m:r>
                                    </m:e>
                                    <m:sub>
                                      <m:r>
                                        <m:rPr>
                                          <m:sty m:val="p"/>
                                        </m:rPr>
                                        <a:rPr lang="en-US" sz="2400" b="0" i="0" smtClean="0">
                                          <a:solidFill>
                                            <a:schemeClr val="bg1"/>
                                          </a:solidFill>
                                          <a:latin typeface="Cambria Math"/>
                                        </a:rPr>
                                        <m:t>i</m:t>
                                      </m:r>
                                    </m:sub>
                                  </m:sSub>
                                </m:e>
                                <m:sup>
                                  <m:r>
                                    <a:rPr lang="en-US" sz="2400" b="0" i="0" smtClean="0">
                                      <a:solidFill>
                                        <a:schemeClr val="bg1"/>
                                      </a:solidFill>
                                      <a:latin typeface="Cambria Math"/>
                                    </a:rPr>
                                    <m:t>2</m:t>
                                  </m:r>
                                </m:sup>
                              </m:sSup>
                            </m:e>
                          </m:nary>
                        </m:num>
                        <m:den>
                          <m:r>
                            <m:rPr>
                              <m:sty m:val="p"/>
                            </m:rPr>
                            <a:rPr lang="en-US" sz="2400" b="0" i="0" smtClean="0">
                              <a:solidFill>
                                <a:schemeClr val="bg1"/>
                              </a:solidFill>
                              <a:latin typeface="Cambria Math"/>
                            </a:rPr>
                            <m:t>n</m:t>
                          </m:r>
                          <m:r>
                            <a:rPr lang="en-US" sz="2400" b="0" i="0" smtClean="0">
                              <a:solidFill>
                                <a:schemeClr val="bg1"/>
                              </a:solidFill>
                              <a:latin typeface="Cambria Math"/>
                            </a:rPr>
                            <m:t>−</m:t>
                          </m:r>
                          <m:r>
                            <m:rPr>
                              <m:sty m:val="p"/>
                            </m:rPr>
                            <a:rPr lang="en-US" sz="2400" b="0" i="0" smtClean="0">
                              <a:solidFill>
                                <a:schemeClr val="bg1"/>
                              </a:solidFill>
                              <a:latin typeface="Cambria Math"/>
                            </a:rPr>
                            <m:t>p</m:t>
                          </m:r>
                        </m:den>
                      </m:f>
                      <m:r>
                        <a:rPr lang="en-US" sz="2400" b="0" i="0" smtClean="0">
                          <a:solidFill>
                            <a:schemeClr val="bg1"/>
                          </a:solidFill>
                          <a:latin typeface="Cambria Math"/>
                        </a:rPr>
                        <m:t>=</m:t>
                      </m:r>
                      <m:f>
                        <m:fPr>
                          <m:ctrlPr>
                            <a:rPr lang="en-US" sz="2400" b="0" i="1" smtClean="0">
                              <a:solidFill>
                                <a:schemeClr val="bg1"/>
                              </a:solidFill>
                              <a:latin typeface="Cambria Math" panose="02040503050406030204" pitchFamily="18" charset="0"/>
                            </a:rPr>
                          </m:ctrlPr>
                        </m:fPr>
                        <m:num>
                          <m:sSub>
                            <m:sSubPr>
                              <m:ctrlPr>
                                <a:rPr lang="en-US" sz="2400" b="0" i="1" smtClean="0">
                                  <a:solidFill>
                                    <a:schemeClr val="bg1"/>
                                  </a:solidFill>
                                  <a:latin typeface="Cambria Math" panose="02040503050406030204" pitchFamily="18" charset="0"/>
                                </a:rPr>
                              </m:ctrlPr>
                            </m:sSubPr>
                            <m:e>
                              <m:r>
                                <m:rPr>
                                  <m:sty m:val="p"/>
                                </m:rPr>
                                <a:rPr lang="en-US" sz="2400" b="0" i="0" smtClean="0">
                                  <a:solidFill>
                                    <a:schemeClr val="bg1"/>
                                  </a:solidFill>
                                  <a:latin typeface="Cambria Math"/>
                                </a:rPr>
                                <m:t>SS</m:t>
                              </m:r>
                            </m:e>
                            <m:sub>
                              <m:r>
                                <m:rPr>
                                  <m:sty m:val="p"/>
                                </m:rPr>
                                <a:rPr lang="en-US" sz="2400" b="0" i="0" smtClean="0">
                                  <a:solidFill>
                                    <a:schemeClr val="bg1"/>
                                  </a:solidFill>
                                  <a:latin typeface="Cambria Math"/>
                                </a:rPr>
                                <m:t>E</m:t>
                              </m:r>
                            </m:sub>
                          </m:sSub>
                        </m:num>
                        <m:den>
                          <m:r>
                            <m:rPr>
                              <m:sty m:val="p"/>
                            </m:rPr>
                            <a:rPr lang="en-US" sz="2400" b="0" i="0" smtClean="0">
                              <a:solidFill>
                                <a:schemeClr val="bg1"/>
                              </a:solidFill>
                              <a:latin typeface="Cambria Math"/>
                            </a:rPr>
                            <m:t>n</m:t>
                          </m:r>
                          <m:r>
                            <a:rPr lang="en-US" sz="2400" b="0" i="0" smtClean="0">
                              <a:solidFill>
                                <a:schemeClr val="bg1"/>
                              </a:solidFill>
                              <a:latin typeface="Cambria Math"/>
                            </a:rPr>
                            <m:t>−</m:t>
                          </m:r>
                          <m:r>
                            <m:rPr>
                              <m:sty m:val="p"/>
                            </m:rPr>
                            <a:rPr lang="en-US" sz="2400" b="0" i="0" smtClean="0">
                              <a:solidFill>
                                <a:schemeClr val="bg1"/>
                              </a:solidFill>
                              <a:latin typeface="Cambria Math"/>
                            </a:rPr>
                            <m:t>p</m:t>
                          </m:r>
                        </m:den>
                      </m:f>
                    </m:oMath>
                  </m:oMathPara>
                </a14:m>
                <a:endParaRPr lang="en-IN" sz="2400" dirty="0">
                  <a:solidFill>
                    <a:schemeClr val="bg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987824" y="1635646"/>
                <a:ext cx="3116879" cy="895694"/>
              </a:xfrm>
              <a:prstGeom prst="rect">
                <a:avLst/>
              </a:prstGeom>
              <a:blipFill rotWithShape="1">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124463" y="3003798"/>
                <a:ext cx="2843599" cy="10985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400" i="1" smtClean="0">
                              <a:solidFill>
                                <a:schemeClr val="bg1"/>
                              </a:solidFill>
                              <a:latin typeface="Cambria Math" panose="02040503050406030204" pitchFamily="18" charset="0"/>
                            </a:rPr>
                          </m:ctrlPr>
                        </m:sSubPr>
                        <m:e>
                          <m:r>
                            <m:rPr>
                              <m:sty m:val="p"/>
                            </m:rPr>
                            <a:rPr lang="en-US" sz="2400" b="0" i="0" smtClean="0">
                              <a:solidFill>
                                <a:schemeClr val="bg1"/>
                              </a:solidFill>
                              <a:latin typeface="Cambria Math"/>
                            </a:rPr>
                            <m:t>SS</m:t>
                          </m:r>
                        </m:e>
                        <m:sub>
                          <m:r>
                            <m:rPr>
                              <m:sty m:val="p"/>
                            </m:rPr>
                            <a:rPr lang="en-US" sz="2400" b="0" i="0" smtClean="0">
                              <a:solidFill>
                                <a:schemeClr val="bg1"/>
                              </a:solidFill>
                              <a:latin typeface="Cambria Math"/>
                            </a:rPr>
                            <m:t>E</m:t>
                          </m:r>
                        </m:sub>
                      </m:sSub>
                      <m:r>
                        <a:rPr lang="en-US" sz="2400" b="0" i="0" smtClean="0">
                          <a:solidFill>
                            <a:schemeClr val="bg1"/>
                          </a:solidFill>
                          <a:latin typeface="Cambria Math"/>
                        </a:rPr>
                        <m:t>= </m:t>
                      </m:r>
                      <m:nary>
                        <m:naryPr>
                          <m:chr m:val="∑"/>
                          <m:ctrlPr>
                            <a:rPr lang="en-US" sz="2400" b="0" i="1" smtClean="0">
                              <a:solidFill>
                                <a:schemeClr val="bg1"/>
                              </a:solidFill>
                              <a:latin typeface="Cambria Math" panose="02040503050406030204" pitchFamily="18" charset="0"/>
                            </a:rPr>
                          </m:ctrlPr>
                        </m:naryPr>
                        <m:sub>
                          <m:r>
                            <m:rPr>
                              <m:sty m:val="p"/>
                              <m:brk m:alnAt="23"/>
                            </m:rPr>
                            <a:rPr lang="en-US" sz="2400" b="0" i="0" smtClean="0">
                              <a:solidFill>
                                <a:schemeClr val="bg1"/>
                              </a:solidFill>
                              <a:latin typeface="Cambria Math"/>
                            </a:rPr>
                            <m:t>i</m:t>
                          </m:r>
                          <m:r>
                            <a:rPr lang="en-US" sz="2400" b="0" i="0" smtClean="0">
                              <a:solidFill>
                                <a:schemeClr val="bg1"/>
                              </a:solidFill>
                              <a:latin typeface="Cambria Math"/>
                            </a:rPr>
                            <m:t>=1</m:t>
                          </m:r>
                        </m:sub>
                        <m:sup>
                          <m:r>
                            <m:rPr>
                              <m:sty m:val="p"/>
                            </m:rPr>
                            <a:rPr lang="en-US" sz="2400" b="0" i="0" smtClean="0">
                              <a:solidFill>
                                <a:schemeClr val="bg1"/>
                              </a:solidFill>
                              <a:latin typeface="Cambria Math"/>
                            </a:rPr>
                            <m:t>n</m:t>
                          </m:r>
                        </m:sup>
                        <m:e>
                          <m:sSup>
                            <m:sSupPr>
                              <m:ctrlPr>
                                <a:rPr lang="en-US" sz="2400" b="0" i="1" smtClean="0">
                                  <a:solidFill>
                                    <a:schemeClr val="bg1"/>
                                  </a:solidFill>
                                  <a:latin typeface="Cambria Math" panose="02040503050406030204" pitchFamily="18" charset="0"/>
                                </a:rPr>
                              </m:ctrlPr>
                            </m:sSupPr>
                            <m:e>
                              <m:d>
                                <m:dPr>
                                  <m:ctrlPr>
                                    <a:rPr lang="en-US" sz="2400" b="0" i="1" smtClean="0">
                                      <a:solidFill>
                                        <a:schemeClr val="bg1"/>
                                      </a:solidFill>
                                      <a:latin typeface="Cambria Math" panose="02040503050406030204" pitchFamily="18" charset="0"/>
                                    </a:rPr>
                                  </m:ctrlPr>
                                </m:dPr>
                                <m:e>
                                  <m:sSub>
                                    <m:sSubPr>
                                      <m:ctrlPr>
                                        <a:rPr lang="en-US" sz="2400" b="0" i="1" smtClean="0">
                                          <a:solidFill>
                                            <a:schemeClr val="bg1"/>
                                          </a:solidFill>
                                          <a:latin typeface="Cambria Math" panose="02040503050406030204" pitchFamily="18" charset="0"/>
                                        </a:rPr>
                                      </m:ctrlPr>
                                    </m:sSubPr>
                                    <m:e>
                                      <m:r>
                                        <m:rPr>
                                          <m:sty m:val="p"/>
                                        </m:rPr>
                                        <a:rPr lang="en-US" sz="2400" b="0" i="0" smtClean="0">
                                          <a:solidFill>
                                            <a:schemeClr val="bg1"/>
                                          </a:solidFill>
                                          <a:latin typeface="Cambria Math"/>
                                        </a:rPr>
                                        <m:t>Y</m:t>
                                      </m:r>
                                    </m:e>
                                    <m:sub>
                                      <m:r>
                                        <m:rPr>
                                          <m:sty m:val="p"/>
                                        </m:rPr>
                                        <a:rPr lang="en-US" sz="2400" b="0" i="0" smtClean="0">
                                          <a:solidFill>
                                            <a:schemeClr val="bg1"/>
                                          </a:solidFill>
                                          <a:latin typeface="Cambria Math"/>
                                        </a:rPr>
                                        <m:t>i</m:t>
                                      </m:r>
                                    </m:sub>
                                  </m:sSub>
                                  <m:r>
                                    <a:rPr lang="en-US" sz="2400" b="0" i="0" smtClean="0">
                                      <a:solidFill>
                                        <a:schemeClr val="bg1"/>
                                      </a:solidFill>
                                      <a:latin typeface="Cambria Math"/>
                                    </a:rPr>
                                    <m:t>−</m:t>
                                  </m:r>
                                  <m:sSub>
                                    <m:sSubPr>
                                      <m:ctrlPr>
                                        <a:rPr lang="en-US" sz="2400" i="1" smtClean="0">
                                          <a:solidFill>
                                            <a:schemeClr val="bg1"/>
                                          </a:solidFill>
                                          <a:latin typeface="Cambria Math" panose="02040503050406030204" pitchFamily="18" charset="0"/>
                                        </a:rPr>
                                      </m:ctrlPr>
                                    </m:sSubPr>
                                    <m:e>
                                      <m:acc>
                                        <m:accPr>
                                          <m:chr m:val="̂"/>
                                          <m:ctrlPr>
                                            <a:rPr lang="en-US" sz="2400" i="1" smtClean="0">
                                              <a:solidFill>
                                                <a:schemeClr val="bg1"/>
                                              </a:solidFill>
                                              <a:latin typeface="Cambria Math" panose="02040503050406030204" pitchFamily="18" charset="0"/>
                                            </a:rPr>
                                          </m:ctrlPr>
                                        </m:accPr>
                                        <m:e>
                                          <m:r>
                                            <m:rPr>
                                              <m:sty m:val="p"/>
                                            </m:rPr>
                                            <a:rPr lang="en-US" sz="2400" b="0" i="0" smtClean="0">
                                              <a:solidFill>
                                                <a:schemeClr val="bg1"/>
                                              </a:solidFill>
                                              <a:latin typeface="Cambria Math"/>
                                            </a:rPr>
                                            <m:t>Y</m:t>
                                          </m:r>
                                        </m:e>
                                      </m:acc>
                                    </m:e>
                                    <m:sub>
                                      <m:r>
                                        <m:rPr>
                                          <m:sty m:val="p"/>
                                        </m:rPr>
                                        <a:rPr lang="en-US" sz="2400" i="0">
                                          <a:solidFill>
                                            <a:schemeClr val="bg1"/>
                                          </a:solidFill>
                                          <a:latin typeface="Cambria Math"/>
                                        </a:rPr>
                                        <m:t>i</m:t>
                                      </m:r>
                                    </m:sub>
                                  </m:sSub>
                                </m:e>
                              </m:d>
                            </m:e>
                            <m:sup>
                              <m:r>
                                <a:rPr lang="en-US" sz="2400" b="0" i="0" smtClean="0">
                                  <a:solidFill>
                                    <a:schemeClr val="bg1"/>
                                  </a:solidFill>
                                  <a:latin typeface="Cambria Math"/>
                                </a:rPr>
                                <m:t>2</m:t>
                              </m:r>
                            </m:sup>
                          </m:sSup>
                        </m:e>
                      </m:nary>
                    </m:oMath>
                  </m:oMathPara>
                </a14:m>
                <a:endParaRPr lang="en-IN" sz="2400" dirty="0">
                  <a:solidFill>
                    <a:schemeClr val="bg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124463" y="3003798"/>
                <a:ext cx="2843599" cy="1098570"/>
              </a:xfrm>
              <a:prstGeom prst="rect">
                <a:avLst/>
              </a:prstGeom>
              <a:blipFill rotWithShape="1">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0024140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5536" y="85347"/>
            <a:ext cx="8424936" cy="584775"/>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Why n-p?</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3" name="TextBox 2"/>
              <p:cNvSpPr txBox="1"/>
              <p:nvPr/>
            </p:nvSpPr>
            <p:spPr>
              <a:xfrm>
                <a:off x="251520" y="544108"/>
                <a:ext cx="2622576" cy="7617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IN" sz="2000" i="1" smtClean="0">
                              <a:solidFill>
                                <a:schemeClr val="bg1"/>
                              </a:solidFill>
                              <a:latin typeface="Cambria Math" panose="02040503050406030204" pitchFamily="18" charset="0"/>
                            </a:rPr>
                          </m:ctrlPr>
                        </m:sSupPr>
                        <m:e>
                          <m:acc>
                            <m:accPr>
                              <m:chr m:val="̂"/>
                              <m:ctrlPr>
                                <a:rPr lang="en-IN" sz="2000" i="1" smtClean="0">
                                  <a:solidFill>
                                    <a:schemeClr val="bg1"/>
                                  </a:solidFill>
                                  <a:latin typeface="Cambria Math" panose="02040503050406030204" pitchFamily="18" charset="0"/>
                                </a:rPr>
                              </m:ctrlPr>
                            </m:accPr>
                            <m:e>
                              <m:r>
                                <m:rPr>
                                  <m:sty m:val="p"/>
                                </m:rPr>
                                <a:rPr lang="en-IN" sz="2000" i="0" smtClean="0">
                                  <a:solidFill>
                                    <a:schemeClr val="bg1"/>
                                  </a:solidFill>
                                  <a:latin typeface="Cambria Math"/>
                                  <a:ea typeface="Cambria Math"/>
                                </a:rPr>
                                <m:t>σ</m:t>
                              </m:r>
                            </m:e>
                          </m:acc>
                        </m:e>
                        <m:sup>
                          <m:r>
                            <a:rPr lang="en-US" sz="2000" b="0" i="0" smtClean="0">
                              <a:solidFill>
                                <a:schemeClr val="bg1"/>
                              </a:solidFill>
                              <a:latin typeface="Cambria Math"/>
                            </a:rPr>
                            <m:t>2</m:t>
                          </m:r>
                        </m:sup>
                      </m:sSup>
                      <m:r>
                        <a:rPr lang="en-US" sz="2000" b="0" i="0" smtClean="0">
                          <a:solidFill>
                            <a:schemeClr val="bg1"/>
                          </a:solidFill>
                          <a:latin typeface="Cambria Math"/>
                        </a:rPr>
                        <m:t>=</m:t>
                      </m:r>
                      <m:f>
                        <m:fPr>
                          <m:ctrlPr>
                            <a:rPr lang="en-US" sz="2000" b="0" i="1" smtClean="0">
                              <a:solidFill>
                                <a:schemeClr val="bg1"/>
                              </a:solidFill>
                              <a:latin typeface="Cambria Math" panose="02040503050406030204" pitchFamily="18" charset="0"/>
                            </a:rPr>
                          </m:ctrlPr>
                        </m:fPr>
                        <m:num>
                          <m:nary>
                            <m:naryPr>
                              <m:chr m:val="∑"/>
                              <m:ctrlPr>
                                <a:rPr lang="en-US" sz="2000" b="0" i="1" smtClean="0">
                                  <a:solidFill>
                                    <a:schemeClr val="bg1"/>
                                  </a:solidFill>
                                  <a:latin typeface="Cambria Math" panose="02040503050406030204" pitchFamily="18" charset="0"/>
                                </a:rPr>
                              </m:ctrlPr>
                            </m:naryPr>
                            <m:sub>
                              <m:r>
                                <m:rPr>
                                  <m:sty m:val="p"/>
                                  <m:brk m:alnAt="23"/>
                                </m:rPr>
                                <a:rPr lang="en-US" sz="2000" b="0" i="0" smtClean="0">
                                  <a:solidFill>
                                    <a:schemeClr val="bg1"/>
                                  </a:solidFill>
                                  <a:latin typeface="Cambria Math"/>
                                </a:rPr>
                                <m:t>i</m:t>
                              </m:r>
                              <m:r>
                                <a:rPr lang="en-US" sz="2000" b="0" i="0" smtClean="0">
                                  <a:solidFill>
                                    <a:schemeClr val="bg1"/>
                                  </a:solidFill>
                                  <a:latin typeface="Cambria Math"/>
                                </a:rPr>
                                <m:t>=1</m:t>
                              </m:r>
                            </m:sub>
                            <m:sup>
                              <m:r>
                                <m:rPr>
                                  <m:sty m:val="p"/>
                                </m:rPr>
                                <a:rPr lang="en-US" sz="2000" b="0" i="0" smtClean="0">
                                  <a:solidFill>
                                    <a:schemeClr val="bg1"/>
                                  </a:solidFill>
                                  <a:latin typeface="Cambria Math"/>
                                </a:rPr>
                                <m:t>n</m:t>
                              </m:r>
                            </m:sup>
                            <m:e>
                              <m:sSup>
                                <m:sSupPr>
                                  <m:ctrlPr>
                                    <a:rPr lang="en-US" sz="2000" b="0" i="1" smtClean="0">
                                      <a:solidFill>
                                        <a:schemeClr val="bg1"/>
                                      </a:solidFill>
                                      <a:latin typeface="Cambria Math" panose="02040503050406030204" pitchFamily="18" charset="0"/>
                                    </a:rPr>
                                  </m:ctrlPr>
                                </m:sSupPr>
                                <m:e>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e</m:t>
                                      </m:r>
                                    </m:e>
                                    <m:sub>
                                      <m:r>
                                        <m:rPr>
                                          <m:sty m:val="p"/>
                                        </m:rPr>
                                        <a:rPr lang="en-US" sz="2000" b="0" i="0" smtClean="0">
                                          <a:solidFill>
                                            <a:schemeClr val="bg1"/>
                                          </a:solidFill>
                                          <a:latin typeface="Cambria Math"/>
                                        </a:rPr>
                                        <m:t>i</m:t>
                                      </m:r>
                                    </m:sub>
                                  </m:sSub>
                                </m:e>
                                <m:sup>
                                  <m:r>
                                    <a:rPr lang="en-US" sz="2000" b="0" i="0" smtClean="0">
                                      <a:solidFill>
                                        <a:schemeClr val="bg1"/>
                                      </a:solidFill>
                                      <a:latin typeface="Cambria Math"/>
                                    </a:rPr>
                                    <m:t>2</m:t>
                                  </m:r>
                                </m:sup>
                              </m:sSup>
                            </m:e>
                          </m:nary>
                        </m:num>
                        <m:den>
                          <m:r>
                            <m:rPr>
                              <m:sty m:val="p"/>
                            </m:rPr>
                            <a:rPr lang="en-US" sz="2000" b="0" i="0" smtClean="0">
                              <a:solidFill>
                                <a:schemeClr val="bg1"/>
                              </a:solidFill>
                              <a:latin typeface="Cambria Math"/>
                            </a:rPr>
                            <m:t>n</m:t>
                          </m:r>
                          <m:r>
                            <a:rPr lang="en-US" sz="2000" b="0" i="0" smtClean="0">
                              <a:solidFill>
                                <a:schemeClr val="bg1"/>
                              </a:solidFill>
                              <a:latin typeface="Cambria Math"/>
                            </a:rPr>
                            <m:t>−</m:t>
                          </m:r>
                          <m:r>
                            <m:rPr>
                              <m:sty m:val="p"/>
                            </m:rPr>
                            <a:rPr lang="en-US" sz="2000" b="0" i="0" smtClean="0">
                              <a:solidFill>
                                <a:schemeClr val="bg1"/>
                              </a:solidFill>
                              <a:latin typeface="Cambria Math"/>
                            </a:rPr>
                            <m:t>p</m:t>
                          </m:r>
                        </m:den>
                      </m:f>
                      <m:r>
                        <a:rPr lang="en-US" sz="2000" b="0" i="0" smtClean="0">
                          <a:solidFill>
                            <a:schemeClr val="bg1"/>
                          </a:solidFill>
                          <a:latin typeface="Cambria Math"/>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SS</m:t>
                              </m:r>
                            </m:e>
                            <m:sub>
                              <m:r>
                                <m:rPr>
                                  <m:sty m:val="p"/>
                                </m:rPr>
                                <a:rPr lang="en-US" sz="2000" b="0" i="0" smtClean="0">
                                  <a:solidFill>
                                    <a:schemeClr val="bg1"/>
                                  </a:solidFill>
                                  <a:latin typeface="Cambria Math"/>
                                </a:rPr>
                                <m:t>E</m:t>
                              </m:r>
                            </m:sub>
                          </m:sSub>
                        </m:num>
                        <m:den>
                          <m:r>
                            <m:rPr>
                              <m:sty m:val="p"/>
                            </m:rPr>
                            <a:rPr lang="en-US" sz="2000" b="0" i="0" smtClean="0">
                              <a:solidFill>
                                <a:schemeClr val="bg1"/>
                              </a:solidFill>
                              <a:latin typeface="Cambria Math"/>
                            </a:rPr>
                            <m:t>n</m:t>
                          </m:r>
                          <m:r>
                            <a:rPr lang="en-US" sz="2000" b="0" i="0" smtClean="0">
                              <a:solidFill>
                                <a:schemeClr val="bg1"/>
                              </a:solidFill>
                              <a:latin typeface="Cambria Math"/>
                            </a:rPr>
                            <m:t>−</m:t>
                          </m:r>
                          <m:r>
                            <m:rPr>
                              <m:sty m:val="p"/>
                            </m:rPr>
                            <a:rPr lang="en-US" sz="2000" b="0" i="0" smtClean="0">
                              <a:solidFill>
                                <a:schemeClr val="bg1"/>
                              </a:solidFill>
                              <a:latin typeface="Cambria Math"/>
                            </a:rPr>
                            <m:t>p</m:t>
                          </m:r>
                        </m:den>
                      </m:f>
                    </m:oMath>
                  </m:oMathPara>
                </a14:m>
                <a:endParaRPr lang="en-IN" sz="2000" dirty="0">
                  <a:solidFill>
                    <a:schemeClr val="bg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51520" y="544108"/>
                <a:ext cx="2622576" cy="761747"/>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6520618" y="316703"/>
                <a:ext cx="2417649" cy="9309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SS</m:t>
                          </m:r>
                        </m:e>
                        <m:sub>
                          <m:r>
                            <m:rPr>
                              <m:sty m:val="p"/>
                            </m:rPr>
                            <a:rPr lang="en-US" sz="2000" b="0" i="0" smtClean="0">
                              <a:solidFill>
                                <a:schemeClr val="bg1"/>
                              </a:solidFill>
                              <a:latin typeface="Cambria Math"/>
                            </a:rPr>
                            <m:t>E</m:t>
                          </m:r>
                        </m:sub>
                      </m:sSub>
                      <m:r>
                        <a:rPr lang="en-US" sz="2000" b="0" i="0" smtClean="0">
                          <a:solidFill>
                            <a:schemeClr val="bg1"/>
                          </a:solidFill>
                          <a:latin typeface="Cambria Math"/>
                        </a:rPr>
                        <m:t>= </m:t>
                      </m:r>
                      <m:nary>
                        <m:naryPr>
                          <m:chr m:val="∑"/>
                          <m:ctrlPr>
                            <a:rPr lang="en-US" sz="2000" b="0" i="1" smtClean="0">
                              <a:solidFill>
                                <a:schemeClr val="bg1"/>
                              </a:solidFill>
                              <a:latin typeface="Cambria Math" panose="02040503050406030204" pitchFamily="18" charset="0"/>
                            </a:rPr>
                          </m:ctrlPr>
                        </m:naryPr>
                        <m:sub>
                          <m:r>
                            <m:rPr>
                              <m:sty m:val="p"/>
                              <m:brk m:alnAt="23"/>
                            </m:rPr>
                            <a:rPr lang="en-US" sz="2000" b="0" i="0" smtClean="0">
                              <a:solidFill>
                                <a:schemeClr val="bg1"/>
                              </a:solidFill>
                              <a:latin typeface="Cambria Math"/>
                            </a:rPr>
                            <m:t>i</m:t>
                          </m:r>
                          <m:r>
                            <a:rPr lang="en-US" sz="2000" b="0" i="0" smtClean="0">
                              <a:solidFill>
                                <a:schemeClr val="bg1"/>
                              </a:solidFill>
                              <a:latin typeface="Cambria Math"/>
                            </a:rPr>
                            <m:t>=1</m:t>
                          </m:r>
                        </m:sub>
                        <m:sup>
                          <m:r>
                            <m:rPr>
                              <m:sty m:val="p"/>
                            </m:rPr>
                            <a:rPr lang="en-US" sz="2000" b="0" i="0" smtClean="0">
                              <a:solidFill>
                                <a:schemeClr val="bg1"/>
                              </a:solidFill>
                              <a:latin typeface="Cambria Math"/>
                            </a:rPr>
                            <m:t>n</m:t>
                          </m:r>
                        </m:sup>
                        <m:e>
                          <m:sSup>
                            <m:sSupPr>
                              <m:ctrlPr>
                                <a:rPr lang="en-US" sz="2000" b="0" i="1" smtClean="0">
                                  <a:solidFill>
                                    <a:schemeClr val="bg1"/>
                                  </a:solidFill>
                                  <a:latin typeface="Cambria Math" panose="02040503050406030204" pitchFamily="18" charset="0"/>
                                </a:rPr>
                              </m:ctrlPr>
                            </m:sSupPr>
                            <m:e>
                              <m:d>
                                <m:dPr>
                                  <m:ctrlPr>
                                    <a:rPr lang="en-US" sz="2000" b="0" i="1" smtClean="0">
                                      <a:solidFill>
                                        <a:schemeClr val="bg1"/>
                                      </a:solidFill>
                                      <a:latin typeface="Cambria Math" panose="02040503050406030204" pitchFamily="18" charset="0"/>
                                    </a:rPr>
                                  </m:ctrlPr>
                                </m:dPr>
                                <m:e>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Y</m:t>
                                      </m:r>
                                    </m:e>
                                    <m:sub>
                                      <m:r>
                                        <m:rPr>
                                          <m:sty m:val="p"/>
                                        </m:rPr>
                                        <a:rPr lang="en-US" sz="2000" b="0" i="0" smtClean="0">
                                          <a:solidFill>
                                            <a:schemeClr val="bg1"/>
                                          </a:solidFill>
                                          <a:latin typeface="Cambria Math"/>
                                        </a:rPr>
                                        <m:t>i</m:t>
                                      </m:r>
                                    </m:sub>
                                  </m:sSub>
                                  <m:r>
                                    <a:rPr lang="en-US" sz="2000" b="0" i="0" smtClean="0">
                                      <a:solidFill>
                                        <a:schemeClr val="bg1"/>
                                      </a:solidFill>
                                      <a:latin typeface="Cambria Math"/>
                                    </a:rPr>
                                    <m:t>−</m:t>
                                  </m:r>
                                  <m:sSub>
                                    <m:sSubPr>
                                      <m:ctrlPr>
                                        <a:rPr lang="en-US" sz="2000" i="1" smtClean="0">
                                          <a:solidFill>
                                            <a:schemeClr val="bg1"/>
                                          </a:solidFill>
                                          <a:latin typeface="Cambria Math" panose="02040503050406030204" pitchFamily="18" charset="0"/>
                                        </a:rPr>
                                      </m:ctrlPr>
                                    </m:sSubPr>
                                    <m:e>
                                      <m:acc>
                                        <m:accPr>
                                          <m:chr m:val="̂"/>
                                          <m:ctrlPr>
                                            <a:rPr lang="en-US" sz="2000" i="1" smtClean="0">
                                              <a:solidFill>
                                                <a:schemeClr val="bg1"/>
                                              </a:solidFill>
                                              <a:latin typeface="Cambria Math" panose="02040503050406030204" pitchFamily="18" charset="0"/>
                                            </a:rPr>
                                          </m:ctrlPr>
                                        </m:accPr>
                                        <m:e>
                                          <m:r>
                                            <m:rPr>
                                              <m:sty m:val="p"/>
                                            </m:rPr>
                                            <a:rPr lang="en-US" sz="2000" b="0" i="0" smtClean="0">
                                              <a:solidFill>
                                                <a:schemeClr val="bg1"/>
                                              </a:solidFill>
                                              <a:latin typeface="Cambria Math"/>
                                            </a:rPr>
                                            <m:t>Y</m:t>
                                          </m:r>
                                        </m:e>
                                      </m:acc>
                                    </m:e>
                                    <m:sub>
                                      <m:r>
                                        <m:rPr>
                                          <m:sty m:val="p"/>
                                        </m:rPr>
                                        <a:rPr lang="en-US" sz="2000" i="0">
                                          <a:solidFill>
                                            <a:schemeClr val="bg1"/>
                                          </a:solidFill>
                                          <a:latin typeface="Cambria Math"/>
                                        </a:rPr>
                                        <m:t>i</m:t>
                                      </m:r>
                                    </m:sub>
                                  </m:sSub>
                                </m:e>
                              </m:d>
                            </m:e>
                            <m:sup>
                              <m:r>
                                <a:rPr lang="en-US" sz="2000" b="0" i="0" smtClean="0">
                                  <a:solidFill>
                                    <a:schemeClr val="bg1"/>
                                  </a:solidFill>
                                  <a:latin typeface="Cambria Math"/>
                                </a:rPr>
                                <m:t>2</m:t>
                              </m:r>
                            </m:sup>
                          </m:sSup>
                        </m:e>
                      </m:nary>
                    </m:oMath>
                  </m:oMathPara>
                </a14:m>
                <a:endParaRPr lang="en-IN" sz="2000" dirty="0">
                  <a:solidFill>
                    <a:schemeClr val="bg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520618" y="316703"/>
                <a:ext cx="2417649" cy="93096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131840" y="840375"/>
                <a:ext cx="3265766" cy="9309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SS</m:t>
                          </m:r>
                        </m:e>
                        <m:sub>
                          <m:r>
                            <m:rPr>
                              <m:sty m:val="p"/>
                            </m:rPr>
                            <a:rPr lang="en-US" sz="2000" b="0" i="0" smtClean="0">
                              <a:solidFill>
                                <a:schemeClr val="bg1"/>
                              </a:solidFill>
                              <a:latin typeface="Cambria Math"/>
                            </a:rPr>
                            <m:t>E</m:t>
                          </m:r>
                        </m:sub>
                      </m:sSub>
                      <m:r>
                        <a:rPr lang="en-US" sz="2000" b="0" i="0" smtClean="0">
                          <a:solidFill>
                            <a:schemeClr val="bg1"/>
                          </a:solidFill>
                          <a:latin typeface="Cambria Math"/>
                        </a:rPr>
                        <m:t>= </m:t>
                      </m:r>
                      <m:nary>
                        <m:naryPr>
                          <m:chr m:val="∑"/>
                          <m:ctrlPr>
                            <a:rPr lang="en-US" sz="2000" b="0" i="1" smtClean="0">
                              <a:solidFill>
                                <a:schemeClr val="bg1"/>
                              </a:solidFill>
                              <a:latin typeface="Cambria Math" panose="02040503050406030204" pitchFamily="18" charset="0"/>
                            </a:rPr>
                          </m:ctrlPr>
                        </m:naryPr>
                        <m:sub>
                          <m:r>
                            <m:rPr>
                              <m:sty m:val="p"/>
                              <m:brk m:alnAt="23"/>
                            </m:rPr>
                            <a:rPr lang="en-US" sz="2000" b="0" i="0" smtClean="0">
                              <a:solidFill>
                                <a:schemeClr val="bg1"/>
                              </a:solidFill>
                              <a:latin typeface="Cambria Math"/>
                            </a:rPr>
                            <m:t>i</m:t>
                          </m:r>
                          <m:r>
                            <a:rPr lang="en-US" sz="2000" b="0" i="0" smtClean="0">
                              <a:solidFill>
                                <a:schemeClr val="bg1"/>
                              </a:solidFill>
                              <a:latin typeface="Cambria Math"/>
                            </a:rPr>
                            <m:t>=1</m:t>
                          </m:r>
                        </m:sub>
                        <m:sup>
                          <m:r>
                            <m:rPr>
                              <m:sty m:val="p"/>
                            </m:rPr>
                            <a:rPr lang="en-US" sz="2000" b="0" i="0" smtClean="0">
                              <a:solidFill>
                                <a:schemeClr val="bg1"/>
                              </a:solidFill>
                              <a:latin typeface="Cambria Math"/>
                            </a:rPr>
                            <m:t>n</m:t>
                          </m:r>
                        </m:sup>
                        <m:e>
                          <m:sSup>
                            <m:sSupPr>
                              <m:ctrlPr>
                                <a:rPr lang="en-US" sz="2000" b="0" i="1" smtClean="0">
                                  <a:solidFill>
                                    <a:schemeClr val="bg1"/>
                                  </a:solidFill>
                                  <a:latin typeface="Cambria Math" panose="02040503050406030204" pitchFamily="18" charset="0"/>
                                </a:rPr>
                              </m:ctrlPr>
                            </m:sSupPr>
                            <m:e>
                              <m:d>
                                <m:dPr>
                                  <m:ctrlPr>
                                    <a:rPr lang="en-US" sz="2000" b="0" i="1" smtClean="0">
                                      <a:solidFill>
                                        <a:schemeClr val="bg1"/>
                                      </a:solidFill>
                                      <a:latin typeface="Cambria Math" panose="02040503050406030204" pitchFamily="18" charset="0"/>
                                    </a:rPr>
                                  </m:ctrlPr>
                                </m:dPr>
                                <m:e>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Y</m:t>
                                      </m:r>
                                    </m:e>
                                    <m:sub>
                                      <m:r>
                                        <m:rPr>
                                          <m:sty m:val="p"/>
                                        </m:rPr>
                                        <a:rPr lang="en-US" sz="2000" b="0" i="0" smtClean="0">
                                          <a:solidFill>
                                            <a:schemeClr val="bg1"/>
                                          </a:solidFill>
                                          <a:latin typeface="Cambria Math"/>
                                        </a:rPr>
                                        <m:t>i</m:t>
                                      </m:r>
                                    </m:sub>
                                  </m:sSub>
                                  <m:r>
                                    <a:rPr lang="en-US" sz="2000" b="0" i="0" smtClean="0">
                                      <a:solidFill>
                                        <a:schemeClr val="bg1"/>
                                      </a:solidFill>
                                      <a:latin typeface="Cambria Math"/>
                                    </a:rPr>
                                    <m:t>−</m:t>
                                  </m:r>
                                  <m:sSub>
                                    <m:sSubPr>
                                      <m:ctrlPr>
                                        <a:rPr lang="en-US" sz="2000" i="1" smtClean="0">
                                          <a:solidFill>
                                            <a:schemeClr val="bg1"/>
                                          </a:solidFill>
                                          <a:latin typeface="Cambria Math" panose="02040503050406030204" pitchFamily="18" charset="0"/>
                                        </a:rPr>
                                      </m:ctrlPr>
                                    </m:sSubPr>
                                    <m:e>
                                      <m:acc>
                                        <m:accPr>
                                          <m:chr m:val="̂"/>
                                          <m:ctrlPr>
                                            <a:rPr lang="en-US" sz="2000" i="1" smtClean="0">
                                              <a:solidFill>
                                                <a:schemeClr val="bg1"/>
                                              </a:solidFill>
                                              <a:latin typeface="Cambria Math" panose="02040503050406030204" pitchFamily="18" charset="0"/>
                                            </a:rPr>
                                          </m:ctrlPr>
                                        </m:accPr>
                                        <m:e>
                                          <m:r>
                                            <a:rPr lang="en-US" sz="2000" b="0" i="1" smtClean="0">
                                              <a:solidFill>
                                                <a:schemeClr val="bg1"/>
                                              </a:solidFill>
                                              <a:latin typeface="Cambria Math"/>
                                              <a:sym typeface="Symbol" panose="05050102010706020507" pitchFamily="18" charset="2"/>
                                            </a:rPr>
                                            <m:t></m:t>
                                          </m:r>
                                        </m:e>
                                      </m:acc>
                                    </m:e>
                                    <m:sub>
                                      <m:r>
                                        <a:rPr lang="en-IN" sz="2000" b="0" i="0" smtClean="0">
                                          <a:solidFill>
                                            <a:schemeClr val="bg1"/>
                                          </a:solidFill>
                                          <a:latin typeface="Cambria Math" panose="02040503050406030204" pitchFamily="18" charset="0"/>
                                        </a:rPr>
                                        <m:t>0</m:t>
                                      </m:r>
                                    </m:sub>
                                  </m:sSub>
                                  <m:r>
                                    <a:rPr lang="en-IN" sz="2000" b="0" i="1" smtClean="0">
                                      <a:solidFill>
                                        <a:schemeClr val="bg1"/>
                                      </a:solidFill>
                                      <a:latin typeface="Cambria Math" panose="02040503050406030204" pitchFamily="18" charset="0"/>
                                    </a:rPr>
                                    <m:t>−</m:t>
                                  </m:r>
                                  <m:sSub>
                                    <m:sSubPr>
                                      <m:ctrlPr>
                                        <a:rPr lang="en-US" sz="2000" i="1">
                                          <a:solidFill>
                                            <a:schemeClr val="bg1"/>
                                          </a:solidFill>
                                          <a:latin typeface="Cambria Math" panose="02040503050406030204" pitchFamily="18" charset="0"/>
                                        </a:rPr>
                                      </m:ctrlPr>
                                    </m:sSubPr>
                                    <m:e>
                                      <m:acc>
                                        <m:accPr>
                                          <m:chr m:val="̂"/>
                                          <m:ctrlPr>
                                            <a:rPr lang="en-US" sz="2000" i="1">
                                              <a:solidFill>
                                                <a:schemeClr val="bg1"/>
                                              </a:solidFill>
                                              <a:latin typeface="Cambria Math" panose="02040503050406030204" pitchFamily="18" charset="0"/>
                                            </a:rPr>
                                          </m:ctrlPr>
                                        </m:accPr>
                                        <m:e>
                                          <m:r>
                                            <a:rPr lang="en-US" sz="2000" i="1">
                                              <a:solidFill>
                                                <a:schemeClr val="bg1"/>
                                              </a:solidFill>
                                              <a:latin typeface="Cambria Math"/>
                                              <a:sym typeface="Symbol" panose="05050102010706020507" pitchFamily="18" charset="2"/>
                                            </a:rPr>
                                            <m:t></m:t>
                                          </m:r>
                                        </m:e>
                                      </m:acc>
                                    </m:e>
                                    <m:sub>
                                      <m:r>
                                        <a:rPr lang="en-IN" sz="2000" b="0" i="0" smtClean="0">
                                          <a:solidFill>
                                            <a:schemeClr val="bg1"/>
                                          </a:solidFill>
                                          <a:latin typeface="Cambria Math" panose="02040503050406030204" pitchFamily="18" charset="0"/>
                                        </a:rPr>
                                        <m:t>1</m:t>
                                      </m:r>
                                    </m:sub>
                                  </m:sSub>
                                  <m:sSub>
                                    <m:sSubPr>
                                      <m:ctrlPr>
                                        <a:rPr lang="en-IN" sz="2000" b="0" i="1" smtClean="0">
                                          <a:solidFill>
                                            <a:schemeClr val="bg1"/>
                                          </a:solidFill>
                                          <a:latin typeface="Cambria Math" panose="02040503050406030204" pitchFamily="18" charset="0"/>
                                        </a:rPr>
                                      </m:ctrlPr>
                                    </m:sSubPr>
                                    <m:e>
                                      <m:r>
                                        <m:rPr>
                                          <m:sty m:val="p"/>
                                        </m:rPr>
                                        <a:rPr lang="en-IN" sz="2000" b="0" i="0" smtClean="0">
                                          <a:solidFill>
                                            <a:schemeClr val="bg1"/>
                                          </a:solidFill>
                                          <a:latin typeface="Cambria Math" panose="02040503050406030204" pitchFamily="18" charset="0"/>
                                        </a:rPr>
                                        <m:t>X</m:t>
                                      </m:r>
                                    </m:e>
                                    <m:sub>
                                      <m:r>
                                        <m:rPr>
                                          <m:sty m:val="p"/>
                                        </m:rPr>
                                        <a:rPr lang="en-IN" sz="2000" b="0" i="0" smtClean="0">
                                          <a:solidFill>
                                            <a:schemeClr val="bg1"/>
                                          </a:solidFill>
                                          <a:latin typeface="Cambria Math" panose="02040503050406030204" pitchFamily="18" charset="0"/>
                                        </a:rPr>
                                        <m:t>i</m:t>
                                      </m:r>
                                    </m:sub>
                                  </m:sSub>
                                </m:e>
                              </m:d>
                            </m:e>
                            <m:sup>
                              <m:r>
                                <a:rPr lang="en-US" sz="2000" b="0" i="0" smtClean="0">
                                  <a:solidFill>
                                    <a:schemeClr val="bg1"/>
                                  </a:solidFill>
                                  <a:latin typeface="Cambria Math"/>
                                </a:rPr>
                                <m:t>2</m:t>
                              </m:r>
                            </m:sup>
                          </m:sSup>
                        </m:e>
                      </m:nary>
                    </m:oMath>
                  </m:oMathPara>
                </a14:m>
                <a:endParaRPr lang="en-IN" sz="2000" dirty="0">
                  <a:solidFill>
                    <a:schemeClr val="bg1"/>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131840" y="840375"/>
                <a:ext cx="3265766" cy="93096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275928" y="1739639"/>
                <a:ext cx="8664152" cy="2306144"/>
              </a:xfrm>
              <a:prstGeom prst="rect">
                <a:avLst/>
              </a:prstGeom>
              <a:noFill/>
            </p:spPr>
            <p:txBody>
              <a:bodyPr wrap="square" rtlCol="0">
                <a:spAutoFit/>
              </a:bodyPr>
              <a:lstStyle/>
              <a:p>
                <a:pPr marL="285750" indent="-285750">
                  <a:lnSpc>
                    <a:spcPct val="150000"/>
                  </a:lnSpc>
                  <a:buClr>
                    <a:srgbClr val="0000FF"/>
                  </a:buClr>
                  <a:buFont typeface="Wingdings" panose="05000000000000000000" pitchFamily="2" charset="2"/>
                  <a:buChar char="v"/>
                </a:pPr>
                <a:r>
                  <a:rPr lang="en-IN" dirty="0">
                    <a:solidFill>
                      <a:schemeClr val="bg1"/>
                    </a:solidFill>
                    <a:latin typeface="Airal"/>
                  </a:rPr>
                  <a:t>Two parameters are estimated here from the data.  </a:t>
                </a:r>
              </a:p>
              <a:p>
                <a:pPr marL="285750" indent="-285750">
                  <a:lnSpc>
                    <a:spcPct val="150000"/>
                  </a:lnSpc>
                  <a:buClr>
                    <a:srgbClr val="0000FF"/>
                  </a:buClr>
                  <a:buFont typeface="Wingdings" panose="05000000000000000000" pitchFamily="2" charset="2"/>
                  <a:buChar char="v"/>
                </a:pPr>
                <a:r>
                  <a:rPr lang="en-IN" dirty="0">
                    <a:solidFill>
                      <a:schemeClr val="bg1"/>
                    </a:solidFill>
                    <a:latin typeface="Airal"/>
                  </a:rPr>
                  <a:t>Two constraints operate on the sum of squares.</a:t>
                </a:r>
              </a:p>
              <a:p>
                <a:pPr marL="285750" indent="-285750">
                  <a:lnSpc>
                    <a:spcPct val="150000"/>
                  </a:lnSpc>
                  <a:buClr>
                    <a:srgbClr val="0000FF"/>
                  </a:buClr>
                  <a:buFont typeface="Wingdings" panose="05000000000000000000" pitchFamily="2" charset="2"/>
                  <a:buChar char="v"/>
                </a:pPr>
                <a:r>
                  <a:rPr lang="en-IN" dirty="0">
                    <a:solidFill>
                      <a:schemeClr val="bg1"/>
                    </a:solidFill>
                    <a:latin typeface="Airal"/>
                  </a:rPr>
                  <a:t>The constraints operating on </a:t>
                </a:r>
                <a14:m>
                  <m:oMath xmlns:m="http://schemas.openxmlformats.org/officeDocument/2006/math">
                    <m:nary>
                      <m:naryPr>
                        <m:chr m:val="∑"/>
                        <m:ctrlPr>
                          <a:rPr lang="en-US" i="1">
                            <a:solidFill>
                              <a:schemeClr val="bg1"/>
                            </a:solidFill>
                            <a:latin typeface="Cambria Math" panose="02040503050406030204" pitchFamily="18" charset="0"/>
                          </a:rPr>
                        </m:ctrlPr>
                      </m:naryPr>
                      <m:sub>
                        <m:r>
                          <m:rPr>
                            <m:sty m:val="p"/>
                            <m:brk m:alnAt="23"/>
                          </m:rPr>
                          <a:rPr lang="en-US">
                            <a:solidFill>
                              <a:schemeClr val="bg1"/>
                            </a:solidFill>
                            <a:latin typeface="Cambria Math"/>
                          </a:rPr>
                          <m:t>i</m:t>
                        </m:r>
                        <m:r>
                          <a:rPr lang="en-US">
                            <a:solidFill>
                              <a:schemeClr val="bg1"/>
                            </a:solidFill>
                            <a:latin typeface="Cambria Math"/>
                          </a:rPr>
                          <m:t>=1</m:t>
                        </m:r>
                      </m:sub>
                      <m:sup>
                        <m:r>
                          <m:rPr>
                            <m:sty m:val="p"/>
                          </m:rPr>
                          <a:rPr lang="en-US">
                            <a:solidFill>
                              <a:schemeClr val="bg1"/>
                            </a:solidFill>
                            <a:latin typeface="Cambria Math"/>
                          </a:rPr>
                          <m:t>n</m:t>
                        </m:r>
                      </m:sup>
                      <m:e>
                        <m:sSup>
                          <m:sSupPr>
                            <m:ctrlPr>
                              <a:rPr lang="en-US" i="1">
                                <a:solidFill>
                                  <a:schemeClr val="bg1"/>
                                </a:solidFill>
                                <a:latin typeface="Cambria Math" panose="02040503050406030204" pitchFamily="18" charset="0"/>
                              </a:rPr>
                            </m:ctrlPr>
                          </m:sSupPr>
                          <m:e>
                            <m:d>
                              <m:dPr>
                                <m:ctrlPr>
                                  <a:rPr lang="en-US" i="1">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m:rPr>
                                        <m:sty m:val="p"/>
                                      </m:rPr>
                                      <a:rPr lang="en-US">
                                        <a:solidFill>
                                          <a:schemeClr val="bg1"/>
                                        </a:solidFill>
                                        <a:latin typeface="Cambria Math"/>
                                      </a:rPr>
                                      <m:t>Y</m:t>
                                    </m:r>
                                  </m:e>
                                  <m:sub>
                                    <m:r>
                                      <m:rPr>
                                        <m:sty m:val="p"/>
                                      </m:rPr>
                                      <a:rPr lang="en-US">
                                        <a:solidFill>
                                          <a:schemeClr val="bg1"/>
                                        </a:solidFill>
                                        <a:latin typeface="Cambria Math"/>
                                      </a:rPr>
                                      <m:t>i</m:t>
                                    </m:r>
                                  </m:sub>
                                </m:sSub>
                                <m:r>
                                  <a:rPr lang="en-US">
                                    <a:solidFill>
                                      <a:schemeClr val="bg1"/>
                                    </a:solidFill>
                                    <a:latin typeface="Cambria Math"/>
                                  </a:rPr>
                                  <m:t>−</m:t>
                                </m:r>
                                <m:sSub>
                                  <m:sSubPr>
                                    <m:ctrlPr>
                                      <a:rPr lang="en-US" i="1">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a:sym typeface="Symbol" panose="05050102010706020507" pitchFamily="18" charset="2"/>
                                          </a:rPr>
                                          <m:t></m:t>
                                        </m:r>
                                      </m:e>
                                    </m:acc>
                                  </m:e>
                                  <m:sub>
                                    <m:r>
                                      <a:rPr lang="en-IN">
                                        <a:solidFill>
                                          <a:schemeClr val="bg1"/>
                                        </a:solidFill>
                                        <a:latin typeface="Cambria Math" panose="02040503050406030204" pitchFamily="18" charset="0"/>
                                      </a:rPr>
                                      <m:t>0</m:t>
                                    </m:r>
                                  </m:sub>
                                </m:sSub>
                                <m:r>
                                  <a:rPr lang="en-IN"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a:sym typeface="Symbol" panose="05050102010706020507" pitchFamily="18" charset="2"/>
                                          </a:rPr>
                                          <m:t></m:t>
                                        </m:r>
                                      </m:e>
                                    </m:acc>
                                  </m:e>
                                  <m:sub>
                                    <m:r>
                                      <a:rPr lang="en-IN">
                                        <a:solidFill>
                                          <a:schemeClr val="bg1"/>
                                        </a:solidFill>
                                        <a:latin typeface="Cambria Math" panose="02040503050406030204" pitchFamily="18" charset="0"/>
                                      </a:rPr>
                                      <m:t>1</m:t>
                                    </m:r>
                                  </m:sub>
                                </m:sSub>
                                <m:sSub>
                                  <m:sSubPr>
                                    <m:ctrlPr>
                                      <a:rPr lang="en-IN" i="1">
                                        <a:solidFill>
                                          <a:schemeClr val="bg1"/>
                                        </a:solidFill>
                                        <a:latin typeface="Cambria Math" panose="02040503050406030204" pitchFamily="18" charset="0"/>
                                      </a:rPr>
                                    </m:ctrlPr>
                                  </m:sSubPr>
                                  <m:e>
                                    <m:r>
                                      <m:rPr>
                                        <m:sty m:val="p"/>
                                      </m:rPr>
                                      <a:rPr lang="en-IN">
                                        <a:solidFill>
                                          <a:schemeClr val="bg1"/>
                                        </a:solidFill>
                                        <a:latin typeface="Cambria Math" panose="02040503050406030204" pitchFamily="18" charset="0"/>
                                      </a:rPr>
                                      <m:t>X</m:t>
                                    </m:r>
                                  </m:e>
                                  <m:sub>
                                    <m:r>
                                      <m:rPr>
                                        <m:sty m:val="p"/>
                                      </m:rPr>
                                      <a:rPr lang="en-IN">
                                        <a:solidFill>
                                          <a:schemeClr val="bg1"/>
                                        </a:solidFill>
                                        <a:latin typeface="Cambria Math" panose="02040503050406030204" pitchFamily="18" charset="0"/>
                                      </a:rPr>
                                      <m:t>i</m:t>
                                    </m:r>
                                  </m:sub>
                                </m:sSub>
                              </m:e>
                            </m:d>
                          </m:e>
                          <m:sup>
                            <m:r>
                              <a:rPr lang="en-US">
                                <a:solidFill>
                                  <a:schemeClr val="bg1"/>
                                </a:solidFill>
                                <a:latin typeface="Cambria Math"/>
                              </a:rPr>
                              <m:t>2</m:t>
                            </m:r>
                          </m:sup>
                        </m:sSup>
                      </m:e>
                    </m:nary>
                  </m:oMath>
                </a14:m>
                <a:r>
                  <a:rPr lang="en-IN" dirty="0">
                    <a:solidFill>
                      <a:schemeClr val="bg1"/>
                    </a:solidFill>
                    <a:latin typeface="Airal"/>
                  </a:rPr>
                  <a:t>are</a:t>
                </a:r>
              </a:p>
              <a:p>
                <a:pPr>
                  <a:buClr>
                    <a:srgbClr val="0000FF"/>
                  </a:buClr>
                </a:pPr>
                <a:endParaRPr lang="en-IN" dirty="0">
                  <a:solidFill>
                    <a:schemeClr val="bg1"/>
                  </a:solidFill>
                  <a:latin typeface="Airal"/>
                </a:endParaRPr>
              </a:p>
              <a:p>
                <a:pPr>
                  <a:buClr>
                    <a:srgbClr val="0000FF"/>
                  </a:buClr>
                </a:pPr>
                <a:endParaRPr lang="en-IN" dirty="0">
                  <a:solidFill>
                    <a:schemeClr val="bg1"/>
                  </a:solidFill>
                </a:endParaRPr>
              </a:p>
              <a:p>
                <a:pPr marL="285750" indent="-285750">
                  <a:buClr>
                    <a:srgbClr val="0000FF"/>
                  </a:buClr>
                  <a:buFont typeface="Wingdings" panose="05000000000000000000" pitchFamily="2" charset="2"/>
                  <a:buChar char="v"/>
                </a:pPr>
                <a:endParaRPr lang="en-IN" dirty="0">
                  <a:solidFill>
                    <a:schemeClr val="bg1"/>
                  </a:solidFill>
                  <a:latin typeface="Aira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75928" y="1739639"/>
                <a:ext cx="8664152" cy="2306144"/>
              </a:xfrm>
              <a:prstGeom prst="rect">
                <a:avLst/>
              </a:prstGeom>
              <a:blipFill>
                <a:blip r:embed="rId5"/>
                <a:stretch>
                  <a:fillRect l="-4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404664" y="3651870"/>
                <a:ext cx="7581973" cy="9309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m:t>
                          </m:r>
                          <m:sSub>
                            <m:sSubPr>
                              <m:ctrlPr>
                                <a:rPr lang="en-IN" sz="2000" i="1">
                                  <a:solidFill>
                                    <a:srgbClr val="FF0000"/>
                                  </a:solidFill>
                                  <a:latin typeface="Cambria Math" panose="02040503050406030204" pitchFamily="18" charset="0"/>
                                </a:rPr>
                              </m:ctrlPr>
                            </m:sSubPr>
                            <m:e>
                              <m:r>
                                <m:rPr>
                                  <m:sty m:val="p"/>
                                </m:rPr>
                                <a:rPr lang="en-US" sz="2000">
                                  <a:solidFill>
                                    <a:srgbClr val="FF0000"/>
                                  </a:solidFill>
                                  <a:latin typeface="Cambria Math"/>
                                </a:rPr>
                                <m:t>SS</m:t>
                              </m:r>
                            </m:e>
                            <m:sub>
                              <m:r>
                                <m:rPr>
                                  <m:sty m:val="p"/>
                                </m:rPr>
                                <a:rPr lang="en-US" sz="2000">
                                  <a:solidFill>
                                    <a:srgbClr val="FF0000"/>
                                  </a:solidFill>
                                  <a:latin typeface="Cambria Math"/>
                                </a:rPr>
                                <m:t>E</m:t>
                              </m:r>
                            </m:sub>
                          </m:sSub>
                        </m:num>
                        <m:den>
                          <m:r>
                            <a:rPr lang="en-US" sz="2000" b="0" i="1" smtClean="0">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den>
                      </m:f>
                      <m:r>
                        <a:rPr lang="en-US" sz="2000" b="0" i="0" smtClean="0">
                          <a:solidFill>
                            <a:srgbClr val="FF0000"/>
                          </a:solidFill>
                          <a:latin typeface="Cambria Math"/>
                        </a:rPr>
                        <m:t>=</m:t>
                      </m:r>
                      <m:f>
                        <m:fPr>
                          <m:ctrlPr>
                            <a:rPr lang="en-US" sz="2000" i="1">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m:t>
                          </m:r>
                        </m:num>
                        <m:den>
                          <m:r>
                            <a:rPr lang="en-US"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den>
                      </m:f>
                      <m:d>
                        <m:dPr>
                          <m:begChr m:val="["/>
                          <m:endChr m:val="]"/>
                          <m:ctrlPr>
                            <a:rPr lang="en-IN" sz="2000" i="1" smtClean="0">
                              <a:solidFill>
                                <a:srgbClr val="FF0000"/>
                              </a:solidFill>
                              <a:latin typeface="Cambria Math" panose="02040503050406030204" pitchFamily="18" charset="0"/>
                            </a:rPr>
                          </m:ctrlPr>
                        </m:dPr>
                        <m:e>
                          <m:nary>
                            <m:naryPr>
                              <m:chr m:val="∑"/>
                              <m:ctrlPr>
                                <a:rPr lang="en-US" sz="2000" i="1">
                                  <a:solidFill>
                                    <a:srgbClr val="FF0000"/>
                                  </a:solidFill>
                                  <a:latin typeface="Cambria Math" panose="02040503050406030204" pitchFamily="18" charset="0"/>
                                </a:rPr>
                              </m:ctrlPr>
                            </m:naryPr>
                            <m:sub>
                              <m:r>
                                <m:rPr>
                                  <m:sty m:val="p"/>
                                  <m:brk m:alnAt="23"/>
                                </m:rPr>
                                <a:rPr lang="en-US" sz="2000">
                                  <a:solidFill>
                                    <a:srgbClr val="FF0000"/>
                                  </a:solidFill>
                                  <a:latin typeface="Cambria Math"/>
                                </a:rPr>
                                <m:t>i</m:t>
                              </m:r>
                              <m:r>
                                <a:rPr lang="en-US" sz="2000">
                                  <a:solidFill>
                                    <a:srgbClr val="FF0000"/>
                                  </a:solidFill>
                                  <a:latin typeface="Cambria Math"/>
                                </a:rPr>
                                <m:t>=1</m:t>
                              </m:r>
                            </m:sub>
                            <m:sup>
                              <m:r>
                                <m:rPr>
                                  <m:sty m:val="p"/>
                                </m:rPr>
                                <a:rPr lang="en-US" sz="2000">
                                  <a:solidFill>
                                    <a:srgbClr val="FF0000"/>
                                  </a:solidFill>
                                  <a:latin typeface="Cambria Math"/>
                                </a:rPr>
                                <m:t>n</m:t>
                              </m:r>
                            </m:sup>
                            <m:e>
                              <m:sSup>
                                <m:sSupPr>
                                  <m:ctrlPr>
                                    <a:rPr lang="en-US" sz="2000" i="1">
                                      <a:solidFill>
                                        <a:srgbClr val="FF0000"/>
                                      </a:solidFill>
                                      <a:latin typeface="Cambria Math" panose="02040503050406030204" pitchFamily="18" charset="0"/>
                                    </a:rPr>
                                  </m:ctrlPr>
                                </m:sSupPr>
                                <m:e>
                                  <m:d>
                                    <m:dPr>
                                      <m:ctrlPr>
                                        <a:rPr lang="en-US" sz="2000" i="1">
                                          <a:solidFill>
                                            <a:srgbClr val="FF0000"/>
                                          </a:solidFill>
                                          <a:latin typeface="Cambria Math" panose="02040503050406030204" pitchFamily="18" charset="0"/>
                                        </a:rPr>
                                      </m:ctrlPr>
                                    </m:dPr>
                                    <m:e>
                                      <m:sSub>
                                        <m:sSubPr>
                                          <m:ctrlPr>
                                            <a:rPr lang="en-US" sz="2000" i="1">
                                              <a:solidFill>
                                                <a:srgbClr val="FF0000"/>
                                              </a:solidFill>
                                              <a:latin typeface="Cambria Math" panose="02040503050406030204" pitchFamily="18" charset="0"/>
                                            </a:rPr>
                                          </m:ctrlPr>
                                        </m:sSubPr>
                                        <m:e>
                                          <m:r>
                                            <m:rPr>
                                              <m:sty m:val="p"/>
                                            </m:rPr>
                                            <a:rPr lang="en-US" sz="2000">
                                              <a:solidFill>
                                                <a:srgbClr val="FF0000"/>
                                              </a:solidFill>
                                              <a:latin typeface="Cambria Math"/>
                                            </a:rPr>
                                            <m:t>Y</m:t>
                                          </m:r>
                                        </m:e>
                                        <m:sub>
                                          <m:r>
                                            <m:rPr>
                                              <m:sty m:val="p"/>
                                            </m:rPr>
                                            <a:rPr lang="en-US" sz="2000">
                                              <a:solidFill>
                                                <a:srgbClr val="FF0000"/>
                                              </a:solidFill>
                                              <a:latin typeface="Cambria Math"/>
                                            </a:rPr>
                                            <m:t>i</m:t>
                                          </m:r>
                                        </m:sub>
                                      </m:sSub>
                                      <m:r>
                                        <a:rPr lang="en-US" sz="2000">
                                          <a:solidFill>
                                            <a:srgbClr val="FF0000"/>
                                          </a:solidFill>
                                          <a:latin typeface="Cambria Math"/>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r>
                                        <a:rPr lang="en-IN"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1</m:t>
                                          </m:r>
                                        </m:sub>
                                      </m:sSub>
                                      <m:sSub>
                                        <m:sSubPr>
                                          <m:ctrlPr>
                                            <a:rPr lang="en-IN" sz="2000" i="1">
                                              <a:solidFill>
                                                <a:srgbClr val="FF0000"/>
                                              </a:solidFill>
                                              <a:latin typeface="Cambria Math" panose="02040503050406030204" pitchFamily="18" charset="0"/>
                                            </a:rPr>
                                          </m:ctrlPr>
                                        </m:sSubPr>
                                        <m:e>
                                          <m:r>
                                            <m:rPr>
                                              <m:sty m:val="p"/>
                                            </m:rPr>
                                            <a:rPr lang="en-IN" sz="2000">
                                              <a:solidFill>
                                                <a:srgbClr val="FF0000"/>
                                              </a:solidFill>
                                              <a:latin typeface="Cambria Math" panose="02040503050406030204" pitchFamily="18" charset="0"/>
                                            </a:rPr>
                                            <m:t>X</m:t>
                                          </m:r>
                                        </m:e>
                                        <m:sub>
                                          <m:r>
                                            <m:rPr>
                                              <m:sty m:val="p"/>
                                            </m:rPr>
                                            <a:rPr lang="en-IN" sz="2000">
                                              <a:solidFill>
                                                <a:srgbClr val="FF0000"/>
                                              </a:solidFill>
                                              <a:latin typeface="Cambria Math" panose="02040503050406030204" pitchFamily="18" charset="0"/>
                                            </a:rPr>
                                            <m:t>i</m:t>
                                          </m:r>
                                        </m:sub>
                                      </m:sSub>
                                    </m:e>
                                  </m:d>
                                </m:e>
                                <m:sup>
                                  <m:r>
                                    <a:rPr lang="en-US" sz="2000">
                                      <a:solidFill>
                                        <a:srgbClr val="FF0000"/>
                                      </a:solidFill>
                                      <a:latin typeface="Cambria Math"/>
                                    </a:rPr>
                                    <m:t>2</m:t>
                                  </m:r>
                                </m:sup>
                              </m:sSup>
                              <m:r>
                                <a:rPr lang="en-IN" sz="2000" i="1">
                                  <a:solidFill>
                                    <a:srgbClr val="FF0000"/>
                                  </a:solidFill>
                                  <a:latin typeface="Cambria Math" panose="02040503050406030204" pitchFamily="18" charset="0"/>
                                </a:rPr>
                                <m:t> </m:t>
                              </m:r>
                            </m:e>
                          </m:nary>
                        </m:e>
                      </m:d>
                      <m:r>
                        <a:rPr lang="en-IN" sz="2000" b="0" i="1" smtClean="0">
                          <a:solidFill>
                            <a:srgbClr val="FF0000"/>
                          </a:solidFill>
                          <a:latin typeface="Cambria Math" panose="02040503050406030204" pitchFamily="18" charset="0"/>
                        </a:rPr>
                        <m:t>=0</m:t>
                      </m:r>
                    </m:oMath>
                  </m:oMathPara>
                </a14:m>
                <a:endParaRPr lang="en-IN" sz="2000"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404664" y="3651870"/>
                <a:ext cx="7581973" cy="93096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932040" y="3649771"/>
                <a:ext cx="4104200" cy="8470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US">
                                  <a:solidFill>
                                    <a:srgbClr val="FF0000"/>
                                  </a:solidFill>
                                  <a:latin typeface="Cambria Math"/>
                                </a:rPr>
                                <m:t>SS</m:t>
                              </m:r>
                            </m:e>
                            <m:sub>
                              <m:r>
                                <m:rPr>
                                  <m:sty m:val="p"/>
                                </m:rPr>
                                <a:rPr lang="en-US">
                                  <a:solidFill>
                                    <a:srgbClr val="FF0000"/>
                                  </a:solidFill>
                                  <a:latin typeface="Cambria Math"/>
                                </a:rPr>
                                <m:t>E</m:t>
                              </m:r>
                            </m:sub>
                          </m:sSub>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b="0" i="0" smtClean="0">
                                  <a:solidFill>
                                    <a:srgbClr val="FF0000"/>
                                  </a:solidFill>
                                  <a:latin typeface="Cambria Math" panose="02040503050406030204" pitchFamily="18" charset="0"/>
                                </a:rPr>
                                <m:t>1</m:t>
                              </m:r>
                            </m:sub>
                          </m:sSub>
                        </m:den>
                      </m:f>
                      <m:r>
                        <a:rPr lang="en-US">
                          <a:solidFill>
                            <a:srgbClr val="FF0000"/>
                          </a:solidFill>
                          <a:latin typeface="Cambria Math"/>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1</m:t>
                              </m:r>
                            </m:sub>
                          </m:sSub>
                        </m:den>
                      </m:f>
                      <m:d>
                        <m:dPr>
                          <m:begChr m:val="["/>
                          <m:endChr m:val="]"/>
                          <m:ctrlPr>
                            <a:rPr lang="en-IN" i="1" smtClean="0">
                              <a:solidFill>
                                <a:srgbClr val="FF0000"/>
                              </a:solidFill>
                              <a:latin typeface="Cambria Math" panose="02040503050406030204" pitchFamily="18" charset="0"/>
                            </a:rPr>
                          </m:ctrlPr>
                        </m:dPr>
                        <m:e>
                          <m:nary>
                            <m:naryPr>
                              <m:chr m:val="∑"/>
                              <m:ctrlPr>
                                <a:rPr lang="en-US" i="1">
                                  <a:solidFill>
                                    <a:srgbClr val="FF0000"/>
                                  </a:solidFill>
                                  <a:latin typeface="Cambria Math" panose="02040503050406030204" pitchFamily="18" charset="0"/>
                                </a:rPr>
                              </m:ctrlPr>
                            </m:naryPr>
                            <m:sub>
                              <m:r>
                                <m:rPr>
                                  <m:sty m:val="p"/>
                                  <m:brk m:alnAt="23"/>
                                </m:rPr>
                                <a:rPr lang="en-US">
                                  <a:solidFill>
                                    <a:srgbClr val="FF0000"/>
                                  </a:solidFill>
                                  <a:latin typeface="Cambria Math"/>
                                </a:rPr>
                                <m:t>i</m:t>
                              </m:r>
                              <m:r>
                                <a:rPr lang="en-US">
                                  <a:solidFill>
                                    <a:srgbClr val="FF0000"/>
                                  </a:solidFill>
                                  <a:latin typeface="Cambria Math"/>
                                </a:rPr>
                                <m:t>=1</m:t>
                              </m:r>
                            </m:sub>
                            <m:sup>
                              <m:r>
                                <m:rPr>
                                  <m:sty m:val="p"/>
                                </m:rPr>
                                <a:rPr lang="en-US">
                                  <a:solidFill>
                                    <a:srgbClr val="FF0000"/>
                                  </a:solidFill>
                                  <a:latin typeface="Cambria Math"/>
                                </a:rPr>
                                <m:t>n</m:t>
                              </m:r>
                            </m:sup>
                            <m:e>
                              <m:sSup>
                                <m:sSupPr>
                                  <m:ctrlPr>
                                    <a:rPr lang="en-US" i="1">
                                      <a:solidFill>
                                        <a:srgbClr val="FF0000"/>
                                      </a:solidFill>
                                      <a:latin typeface="Cambria Math" panose="02040503050406030204" pitchFamily="18" charset="0"/>
                                    </a:rPr>
                                  </m:ctrlPr>
                                </m:sSupPr>
                                <m:e>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m:rPr>
                                              <m:sty m:val="p"/>
                                            </m:rPr>
                                            <a:rPr lang="en-US">
                                              <a:solidFill>
                                                <a:srgbClr val="FF0000"/>
                                              </a:solidFill>
                                              <a:latin typeface="Cambria Math"/>
                                            </a:rPr>
                                            <m:t>Y</m:t>
                                          </m:r>
                                        </m:e>
                                        <m:sub>
                                          <m:r>
                                            <m:rPr>
                                              <m:sty m:val="p"/>
                                            </m:rPr>
                                            <a:rPr lang="en-US">
                                              <a:solidFill>
                                                <a:srgbClr val="FF0000"/>
                                              </a:solidFill>
                                              <a:latin typeface="Cambria Math"/>
                                            </a:rPr>
                                            <m:t>i</m:t>
                                          </m:r>
                                        </m:sub>
                                      </m:sSub>
                                      <m:r>
                                        <a:rPr lang="en-US">
                                          <a:solidFill>
                                            <a:srgbClr val="FF0000"/>
                                          </a:solidFill>
                                          <a:latin typeface="Cambria Math"/>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0</m:t>
                                          </m:r>
                                        </m:sub>
                                      </m:sSub>
                                      <m:r>
                                        <a:rPr lang="en-IN"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1</m:t>
                                          </m:r>
                                        </m:sub>
                                      </m:sSub>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X</m:t>
                                          </m:r>
                                        </m:e>
                                        <m:sub>
                                          <m:r>
                                            <m:rPr>
                                              <m:sty m:val="p"/>
                                            </m:rPr>
                                            <a:rPr lang="en-IN">
                                              <a:solidFill>
                                                <a:srgbClr val="FF0000"/>
                                              </a:solidFill>
                                              <a:latin typeface="Cambria Math" panose="02040503050406030204" pitchFamily="18" charset="0"/>
                                            </a:rPr>
                                            <m:t>i</m:t>
                                          </m:r>
                                        </m:sub>
                                      </m:sSub>
                                    </m:e>
                                  </m:d>
                                </m:e>
                                <m:sup>
                                  <m:r>
                                    <a:rPr lang="en-US">
                                      <a:solidFill>
                                        <a:srgbClr val="FF0000"/>
                                      </a:solidFill>
                                      <a:latin typeface="Cambria Math"/>
                                    </a:rPr>
                                    <m:t>2</m:t>
                                  </m:r>
                                </m:sup>
                              </m:sSup>
                              <m:r>
                                <a:rPr lang="en-IN" i="1">
                                  <a:solidFill>
                                    <a:srgbClr val="FF0000"/>
                                  </a:solidFill>
                                  <a:latin typeface="Cambria Math" panose="02040503050406030204" pitchFamily="18" charset="0"/>
                                </a:rPr>
                                <m:t> </m:t>
                              </m:r>
                            </m:e>
                          </m:nary>
                        </m:e>
                      </m:d>
                      <m:r>
                        <a:rPr lang="en-IN" b="0" i="1" smtClean="0">
                          <a:solidFill>
                            <a:srgbClr val="FF0000"/>
                          </a:solidFill>
                          <a:latin typeface="Cambria Math" panose="02040503050406030204" pitchFamily="18" charset="0"/>
                        </a:rPr>
                        <m:t>=0</m:t>
                      </m:r>
                    </m:oMath>
                  </m:oMathPara>
                </a14:m>
                <a:endParaRPr lang="en-IN" dirty="0">
                  <a:solidFill>
                    <a:srgbClr val="FF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4932040" y="3649771"/>
                <a:ext cx="4104200" cy="847027"/>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5644755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5536" y="85347"/>
            <a:ext cx="8424936" cy="584775"/>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Why n-p?</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2" name="TextBox 1"/>
              <p:cNvSpPr txBox="1"/>
              <p:nvPr/>
            </p:nvSpPr>
            <p:spPr>
              <a:xfrm>
                <a:off x="275928" y="953198"/>
                <a:ext cx="8664152" cy="2306144"/>
              </a:xfrm>
              <a:prstGeom prst="rect">
                <a:avLst/>
              </a:prstGeom>
              <a:noFill/>
            </p:spPr>
            <p:txBody>
              <a:bodyPr wrap="square" rtlCol="0">
                <a:spAutoFit/>
              </a:bodyPr>
              <a:lstStyle/>
              <a:p>
                <a:pPr marL="285750" indent="-285750">
                  <a:lnSpc>
                    <a:spcPct val="150000"/>
                  </a:lnSpc>
                  <a:buClr>
                    <a:srgbClr val="0000FF"/>
                  </a:buClr>
                  <a:buFont typeface="Wingdings" panose="05000000000000000000" pitchFamily="2" charset="2"/>
                  <a:buChar char="v"/>
                </a:pPr>
                <a:r>
                  <a:rPr lang="en-IN" dirty="0">
                    <a:solidFill>
                      <a:schemeClr val="bg1"/>
                    </a:solidFill>
                    <a:latin typeface="Airal"/>
                  </a:rPr>
                  <a:t>Two parameters are estimated here from the data.  Two constraints operate on the sum of squares.</a:t>
                </a:r>
              </a:p>
              <a:p>
                <a:pPr marL="285750" indent="-285750">
                  <a:lnSpc>
                    <a:spcPct val="150000"/>
                  </a:lnSpc>
                  <a:buClr>
                    <a:srgbClr val="0000FF"/>
                  </a:buClr>
                  <a:buFont typeface="Wingdings" panose="05000000000000000000" pitchFamily="2" charset="2"/>
                  <a:buChar char="v"/>
                </a:pPr>
                <a:r>
                  <a:rPr lang="en-IN" dirty="0">
                    <a:solidFill>
                      <a:schemeClr val="bg1"/>
                    </a:solidFill>
                    <a:latin typeface="Airal"/>
                  </a:rPr>
                  <a:t>The constraints operating on </a:t>
                </a:r>
                <a14:m>
                  <m:oMath xmlns:m="http://schemas.openxmlformats.org/officeDocument/2006/math">
                    <m:nary>
                      <m:naryPr>
                        <m:chr m:val="∑"/>
                        <m:ctrlPr>
                          <a:rPr lang="en-US" i="1">
                            <a:solidFill>
                              <a:schemeClr val="bg1"/>
                            </a:solidFill>
                            <a:latin typeface="Cambria Math" panose="02040503050406030204" pitchFamily="18" charset="0"/>
                          </a:rPr>
                        </m:ctrlPr>
                      </m:naryPr>
                      <m:sub>
                        <m:r>
                          <m:rPr>
                            <m:sty m:val="p"/>
                            <m:brk m:alnAt="23"/>
                          </m:rPr>
                          <a:rPr lang="en-US">
                            <a:solidFill>
                              <a:schemeClr val="bg1"/>
                            </a:solidFill>
                            <a:latin typeface="Cambria Math"/>
                          </a:rPr>
                          <m:t>i</m:t>
                        </m:r>
                        <m:r>
                          <a:rPr lang="en-US">
                            <a:solidFill>
                              <a:schemeClr val="bg1"/>
                            </a:solidFill>
                            <a:latin typeface="Cambria Math"/>
                          </a:rPr>
                          <m:t>=1</m:t>
                        </m:r>
                      </m:sub>
                      <m:sup>
                        <m:r>
                          <m:rPr>
                            <m:sty m:val="p"/>
                          </m:rPr>
                          <a:rPr lang="en-US">
                            <a:solidFill>
                              <a:schemeClr val="bg1"/>
                            </a:solidFill>
                            <a:latin typeface="Cambria Math"/>
                          </a:rPr>
                          <m:t>n</m:t>
                        </m:r>
                      </m:sup>
                      <m:e>
                        <m:sSup>
                          <m:sSupPr>
                            <m:ctrlPr>
                              <a:rPr lang="en-US" i="1">
                                <a:solidFill>
                                  <a:schemeClr val="bg1"/>
                                </a:solidFill>
                                <a:latin typeface="Cambria Math" panose="02040503050406030204" pitchFamily="18" charset="0"/>
                              </a:rPr>
                            </m:ctrlPr>
                          </m:sSupPr>
                          <m:e>
                            <m:d>
                              <m:dPr>
                                <m:ctrlPr>
                                  <a:rPr lang="en-US" i="1">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m:rPr>
                                        <m:sty m:val="p"/>
                                      </m:rPr>
                                      <a:rPr lang="en-US">
                                        <a:solidFill>
                                          <a:schemeClr val="bg1"/>
                                        </a:solidFill>
                                        <a:latin typeface="Cambria Math"/>
                                      </a:rPr>
                                      <m:t>Y</m:t>
                                    </m:r>
                                  </m:e>
                                  <m:sub>
                                    <m:r>
                                      <m:rPr>
                                        <m:sty m:val="p"/>
                                      </m:rPr>
                                      <a:rPr lang="en-US">
                                        <a:solidFill>
                                          <a:schemeClr val="bg1"/>
                                        </a:solidFill>
                                        <a:latin typeface="Cambria Math"/>
                                      </a:rPr>
                                      <m:t>i</m:t>
                                    </m:r>
                                  </m:sub>
                                </m:sSub>
                                <m:r>
                                  <a:rPr lang="en-US">
                                    <a:solidFill>
                                      <a:schemeClr val="bg1"/>
                                    </a:solidFill>
                                    <a:latin typeface="Cambria Math"/>
                                  </a:rPr>
                                  <m:t>−</m:t>
                                </m:r>
                                <m:sSub>
                                  <m:sSubPr>
                                    <m:ctrlPr>
                                      <a:rPr lang="en-US" i="1">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a:sym typeface="Symbol" panose="05050102010706020507" pitchFamily="18" charset="2"/>
                                          </a:rPr>
                                          <m:t></m:t>
                                        </m:r>
                                      </m:e>
                                    </m:acc>
                                  </m:e>
                                  <m:sub>
                                    <m:r>
                                      <a:rPr lang="en-IN">
                                        <a:solidFill>
                                          <a:schemeClr val="bg1"/>
                                        </a:solidFill>
                                        <a:latin typeface="Cambria Math" panose="02040503050406030204" pitchFamily="18" charset="0"/>
                                      </a:rPr>
                                      <m:t>0</m:t>
                                    </m:r>
                                  </m:sub>
                                </m:sSub>
                                <m:r>
                                  <a:rPr lang="en-IN"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a:sym typeface="Symbol" panose="05050102010706020507" pitchFamily="18" charset="2"/>
                                          </a:rPr>
                                          <m:t></m:t>
                                        </m:r>
                                      </m:e>
                                    </m:acc>
                                  </m:e>
                                  <m:sub>
                                    <m:r>
                                      <a:rPr lang="en-IN">
                                        <a:solidFill>
                                          <a:schemeClr val="bg1"/>
                                        </a:solidFill>
                                        <a:latin typeface="Cambria Math" panose="02040503050406030204" pitchFamily="18" charset="0"/>
                                      </a:rPr>
                                      <m:t>1</m:t>
                                    </m:r>
                                  </m:sub>
                                </m:sSub>
                                <m:sSub>
                                  <m:sSubPr>
                                    <m:ctrlPr>
                                      <a:rPr lang="en-IN" i="1">
                                        <a:solidFill>
                                          <a:schemeClr val="bg1"/>
                                        </a:solidFill>
                                        <a:latin typeface="Cambria Math" panose="02040503050406030204" pitchFamily="18" charset="0"/>
                                      </a:rPr>
                                    </m:ctrlPr>
                                  </m:sSubPr>
                                  <m:e>
                                    <m:r>
                                      <m:rPr>
                                        <m:sty m:val="p"/>
                                      </m:rPr>
                                      <a:rPr lang="en-IN">
                                        <a:solidFill>
                                          <a:schemeClr val="bg1"/>
                                        </a:solidFill>
                                        <a:latin typeface="Cambria Math" panose="02040503050406030204" pitchFamily="18" charset="0"/>
                                      </a:rPr>
                                      <m:t>X</m:t>
                                    </m:r>
                                  </m:e>
                                  <m:sub>
                                    <m:r>
                                      <m:rPr>
                                        <m:sty m:val="p"/>
                                      </m:rPr>
                                      <a:rPr lang="en-IN">
                                        <a:solidFill>
                                          <a:schemeClr val="bg1"/>
                                        </a:solidFill>
                                        <a:latin typeface="Cambria Math" panose="02040503050406030204" pitchFamily="18" charset="0"/>
                                      </a:rPr>
                                      <m:t>i</m:t>
                                    </m:r>
                                  </m:sub>
                                </m:sSub>
                              </m:e>
                            </m:d>
                          </m:e>
                          <m:sup>
                            <m:r>
                              <a:rPr lang="en-US">
                                <a:solidFill>
                                  <a:schemeClr val="bg1"/>
                                </a:solidFill>
                                <a:latin typeface="Cambria Math"/>
                              </a:rPr>
                              <m:t>2</m:t>
                            </m:r>
                          </m:sup>
                        </m:sSup>
                      </m:e>
                    </m:nary>
                  </m:oMath>
                </a14:m>
                <a:r>
                  <a:rPr lang="en-IN" dirty="0">
                    <a:solidFill>
                      <a:schemeClr val="bg1"/>
                    </a:solidFill>
                    <a:latin typeface="Airal"/>
                  </a:rPr>
                  <a:t>are</a:t>
                </a:r>
              </a:p>
              <a:p>
                <a:pPr>
                  <a:buClr>
                    <a:srgbClr val="0000FF"/>
                  </a:buClr>
                </a:pPr>
                <a:endParaRPr lang="en-IN" dirty="0">
                  <a:solidFill>
                    <a:schemeClr val="bg1"/>
                  </a:solidFill>
                  <a:latin typeface="Airal"/>
                </a:endParaRPr>
              </a:p>
              <a:p>
                <a:pPr>
                  <a:buClr>
                    <a:srgbClr val="0000FF"/>
                  </a:buClr>
                </a:pPr>
                <a:endParaRPr lang="en-IN" dirty="0">
                  <a:solidFill>
                    <a:schemeClr val="bg1"/>
                  </a:solidFill>
                </a:endParaRPr>
              </a:p>
              <a:p>
                <a:pPr marL="285750" indent="-285750">
                  <a:buClr>
                    <a:srgbClr val="0000FF"/>
                  </a:buClr>
                  <a:buFont typeface="Wingdings" panose="05000000000000000000" pitchFamily="2" charset="2"/>
                  <a:buChar char="v"/>
                </a:pPr>
                <a:endParaRPr lang="en-IN" dirty="0">
                  <a:solidFill>
                    <a:schemeClr val="bg1"/>
                  </a:solidFill>
                  <a:latin typeface="Aira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75928" y="953198"/>
                <a:ext cx="8664152" cy="2306144"/>
              </a:xfrm>
              <a:prstGeom prst="rect">
                <a:avLst/>
              </a:prstGeom>
              <a:blipFill>
                <a:blip r:embed="rId2"/>
                <a:stretch>
                  <a:fillRect l="-4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835696" y="2499742"/>
                <a:ext cx="5709765" cy="9309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m:t>
                          </m:r>
                          <m:sSub>
                            <m:sSubPr>
                              <m:ctrlPr>
                                <a:rPr lang="en-IN" sz="2000" i="1">
                                  <a:solidFill>
                                    <a:srgbClr val="FF0000"/>
                                  </a:solidFill>
                                  <a:latin typeface="Cambria Math" panose="02040503050406030204" pitchFamily="18" charset="0"/>
                                </a:rPr>
                              </m:ctrlPr>
                            </m:sSubPr>
                            <m:e>
                              <m:r>
                                <m:rPr>
                                  <m:sty m:val="p"/>
                                </m:rPr>
                                <a:rPr lang="en-US" sz="2000">
                                  <a:solidFill>
                                    <a:srgbClr val="FF0000"/>
                                  </a:solidFill>
                                  <a:latin typeface="Cambria Math"/>
                                </a:rPr>
                                <m:t>SS</m:t>
                              </m:r>
                            </m:e>
                            <m:sub>
                              <m:r>
                                <m:rPr>
                                  <m:sty m:val="p"/>
                                </m:rPr>
                                <a:rPr lang="en-US" sz="2000">
                                  <a:solidFill>
                                    <a:srgbClr val="FF0000"/>
                                  </a:solidFill>
                                  <a:latin typeface="Cambria Math"/>
                                </a:rPr>
                                <m:t>E</m:t>
                              </m:r>
                            </m:sub>
                          </m:sSub>
                        </m:num>
                        <m:den>
                          <m:r>
                            <a:rPr lang="en-US" sz="2000" b="0" i="1" smtClean="0">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den>
                      </m:f>
                      <m:r>
                        <a:rPr lang="en-US" sz="2000" b="0" i="0" smtClean="0">
                          <a:solidFill>
                            <a:srgbClr val="FF0000"/>
                          </a:solidFill>
                          <a:latin typeface="Cambria Math"/>
                        </a:rPr>
                        <m:t>=</m:t>
                      </m:r>
                      <m:f>
                        <m:fPr>
                          <m:ctrlPr>
                            <a:rPr lang="en-US" sz="2000" i="1">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m:t>
                          </m:r>
                        </m:num>
                        <m:den>
                          <m:r>
                            <a:rPr lang="en-US"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den>
                      </m:f>
                      <m:d>
                        <m:dPr>
                          <m:begChr m:val="["/>
                          <m:endChr m:val="]"/>
                          <m:ctrlPr>
                            <a:rPr lang="en-IN" sz="2000" i="1" smtClean="0">
                              <a:solidFill>
                                <a:srgbClr val="FF0000"/>
                              </a:solidFill>
                              <a:latin typeface="Cambria Math" panose="02040503050406030204" pitchFamily="18" charset="0"/>
                            </a:rPr>
                          </m:ctrlPr>
                        </m:dPr>
                        <m:e>
                          <m:nary>
                            <m:naryPr>
                              <m:chr m:val="∑"/>
                              <m:ctrlPr>
                                <a:rPr lang="en-US" sz="2000" i="1">
                                  <a:solidFill>
                                    <a:srgbClr val="FF0000"/>
                                  </a:solidFill>
                                  <a:latin typeface="Cambria Math" panose="02040503050406030204" pitchFamily="18" charset="0"/>
                                </a:rPr>
                              </m:ctrlPr>
                            </m:naryPr>
                            <m:sub>
                              <m:r>
                                <m:rPr>
                                  <m:sty m:val="p"/>
                                  <m:brk m:alnAt="23"/>
                                </m:rPr>
                                <a:rPr lang="en-US" sz="2000">
                                  <a:solidFill>
                                    <a:srgbClr val="FF0000"/>
                                  </a:solidFill>
                                  <a:latin typeface="Cambria Math"/>
                                </a:rPr>
                                <m:t>i</m:t>
                              </m:r>
                              <m:r>
                                <a:rPr lang="en-US" sz="2000">
                                  <a:solidFill>
                                    <a:srgbClr val="FF0000"/>
                                  </a:solidFill>
                                  <a:latin typeface="Cambria Math"/>
                                </a:rPr>
                                <m:t>=1</m:t>
                              </m:r>
                            </m:sub>
                            <m:sup>
                              <m:r>
                                <m:rPr>
                                  <m:sty m:val="p"/>
                                </m:rPr>
                                <a:rPr lang="en-US" sz="2000">
                                  <a:solidFill>
                                    <a:srgbClr val="FF0000"/>
                                  </a:solidFill>
                                  <a:latin typeface="Cambria Math"/>
                                </a:rPr>
                                <m:t>n</m:t>
                              </m:r>
                            </m:sup>
                            <m:e>
                              <m:sSup>
                                <m:sSupPr>
                                  <m:ctrlPr>
                                    <a:rPr lang="en-US" sz="2000" i="1">
                                      <a:solidFill>
                                        <a:srgbClr val="FF0000"/>
                                      </a:solidFill>
                                      <a:latin typeface="Cambria Math" panose="02040503050406030204" pitchFamily="18" charset="0"/>
                                    </a:rPr>
                                  </m:ctrlPr>
                                </m:sSupPr>
                                <m:e>
                                  <m:d>
                                    <m:dPr>
                                      <m:ctrlPr>
                                        <a:rPr lang="en-US" sz="2000" i="1">
                                          <a:solidFill>
                                            <a:srgbClr val="FF0000"/>
                                          </a:solidFill>
                                          <a:latin typeface="Cambria Math" panose="02040503050406030204" pitchFamily="18" charset="0"/>
                                        </a:rPr>
                                      </m:ctrlPr>
                                    </m:dPr>
                                    <m:e>
                                      <m:sSub>
                                        <m:sSubPr>
                                          <m:ctrlPr>
                                            <a:rPr lang="en-US" sz="2000" i="1">
                                              <a:solidFill>
                                                <a:srgbClr val="FF0000"/>
                                              </a:solidFill>
                                              <a:latin typeface="Cambria Math" panose="02040503050406030204" pitchFamily="18" charset="0"/>
                                            </a:rPr>
                                          </m:ctrlPr>
                                        </m:sSubPr>
                                        <m:e>
                                          <m:r>
                                            <m:rPr>
                                              <m:sty m:val="p"/>
                                            </m:rPr>
                                            <a:rPr lang="en-US" sz="2000">
                                              <a:solidFill>
                                                <a:srgbClr val="FF0000"/>
                                              </a:solidFill>
                                              <a:latin typeface="Cambria Math"/>
                                            </a:rPr>
                                            <m:t>Y</m:t>
                                          </m:r>
                                        </m:e>
                                        <m:sub>
                                          <m:r>
                                            <m:rPr>
                                              <m:sty m:val="p"/>
                                            </m:rPr>
                                            <a:rPr lang="en-US" sz="2000">
                                              <a:solidFill>
                                                <a:srgbClr val="FF0000"/>
                                              </a:solidFill>
                                              <a:latin typeface="Cambria Math"/>
                                            </a:rPr>
                                            <m:t>i</m:t>
                                          </m:r>
                                        </m:sub>
                                      </m:sSub>
                                      <m:r>
                                        <a:rPr lang="en-US" sz="2000">
                                          <a:solidFill>
                                            <a:srgbClr val="FF0000"/>
                                          </a:solidFill>
                                          <a:latin typeface="Cambria Math"/>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r>
                                        <a:rPr lang="en-IN"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1</m:t>
                                          </m:r>
                                        </m:sub>
                                      </m:sSub>
                                      <m:sSub>
                                        <m:sSubPr>
                                          <m:ctrlPr>
                                            <a:rPr lang="en-IN" sz="2000" i="1">
                                              <a:solidFill>
                                                <a:srgbClr val="FF0000"/>
                                              </a:solidFill>
                                              <a:latin typeface="Cambria Math" panose="02040503050406030204" pitchFamily="18" charset="0"/>
                                            </a:rPr>
                                          </m:ctrlPr>
                                        </m:sSubPr>
                                        <m:e>
                                          <m:r>
                                            <m:rPr>
                                              <m:sty m:val="p"/>
                                            </m:rPr>
                                            <a:rPr lang="en-IN" sz="2000">
                                              <a:solidFill>
                                                <a:srgbClr val="FF0000"/>
                                              </a:solidFill>
                                              <a:latin typeface="Cambria Math" panose="02040503050406030204" pitchFamily="18" charset="0"/>
                                            </a:rPr>
                                            <m:t>X</m:t>
                                          </m:r>
                                        </m:e>
                                        <m:sub>
                                          <m:r>
                                            <m:rPr>
                                              <m:sty m:val="p"/>
                                            </m:rPr>
                                            <a:rPr lang="en-IN" sz="2000">
                                              <a:solidFill>
                                                <a:srgbClr val="FF0000"/>
                                              </a:solidFill>
                                              <a:latin typeface="Cambria Math" panose="02040503050406030204" pitchFamily="18" charset="0"/>
                                            </a:rPr>
                                            <m:t>i</m:t>
                                          </m:r>
                                        </m:sub>
                                      </m:sSub>
                                    </m:e>
                                  </m:d>
                                </m:e>
                                <m:sup>
                                  <m:r>
                                    <a:rPr lang="en-US" sz="2000">
                                      <a:solidFill>
                                        <a:srgbClr val="FF0000"/>
                                      </a:solidFill>
                                      <a:latin typeface="Cambria Math"/>
                                    </a:rPr>
                                    <m:t>2</m:t>
                                  </m:r>
                                </m:sup>
                              </m:sSup>
                              <m:r>
                                <a:rPr lang="en-IN" sz="2000" i="1">
                                  <a:solidFill>
                                    <a:srgbClr val="FF0000"/>
                                  </a:solidFill>
                                  <a:latin typeface="Cambria Math" panose="02040503050406030204" pitchFamily="18" charset="0"/>
                                </a:rPr>
                                <m:t> </m:t>
                              </m:r>
                            </m:e>
                          </m:nary>
                        </m:e>
                      </m:d>
                      <m:r>
                        <a:rPr lang="en-IN" sz="2000" b="0" i="1" smtClean="0">
                          <a:solidFill>
                            <a:srgbClr val="FF0000"/>
                          </a:solidFill>
                          <a:latin typeface="Cambria Math" panose="02040503050406030204" pitchFamily="18" charset="0"/>
                        </a:rPr>
                        <m:t>=0</m:t>
                      </m:r>
                    </m:oMath>
                  </m:oMathPara>
                </a14:m>
                <a:endParaRPr lang="en-IN" sz="2000"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835696" y="2499742"/>
                <a:ext cx="5709765" cy="93096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638478" y="3540941"/>
                <a:ext cx="4104200" cy="8470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US">
                                  <a:solidFill>
                                    <a:srgbClr val="FF0000"/>
                                  </a:solidFill>
                                  <a:latin typeface="Cambria Math"/>
                                </a:rPr>
                                <m:t>SS</m:t>
                              </m:r>
                            </m:e>
                            <m:sub>
                              <m:r>
                                <m:rPr>
                                  <m:sty m:val="p"/>
                                </m:rPr>
                                <a:rPr lang="en-US">
                                  <a:solidFill>
                                    <a:srgbClr val="FF0000"/>
                                  </a:solidFill>
                                  <a:latin typeface="Cambria Math"/>
                                </a:rPr>
                                <m:t>E</m:t>
                              </m:r>
                            </m:sub>
                          </m:sSub>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b="0" i="0" smtClean="0">
                                  <a:solidFill>
                                    <a:srgbClr val="FF0000"/>
                                  </a:solidFill>
                                  <a:latin typeface="Cambria Math" panose="02040503050406030204" pitchFamily="18" charset="0"/>
                                </a:rPr>
                                <m:t>1</m:t>
                              </m:r>
                            </m:sub>
                          </m:sSub>
                        </m:den>
                      </m:f>
                      <m:r>
                        <a:rPr lang="en-US">
                          <a:solidFill>
                            <a:srgbClr val="FF0000"/>
                          </a:solidFill>
                          <a:latin typeface="Cambria Math"/>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1</m:t>
                              </m:r>
                            </m:sub>
                          </m:sSub>
                        </m:den>
                      </m:f>
                      <m:d>
                        <m:dPr>
                          <m:begChr m:val="["/>
                          <m:endChr m:val="]"/>
                          <m:ctrlPr>
                            <a:rPr lang="en-IN" i="1" smtClean="0">
                              <a:solidFill>
                                <a:srgbClr val="FF0000"/>
                              </a:solidFill>
                              <a:latin typeface="Cambria Math" panose="02040503050406030204" pitchFamily="18" charset="0"/>
                            </a:rPr>
                          </m:ctrlPr>
                        </m:dPr>
                        <m:e>
                          <m:nary>
                            <m:naryPr>
                              <m:chr m:val="∑"/>
                              <m:ctrlPr>
                                <a:rPr lang="en-US" i="1">
                                  <a:solidFill>
                                    <a:srgbClr val="FF0000"/>
                                  </a:solidFill>
                                  <a:latin typeface="Cambria Math" panose="02040503050406030204" pitchFamily="18" charset="0"/>
                                </a:rPr>
                              </m:ctrlPr>
                            </m:naryPr>
                            <m:sub>
                              <m:r>
                                <m:rPr>
                                  <m:sty m:val="p"/>
                                  <m:brk m:alnAt="23"/>
                                </m:rPr>
                                <a:rPr lang="en-US">
                                  <a:solidFill>
                                    <a:srgbClr val="FF0000"/>
                                  </a:solidFill>
                                  <a:latin typeface="Cambria Math"/>
                                </a:rPr>
                                <m:t>i</m:t>
                              </m:r>
                              <m:r>
                                <a:rPr lang="en-US">
                                  <a:solidFill>
                                    <a:srgbClr val="FF0000"/>
                                  </a:solidFill>
                                  <a:latin typeface="Cambria Math"/>
                                </a:rPr>
                                <m:t>=1</m:t>
                              </m:r>
                            </m:sub>
                            <m:sup>
                              <m:r>
                                <m:rPr>
                                  <m:sty m:val="p"/>
                                </m:rPr>
                                <a:rPr lang="en-US">
                                  <a:solidFill>
                                    <a:srgbClr val="FF0000"/>
                                  </a:solidFill>
                                  <a:latin typeface="Cambria Math"/>
                                </a:rPr>
                                <m:t>n</m:t>
                              </m:r>
                            </m:sup>
                            <m:e>
                              <m:sSup>
                                <m:sSupPr>
                                  <m:ctrlPr>
                                    <a:rPr lang="en-US" i="1">
                                      <a:solidFill>
                                        <a:srgbClr val="FF0000"/>
                                      </a:solidFill>
                                      <a:latin typeface="Cambria Math" panose="02040503050406030204" pitchFamily="18" charset="0"/>
                                    </a:rPr>
                                  </m:ctrlPr>
                                </m:sSupPr>
                                <m:e>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m:rPr>
                                              <m:sty m:val="p"/>
                                            </m:rPr>
                                            <a:rPr lang="en-US">
                                              <a:solidFill>
                                                <a:srgbClr val="FF0000"/>
                                              </a:solidFill>
                                              <a:latin typeface="Cambria Math"/>
                                            </a:rPr>
                                            <m:t>Y</m:t>
                                          </m:r>
                                        </m:e>
                                        <m:sub>
                                          <m:r>
                                            <m:rPr>
                                              <m:sty m:val="p"/>
                                            </m:rPr>
                                            <a:rPr lang="en-US">
                                              <a:solidFill>
                                                <a:srgbClr val="FF0000"/>
                                              </a:solidFill>
                                              <a:latin typeface="Cambria Math"/>
                                            </a:rPr>
                                            <m:t>i</m:t>
                                          </m:r>
                                        </m:sub>
                                      </m:sSub>
                                      <m:r>
                                        <a:rPr lang="en-US">
                                          <a:solidFill>
                                            <a:srgbClr val="FF0000"/>
                                          </a:solidFill>
                                          <a:latin typeface="Cambria Math"/>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0</m:t>
                                          </m:r>
                                        </m:sub>
                                      </m:sSub>
                                      <m:r>
                                        <a:rPr lang="en-IN"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1</m:t>
                                          </m:r>
                                        </m:sub>
                                      </m:sSub>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X</m:t>
                                          </m:r>
                                        </m:e>
                                        <m:sub>
                                          <m:r>
                                            <m:rPr>
                                              <m:sty m:val="p"/>
                                            </m:rPr>
                                            <a:rPr lang="en-IN">
                                              <a:solidFill>
                                                <a:srgbClr val="FF0000"/>
                                              </a:solidFill>
                                              <a:latin typeface="Cambria Math" panose="02040503050406030204" pitchFamily="18" charset="0"/>
                                            </a:rPr>
                                            <m:t>i</m:t>
                                          </m:r>
                                        </m:sub>
                                      </m:sSub>
                                    </m:e>
                                  </m:d>
                                </m:e>
                                <m:sup>
                                  <m:r>
                                    <a:rPr lang="en-US">
                                      <a:solidFill>
                                        <a:srgbClr val="FF0000"/>
                                      </a:solidFill>
                                      <a:latin typeface="Cambria Math"/>
                                    </a:rPr>
                                    <m:t>2</m:t>
                                  </m:r>
                                </m:sup>
                              </m:sSup>
                              <m:r>
                                <a:rPr lang="en-IN" i="1">
                                  <a:solidFill>
                                    <a:srgbClr val="FF0000"/>
                                  </a:solidFill>
                                  <a:latin typeface="Cambria Math" panose="02040503050406030204" pitchFamily="18" charset="0"/>
                                </a:rPr>
                                <m:t> </m:t>
                              </m:r>
                            </m:e>
                          </m:nary>
                        </m:e>
                      </m:d>
                      <m:r>
                        <a:rPr lang="en-IN" b="0" i="1" smtClean="0">
                          <a:solidFill>
                            <a:srgbClr val="FF0000"/>
                          </a:solidFill>
                          <a:latin typeface="Cambria Math" panose="02040503050406030204" pitchFamily="18" charset="0"/>
                        </a:rPr>
                        <m:t>=0</m:t>
                      </m:r>
                    </m:oMath>
                  </m:oMathPara>
                </a14:m>
                <a:endParaRPr lang="en-IN" dirty="0">
                  <a:solidFill>
                    <a:srgbClr val="FF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2638478" y="3540941"/>
                <a:ext cx="4104200" cy="847027"/>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1515599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0" y="546815"/>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Standard Error</a:t>
            </a:r>
          </a:p>
        </p:txBody>
      </p:sp>
      <mc:AlternateContent xmlns:mc="http://schemas.openxmlformats.org/markup-compatibility/2006" xmlns:a14="http://schemas.microsoft.com/office/drawing/2010/main">
        <mc:Choice Requires="a14">
          <p:sp>
            <p:nvSpPr>
              <p:cNvPr id="7" name="TextBox 6"/>
              <p:cNvSpPr txBox="1"/>
              <p:nvPr/>
            </p:nvSpPr>
            <p:spPr>
              <a:xfrm>
                <a:off x="256994" y="123478"/>
                <a:ext cx="8630012" cy="4543680"/>
              </a:xfrm>
              <a:prstGeom prst="rect">
                <a:avLst/>
              </a:prstGeom>
              <a:noFill/>
            </p:spPr>
            <p:txBody>
              <a:bodyPr wrap="square" rtlCol="0">
                <a:spAutoFit/>
              </a:bodyPr>
              <a:lstStyle/>
              <a:p>
                <a:pPr algn="just">
                  <a:lnSpc>
                    <a:spcPct val="150000"/>
                  </a:lnSpc>
                </a:pPr>
                <a:endParaRPr lang="en-US" sz="2400" dirty="0">
                  <a:solidFill>
                    <a:schemeClr val="bg1">
                      <a:lumMod val="95000"/>
                      <a:lumOff val="5000"/>
                    </a:schemeClr>
                  </a:solidFill>
                  <a:latin typeface="Cambria Math"/>
                  <a:cs typeface="Arial" pitchFamily="34" charset="0"/>
                  <a:sym typeface="Symbol"/>
                </a:endParaRPr>
              </a:p>
              <a:p>
                <a:pPr algn="just">
                  <a:lnSpc>
                    <a:spcPct val="150000"/>
                  </a:lnSpc>
                </a:pPr>
                <a:endParaRPr lang="en-US" sz="2400" dirty="0">
                  <a:solidFill>
                    <a:schemeClr val="bg1">
                      <a:lumMod val="95000"/>
                      <a:lumOff val="5000"/>
                    </a:schemeClr>
                  </a:solidFill>
                  <a:latin typeface="Cambria Math"/>
                  <a:cs typeface="Arial" pitchFamily="34" charset="0"/>
                  <a:sym typeface="Symbol"/>
                </a:endParaRPr>
              </a:p>
              <a:p>
                <a:pPr algn="just">
                  <a:lnSpc>
                    <a:spcPct val="150000"/>
                  </a:lnSpc>
                </a:pPr>
                <a14:m>
                  <m:oMathPara xmlns:m="http://schemas.openxmlformats.org/officeDocument/2006/math">
                    <m:oMathParaPr>
                      <m:jc m:val="centerGroup"/>
                    </m:oMathParaPr>
                    <m:oMath xmlns:m="http://schemas.openxmlformats.org/officeDocument/2006/math">
                      <m:r>
                        <m:rPr>
                          <m:sty m:val="p"/>
                        </m:rPr>
                        <a:rPr lang="en-US" sz="2400">
                          <a:solidFill>
                            <a:schemeClr val="bg1">
                              <a:lumMod val="95000"/>
                              <a:lumOff val="5000"/>
                            </a:schemeClr>
                          </a:solidFill>
                          <a:latin typeface="Cambria Math"/>
                          <a:cs typeface="Arial" pitchFamily="34" charset="0"/>
                          <a:sym typeface="Symbol"/>
                        </a:rPr>
                        <m:t>se</m:t>
                      </m:r>
                      <m:r>
                        <a:rPr lang="en-US" sz="2400">
                          <a:solidFill>
                            <a:schemeClr val="bg1">
                              <a:lumMod val="95000"/>
                              <a:lumOff val="5000"/>
                            </a:schemeClr>
                          </a:solidFill>
                          <a:latin typeface="Cambria Math"/>
                          <a:cs typeface="Arial" pitchFamily="34" charset="0"/>
                          <a:sym typeface="Symbol"/>
                        </a:rPr>
                        <m:t>(</m:t>
                      </m:r>
                      <m:sSub>
                        <m:sSubPr>
                          <m:ctrlPr>
                            <a:rPr lang="en-US" sz="2400" i="1">
                              <a:solidFill>
                                <a:schemeClr val="bg1">
                                  <a:lumMod val="95000"/>
                                  <a:lumOff val="5000"/>
                                </a:schemeClr>
                              </a:solidFill>
                              <a:latin typeface="Cambria Math" panose="02040503050406030204" pitchFamily="18" charset="0"/>
                              <a:cs typeface="Arial" pitchFamily="34" charset="0"/>
                              <a:sym typeface="Symbol"/>
                            </a:rPr>
                          </m:ctrlPr>
                        </m:sSubPr>
                        <m:e>
                          <m:acc>
                            <m:accPr>
                              <m:chr m:val="̂"/>
                              <m:ctrlPr>
                                <a:rPr lang="en-US" sz="2400" i="1">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a:solidFill>
                                    <a:schemeClr val="bg1">
                                      <a:lumMod val="95000"/>
                                      <a:lumOff val="5000"/>
                                    </a:schemeClr>
                                  </a:solidFill>
                                  <a:latin typeface="Cambria Math"/>
                                  <a:ea typeface="Cambria Math"/>
                                  <a:cs typeface="Arial" pitchFamily="34" charset="0"/>
                                  <a:sym typeface="Symbol"/>
                                </a:rPr>
                                <m:t>β</m:t>
                              </m:r>
                            </m:e>
                          </m:acc>
                        </m:e>
                        <m:sub>
                          <m:r>
                            <m:rPr>
                              <m:sty m:val="p"/>
                            </m:rPr>
                            <a:rPr lang="en-US" sz="2400">
                              <a:solidFill>
                                <a:schemeClr val="bg1">
                                  <a:lumMod val="95000"/>
                                  <a:lumOff val="5000"/>
                                </a:schemeClr>
                              </a:solidFill>
                              <a:latin typeface="Cambria Math"/>
                              <a:cs typeface="Arial" pitchFamily="34" charset="0"/>
                              <a:sym typeface="Symbol"/>
                            </a:rPr>
                            <m:t>j</m:t>
                          </m:r>
                        </m:sub>
                      </m:sSub>
                      <m:r>
                        <a:rPr lang="en-US" sz="2400">
                          <a:solidFill>
                            <a:schemeClr val="bg1">
                              <a:lumMod val="95000"/>
                              <a:lumOff val="5000"/>
                            </a:schemeClr>
                          </a:solidFill>
                          <a:latin typeface="Cambria Math"/>
                          <a:cs typeface="Arial" pitchFamily="34" charset="0"/>
                          <a:sym typeface="Symbol"/>
                        </a:rPr>
                        <m:t>)=</m:t>
                      </m:r>
                      <m:rad>
                        <m:radPr>
                          <m:degHide m:val="on"/>
                          <m:ctrlPr>
                            <a:rPr lang="en-US" sz="2400" i="1">
                              <a:solidFill>
                                <a:schemeClr val="bg1">
                                  <a:lumMod val="95000"/>
                                  <a:lumOff val="5000"/>
                                </a:schemeClr>
                              </a:solidFill>
                              <a:latin typeface="Cambria Math" panose="02040503050406030204" pitchFamily="18" charset="0"/>
                              <a:cs typeface="Arial" pitchFamily="34" charset="0"/>
                              <a:sym typeface="Symbol"/>
                            </a:rPr>
                          </m:ctrlPr>
                        </m:radPr>
                        <m:deg/>
                        <m:e>
                          <m:sSub>
                            <m:sSubPr>
                              <m:ctrlPr>
                                <a:rPr lang="en-US" sz="2400" i="1">
                                  <a:solidFill>
                                    <a:schemeClr val="bg1">
                                      <a:lumMod val="95000"/>
                                      <a:lumOff val="5000"/>
                                    </a:schemeClr>
                                  </a:solidFill>
                                  <a:latin typeface="Cambria Math" panose="02040503050406030204" pitchFamily="18" charset="0"/>
                                  <a:cs typeface="Arial" pitchFamily="34" charset="0"/>
                                  <a:sym typeface="Symbol"/>
                                </a:rPr>
                              </m:ctrlPr>
                            </m:sSubPr>
                            <m:e>
                              <m:sSup>
                                <m:sSupPr>
                                  <m:ctrlPr>
                                    <a:rPr lang="en-US" sz="2400" i="1">
                                      <a:solidFill>
                                        <a:schemeClr val="bg1">
                                          <a:lumMod val="95000"/>
                                          <a:lumOff val="5000"/>
                                        </a:schemeClr>
                                      </a:solidFill>
                                      <a:latin typeface="Cambria Math" panose="02040503050406030204" pitchFamily="18" charset="0"/>
                                      <a:cs typeface="Arial" pitchFamily="34" charset="0"/>
                                      <a:sym typeface="Symbol"/>
                                    </a:rPr>
                                  </m:ctrlPr>
                                </m:sSupPr>
                                <m:e>
                                  <m:acc>
                                    <m:accPr>
                                      <m:chr m:val="̂"/>
                                      <m:ctrlPr>
                                        <a:rPr lang="en-US" sz="2400" i="1">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a:solidFill>
                                            <a:schemeClr val="bg1">
                                              <a:lumMod val="95000"/>
                                              <a:lumOff val="5000"/>
                                            </a:schemeClr>
                                          </a:solidFill>
                                          <a:latin typeface="Cambria Math"/>
                                          <a:ea typeface="Cambria Math"/>
                                          <a:cs typeface="Arial" pitchFamily="34" charset="0"/>
                                          <a:sym typeface="Symbol"/>
                                        </a:rPr>
                                        <m:t>σ</m:t>
                                      </m:r>
                                    </m:e>
                                  </m:acc>
                                </m:e>
                                <m:sup>
                                  <m:r>
                                    <a:rPr lang="en-US" sz="2400">
                                      <a:solidFill>
                                        <a:schemeClr val="bg1">
                                          <a:lumMod val="95000"/>
                                          <a:lumOff val="5000"/>
                                        </a:schemeClr>
                                      </a:solidFill>
                                      <a:latin typeface="Cambria Math"/>
                                      <a:cs typeface="Arial" pitchFamily="34" charset="0"/>
                                      <a:sym typeface="Symbol"/>
                                    </a:rPr>
                                    <m:t>2</m:t>
                                  </m:r>
                                </m:sup>
                              </m:sSup>
                              <m:r>
                                <m:rPr>
                                  <m:sty m:val="p"/>
                                </m:rPr>
                                <a:rPr lang="en-US" sz="2400">
                                  <a:solidFill>
                                    <a:schemeClr val="bg1">
                                      <a:lumMod val="95000"/>
                                      <a:lumOff val="5000"/>
                                    </a:schemeClr>
                                  </a:solidFill>
                                  <a:latin typeface="Cambria Math"/>
                                  <a:cs typeface="Arial" pitchFamily="34" charset="0"/>
                                  <a:sym typeface="Symbol"/>
                                </a:rPr>
                                <m:t>C</m:t>
                              </m:r>
                            </m:e>
                            <m:sub>
                              <m:r>
                                <m:rPr>
                                  <m:sty m:val="p"/>
                                </m:rPr>
                                <a:rPr lang="en-US" sz="2400">
                                  <a:solidFill>
                                    <a:schemeClr val="bg1">
                                      <a:lumMod val="95000"/>
                                      <a:lumOff val="5000"/>
                                    </a:schemeClr>
                                  </a:solidFill>
                                  <a:latin typeface="Cambria Math"/>
                                  <a:cs typeface="Arial" pitchFamily="34" charset="0"/>
                                  <a:sym typeface="Symbol"/>
                                </a:rPr>
                                <m:t>jj</m:t>
                              </m:r>
                            </m:sub>
                          </m:sSub>
                        </m:e>
                      </m:rad>
                    </m:oMath>
                  </m:oMathPara>
                </a14:m>
                <a:endParaRPr lang="en-US" sz="2400" dirty="0">
                  <a:solidFill>
                    <a:schemeClr val="bg1">
                      <a:lumMod val="95000"/>
                      <a:lumOff val="5000"/>
                    </a:schemeClr>
                  </a:solidFill>
                  <a:latin typeface="Arial" pitchFamily="34" charset="0"/>
                  <a:cs typeface="Arial" pitchFamily="34" charset="0"/>
                  <a:sym typeface="Symbol"/>
                </a:endParaRPr>
              </a:p>
              <a:p>
                <a:pPr marL="342900" indent="-342900" algn="just">
                  <a:lnSpc>
                    <a:spcPct val="150000"/>
                  </a:lnSpc>
                  <a:buClr>
                    <a:srgbClr val="0000FF"/>
                  </a:buClr>
                  <a:buFont typeface="Wingdings" panose="05000000000000000000" pitchFamily="2" charset="2"/>
                  <a:buChar char="v"/>
                </a:pPr>
                <a:r>
                  <a:rPr lang="en-US" sz="2400" dirty="0">
                    <a:solidFill>
                      <a:schemeClr val="bg1">
                        <a:lumMod val="95000"/>
                        <a:lumOff val="5000"/>
                      </a:schemeClr>
                    </a:solidFill>
                    <a:latin typeface="Arial" pitchFamily="34" charset="0"/>
                    <a:cs typeface="Arial" pitchFamily="34" charset="0"/>
                    <a:sym typeface="Symbol"/>
                  </a:rPr>
                  <a:t>We compare the standard errors with the estimated coefficients and </a:t>
                </a:r>
              </a:p>
              <a:p>
                <a:pPr marL="342900" indent="-342900" algn="just">
                  <a:lnSpc>
                    <a:spcPct val="150000"/>
                  </a:lnSpc>
                  <a:buClr>
                    <a:srgbClr val="0000FF"/>
                  </a:buClr>
                  <a:buFont typeface="Wingdings" panose="05000000000000000000" pitchFamily="2" charset="2"/>
                  <a:buChar char="v"/>
                </a:pPr>
                <a:r>
                  <a:rPr lang="en-US" sz="2400" dirty="0">
                    <a:solidFill>
                      <a:schemeClr val="bg1">
                        <a:lumMod val="95000"/>
                        <a:lumOff val="5000"/>
                      </a:schemeClr>
                    </a:solidFill>
                    <a:latin typeface="Arial" pitchFamily="34" charset="0"/>
                    <a:cs typeface="Arial" pitchFamily="34" charset="0"/>
                    <a:sym typeface="Symbol"/>
                  </a:rPr>
                  <a:t>if the standard errors are much lower than the estimated coefficients, the </a:t>
                </a:r>
                <a:r>
                  <a:rPr lang="en-US" sz="2400" b="1" dirty="0">
                    <a:solidFill>
                      <a:srgbClr val="FF0000"/>
                    </a:solidFill>
                    <a:latin typeface="Arial" pitchFamily="34" charset="0"/>
                    <a:cs typeface="Arial" pitchFamily="34" charset="0"/>
                    <a:sym typeface="Symbol"/>
                  </a:rPr>
                  <a:t>precision</a:t>
                </a:r>
                <a:r>
                  <a:rPr lang="en-US" sz="2400" dirty="0">
                    <a:solidFill>
                      <a:srgbClr val="FF0000"/>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of estimation is good.  </a:t>
                </a:r>
              </a:p>
            </p:txBody>
          </p:sp>
        </mc:Choice>
        <mc:Fallback xmlns="">
          <p:sp>
            <p:nvSpPr>
              <p:cNvPr id="7" name="TextBox 6"/>
              <p:cNvSpPr txBox="1">
                <a:spLocks noRot="1" noChangeAspect="1" noMove="1" noResize="1" noEditPoints="1" noAdjustHandles="1" noChangeArrowheads="1" noChangeShapeType="1" noTextEdit="1"/>
              </p:cNvSpPr>
              <p:nvPr/>
            </p:nvSpPr>
            <p:spPr>
              <a:xfrm>
                <a:off x="256994" y="123478"/>
                <a:ext cx="8630012" cy="4543680"/>
              </a:xfrm>
              <a:prstGeom prst="rect">
                <a:avLst/>
              </a:prstGeom>
              <a:blipFill>
                <a:blip r:embed="rId2"/>
                <a:stretch>
                  <a:fillRect l="-918" r="-1130" b="-670"/>
                </a:stretch>
              </a:blipFill>
            </p:spPr>
            <p:txBody>
              <a:bodyPr/>
              <a:lstStyle/>
              <a:p>
                <a:r>
                  <a:rPr lang="en-IN">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17892" y="355182"/>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Statistical Properties of the Coefficients</a:t>
            </a:r>
          </a:p>
        </p:txBody>
      </p:sp>
      <p:sp>
        <p:nvSpPr>
          <p:cNvPr id="11" name="TextBox 10"/>
          <p:cNvSpPr txBox="1"/>
          <p:nvPr/>
        </p:nvSpPr>
        <p:spPr>
          <a:xfrm>
            <a:off x="578103" y="987574"/>
            <a:ext cx="8023577" cy="1569660"/>
          </a:xfrm>
          <a:prstGeom prst="rect">
            <a:avLst/>
          </a:prstGeom>
          <a:noFill/>
        </p:spPr>
        <p:txBody>
          <a:bodyPr wrap="square" rtlCol="0">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The least squares model equations in matrix form is given below.  The solution is given by</a:t>
            </a:r>
            <a:endParaRPr lang="en-IN" sz="2400" dirty="0">
              <a:solidFill>
                <a:schemeClr val="bg1">
                  <a:lumMod val="95000"/>
                  <a:lumOff val="5000"/>
                </a:schemeClr>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2" name="Rectangle 1"/>
              <p:cNvSpPr/>
              <p:nvPr/>
            </p:nvSpPr>
            <p:spPr>
              <a:xfrm>
                <a:off x="4067944" y="2931790"/>
                <a:ext cx="1662635" cy="609654"/>
              </a:xfrm>
              <a:prstGeom prst="rect">
                <a:avLst/>
              </a:prstGeom>
            </p:spPr>
            <p:txBody>
              <a:bodyPr wrap="none">
                <a:spAutoFit/>
              </a:bodyPr>
              <a:lstStyle/>
              <a:p>
                <a:pPr>
                  <a:lnSpc>
                    <a:spcPct val="150000"/>
                  </a:lnSpc>
                </a:pPr>
                <a:r>
                  <a:rPr lang="en-IN" sz="2400" b="1" dirty="0">
                    <a:solidFill>
                      <a:schemeClr val="bg1"/>
                    </a:solidFill>
                    <a:latin typeface="Cambria Math" panose="02040503050406030204" pitchFamily="18" charset="0"/>
                    <a:ea typeface="Cambria Math" panose="02040503050406030204" pitchFamily="18" charset="0"/>
                  </a:rPr>
                  <a:t>X</a:t>
                </a:r>
                <a14:m>
                  <m:oMath xmlns:m="http://schemas.openxmlformats.org/officeDocument/2006/math">
                    <m:r>
                      <a:rPr lang="en-US" sz="2400" b="1" i="0">
                        <a:solidFill>
                          <a:schemeClr val="bg1"/>
                        </a:solidFill>
                        <a:latin typeface="Cambria Math" panose="02040503050406030204" pitchFamily="18" charset="0"/>
                        <a:ea typeface="Cambria Math" panose="02040503050406030204" pitchFamily="18" charset="0"/>
                      </a:rPr>
                      <m:t>′</m:t>
                    </m:r>
                  </m:oMath>
                </a14:m>
                <a:r>
                  <a:rPr lang="en-IN" sz="2400" b="1" dirty="0">
                    <a:solidFill>
                      <a:schemeClr val="bg1"/>
                    </a:solidFill>
                    <a:latin typeface="Cambria Math" panose="02040503050406030204" pitchFamily="18" charset="0"/>
                    <a:ea typeface="Cambria Math" panose="02040503050406030204" pitchFamily="18" charset="0"/>
                  </a:rPr>
                  <a:t>X</a:t>
                </a:r>
                <a:r>
                  <a:rPr lang="en-US" sz="2400" b="1" dirty="0">
                    <a:solidFill>
                      <a:schemeClr val="bg1"/>
                    </a:solidFill>
                    <a:ea typeface="Cambria Math" panose="02040503050406030204" pitchFamily="18" charset="0"/>
                  </a:rPr>
                  <a:t> </a:t>
                </a:r>
                <a14:m>
                  <m:oMath xmlns:m="http://schemas.openxmlformats.org/officeDocument/2006/math">
                    <m:acc>
                      <m:accPr>
                        <m:chr m:val="̂"/>
                        <m:ctrlPr>
                          <a:rPr lang="en-US" sz="2400" b="1" i="1">
                            <a:solidFill>
                              <a:schemeClr val="bg1"/>
                            </a:solidFill>
                            <a:latin typeface="Cambria Math" panose="02040503050406030204" pitchFamily="18" charset="0"/>
                            <a:ea typeface="Cambria Math" panose="02040503050406030204" pitchFamily="18" charset="0"/>
                          </a:rPr>
                        </m:ctrlPr>
                      </m:accPr>
                      <m:e>
                        <m:r>
                          <a:rPr lang="en-US" sz="2400" b="1" i="0">
                            <a:solidFill>
                              <a:schemeClr val="bg1"/>
                            </a:solidFill>
                            <a:latin typeface="Cambria Math" panose="02040503050406030204" pitchFamily="18" charset="0"/>
                            <a:ea typeface="Cambria Math" panose="02040503050406030204" pitchFamily="18" charset="0"/>
                          </a:rPr>
                          <m:t>𝛃</m:t>
                        </m:r>
                      </m:e>
                    </m:acc>
                  </m:oMath>
                </a14:m>
                <a:r>
                  <a:rPr lang="en-IN" sz="2400" b="1" dirty="0">
                    <a:solidFill>
                      <a:schemeClr val="bg1"/>
                    </a:solidFill>
                    <a:latin typeface="Cambria Math" panose="02040503050406030204" pitchFamily="18" charset="0"/>
                    <a:ea typeface="Cambria Math" panose="02040503050406030204" pitchFamily="18" charset="0"/>
                  </a:rPr>
                  <a:t> = X</a:t>
                </a:r>
                <a14:m>
                  <m:oMath xmlns:m="http://schemas.openxmlformats.org/officeDocument/2006/math">
                    <m:r>
                      <a:rPr lang="en-US" sz="2400" b="1" i="0">
                        <a:solidFill>
                          <a:schemeClr val="bg1"/>
                        </a:solidFill>
                        <a:latin typeface="Cambria Math" panose="02040503050406030204" pitchFamily="18" charset="0"/>
                        <a:ea typeface="Cambria Math" panose="02040503050406030204" pitchFamily="18" charset="0"/>
                      </a:rPr>
                      <m:t>′</m:t>
                    </m:r>
                  </m:oMath>
                </a14:m>
                <a:r>
                  <a:rPr lang="en-US" sz="2400" b="1" dirty="0">
                    <a:solidFill>
                      <a:schemeClr val="bg1"/>
                    </a:solidFill>
                    <a:latin typeface="Cambria Math" panose="02040503050406030204" pitchFamily="18" charset="0"/>
                    <a:ea typeface="Cambria Math" panose="02040503050406030204" pitchFamily="18" charset="0"/>
                  </a:rPr>
                  <a:t>Y</a:t>
                </a:r>
                <a:endParaRPr lang="en-IN" sz="2400" b="1"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4067944" y="2931790"/>
                <a:ext cx="1662635" cy="609654"/>
              </a:xfrm>
              <a:prstGeom prst="rect">
                <a:avLst/>
              </a:prstGeom>
              <a:blipFill rotWithShape="1">
                <a:blip r:embed="rId2"/>
                <a:stretch>
                  <a:fillRect l="-5495" r="-5495"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3791234" y="3723878"/>
                <a:ext cx="2395079" cy="676532"/>
              </a:xfrm>
              <a:prstGeom prst="rect">
                <a:avLst/>
              </a:prstGeom>
            </p:spPr>
            <p:txBody>
              <a:bodyPr wrap="none">
                <a:spAutoFit/>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en-US" sz="2400" b="1" i="1">
                              <a:solidFill>
                                <a:schemeClr val="bg1">
                                  <a:lumMod val="95000"/>
                                  <a:lumOff val="5000"/>
                                </a:schemeClr>
                              </a:solidFill>
                              <a:latin typeface="Cambria Math" panose="02040503050406030204" pitchFamily="18" charset="0"/>
                              <a:cs typeface="Arial" pitchFamily="34" charset="0"/>
                              <a:sym typeface="Symbol"/>
                            </a:rPr>
                          </m:ctrlPr>
                        </m:accPr>
                        <m:e>
                          <m:r>
                            <a:rPr lang="en-US" sz="2400" b="1" i="1">
                              <a:solidFill>
                                <a:schemeClr val="bg1">
                                  <a:lumMod val="95000"/>
                                  <a:lumOff val="5000"/>
                                </a:schemeClr>
                              </a:solidFill>
                              <a:latin typeface="Cambria Math"/>
                              <a:ea typeface="Cambria Math"/>
                              <a:cs typeface="Arial" pitchFamily="34" charset="0"/>
                              <a:sym typeface="Symbol"/>
                            </a:rPr>
                            <m:t>𝛃</m:t>
                          </m:r>
                        </m:e>
                      </m:acc>
                      <m:r>
                        <a:rPr lang="en-US" sz="2400" b="1">
                          <a:solidFill>
                            <a:schemeClr val="bg1">
                              <a:lumMod val="95000"/>
                              <a:lumOff val="5000"/>
                            </a:schemeClr>
                          </a:solidFill>
                          <a:latin typeface="Cambria Math"/>
                          <a:cs typeface="Arial" pitchFamily="34" charset="0"/>
                          <a:sym typeface="Symbol"/>
                        </a:rPr>
                        <m:t>=</m:t>
                      </m:r>
                      <m:sSup>
                        <m:sSupPr>
                          <m:ctrlPr>
                            <a:rPr lang="en-US" sz="2400" b="1" i="1">
                              <a:solidFill>
                                <a:schemeClr val="bg1">
                                  <a:lumMod val="95000"/>
                                  <a:lumOff val="5000"/>
                                </a:schemeClr>
                              </a:solidFill>
                              <a:latin typeface="Cambria Math" panose="02040503050406030204" pitchFamily="18" charset="0"/>
                              <a:cs typeface="Arial" pitchFamily="34" charset="0"/>
                              <a:sym typeface="Symbol"/>
                            </a:rPr>
                          </m:ctrlPr>
                        </m:sSupPr>
                        <m:e>
                          <m:sSup>
                            <m:sSupPr>
                              <m:ctrlPr>
                                <a:rPr lang="en-US" sz="2400" b="1" i="1">
                                  <a:solidFill>
                                    <a:schemeClr val="bg1">
                                      <a:lumMod val="95000"/>
                                      <a:lumOff val="5000"/>
                                    </a:schemeClr>
                                  </a:solidFill>
                                  <a:latin typeface="Cambria Math" panose="02040503050406030204" pitchFamily="18" charset="0"/>
                                  <a:cs typeface="Arial" pitchFamily="34" charset="0"/>
                                  <a:sym typeface="Symbol"/>
                                </a:rPr>
                              </m:ctrlPr>
                            </m:sSupPr>
                            <m:e>
                              <m:d>
                                <m:dPr>
                                  <m:ctrlPr>
                                    <a:rPr lang="en-US" sz="2400" b="1" i="1">
                                      <a:solidFill>
                                        <a:schemeClr val="bg1">
                                          <a:lumMod val="95000"/>
                                          <a:lumOff val="5000"/>
                                        </a:schemeClr>
                                      </a:solidFill>
                                      <a:latin typeface="Cambria Math" panose="02040503050406030204" pitchFamily="18" charset="0"/>
                                      <a:cs typeface="Arial" pitchFamily="34" charset="0"/>
                                      <a:sym typeface="Symbol"/>
                                    </a:rPr>
                                  </m:ctrlPr>
                                </m:dPr>
                                <m:e>
                                  <m:sSup>
                                    <m:sSupPr>
                                      <m:ctrlPr>
                                        <a:rPr lang="en-US" sz="2400" b="1" i="1">
                                          <a:solidFill>
                                            <a:schemeClr val="bg1">
                                              <a:lumMod val="95000"/>
                                              <a:lumOff val="5000"/>
                                            </a:schemeClr>
                                          </a:solidFill>
                                          <a:latin typeface="Cambria Math" panose="02040503050406030204" pitchFamily="18" charset="0"/>
                                          <a:cs typeface="Arial" pitchFamily="34" charset="0"/>
                                          <a:sym typeface="Symbol"/>
                                        </a:rPr>
                                      </m:ctrlPr>
                                    </m:sSupPr>
                                    <m:e>
                                      <m:r>
                                        <a:rPr lang="en-US" sz="2400" b="1">
                                          <a:solidFill>
                                            <a:schemeClr val="bg1">
                                              <a:lumMod val="95000"/>
                                              <a:lumOff val="5000"/>
                                            </a:schemeClr>
                                          </a:solidFill>
                                          <a:latin typeface="Cambria Math"/>
                                          <a:cs typeface="Arial" pitchFamily="34" charset="0"/>
                                          <a:sym typeface="Symbol"/>
                                        </a:rPr>
                                        <m:t>𝐗</m:t>
                                      </m:r>
                                    </m:e>
                                    <m:sup>
                                      <m:r>
                                        <a:rPr lang="en-US" sz="2400" b="1">
                                          <a:solidFill>
                                            <a:schemeClr val="bg1">
                                              <a:lumMod val="95000"/>
                                              <a:lumOff val="5000"/>
                                            </a:schemeClr>
                                          </a:solidFill>
                                          <a:latin typeface="Cambria Math"/>
                                          <a:cs typeface="Arial" pitchFamily="34" charset="0"/>
                                          <a:sym typeface="Symbol"/>
                                        </a:rPr>
                                        <m:t>′</m:t>
                                      </m:r>
                                    </m:sup>
                                  </m:sSup>
                                  <m:r>
                                    <a:rPr lang="en-US" sz="2400" b="1">
                                      <a:solidFill>
                                        <a:schemeClr val="bg1">
                                          <a:lumMod val="95000"/>
                                          <a:lumOff val="5000"/>
                                        </a:schemeClr>
                                      </a:solidFill>
                                      <a:latin typeface="Cambria Math"/>
                                      <a:cs typeface="Arial" pitchFamily="34" charset="0"/>
                                      <a:sym typeface="Symbol"/>
                                    </a:rPr>
                                    <m:t>𝐗</m:t>
                                  </m:r>
                                </m:e>
                              </m:d>
                            </m:e>
                            <m:sup>
                              <m:r>
                                <a:rPr lang="en-US" sz="2400" b="1" i="1">
                                  <a:solidFill>
                                    <a:schemeClr val="bg1">
                                      <a:lumMod val="95000"/>
                                      <a:lumOff val="5000"/>
                                    </a:schemeClr>
                                  </a:solidFill>
                                  <a:latin typeface="Cambria Math"/>
                                  <a:cs typeface="Arial" pitchFamily="34" charset="0"/>
                                  <a:sym typeface="Symbol"/>
                                </a:rPr>
                                <m:t>−</m:t>
                              </m:r>
                              <m:r>
                                <a:rPr lang="en-US" sz="2400" b="1" i="1">
                                  <a:solidFill>
                                    <a:schemeClr val="bg1">
                                      <a:lumMod val="95000"/>
                                      <a:lumOff val="5000"/>
                                    </a:schemeClr>
                                  </a:solidFill>
                                  <a:latin typeface="Cambria Math"/>
                                  <a:cs typeface="Arial" pitchFamily="34" charset="0"/>
                                  <a:sym typeface="Symbol"/>
                                </a:rPr>
                                <m:t>𝟏</m:t>
                              </m:r>
                            </m:sup>
                          </m:sSup>
                          <m:r>
                            <a:rPr lang="en-US" sz="2400" b="1">
                              <a:solidFill>
                                <a:schemeClr val="bg1">
                                  <a:lumMod val="95000"/>
                                  <a:lumOff val="5000"/>
                                </a:schemeClr>
                              </a:solidFill>
                              <a:latin typeface="Cambria Math"/>
                              <a:cs typeface="Arial" pitchFamily="34" charset="0"/>
                              <a:sym typeface="Symbol"/>
                            </a:rPr>
                            <m:t>𝐗</m:t>
                          </m:r>
                        </m:e>
                        <m:sup>
                          <m:r>
                            <a:rPr lang="en-US" sz="2400" b="1">
                              <a:solidFill>
                                <a:schemeClr val="bg1">
                                  <a:lumMod val="95000"/>
                                  <a:lumOff val="5000"/>
                                </a:schemeClr>
                              </a:solidFill>
                              <a:latin typeface="Cambria Math"/>
                              <a:cs typeface="Arial" pitchFamily="34" charset="0"/>
                              <a:sym typeface="Symbol"/>
                            </a:rPr>
                            <m:t>′</m:t>
                          </m:r>
                        </m:sup>
                      </m:sSup>
                      <m:r>
                        <a:rPr lang="en-US" sz="2400" b="1">
                          <a:solidFill>
                            <a:schemeClr val="bg1">
                              <a:lumMod val="95000"/>
                              <a:lumOff val="5000"/>
                            </a:schemeClr>
                          </a:solidFill>
                          <a:latin typeface="Cambria Math"/>
                          <a:cs typeface="Arial" pitchFamily="34" charset="0"/>
                          <a:sym typeface="Symbol"/>
                        </a:rPr>
                        <m:t>𝐘</m:t>
                      </m:r>
                    </m:oMath>
                  </m:oMathPara>
                </a14:m>
                <a:endParaRPr lang="en-US" sz="2400" b="1" dirty="0">
                  <a:solidFill>
                    <a:schemeClr val="bg1">
                      <a:lumMod val="95000"/>
                      <a:lumOff val="5000"/>
                    </a:schemeClr>
                  </a:solidFill>
                  <a:latin typeface="Arial" pitchFamily="34" charset="0"/>
                  <a:cs typeface="Arial" pitchFamily="34" charset="0"/>
                  <a:sym typeface="Symbol"/>
                </a:endParaRPr>
              </a:p>
            </p:txBody>
          </p:sp>
        </mc:Choice>
        <mc:Fallback xmlns="">
          <p:sp>
            <p:nvSpPr>
              <p:cNvPr id="3" name="Rectangle 2"/>
              <p:cNvSpPr>
                <a:spLocks noRot="1" noChangeAspect="1" noMove="1" noResize="1" noEditPoints="1" noAdjustHandles="1" noChangeArrowheads="1" noChangeShapeType="1" noTextEdit="1"/>
              </p:cNvSpPr>
              <p:nvPr/>
            </p:nvSpPr>
            <p:spPr>
              <a:xfrm>
                <a:off x="3791234" y="3723878"/>
                <a:ext cx="2395079" cy="676532"/>
              </a:xfrm>
              <a:prstGeom prst="rect">
                <a:avLst/>
              </a:prstGeom>
              <a:blipFill rotWithShape="1">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5594573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483518"/>
            <a:ext cx="8229600" cy="573528"/>
          </a:xfrm>
        </p:spPr>
        <p:txBody>
          <a:bodyPr>
            <a:no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Actual response and its prediction </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67544" y="573528"/>
            <a:ext cx="8229600" cy="4266474"/>
          </a:xfrm>
        </p:spPr>
        <p:txBody>
          <a:bodyPr>
            <a:normAutofit/>
          </a:bodyPr>
          <a:lstStyle/>
          <a:p>
            <a:pPr>
              <a:lnSpc>
                <a:spcPct val="150000"/>
              </a:lnSpc>
              <a:buNone/>
            </a:pPr>
            <a:endParaRPr lang="en-US" sz="2400" dirty="0">
              <a:latin typeface="Arial" pitchFamily="34" charset="0"/>
              <a:cs typeface="Arial" pitchFamily="34" charset="0"/>
            </a:endParaRPr>
          </a:p>
          <a:p>
            <a:pPr>
              <a:buNone/>
            </a:pPr>
            <a:endParaRPr lang="en-US" sz="2400" dirty="0">
              <a:latin typeface="Arial" pitchFamily="34" charset="0"/>
              <a:cs typeface="Arial" pitchFamily="34" charset="0"/>
            </a:endParaRPr>
          </a:p>
          <a:p>
            <a:pPr>
              <a:buNone/>
            </a:pPr>
            <a:endParaRPr lang="en-IN" sz="2400" dirty="0">
              <a:latin typeface="Arial" pitchFamily="34" charset="0"/>
              <a:cs typeface="Arial" pitchFamily="34" charset="0"/>
            </a:endParaRPr>
          </a:p>
        </p:txBody>
      </p:sp>
      <p:sp>
        <p:nvSpPr>
          <p:cNvPr id="7" name="TextBox 6"/>
          <p:cNvSpPr txBox="1"/>
          <p:nvPr/>
        </p:nvSpPr>
        <p:spPr>
          <a:xfrm>
            <a:off x="395536" y="1275606"/>
            <a:ext cx="8280920" cy="3046988"/>
          </a:xfrm>
          <a:prstGeom prst="rect">
            <a:avLst/>
          </a:prstGeom>
          <a:noFill/>
        </p:spPr>
        <p:txBody>
          <a:bodyPr wrap="square" rtlCol="0">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Express the deviation between an actual response and the predicted response in terms of difference of two deviations</a:t>
            </a:r>
          </a:p>
          <a:p>
            <a:pPr marL="514350" indent="-51435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Deviation of actual response from mean response</a:t>
            </a:r>
          </a:p>
          <a:p>
            <a:pPr marL="514350" indent="-51435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Deviation of predicted response from mean response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85780" y="990110"/>
            <a:ext cx="8229600" cy="573528"/>
          </a:xfrm>
        </p:spPr>
        <p:txBody>
          <a:bodyPr>
            <a:no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Relation between actual response and its prediction </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67544" y="573528"/>
            <a:ext cx="8229600" cy="4266474"/>
          </a:xfrm>
        </p:spPr>
        <p:txBody>
          <a:bodyPr>
            <a:normAutofit/>
          </a:bodyPr>
          <a:lstStyle/>
          <a:p>
            <a:pPr>
              <a:lnSpc>
                <a:spcPct val="150000"/>
              </a:lnSpc>
              <a:buNone/>
            </a:pPr>
            <a:endParaRPr lang="en-US" sz="2400" dirty="0">
              <a:latin typeface="Arial" pitchFamily="34" charset="0"/>
              <a:cs typeface="Arial" pitchFamily="34" charset="0"/>
            </a:endParaRPr>
          </a:p>
          <a:p>
            <a:pPr>
              <a:buNone/>
            </a:pPr>
            <a:endParaRPr lang="en-US" sz="2400" dirty="0">
              <a:latin typeface="Arial" pitchFamily="34" charset="0"/>
              <a:cs typeface="Arial" pitchFamily="34" charset="0"/>
            </a:endParaRPr>
          </a:p>
          <a:p>
            <a:pPr>
              <a:buNone/>
            </a:pPr>
            <a:endParaRPr lang="en-IN" sz="2400" dirty="0">
              <a:latin typeface="Arial" pitchFamily="34" charset="0"/>
              <a:cs typeface="Arial" pitchFamily="34" charset="0"/>
            </a:endParaRPr>
          </a:p>
        </p:txBody>
      </p:sp>
      <p:sp>
        <p:nvSpPr>
          <p:cNvPr id="7" name="TextBox 6"/>
          <p:cNvSpPr txBox="1"/>
          <p:nvPr/>
        </p:nvSpPr>
        <p:spPr>
          <a:xfrm>
            <a:off x="467544" y="1575827"/>
            <a:ext cx="8280920" cy="4524315"/>
          </a:xfrm>
          <a:prstGeom prst="rect">
            <a:avLst/>
          </a:prstGeom>
          <a:noFill/>
        </p:spPr>
        <p:txBody>
          <a:bodyPr wrap="square" rtlCol="0">
            <a:spAutoFit/>
          </a:bodyPr>
          <a:lstStyle/>
          <a:p>
            <a:pPr marL="514350" indent="-51435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Deviation of actual response from mean response</a:t>
            </a:r>
          </a:p>
          <a:p>
            <a:pPr marL="514350" indent="-51435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Deviation of predicted response from mean response</a:t>
            </a:r>
          </a:p>
          <a:p>
            <a:pPr marL="514350" indent="-514350" algn="just">
              <a:lnSpc>
                <a:spcPct val="200000"/>
              </a:lnSpc>
              <a:buClr>
                <a:srgbClr val="002060"/>
              </a:buClr>
              <a:buFont typeface="+mj-lt"/>
              <a:buAutoNum type="romanLcPeriod"/>
            </a:pPr>
            <a:endParaRPr lang="en-US" sz="2400" dirty="0">
              <a:solidFill>
                <a:schemeClr val="bg1">
                  <a:lumMod val="95000"/>
                  <a:lumOff val="5000"/>
                </a:schemeClr>
              </a:solidFill>
              <a:latin typeface="Arial" pitchFamily="34" charset="0"/>
              <a:cs typeface="Arial" pitchFamily="34" charset="0"/>
            </a:endParaRPr>
          </a:p>
          <a:p>
            <a:pPr marL="514350" indent="-514350" algn="just">
              <a:lnSpc>
                <a:spcPct val="200000"/>
              </a:lnSpc>
              <a:buClr>
                <a:srgbClr val="002060"/>
              </a:buClr>
              <a:buFont typeface="+mj-lt"/>
              <a:buAutoNum type="romanLcPeriod"/>
            </a:pPr>
            <a:endParaRPr lang="en-US" sz="2400" dirty="0">
              <a:solidFill>
                <a:schemeClr val="bg1">
                  <a:lumMod val="95000"/>
                  <a:lumOff val="5000"/>
                </a:schemeClr>
              </a:solidFill>
              <a:latin typeface="Arial" pitchFamily="34" charset="0"/>
              <a:cs typeface="Arial" pitchFamily="34" charset="0"/>
            </a:endParaRPr>
          </a:p>
          <a:p>
            <a:pPr marL="514350" indent="-514350" algn="just">
              <a:lnSpc>
                <a:spcPct val="200000"/>
              </a:lnSpc>
              <a:buClr>
                <a:srgbClr val="002060"/>
              </a:buClr>
              <a:buFont typeface="+mj-lt"/>
              <a:buAutoNum type="romanLcPeriod"/>
            </a:pPr>
            <a:endParaRPr lang="en-US" sz="2400" dirty="0">
              <a:solidFill>
                <a:schemeClr val="bg1">
                  <a:lumMod val="95000"/>
                  <a:lumOff val="5000"/>
                </a:schemeClr>
              </a:solidFill>
              <a:latin typeface="Arial" pitchFamily="34" charset="0"/>
              <a:cs typeface="Arial" pitchFamily="34" charset="0"/>
            </a:endParaRPr>
          </a:p>
          <a:p>
            <a:pPr marL="514350" indent="-514350" algn="just">
              <a:lnSpc>
                <a:spcPct val="200000"/>
              </a:lnSpc>
              <a:buClr>
                <a:srgbClr val="002060"/>
              </a:buClr>
              <a:buFont typeface="+mj-lt"/>
              <a:buAutoNum type="romanLcPeriod"/>
            </a:pPr>
            <a:endParaRPr lang="en-US" sz="2400" dirty="0">
              <a:solidFill>
                <a:schemeClr val="bg1">
                  <a:lumMod val="95000"/>
                  <a:lumOff val="5000"/>
                </a:schemeClr>
              </a:solidFill>
              <a:latin typeface="Arial" pitchFamily="34" charset="0"/>
              <a:cs typeface="Arial" pitchFamily="34"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1236690237"/>
              </p:ext>
            </p:extLst>
          </p:nvPr>
        </p:nvGraphicFramePr>
        <p:xfrm>
          <a:off x="2423604" y="3219822"/>
          <a:ext cx="4368800" cy="1700212"/>
        </p:xfrm>
        <a:graphic>
          <a:graphicData uri="http://schemas.openxmlformats.org/presentationml/2006/ole">
            <mc:AlternateContent xmlns:mc="http://schemas.openxmlformats.org/markup-compatibility/2006">
              <mc:Choice xmlns:v="urn:schemas-microsoft-com:vml" Requires="v">
                <p:oleObj name="Equation" r:id="rId2" imgW="1892160" imgH="736560" progId="Equation.3">
                  <p:embed/>
                </p:oleObj>
              </mc:Choice>
              <mc:Fallback>
                <p:oleObj name="Equation" r:id="rId2" imgW="1892160" imgH="73656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604" y="3219822"/>
                        <a:ext cx="4368800"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364997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5" name="Straight Arrow Connector 4"/>
          <p:cNvCxnSpPr/>
          <p:nvPr/>
        </p:nvCxnSpPr>
        <p:spPr>
          <a:xfrm flipV="1">
            <a:off x="2339752" y="771550"/>
            <a:ext cx="0" cy="334837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2339752" y="4101920"/>
            <a:ext cx="6336704" cy="5400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771800" y="1437624"/>
            <a:ext cx="5112568" cy="2268252"/>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339752" y="2085696"/>
            <a:ext cx="2088232" cy="54006"/>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427984" y="2139702"/>
            <a:ext cx="0" cy="1962218"/>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14" name="Isosceles Triangle 13"/>
          <p:cNvSpPr/>
          <p:nvPr/>
        </p:nvSpPr>
        <p:spPr>
          <a:xfrm>
            <a:off x="4283968" y="1629258"/>
            <a:ext cx="288032" cy="24041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p:cNvCxnSpPr>
            <a:endCxn id="14" idx="3"/>
          </p:cNvCxnSpPr>
          <p:nvPr/>
        </p:nvCxnSpPr>
        <p:spPr>
          <a:xfrm flipV="1">
            <a:off x="4427984" y="1869671"/>
            <a:ext cx="0" cy="270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4" idx="1"/>
          </p:cNvCxnSpPr>
          <p:nvPr/>
        </p:nvCxnSpPr>
        <p:spPr>
          <a:xfrm flipH="1" flipV="1">
            <a:off x="2339752" y="1653649"/>
            <a:ext cx="2016224" cy="95816"/>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2339752" y="2409732"/>
            <a:ext cx="2736304" cy="54006"/>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763688" y="1437624"/>
            <a:ext cx="792088" cy="523220"/>
          </a:xfrm>
          <a:prstGeom prst="rect">
            <a:avLst/>
          </a:prstGeom>
          <a:noFill/>
        </p:spPr>
        <p:txBody>
          <a:bodyPr wrap="square" rtlCol="0">
            <a:spAutoFit/>
          </a:bodyPr>
          <a:lstStyle/>
          <a:p>
            <a:r>
              <a:rPr lang="en-US" sz="2800" dirty="0">
                <a:latin typeface="Arial" pitchFamily="34" charset="0"/>
                <a:cs typeface="Arial" pitchFamily="34" charset="0"/>
              </a:rPr>
              <a:t>Y</a:t>
            </a:r>
            <a:r>
              <a:rPr lang="en-US" sz="2800" baseline="-25000" dirty="0">
                <a:latin typeface="Arial" pitchFamily="34" charset="0"/>
                <a:cs typeface="Arial" pitchFamily="34" charset="0"/>
              </a:rPr>
              <a:t>i</a:t>
            </a:r>
            <a:endParaRPr lang="en-IN" sz="2800" baseline="-25000" dirty="0">
              <a:latin typeface="Arial" pitchFamily="34" charset="0"/>
              <a:cs typeface="Arial" pitchFamily="34" charset="0"/>
            </a:endParaRPr>
          </a:p>
        </p:txBody>
      </p:sp>
      <p:sp>
        <p:nvSpPr>
          <p:cNvPr id="22" name="TextBox 21"/>
          <p:cNvSpPr txBox="1"/>
          <p:nvPr/>
        </p:nvSpPr>
        <p:spPr>
          <a:xfrm>
            <a:off x="4211960" y="1167594"/>
            <a:ext cx="1080120" cy="461665"/>
          </a:xfrm>
          <a:prstGeom prst="rect">
            <a:avLst/>
          </a:prstGeom>
          <a:noFill/>
        </p:spPr>
        <p:txBody>
          <a:bodyPr wrap="square" rtlCol="0">
            <a:spAutoFit/>
          </a:bodyPr>
          <a:lstStyle/>
          <a:p>
            <a:r>
              <a:rPr lang="en-US" sz="2400" dirty="0">
                <a:latin typeface="Arial" pitchFamily="34" charset="0"/>
                <a:cs typeface="Arial" pitchFamily="34" charset="0"/>
              </a:rPr>
              <a:t>(X</a:t>
            </a:r>
            <a:r>
              <a:rPr lang="en-US" sz="2400" baseline="-25000" dirty="0">
                <a:latin typeface="Arial" pitchFamily="34" charset="0"/>
                <a:cs typeface="Arial" pitchFamily="34" charset="0"/>
              </a:rPr>
              <a:t>i</a:t>
            </a:r>
            <a:r>
              <a:rPr lang="en-US" sz="2400" dirty="0">
                <a:latin typeface="Arial" pitchFamily="34" charset="0"/>
                <a:cs typeface="Arial" pitchFamily="34" charset="0"/>
              </a:rPr>
              <a:t>, Y</a:t>
            </a:r>
            <a:r>
              <a:rPr lang="en-US" sz="2400" baseline="-25000" dirty="0">
                <a:latin typeface="Arial" pitchFamily="34" charset="0"/>
                <a:cs typeface="Arial" pitchFamily="34" charset="0"/>
              </a:rPr>
              <a:t>i</a:t>
            </a:r>
            <a:r>
              <a:rPr lang="en-US" sz="2400" dirty="0">
                <a:latin typeface="Arial" pitchFamily="34" charset="0"/>
                <a:cs typeface="Arial" pitchFamily="34" charset="0"/>
              </a:rPr>
              <a:t>)</a:t>
            </a:r>
            <a:endParaRPr lang="en-IN" sz="2400" dirty="0">
              <a:latin typeface="Arial" pitchFamily="34" charset="0"/>
              <a:cs typeface="Arial" pitchFamily="34" charset="0"/>
            </a:endParaRPr>
          </a:p>
        </p:txBody>
      </p:sp>
      <p:graphicFrame>
        <p:nvGraphicFramePr>
          <p:cNvPr id="23" name="Object 22"/>
          <p:cNvGraphicFramePr>
            <a:graphicFrameLocks noChangeAspect="1"/>
          </p:cNvGraphicFramePr>
          <p:nvPr>
            <p:extLst>
              <p:ext uri="{D42A27DB-BD31-4B8C-83A1-F6EECF244321}">
                <p14:modId xmlns:p14="http://schemas.microsoft.com/office/powerpoint/2010/main" val="4201589460"/>
              </p:ext>
            </p:extLst>
          </p:nvPr>
        </p:nvGraphicFramePr>
        <p:xfrm>
          <a:off x="1949388" y="1808265"/>
          <a:ext cx="420688" cy="428625"/>
        </p:xfrm>
        <a:graphic>
          <a:graphicData uri="http://schemas.openxmlformats.org/presentationml/2006/ole">
            <mc:AlternateContent xmlns:mc="http://schemas.openxmlformats.org/markup-compatibility/2006">
              <mc:Choice xmlns:v="urn:schemas-microsoft-com:vml" Requires="v">
                <p:oleObj name="Equation" r:id="rId2" imgW="177480" imgH="241200" progId="Equation.3">
                  <p:embed/>
                </p:oleObj>
              </mc:Choice>
              <mc:Fallback>
                <p:oleObj name="Equation" r:id="rId2" imgW="177480" imgH="241200" progId="Equation.3">
                  <p:embed/>
                  <p:pic>
                    <p:nvPicPr>
                      <p:cNvPr id="0" name="Picture 2"/>
                      <p:cNvPicPr>
                        <a:picLocks noChangeAspect="1" noChangeArrowheads="1"/>
                      </p:cNvPicPr>
                      <p:nvPr/>
                    </p:nvPicPr>
                    <p:blipFill>
                      <a:blip r:embed="rId3"/>
                      <a:srcRect/>
                      <a:stretch>
                        <a:fillRect/>
                      </a:stretch>
                    </p:blipFill>
                    <p:spPr bwMode="auto">
                      <a:xfrm>
                        <a:off x="1949388" y="1808265"/>
                        <a:ext cx="420688"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0099" name="Object 3"/>
          <p:cNvGraphicFramePr>
            <a:graphicFrameLocks noChangeAspect="1"/>
          </p:cNvGraphicFramePr>
          <p:nvPr>
            <p:extLst>
              <p:ext uri="{D42A27DB-BD31-4B8C-83A1-F6EECF244321}">
                <p14:modId xmlns:p14="http://schemas.microsoft.com/office/powerpoint/2010/main" val="707866814"/>
              </p:ext>
            </p:extLst>
          </p:nvPr>
        </p:nvGraphicFramePr>
        <p:xfrm>
          <a:off x="1919547" y="2294073"/>
          <a:ext cx="392113" cy="339329"/>
        </p:xfrm>
        <a:graphic>
          <a:graphicData uri="http://schemas.openxmlformats.org/presentationml/2006/ole">
            <mc:AlternateContent xmlns:mc="http://schemas.openxmlformats.org/markup-compatibility/2006">
              <mc:Choice xmlns:v="urn:schemas-microsoft-com:vml" Requires="v">
                <p:oleObj name="Equation" r:id="rId4" imgW="164880" imgH="190440" progId="Equation.3">
                  <p:embed/>
                </p:oleObj>
              </mc:Choice>
              <mc:Fallback>
                <p:oleObj name="Equation" r:id="rId4" imgW="164880" imgH="190440" progId="Equation.3">
                  <p:embed/>
                  <p:pic>
                    <p:nvPicPr>
                      <p:cNvPr id="0" name="Picture 3"/>
                      <p:cNvPicPr>
                        <a:picLocks noChangeAspect="1" noChangeArrowheads="1"/>
                      </p:cNvPicPr>
                      <p:nvPr/>
                    </p:nvPicPr>
                    <p:blipFill>
                      <a:blip r:embed="rId5"/>
                      <a:srcRect/>
                      <a:stretch>
                        <a:fillRect/>
                      </a:stretch>
                    </p:blipFill>
                    <p:spPr bwMode="auto">
                      <a:xfrm>
                        <a:off x="1919547" y="2294073"/>
                        <a:ext cx="392113" cy="3393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Box 26"/>
          <p:cNvSpPr txBox="1"/>
          <p:nvPr/>
        </p:nvSpPr>
        <p:spPr>
          <a:xfrm>
            <a:off x="4427984" y="3651870"/>
            <a:ext cx="648072" cy="461665"/>
          </a:xfrm>
          <a:prstGeom prst="rect">
            <a:avLst/>
          </a:prstGeom>
          <a:noFill/>
        </p:spPr>
        <p:txBody>
          <a:bodyPr wrap="square" rtlCol="0">
            <a:spAutoFit/>
          </a:bodyPr>
          <a:lstStyle/>
          <a:p>
            <a:r>
              <a:rPr lang="en-US" sz="2400" dirty="0">
                <a:solidFill>
                  <a:schemeClr val="bg1">
                    <a:lumMod val="95000"/>
                    <a:lumOff val="5000"/>
                  </a:schemeClr>
                </a:solidFill>
                <a:latin typeface="Arial" pitchFamily="34" charset="0"/>
                <a:cs typeface="Arial" pitchFamily="34" charset="0"/>
              </a:rPr>
              <a:t>X</a:t>
            </a:r>
            <a:r>
              <a:rPr lang="en-US" sz="2400" baseline="-25000" dirty="0">
                <a:solidFill>
                  <a:schemeClr val="bg1">
                    <a:lumMod val="95000"/>
                    <a:lumOff val="5000"/>
                  </a:schemeClr>
                </a:solidFill>
                <a:latin typeface="Arial" pitchFamily="34" charset="0"/>
                <a:cs typeface="Arial" pitchFamily="34" charset="0"/>
              </a:rPr>
              <a:t>i</a:t>
            </a:r>
            <a:endParaRPr lang="en-IN" sz="2400" baseline="-25000" dirty="0">
              <a:solidFill>
                <a:schemeClr val="bg1">
                  <a:lumMod val="95000"/>
                  <a:lumOff val="5000"/>
                </a:schemeClr>
              </a:solidFill>
              <a:latin typeface="Arial" pitchFamily="34" charset="0"/>
              <a:cs typeface="Arial" pitchFamily="34" charset="0"/>
            </a:endParaRPr>
          </a:p>
        </p:txBody>
      </p:sp>
      <p:graphicFrame>
        <p:nvGraphicFramePr>
          <p:cNvPr id="28" name="Object 27"/>
          <p:cNvGraphicFramePr>
            <a:graphicFrameLocks noChangeAspect="1"/>
          </p:cNvGraphicFramePr>
          <p:nvPr>
            <p:extLst>
              <p:ext uri="{D42A27DB-BD31-4B8C-83A1-F6EECF244321}">
                <p14:modId xmlns:p14="http://schemas.microsoft.com/office/powerpoint/2010/main" val="1686974066"/>
              </p:ext>
            </p:extLst>
          </p:nvPr>
        </p:nvGraphicFramePr>
        <p:xfrm>
          <a:off x="4742634" y="1550333"/>
          <a:ext cx="2228850" cy="514350"/>
        </p:xfrm>
        <a:graphic>
          <a:graphicData uri="http://schemas.openxmlformats.org/presentationml/2006/ole">
            <mc:AlternateContent xmlns:mc="http://schemas.openxmlformats.org/markup-compatibility/2006">
              <mc:Choice xmlns:v="urn:schemas-microsoft-com:vml" Requires="v">
                <p:oleObj name="Equation" r:id="rId6" imgW="825480" imgH="253800" progId="Equation.3">
                  <p:embed/>
                </p:oleObj>
              </mc:Choice>
              <mc:Fallback>
                <p:oleObj name="Equation" r:id="rId6" imgW="825480" imgH="253800" progId="Equation.3">
                  <p:embed/>
                  <p:pic>
                    <p:nvPicPr>
                      <p:cNvPr id="0" name="Picture 4"/>
                      <p:cNvPicPr>
                        <a:picLocks noChangeAspect="1" noChangeArrowheads="1"/>
                      </p:cNvPicPr>
                      <p:nvPr/>
                    </p:nvPicPr>
                    <p:blipFill>
                      <a:blip r:embed="rId7"/>
                      <a:srcRect/>
                      <a:stretch>
                        <a:fillRect/>
                      </a:stretch>
                    </p:blipFill>
                    <p:spPr bwMode="auto">
                      <a:xfrm>
                        <a:off x="4742634" y="1550333"/>
                        <a:ext cx="2228850" cy="514350"/>
                      </a:xfrm>
                      <a:prstGeom prst="rect">
                        <a:avLst/>
                      </a:prstGeom>
                      <a:noFill/>
                      <a:ln w="28575">
                        <a:solidFill>
                          <a:srgbClr val="002060"/>
                        </a:solidFill>
                      </a:ln>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1867944672"/>
              </p:ext>
            </p:extLst>
          </p:nvPr>
        </p:nvGraphicFramePr>
        <p:xfrm>
          <a:off x="1928851" y="1414463"/>
          <a:ext cx="314287" cy="320194"/>
        </p:xfrm>
        <a:graphic>
          <a:graphicData uri="http://schemas.openxmlformats.org/presentationml/2006/ole">
            <mc:AlternateContent xmlns:mc="http://schemas.openxmlformats.org/markup-compatibility/2006">
              <mc:Choice xmlns:v="urn:schemas-microsoft-com:vml" Requires="v">
                <p:oleObj name="Equation" r:id="rId8" imgW="177480" imgH="241200" progId="Equation.3">
                  <p:embed/>
                </p:oleObj>
              </mc:Choice>
              <mc:Fallback>
                <p:oleObj name="Equation" r:id="rId8" imgW="177480" imgH="241200" progId="Equation.3">
                  <p:embed/>
                  <p:pic>
                    <p:nvPicPr>
                      <p:cNvPr id="0" name="Object 3"/>
                      <p:cNvPicPr>
                        <a:picLocks noChangeAspect="1" noChangeArrowheads="1"/>
                      </p:cNvPicPr>
                      <p:nvPr/>
                    </p:nvPicPr>
                    <p:blipFill>
                      <a:blip r:embed="rId9"/>
                      <a:srcRect/>
                      <a:stretch>
                        <a:fillRect/>
                      </a:stretch>
                    </p:blipFill>
                    <p:spPr bwMode="auto">
                      <a:xfrm>
                        <a:off x="1928851" y="1414463"/>
                        <a:ext cx="314287" cy="320194"/>
                      </a:xfrm>
                      <a:prstGeom prst="rect">
                        <a:avLst/>
                      </a:prstGeom>
                      <a:noFill/>
                      <a:ln>
                        <a:noFill/>
                      </a:ln>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TextBox 3"/>
          <p:cNvSpPr txBox="1">
            <a:spLocks noChangeArrowheads="1"/>
          </p:cNvSpPr>
          <p:nvPr/>
        </p:nvSpPr>
        <p:spPr bwMode="auto">
          <a:xfrm>
            <a:off x="246506" y="398443"/>
            <a:ext cx="8713788"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iral"/>
              </a:rPr>
              <a:t>Sum of Squares in Linear Regression</a:t>
            </a:r>
            <a:endParaRPr lang="en-IN" sz="3200" b="1" dirty="0">
              <a:solidFill>
                <a:srgbClr val="0070C0"/>
              </a:solidFill>
              <a:effectLst>
                <a:outerShdw blurRad="38100" dist="38100" dir="2700000" algn="tl">
                  <a:srgbClr val="000000">
                    <a:alpha val="43137"/>
                  </a:srgbClr>
                </a:outerShdw>
              </a:effectLst>
              <a:latin typeface="Airal"/>
            </a:endParaRPr>
          </a:p>
        </p:txBody>
      </p:sp>
      <p:sp>
        <p:nvSpPr>
          <p:cNvPr id="63493" name="TextBox 6"/>
          <p:cNvSpPr txBox="1">
            <a:spLocks noChangeArrowheads="1"/>
          </p:cNvSpPr>
          <p:nvPr/>
        </p:nvSpPr>
        <p:spPr bwMode="auto">
          <a:xfrm>
            <a:off x="539552" y="1203598"/>
            <a:ext cx="8208912" cy="3785652"/>
          </a:xfrm>
          <a:prstGeom prst="rect">
            <a:avLst/>
          </a:prstGeom>
          <a:noFill/>
          <a:ln w="9525">
            <a:noFill/>
            <a:miter lim="800000"/>
            <a:headEnd/>
            <a:tailEnd/>
          </a:ln>
        </p:spPr>
        <p:txBody>
          <a:bodyPr wrap="square">
            <a:spAutoFit/>
          </a:bodyPr>
          <a:lstStyle/>
          <a:p>
            <a:pPr algn="ctr">
              <a:lnSpc>
                <a:spcPct val="200000"/>
              </a:lnSpc>
            </a:pPr>
            <a:r>
              <a:rPr lang="en-US" sz="2400" dirty="0">
                <a:solidFill>
                  <a:srgbClr val="002060"/>
                </a:solidFill>
                <a:latin typeface="Arial" pitchFamily="34" charset="0"/>
                <a:cs typeface="Arial" pitchFamily="34" charset="0"/>
              </a:rPr>
              <a:t>Total Sum of Squares = </a:t>
            </a:r>
          </a:p>
          <a:p>
            <a:pPr algn="ctr">
              <a:lnSpc>
                <a:spcPct val="200000"/>
              </a:lnSpc>
            </a:pPr>
            <a:r>
              <a:rPr lang="en-US" sz="2400" dirty="0">
                <a:solidFill>
                  <a:srgbClr val="002060"/>
                </a:solidFill>
                <a:latin typeface="Arial" pitchFamily="34" charset="0"/>
                <a:cs typeface="Arial" pitchFamily="34" charset="0"/>
              </a:rPr>
              <a:t>Regression Sum of Squares </a:t>
            </a:r>
          </a:p>
          <a:p>
            <a:pPr algn="ctr">
              <a:lnSpc>
                <a:spcPct val="200000"/>
              </a:lnSpc>
            </a:pPr>
            <a:r>
              <a:rPr lang="en-US" sz="2400" dirty="0">
                <a:solidFill>
                  <a:srgbClr val="002060"/>
                </a:solidFill>
                <a:latin typeface="Arial" pitchFamily="34" charset="0"/>
                <a:cs typeface="Arial" pitchFamily="34" charset="0"/>
              </a:rPr>
              <a:t>+ </a:t>
            </a:r>
          </a:p>
          <a:p>
            <a:pPr algn="ctr">
              <a:lnSpc>
                <a:spcPct val="200000"/>
              </a:lnSpc>
            </a:pPr>
            <a:r>
              <a:rPr lang="en-US" sz="2400" dirty="0">
                <a:solidFill>
                  <a:srgbClr val="002060"/>
                </a:solidFill>
                <a:latin typeface="Arial" pitchFamily="34" charset="0"/>
                <a:cs typeface="Arial" pitchFamily="34" charset="0"/>
              </a:rPr>
              <a:t>Residual Sum of Squares</a:t>
            </a:r>
          </a:p>
          <a:p>
            <a:pPr algn="ctr">
              <a:lnSpc>
                <a:spcPct val="200000"/>
              </a:lnSpc>
            </a:pPr>
            <a:r>
              <a:rPr lang="en-US" sz="2400" dirty="0" err="1">
                <a:solidFill>
                  <a:srgbClr val="002060"/>
                </a:solidFill>
                <a:latin typeface="Arial" pitchFamily="34" charset="0"/>
                <a:cs typeface="Arial" pitchFamily="34" charset="0"/>
              </a:rPr>
              <a:t>SS</a:t>
            </a:r>
            <a:r>
              <a:rPr lang="en-US" sz="2400" baseline="-25000" dirty="0" err="1">
                <a:solidFill>
                  <a:srgbClr val="002060"/>
                </a:solidFill>
                <a:latin typeface="Arial" pitchFamily="34" charset="0"/>
                <a:cs typeface="Arial" pitchFamily="34" charset="0"/>
              </a:rPr>
              <a:t>Total</a:t>
            </a:r>
            <a:r>
              <a:rPr lang="en-US" sz="2400" dirty="0">
                <a:solidFill>
                  <a:srgbClr val="002060"/>
                </a:solidFill>
                <a:latin typeface="Arial" pitchFamily="34" charset="0"/>
                <a:cs typeface="Arial" pitchFamily="34" charset="0"/>
              </a:rPr>
              <a:t> = </a:t>
            </a:r>
            <a:r>
              <a:rPr lang="en-US" sz="2400" dirty="0" err="1">
                <a:solidFill>
                  <a:srgbClr val="002060"/>
                </a:solidFill>
                <a:latin typeface="Arial" pitchFamily="34" charset="0"/>
                <a:cs typeface="Arial" pitchFamily="34" charset="0"/>
              </a:rPr>
              <a:t>SS</a:t>
            </a:r>
            <a:r>
              <a:rPr lang="en-US" sz="2400" baseline="-25000" dirty="0" err="1">
                <a:solidFill>
                  <a:srgbClr val="002060"/>
                </a:solidFill>
                <a:latin typeface="Arial" pitchFamily="34" charset="0"/>
                <a:cs typeface="Arial" pitchFamily="34" charset="0"/>
              </a:rPr>
              <a:t>Regression</a:t>
            </a:r>
            <a:r>
              <a:rPr lang="en-US" sz="2400" dirty="0">
                <a:solidFill>
                  <a:srgbClr val="002060"/>
                </a:solidFill>
                <a:latin typeface="Arial" pitchFamily="34" charset="0"/>
                <a:cs typeface="Arial" pitchFamily="34" charset="0"/>
              </a:rPr>
              <a:t> + </a:t>
            </a:r>
            <a:r>
              <a:rPr lang="en-US" sz="2400" dirty="0" err="1">
                <a:solidFill>
                  <a:srgbClr val="002060"/>
                </a:solidFill>
                <a:latin typeface="Arial" pitchFamily="34" charset="0"/>
                <a:cs typeface="Arial" pitchFamily="34" charset="0"/>
              </a:rPr>
              <a:t>SS</a:t>
            </a:r>
            <a:r>
              <a:rPr lang="en-US" sz="2400" baseline="-25000" dirty="0" err="1">
                <a:solidFill>
                  <a:srgbClr val="002060"/>
                </a:solidFill>
                <a:latin typeface="Arial" pitchFamily="34" charset="0"/>
                <a:cs typeface="Arial" pitchFamily="34" charset="0"/>
              </a:rPr>
              <a:t>Residual</a:t>
            </a:r>
            <a:endParaRPr lang="en-IN" sz="2400" baseline="-25000" dirty="0">
              <a:solidFill>
                <a:srgbClr val="002060"/>
              </a:solidFill>
              <a:latin typeface="Arial" pitchFamily="34" charset="0"/>
              <a:cs typeface="Arial" pitchFamily="34" charset="0"/>
            </a:endParaRPr>
          </a:p>
        </p:txBody>
      </p:sp>
    </p:spTree>
    <p:extLst>
      <p:ext uri="{BB962C8B-B14F-4D97-AF65-F5344CB8AC3E}">
        <p14:creationId xmlns:p14="http://schemas.microsoft.com/office/powerpoint/2010/main" val="27021803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539749" y="1481167"/>
                <a:ext cx="8316441" cy="9124742"/>
              </a:xfrm>
              <a:prstGeom prst="rect">
                <a:avLst/>
              </a:prstGeom>
              <a:noFill/>
            </p:spPr>
            <p:txBody>
              <a:bodyPr wrap="square" rtlCol="0">
                <a:spAutoFit/>
              </a:bodyPr>
              <a:lstStyle/>
              <a:p>
                <a:pPr algn="just">
                  <a:lnSpc>
                    <a:spcPct val="150000"/>
                  </a:lnSpc>
                </a:pPr>
                <a:r>
                  <a:rPr lang="en-US" sz="2400" dirty="0">
                    <a:solidFill>
                      <a:schemeClr val="bg1">
                        <a:lumMod val="95000"/>
                        <a:lumOff val="5000"/>
                      </a:schemeClr>
                    </a:solidFill>
                    <a:latin typeface="Arial" pitchFamily="34" charset="0"/>
                    <a:cs typeface="Arial" pitchFamily="34" charset="0"/>
                  </a:rPr>
                  <a:t>The total sum of squares is given as usual by</a:t>
                </a: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2400" i="1" smtClean="0">
                              <a:solidFill>
                                <a:schemeClr val="bg1">
                                  <a:lumMod val="95000"/>
                                  <a:lumOff val="5000"/>
                                </a:schemeClr>
                              </a:solidFill>
                              <a:latin typeface="Cambria Math" panose="02040503050406030204" pitchFamily="18" charset="0"/>
                              <a:cs typeface="Arial" pitchFamily="34" charset="0"/>
                            </a:rPr>
                          </m:ctrlPr>
                        </m:sSubPr>
                        <m:e>
                          <m:r>
                            <m:rPr>
                              <m:sty m:val="p"/>
                            </m:rPr>
                            <a:rPr lang="en-US" sz="2400" b="0" i="0" smtClean="0">
                              <a:solidFill>
                                <a:schemeClr val="bg1">
                                  <a:lumMod val="95000"/>
                                  <a:lumOff val="5000"/>
                                </a:schemeClr>
                              </a:solidFill>
                              <a:latin typeface="Cambria Math"/>
                              <a:cs typeface="Arial" pitchFamily="34" charset="0"/>
                            </a:rPr>
                            <m:t>SS</m:t>
                          </m:r>
                        </m:e>
                        <m:sub>
                          <m:r>
                            <m:rPr>
                              <m:sty m:val="p"/>
                            </m:rPr>
                            <a:rPr lang="en-US" sz="2400" b="0" i="0" smtClean="0">
                              <a:solidFill>
                                <a:schemeClr val="bg1">
                                  <a:lumMod val="95000"/>
                                  <a:lumOff val="5000"/>
                                </a:schemeClr>
                              </a:solidFill>
                              <a:latin typeface="Cambria Math"/>
                              <a:cs typeface="Arial" pitchFamily="34" charset="0"/>
                            </a:rPr>
                            <m:t>total</m:t>
                          </m:r>
                        </m:sub>
                      </m:sSub>
                      <m:r>
                        <a:rPr lang="en-US" sz="2400" b="0" i="0" smtClean="0">
                          <a:solidFill>
                            <a:schemeClr val="bg1">
                              <a:lumMod val="95000"/>
                              <a:lumOff val="5000"/>
                            </a:schemeClr>
                          </a:solidFill>
                          <a:latin typeface="Cambria Math"/>
                          <a:cs typeface="Arial" pitchFamily="34" charset="0"/>
                        </a:rPr>
                        <m:t>=</m:t>
                      </m:r>
                      <m:nary>
                        <m:naryPr>
                          <m:chr m:val="∑"/>
                          <m:ctrlPr>
                            <a:rPr lang="en-US" sz="2400" b="0" i="1" smtClean="0">
                              <a:solidFill>
                                <a:schemeClr val="bg1">
                                  <a:lumMod val="95000"/>
                                  <a:lumOff val="5000"/>
                                </a:schemeClr>
                              </a:solidFill>
                              <a:latin typeface="Cambria Math" panose="02040503050406030204" pitchFamily="18" charset="0"/>
                              <a:cs typeface="Arial" pitchFamily="34" charset="0"/>
                            </a:rPr>
                          </m:ctrlPr>
                        </m:naryPr>
                        <m:sub>
                          <m:r>
                            <m:rPr>
                              <m:sty m:val="p"/>
                              <m:brk m:alnAt="23"/>
                            </m:rPr>
                            <a:rPr lang="en-US" sz="2400" b="0" i="0" smtClean="0">
                              <a:solidFill>
                                <a:schemeClr val="bg1">
                                  <a:lumMod val="95000"/>
                                  <a:lumOff val="5000"/>
                                </a:schemeClr>
                              </a:solidFill>
                              <a:latin typeface="Cambria Math"/>
                              <a:cs typeface="Arial" pitchFamily="34" charset="0"/>
                            </a:rPr>
                            <m:t>i</m:t>
                          </m:r>
                          <m:r>
                            <a:rPr lang="en-US" sz="2400" b="0" i="0" smtClean="0">
                              <a:solidFill>
                                <a:schemeClr val="bg1">
                                  <a:lumMod val="95000"/>
                                  <a:lumOff val="5000"/>
                                </a:schemeClr>
                              </a:solidFill>
                              <a:latin typeface="Cambria Math"/>
                              <a:cs typeface="Arial" pitchFamily="34" charset="0"/>
                            </a:rPr>
                            <m:t>=1</m:t>
                          </m:r>
                        </m:sub>
                        <m:sup>
                          <m:r>
                            <m:rPr>
                              <m:sty m:val="p"/>
                            </m:rPr>
                            <a:rPr lang="en-US" sz="2400" b="0" i="0" smtClean="0">
                              <a:solidFill>
                                <a:schemeClr val="bg1">
                                  <a:lumMod val="95000"/>
                                  <a:lumOff val="5000"/>
                                </a:schemeClr>
                              </a:solidFill>
                              <a:latin typeface="Cambria Math"/>
                              <a:cs typeface="Arial" pitchFamily="34" charset="0"/>
                            </a:rPr>
                            <m:t>n</m:t>
                          </m:r>
                        </m:sup>
                        <m:e>
                          <m:sSup>
                            <m:sSupPr>
                              <m:ctrlPr>
                                <a:rPr lang="en-US" sz="2400" b="0" i="1" smtClean="0">
                                  <a:solidFill>
                                    <a:schemeClr val="bg1">
                                      <a:lumMod val="95000"/>
                                      <a:lumOff val="5000"/>
                                    </a:schemeClr>
                                  </a:solidFill>
                                  <a:latin typeface="Cambria Math" panose="02040503050406030204" pitchFamily="18" charset="0"/>
                                  <a:cs typeface="Arial" pitchFamily="34" charset="0"/>
                                </a:rPr>
                              </m:ctrlPr>
                            </m:sSupPr>
                            <m:e>
                              <m:d>
                                <m:dPr>
                                  <m:ctrlPr>
                                    <a:rPr lang="en-US" sz="2400" i="1">
                                      <a:solidFill>
                                        <a:schemeClr val="bg1">
                                          <a:lumMod val="95000"/>
                                          <a:lumOff val="5000"/>
                                        </a:schemeClr>
                                      </a:solidFill>
                                      <a:latin typeface="Cambria Math" panose="02040503050406030204" pitchFamily="18" charset="0"/>
                                      <a:cs typeface="Arial" pitchFamily="34" charset="0"/>
                                    </a:rPr>
                                  </m:ctrlPr>
                                </m:dPr>
                                <m:e>
                                  <m:sSub>
                                    <m:sSubPr>
                                      <m:ctrlPr>
                                        <a:rPr lang="en-US" sz="2400" i="1" smtClean="0">
                                          <a:solidFill>
                                            <a:schemeClr val="bg1">
                                              <a:lumMod val="95000"/>
                                              <a:lumOff val="5000"/>
                                            </a:schemeClr>
                                          </a:solidFill>
                                          <a:latin typeface="Cambria Math" panose="02040503050406030204" pitchFamily="18" charset="0"/>
                                          <a:cs typeface="Arial" pitchFamily="34" charset="0"/>
                                        </a:rPr>
                                      </m:ctrlPr>
                                    </m:sSubPr>
                                    <m:e>
                                      <m:r>
                                        <m:rPr>
                                          <m:sty m:val="p"/>
                                        </m:rPr>
                                        <a:rPr lang="en-US" sz="2400" b="0" i="0" smtClean="0">
                                          <a:solidFill>
                                            <a:schemeClr val="bg1">
                                              <a:lumMod val="95000"/>
                                              <a:lumOff val="5000"/>
                                            </a:schemeClr>
                                          </a:solidFill>
                                          <a:latin typeface="Cambria Math"/>
                                          <a:cs typeface="Arial" pitchFamily="34" charset="0"/>
                                        </a:rPr>
                                        <m:t>Y</m:t>
                                      </m:r>
                                    </m:e>
                                    <m:sub>
                                      <m:r>
                                        <m:rPr>
                                          <m:sty m:val="p"/>
                                        </m:rPr>
                                        <a:rPr lang="en-US" sz="2400" b="0" i="0" smtClean="0">
                                          <a:solidFill>
                                            <a:schemeClr val="bg1">
                                              <a:lumMod val="95000"/>
                                              <a:lumOff val="5000"/>
                                            </a:schemeClr>
                                          </a:solidFill>
                                          <a:latin typeface="Cambria Math"/>
                                          <a:cs typeface="Arial" pitchFamily="34" charset="0"/>
                                        </a:rPr>
                                        <m:t>i</m:t>
                                      </m:r>
                                    </m:sub>
                                  </m:sSub>
                                  <m:r>
                                    <a:rPr lang="en-US" sz="2400" b="0" i="0" smtClean="0">
                                      <a:solidFill>
                                        <a:schemeClr val="bg1">
                                          <a:lumMod val="95000"/>
                                          <a:lumOff val="5000"/>
                                        </a:schemeClr>
                                      </a:solidFill>
                                      <a:latin typeface="Cambria Math"/>
                                      <a:cs typeface="Arial" pitchFamily="34" charset="0"/>
                                    </a:rPr>
                                    <m:t>−</m:t>
                                  </m:r>
                                  <m:acc>
                                    <m:accPr>
                                      <m:chr m:val="̅"/>
                                      <m:ctrlPr>
                                        <a:rPr lang="en-US" sz="2400" b="0" i="1" smtClean="0">
                                          <a:solidFill>
                                            <a:schemeClr val="bg1">
                                              <a:lumMod val="95000"/>
                                              <a:lumOff val="5000"/>
                                            </a:schemeClr>
                                          </a:solidFill>
                                          <a:latin typeface="Cambria Math" panose="02040503050406030204" pitchFamily="18" charset="0"/>
                                          <a:cs typeface="Arial" pitchFamily="34" charset="0"/>
                                        </a:rPr>
                                      </m:ctrlPr>
                                    </m:accPr>
                                    <m:e>
                                      <m:r>
                                        <m:rPr>
                                          <m:sty m:val="p"/>
                                        </m:rPr>
                                        <a:rPr lang="en-US" sz="2400" b="0" i="0" smtClean="0">
                                          <a:solidFill>
                                            <a:schemeClr val="bg1">
                                              <a:lumMod val="95000"/>
                                              <a:lumOff val="5000"/>
                                            </a:schemeClr>
                                          </a:solidFill>
                                          <a:latin typeface="Cambria Math"/>
                                          <a:cs typeface="Arial" pitchFamily="34" charset="0"/>
                                        </a:rPr>
                                        <m:t>Y</m:t>
                                      </m:r>
                                    </m:e>
                                  </m:acc>
                                </m:e>
                              </m:d>
                            </m:e>
                            <m:sup>
                              <m:r>
                                <a:rPr lang="en-US" sz="2400" b="0" i="0" smtClean="0">
                                  <a:solidFill>
                                    <a:schemeClr val="bg1">
                                      <a:lumMod val="95000"/>
                                      <a:lumOff val="5000"/>
                                    </a:schemeClr>
                                  </a:solidFill>
                                  <a:latin typeface="Cambria Math"/>
                                  <a:cs typeface="Arial" pitchFamily="34" charset="0"/>
                                </a:rPr>
                                <m:t>2</m:t>
                              </m:r>
                            </m:sup>
                          </m:sSup>
                        </m:e>
                      </m:nary>
                    </m:oMath>
                  </m:oMathPara>
                </a14:m>
                <a:endParaRPr lang="en-US" sz="2400" dirty="0">
                  <a:solidFill>
                    <a:schemeClr val="bg1">
                      <a:lumMod val="95000"/>
                      <a:lumOff val="5000"/>
                    </a:schemeClr>
                  </a:solidFill>
                  <a:latin typeface="Arial" pitchFamily="34" charset="0"/>
                  <a:cs typeface="Arial" pitchFamily="34" charset="0"/>
                </a:endParaRPr>
              </a:p>
              <a:p>
                <a:pPr algn="just">
                  <a:lnSpc>
                    <a:spcPct val="150000"/>
                  </a:lnSpc>
                </a:pPr>
                <a:endParaRPr lang="en-US" sz="2400" dirty="0">
                  <a:solidFill>
                    <a:schemeClr val="bg1">
                      <a:lumMod val="95000"/>
                      <a:lumOff val="5000"/>
                    </a:schemeClr>
                  </a:solidFill>
                  <a:latin typeface="Arial" pitchFamily="34" charset="0"/>
                  <a:cs typeface="Arial" pitchFamily="34" charset="0"/>
                </a:endParaRPr>
              </a:p>
              <a:p>
                <a:pPr algn="just">
                  <a:lnSpc>
                    <a:spcPct val="150000"/>
                  </a:lnSpc>
                </a:pPr>
                <a:endParaRPr lang="en-US" sz="2400" dirty="0">
                  <a:solidFill>
                    <a:schemeClr val="bg1">
                      <a:lumMod val="95000"/>
                      <a:lumOff val="5000"/>
                    </a:schemeClr>
                  </a:solidFill>
                  <a:latin typeface="Arial" pitchFamily="34" charset="0"/>
                  <a:cs typeface="Arial" pitchFamily="34" charset="0"/>
                </a:endParaRPr>
              </a:p>
              <a:p>
                <a:pPr algn="just">
                  <a:lnSpc>
                    <a:spcPct val="150000"/>
                  </a:lnSpc>
                </a:pPr>
                <a:endParaRPr lang="en-US" sz="2400" dirty="0">
                  <a:solidFill>
                    <a:schemeClr val="bg1">
                      <a:lumMod val="95000"/>
                      <a:lumOff val="5000"/>
                    </a:schemeClr>
                  </a:solidFill>
                  <a:latin typeface="Arial" pitchFamily="34" charset="0"/>
                  <a:cs typeface="Arial" pitchFamily="34" charset="0"/>
                </a:endParaRPr>
              </a:p>
              <a:p>
                <a:pPr algn="just">
                  <a:lnSpc>
                    <a:spcPct val="150000"/>
                  </a:lnSpc>
                </a:pPr>
                <a:endParaRPr lang="en-US" sz="2400" dirty="0">
                  <a:solidFill>
                    <a:schemeClr val="bg1">
                      <a:lumMod val="95000"/>
                      <a:lumOff val="5000"/>
                    </a:schemeClr>
                  </a:solidFill>
                  <a:latin typeface="Arial" pitchFamily="34" charset="0"/>
                  <a:cs typeface="Arial" pitchFamily="34" charset="0"/>
                </a:endParaRPr>
              </a:p>
              <a:p>
                <a:pPr algn="just">
                  <a:lnSpc>
                    <a:spcPct val="150000"/>
                  </a:lnSpc>
                </a:pPr>
                <a:endParaRPr lang="en-US" sz="2400" dirty="0">
                  <a:solidFill>
                    <a:schemeClr val="bg1">
                      <a:lumMod val="95000"/>
                      <a:lumOff val="5000"/>
                    </a:schemeClr>
                  </a:solidFill>
                  <a:latin typeface="Arial" pitchFamily="34" charset="0"/>
                  <a:cs typeface="Arial" pitchFamily="34" charset="0"/>
                </a:endParaRPr>
              </a:p>
              <a:p>
                <a:pPr algn="just">
                  <a:lnSpc>
                    <a:spcPct val="150000"/>
                  </a:lnSpc>
                </a:pPr>
                <a:endParaRPr lang="en-US" sz="2400" dirty="0">
                  <a:solidFill>
                    <a:schemeClr val="bg1">
                      <a:lumMod val="95000"/>
                      <a:lumOff val="5000"/>
                    </a:schemeClr>
                  </a:solidFill>
                  <a:latin typeface="Arial" pitchFamily="34" charset="0"/>
                  <a:cs typeface="Arial" pitchFamily="34" charset="0"/>
                </a:endParaRPr>
              </a:p>
              <a:p>
                <a:pPr algn="just">
                  <a:lnSpc>
                    <a:spcPct val="150000"/>
                  </a:lnSpc>
                </a:pPr>
                <a:endParaRPr lang="en-US" sz="2400" dirty="0">
                  <a:solidFill>
                    <a:schemeClr val="bg1">
                      <a:lumMod val="95000"/>
                      <a:lumOff val="5000"/>
                    </a:schemeClr>
                  </a:solidFill>
                  <a:latin typeface="Arial" pitchFamily="34" charset="0"/>
                  <a:cs typeface="Arial" pitchFamily="34" charset="0"/>
                </a:endParaRPr>
              </a:p>
              <a:p>
                <a:pPr algn="just">
                  <a:lnSpc>
                    <a:spcPct val="150000"/>
                  </a:lnSpc>
                </a:pPr>
                <a:endParaRPr lang="en-US" sz="2200" dirty="0">
                  <a:solidFill>
                    <a:schemeClr val="bg1">
                      <a:lumMod val="95000"/>
                      <a:lumOff val="5000"/>
                    </a:schemeClr>
                  </a:solidFill>
                  <a:latin typeface="Arial" pitchFamily="34" charset="0"/>
                  <a:cs typeface="Arial" pitchFamily="34" charset="0"/>
                </a:endParaRPr>
              </a:p>
              <a:p>
                <a:pPr algn="just">
                  <a:lnSpc>
                    <a:spcPct val="150000"/>
                  </a:lnSpc>
                </a:pPr>
                <a:endParaRPr lang="en-US" sz="2200" dirty="0">
                  <a:solidFill>
                    <a:schemeClr val="bg1">
                      <a:lumMod val="95000"/>
                      <a:lumOff val="5000"/>
                    </a:schemeClr>
                  </a:solidFill>
                  <a:latin typeface="Arial" pitchFamily="34" charset="0"/>
                  <a:cs typeface="Arial" pitchFamily="34" charset="0"/>
                </a:endParaRPr>
              </a:p>
              <a:p>
                <a:pPr algn="just">
                  <a:lnSpc>
                    <a:spcPct val="150000"/>
                  </a:lnSpc>
                </a:pPr>
                <a:endParaRPr lang="en-US" sz="2200" dirty="0">
                  <a:solidFill>
                    <a:schemeClr val="bg1">
                      <a:lumMod val="95000"/>
                      <a:lumOff val="5000"/>
                    </a:schemeClr>
                  </a:solidFill>
                  <a:latin typeface="Arial" pitchFamily="34" charset="0"/>
                  <a:cs typeface="Arial" pitchFamily="34" charset="0"/>
                </a:endParaRPr>
              </a:p>
              <a:p>
                <a:pPr algn="just">
                  <a:lnSpc>
                    <a:spcPct val="150000"/>
                  </a:lnSpc>
                </a:pPr>
                <a:endParaRPr lang="en-US" sz="2200" dirty="0">
                  <a:solidFill>
                    <a:schemeClr val="bg1">
                      <a:lumMod val="95000"/>
                      <a:lumOff val="5000"/>
                    </a:schemeClr>
                  </a:solidFill>
                  <a:latin typeface="Arial" pitchFamily="34" charset="0"/>
                  <a:cs typeface="Arial" pitchFamily="34" charset="0"/>
                </a:endParaRPr>
              </a:p>
              <a:p>
                <a:pPr algn="just">
                  <a:lnSpc>
                    <a:spcPct val="150000"/>
                  </a:lnSpc>
                </a:pPr>
                <a:endParaRPr lang="en-US" sz="2200" dirty="0">
                  <a:solidFill>
                    <a:schemeClr val="bg1">
                      <a:lumMod val="95000"/>
                      <a:lumOff val="5000"/>
                    </a:schemeClr>
                  </a:solidFill>
                  <a:latin typeface="Arial" pitchFamily="34" charset="0"/>
                  <a:cs typeface="Arial" pitchFamily="34" charset="0"/>
                </a:endParaRPr>
              </a:p>
              <a:p>
                <a:pPr algn="just">
                  <a:lnSpc>
                    <a:spcPct val="150000"/>
                  </a:lnSpc>
                </a:pPr>
                <a:endParaRPr lang="en-US" sz="2200" dirty="0">
                  <a:solidFill>
                    <a:schemeClr val="bg1">
                      <a:lumMod val="95000"/>
                      <a:lumOff val="5000"/>
                    </a:schemeClr>
                  </a:solidFill>
                  <a:latin typeface="Arial" pitchFamily="34" charset="0"/>
                  <a:cs typeface="Arial"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39749" y="1481167"/>
                <a:ext cx="8316441" cy="9124742"/>
              </a:xfrm>
              <a:prstGeom prst="rect">
                <a:avLst/>
              </a:prstGeom>
              <a:blipFill rotWithShape="1">
                <a:blip r:embed="rId2"/>
                <a:stretch>
                  <a:fillRect l="-1173"/>
                </a:stretch>
              </a:blipFill>
            </p:spPr>
            <p:txBody>
              <a:bodyPr/>
              <a:lstStyle/>
              <a:p>
                <a:r>
                  <a:rPr lang="en-IN">
                    <a:noFill/>
                  </a:rPr>
                  <a:t> </a:t>
                </a:r>
              </a:p>
            </p:txBody>
          </p:sp>
        </mc:Fallback>
      </mc:AlternateContent>
      <p:sp>
        <p:nvSpPr>
          <p:cNvPr id="64514" name="TextBox 3"/>
          <p:cNvSpPr txBox="1">
            <a:spLocks noChangeArrowheads="1"/>
          </p:cNvSpPr>
          <p:nvPr/>
        </p:nvSpPr>
        <p:spPr bwMode="auto">
          <a:xfrm>
            <a:off x="250825" y="546815"/>
            <a:ext cx="8713788"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iral"/>
              </a:rPr>
              <a:t>Resolution of Total Sum of Squares</a:t>
            </a:r>
            <a:endParaRPr lang="en-IN" sz="3200" b="1" dirty="0">
              <a:solidFill>
                <a:srgbClr val="0070C0"/>
              </a:solidFill>
              <a:effectLst>
                <a:outerShdw blurRad="38100" dist="38100" dir="2700000" algn="tl">
                  <a:srgbClr val="000000">
                    <a:alpha val="43137"/>
                  </a:srgbClr>
                </a:outerShdw>
              </a:effectLst>
              <a:latin typeface="Air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TextBox 3"/>
          <p:cNvSpPr txBox="1">
            <a:spLocks noChangeArrowheads="1"/>
          </p:cNvSpPr>
          <p:nvPr/>
        </p:nvSpPr>
        <p:spPr bwMode="auto">
          <a:xfrm>
            <a:off x="250825" y="474807"/>
            <a:ext cx="8713788"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iral"/>
              </a:rPr>
              <a:t>Resolution of Total Sum of Squares</a:t>
            </a:r>
            <a:endParaRPr lang="en-IN" sz="3200" b="1" dirty="0">
              <a:solidFill>
                <a:srgbClr val="0070C0"/>
              </a:solidFill>
              <a:effectLst>
                <a:outerShdw blurRad="38100" dist="38100" dir="2700000" algn="tl">
                  <a:srgbClr val="000000">
                    <a:alpha val="43137"/>
                  </a:srgbClr>
                </a:outerShdw>
              </a:effectLst>
              <a:latin typeface="Airal"/>
            </a:endParaRPr>
          </a:p>
        </p:txBody>
      </p:sp>
      <mc:AlternateContent xmlns:mc="http://schemas.openxmlformats.org/markup-compatibility/2006" xmlns:a14="http://schemas.microsoft.com/office/drawing/2010/main">
        <mc:Choice Requires="a14">
          <p:sp>
            <p:nvSpPr>
              <p:cNvPr id="4" name="Rectangle 3"/>
              <p:cNvSpPr/>
              <p:nvPr/>
            </p:nvSpPr>
            <p:spPr>
              <a:xfrm>
                <a:off x="3093627" y="1331811"/>
                <a:ext cx="3071162" cy="1098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solidFill>
                                <a:schemeClr val="bg1">
                                  <a:lumMod val="95000"/>
                                  <a:lumOff val="5000"/>
                                </a:schemeClr>
                              </a:solidFill>
                              <a:latin typeface="Cambria Math" panose="02040503050406030204" pitchFamily="18" charset="0"/>
                              <a:cs typeface="Arial" pitchFamily="34" charset="0"/>
                            </a:rPr>
                          </m:ctrlPr>
                        </m:sSubPr>
                        <m:e>
                          <m:r>
                            <m:rPr>
                              <m:sty m:val="p"/>
                            </m:rPr>
                            <a:rPr lang="en-US" sz="2400">
                              <a:solidFill>
                                <a:schemeClr val="bg1">
                                  <a:lumMod val="95000"/>
                                  <a:lumOff val="5000"/>
                                </a:schemeClr>
                              </a:solidFill>
                              <a:latin typeface="Cambria Math"/>
                              <a:cs typeface="Arial" pitchFamily="34" charset="0"/>
                            </a:rPr>
                            <m:t>SS</m:t>
                          </m:r>
                        </m:e>
                        <m:sub>
                          <m:r>
                            <m:rPr>
                              <m:sty m:val="p"/>
                            </m:rPr>
                            <a:rPr lang="en-US" sz="2400">
                              <a:solidFill>
                                <a:schemeClr val="bg1">
                                  <a:lumMod val="95000"/>
                                  <a:lumOff val="5000"/>
                                </a:schemeClr>
                              </a:solidFill>
                              <a:latin typeface="Cambria Math"/>
                              <a:cs typeface="Arial" pitchFamily="34" charset="0"/>
                            </a:rPr>
                            <m:t>total</m:t>
                          </m:r>
                        </m:sub>
                      </m:sSub>
                      <m:r>
                        <a:rPr lang="en-US" sz="2400">
                          <a:solidFill>
                            <a:schemeClr val="bg1">
                              <a:lumMod val="95000"/>
                              <a:lumOff val="5000"/>
                            </a:schemeClr>
                          </a:solidFill>
                          <a:latin typeface="Cambria Math"/>
                          <a:cs typeface="Arial" pitchFamily="34" charset="0"/>
                        </a:rPr>
                        <m:t>=</m:t>
                      </m:r>
                      <m:nary>
                        <m:naryPr>
                          <m:chr m:val="∑"/>
                          <m:ctrlPr>
                            <a:rPr lang="en-US" sz="2400" i="1">
                              <a:solidFill>
                                <a:schemeClr val="bg1">
                                  <a:lumMod val="95000"/>
                                  <a:lumOff val="5000"/>
                                </a:schemeClr>
                              </a:solidFill>
                              <a:latin typeface="Cambria Math" panose="02040503050406030204" pitchFamily="18" charset="0"/>
                              <a:cs typeface="Arial" pitchFamily="34" charset="0"/>
                            </a:rPr>
                          </m:ctrlPr>
                        </m:naryPr>
                        <m:sub>
                          <m:r>
                            <m:rPr>
                              <m:sty m:val="p"/>
                              <m:brk m:alnAt="23"/>
                            </m:rPr>
                            <a:rPr lang="en-US" sz="2400">
                              <a:solidFill>
                                <a:schemeClr val="bg1">
                                  <a:lumMod val="95000"/>
                                  <a:lumOff val="5000"/>
                                </a:schemeClr>
                              </a:solidFill>
                              <a:latin typeface="Cambria Math"/>
                              <a:cs typeface="Arial" pitchFamily="34" charset="0"/>
                            </a:rPr>
                            <m:t>i</m:t>
                          </m:r>
                          <m:r>
                            <a:rPr lang="en-US" sz="2400">
                              <a:solidFill>
                                <a:schemeClr val="bg1">
                                  <a:lumMod val="95000"/>
                                  <a:lumOff val="5000"/>
                                </a:schemeClr>
                              </a:solidFill>
                              <a:latin typeface="Cambria Math"/>
                              <a:cs typeface="Arial" pitchFamily="34" charset="0"/>
                            </a:rPr>
                            <m:t>=1</m:t>
                          </m:r>
                        </m:sub>
                        <m:sup>
                          <m:r>
                            <m:rPr>
                              <m:sty m:val="p"/>
                            </m:rPr>
                            <a:rPr lang="en-US" sz="2400">
                              <a:solidFill>
                                <a:schemeClr val="bg1">
                                  <a:lumMod val="95000"/>
                                  <a:lumOff val="5000"/>
                                </a:schemeClr>
                              </a:solidFill>
                              <a:latin typeface="Cambria Math"/>
                              <a:cs typeface="Arial" pitchFamily="34" charset="0"/>
                            </a:rPr>
                            <m:t>n</m:t>
                          </m:r>
                        </m:sup>
                        <m:e>
                          <m:sSup>
                            <m:sSupPr>
                              <m:ctrlPr>
                                <a:rPr lang="en-US" sz="2400" i="1">
                                  <a:solidFill>
                                    <a:schemeClr val="bg1">
                                      <a:lumMod val="95000"/>
                                      <a:lumOff val="5000"/>
                                    </a:schemeClr>
                                  </a:solidFill>
                                  <a:latin typeface="Cambria Math" panose="02040503050406030204" pitchFamily="18" charset="0"/>
                                  <a:cs typeface="Arial" pitchFamily="34" charset="0"/>
                                </a:rPr>
                              </m:ctrlPr>
                            </m:sSupPr>
                            <m:e>
                              <m:d>
                                <m:dPr>
                                  <m:ctrlPr>
                                    <a:rPr lang="en-US" sz="2400" i="1">
                                      <a:solidFill>
                                        <a:schemeClr val="bg1">
                                          <a:lumMod val="95000"/>
                                          <a:lumOff val="5000"/>
                                        </a:schemeClr>
                                      </a:solidFill>
                                      <a:latin typeface="Cambria Math" panose="02040503050406030204" pitchFamily="18" charset="0"/>
                                      <a:cs typeface="Arial" pitchFamily="34" charset="0"/>
                                    </a:rPr>
                                  </m:ctrlPr>
                                </m:dPr>
                                <m:e>
                                  <m:sSub>
                                    <m:sSubPr>
                                      <m:ctrlPr>
                                        <a:rPr lang="en-US" sz="2400" i="1">
                                          <a:solidFill>
                                            <a:schemeClr val="bg1">
                                              <a:lumMod val="95000"/>
                                              <a:lumOff val="5000"/>
                                            </a:schemeClr>
                                          </a:solidFill>
                                          <a:latin typeface="Cambria Math" panose="02040503050406030204" pitchFamily="18" charset="0"/>
                                          <a:cs typeface="Arial" pitchFamily="34" charset="0"/>
                                        </a:rPr>
                                      </m:ctrlPr>
                                    </m:sSubPr>
                                    <m:e>
                                      <m:r>
                                        <m:rPr>
                                          <m:sty m:val="p"/>
                                        </m:rPr>
                                        <a:rPr lang="en-US" sz="2400">
                                          <a:solidFill>
                                            <a:schemeClr val="bg1">
                                              <a:lumMod val="95000"/>
                                              <a:lumOff val="5000"/>
                                            </a:schemeClr>
                                          </a:solidFill>
                                          <a:latin typeface="Cambria Math"/>
                                          <a:cs typeface="Arial" pitchFamily="34" charset="0"/>
                                        </a:rPr>
                                        <m:t>Y</m:t>
                                      </m:r>
                                    </m:e>
                                    <m:sub>
                                      <m:r>
                                        <m:rPr>
                                          <m:sty m:val="p"/>
                                        </m:rPr>
                                        <a:rPr lang="en-US" sz="2400">
                                          <a:solidFill>
                                            <a:schemeClr val="bg1">
                                              <a:lumMod val="95000"/>
                                              <a:lumOff val="5000"/>
                                            </a:schemeClr>
                                          </a:solidFill>
                                          <a:latin typeface="Cambria Math"/>
                                          <a:cs typeface="Arial" pitchFamily="34" charset="0"/>
                                        </a:rPr>
                                        <m:t>i</m:t>
                                      </m:r>
                                    </m:sub>
                                  </m:sSub>
                                  <m:r>
                                    <a:rPr lang="en-US" sz="2400">
                                      <a:solidFill>
                                        <a:schemeClr val="bg1">
                                          <a:lumMod val="95000"/>
                                          <a:lumOff val="5000"/>
                                        </a:schemeClr>
                                      </a:solidFill>
                                      <a:latin typeface="Cambria Math"/>
                                      <a:cs typeface="Arial" pitchFamily="34" charset="0"/>
                                    </a:rPr>
                                    <m:t>−</m:t>
                                  </m:r>
                                  <m:acc>
                                    <m:accPr>
                                      <m:chr m:val="̅"/>
                                      <m:ctrlPr>
                                        <a:rPr lang="en-US" sz="2400" i="1">
                                          <a:solidFill>
                                            <a:schemeClr val="bg1">
                                              <a:lumMod val="95000"/>
                                              <a:lumOff val="5000"/>
                                            </a:schemeClr>
                                          </a:solidFill>
                                          <a:latin typeface="Cambria Math" panose="02040503050406030204" pitchFamily="18" charset="0"/>
                                          <a:cs typeface="Arial" pitchFamily="34" charset="0"/>
                                        </a:rPr>
                                      </m:ctrlPr>
                                    </m:accPr>
                                    <m:e>
                                      <m:r>
                                        <m:rPr>
                                          <m:sty m:val="p"/>
                                        </m:rPr>
                                        <a:rPr lang="en-US" sz="2400">
                                          <a:solidFill>
                                            <a:schemeClr val="bg1">
                                              <a:lumMod val="95000"/>
                                              <a:lumOff val="5000"/>
                                            </a:schemeClr>
                                          </a:solidFill>
                                          <a:latin typeface="Cambria Math"/>
                                          <a:cs typeface="Arial" pitchFamily="34" charset="0"/>
                                        </a:rPr>
                                        <m:t>Y</m:t>
                                      </m:r>
                                    </m:e>
                                  </m:acc>
                                </m:e>
                              </m:d>
                            </m:e>
                            <m:sup>
                              <m:r>
                                <a:rPr lang="en-US" sz="2400">
                                  <a:solidFill>
                                    <a:schemeClr val="bg1">
                                      <a:lumMod val="95000"/>
                                      <a:lumOff val="5000"/>
                                    </a:schemeClr>
                                  </a:solidFill>
                                  <a:latin typeface="Cambria Math"/>
                                  <a:cs typeface="Arial" pitchFamily="34" charset="0"/>
                                </a:rPr>
                                <m:t>2</m:t>
                              </m:r>
                            </m:sup>
                          </m:sSup>
                        </m:e>
                      </m:nary>
                    </m:oMath>
                  </m:oMathPara>
                </a14:m>
                <a:endParaRPr lang="en-IN" sz="2400" dirty="0"/>
              </a:p>
            </p:txBody>
          </p:sp>
        </mc:Choice>
        <mc:Fallback xmlns="">
          <p:sp>
            <p:nvSpPr>
              <p:cNvPr id="4" name="Rectangle 3"/>
              <p:cNvSpPr>
                <a:spLocks noRot="1" noChangeAspect="1" noMove="1" noResize="1" noEditPoints="1" noAdjustHandles="1" noChangeArrowheads="1" noChangeShapeType="1" noTextEdit="1"/>
              </p:cNvSpPr>
              <p:nvPr/>
            </p:nvSpPr>
            <p:spPr>
              <a:xfrm>
                <a:off x="3093627" y="1331811"/>
                <a:ext cx="3071162" cy="1098570"/>
              </a:xfrm>
              <a:prstGeom prst="rect">
                <a:avLst/>
              </a:prstGeom>
              <a:blipFill rotWithShape="1">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025580" y="2540936"/>
                <a:ext cx="3122778" cy="110055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0" smtClean="0">
                          <a:solidFill>
                            <a:schemeClr val="bg1"/>
                          </a:solidFill>
                          <a:latin typeface="Cambria Math"/>
                        </a:rPr>
                        <m:t>= </m:t>
                      </m:r>
                      <m:nary>
                        <m:naryPr>
                          <m:chr m:val="∑"/>
                          <m:ctrlPr>
                            <a:rPr lang="en-US" sz="2400" b="0" i="1" smtClean="0">
                              <a:solidFill>
                                <a:schemeClr val="bg1"/>
                              </a:solidFill>
                              <a:latin typeface="Cambria Math" panose="02040503050406030204" pitchFamily="18" charset="0"/>
                            </a:rPr>
                          </m:ctrlPr>
                        </m:naryPr>
                        <m:sub>
                          <m:r>
                            <m:rPr>
                              <m:sty m:val="p"/>
                              <m:brk m:alnAt="23"/>
                            </m:rPr>
                            <a:rPr lang="en-US" sz="2400" b="0" i="0" smtClean="0">
                              <a:solidFill>
                                <a:schemeClr val="bg1"/>
                              </a:solidFill>
                              <a:latin typeface="Cambria Math"/>
                            </a:rPr>
                            <m:t>i</m:t>
                          </m:r>
                          <m:r>
                            <a:rPr lang="en-US" sz="2400" b="0" i="0" smtClean="0">
                              <a:solidFill>
                                <a:schemeClr val="bg1"/>
                              </a:solidFill>
                              <a:latin typeface="Cambria Math"/>
                            </a:rPr>
                            <m:t>=1</m:t>
                          </m:r>
                        </m:sub>
                        <m:sup>
                          <m:r>
                            <m:rPr>
                              <m:sty m:val="p"/>
                            </m:rPr>
                            <a:rPr lang="en-US" sz="2400" b="0" i="0" smtClean="0">
                              <a:solidFill>
                                <a:schemeClr val="bg1"/>
                              </a:solidFill>
                              <a:latin typeface="Cambria Math"/>
                            </a:rPr>
                            <m:t>n</m:t>
                          </m:r>
                        </m:sup>
                        <m:e>
                          <m:sSup>
                            <m:sSupPr>
                              <m:ctrlPr>
                                <a:rPr lang="en-US" sz="2400" b="0" i="1" smtClean="0">
                                  <a:solidFill>
                                    <a:schemeClr val="bg1"/>
                                  </a:solidFill>
                                  <a:latin typeface="Cambria Math" panose="02040503050406030204" pitchFamily="18" charset="0"/>
                                </a:rPr>
                              </m:ctrlPr>
                            </m:sSupPr>
                            <m:e>
                              <m:sSub>
                                <m:sSubPr>
                                  <m:ctrlPr>
                                    <a:rPr lang="en-US" sz="2400" b="0" i="1" smtClean="0">
                                      <a:solidFill>
                                        <a:schemeClr val="bg1"/>
                                      </a:solidFill>
                                      <a:latin typeface="Cambria Math" panose="02040503050406030204" pitchFamily="18" charset="0"/>
                                    </a:rPr>
                                  </m:ctrlPr>
                                </m:sSubPr>
                                <m:e>
                                  <m:r>
                                    <m:rPr>
                                      <m:sty m:val="p"/>
                                    </m:rPr>
                                    <a:rPr lang="en-US" sz="2400" b="0" i="0" smtClean="0">
                                      <a:solidFill>
                                        <a:schemeClr val="bg1"/>
                                      </a:solidFill>
                                      <a:latin typeface="Cambria Math"/>
                                    </a:rPr>
                                    <m:t>Y</m:t>
                                  </m:r>
                                </m:e>
                                <m:sub>
                                  <m:r>
                                    <m:rPr>
                                      <m:sty m:val="p"/>
                                    </m:rPr>
                                    <a:rPr lang="en-US" sz="2400" b="0" i="0" smtClean="0">
                                      <a:solidFill>
                                        <a:schemeClr val="bg1"/>
                                      </a:solidFill>
                                      <a:latin typeface="Cambria Math"/>
                                    </a:rPr>
                                    <m:t>i</m:t>
                                  </m:r>
                                </m:sub>
                              </m:sSub>
                            </m:e>
                            <m:sup>
                              <m:r>
                                <a:rPr lang="en-US" sz="2400" b="0" i="0" smtClean="0">
                                  <a:solidFill>
                                    <a:schemeClr val="bg1"/>
                                  </a:solidFill>
                                  <a:latin typeface="Cambria Math"/>
                                </a:rPr>
                                <m:t>2</m:t>
                              </m:r>
                            </m:sup>
                          </m:sSup>
                          <m:r>
                            <a:rPr lang="en-US" sz="2400" b="0" i="0" smtClean="0">
                              <a:solidFill>
                                <a:schemeClr val="bg1"/>
                              </a:solidFill>
                              <a:latin typeface="Cambria Math"/>
                            </a:rPr>
                            <m:t>−</m:t>
                          </m:r>
                          <m:f>
                            <m:fPr>
                              <m:ctrlPr>
                                <a:rPr lang="en-US" sz="2400" b="0" i="1" smtClean="0">
                                  <a:solidFill>
                                    <a:schemeClr val="bg1"/>
                                  </a:solidFill>
                                  <a:latin typeface="Cambria Math" panose="02040503050406030204" pitchFamily="18" charset="0"/>
                                </a:rPr>
                              </m:ctrlPr>
                            </m:fPr>
                            <m:num>
                              <m:sSup>
                                <m:sSupPr>
                                  <m:ctrlPr>
                                    <a:rPr lang="en-US" sz="2400" b="0" i="1" smtClean="0">
                                      <a:solidFill>
                                        <a:schemeClr val="bg1"/>
                                      </a:solidFill>
                                      <a:latin typeface="Cambria Math" panose="02040503050406030204" pitchFamily="18" charset="0"/>
                                    </a:rPr>
                                  </m:ctrlPr>
                                </m:sSupPr>
                                <m:e>
                                  <m:d>
                                    <m:dPr>
                                      <m:ctrlPr>
                                        <a:rPr lang="en-US" sz="2400" i="1">
                                          <a:solidFill>
                                            <a:schemeClr val="bg1"/>
                                          </a:solidFill>
                                          <a:latin typeface="Cambria Math" panose="02040503050406030204" pitchFamily="18" charset="0"/>
                                        </a:rPr>
                                      </m:ctrlPr>
                                    </m:dPr>
                                    <m:e>
                                      <m:nary>
                                        <m:naryPr>
                                          <m:chr m:val="∑"/>
                                          <m:ctrlPr>
                                            <a:rPr lang="en-US" sz="2400" i="1" smtClean="0">
                                              <a:solidFill>
                                                <a:schemeClr val="bg1"/>
                                              </a:solidFill>
                                              <a:latin typeface="Cambria Math" panose="02040503050406030204" pitchFamily="18" charset="0"/>
                                            </a:rPr>
                                          </m:ctrlPr>
                                        </m:naryPr>
                                        <m:sub>
                                          <m:r>
                                            <m:rPr>
                                              <m:sty m:val="p"/>
                                              <m:brk m:alnAt="23"/>
                                            </m:rPr>
                                            <a:rPr lang="en-US" sz="2400" b="0" i="0" smtClean="0">
                                              <a:solidFill>
                                                <a:schemeClr val="bg1"/>
                                              </a:solidFill>
                                              <a:latin typeface="Cambria Math"/>
                                            </a:rPr>
                                            <m:t>i</m:t>
                                          </m:r>
                                          <m:r>
                                            <a:rPr lang="en-US" sz="2400" b="0" i="0" smtClean="0">
                                              <a:solidFill>
                                                <a:schemeClr val="bg1"/>
                                              </a:solidFill>
                                              <a:latin typeface="Cambria Math"/>
                                            </a:rPr>
                                            <m:t>=1</m:t>
                                          </m:r>
                                        </m:sub>
                                        <m:sup>
                                          <m:r>
                                            <m:rPr>
                                              <m:sty m:val="p"/>
                                            </m:rPr>
                                            <a:rPr lang="en-US" sz="2400" b="0" i="0" smtClean="0">
                                              <a:solidFill>
                                                <a:schemeClr val="bg1"/>
                                              </a:solidFill>
                                              <a:latin typeface="Cambria Math"/>
                                            </a:rPr>
                                            <m:t>n</m:t>
                                          </m:r>
                                        </m:sup>
                                        <m:e>
                                          <m:sSub>
                                            <m:sSubPr>
                                              <m:ctrlPr>
                                                <a:rPr lang="en-US" sz="2400" i="1" smtClean="0">
                                                  <a:solidFill>
                                                    <a:schemeClr val="bg1"/>
                                                  </a:solidFill>
                                                  <a:latin typeface="Cambria Math" panose="02040503050406030204" pitchFamily="18" charset="0"/>
                                                </a:rPr>
                                              </m:ctrlPr>
                                            </m:sSubPr>
                                            <m:e>
                                              <m:r>
                                                <m:rPr>
                                                  <m:sty m:val="p"/>
                                                </m:rPr>
                                                <a:rPr lang="en-US" sz="2400" b="0" i="0" smtClean="0">
                                                  <a:solidFill>
                                                    <a:schemeClr val="bg1"/>
                                                  </a:solidFill>
                                                  <a:latin typeface="Cambria Math"/>
                                                </a:rPr>
                                                <m:t>Y</m:t>
                                              </m:r>
                                            </m:e>
                                            <m:sub>
                                              <m:r>
                                                <m:rPr>
                                                  <m:sty m:val="p"/>
                                                </m:rPr>
                                                <a:rPr lang="en-US" sz="2400" b="0" i="0" smtClean="0">
                                                  <a:solidFill>
                                                    <a:schemeClr val="bg1"/>
                                                  </a:solidFill>
                                                  <a:latin typeface="Cambria Math"/>
                                                </a:rPr>
                                                <m:t>i</m:t>
                                              </m:r>
                                            </m:sub>
                                          </m:sSub>
                                        </m:e>
                                      </m:nary>
                                    </m:e>
                                  </m:d>
                                </m:e>
                                <m:sup>
                                  <m:r>
                                    <a:rPr lang="en-US" sz="2400" b="0" i="0" smtClean="0">
                                      <a:solidFill>
                                        <a:schemeClr val="bg1"/>
                                      </a:solidFill>
                                      <a:latin typeface="Cambria Math"/>
                                    </a:rPr>
                                    <m:t>2</m:t>
                                  </m:r>
                                </m:sup>
                              </m:sSup>
                            </m:num>
                            <m:den>
                              <m:r>
                                <m:rPr>
                                  <m:sty m:val="p"/>
                                </m:rPr>
                                <a:rPr lang="en-US" sz="2400" b="0" i="0" smtClean="0">
                                  <a:solidFill>
                                    <a:schemeClr val="bg1"/>
                                  </a:solidFill>
                                  <a:latin typeface="Cambria Math"/>
                                </a:rPr>
                                <m:t>n</m:t>
                              </m:r>
                            </m:den>
                          </m:f>
                        </m:e>
                      </m:nary>
                    </m:oMath>
                  </m:oMathPara>
                </a14:m>
                <a:endParaRPr lang="en-IN" sz="2400" dirty="0">
                  <a:solidFill>
                    <a:schemeClr val="bg1"/>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025580" y="2540936"/>
                <a:ext cx="3122778" cy="1100558"/>
              </a:xfrm>
              <a:prstGeom prst="rect">
                <a:avLst/>
              </a:prstGeom>
              <a:blipFill rotWithShape="1">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428704" y="3939902"/>
                <a:ext cx="2719654" cy="8404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solidFill>
                            <a:schemeClr val="bg1"/>
                          </a:solidFill>
                          <a:latin typeface="Cambria Math"/>
                        </a:rPr>
                        <m:t>=</m:t>
                      </m:r>
                      <m:sSup>
                        <m:sSupPr>
                          <m:ctrlPr>
                            <a:rPr lang="en-US" sz="2400" b="1" i="1" smtClean="0">
                              <a:solidFill>
                                <a:schemeClr val="bg1"/>
                              </a:solidFill>
                              <a:latin typeface="Cambria Math" panose="02040503050406030204" pitchFamily="18" charset="0"/>
                            </a:rPr>
                          </m:ctrlPr>
                        </m:sSupPr>
                        <m:e>
                          <m:r>
                            <a:rPr lang="en-US" sz="2400" b="1" i="0" smtClean="0">
                              <a:solidFill>
                                <a:schemeClr val="bg1"/>
                              </a:solidFill>
                              <a:latin typeface="Cambria Math"/>
                            </a:rPr>
                            <m:t>𝐘</m:t>
                          </m:r>
                        </m:e>
                        <m:sup>
                          <m:r>
                            <a:rPr lang="en-US" sz="2400" b="1" i="0" smtClean="0">
                              <a:solidFill>
                                <a:schemeClr val="bg1"/>
                              </a:solidFill>
                              <a:latin typeface="Cambria Math"/>
                            </a:rPr>
                            <m:t>′</m:t>
                          </m:r>
                        </m:sup>
                      </m:sSup>
                      <m:r>
                        <a:rPr lang="en-US" sz="2400" b="1" i="0" smtClean="0">
                          <a:solidFill>
                            <a:schemeClr val="bg1"/>
                          </a:solidFill>
                          <a:latin typeface="Cambria Math"/>
                        </a:rPr>
                        <m:t>𝐘</m:t>
                      </m:r>
                      <m:r>
                        <a:rPr lang="en-US" sz="2400" b="1" i="0" smtClean="0">
                          <a:solidFill>
                            <a:schemeClr val="bg1"/>
                          </a:solidFill>
                          <a:latin typeface="Cambria Math"/>
                        </a:rPr>
                        <m:t>−</m:t>
                      </m:r>
                      <m:f>
                        <m:fPr>
                          <m:ctrlPr>
                            <a:rPr lang="en-US" sz="2400" i="1">
                              <a:solidFill>
                                <a:schemeClr val="bg1"/>
                              </a:solidFill>
                              <a:latin typeface="Cambria Math" panose="02040503050406030204" pitchFamily="18" charset="0"/>
                            </a:rPr>
                          </m:ctrlPr>
                        </m:fPr>
                        <m:num>
                          <m:sSup>
                            <m:sSupPr>
                              <m:ctrlPr>
                                <a:rPr lang="en-US" sz="2400" i="1">
                                  <a:solidFill>
                                    <a:schemeClr val="bg1"/>
                                  </a:solidFill>
                                  <a:latin typeface="Cambria Math" panose="02040503050406030204" pitchFamily="18" charset="0"/>
                                </a:rPr>
                              </m:ctrlPr>
                            </m:sSupPr>
                            <m:e>
                              <m:d>
                                <m:dPr>
                                  <m:ctrlPr>
                                    <a:rPr lang="en-US" sz="2400" i="1">
                                      <a:solidFill>
                                        <a:schemeClr val="bg1"/>
                                      </a:solidFill>
                                      <a:latin typeface="Cambria Math" panose="02040503050406030204" pitchFamily="18" charset="0"/>
                                    </a:rPr>
                                  </m:ctrlPr>
                                </m:dPr>
                                <m:e>
                                  <m:nary>
                                    <m:naryPr>
                                      <m:chr m:val="∑"/>
                                      <m:ctrlPr>
                                        <a:rPr lang="en-US" sz="2400" i="1">
                                          <a:solidFill>
                                            <a:schemeClr val="bg1"/>
                                          </a:solidFill>
                                          <a:latin typeface="Cambria Math" panose="02040503050406030204" pitchFamily="18" charset="0"/>
                                        </a:rPr>
                                      </m:ctrlPr>
                                    </m:naryPr>
                                    <m:sub>
                                      <m:r>
                                        <m:rPr>
                                          <m:sty m:val="p"/>
                                          <m:brk m:alnAt="23"/>
                                        </m:rPr>
                                        <a:rPr lang="en-US" sz="2400" b="0" i="0">
                                          <a:solidFill>
                                            <a:schemeClr val="bg1"/>
                                          </a:solidFill>
                                          <a:latin typeface="Cambria Math"/>
                                        </a:rPr>
                                        <m:t>i</m:t>
                                      </m:r>
                                      <m:r>
                                        <a:rPr lang="en-US" sz="2400" b="0" i="0">
                                          <a:solidFill>
                                            <a:schemeClr val="bg1"/>
                                          </a:solidFill>
                                          <a:latin typeface="Cambria Math"/>
                                        </a:rPr>
                                        <m:t>=1</m:t>
                                      </m:r>
                                    </m:sub>
                                    <m:sup>
                                      <m:r>
                                        <m:rPr>
                                          <m:sty m:val="p"/>
                                        </m:rPr>
                                        <a:rPr lang="en-US" sz="2400" b="0" i="0">
                                          <a:solidFill>
                                            <a:schemeClr val="bg1"/>
                                          </a:solidFill>
                                          <a:latin typeface="Cambria Math"/>
                                        </a:rPr>
                                        <m:t>n</m:t>
                                      </m:r>
                                    </m:sup>
                                    <m:e>
                                      <m:sSub>
                                        <m:sSubPr>
                                          <m:ctrlPr>
                                            <a:rPr lang="en-US" sz="2400" i="1">
                                              <a:solidFill>
                                                <a:schemeClr val="bg1"/>
                                              </a:solidFill>
                                              <a:latin typeface="Cambria Math" panose="02040503050406030204" pitchFamily="18" charset="0"/>
                                            </a:rPr>
                                          </m:ctrlPr>
                                        </m:sSubPr>
                                        <m:e>
                                          <m:r>
                                            <m:rPr>
                                              <m:sty m:val="p"/>
                                            </m:rPr>
                                            <a:rPr lang="en-US" sz="2400" b="0" i="0">
                                              <a:solidFill>
                                                <a:schemeClr val="bg1"/>
                                              </a:solidFill>
                                              <a:latin typeface="Cambria Math"/>
                                            </a:rPr>
                                            <m:t>Y</m:t>
                                          </m:r>
                                        </m:e>
                                        <m:sub>
                                          <m:r>
                                            <m:rPr>
                                              <m:sty m:val="p"/>
                                            </m:rPr>
                                            <a:rPr lang="en-US" sz="2400" b="0" i="0">
                                              <a:solidFill>
                                                <a:schemeClr val="bg1"/>
                                              </a:solidFill>
                                              <a:latin typeface="Cambria Math"/>
                                            </a:rPr>
                                            <m:t>i</m:t>
                                          </m:r>
                                        </m:sub>
                                      </m:sSub>
                                    </m:e>
                                  </m:nary>
                                </m:e>
                              </m:d>
                            </m:e>
                            <m:sup>
                              <m:r>
                                <a:rPr lang="en-US" sz="2400" b="0" i="0">
                                  <a:solidFill>
                                    <a:schemeClr val="bg1"/>
                                  </a:solidFill>
                                  <a:latin typeface="Cambria Math"/>
                                </a:rPr>
                                <m:t>2</m:t>
                              </m:r>
                            </m:sup>
                          </m:sSup>
                        </m:num>
                        <m:den>
                          <m:r>
                            <m:rPr>
                              <m:sty m:val="p"/>
                            </m:rPr>
                            <a:rPr lang="en-US" sz="2400" b="0" i="0">
                              <a:solidFill>
                                <a:schemeClr val="bg1"/>
                              </a:solidFill>
                              <a:latin typeface="Cambria Math"/>
                            </a:rPr>
                            <m:t>n</m:t>
                          </m:r>
                        </m:den>
                      </m:f>
                    </m:oMath>
                  </m:oMathPara>
                </a14:m>
                <a:endParaRPr lang="en-IN" sz="2400" dirty="0">
                  <a:solidFill>
                    <a:schemeClr val="bg1"/>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3428704" y="3939902"/>
                <a:ext cx="2719654" cy="840486"/>
              </a:xfrm>
              <a:prstGeom prst="rect">
                <a:avLst/>
              </a:prstGeom>
              <a:blipFill rotWithShape="1">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605599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3347863" y="1275606"/>
                <a:ext cx="2916609" cy="481799"/>
              </a:xfrm>
              <a:prstGeom prst="rect">
                <a:avLst/>
              </a:prstGeom>
              <a:noFill/>
            </p:spPr>
            <p:txBody>
              <a:bodyPr wrap="square" rtlCol="0">
                <a:spAutoFit/>
              </a:bodyPr>
              <a:lstStyle/>
              <a:p>
                <a14:m>
                  <m:oMath xmlns:m="http://schemas.openxmlformats.org/officeDocument/2006/math">
                    <m:sSub>
                      <m:sSubPr>
                        <m:ctrlPr>
                          <a:rPr lang="en-IN" sz="2400" b="1" i="1" smtClean="0">
                            <a:solidFill>
                              <a:schemeClr val="bg1"/>
                            </a:solidFill>
                            <a:latin typeface="Cambria Math" panose="02040503050406030204" pitchFamily="18" charset="0"/>
                            <a:ea typeface="Cambria Math" panose="02040503050406030204" pitchFamily="18" charset="0"/>
                          </a:rPr>
                        </m:ctrlPr>
                      </m:sSubPr>
                      <m:e>
                        <m:r>
                          <a:rPr lang="en-US" sz="2400" b="1">
                            <a:solidFill>
                              <a:schemeClr val="bg1"/>
                            </a:solidFill>
                            <a:latin typeface="Cambria Math" panose="02040503050406030204" pitchFamily="18" charset="0"/>
                            <a:ea typeface="Cambria Math" panose="02040503050406030204" pitchFamily="18" charset="0"/>
                          </a:rPr>
                          <m:t>𝐒𝐒</m:t>
                        </m:r>
                      </m:e>
                      <m:sub>
                        <m:r>
                          <a:rPr lang="en-US" sz="2400" b="1">
                            <a:solidFill>
                              <a:schemeClr val="bg1"/>
                            </a:solidFill>
                            <a:latin typeface="Cambria Math" panose="02040503050406030204" pitchFamily="18" charset="0"/>
                            <a:ea typeface="Cambria Math" panose="02040503050406030204" pitchFamily="18" charset="0"/>
                          </a:rPr>
                          <m:t>𝐄</m:t>
                        </m:r>
                      </m:sub>
                    </m:sSub>
                  </m:oMath>
                </a14:m>
                <a:r>
                  <a:rPr lang="en-IN" sz="2400" dirty="0">
                    <a:solidFill>
                      <a:schemeClr val="bg1"/>
                    </a:solidFill>
                  </a:rPr>
                  <a:t> = </a:t>
                </a:r>
                <a:r>
                  <a:rPr lang="en-US" sz="2400" b="1" dirty="0">
                    <a:solidFill>
                      <a:schemeClr val="bg1"/>
                    </a:solidFill>
                    <a:latin typeface="Cambria Math" panose="02040503050406030204" pitchFamily="18" charset="0"/>
                    <a:ea typeface="Cambria Math" panose="02040503050406030204" pitchFamily="18" charset="0"/>
                  </a:rPr>
                  <a:t>(Y</a:t>
                </a:r>
                <a14:m>
                  <m:oMath xmlns:m="http://schemas.openxmlformats.org/officeDocument/2006/math">
                    <m:r>
                      <a:rPr lang="en-US" sz="2400" b="1">
                        <a:solidFill>
                          <a:schemeClr val="bg1"/>
                        </a:solidFill>
                        <a:latin typeface="Cambria Math" panose="02040503050406030204" pitchFamily="18" charset="0"/>
                        <a:ea typeface="Cambria Math" panose="02040503050406030204" pitchFamily="18" charset="0"/>
                      </a:rPr>
                      <m:t>′</m:t>
                    </m:r>
                  </m:oMath>
                </a14:m>
                <a:r>
                  <a:rPr lang="en-IN" sz="2400" b="1" dirty="0">
                    <a:solidFill>
                      <a:schemeClr val="bg1"/>
                    </a:solidFill>
                    <a:latin typeface="Cambria Math" panose="02040503050406030204" pitchFamily="18" charset="0"/>
                    <a:ea typeface="Cambria Math" panose="02040503050406030204" pitchFamily="18" charset="0"/>
                  </a:rPr>
                  <a:t>Y-</a:t>
                </a:r>
                <a14:m>
                  <m:oMath xmlns:m="http://schemas.openxmlformats.org/officeDocument/2006/math">
                    <m:acc>
                      <m:accPr>
                        <m:chr m:val="̂"/>
                        <m:ctrlPr>
                          <a:rPr lang="en-US" sz="2400" b="1" i="1">
                            <a:solidFill>
                              <a:schemeClr val="bg1"/>
                            </a:solidFill>
                            <a:latin typeface="Cambria Math" panose="02040503050406030204" pitchFamily="18" charset="0"/>
                            <a:ea typeface="Cambria Math" panose="02040503050406030204" pitchFamily="18" charset="0"/>
                          </a:rPr>
                        </m:ctrlPr>
                      </m:accPr>
                      <m:e>
                        <m:r>
                          <a:rPr lang="en-US" sz="2400" b="1">
                            <a:solidFill>
                              <a:schemeClr val="bg1"/>
                            </a:solidFill>
                            <a:latin typeface="Cambria Math" panose="02040503050406030204" pitchFamily="18" charset="0"/>
                            <a:ea typeface="Cambria Math" panose="02040503050406030204" pitchFamily="18" charset="0"/>
                          </a:rPr>
                          <m:t>𝛃</m:t>
                        </m:r>
                      </m:e>
                    </m:acc>
                    <m:r>
                      <a:rPr lang="en-IN" sz="2400" b="1" i="1" smtClean="0">
                        <a:solidFill>
                          <a:schemeClr val="bg1"/>
                        </a:solidFill>
                        <a:latin typeface="Cambria Math" panose="02040503050406030204" pitchFamily="18" charset="0"/>
                        <a:ea typeface="Cambria Math" panose="02040503050406030204" pitchFamily="18" charset="0"/>
                      </a:rPr>
                      <m:t>′</m:t>
                    </m:r>
                  </m:oMath>
                </a14:m>
                <a:r>
                  <a:rPr lang="en-IN" sz="2400" b="1" dirty="0">
                    <a:solidFill>
                      <a:schemeClr val="bg1"/>
                    </a:solidFill>
                    <a:latin typeface="Cambria Math" panose="02040503050406030204" pitchFamily="18" charset="0"/>
                    <a:ea typeface="Cambria Math" panose="02040503050406030204" pitchFamily="18" charset="0"/>
                  </a:rPr>
                  <a:t>X</a:t>
                </a:r>
                <a14:m>
                  <m:oMath xmlns:m="http://schemas.openxmlformats.org/officeDocument/2006/math">
                    <m:r>
                      <a:rPr lang="en-US" sz="2400" b="1">
                        <a:solidFill>
                          <a:schemeClr val="bg1"/>
                        </a:solidFill>
                        <a:latin typeface="Cambria Math" panose="02040503050406030204" pitchFamily="18" charset="0"/>
                        <a:ea typeface="Cambria Math" panose="02040503050406030204" pitchFamily="18" charset="0"/>
                      </a:rPr>
                      <m:t>′</m:t>
                    </m:r>
                  </m:oMath>
                </a14:m>
                <a:r>
                  <a:rPr lang="en-IN" sz="2400" b="1" dirty="0">
                    <a:solidFill>
                      <a:schemeClr val="bg1"/>
                    </a:solidFill>
                    <a:latin typeface="Cambria Math" panose="02040503050406030204" pitchFamily="18" charset="0"/>
                    <a:ea typeface="Cambria Math" panose="02040503050406030204" pitchFamily="18" charset="0"/>
                  </a:rPr>
                  <a:t>Y)</a:t>
                </a:r>
                <a:endParaRPr lang="en-IN" sz="2400" dirty="0">
                  <a:solidFill>
                    <a:schemeClr val="bg1"/>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347863" y="1275606"/>
                <a:ext cx="2916609" cy="481799"/>
              </a:xfrm>
              <a:prstGeom prst="rect">
                <a:avLst/>
              </a:prstGeom>
              <a:blipFill>
                <a:blip r:embed="rId2"/>
                <a:stretch>
                  <a:fillRect t="-7595" b="-29114"/>
                </a:stretch>
              </a:blipFill>
            </p:spPr>
            <p:txBody>
              <a:bodyPr/>
              <a:lstStyle/>
              <a:p>
                <a:r>
                  <a:rPr lang="en-IN">
                    <a:noFill/>
                  </a:rPr>
                  <a:t> </a:t>
                </a:r>
              </a:p>
            </p:txBody>
          </p:sp>
        </mc:Fallback>
      </mc:AlternateContent>
      <p:sp>
        <p:nvSpPr>
          <p:cNvPr id="64514" name="TextBox 3"/>
          <p:cNvSpPr txBox="1">
            <a:spLocks noChangeArrowheads="1"/>
          </p:cNvSpPr>
          <p:nvPr/>
        </p:nvSpPr>
        <p:spPr bwMode="auto">
          <a:xfrm>
            <a:off x="683568" y="474806"/>
            <a:ext cx="8713788"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iral"/>
              </a:rPr>
              <a:t>Resolution of Error Sum of Squares</a:t>
            </a:r>
            <a:endParaRPr lang="en-IN" sz="3200" b="1" dirty="0">
              <a:solidFill>
                <a:srgbClr val="0070C0"/>
              </a:solidFill>
              <a:effectLst>
                <a:outerShdw blurRad="38100" dist="38100" dir="2700000" algn="tl">
                  <a:srgbClr val="000000">
                    <a:alpha val="43137"/>
                  </a:srgbClr>
                </a:outerShdw>
              </a:effectLst>
              <a:latin typeface="Airal"/>
            </a:endParaRPr>
          </a:p>
        </p:txBody>
      </p:sp>
      <p:sp>
        <p:nvSpPr>
          <p:cNvPr id="8" name="TextBox 7"/>
          <p:cNvSpPr txBox="1"/>
          <p:nvPr/>
        </p:nvSpPr>
        <p:spPr>
          <a:xfrm>
            <a:off x="470598" y="2835176"/>
            <a:ext cx="8493890" cy="2308324"/>
          </a:xfrm>
          <a:prstGeom prst="rect">
            <a:avLst/>
          </a:prstGeom>
          <a:noFill/>
        </p:spPr>
        <p:txBody>
          <a:bodyPr wrap="square" rtlCol="0">
            <a:spAutoFit/>
          </a:bodyPr>
          <a:lstStyle/>
          <a:p>
            <a:pPr algn="ctr">
              <a:lnSpc>
                <a:spcPct val="200000"/>
              </a:lnSpc>
            </a:pPr>
            <a:r>
              <a:rPr lang="en-US" sz="2400" dirty="0" err="1">
                <a:solidFill>
                  <a:schemeClr val="bg1">
                    <a:lumMod val="95000"/>
                    <a:lumOff val="5000"/>
                  </a:schemeClr>
                </a:solidFill>
                <a:latin typeface="Arial" pitchFamily="34" charset="0"/>
                <a:cs typeface="Arial" pitchFamily="34" charset="0"/>
              </a:rPr>
              <a:t>SS</a:t>
            </a:r>
            <a:r>
              <a:rPr lang="en-US" sz="2400" baseline="-25000" dirty="0" err="1">
                <a:solidFill>
                  <a:schemeClr val="bg1">
                    <a:lumMod val="95000"/>
                    <a:lumOff val="5000"/>
                  </a:schemeClr>
                </a:solidFill>
                <a:latin typeface="Arial" pitchFamily="34" charset="0"/>
                <a:cs typeface="Arial" pitchFamily="34" charset="0"/>
              </a:rPr>
              <a:t>error</a:t>
            </a:r>
            <a:r>
              <a:rPr lang="en-US" sz="2400" dirty="0">
                <a:solidFill>
                  <a:schemeClr val="bg1">
                    <a:lumMod val="95000"/>
                    <a:lumOff val="5000"/>
                  </a:schemeClr>
                </a:solidFill>
                <a:latin typeface="Arial" pitchFamily="34" charset="0"/>
                <a:cs typeface="Arial" pitchFamily="34" charset="0"/>
              </a:rPr>
              <a:t> = </a:t>
            </a:r>
            <a:r>
              <a:rPr lang="en-US" sz="2400" dirty="0" err="1">
                <a:solidFill>
                  <a:schemeClr val="bg1">
                    <a:lumMod val="95000"/>
                    <a:lumOff val="5000"/>
                  </a:schemeClr>
                </a:solidFill>
                <a:latin typeface="Arial" pitchFamily="34" charset="0"/>
                <a:cs typeface="Arial" pitchFamily="34" charset="0"/>
              </a:rPr>
              <a:t>SS</a:t>
            </a:r>
            <a:r>
              <a:rPr lang="en-US" sz="2400" baseline="-25000" dirty="0" err="1">
                <a:solidFill>
                  <a:schemeClr val="bg1">
                    <a:lumMod val="95000"/>
                    <a:lumOff val="5000"/>
                  </a:schemeClr>
                </a:solidFill>
                <a:latin typeface="Arial" pitchFamily="34" charset="0"/>
                <a:cs typeface="Arial" pitchFamily="34" charset="0"/>
              </a:rPr>
              <a:t>total</a:t>
            </a:r>
            <a:r>
              <a:rPr lang="en-US" sz="2400" dirty="0">
                <a:solidFill>
                  <a:schemeClr val="bg1">
                    <a:lumMod val="95000"/>
                    <a:lumOff val="5000"/>
                  </a:schemeClr>
                </a:solidFill>
                <a:latin typeface="Arial" pitchFamily="34" charset="0"/>
                <a:cs typeface="Arial" pitchFamily="34" charset="0"/>
              </a:rPr>
              <a:t> – </a:t>
            </a:r>
            <a:r>
              <a:rPr lang="en-US" sz="2400" dirty="0" err="1">
                <a:solidFill>
                  <a:schemeClr val="bg1">
                    <a:lumMod val="95000"/>
                    <a:lumOff val="5000"/>
                  </a:schemeClr>
                </a:solidFill>
                <a:latin typeface="Arial" pitchFamily="34" charset="0"/>
                <a:cs typeface="Arial" pitchFamily="34" charset="0"/>
              </a:rPr>
              <a:t>SS</a:t>
            </a:r>
            <a:r>
              <a:rPr lang="en-US" sz="2400" baseline="-25000" dirty="0" err="1">
                <a:solidFill>
                  <a:schemeClr val="bg1">
                    <a:lumMod val="95000"/>
                    <a:lumOff val="5000"/>
                  </a:schemeClr>
                </a:solidFill>
                <a:latin typeface="Arial" pitchFamily="34" charset="0"/>
                <a:cs typeface="Arial" pitchFamily="34" charset="0"/>
              </a:rPr>
              <a:t>regression</a:t>
            </a:r>
            <a:endParaRPr lang="en-US" sz="2400" baseline="-25000" dirty="0">
              <a:solidFill>
                <a:schemeClr val="bg1">
                  <a:lumMod val="95000"/>
                  <a:lumOff val="5000"/>
                </a:schemeClr>
              </a:solidFill>
              <a:latin typeface="Arial" pitchFamily="34" charset="0"/>
              <a:cs typeface="Arial" pitchFamily="34" charset="0"/>
            </a:endParaRPr>
          </a:p>
          <a:p>
            <a:pPr algn="just">
              <a:lnSpc>
                <a:spcPct val="200000"/>
              </a:lnSpc>
            </a:pPr>
            <a:r>
              <a:rPr lang="en-US" sz="2400" dirty="0">
                <a:solidFill>
                  <a:schemeClr val="bg1">
                    <a:lumMod val="95000"/>
                    <a:lumOff val="5000"/>
                  </a:schemeClr>
                </a:solidFill>
                <a:latin typeface="Arial" pitchFamily="34" charset="0"/>
                <a:cs typeface="Arial" pitchFamily="34" charset="0"/>
              </a:rPr>
              <a:t>By definition of the total sum of squares, the second term becomes the </a:t>
            </a:r>
            <a:r>
              <a:rPr lang="en-US" sz="2400" dirty="0">
                <a:solidFill>
                  <a:srgbClr val="0033CC"/>
                </a:solidFill>
                <a:latin typeface="Arial" pitchFamily="34" charset="0"/>
                <a:cs typeface="Arial" pitchFamily="34" charset="0"/>
              </a:rPr>
              <a:t>regression sum of squares</a:t>
            </a:r>
            <a:endParaRPr lang="en-IN" sz="2400" dirty="0">
              <a:solidFill>
                <a:srgbClr val="0033CC"/>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2" name="Rectangle 1"/>
              <p:cNvSpPr/>
              <p:nvPr/>
            </p:nvSpPr>
            <p:spPr>
              <a:xfrm>
                <a:off x="2106582" y="1995686"/>
                <a:ext cx="5412123" cy="742767"/>
              </a:xfrm>
              <a:prstGeom prst="rect">
                <a:avLst/>
              </a:prstGeom>
            </p:spPr>
            <p:txBody>
              <a:bodyPr wrap="none">
                <a:spAutoFit/>
              </a:bodyPr>
              <a:lstStyle/>
              <a:p>
                <a14:m>
                  <m:oMath xmlns:m="http://schemas.openxmlformats.org/officeDocument/2006/math">
                    <m:sSub>
                      <m:sSubPr>
                        <m:ctrlPr>
                          <a:rPr lang="en-IN" sz="2400" b="1" i="1" smtClean="0">
                            <a:solidFill>
                              <a:schemeClr val="bg1"/>
                            </a:solidFill>
                            <a:latin typeface="Cambria Math" panose="02040503050406030204" pitchFamily="18" charset="0"/>
                            <a:ea typeface="Cambria Math" panose="02040503050406030204" pitchFamily="18" charset="0"/>
                          </a:rPr>
                        </m:ctrlPr>
                      </m:sSubPr>
                      <m:e>
                        <m:r>
                          <a:rPr lang="en-US" sz="2400" b="1" i="0">
                            <a:solidFill>
                              <a:schemeClr val="bg1"/>
                            </a:solidFill>
                            <a:latin typeface="Cambria Math" panose="02040503050406030204" pitchFamily="18" charset="0"/>
                            <a:ea typeface="Cambria Math" panose="02040503050406030204" pitchFamily="18" charset="0"/>
                          </a:rPr>
                          <m:t>𝐒𝐒</m:t>
                        </m:r>
                      </m:e>
                      <m:sub>
                        <m:r>
                          <a:rPr lang="en-US" sz="2400" b="1" i="0">
                            <a:solidFill>
                              <a:schemeClr val="bg1"/>
                            </a:solidFill>
                            <a:latin typeface="Cambria Math" panose="02040503050406030204" pitchFamily="18" charset="0"/>
                            <a:ea typeface="Cambria Math" panose="02040503050406030204" pitchFamily="18" charset="0"/>
                          </a:rPr>
                          <m:t>𝐄</m:t>
                        </m:r>
                      </m:sub>
                    </m:sSub>
                  </m:oMath>
                </a14:m>
                <a:r>
                  <a:rPr lang="en-IN" sz="2400" dirty="0">
                    <a:solidFill>
                      <a:schemeClr val="bg1"/>
                    </a:solidFill>
                  </a:rPr>
                  <a:t> = </a:t>
                </a:r>
                <a:r>
                  <a:rPr lang="en-US" sz="2400" dirty="0">
                    <a:solidFill>
                      <a:schemeClr val="bg1"/>
                    </a:solidFill>
                    <a:latin typeface="Cambria Math" panose="02040503050406030204" pitchFamily="18" charset="0"/>
                    <a:ea typeface="Cambria Math" panose="02040503050406030204" pitchFamily="18" charset="0"/>
                  </a:rPr>
                  <a:t>(</a:t>
                </a:r>
                <a:r>
                  <a:rPr lang="en-US" sz="2400" b="1" dirty="0">
                    <a:solidFill>
                      <a:schemeClr val="bg1"/>
                    </a:solidFill>
                    <a:latin typeface="Cambria Math" panose="02040503050406030204" pitchFamily="18" charset="0"/>
                    <a:ea typeface="Cambria Math" panose="02040503050406030204" pitchFamily="18" charset="0"/>
                  </a:rPr>
                  <a:t>Y</a:t>
                </a:r>
                <a14:m>
                  <m:oMath xmlns:m="http://schemas.openxmlformats.org/officeDocument/2006/math">
                    <m:r>
                      <a:rPr lang="en-US" sz="2400" b="1" i="0">
                        <a:solidFill>
                          <a:schemeClr val="bg1"/>
                        </a:solidFill>
                        <a:latin typeface="Cambria Math" panose="02040503050406030204" pitchFamily="18" charset="0"/>
                        <a:ea typeface="Cambria Math" panose="02040503050406030204" pitchFamily="18" charset="0"/>
                      </a:rPr>
                      <m:t>′</m:t>
                    </m:r>
                  </m:oMath>
                </a14:m>
                <a:r>
                  <a:rPr lang="en-IN" sz="2400" b="1" dirty="0">
                    <a:solidFill>
                      <a:schemeClr val="bg1"/>
                    </a:solidFill>
                    <a:latin typeface="Cambria Math" panose="02040503050406030204" pitchFamily="18" charset="0"/>
                    <a:ea typeface="Cambria Math" panose="02040503050406030204" pitchFamily="18" charset="0"/>
                  </a:rPr>
                  <a:t>Y- </a:t>
                </a:r>
                <a14:m>
                  <m:oMath xmlns:m="http://schemas.openxmlformats.org/officeDocument/2006/math">
                    <m:f>
                      <m:fPr>
                        <m:ctrlPr>
                          <a:rPr lang="en-US" sz="2400" b="1" i="1">
                            <a:solidFill>
                              <a:schemeClr val="bg1"/>
                            </a:solidFill>
                            <a:latin typeface="Cambria Math" panose="02040503050406030204" pitchFamily="18" charset="0"/>
                          </a:rPr>
                        </m:ctrlPr>
                      </m:fPr>
                      <m:num>
                        <m:sSup>
                          <m:sSupPr>
                            <m:ctrlPr>
                              <a:rPr lang="en-US" sz="2400" b="1" i="1">
                                <a:solidFill>
                                  <a:schemeClr val="bg1"/>
                                </a:solidFill>
                                <a:latin typeface="Cambria Math" panose="02040503050406030204" pitchFamily="18" charset="0"/>
                              </a:rPr>
                            </m:ctrlPr>
                          </m:sSupPr>
                          <m:e>
                            <m:d>
                              <m:dPr>
                                <m:ctrlPr>
                                  <a:rPr lang="en-US" sz="2400" b="1" i="1">
                                    <a:solidFill>
                                      <a:schemeClr val="bg1"/>
                                    </a:solidFill>
                                    <a:latin typeface="Cambria Math" panose="02040503050406030204" pitchFamily="18" charset="0"/>
                                  </a:rPr>
                                </m:ctrlPr>
                              </m:dPr>
                              <m:e>
                                <m:nary>
                                  <m:naryPr>
                                    <m:chr m:val="∑"/>
                                    <m:ctrlPr>
                                      <a:rPr lang="en-US" sz="2400" b="1" i="1">
                                        <a:solidFill>
                                          <a:schemeClr val="bg1"/>
                                        </a:solidFill>
                                        <a:latin typeface="Cambria Math" panose="02040503050406030204" pitchFamily="18" charset="0"/>
                                      </a:rPr>
                                    </m:ctrlPr>
                                  </m:naryPr>
                                  <m:sub>
                                    <m:r>
                                      <m:rPr>
                                        <m:brk m:alnAt="23"/>
                                      </m:rPr>
                                      <a:rPr lang="en-US" sz="2400" b="1" i="0">
                                        <a:solidFill>
                                          <a:schemeClr val="bg1"/>
                                        </a:solidFill>
                                        <a:latin typeface="Cambria Math"/>
                                      </a:rPr>
                                      <m:t>𝐢</m:t>
                                    </m:r>
                                    <m:r>
                                      <a:rPr lang="en-US" sz="2400" b="1" i="0">
                                        <a:solidFill>
                                          <a:schemeClr val="bg1"/>
                                        </a:solidFill>
                                        <a:latin typeface="Cambria Math"/>
                                      </a:rPr>
                                      <m:t>=</m:t>
                                    </m:r>
                                    <m:r>
                                      <a:rPr lang="en-US" sz="2400" b="1" i="0">
                                        <a:solidFill>
                                          <a:schemeClr val="bg1"/>
                                        </a:solidFill>
                                        <a:latin typeface="Cambria Math"/>
                                      </a:rPr>
                                      <m:t>𝟏</m:t>
                                    </m:r>
                                  </m:sub>
                                  <m:sup>
                                    <m:r>
                                      <a:rPr lang="en-US" sz="2400" b="1" i="0">
                                        <a:solidFill>
                                          <a:schemeClr val="bg1"/>
                                        </a:solidFill>
                                        <a:latin typeface="Cambria Math"/>
                                      </a:rPr>
                                      <m:t>𝐧</m:t>
                                    </m:r>
                                  </m:sup>
                                  <m:e>
                                    <m:sSub>
                                      <m:sSubPr>
                                        <m:ctrlPr>
                                          <a:rPr lang="en-US" sz="2400" i="1">
                                            <a:solidFill>
                                              <a:schemeClr val="bg1"/>
                                            </a:solidFill>
                                            <a:latin typeface="Cambria Math" panose="02040503050406030204" pitchFamily="18" charset="0"/>
                                          </a:rPr>
                                        </m:ctrlPr>
                                      </m:sSubPr>
                                      <m:e>
                                        <m:r>
                                          <m:rPr>
                                            <m:sty m:val="p"/>
                                          </m:rPr>
                                          <a:rPr lang="en-US" sz="2400" b="0" i="0">
                                            <a:solidFill>
                                              <a:schemeClr val="bg1"/>
                                            </a:solidFill>
                                            <a:latin typeface="Cambria Math"/>
                                          </a:rPr>
                                          <m:t>Y</m:t>
                                        </m:r>
                                      </m:e>
                                      <m:sub>
                                        <m:r>
                                          <m:rPr>
                                            <m:sty m:val="p"/>
                                          </m:rPr>
                                          <a:rPr lang="en-US" sz="2400" b="0" i="0">
                                            <a:solidFill>
                                              <a:schemeClr val="bg1"/>
                                            </a:solidFill>
                                            <a:latin typeface="Cambria Math"/>
                                          </a:rPr>
                                          <m:t>i</m:t>
                                        </m:r>
                                      </m:sub>
                                    </m:sSub>
                                  </m:e>
                                </m:nary>
                              </m:e>
                            </m:d>
                          </m:e>
                          <m:sup>
                            <m:r>
                              <a:rPr lang="en-US" sz="2400" b="1" i="0">
                                <a:solidFill>
                                  <a:schemeClr val="bg1"/>
                                </a:solidFill>
                                <a:latin typeface="Cambria Math"/>
                              </a:rPr>
                              <m:t>𝟐</m:t>
                            </m:r>
                          </m:sup>
                        </m:sSup>
                      </m:num>
                      <m:den>
                        <m:r>
                          <m:rPr>
                            <m:sty m:val="p"/>
                          </m:rPr>
                          <a:rPr lang="en-US" sz="2400" b="0" i="0">
                            <a:solidFill>
                              <a:schemeClr val="bg1"/>
                            </a:solidFill>
                            <a:latin typeface="Cambria Math"/>
                          </a:rPr>
                          <m:t>n</m:t>
                        </m:r>
                      </m:den>
                    </m:f>
                  </m:oMath>
                </a14:m>
                <a:r>
                  <a:rPr lang="en-IN" sz="2400" dirty="0">
                    <a:solidFill>
                      <a:schemeClr val="bg1"/>
                    </a:solidFill>
                    <a:latin typeface="Cambria Math" panose="02040503050406030204" pitchFamily="18" charset="0"/>
                    <a:ea typeface="Cambria Math" panose="02040503050406030204" pitchFamily="18" charset="0"/>
                  </a:rPr>
                  <a:t>)</a:t>
                </a:r>
                <a:r>
                  <a:rPr lang="en-IN" sz="2400" b="1" dirty="0">
                    <a:solidFill>
                      <a:schemeClr val="bg1"/>
                    </a:solidFill>
                    <a:latin typeface="Cambria Math" panose="02040503050406030204" pitchFamily="18" charset="0"/>
                    <a:ea typeface="Cambria Math" panose="02040503050406030204" pitchFamily="18" charset="0"/>
                  </a:rPr>
                  <a:t> – </a:t>
                </a:r>
                <a:r>
                  <a:rPr lang="en-IN" sz="2400" dirty="0">
                    <a:solidFill>
                      <a:srgbClr val="0033CC"/>
                    </a:solidFill>
                    <a:latin typeface="Cambria Math" panose="02040503050406030204" pitchFamily="18" charset="0"/>
                    <a:ea typeface="Cambria Math" panose="02040503050406030204" pitchFamily="18" charset="0"/>
                  </a:rPr>
                  <a:t>(</a:t>
                </a:r>
                <a14:m>
                  <m:oMath xmlns:m="http://schemas.openxmlformats.org/officeDocument/2006/math">
                    <m:acc>
                      <m:accPr>
                        <m:chr m:val="̂"/>
                        <m:ctrlPr>
                          <a:rPr lang="en-US" sz="2400" b="1" i="1">
                            <a:solidFill>
                              <a:srgbClr val="0033CC"/>
                            </a:solidFill>
                            <a:latin typeface="Cambria Math" panose="02040503050406030204" pitchFamily="18" charset="0"/>
                            <a:ea typeface="Cambria Math" panose="02040503050406030204" pitchFamily="18" charset="0"/>
                          </a:rPr>
                        </m:ctrlPr>
                      </m:accPr>
                      <m:e>
                        <m:r>
                          <a:rPr lang="en-US" sz="2400" b="1" i="0">
                            <a:solidFill>
                              <a:srgbClr val="0033CC"/>
                            </a:solidFill>
                            <a:latin typeface="Cambria Math" panose="02040503050406030204" pitchFamily="18" charset="0"/>
                            <a:ea typeface="Cambria Math" panose="02040503050406030204" pitchFamily="18" charset="0"/>
                          </a:rPr>
                          <m:t>𝛃</m:t>
                        </m:r>
                      </m:e>
                    </m:acc>
                  </m:oMath>
                </a14:m>
                <a:r>
                  <a:rPr lang="en-US" sz="2400" b="1" dirty="0">
                    <a:solidFill>
                      <a:srgbClr val="0033CC"/>
                    </a:solidFill>
                    <a:ea typeface="Cambria Math" panose="02040503050406030204" pitchFamily="18" charset="0"/>
                  </a:rPr>
                  <a:t> </a:t>
                </a:r>
                <a14:m>
                  <m:oMath xmlns:m="http://schemas.openxmlformats.org/officeDocument/2006/math">
                    <m:r>
                      <a:rPr lang="en-US" sz="2400" b="1" i="0">
                        <a:solidFill>
                          <a:srgbClr val="0033CC"/>
                        </a:solidFill>
                        <a:latin typeface="Cambria Math" panose="02040503050406030204" pitchFamily="18" charset="0"/>
                        <a:ea typeface="Cambria Math" panose="02040503050406030204" pitchFamily="18" charset="0"/>
                      </a:rPr>
                      <m:t>′</m:t>
                    </m:r>
                  </m:oMath>
                </a14:m>
                <a:r>
                  <a:rPr lang="en-IN" sz="2400" b="1" dirty="0">
                    <a:solidFill>
                      <a:srgbClr val="0033CC"/>
                    </a:solidFill>
                    <a:latin typeface="Cambria Math" panose="02040503050406030204" pitchFamily="18" charset="0"/>
                    <a:ea typeface="Cambria Math" panose="02040503050406030204" pitchFamily="18" charset="0"/>
                  </a:rPr>
                  <a:t>X</a:t>
                </a:r>
                <a14:m>
                  <m:oMath xmlns:m="http://schemas.openxmlformats.org/officeDocument/2006/math">
                    <m:r>
                      <a:rPr lang="en-US" sz="2400" b="1" i="0">
                        <a:solidFill>
                          <a:srgbClr val="0033CC"/>
                        </a:solidFill>
                        <a:latin typeface="Cambria Math" panose="02040503050406030204" pitchFamily="18" charset="0"/>
                        <a:ea typeface="Cambria Math" panose="02040503050406030204" pitchFamily="18" charset="0"/>
                      </a:rPr>
                      <m:t>′</m:t>
                    </m:r>
                  </m:oMath>
                </a14:m>
                <a:r>
                  <a:rPr lang="en-IN" sz="2400" b="1" dirty="0">
                    <a:solidFill>
                      <a:srgbClr val="0033CC"/>
                    </a:solidFill>
                    <a:latin typeface="Cambria Math" panose="02040503050406030204" pitchFamily="18" charset="0"/>
                    <a:ea typeface="Cambria Math" panose="02040503050406030204" pitchFamily="18" charset="0"/>
                  </a:rPr>
                  <a:t>Y-</a:t>
                </a:r>
                <a:r>
                  <a:rPr lang="en-US" sz="2400" b="1" dirty="0">
                    <a:solidFill>
                      <a:srgbClr val="0033CC"/>
                    </a:solidFill>
                  </a:rPr>
                  <a:t> </a:t>
                </a:r>
                <a14:m>
                  <m:oMath xmlns:m="http://schemas.openxmlformats.org/officeDocument/2006/math">
                    <m:f>
                      <m:fPr>
                        <m:ctrlPr>
                          <a:rPr lang="en-US" sz="2400" i="1">
                            <a:solidFill>
                              <a:srgbClr val="0033CC"/>
                            </a:solidFill>
                            <a:latin typeface="Cambria Math" panose="02040503050406030204" pitchFamily="18" charset="0"/>
                          </a:rPr>
                        </m:ctrlPr>
                      </m:fPr>
                      <m:num>
                        <m:sSup>
                          <m:sSupPr>
                            <m:ctrlPr>
                              <a:rPr lang="en-US" sz="2400" i="1">
                                <a:solidFill>
                                  <a:srgbClr val="0033CC"/>
                                </a:solidFill>
                                <a:latin typeface="Cambria Math" panose="02040503050406030204" pitchFamily="18" charset="0"/>
                              </a:rPr>
                            </m:ctrlPr>
                          </m:sSupPr>
                          <m:e>
                            <m:d>
                              <m:dPr>
                                <m:ctrlPr>
                                  <a:rPr lang="en-US" sz="2400" i="1">
                                    <a:solidFill>
                                      <a:srgbClr val="0033CC"/>
                                    </a:solidFill>
                                    <a:latin typeface="Cambria Math" panose="02040503050406030204" pitchFamily="18" charset="0"/>
                                  </a:rPr>
                                </m:ctrlPr>
                              </m:dPr>
                              <m:e>
                                <m:nary>
                                  <m:naryPr>
                                    <m:chr m:val="∑"/>
                                    <m:ctrlPr>
                                      <a:rPr lang="en-US" sz="2400" i="1">
                                        <a:solidFill>
                                          <a:srgbClr val="0033CC"/>
                                        </a:solidFill>
                                        <a:latin typeface="Cambria Math" panose="02040503050406030204" pitchFamily="18" charset="0"/>
                                      </a:rPr>
                                    </m:ctrlPr>
                                  </m:naryPr>
                                  <m:sub>
                                    <m:r>
                                      <m:rPr>
                                        <m:sty m:val="p"/>
                                        <m:brk m:alnAt="23"/>
                                      </m:rPr>
                                      <a:rPr lang="en-US" sz="2400" b="0" i="0">
                                        <a:solidFill>
                                          <a:srgbClr val="0033CC"/>
                                        </a:solidFill>
                                        <a:latin typeface="Cambria Math"/>
                                      </a:rPr>
                                      <m:t>i</m:t>
                                    </m:r>
                                    <m:r>
                                      <a:rPr lang="en-US" sz="2400" b="0" i="0">
                                        <a:solidFill>
                                          <a:srgbClr val="0033CC"/>
                                        </a:solidFill>
                                        <a:latin typeface="Cambria Math"/>
                                      </a:rPr>
                                      <m:t>=1</m:t>
                                    </m:r>
                                  </m:sub>
                                  <m:sup>
                                    <m:r>
                                      <m:rPr>
                                        <m:sty m:val="p"/>
                                      </m:rPr>
                                      <a:rPr lang="en-US" sz="2400" b="0" i="0">
                                        <a:solidFill>
                                          <a:srgbClr val="0033CC"/>
                                        </a:solidFill>
                                        <a:latin typeface="Cambria Math"/>
                                      </a:rPr>
                                      <m:t>n</m:t>
                                    </m:r>
                                  </m:sup>
                                  <m:e>
                                    <m:sSub>
                                      <m:sSubPr>
                                        <m:ctrlPr>
                                          <a:rPr lang="en-US" sz="2400" i="1">
                                            <a:solidFill>
                                              <a:srgbClr val="0033CC"/>
                                            </a:solidFill>
                                            <a:latin typeface="Cambria Math" panose="02040503050406030204" pitchFamily="18" charset="0"/>
                                          </a:rPr>
                                        </m:ctrlPr>
                                      </m:sSubPr>
                                      <m:e>
                                        <m:r>
                                          <m:rPr>
                                            <m:sty m:val="p"/>
                                          </m:rPr>
                                          <a:rPr lang="en-US" sz="2400" b="0" i="0">
                                            <a:solidFill>
                                              <a:srgbClr val="0033CC"/>
                                            </a:solidFill>
                                            <a:latin typeface="Cambria Math"/>
                                          </a:rPr>
                                          <m:t>Y</m:t>
                                        </m:r>
                                      </m:e>
                                      <m:sub>
                                        <m:r>
                                          <m:rPr>
                                            <m:sty m:val="p"/>
                                          </m:rPr>
                                          <a:rPr lang="en-US" sz="2400" b="0" i="0">
                                            <a:solidFill>
                                              <a:srgbClr val="0033CC"/>
                                            </a:solidFill>
                                            <a:latin typeface="Cambria Math"/>
                                          </a:rPr>
                                          <m:t>i</m:t>
                                        </m:r>
                                      </m:sub>
                                    </m:sSub>
                                  </m:e>
                                </m:nary>
                              </m:e>
                            </m:d>
                          </m:e>
                          <m:sup>
                            <m:r>
                              <a:rPr lang="en-US" sz="2400" b="0" i="0">
                                <a:solidFill>
                                  <a:srgbClr val="0033CC"/>
                                </a:solidFill>
                                <a:latin typeface="Cambria Math"/>
                              </a:rPr>
                              <m:t>2</m:t>
                            </m:r>
                          </m:sup>
                        </m:sSup>
                      </m:num>
                      <m:den>
                        <m:r>
                          <m:rPr>
                            <m:sty m:val="p"/>
                          </m:rPr>
                          <a:rPr lang="en-US" sz="2400" b="0" i="0">
                            <a:solidFill>
                              <a:srgbClr val="0033CC"/>
                            </a:solidFill>
                            <a:latin typeface="Cambria Math"/>
                          </a:rPr>
                          <m:t>n</m:t>
                        </m:r>
                      </m:den>
                    </m:f>
                  </m:oMath>
                </a14:m>
                <a:r>
                  <a:rPr lang="en-IN" sz="2400" dirty="0">
                    <a:solidFill>
                      <a:srgbClr val="0033CC"/>
                    </a:solidFill>
                    <a:latin typeface="Cambria Math" panose="02040503050406030204" pitchFamily="18" charset="0"/>
                    <a:ea typeface="Cambria Math" panose="02040503050406030204" pitchFamily="18" charset="0"/>
                  </a:rPr>
                  <a:t>)</a:t>
                </a:r>
                <a:endParaRPr lang="en-IN" sz="2400" dirty="0">
                  <a:solidFill>
                    <a:srgbClr val="0033CC"/>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2106582" y="1995686"/>
                <a:ext cx="5412123" cy="742767"/>
              </a:xfrm>
              <a:prstGeom prst="rect">
                <a:avLst/>
              </a:prstGeom>
              <a:blipFill rotWithShape="1">
                <a:blip r:embed="rId3"/>
                <a:stretch>
                  <a:fillRect r="-1015" b="-8197"/>
                </a:stretch>
              </a:blipFill>
            </p:spPr>
            <p:txBody>
              <a:bodyPr/>
              <a:lstStyle/>
              <a:p>
                <a:r>
                  <a:rPr lang="en-IN">
                    <a:noFill/>
                  </a:rPr>
                  <a:t> </a:t>
                </a:r>
              </a:p>
            </p:txBody>
          </p:sp>
        </mc:Fallback>
      </mc:AlternateContent>
    </p:spTree>
    <p:extLst>
      <p:ext uri="{BB962C8B-B14F-4D97-AF65-F5344CB8AC3E}">
        <p14:creationId xmlns:p14="http://schemas.microsoft.com/office/powerpoint/2010/main" val="4052066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a:xfrm>
            <a:off x="395536" y="465516"/>
            <a:ext cx="8496944" cy="3139321"/>
          </a:xfrm>
          <a:prstGeom prst="rect">
            <a:avLst/>
          </a:prstGeom>
          <a:noFill/>
        </p:spPr>
        <p:txBody>
          <a:bodyPr wrap="square" rtlCol="0">
            <a:spAutoFit/>
          </a:bodyPr>
          <a:lstStyle/>
          <a:p>
            <a:pPr algn="just">
              <a:lnSpc>
                <a:spcPct val="150000"/>
              </a:lnSpc>
            </a:pPr>
            <a:endParaRPr lang="en-US" sz="2200" dirty="0">
              <a:latin typeface="Arial" pitchFamily="34" charset="0"/>
              <a:cs typeface="Arial" pitchFamily="34" charset="0"/>
              <a:sym typeface="Symbol"/>
            </a:endParaRPr>
          </a:p>
          <a:p>
            <a:pPr algn="just">
              <a:lnSpc>
                <a:spcPct val="150000"/>
              </a:lnSpc>
            </a:pPr>
            <a:endParaRPr lang="en-US" sz="2200" dirty="0">
              <a:latin typeface="Arial" pitchFamily="34" charset="0"/>
              <a:cs typeface="Arial" pitchFamily="34" charset="0"/>
              <a:sym typeface="Symbol"/>
            </a:endParaRPr>
          </a:p>
          <a:p>
            <a:pPr algn="just">
              <a:lnSpc>
                <a:spcPct val="150000"/>
              </a:lnSpc>
            </a:pPr>
            <a:endParaRPr lang="en-US" sz="2200" dirty="0">
              <a:latin typeface="Arial" pitchFamily="34" charset="0"/>
              <a:cs typeface="Arial" pitchFamily="34" charset="0"/>
              <a:sym typeface="Symbol"/>
            </a:endParaRPr>
          </a:p>
          <a:p>
            <a:pPr algn="just">
              <a:lnSpc>
                <a:spcPct val="150000"/>
              </a:lnSpc>
            </a:pPr>
            <a:endParaRPr lang="en-US" sz="2200" dirty="0">
              <a:latin typeface="Arial" pitchFamily="34" charset="0"/>
              <a:cs typeface="Arial" pitchFamily="34" charset="0"/>
              <a:sym typeface="Symbol"/>
            </a:endParaRPr>
          </a:p>
          <a:p>
            <a:pPr algn="just">
              <a:lnSpc>
                <a:spcPct val="150000"/>
              </a:lnSpc>
            </a:pPr>
            <a:r>
              <a:rPr lang="en-US" sz="2200" b="1" dirty="0">
                <a:latin typeface="Arial" pitchFamily="34" charset="0"/>
                <a:cs typeface="Arial" pitchFamily="34" charset="0"/>
                <a:sym typeface="Symbol"/>
              </a:rPr>
              <a:t>  </a:t>
            </a:r>
          </a:p>
          <a:p>
            <a:pPr algn="just">
              <a:lnSpc>
                <a:spcPct val="150000"/>
              </a:lnSpc>
            </a:pPr>
            <a:endParaRPr lang="en-IN" sz="2200" b="1" dirty="0">
              <a:latin typeface="Arial" pitchFamily="34" charset="0"/>
              <a:cs typeface="Arial" pitchFamily="34" charset="0"/>
            </a:endParaRPr>
          </a:p>
        </p:txBody>
      </p:sp>
      <p:sp>
        <p:nvSpPr>
          <p:cNvPr id="64514" name="TextBox 3"/>
          <p:cNvSpPr txBox="1">
            <a:spLocks noChangeArrowheads="1"/>
          </p:cNvSpPr>
          <p:nvPr/>
        </p:nvSpPr>
        <p:spPr bwMode="auto">
          <a:xfrm>
            <a:off x="250825" y="465516"/>
            <a:ext cx="8713788"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iral"/>
              </a:rPr>
              <a:t>Regression Sum of Squares due to </a:t>
            </a:r>
            <a:r>
              <a:rPr lang="en-US" sz="3200" b="1" dirty="0">
                <a:solidFill>
                  <a:srgbClr val="0070C0"/>
                </a:solidFill>
                <a:effectLst>
                  <a:outerShdw blurRad="38100" dist="38100" dir="2700000" algn="tl">
                    <a:srgbClr val="000000">
                      <a:alpha val="43137"/>
                    </a:srgbClr>
                  </a:outerShdw>
                </a:effectLst>
                <a:latin typeface="Airal"/>
                <a:sym typeface="Symbol"/>
              </a:rPr>
              <a:t></a:t>
            </a:r>
            <a:r>
              <a:rPr lang="en-US" sz="3200" b="1" baseline="-25000" dirty="0">
                <a:solidFill>
                  <a:srgbClr val="0070C0"/>
                </a:solidFill>
                <a:effectLst>
                  <a:outerShdw blurRad="38100" dist="38100" dir="2700000" algn="tl">
                    <a:srgbClr val="000000">
                      <a:alpha val="43137"/>
                    </a:srgbClr>
                  </a:outerShdw>
                </a:effectLst>
                <a:latin typeface="Airal"/>
                <a:sym typeface="Symbol"/>
              </a:rPr>
              <a:t>0</a:t>
            </a:r>
            <a:endParaRPr lang="en-IN" sz="3200" b="1" baseline="-25000" dirty="0">
              <a:solidFill>
                <a:srgbClr val="0070C0"/>
              </a:solidFill>
              <a:effectLst>
                <a:outerShdw blurRad="38100" dist="38100" dir="2700000" algn="tl">
                  <a:srgbClr val="000000">
                    <a:alpha val="43137"/>
                  </a:srgbClr>
                </a:outerShdw>
              </a:effectLst>
              <a:latin typeface="Airal"/>
            </a:endParaRPr>
          </a:p>
        </p:txBody>
      </p:sp>
      <mc:AlternateContent xmlns:mc="http://schemas.openxmlformats.org/markup-compatibility/2006" xmlns:a14="http://schemas.microsoft.com/office/drawing/2010/main">
        <mc:Choice Requires="a14">
          <p:sp>
            <p:nvSpPr>
              <p:cNvPr id="5" name="TextBox 4"/>
              <p:cNvSpPr txBox="1"/>
              <p:nvPr/>
            </p:nvSpPr>
            <p:spPr>
              <a:xfrm>
                <a:off x="611559" y="1143172"/>
                <a:ext cx="8064897" cy="3846181"/>
              </a:xfrm>
              <a:prstGeom prst="rect">
                <a:avLst/>
              </a:prstGeom>
              <a:noFill/>
            </p:spPr>
            <p:txBody>
              <a:bodyPr wrap="square" rtlCol="0">
                <a:spAutoFit/>
              </a:bodyPr>
              <a:lstStyle/>
              <a:p>
                <a:pPr>
                  <a:lnSpc>
                    <a:spcPct val="150000"/>
                  </a:lnSpc>
                </a:pPr>
                <a:r>
                  <a:rPr lang="en-US" sz="2400" b="1" dirty="0">
                    <a:solidFill>
                      <a:schemeClr val="bg1">
                        <a:lumMod val="95000"/>
                        <a:lumOff val="5000"/>
                      </a:schemeClr>
                    </a:solidFill>
                    <a:latin typeface="Arial" pitchFamily="34" charset="0"/>
                    <a:cs typeface="Arial" pitchFamily="34" charset="0"/>
                  </a:rPr>
                  <a:t>Total Sum of Squares:</a:t>
                </a:r>
                <a:r>
                  <a:rPr lang="en-US" sz="2400" dirty="0">
                    <a:solidFill>
                      <a:schemeClr val="bg1">
                        <a:lumMod val="95000"/>
                        <a:lumOff val="5000"/>
                      </a:schemeClr>
                    </a:solidFill>
                    <a:latin typeface="Arial" pitchFamily="34" charset="0"/>
                    <a:cs typeface="Arial" pitchFamily="34" charset="0"/>
                  </a:rPr>
                  <a:t> </a:t>
                </a:r>
                <a14:m>
                  <m:oMath xmlns:m="http://schemas.openxmlformats.org/officeDocument/2006/math">
                    <m:sSup>
                      <m:sSupPr>
                        <m:ctrlPr>
                          <a:rPr lang="en-IN" sz="2400" b="1" i="1">
                            <a:solidFill>
                              <a:srgbClr val="002060"/>
                            </a:solidFill>
                            <a:latin typeface="Cambria Math" panose="02040503050406030204" pitchFamily="18" charset="0"/>
                            <a:cs typeface="Arial" pitchFamily="34" charset="0"/>
                          </a:rPr>
                        </m:ctrlPr>
                      </m:sSupPr>
                      <m:e>
                        <m:r>
                          <a:rPr lang="en-IN" sz="2400" b="1">
                            <a:solidFill>
                              <a:srgbClr val="002060"/>
                            </a:solidFill>
                            <a:latin typeface="Cambria Math"/>
                            <a:cs typeface="Arial" pitchFamily="34" charset="0"/>
                          </a:rPr>
                          <m:t>𝐘</m:t>
                        </m:r>
                      </m:e>
                      <m:sup>
                        <m:r>
                          <a:rPr lang="en-IN" sz="2400" b="1">
                            <a:solidFill>
                              <a:srgbClr val="002060"/>
                            </a:solidFill>
                            <a:latin typeface="Cambria Math"/>
                            <a:cs typeface="Arial" pitchFamily="34" charset="0"/>
                          </a:rPr>
                          <m:t>′</m:t>
                        </m:r>
                      </m:sup>
                    </m:sSup>
                    <m:r>
                      <a:rPr lang="en-IN" sz="2400" b="1">
                        <a:solidFill>
                          <a:srgbClr val="002060"/>
                        </a:solidFill>
                        <a:latin typeface="Cambria Math"/>
                        <a:cs typeface="Arial" pitchFamily="34" charset="0"/>
                      </a:rPr>
                      <m:t>𝐘</m:t>
                    </m:r>
                    <m:r>
                      <a:rPr lang="en-IN" sz="2400" b="1">
                        <a:solidFill>
                          <a:srgbClr val="002060"/>
                        </a:solidFill>
                        <a:latin typeface="Cambria Math"/>
                        <a:cs typeface="Arial" pitchFamily="34" charset="0"/>
                      </a:rPr>
                      <m:t>−</m:t>
                    </m:r>
                    <m:f>
                      <m:fPr>
                        <m:ctrlPr>
                          <a:rPr lang="en-IN" sz="2400" b="1" i="1" smtClean="0">
                            <a:solidFill>
                              <a:srgbClr val="FF0000"/>
                            </a:solidFill>
                            <a:latin typeface="Cambria Math" panose="02040503050406030204" pitchFamily="18" charset="0"/>
                            <a:cs typeface="Arial" pitchFamily="34" charset="0"/>
                          </a:rPr>
                        </m:ctrlPr>
                      </m:fPr>
                      <m:num>
                        <m:sSup>
                          <m:sSupPr>
                            <m:ctrlPr>
                              <a:rPr lang="en-IN" sz="2400" b="1" i="1">
                                <a:solidFill>
                                  <a:srgbClr val="FF0000"/>
                                </a:solidFill>
                                <a:latin typeface="Cambria Math" panose="02040503050406030204" pitchFamily="18" charset="0"/>
                                <a:cs typeface="Arial" pitchFamily="34" charset="0"/>
                              </a:rPr>
                            </m:ctrlPr>
                          </m:sSupPr>
                          <m:e>
                            <m:d>
                              <m:dPr>
                                <m:ctrlPr>
                                  <a:rPr lang="en-IN" sz="2400" b="1" i="1">
                                    <a:solidFill>
                                      <a:srgbClr val="FF0000"/>
                                    </a:solidFill>
                                    <a:latin typeface="Cambria Math" panose="02040503050406030204" pitchFamily="18" charset="0"/>
                                    <a:cs typeface="Arial" pitchFamily="34" charset="0"/>
                                  </a:rPr>
                                </m:ctrlPr>
                              </m:dPr>
                              <m:e>
                                <m:nary>
                                  <m:naryPr>
                                    <m:chr m:val="∑"/>
                                    <m:ctrlPr>
                                      <a:rPr lang="en-IN" sz="2400" i="1">
                                        <a:solidFill>
                                          <a:srgbClr val="FF0000"/>
                                        </a:solidFill>
                                        <a:latin typeface="Cambria Math" panose="02040503050406030204" pitchFamily="18" charset="0"/>
                                        <a:cs typeface="Arial" pitchFamily="34" charset="0"/>
                                      </a:rPr>
                                    </m:ctrlPr>
                                  </m:naryPr>
                                  <m:sub>
                                    <m:r>
                                      <m:rPr>
                                        <m:sty m:val="p"/>
                                        <m:brk m:alnAt="23"/>
                                      </m:rPr>
                                      <a:rPr lang="en-IN" sz="2400">
                                        <a:solidFill>
                                          <a:srgbClr val="FF0000"/>
                                        </a:solidFill>
                                        <a:latin typeface="Cambria Math"/>
                                        <a:cs typeface="Arial" pitchFamily="34" charset="0"/>
                                      </a:rPr>
                                      <m:t>i</m:t>
                                    </m:r>
                                    <m:r>
                                      <a:rPr lang="en-IN" sz="2400">
                                        <a:solidFill>
                                          <a:srgbClr val="FF0000"/>
                                        </a:solidFill>
                                        <a:latin typeface="Cambria Math"/>
                                        <a:cs typeface="Arial" pitchFamily="34" charset="0"/>
                                      </a:rPr>
                                      <m:t>=1</m:t>
                                    </m:r>
                                  </m:sub>
                                  <m:sup>
                                    <m:r>
                                      <m:rPr>
                                        <m:sty m:val="p"/>
                                      </m:rPr>
                                      <a:rPr lang="en-IN" sz="2400">
                                        <a:solidFill>
                                          <a:srgbClr val="FF0000"/>
                                        </a:solidFill>
                                        <a:latin typeface="Cambria Math"/>
                                        <a:cs typeface="Arial" pitchFamily="34" charset="0"/>
                                      </a:rPr>
                                      <m:t>n</m:t>
                                    </m:r>
                                  </m:sup>
                                  <m:e>
                                    <m:sSub>
                                      <m:sSubPr>
                                        <m:ctrlPr>
                                          <a:rPr lang="en-IN" sz="2400" i="1">
                                            <a:solidFill>
                                              <a:srgbClr val="FF0000"/>
                                            </a:solidFill>
                                            <a:latin typeface="Cambria Math" panose="02040503050406030204" pitchFamily="18" charset="0"/>
                                            <a:cs typeface="Arial" pitchFamily="34" charset="0"/>
                                          </a:rPr>
                                        </m:ctrlPr>
                                      </m:sSubPr>
                                      <m:e>
                                        <m:r>
                                          <m:rPr>
                                            <m:sty m:val="p"/>
                                          </m:rPr>
                                          <a:rPr lang="en-IN" sz="2400">
                                            <a:solidFill>
                                              <a:srgbClr val="FF0000"/>
                                            </a:solidFill>
                                            <a:latin typeface="Cambria Math"/>
                                            <a:cs typeface="Arial" pitchFamily="34" charset="0"/>
                                          </a:rPr>
                                          <m:t>Y</m:t>
                                        </m:r>
                                      </m:e>
                                      <m:sub>
                                        <m:r>
                                          <m:rPr>
                                            <m:sty m:val="p"/>
                                          </m:rPr>
                                          <a:rPr lang="en-IN" sz="2400">
                                            <a:solidFill>
                                              <a:srgbClr val="FF0000"/>
                                            </a:solidFill>
                                            <a:latin typeface="Cambria Math"/>
                                            <a:cs typeface="Arial" pitchFamily="34" charset="0"/>
                                          </a:rPr>
                                          <m:t>i</m:t>
                                        </m:r>
                                      </m:sub>
                                    </m:sSub>
                                  </m:e>
                                </m:nary>
                              </m:e>
                            </m:d>
                          </m:e>
                          <m:sup>
                            <m:r>
                              <a:rPr lang="en-IN" sz="2400">
                                <a:solidFill>
                                  <a:srgbClr val="FF0000"/>
                                </a:solidFill>
                                <a:latin typeface="Cambria Math"/>
                                <a:cs typeface="Arial" pitchFamily="34" charset="0"/>
                              </a:rPr>
                              <m:t>2</m:t>
                            </m:r>
                          </m:sup>
                        </m:sSup>
                      </m:num>
                      <m:den>
                        <m:r>
                          <m:rPr>
                            <m:sty m:val="p"/>
                          </m:rPr>
                          <a:rPr lang="en-IN" sz="2400">
                            <a:solidFill>
                              <a:srgbClr val="FF0000"/>
                            </a:solidFill>
                            <a:latin typeface="Cambria Math"/>
                            <a:cs typeface="Arial" pitchFamily="34" charset="0"/>
                          </a:rPr>
                          <m:t>n</m:t>
                        </m:r>
                      </m:den>
                    </m:f>
                  </m:oMath>
                </a14:m>
                <a:endParaRPr lang="en-US" sz="2400" dirty="0">
                  <a:solidFill>
                    <a:schemeClr val="bg1">
                      <a:lumMod val="95000"/>
                      <a:lumOff val="5000"/>
                    </a:schemeClr>
                  </a:solidFill>
                  <a:latin typeface="Arial" pitchFamily="34" charset="0"/>
                  <a:cs typeface="Arial" pitchFamily="34" charset="0"/>
                </a:endParaRPr>
              </a:p>
              <a:p>
                <a:pPr algn="just">
                  <a:lnSpc>
                    <a:spcPct val="200000"/>
                  </a:lnSpc>
                </a:pPr>
                <a:r>
                  <a:rPr lang="en-US" sz="2400" dirty="0">
                    <a:solidFill>
                      <a:schemeClr val="bg1">
                        <a:lumMod val="95000"/>
                        <a:lumOff val="5000"/>
                      </a:schemeClr>
                    </a:solidFill>
                    <a:latin typeface="Arial" pitchFamily="34" charset="0"/>
                    <a:cs typeface="Arial" pitchFamily="34" charset="0"/>
                  </a:rPr>
                  <a:t>The actual total sum of squares is </a:t>
                </a:r>
                <a:r>
                  <a:rPr lang="en-US" sz="2400" b="1" dirty="0">
                    <a:solidFill>
                      <a:schemeClr val="bg1">
                        <a:lumMod val="95000"/>
                        <a:lumOff val="5000"/>
                      </a:schemeClr>
                    </a:solidFill>
                    <a:latin typeface="Arial" pitchFamily="34" charset="0"/>
                    <a:cs typeface="Arial" pitchFamily="34" charset="0"/>
                  </a:rPr>
                  <a:t>Y</a:t>
                </a:r>
                <a14:m>
                  <m:oMath xmlns:m="http://schemas.openxmlformats.org/officeDocument/2006/math">
                    <m:r>
                      <a:rPr lang="en-IN" sz="2400" b="1">
                        <a:solidFill>
                          <a:srgbClr val="002060"/>
                        </a:solidFill>
                        <a:latin typeface="Cambria Math"/>
                        <a:cs typeface="Arial" pitchFamily="34" charset="0"/>
                      </a:rPr>
                      <m:t>′</m:t>
                    </m:r>
                  </m:oMath>
                </a14:m>
                <a:r>
                  <a:rPr lang="en-US" sz="2400" b="1" dirty="0">
                    <a:solidFill>
                      <a:schemeClr val="bg1">
                        <a:lumMod val="95000"/>
                        <a:lumOff val="5000"/>
                      </a:schemeClr>
                    </a:solidFill>
                    <a:latin typeface="Arial" pitchFamily="34" charset="0"/>
                    <a:cs typeface="Arial" pitchFamily="34" charset="0"/>
                  </a:rPr>
                  <a:t>Y.  </a:t>
                </a:r>
              </a:p>
              <a:p>
                <a:pPr algn="just">
                  <a:lnSpc>
                    <a:spcPct val="200000"/>
                  </a:lnSpc>
                </a:pPr>
                <a:r>
                  <a:rPr lang="en-US" sz="2400" dirty="0">
                    <a:solidFill>
                      <a:schemeClr val="bg1">
                        <a:lumMod val="95000"/>
                        <a:lumOff val="5000"/>
                      </a:schemeClr>
                    </a:solidFill>
                    <a:latin typeface="Arial" pitchFamily="34" charset="0"/>
                    <a:cs typeface="Arial" pitchFamily="34" charset="0"/>
                  </a:rPr>
                  <a:t>The term </a:t>
                </a:r>
                <a14:m>
                  <m:oMath xmlns:m="http://schemas.openxmlformats.org/officeDocument/2006/math">
                    <m:f>
                      <m:fPr>
                        <m:ctrlPr>
                          <a:rPr lang="en-IN" sz="2400" b="1" i="1" smtClean="0">
                            <a:solidFill>
                              <a:srgbClr val="FF0000"/>
                            </a:solidFill>
                            <a:latin typeface="Cambria Math" panose="02040503050406030204" pitchFamily="18" charset="0"/>
                            <a:cs typeface="Arial" pitchFamily="34" charset="0"/>
                          </a:rPr>
                        </m:ctrlPr>
                      </m:fPr>
                      <m:num>
                        <m:sSup>
                          <m:sSupPr>
                            <m:ctrlPr>
                              <a:rPr lang="en-IN" sz="2400" b="1" i="1">
                                <a:solidFill>
                                  <a:srgbClr val="FF0000"/>
                                </a:solidFill>
                                <a:latin typeface="Cambria Math" panose="02040503050406030204" pitchFamily="18" charset="0"/>
                                <a:cs typeface="Arial" pitchFamily="34" charset="0"/>
                              </a:rPr>
                            </m:ctrlPr>
                          </m:sSupPr>
                          <m:e>
                            <m:d>
                              <m:dPr>
                                <m:ctrlPr>
                                  <a:rPr lang="en-IN" sz="2400" b="1" i="1">
                                    <a:solidFill>
                                      <a:srgbClr val="FF0000"/>
                                    </a:solidFill>
                                    <a:latin typeface="Cambria Math" panose="02040503050406030204" pitchFamily="18" charset="0"/>
                                    <a:cs typeface="Arial" pitchFamily="34" charset="0"/>
                                  </a:rPr>
                                </m:ctrlPr>
                              </m:dPr>
                              <m:e>
                                <m:nary>
                                  <m:naryPr>
                                    <m:chr m:val="∑"/>
                                    <m:ctrlPr>
                                      <a:rPr lang="en-IN" sz="2400" i="1">
                                        <a:solidFill>
                                          <a:srgbClr val="FF0000"/>
                                        </a:solidFill>
                                        <a:latin typeface="Cambria Math" panose="02040503050406030204" pitchFamily="18" charset="0"/>
                                        <a:cs typeface="Arial" pitchFamily="34" charset="0"/>
                                      </a:rPr>
                                    </m:ctrlPr>
                                  </m:naryPr>
                                  <m:sub>
                                    <m:r>
                                      <m:rPr>
                                        <m:sty m:val="p"/>
                                        <m:brk m:alnAt="23"/>
                                      </m:rPr>
                                      <a:rPr lang="en-IN" sz="2400">
                                        <a:solidFill>
                                          <a:srgbClr val="FF0000"/>
                                        </a:solidFill>
                                        <a:latin typeface="Cambria Math"/>
                                        <a:cs typeface="Arial" pitchFamily="34" charset="0"/>
                                      </a:rPr>
                                      <m:t>i</m:t>
                                    </m:r>
                                    <m:r>
                                      <a:rPr lang="en-IN" sz="2400">
                                        <a:solidFill>
                                          <a:srgbClr val="FF0000"/>
                                        </a:solidFill>
                                        <a:latin typeface="Cambria Math"/>
                                        <a:cs typeface="Arial" pitchFamily="34" charset="0"/>
                                      </a:rPr>
                                      <m:t>=1</m:t>
                                    </m:r>
                                  </m:sub>
                                  <m:sup>
                                    <m:r>
                                      <m:rPr>
                                        <m:sty m:val="p"/>
                                      </m:rPr>
                                      <a:rPr lang="en-IN" sz="2400">
                                        <a:solidFill>
                                          <a:srgbClr val="FF0000"/>
                                        </a:solidFill>
                                        <a:latin typeface="Cambria Math"/>
                                        <a:cs typeface="Arial" pitchFamily="34" charset="0"/>
                                      </a:rPr>
                                      <m:t>n</m:t>
                                    </m:r>
                                  </m:sup>
                                  <m:e>
                                    <m:sSub>
                                      <m:sSubPr>
                                        <m:ctrlPr>
                                          <a:rPr lang="en-IN" sz="2400" i="1">
                                            <a:solidFill>
                                              <a:srgbClr val="FF0000"/>
                                            </a:solidFill>
                                            <a:latin typeface="Cambria Math" panose="02040503050406030204" pitchFamily="18" charset="0"/>
                                            <a:cs typeface="Arial" pitchFamily="34" charset="0"/>
                                          </a:rPr>
                                        </m:ctrlPr>
                                      </m:sSubPr>
                                      <m:e>
                                        <m:r>
                                          <m:rPr>
                                            <m:sty m:val="p"/>
                                          </m:rPr>
                                          <a:rPr lang="en-IN" sz="2400">
                                            <a:solidFill>
                                              <a:srgbClr val="FF0000"/>
                                            </a:solidFill>
                                            <a:latin typeface="Cambria Math"/>
                                            <a:cs typeface="Arial" pitchFamily="34" charset="0"/>
                                          </a:rPr>
                                          <m:t>Y</m:t>
                                        </m:r>
                                      </m:e>
                                      <m:sub>
                                        <m:r>
                                          <m:rPr>
                                            <m:sty m:val="p"/>
                                          </m:rPr>
                                          <a:rPr lang="en-IN" sz="2400">
                                            <a:solidFill>
                                              <a:srgbClr val="FF0000"/>
                                            </a:solidFill>
                                            <a:latin typeface="Cambria Math"/>
                                            <a:cs typeface="Arial" pitchFamily="34" charset="0"/>
                                          </a:rPr>
                                          <m:t>i</m:t>
                                        </m:r>
                                      </m:sub>
                                    </m:sSub>
                                  </m:e>
                                </m:nary>
                              </m:e>
                            </m:d>
                          </m:e>
                          <m:sup>
                            <m:r>
                              <a:rPr lang="en-IN" sz="2400">
                                <a:solidFill>
                                  <a:srgbClr val="FF0000"/>
                                </a:solidFill>
                                <a:latin typeface="Cambria Math"/>
                                <a:cs typeface="Arial" pitchFamily="34" charset="0"/>
                              </a:rPr>
                              <m:t>2</m:t>
                            </m:r>
                          </m:sup>
                        </m:sSup>
                      </m:num>
                      <m:den>
                        <m:r>
                          <m:rPr>
                            <m:sty m:val="p"/>
                          </m:rPr>
                          <a:rPr lang="en-IN" sz="2400">
                            <a:solidFill>
                              <a:srgbClr val="FF0000"/>
                            </a:solidFill>
                            <a:latin typeface="Cambria Math"/>
                            <a:cs typeface="Arial" pitchFamily="34" charset="0"/>
                          </a:rPr>
                          <m:t>n</m:t>
                        </m:r>
                      </m:den>
                    </m:f>
                  </m:oMath>
                </a14:m>
                <a:r>
                  <a:rPr lang="en-US" sz="2400" dirty="0">
                    <a:solidFill>
                      <a:schemeClr val="bg1">
                        <a:lumMod val="95000"/>
                        <a:lumOff val="5000"/>
                      </a:schemeClr>
                    </a:solidFill>
                    <a:latin typeface="Arial" pitchFamily="34" charset="0"/>
                    <a:cs typeface="Arial" pitchFamily="34" charset="0"/>
                  </a:rPr>
                  <a:t> is deducted from the total sum of squares.</a:t>
                </a:r>
                <a:endParaRPr lang="en-IN" sz="2400" dirty="0">
                  <a:solidFill>
                    <a:schemeClr val="bg1">
                      <a:lumMod val="95000"/>
                      <a:lumOff val="5000"/>
                    </a:schemeClr>
                  </a:solidFill>
                  <a:latin typeface="Arial" pitchFamily="34" charset="0"/>
                  <a:cs typeface="Arial"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11559" y="1143172"/>
                <a:ext cx="8064897" cy="3846181"/>
              </a:xfrm>
              <a:prstGeom prst="rect">
                <a:avLst/>
              </a:prstGeom>
              <a:blipFill>
                <a:blip r:embed="rId2"/>
                <a:stretch>
                  <a:fillRect l="-1134" r="-1209"/>
                </a:stretch>
              </a:blipFill>
            </p:spPr>
            <p:txBody>
              <a:bodyPr/>
              <a:lstStyle/>
              <a:p>
                <a:r>
                  <a:rPr lang="en-IN">
                    <a:noFill/>
                  </a:rPr>
                  <a:t> </a:t>
                </a:r>
              </a:p>
            </p:txBody>
          </p:sp>
        </mc:Fallback>
      </mc:AlternateContent>
    </p:spTree>
    <p:extLst>
      <p:ext uri="{BB962C8B-B14F-4D97-AF65-F5344CB8AC3E}">
        <p14:creationId xmlns:p14="http://schemas.microsoft.com/office/powerpoint/2010/main" val="39168188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a:xfrm>
            <a:off x="395536" y="465516"/>
            <a:ext cx="8496944" cy="3139321"/>
          </a:xfrm>
          <a:prstGeom prst="rect">
            <a:avLst/>
          </a:prstGeom>
          <a:noFill/>
        </p:spPr>
        <p:txBody>
          <a:bodyPr wrap="square" rtlCol="0">
            <a:spAutoFit/>
          </a:bodyPr>
          <a:lstStyle/>
          <a:p>
            <a:pPr algn="just">
              <a:lnSpc>
                <a:spcPct val="150000"/>
              </a:lnSpc>
            </a:pPr>
            <a:endParaRPr lang="en-US" sz="2200" dirty="0">
              <a:solidFill>
                <a:srgbClr val="002060"/>
              </a:solidFill>
              <a:latin typeface="Arial" pitchFamily="34" charset="0"/>
              <a:cs typeface="Arial" pitchFamily="34" charset="0"/>
              <a:sym typeface="Symbol"/>
            </a:endParaRPr>
          </a:p>
          <a:p>
            <a:pPr algn="just">
              <a:lnSpc>
                <a:spcPct val="150000"/>
              </a:lnSpc>
            </a:pPr>
            <a:endParaRPr lang="en-US" sz="2200" dirty="0">
              <a:solidFill>
                <a:srgbClr val="002060"/>
              </a:solidFill>
              <a:latin typeface="Arial" pitchFamily="34" charset="0"/>
              <a:cs typeface="Arial" pitchFamily="34" charset="0"/>
              <a:sym typeface="Symbol"/>
            </a:endParaRPr>
          </a:p>
          <a:p>
            <a:pPr algn="just">
              <a:lnSpc>
                <a:spcPct val="150000"/>
              </a:lnSpc>
            </a:pPr>
            <a:endParaRPr lang="en-US" sz="2200" dirty="0">
              <a:solidFill>
                <a:srgbClr val="002060"/>
              </a:solidFill>
              <a:latin typeface="Arial" pitchFamily="34" charset="0"/>
              <a:cs typeface="Arial" pitchFamily="34" charset="0"/>
              <a:sym typeface="Symbol"/>
            </a:endParaRPr>
          </a:p>
          <a:p>
            <a:pPr algn="just">
              <a:lnSpc>
                <a:spcPct val="150000"/>
              </a:lnSpc>
            </a:pPr>
            <a:endParaRPr lang="en-US" sz="2200" dirty="0">
              <a:solidFill>
                <a:srgbClr val="002060"/>
              </a:solidFill>
              <a:latin typeface="Arial" pitchFamily="34" charset="0"/>
              <a:cs typeface="Arial" pitchFamily="34" charset="0"/>
              <a:sym typeface="Symbol"/>
            </a:endParaRPr>
          </a:p>
          <a:p>
            <a:pPr algn="just">
              <a:lnSpc>
                <a:spcPct val="150000"/>
              </a:lnSpc>
            </a:pPr>
            <a:r>
              <a:rPr lang="en-US" sz="2200" b="1" dirty="0">
                <a:solidFill>
                  <a:srgbClr val="002060"/>
                </a:solidFill>
                <a:latin typeface="Arial" pitchFamily="34" charset="0"/>
                <a:cs typeface="Arial" pitchFamily="34" charset="0"/>
                <a:sym typeface="Symbol"/>
              </a:rPr>
              <a:t>  </a:t>
            </a:r>
          </a:p>
          <a:p>
            <a:pPr algn="just">
              <a:lnSpc>
                <a:spcPct val="150000"/>
              </a:lnSpc>
            </a:pPr>
            <a:endParaRPr lang="en-IN" sz="2200" b="1" dirty="0">
              <a:solidFill>
                <a:srgbClr val="002060"/>
              </a:solidFill>
              <a:latin typeface="Arial" pitchFamily="34" charset="0"/>
              <a:cs typeface="Arial" pitchFamily="34" charset="0"/>
            </a:endParaRPr>
          </a:p>
        </p:txBody>
      </p:sp>
      <p:sp>
        <p:nvSpPr>
          <p:cNvPr id="64514" name="TextBox 3"/>
          <p:cNvSpPr txBox="1">
            <a:spLocks noChangeArrowheads="1"/>
          </p:cNvSpPr>
          <p:nvPr/>
        </p:nvSpPr>
        <p:spPr bwMode="auto">
          <a:xfrm>
            <a:off x="250825" y="474807"/>
            <a:ext cx="8713788"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iral"/>
              </a:rPr>
              <a:t>Regression Sum of Squares due to </a:t>
            </a:r>
            <a:r>
              <a:rPr lang="en-US" sz="3200" b="1" dirty="0">
                <a:solidFill>
                  <a:srgbClr val="0070C0"/>
                </a:solidFill>
                <a:effectLst>
                  <a:outerShdw blurRad="38100" dist="38100" dir="2700000" algn="tl">
                    <a:srgbClr val="000000">
                      <a:alpha val="43137"/>
                    </a:srgbClr>
                  </a:outerShdw>
                </a:effectLst>
                <a:latin typeface="Airal"/>
                <a:sym typeface="Symbol"/>
              </a:rPr>
              <a:t></a:t>
            </a:r>
            <a:r>
              <a:rPr lang="en-US" sz="3200" b="1" baseline="-25000" dirty="0">
                <a:solidFill>
                  <a:srgbClr val="0070C0"/>
                </a:solidFill>
                <a:effectLst>
                  <a:outerShdw blurRad="38100" dist="38100" dir="2700000" algn="tl">
                    <a:srgbClr val="000000">
                      <a:alpha val="43137"/>
                    </a:srgbClr>
                  </a:outerShdw>
                </a:effectLst>
                <a:latin typeface="Airal"/>
                <a:sym typeface="Symbol"/>
              </a:rPr>
              <a:t>0</a:t>
            </a:r>
            <a:endParaRPr lang="en-IN" sz="3200" b="1" baseline="-25000" dirty="0">
              <a:solidFill>
                <a:srgbClr val="0070C0"/>
              </a:solidFill>
              <a:effectLst>
                <a:outerShdw blurRad="38100" dist="38100" dir="2700000" algn="tl">
                  <a:srgbClr val="000000">
                    <a:alpha val="43137"/>
                  </a:srgbClr>
                </a:outerShdw>
              </a:effectLst>
              <a:latin typeface="Airal"/>
            </a:endParaRPr>
          </a:p>
        </p:txBody>
      </p:sp>
      <mc:AlternateContent xmlns:mc="http://schemas.openxmlformats.org/markup-compatibility/2006" xmlns:a14="http://schemas.microsoft.com/office/drawing/2010/main">
        <mc:Choice Requires="a14">
          <p:sp>
            <p:nvSpPr>
              <p:cNvPr id="5" name="TextBox 4"/>
              <p:cNvSpPr txBox="1"/>
              <p:nvPr/>
            </p:nvSpPr>
            <p:spPr>
              <a:xfrm>
                <a:off x="719571" y="987574"/>
                <a:ext cx="7848873" cy="3609193"/>
              </a:xfrm>
              <a:prstGeom prst="rect">
                <a:avLst/>
              </a:prstGeom>
              <a:noFill/>
            </p:spPr>
            <p:txBody>
              <a:bodyPr wrap="square" rtlCol="0">
                <a:spAutoFit/>
              </a:bodyPr>
              <a:lstStyle/>
              <a:p>
                <a:pPr algn="just">
                  <a:lnSpc>
                    <a:spcPct val="200000"/>
                  </a:lnSpc>
                  <a:buClr>
                    <a:srgbClr val="002060"/>
                  </a:buClr>
                </a:pPr>
                <a:r>
                  <a:rPr lang="en-US" sz="2400" b="1" dirty="0">
                    <a:solidFill>
                      <a:schemeClr val="bg1">
                        <a:lumMod val="95000"/>
                        <a:lumOff val="5000"/>
                      </a:schemeClr>
                    </a:solidFill>
                    <a:latin typeface="Arial" pitchFamily="34" charset="0"/>
                    <a:cs typeface="Arial" pitchFamily="34" charset="0"/>
                  </a:rPr>
                  <a:t>Total Sum of Squares:</a:t>
                </a:r>
                <a:r>
                  <a:rPr lang="en-US" sz="2400" dirty="0">
                    <a:solidFill>
                      <a:schemeClr val="bg1">
                        <a:lumMod val="95000"/>
                        <a:lumOff val="5000"/>
                      </a:schemeClr>
                    </a:solidFill>
                    <a:latin typeface="Arial" pitchFamily="34" charset="0"/>
                    <a:cs typeface="Arial" pitchFamily="34" charset="0"/>
                  </a:rPr>
                  <a:t> </a:t>
                </a:r>
                <a14:m>
                  <m:oMath xmlns:m="http://schemas.openxmlformats.org/officeDocument/2006/math">
                    <m:sSup>
                      <m:sSupPr>
                        <m:ctrlPr>
                          <a:rPr lang="en-IN" sz="2400" b="1" i="1">
                            <a:solidFill>
                              <a:srgbClr val="002060"/>
                            </a:solidFill>
                            <a:latin typeface="Cambria Math" panose="02040503050406030204" pitchFamily="18" charset="0"/>
                            <a:cs typeface="Arial" pitchFamily="34" charset="0"/>
                          </a:rPr>
                        </m:ctrlPr>
                      </m:sSupPr>
                      <m:e>
                        <m:r>
                          <a:rPr lang="en-IN" sz="2400" b="1">
                            <a:solidFill>
                              <a:srgbClr val="002060"/>
                            </a:solidFill>
                            <a:latin typeface="Cambria Math"/>
                            <a:cs typeface="Arial" pitchFamily="34" charset="0"/>
                          </a:rPr>
                          <m:t>𝐘</m:t>
                        </m:r>
                      </m:e>
                      <m:sup>
                        <m:r>
                          <a:rPr lang="en-IN" sz="2400" b="1">
                            <a:solidFill>
                              <a:srgbClr val="002060"/>
                            </a:solidFill>
                            <a:latin typeface="Cambria Math"/>
                            <a:cs typeface="Arial" pitchFamily="34" charset="0"/>
                          </a:rPr>
                          <m:t>′</m:t>
                        </m:r>
                      </m:sup>
                    </m:sSup>
                    <m:r>
                      <a:rPr lang="en-IN" sz="2400" b="1">
                        <a:solidFill>
                          <a:srgbClr val="002060"/>
                        </a:solidFill>
                        <a:latin typeface="Cambria Math"/>
                        <a:cs typeface="Arial" pitchFamily="34" charset="0"/>
                      </a:rPr>
                      <m:t>𝐘</m:t>
                    </m:r>
                    <m:r>
                      <a:rPr lang="en-IN" sz="2400" b="1">
                        <a:solidFill>
                          <a:srgbClr val="002060"/>
                        </a:solidFill>
                        <a:latin typeface="Cambria Math"/>
                        <a:cs typeface="Arial" pitchFamily="34" charset="0"/>
                      </a:rPr>
                      <m:t>−</m:t>
                    </m:r>
                    <m:f>
                      <m:fPr>
                        <m:ctrlPr>
                          <a:rPr lang="en-IN" sz="2400" b="1" i="1" smtClean="0">
                            <a:solidFill>
                              <a:srgbClr val="FF0000"/>
                            </a:solidFill>
                            <a:latin typeface="Cambria Math" panose="02040503050406030204" pitchFamily="18" charset="0"/>
                            <a:cs typeface="Arial" pitchFamily="34" charset="0"/>
                          </a:rPr>
                        </m:ctrlPr>
                      </m:fPr>
                      <m:num>
                        <m:sSup>
                          <m:sSupPr>
                            <m:ctrlPr>
                              <a:rPr lang="en-IN" sz="2400" b="1" i="1">
                                <a:solidFill>
                                  <a:srgbClr val="FF0000"/>
                                </a:solidFill>
                                <a:latin typeface="Cambria Math" panose="02040503050406030204" pitchFamily="18" charset="0"/>
                                <a:cs typeface="Arial" pitchFamily="34" charset="0"/>
                              </a:rPr>
                            </m:ctrlPr>
                          </m:sSupPr>
                          <m:e>
                            <m:d>
                              <m:dPr>
                                <m:ctrlPr>
                                  <a:rPr lang="en-IN" sz="2400" b="1" i="1">
                                    <a:solidFill>
                                      <a:srgbClr val="FF0000"/>
                                    </a:solidFill>
                                    <a:latin typeface="Cambria Math" panose="02040503050406030204" pitchFamily="18" charset="0"/>
                                    <a:cs typeface="Arial" pitchFamily="34" charset="0"/>
                                  </a:rPr>
                                </m:ctrlPr>
                              </m:dPr>
                              <m:e>
                                <m:nary>
                                  <m:naryPr>
                                    <m:chr m:val="∑"/>
                                    <m:ctrlPr>
                                      <a:rPr lang="en-IN" sz="2400" i="1">
                                        <a:solidFill>
                                          <a:srgbClr val="FF0000"/>
                                        </a:solidFill>
                                        <a:latin typeface="Cambria Math" panose="02040503050406030204" pitchFamily="18" charset="0"/>
                                        <a:cs typeface="Arial" pitchFamily="34" charset="0"/>
                                      </a:rPr>
                                    </m:ctrlPr>
                                  </m:naryPr>
                                  <m:sub>
                                    <m:r>
                                      <m:rPr>
                                        <m:sty m:val="p"/>
                                        <m:brk m:alnAt="23"/>
                                      </m:rPr>
                                      <a:rPr lang="en-IN" sz="2400">
                                        <a:solidFill>
                                          <a:srgbClr val="FF0000"/>
                                        </a:solidFill>
                                        <a:latin typeface="Cambria Math"/>
                                        <a:cs typeface="Arial" pitchFamily="34" charset="0"/>
                                      </a:rPr>
                                      <m:t>i</m:t>
                                    </m:r>
                                    <m:r>
                                      <a:rPr lang="en-IN" sz="2400">
                                        <a:solidFill>
                                          <a:srgbClr val="FF0000"/>
                                        </a:solidFill>
                                        <a:latin typeface="Cambria Math"/>
                                        <a:cs typeface="Arial" pitchFamily="34" charset="0"/>
                                      </a:rPr>
                                      <m:t>=1</m:t>
                                    </m:r>
                                  </m:sub>
                                  <m:sup>
                                    <m:r>
                                      <m:rPr>
                                        <m:sty m:val="p"/>
                                      </m:rPr>
                                      <a:rPr lang="en-IN" sz="2400">
                                        <a:solidFill>
                                          <a:srgbClr val="FF0000"/>
                                        </a:solidFill>
                                        <a:latin typeface="Cambria Math"/>
                                        <a:cs typeface="Arial" pitchFamily="34" charset="0"/>
                                      </a:rPr>
                                      <m:t>n</m:t>
                                    </m:r>
                                  </m:sup>
                                  <m:e>
                                    <m:sSub>
                                      <m:sSubPr>
                                        <m:ctrlPr>
                                          <a:rPr lang="en-IN" sz="2400" i="1">
                                            <a:solidFill>
                                              <a:srgbClr val="FF0000"/>
                                            </a:solidFill>
                                            <a:latin typeface="Cambria Math" panose="02040503050406030204" pitchFamily="18" charset="0"/>
                                            <a:cs typeface="Arial" pitchFamily="34" charset="0"/>
                                          </a:rPr>
                                        </m:ctrlPr>
                                      </m:sSubPr>
                                      <m:e>
                                        <m:r>
                                          <m:rPr>
                                            <m:sty m:val="p"/>
                                          </m:rPr>
                                          <a:rPr lang="en-IN" sz="2400">
                                            <a:solidFill>
                                              <a:srgbClr val="FF0000"/>
                                            </a:solidFill>
                                            <a:latin typeface="Cambria Math"/>
                                            <a:cs typeface="Arial" pitchFamily="34" charset="0"/>
                                          </a:rPr>
                                          <m:t>Y</m:t>
                                        </m:r>
                                      </m:e>
                                      <m:sub>
                                        <m:r>
                                          <m:rPr>
                                            <m:sty m:val="p"/>
                                          </m:rPr>
                                          <a:rPr lang="en-IN" sz="2400">
                                            <a:solidFill>
                                              <a:srgbClr val="FF0000"/>
                                            </a:solidFill>
                                            <a:latin typeface="Cambria Math"/>
                                            <a:cs typeface="Arial" pitchFamily="34" charset="0"/>
                                          </a:rPr>
                                          <m:t>i</m:t>
                                        </m:r>
                                      </m:sub>
                                    </m:sSub>
                                  </m:e>
                                </m:nary>
                              </m:e>
                            </m:d>
                          </m:e>
                          <m:sup>
                            <m:r>
                              <a:rPr lang="en-IN" sz="2400">
                                <a:solidFill>
                                  <a:srgbClr val="FF0000"/>
                                </a:solidFill>
                                <a:latin typeface="Cambria Math"/>
                                <a:cs typeface="Arial" pitchFamily="34" charset="0"/>
                              </a:rPr>
                              <m:t>2</m:t>
                            </m:r>
                          </m:sup>
                        </m:sSup>
                      </m:num>
                      <m:den>
                        <m:r>
                          <m:rPr>
                            <m:sty m:val="p"/>
                          </m:rPr>
                          <a:rPr lang="en-IN" sz="2400">
                            <a:solidFill>
                              <a:srgbClr val="FF0000"/>
                            </a:solidFill>
                            <a:latin typeface="Cambria Math"/>
                            <a:cs typeface="Arial" pitchFamily="34" charset="0"/>
                          </a:rPr>
                          <m:t>n</m:t>
                        </m:r>
                      </m:den>
                    </m:f>
                  </m:oMath>
                </a14:m>
                <a:endParaRPr lang="en-US" sz="2400" dirty="0">
                  <a:solidFill>
                    <a:schemeClr val="bg1">
                      <a:lumMod val="95000"/>
                      <a:lumOff val="5000"/>
                    </a:schemeClr>
                  </a:solidFill>
                  <a:latin typeface="Arial" pitchFamily="34" charset="0"/>
                  <a:cs typeface="Arial" pitchFamily="34" charset="0"/>
                </a:endParaRPr>
              </a:p>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rPr>
                  <a:t>The regression sum of squares does not include the intercept </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0</a:t>
                </a:r>
                <a:r>
                  <a:rPr lang="en-US" sz="2400" dirty="0">
                    <a:solidFill>
                      <a:schemeClr val="bg1">
                        <a:lumMod val="95000"/>
                        <a:lumOff val="5000"/>
                      </a:schemeClr>
                    </a:solidFill>
                    <a:latin typeface="Arial" pitchFamily="34" charset="0"/>
                    <a:cs typeface="Arial" pitchFamily="34" charset="0"/>
                    <a:sym typeface="Symbol"/>
                  </a:rPr>
                  <a:t> contribution and has contributions only from </a:t>
                </a:r>
                <a:r>
                  <a:rPr lang="en-US" sz="2400" dirty="0">
                    <a:solidFill>
                      <a:srgbClr val="002060"/>
                    </a:solidFill>
                    <a:latin typeface="Arial" pitchFamily="34" charset="0"/>
                    <a:cs typeface="Arial" pitchFamily="34" charset="0"/>
                    <a:sym typeface="Symbol"/>
                  </a:rPr>
                  <a:t></a:t>
                </a:r>
                <a:r>
                  <a:rPr lang="en-US" sz="2400" baseline="-25000" dirty="0">
                    <a:solidFill>
                      <a:srgbClr val="002060"/>
                    </a:solidFill>
                    <a:latin typeface="Arial" pitchFamily="34" charset="0"/>
                    <a:cs typeface="Arial" pitchFamily="34" charset="0"/>
                    <a:sym typeface="Symbol"/>
                  </a:rPr>
                  <a:t>1</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2</a:t>
                </a:r>
                <a:r>
                  <a:rPr lang="en-US" sz="2400" dirty="0">
                    <a:solidFill>
                      <a:srgbClr val="002060"/>
                    </a:solidFill>
                    <a:latin typeface="Arial" pitchFamily="34" charset="0"/>
                    <a:cs typeface="Arial" pitchFamily="34" charset="0"/>
                    <a:sym typeface="Symbol"/>
                  </a:rPr>
                  <a:t>, </a:t>
                </a:r>
                <a:r>
                  <a:rPr lang="en-US" sz="2400" baseline="-25000" dirty="0">
                    <a:solidFill>
                      <a:srgbClr val="002060"/>
                    </a:solidFill>
                    <a:latin typeface="Arial" pitchFamily="34" charset="0"/>
                    <a:cs typeface="Arial" pitchFamily="34" charset="0"/>
                    <a:sym typeface="Symbol"/>
                  </a:rPr>
                  <a:t>3</a:t>
                </a:r>
                <a:r>
                  <a:rPr lang="en-US" sz="2400" dirty="0">
                    <a:solidFill>
                      <a:srgbClr val="002060"/>
                    </a:solidFill>
                    <a:latin typeface="Arial" pitchFamily="34" charset="0"/>
                    <a:cs typeface="Arial" pitchFamily="34" charset="0"/>
                    <a:sym typeface="Symbol"/>
                  </a:rPr>
                  <a:t>, … </a:t>
                </a:r>
                <a:r>
                  <a:rPr lang="en-US" sz="2400" baseline="-25000" dirty="0">
                    <a:solidFill>
                      <a:srgbClr val="002060"/>
                    </a:solidFill>
                    <a:latin typeface="Arial" pitchFamily="34" charset="0"/>
                    <a:cs typeface="Arial" pitchFamily="34" charset="0"/>
                    <a:sym typeface="Symbol"/>
                  </a:rPr>
                  <a:t>k</a:t>
                </a:r>
                <a:endParaRPr lang="en-US" sz="2400" dirty="0">
                  <a:solidFill>
                    <a:srgbClr val="002060"/>
                  </a:solidFill>
                  <a:latin typeface="Arial" pitchFamily="34" charset="0"/>
                  <a:cs typeface="Arial" pitchFamily="34" charset="0"/>
                  <a:sym typeface="Symbo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719571" y="987574"/>
                <a:ext cx="7848873" cy="3609193"/>
              </a:xfrm>
              <a:prstGeom prst="rect">
                <a:avLst/>
              </a:prstGeom>
              <a:blipFill>
                <a:blip r:embed="rId2"/>
                <a:stretch>
                  <a:fillRect l="-1165" r="-1165"/>
                </a:stretch>
              </a:blipFill>
            </p:spPr>
            <p:txBody>
              <a:bodyPr/>
              <a:lstStyle/>
              <a:p>
                <a:r>
                  <a:rPr lang="en-IN">
                    <a:noFill/>
                  </a:rPr>
                  <a:t> </a:t>
                </a:r>
              </a:p>
            </p:txBody>
          </p:sp>
        </mc:Fallback>
      </mc:AlternateContent>
    </p:spTree>
    <p:extLst>
      <p:ext uri="{BB962C8B-B14F-4D97-AF65-F5344CB8AC3E}">
        <p14:creationId xmlns:p14="http://schemas.microsoft.com/office/powerpoint/2010/main" val="41198659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a:xfrm>
            <a:off x="395536" y="465516"/>
            <a:ext cx="8496944" cy="3139321"/>
          </a:xfrm>
          <a:prstGeom prst="rect">
            <a:avLst/>
          </a:prstGeom>
          <a:noFill/>
        </p:spPr>
        <p:txBody>
          <a:bodyPr wrap="square" rtlCol="0">
            <a:spAutoFit/>
          </a:bodyPr>
          <a:lstStyle/>
          <a:p>
            <a:pPr algn="just">
              <a:lnSpc>
                <a:spcPct val="150000"/>
              </a:lnSpc>
            </a:pPr>
            <a:endParaRPr lang="en-US" sz="2200" dirty="0">
              <a:solidFill>
                <a:srgbClr val="0070C0"/>
              </a:solidFill>
              <a:latin typeface="Arial" pitchFamily="34" charset="0"/>
              <a:cs typeface="Arial" pitchFamily="34" charset="0"/>
              <a:sym typeface="Symbol"/>
            </a:endParaRPr>
          </a:p>
          <a:p>
            <a:pPr algn="just">
              <a:lnSpc>
                <a:spcPct val="150000"/>
              </a:lnSpc>
            </a:pPr>
            <a:endParaRPr lang="en-US" sz="2200" dirty="0">
              <a:solidFill>
                <a:srgbClr val="0070C0"/>
              </a:solidFill>
              <a:latin typeface="Arial" pitchFamily="34" charset="0"/>
              <a:cs typeface="Arial" pitchFamily="34" charset="0"/>
              <a:sym typeface="Symbol"/>
            </a:endParaRPr>
          </a:p>
          <a:p>
            <a:pPr algn="just">
              <a:lnSpc>
                <a:spcPct val="150000"/>
              </a:lnSpc>
            </a:pPr>
            <a:endParaRPr lang="en-US" sz="2200" dirty="0">
              <a:solidFill>
                <a:srgbClr val="0070C0"/>
              </a:solidFill>
              <a:latin typeface="Arial" pitchFamily="34" charset="0"/>
              <a:cs typeface="Arial" pitchFamily="34" charset="0"/>
              <a:sym typeface="Symbol"/>
            </a:endParaRPr>
          </a:p>
          <a:p>
            <a:pPr algn="just">
              <a:lnSpc>
                <a:spcPct val="150000"/>
              </a:lnSpc>
            </a:pPr>
            <a:endParaRPr lang="en-US" sz="2200" dirty="0">
              <a:solidFill>
                <a:srgbClr val="0070C0"/>
              </a:solidFill>
              <a:latin typeface="Arial" pitchFamily="34" charset="0"/>
              <a:cs typeface="Arial" pitchFamily="34" charset="0"/>
              <a:sym typeface="Symbol"/>
            </a:endParaRPr>
          </a:p>
          <a:p>
            <a:pPr algn="just">
              <a:lnSpc>
                <a:spcPct val="150000"/>
              </a:lnSpc>
            </a:pPr>
            <a:r>
              <a:rPr lang="en-US" sz="2200" b="1" dirty="0">
                <a:solidFill>
                  <a:srgbClr val="0070C0"/>
                </a:solidFill>
                <a:latin typeface="Arial" pitchFamily="34" charset="0"/>
                <a:cs typeface="Arial" pitchFamily="34" charset="0"/>
                <a:sym typeface="Symbol"/>
              </a:rPr>
              <a:t>  </a:t>
            </a:r>
          </a:p>
          <a:p>
            <a:pPr algn="just">
              <a:lnSpc>
                <a:spcPct val="150000"/>
              </a:lnSpc>
            </a:pPr>
            <a:endParaRPr lang="en-IN" sz="2200" b="1" dirty="0">
              <a:solidFill>
                <a:srgbClr val="0070C0"/>
              </a:solidFill>
              <a:latin typeface="Arial" pitchFamily="34" charset="0"/>
              <a:cs typeface="Arial" pitchFamily="34" charset="0"/>
            </a:endParaRPr>
          </a:p>
        </p:txBody>
      </p:sp>
      <p:sp>
        <p:nvSpPr>
          <p:cNvPr id="64514" name="TextBox 3"/>
          <p:cNvSpPr txBox="1">
            <a:spLocks noChangeArrowheads="1"/>
          </p:cNvSpPr>
          <p:nvPr/>
        </p:nvSpPr>
        <p:spPr bwMode="auto">
          <a:xfrm>
            <a:off x="256378" y="699542"/>
            <a:ext cx="8713788"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iral"/>
              </a:rPr>
              <a:t>Regression Sum of Squares due to </a:t>
            </a:r>
            <a:r>
              <a:rPr lang="en-US" sz="3200" b="1" dirty="0">
                <a:solidFill>
                  <a:srgbClr val="0070C0"/>
                </a:solidFill>
                <a:effectLst>
                  <a:outerShdw blurRad="38100" dist="38100" dir="2700000" algn="tl">
                    <a:srgbClr val="000000">
                      <a:alpha val="43137"/>
                    </a:srgbClr>
                  </a:outerShdw>
                </a:effectLst>
                <a:latin typeface="Airal"/>
                <a:sym typeface="Symbol"/>
              </a:rPr>
              <a:t></a:t>
            </a:r>
            <a:r>
              <a:rPr lang="en-US" sz="3200" b="1" baseline="-25000" dirty="0">
                <a:solidFill>
                  <a:srgbClr val="0070C0"/>
                </a:solidFill>
                <a:effectLst>
                  <a:outerShdw blurRad="38100" dist="38100" dir="2700000" algn="tl">
                    <a:srgbClr val="000000">
                      <a:alpha val="43137"/>
                    </a:srgbClr>
                  </a:outerShdw>
                </a:effectLst>
                <a:latin typeface="Airal"/>
                <a:sym typeface="Symbol"/>
              </a:rPr>
              <a:t>0</a:t>
            </a:r>
            <a:endParaRPr lang="en-IN" sz="3200" b="1" baseline="-25000" dirty="0">
              <a:solidFill>
                <a:srgbClr val="0070C0"/>
              </a:solidFill>
              <a:effectLst>
                <a:outerShdw blurRad="38100" dist="38100" dir="2700000" algn="tl">
                  <a:srgbClr val="000000">
                    <a:alpha val="43137"/>
                  </a:srgbClr>
                </a:outerShdw>
              </a:effectLst>
              <a:latin typeface="Airal"/>
            </a:endParaRPr>
          </a:p>
        </p:txBody>
      </p:sp>
      <mc:AlternateContent xmlns:mc="http://schemas.openxmlformats.org/markup-compatibility/2006" xmlns:a14="http://schemas.microsoft.com/office/drawing/2010/main">
        <mc:Choice Requires="a14">
          <p:sp>
            <p:nvSpPr>
              <p:cNvPr id="5" name="TextBox 4"/>
              <p:cNvSpPr txBox="1"/>
              <p:nvPr/>
            </p:nvSpPr>
            <p:spPr>
              <a:xfrm>
                <a:off x="899592" y="1419622"/>
                <a:ext cx="7704856" cy="2639697"/>
              </a:xfrm>
              <a:prstGeom prst="rect">
                <a:avLst/>
              </a:prstGeom>
              <a:noFill/>
            </p:spPr>
            <p:txBody>
              <a:bodyPr wrap="square" rtlCol="0">
                <a:spAutoFit/>
              </a:bodyPr>
              <a:lstStyle/>
              <a:p>
                <a:pPr algn="ctr">
                  <a:lnSpc>
                    <a:spcPct val="200000"/>
                  </a:lnSpc>
                </a:pPr>
                <a:r>
                  <a:rPr lang="en-US" sz="2200" dirty="0">
                    <a:solidFill>
                      <a:schemeClr val="bg1">
                        <a:lumMod val="95000"/>
                        <a:lumOff val="5000"/>
                      </a:schemeClr>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sym typeface="Symbol"/>
                  </a:rPr>
                  <a:t>The contribution to the sum of squares due to </a:t>
                </a:r>
                <a:r>
                  <a:rPr lang="en-US" sz="2400" baseline="-25000" dirty="0">
                    <a:solidFill>
                      <a:schemeClr val="bg1">
                        <a:lumMod val="95000"/>
                        <a:lumOff val="5000"/>
                      </a:schemeClr>
                    </a:solidFill>
                    <a:latin typeface="Arial" pitchFamily="34" charset="0"/>
                    <a:cs typeface="Arial" pitchFamily="34" charset="0"/>
                    <a:sym typeface="Symbol"/>
                  </a:rPr>
                  <a:t>0</a:t>
                </a:r>
                <a:r>
                  <a:rPr lang="en-US" sz="2400" dirty="0">
                    <a:solidFill>
                      <a:schemeClr val="bg1">
                        <a:lumMod val="95000"/>
                        <a:lumOff val="5000"/>
                      </a:schemeClr>
                    </a:solidFill>
                    <a:latin typeface="Arial" pitchFamily="34" charset="0"/>
                    <a:cs typeface="Arial" pitchFamily="34" charset="0"/>
                    <a:sym typeface="Symbol"/>
                  </a:rPr>
                  <a:t> is </a:t>
                </a:r>
                <a14:m>
                  <m:oMath xmlns:m="http://schemas.openxmlformats.org/officeDocument/2006/math">
                    <m:f>
                      <m:fPr>
                        <m:ctrlPr>
                          <a:rPr lang="en-IN" sz="2400" b="1" i="1" smtClean="0">
                            <a:solidFill>
                              <a:srgbClr val="FF0000"/>
                            </a:solidFill>
                            <a:latin typeface="Cambria Math" panose="02040503050406030204" pitchFamily="18" charset="0"/>
                            <a:cs typeface="Arial" pitchFamily="34" charset="0"/>
                          </a:rPr>
                        </m:ctrlPr>
                      </m:fPr>
                      <m:num>
                        <m:sSup>
                          <m:sSupPr>
                            <m:ctrlPr>
                              <a:rPr lang="en-IN" sz="2400" b="1" i="1">
                                <a:solidFill>
                                  <a:srgbClr val="FF0000"/>
                                </a:solidFill>
                                <a:latin typeface="Cambria Math" panose="02040503050406030204" pitchFamily="18" charset="0"/>
                                <a:cs typeface="Arial" pitchFamily="34" charset="0"/>
                              </a:rPr>
                            </m:ctrlPr>
                          </m:sSupPr>
                          <m:e>
                            <m:d>
                              <m:dPr>
                                <m:ctrlPr>
                                  <a:rPr lang="en-IN" sz="2400" b="1" i="1">
                                    <a:solidFill>
                                      <a:srgbClr val="FF0000"/>
                                    </a:solidFill>
                                    <a:latin typeface="Cambria Math" panose="02040503050406030204" pitchFamily="18" charset="0"/>
                                    <a:cs typeface="Arial" pitchFamily="34" charset="0"/>
                                  </a:rPr>
                                </m:ctrlPr>
                              </m:dPr>
                              <m:e>
                                <m:nary>
                                  <m:naryPr>
                                    <m:chr m:val="∑"/>
                                    <m:ctrlPr>
                                      <a:rPr lang="en-IN" sz="2400" i="1">
                                        <a:solidFill>
                                          <a:srgbClr val="FF0000"/>
                                        </a:solidFill>
                                        <a:latin typeface="Cambria Math" panose="02040503050406030204" pitchFamily="18" charset="0"/>
                                        <a:cs typeface="Arial" pitchFamily="34" charset="0"/>
                                      </a:rPr>
                                    </m:ctrlPr>
                                  </m:naryPr>
                                  <m:sub>
                                    <m:r>
                                      <m:rPr>
                                        <m:sty m:val="p"/>
                                        <m:brk m:alnAt="23"/>
                                      </m:rPr>
                                      <a:rPr lang="en-IN" sz="2400">
                                        <a:solidFill>
                                          <a:srgbClr val="FF0000"/>
                                        </a:solidFill>
                                        <a:latin typeface="Cambria Math"/>
                                        <a:cs typeface="Arial" pitchFamily="34" charset="0"/>
                                      </a:rPr>
                                      <m:t>i</m:t>
                                    </m:r>
                                    <m:r>
                                      <a:rPr lang="en-IN" sz="2400">
                                        <a:solidFill>
                                          <a:srgbClr val="FF0000"/>
                                        </a:solidFill>
                                        <a:latin typeface="Cambria Math"/>
                                        <a:cs typeface="Arial" pitchFamily="34" charset="0"/>
                                      </a:rPr>
                                      <m:t>=1</m:t>
                                    </m:r>
                                  </m:sub>
                                  <m:sup>
                                    <m:r>
                                      <m:rPr>
                                        <m:sty m:val="p"/>
                                      </m:rPr>
                                      <a:rPr lang="en-IN" sz="2400">
                                        <a:solidFill>
                                          <a:srgbClr val="FF0000"/>
                                        </a:solidFill>
                                        <a:latin typeface="Cambria Math"/>
                                        <a:cs typeface="Arial" pitchFamily="34" charset="0"/>
                                      </a:rPr>
                                      <m:t>n</m:t>
                                    </m:r>
                                  </m:sup>
                                  <m:e>
                                    <m:sSub>
                                      <m:sSubPr>
                                        <m:ctrlPr>
                                          <a:rPr lang="en-IN" sz="2400" i="1">
                                            <a:solidFill>
                                              <a:srgbClr val="FF0000"/>
                                            </a:solidFill>
                                            <a:latin typeface="Cambria Math" panose="02040503050406030204" pitchFamily="18" charset="0"/>
                                            <a:cs typeface="Arial" pitchFamily="34" charset="0"/>
                                          </a:rPr>
                                        </m:ctrlPr>
                                      </m:sSubPr>
                                      <m:e>
                                        <m:r>
                                          <m:rPr>
                                            <m:sty m:val="p"/>
                                          </m:rPr>
                                          <a:rPr lang="en-IN" sz="2400">
                                            <a:solidFill>
                                              <a:srgbClr val="FF0000"/>
                                            </a:solidFill>
                                            <a:latin typeface="Cambria Math"/>
                                            <a:cs typeface="Arial" pitchFamily="34" charset="0"/>
                                          </a:rPr>
                                          <m:t>Y</m:t>
                                        </m:r>
                                      </m:e>
                                      <m:sub>
                                        <m:r>
                                          <m:rPr>
                                            <m:sty m:val="p"/>
                                          </m:rPr>
                                          <a:rPr lang="en-IN" sz="2400">
                                            <a:solidFill>
                                              <a:srgbClr val="FF0000"/>
                                            </a:solidFill>
                                            <a:latin typeface="Cambria Math"/>
                                            <a:cs typeface="Arial" pitchFamily="34" charset="0"/>
                                          </a:rPr>
                                          <m:t>i</m:t>
                                        </m:r>
                                      </m:sub>
                                    </m:sSub>
                                  </m:e>
                                </m:nary>
                              </m:e>
                            </m:d>
                          </m:e>
                          <m:sup>
                            <m:r>
                              <a:rPr lang="en-IN" sz="2400">
                                <a:solidFill>
                                  <a:srgbClr val="FF0000"/>
                                </a:solidFill>
                                <a:latin typeface="Cambria Math"/>
                                <a:cs typeface="Arial" pitchFamily="34" charset="0"/>
                              </a:rPr>
                              <m:t>2</m:t>
                            </m:r>
                          </m:sup>
                        </m:sSup>
                      </m:num>
                      <m:den>
                        <m:r>
                          <m:rPr>
                            <m:sty m:val="p"/>
                          </m:rPr>
                          <a:rPr lang="en-IN" sz="2400">
                            <a:solidFill>
                              <a:srgbClr val="FF0000"/>
                            </a:solidFill>
                            <a:latin typeface="Cambria Math"/>
                            <a:cs typeface="Arial" pitchFamily="34" charset="0"/>
                          </a:rPr>
                          <m:t>n</m:t>
                        </m:r>
                      </m:den>
                    </m:f>
                    <m:r>
                      <a:rPr lang="en-IN" sz="2400" b="1" i="1" smtClean="0">
                        <a:solidFill>
                          <a:srgbClr val="FF0000"/>
                        </a:solidFill>
                        <a:latin typeface="Cambria Math"/>
                        <a:cs typeface="Arial" pitchFamily="34" charset="0"/>
                      </a:rPr>
                      <m:t>=</m:t>
                    </m:r>
                    <m:r>
                      <m:rPr>
                        <m:sty m:val="p"/>
                      </m:rPr>
                      <a:rPr lang="en-IN" sz="2400" b="0" i="0" smtClean="0">
                        <a:solidFill>
                          <a:srgbClr val="FF0000"/>
                        </a:solidFill>
                        <a:latin typeface="Cambria Math"/>
                        <a:cs typeface="Arial" pitchFamily="34" charset="0"/>
                      </a:rPr>
                      <m:t>n</m:t>
                    </m:r>
                    <m:sSup>
                      <m:sSupPr>
                        <m:ctrlPr>
                          <a:rPr lang="en-IN" sz="2400" i="1" smtClean="0">
                            <a:solidFill>
                              <a:srgbClr val="FF0000"/>
                            </a:solidFill>
                            <a:latin typeface="Cambria Math" panose="02040503050406030204" pitchFamily="18" charset="0"/>
                            <a:cs typeface="Arial" pitchFamily="34" charset="0"/>
                          </a:rPr>
                        </m:ctrlPr>
                      </m:sSupPr>
                      <m:e>
                        <m:acc>
                          <m:accPr>
                            <m:chr m:val="̅"/>
                            <m:ctrlPr>
                              <a:rPr lang="en-IN" sz="2400" i="1" smtClean="0">
                                <a:solidFill>
                                  <a:srgbClr val="FF0000"/>
                                </a:solidFill>
                                <a:latin typeface="Cambria Math" panose="02040503050406030204" pitchFamily="18" charset="0"/>
                                <a:cs typeface="Arial" pitchFamily="34" charset="0"/>
                              </a:rPr>
                            </m:ctrlPr>
                          </m:accPr>
                          <m:e>
                            <m:r>
                              <m:rPr>
                                <m:sty m:val="p"/>
                              </m:rPr>
                              <a:rPr lang="en-IN" sz="2400" b="0" i="0" smtClean="0">
                                <a:solidFill>
                                  <a:srgbClr val="FF0000"/>
                                </a:solidFill>
                                <a:latin typeface="Cambria Math"/>
                                <a:cs typeface="Arial" pitchFamily="34" charset="0"/>
                              </a:rPr>
                              <m:t>Y</m:t>
                            </m:r>
                          </m:e>
                        </m:acc>
                      </m:e>
                      <m:sup>
                        <m:r>
                          <a:rPr lang="en-IN" sz="2400" b="0" i="0" smtClean="0">
                            <a:solidFill>
                              <a:srgbClr val="FF0000"/>
                            </a:solidFill>
                            <a:latin typeface="Cambria Math"/>
                            <a:cs typeface="Arial" pitchFamily="34" charset="0"/>
                          </a:rPr>
                          <m:t>2</m:t>
                        </m:r>
                      </m:sup>
                    </m:sSup>
                  </m:oMath>
                </a14:m>
                <a:endParaRPr lang="en-US" sz="2400" dirty="0">
                  <a:solidFill>
                    <a:schemeClr val="bg1">
                      <a:lumMod val="95000"/>
                      <a:lumOff val="5000"/>
                    </a:schemeClr>
                  </a:solidFill>
                  <a:latin typeface="Arial" pitchFamily="34" charset="0"/>
                  <a:cs typeface="Arial" pitchFamily="34" charset="0"/>
                  <a:sym typeface="Symbol"/>
                </a:endParaRPr>
              </a:p>
              <a:p>
                <a:pPr>
                  <a:lnSpc>
                    <a:spcPct val="150000"/>
                  </a:lnSpc>
                </a:pPr>
                <a:endParaRPr lang="en-IN" sz="2200" dirty="0">
                  <a:solidFill>
                    <a:schemeClr val="bg1">
                      <a:lumMod val="95000"/>
                      <a:lumOff val="5000"/>
                    </a:schemeClr>
                  </a:solidFill>
                  <a:latin typeface="Arial" pitchFamily="34" charset="0"/>
                  <a:cs typeface="Arial"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899592" y="1419622"/>
                <a:ext cx="7704856" cy="2639697"/>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12484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a:xfrm>
            <a:off x="395536" y="465516"/>
            <a:ext cx="8496944" cy="3139321"/>
          </a:xfrm>
          <a:prstGeom prst="rect">
            <a:avLst/>
          </a:prstGeom>
          <a:noFill/>
        </p:spPr>
        <p:txBody>
          <a:bodyPr wrap="square" rtlCol="0">
            <a:spAutoFit/>
          </a:bodyPr>
          <a:lstStyle/>
          <a:p>
            <a:pPr algn="just">
              <a:lnSpc>
                <a:spcPct val="150000"/>
              </a:lnSpc>
            </a:pPr>
            <a:endParaRPr lang="en-US" sz="2200" dirty="0">
              <a:latin typeface="Arial" pitchFamily="34" charset="0"/>
              <a:cs typeface="Arial" pitchFamily="34" charset="0"/>
              <a:sym typeface="Symbol"/>
            </a:endParaRPr>
          </a:p>
          <a:p>
            <a:pPr algn="just">
              <a:lnSpc>
                <a:spcPct val="150000"/>
              </a:lnSpc>
            </a:pPr>
            <a:endParaRPr lang="en-US" sz="2200" dirty="0">
              <a:latin typeface="Arial" pitchFamily="34" charset="0"/>
              <a:cs typeface="Arial" pitchFamily="34" charset="0"/>
              <a:sym typeface="Symbol"/>
            </a:endParaRPr>
          </a:p>
          <a:p>
            <a:pPr algn="just">
              <a:lnSpc>
                <a:spcPct val="150000"/>
              </a:lnSpc>
            </a:pPr>
            <a:endParaRPr lang="en-US" sz="2200" dirty="0">
              <a:latin typeface="Arial" pitchFamily="34" charset="0"/>
              <a:cs typeface="Arial" pitchFamily="34" charset="0"/>
              <a:sym typeface="Symbol"/>
            </a:endParaRPr>
          </a:p>
          <a:p>
            <a:pPr algn="just">
              <a:lnSpc>
                <a:spcPct val="150000"/>
              </a:lnSpc>
            </a:pPr>
            <a:endParaRPr lang="en-US" sz="2200" dirty="0">
              <a:latin typeface="Arial" pitchFamily="34" charset="0"/>
              <a:cs typeface="Arial" pitchFamily="34" charset="0"/>
              <a:sym typeface="Symbol"/>
            </a:endParaRPr>
          </a:p>
          <a:p>
            <a:pPr algn="just">
              <a:lnSpc>
                <a:spcPct val="150000"/>
              </a:lnSpc>
            </a:pPr>
            <a:r>
              <a:rPr lang="en-US" sz="2200" b="1" dirty="0">
                <a:latin typeface="Arial" pitchFamily="34" charset="0"/>
                <a:cs typeface="Arial" pitchFamily="34" charset="0"/>
                <a:sym typeface="Symbol"/>
              </a:rPr>
              <a:t>  </a:t>
            </a:r>
          </a:p>
          <a:p>
            <a:pPr algn="just">
              <a:lnSpc>
                <a:spcPct val="150000"/>
              </a:lnSpc>
            </a:pPr>
            <a:endParaRPr lang="en-IN" sz="2200" b="1" dirty="0">
              <a:latin typeface="Arial" pitchFamily="34" charset="0"/>
              <a:cs typeface="Arial" pitchFamily="34" charset="0"/>
            </a:endParaRPr>
          </a:p>
        </p:txBody>
      </p:sp>
      <p:sp>
        <p:nvSpPr>
          <p:cNvPr id="64514" name="TextBox 3"/>
          <p:cNvSpPr txBox="1">
            <a:spLocks noChangeArrowheads="1"/>
          </p:cNvSpPr>
          <p:nvPr/>
        </p:nvSpPr>
        <p:spPr bwMode="auto">
          <a:xfrm>
            <a:off x="430212" y="546815"/>
            <a:ext cx="8713788"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Regression Sum of Squares due to </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sym typeface="Symbol"/>
              </a:rPr>
              <a:t></a:t>
            </a:r>
            <a:r>
              <a:rPr lang="en-US" sz="3200" b="1" baseline="-25000" dirty="0">
                <a:solidFill>
                  <a:srgbClr val="0070C0"/>
                </a:solidFill>
                <a:effectLst>
                  <a:outerShdw blurRad="38100" dist="38100" dir="2700000" algn="tl">
                    <a:srgbClr val="000000">
                      <a:alpha val="43137"/>
                    </a:srgbClr>
                  </a:outerShdw>
                </a:effectLst>
                <a:latin typeface="Arial" pitchFamily="34" charset="0"/>
                <a:cs typeface="Arial" pitchFamily="34" charset="0"/>
                <a:sym typeface="Symbol"/>
              </a:rPr>
              <a:t>0</a:t>
            </a:r>
            <a:endParaRPr lang="en-IN" sz="3200" b="1" baseline="-25000"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5" name="TextBox 4"/>
              <p:cNvSpPr txBox="1"/>
              <p:nvPr/>
            </p:nvSpPr>
            <p:spPr>
              <a:xfrm>
                <a:off x="611560" y="1131590"/>
                <a:ext cx="8064896" cy="3805401"/>
              </a:xfrm>
              <a:prstGeom prst="rect">
                <a:avLst/>
              </a:prstGeom>
              <a:noFill/>
            </p:spPr>
            <p:txBody>
              <a:bodyPr wrap="square" rtlCol="0">
                <a:spAutoFit/>
              </a:bodyPr>
              <a:lstStyle/>
              <a:p>
                <a:pPr>
                  <a:lnSpc>
                    <a:spcPct val="200000"/>
                  </a:lnSpc>
                </a:pPr>
                <a:r>
                  <a:rPr lang="en-US" sz="2400" dirty="0">
                    <a:solidFill>
                      <a:schemeClr val="bg1">
                        <a:lumMod val="95000"/>
                        <a:lumOff val="5000"/>
                      </a:schemeClr>
                    </a:solidFill>
                    <a:latin typeface="Arial" pitchFamily="34" charset="0"/>
                    <a:cs typeface="Arial" pitchFamily="34" charset="0"/>
                  </a:rPr>
                  <a:t>Another way of looking at this is as follows</a:t>
                </a:r>
              </a:p>
              <a:p>
                <a:pPr>
                  <a:lnSpc>
                    <a:spcPct val="200000"/>
                  </a:lnSpc>
                </a:pPr>
                <a:r>
                  <a:rPr lang="en-US" sz="2400" dirty="0">
                    <a:solidFill>
                      <a:schemeClr val="bg1">
                        <a:lumMod val="95000"/>
                        <a:lumOff val="5000"/>
                      </a:schemeClr>
                    </a:solidFill>
                    <a:latin typeface="Arial" pitchFamily="34" charset="0"/>
                    <a:cs typeface="Arial" pitchFamily="34" charset="0"/>
                  </a:rPr>
                  <a:t>If we fit a model containing only </a:t>
                </a:r>
                <a:r>
                  <a:rPr lang="en-US" sz="2400" dirty="0">
                    <a:solidFill>
                      <a:schemeClr val="bg1">
                        <a:lumMod val="95000"/>
                        <a:lumOff val="5000"/>
                      </a:schemeClr>
                    </a:solidFill>
                    <a:latin typeface="Arial" pitchFamily="34" charset="0"/>
                    <a:cs typeface="Arial" pitchFamily="34" charset="0"/>
                    <a:sym typeface="Symbol"/>
                  </a:rPr>
                  <a:t></a:t>
                </a:r>
                <a:r>
                  <a:rPr lang="en-US" sz="2400" baseline="-25000" dirty="0">
                    <a:solidFill>
                      <a:schemeClr val="bg1">
                        <a:lumMod val="95000"/>
                        <a:lumOff val="5000"/>
                      </a:schemeClr>
                    </a:solidFill>
                    <a:latin typeface="Arial" pitchFamily="34" charset="0"/>
                    <a:cs typeface="Arial" pitchFamily="34" charset="0"/>
                    <a:sym typeface="Symbol"/>
                  </a:rPr>
                  <a:t>0</a:t>
                </a:r>
                <a:r>
                  <a:rPr lang="en-US" sz="2400" dirty="0">
                    <a:solidFill>
                      <a:schemeClr val="bg1">
                        <a:lumMod val="95000"/>
                        <a:lumOff val="5000"/>
                      </a:schemeClr>
                    </a:solidFill>
                    <a:latin typeface="Arial" pitchFamily="34" charset="0"/>
                    <a:cs typeface="Arial" pitchFamily="34" charset="0"/>
                    <a:sym typeface="Symbol"/>
                  </a:rPr>
                  <a:t> , the fitted model is </a:t>
                </a:r>
              </a:p>
              <a:p>
                <a:pPr algn="ctr">
                  <a:lnSpc>
                    <a:spcPct val="200000"/>
                  </a:lnSpc>
                </a:pPr>
                <a14:m>
                  <m:oMathPara xmlns:m="http://schemas.openxmlformats.org/officeDocument/2006/math">
                    <m:oMathParaPr>
                      <m:jc m:val="centerGroup"/>
                    </m:oMathParaPr>
                    <m:oMath xmlns:m="http://schemas.openxmlformats.org/officeDocument/2006/math">
                      <m:acc>
                        <m:accPr>
                          <m:chr m:val="̂"/>
                          <m:ctrlPr>
                            <a:rPr lang="en-US" sz="2400" i="1" smtClean="0">
                              <a:solidFill>
                                <a:srgbClr val="002060"/>
                              </a:solidFill>
                              <a:latin typeface="Cambria Math" panose="02040503050406030204" pitchFamily="18" charset="0"/>
                              <a:cs typeface="Arial" pitchFamily="34" charset="0"/>
                            </a:rPr>
                          </m:ctrlPr>
                        </m:accPr>
                        <m:e>
                          <m:r>
                            <m:rPr>
                              <m:sty m:val="p"/>
                            </m:rPr>
                            <a:rPr lang="en-IN" sz="2400" b="0" i="0" smtClean="0">
                              <a:solidFill>
                                <a:srgbClr val="002060"/>
                              </a:solidFill>
                              <a:latin typeface="Cambria Math"/>
                              <a:cs typeface="Arial" pitchFamily="34" charset="0"/>
                            </a:rPr>
                            <m:t>Y</m:t>
                          </m:r>
                        </m:e>
                      </m:acc>
                      <m:r>
                        <a:rPr lang="en-IN" sz="2400" b="0" i="0" smtClean="0">
                          <a:solidFill>
                            <a:srgbClr val="002060"/>
                          </a:solidFill>
                          <a:latin typeface="Cambria Math"/>
                          <a:cs typeface="Arial" pitchFamily="34" charset="0"/>
                        </a:rPr>
                        <m:t>=</m:t>
                      </m:r>
                      <m:acc>
                        <m:accPr>
                          <m:chr m:val="̅"/>
                          <m:ctrlPr>
                            <a:rPr lang="en-IN" sz="2400" b="0" i="1" smtClean="0">
                              <a:solidFill>
                                <a:srgbClr val="002060"/>
                              </a:solidFill>
                              <a:latin typeface="Cambria Math" panose="02040503050406030204" pitchFamily="18" charset="0"/>
                              <a:cs typeface="Arial" pitchFamily="34" charset="0"/>
                            </a:rPr>
                          </m:ctrlPr>
                        </m:accPr>
                        <m:e>
                          <m:r>
                            <m:rPr>
                              <m:sty m:val="p"/>
                            </m:rPr>
                            <a:rPr lang="en-US" sz="2400" b="0" i="0" smtClean="0">
                              <a:solidFill>
                                <a:srgbClr val="002060"/>
                              </a:solidFill>
                              <a:latin typeface="Cambria Math"/>
                              <a:cs typeface="Arial" pitchFamily="34" charset="0"/>
                            </a:rPr>
                            <m:t>Y</m:t>
                          </m:r>
                        </m:e>
                      </m:acc>
                    </m:oMath>
                  </m:oMathPara>
                </a14:m>
                <a:endParaRPr lang="en-US" sz="2400" dirty="0">
                  <a:solidFill>
                    <a:schemeClr val="bg1">
                      <a:lumMod val="95000"/>
                      <a:lumOff val="5000"/>
                    </a:schemeClr>
                  </a:solidFill>
                  <a:latin typeface="Arial" pitchFamily="34" charset="0"/>
                  <a:cs typeface="Arial" pitchFamily="34" charset="0"/>
                </a:endParaRPr>
              </a:p>
              <a:p>
                <a:pPr>
                  <a:lnSpc>
                    <a:spcPct val="200000"/>
                  </a:lnSpc>
                </a:pPr>
                <a:r>
                  <a:rPr lang="en-US" sz="2400" dirty="0">
                    <a:solidFill>
                      <a:schemeClr val="bg1">
                        <a:lumMod val="95000"/>
                        <a:lumOff val="5000"/>
                      </a:schemeClr>
                    </a:solidFill>
                    <a:latin typeface="Arial" pitchFamily="34" charset="0"/>
                    <a:cs typeface="Arial" pitchFamily="34" charset="0"/>
                  </a:rPr>
                  <a:t>or</a:t>
                </a:r>
              </a:p>
              <a:p>
                <a:pPr>
                  <a:lnSpc>
                    <a:spcPct val="200000"/>
                  </a:lnSpc>
                </a:pPr>
                <a14:m>
                  <m:oMathPara xmlns:m="http://schemas.openxmlformats.org/officeDocument/2006/math">
                    <m:oMathParaPr>
                      <m:jc m:val="centerGroup"/>
                    </m:oMathParaPr>
                    <m:oMath xmlns:m="http://schemas.openxmlformats.org/officeDocument/2006/math">
                      <m:sSub>
                        <m:sSubPr>
                          <m:ctrlPr>
                            <a:rPr lang="en-US" sz="2400" i="1" smtClean="0">
                              <a:solidFill>
                                <a:srgbClr val="002060"/>
                              </a:solidFill>
                              <a:latin typeface="Cambria Math" panose="02040503050406030204" pitchFamily="18" charset="0"/>
                              <a:cs typeface="Arial" pitchFamily="34" charset="0"/>
                            </a:rPr>
                          </m:ctrlPr>
                        </m:sSubPr>
                        <m:e>
                          <m:r>
                            <m:rPr>
                              <m:sty m:val="p"/>
                            </m:rPr>
                            <a:rPr lang="en-US" sz="2400" i="0" smtClean="0">
                              <a:solidFill>
                                <a:srgbClr val="002060"/>
                              </a:solidFill>
                              <a:latin typeface="Cambria Math"/>
                              <a:ea typeface="Cambria Math"/>
                              <a:cs typeface="Arial" pitchFamily="34" charset="0"/>
                            </a:rPr>
                            <m:t>β</m:t>
                          </m:r>
                        </m:e>
                        <m:sub>
                          <m:r>
                            <m:rPr>
                              <m:sty m:val="p"/>
                            </m:rPr>
                            <a:rPr lang="en-IN" sz="2400" b="0" i="0" smtClean="0">
                              <a:solidFill>
                                <a:srgbClr val="002060"/>
                              </a:solidFill>
                              <a:latin typeface="Cambria Math"/>
                              <a:cs typeface="Arial" pitchFamily="34" charset="0"/>
                            </a:rPr>
                            <m:t>o</m:t>
                          </m:r>
                        </m:sub>
                      </m:sSub>
                      <m:r>
                        <a:rPr lang="en-IN" sz="2400" b="0" i="0" smtClean="0">
                          <a:solidFill>
                            <a:srgbClr val="002060"/>
                          </a:solidFill>
                          <a:latin typeface="Cambria Math"/>
                          <a:cs typeface="Arial" pitchFamily="34" charset="0"/>
                        </a:rPr>
                        <m:t>= </m:t>
                      </m:r>
                      <m:acc>
                        <m:accPr>
                          <m:chr m:val="̅"/>
                          <m:ctrlPr>
                            <a:rPr lang="en-IN" sz="2400" b="0" i="1" smtClean="0">
                              <a:solidFill>
                                <a:srgbClr val="002060"/>
                              </a:solidFill>
                              <a:latin typeface="Cambria Math" panose="02040503050406030204" pitchFamily="18" charset="0"/>
                              <a:cs typeface="Arial" pitchFamily="34" charset="0"/>
                            </a:rPr>
                          </m:ctrlPr>
                        </m:accPr>
                        <m:e>
                          <m:r>
                            <m:rPr>
                              <m:sty m:val="p"/>
                            </m:rPr>
                            <a:rPr lang="en-IN" sz="2400" b="0" i="0" smtClean="0">
                              <a:solidFill>
                                <a:srgbClr val="002060"/>
                              </a:solidFill>
                              <a:latin typeface="Cambria Math"/>
                              <a:cs typeface="Arial" pitchFamily="34" charset="0"/>
                            </a:rPr>
                            <m:t>Y</m:t>
                          </m:r>
                        </m:e>
                      </m:acc>
                    </m:oMath>
                  </m:oMathPara>
                </a14:m>
                <a:endParaRPr lang="en-US" sz="2400" dirty="0">
                  <a:solidFill>
                    <a:schemeClr val="bg1">
                      <a:lumMod val="95000"/>
                      <a:lumOff val="5000"/>
                    </a:schemeClr>
                  </a:solidFill>
                  <a:latin typeface="Arial" pitchFamily="34" charset="0"/>
                  <a:cs typeface="Arial"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11560" y="1131590"/>
                <a:ext cx="8064896" cy="3805401"/>
              </a:xfrm>
              <a:prstGeom prst="rect">
                <a:avLst/>
              </a:prstGeom>
              <a:blipFill rotWithShape="1">
                <a:blip r:embed="rId2"/>
                <a:stretch>
                  <a:fillRect l="-1134"/>
                </a:stretch>
              </a:blipFill>
            </p:spPr>
            <p:txBody>
              <a:bodyPr/>
              <a:lstStyle/>
              <a:p>
                <a:r>
                  <a:rPr lang="en-IN">
                    <a:noFill/>
                  </a:rPr>
                  <a:t> </a:t>
                </a:r>
              </a:p>
            </p:txBody>
          </p:sp>
        </mc:Fallback>
      </mc:AlternateContent>
    </p:spTree>
    <p:extLst>
      <p:ext uri="{BB962C8B-B14F-4D97-AF65-F5344CB8AC3E}">
        <p14:creationId xmlns:p14="http://schemas.microsoft.com/office/powerpoint/2010/main" val="1741382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a:xfrm>
            <a:off x="395536" y="465516"/>
            <a:ext cx="8496944" cy="3139321"/>
          </a:xfrm>
          <a:prstGeom prst="rect">
            <a:avLst/>
          </a:prstGeom>
          <a:noFill/>
        </p:spPr>
        <p:txBody>
          <a:bodyPr wrap="square" rtlCol="0">
            <a:spAutoFit/>
          </a:bodyPr>
          <a:lstStyle/>
          <a:p>
            <a:pPr algn="just">
              <a:lnSpc>
                <a:spcPct val="150000"/>
              </a:lnSpc>
            </a:pPr>
            <a:endParaRPr lang="en-US" sz="2200" dirty="0">
              <a:latin typeface="Arial" pitchFamily="34" charset="0"/>
              <a:cs typeface="Arial" pitchFamily="34" charset="0"/>
              <a:sym typeface="Symbol"/>
            </a:endParaRPr>
          </a:p>
          <a:p>
            <a:pPr algn="just">
              <a:lnSpc>
                <a:spcPct val="150000"/>
              </a:lnSpc>
            </a:pPr>
            <a:endParaRPr lang="en-US" sz="2200" dirty="0">
              <a:latin typeface="Arial" pitchFamily="34" charset="0"/>
              <a:cs typeface="Arial" pitchFamily="34" charset="0"/>
              <a:sym typeface="Symbol"/>
            </a:endParaRPr>
          </a:p>
          <a:p>
            <a:pPr algn="just">
              <a:lnSpc>
                <a:spcPct val="150000"/>
              </a:lnSpc>
            </a:pPr>
            <a:endParaRPr lang="en-US" sz="2200" dirty="0">
              <a:latin typeface="Arial" pitchFamily="34" charset="0"/>
              <a:cs typeface="Arial" pitchFamily="34" charset="0"/>
              <a:sym typeface="Symbol"/>
            </a:endParaRPr>
          </a:p>
          <a:p>
            <a:pPr algn="just">
              <a:lnSpc>
                <a:spcPct val="150000"/>
              </a:lnSpc>
            </a:pPr>
            <a:endParaRPr lang="en-US" sz="2200" dirty="0">
              <a:latin typeface="Arial" pitchFamily="34" charset="0"/>
              <a:cs typeface="Arial" pitchFamily="34" charset="0"/>
              <a:sym typeface="Symbol"/>
            </a:endParaRPr>
          </a:p>
          <a:p>
            <a:pPr algn="just">
              <a:lnSpc>
                <a:spcPct val="150000"/>
              </a:lnSpc>
            </a:pPr>
            <a:r>
              <a:rPr lang="en-US" sz="2200" b="1" dirty="0">
                <a:latin typeface="Arial" pitchFamily="34" charset="0"/>
                <a:cs typeface="Arial" pitchFamily="34" charset="0"/>
                <a:sym typeface="Symbol"/>
              </a:rPr>
              <a:t>  </a:t>
            </a:r>
          </a:p>
          <a:p>
            <a:pPr algn="just">
              <a:lnSpc>
                <a:spcPct val="150000"/>
              </a:lnSpc>
            </a:pPr>
            <a:endParaRPr lang="en-IN" sz="2200" b="1" dirty="0">
              <a:latin typeface="Arial" pitchFamily="34" charset="0"/>
              <a:cs typeface="Arial" pitchFamily="34" charset="0"/>
            </a:endParaRPr>
          </a:p>
        </p:txBody>
      </p:sp>
      <p:sp>
        <p:nvSpPr>
          <p:cNvPr id="64514" name="TextBox 3"/>
          <p:cNvSpPr txBox="1">
            <a:spLocks noChangeArrowheads="1"/>
          </p:cNvSpPr>
          <p:nvPr/>
        </p:nvSpPr>
        <p:spPr bwMode="auto">
          <a:xfrm>
            <a:off x="430212" y="474807"/>
            <a:ext cx="8713788"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Regression Sum of Squares due to </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sym typeface="Symbol"/>
              </a:rPr>
              <a:t></a:t>
            </a:r>
            <a:r>
              <a:rPr lang="en-US" sz="3200" b="1" baseline="-25000" dirty="0">
                <a:solidFill>
                  <a:srgbClr val="0070C0"/>
                </a:solidFill>
                <a:effectLst>
                  <a:outerShdw blurRad="38100" dist="38100" dir="2700000" algn="tl">
                    <a:srgbClr val="000000">
                      <a:alpha val="43137"/>
                    </a:srgbClr>
                  </a:outerShdw>
                </a:effectLst>
                <a:latin typeface="Arial" pitchFamily="34" charset="0"/>
                <a:cs typeface="Arial" pitchFamily="34" charset="0"/>
                <a:sym typeface="Symbol"/>
              </a:rPr>
              <a:t>0</a:t>
            </a:r>
            <a:endParaRPr lang="en-IN" sz="3200" b="1" baseline="-25000"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p:sp>
        <p:nvSpPr>
          <p:cNvPr id="5" name="TextBox 4"/>
          <p:cNvSpPr txBox="1"/>
          <p:nvPr/>
        </p:nvSpPr>
        <p:spPr>
          <a:xfrm>
            <a:off x="827582" y="1203598"/>
            <a:ext cx="7632849" cy="3671005"/>
          </a:xfrm>
          <a:prstGeom prst="rect">
            <a:avLst/>
          </a:prstGeom>
          <a:noFill/>
        </p:spPr>
        <p:txBody>
          <a:bodyPr wrap="square" rtlCol="0">
            <a:spAutoFit/>
          </a:bodyPr>
          <a:lstStyle/>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sym typeface="Symbol"/>
              </a:rPr>
              <a:t>When we do sum of squares analysis we first consider the contribution from the intercept (</a:t>
            </a:r>
            <a:r>
              <a:rPr lang="en-US" sz="2400" baseline="-25000" dirty="0">
                <a:solidFill>
                  <a:schemeClr val="bg1">
                    <a:lumMod val="95000"/>
                    <a:lumOff val="5000"/>
                  </a:schemeClr>
                </a:solidFill>
                <a:latin typeface="Arial" pitchFamily="34" charset="0"/>
                <a:cs typeface="Arial" pitchFamily="34" charset="0"/>
                <a:sym typeface="Symbol"/>
              </a:rPr>
              <a:t>0</a:t>
            </a:r>
            <a:r>
              <a:rPr lang="en-US" sz="2400" dirty="0">
                <a:solidFill>
                  <a:schemeClr val="bg1">
                    <a:lumMod val="95000"/>
                    <a:lumOff val="5000"/>
                  </a:schemeClr>
                </a:solidFill>
                <a:latin typeface="Arial" pitchFamily="34" charset="0"/>
                <a:cs typeface="Arial" pitchFamily="34" charset="0"/>
                <a:sym typeface="Symbol"/>
              </a:rPr>
              <a:t>) and then consider the </a:t>
            </a:r>
            <a:r>
              <a:rPr lang="en-US" sz="2400" i="1" dirty="0">
                <a:solidFill>
                  <a:schemeClr val="bg1">
                    <a:lumMod val="95000"/>
                    <a:lumOff val="5000"/>
                  </a:schemeClr>
                </a:solidFill>
                <a:latin typeface="Arial" pitchFamily="34" charset="0"/>
                <a:cs typeface="Arial" pitchFamily="34" charset="0"/>
                <a:sym typeface="Symbol"/>
              </a:rPr>
              <a:t>additional</a:t>
            </a:r>
            <a:r>
              <a:rPr lang="en-US" sz="2400" dirty="0">
                <a:solidFill>
                  <a:schemeClr val="bg1">
                    <a:lumMod val="95000"/>
                    <a:lumOff val="5000"/>
                  </a:schemeClr>
                </a:solidFill>
                <a:latin typeface="Arial" pitchFamily="34" charset="0"/>
                <a:cs typeface="Arial" pitchFamily="34" charset="0"/>
                <a:sym typeface="Symbol"/>
              </a:rPr>
              <a:t> contribution from the remaining regression coefficients for e.g. the slope (</a:t>
            </a:r>
            <a:r>
              <a:rPr lang="en-US" sz="2400" baseline="-25000" dirty="0">
                <a:solidFill>
                  <a:schemeClr val="bg1">
                    <a:lumMod val="95000"/>
                    <a:lumOff val="5000"/>
                  </a:schemeClr>
                </a:solidFill>
                <a:latin typeface="Arial" pitchFamily="34" charset="0"/>
                <a:cs typeface="Arial" pitchFamily="34" charset="0"/>
                <a:sym typeface="Symbol"/>
              </a:rPr>
              <a:t>1</a:t>
            </a:r>
            <a:r>
              <a:rPr lang="en-US" sz="2400" dirty="0">
                <a:solidFill>
                  <a:schemeClr val="bg1">
                    <a:lumMod val="95000"/>
                    <a:lumOff val="5000"/>
                  </a:schemeClr>
                </a:solidFill>
                <a:latin typeface="Arial" pitchFamily="34" charset="0"/>
                <a:cs typeface="Arial" pitchFamily="34" charset="0"/>
                <a:sym typeface="Symbol"/>
              </a:rPr>
              <a:t>) and so on.  </a:t>
            </a:r>
            <a:endParaRPr lang="en-IN" sz="2400" dirty="0">
              <a:solidFill>
                <a:schemeClr val="bg1">
                  <a:lumMod val="95000"/>
                  <a:lumOff val="5000"/>
                </a:schemeClr>
              </a:solidFill>
              <a:latin typeface="Arial" pitchFamily="34" charset="0"/>
              <a:cs typeface="Arial" pitchFamily="34" charset="0"/>
            </a:endParaRPr>
          </a:p>
        </p:txBody>
      </p:sp>
    </p:spTree>
    <p:extLst>
      <p:ext uri="{BB962C8B-B14F-4D97-AF65-F5344CB8AC3E}">
        <p14:creationId xmlns:p14="http://schemas.microsoft.com/office/powerpoint/2010/main" val="6240726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1973287"/>
            <a:ext cx="7772400" cy="1102519"/>
          </a:xfrm>
        </p:spPr>
        <p:txBody>
          <a:bodyPr>
            <a:noAutofit/>
          </a:bodyPr>
          <a:lstStyle/>
          <a:p>
            <a:pPr algn="ctr"/>
            <a:r>
              <a:rPr lang="en-US" sz="4000" b="1" dirty="0">
                <a:solidFill>
                  <a:srgbClr val="0070C0"/>
                </a:solidFill>
                <a:latin typeface="Arial" pitchFamily="34" charset="0"/>
                <a:cs typeface="Arial" pitchFamily="34" charset="0"/>
              </a:rPr>
              <a:t>Regression Analysis: A Few Terms Explained</a:t>
            </a:r>
            <a:endParaRPr lang="en-IN" sz="4000" b="1" dirty="0">
              <a:solidFill>
                <a:srgbClr val="0070C0"/>
              </a:solidFill>
              <a:latin typeface="Arial" pitchFamily="34" charset="0"/>
              <a:cs typeface="Arial"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99592" y="300593"/>
            <a:ext cx="8001000" cy="739754"/>
          </a:xfrm>
          <a:prstGeom prst="rect">
            <a:avLst/>
          </a:prstGeom>
          <a:noFill/>
          <a:ln w="9525">
            <a:noFill/>
            <a:miter lim="800000"/>
            <a:headEnd/>
            <a:tailEnd/>
          </a:ln>
        </p:spPr>
        <p:txBody>
          <a:bodyPr>
            <a:spAutoFit/>
          </a:bodyPr>
          <a:lstStyle/>
          <a:p>
            <a:pPr algn="ctr">
              <a:lnSpc>
                <a:spcPct val="150000"/>
              </a:lnSpc>
              <a:buClr>
                <a:srgbClr val="990000"/>
              </a:buClr>
            </a:pP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Coefficient of Determination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p:txBody>
      </p:sp>
      <p:sp>
        <p:nvSpPr>
          <p:cNvPr id="40963" name="TextBox 2"/>
          <p:cNvSpPr txBox="1">
            <a:spLocks noChangeArrowheads="1"/>
          </p:cNvSpPr>
          <p:nvPr/>
        </p:nvSpPr>
        <p:spPr bwMode="auto">
          <a:xfrm>
            <a:off x="467544" y="1563638"/>
            <a:ext cx="8136706" cy="2215991"/>
          </a:xfrm>
          <a:prstGeom prst="rect">
            <a:avLst/>
          </a:prstGeom>
          <a:noFill/>
          <a:ln w="9525">
            <a:noFill/>
            <a:miter lim="800000"/>
            <a:headEnd/>
            <a:tailEnd/>
          </a:ln>
        </p:spPr>
        <p:txBody>
          <a:bodyPr wrap="square">
            <a:spAutoFit/>
          </a:bodyPr>
          <a:lstStyle/>
          <a:p>
            <a:pPr algn="just">
              <a:lnSpc>
                <a:spcPct val="150000"/>
              </a:lnSpc>
              <a:buClr>
                <a:srgbClr val="990000"/>
              </a:buClr>
            </a:pPr>
            <a:endParaRPr lang="en-US" sz="2200" b="1" dirty="0">
              <a:solidFill>
                <a:schemeClr val="bg1">
                  <a:lumMod val="95000"/>
                  <a:lumOff val="5000"/>
                </a:schemeClr>
              </a:solidFill>
              <a:latin typeface="Arial" pitchFamily="34" charset="0"/>
              <a:cs typeface="Arial" pitchFamily="34" charset="0"/>
            </a:endParaRPr>
          </a:p>
          <a:p>
            <a:pPr algn="just">
              <a:lnSpc>
                <a:spcPct val="150000"/>
              </a:lnSpc>
              <a:buClr>
                <a:srgbClr val="990000"/>
              </a:buClr>
            </a:pPr>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990000"/>
              </a:buClr>
            </a:pPr>
            <a:r>
              <a:rPr lang="en-US" sz="2400" dirty="0">
                <a:solidFill>
                  <a:schemeClr val="bg1">
                    <a:lumMod val="95000"/>
                    <a:lumOff val="5000"/>
                  </a:schemeClr>
                </a:solidFill>
                <a:latin typeface="Arial" pitchFamily="34" charset="0"/>
                <a:cs typeface="Arial" pitchFamily="34" charset="0"/>
              </a:rPr>
              <a:t>This represents the proportion of the total variability accounted or explained by the linear regression model</a:t>
            </a:r>
          </a:p>
        </p:txBody>
      </p:sp>
      <p:graphicFrame>
        <p:nvGraphicFramePr>
          <p:cNvPr id="2" name="Object 1"/>
          <p:cNvGraphicFramePr>
            <a:graphicFrameLocks noChangeAspect="1"/>
          </p:cNvGraphicFramePr>
          <p:nvPr>
            <p:extLst>
              <p:ext uri="{D42A27DB-BD31-4B8C-83A1-F6EECF244321}">
                <p14:modId xmlns:p14="http://schemas.microsoft.com/office/powerpoint/2010/main" val="3421296887"/>
              </p:ext>
            </p:extLst>
          </p:nvPr>
        </p:nvGraphicFramePr>
        <p:xfrm>
          <a:off x="3792624" y="1597505"/>
          <a:ext cx="2214935" cy="936104"/>
        </p:xfrm>
        <a:graphic>
          <a:graphicData uri="http://schemas.openxmlformats.org/presentationml/2006/ole">
            <mc:AlternateContent xmlns:mc="http://schemas.openxmlformats.org/markup-compatibility/2006">
              <mc:Choice xmlns:v="urn:schemas-microsoft-com:vml" Requires="v">
                <p:oleObj name="Equation" r:id="rId2" imgW="1079280" imgH="457200" progId="Equation.3">
                  <p:embed/>
                </p:oleObj>
              </mc:Choice>
              <mc:Fallback>
                <p:oleObj name="Equation" r:id="rId2" imgW="1079280" imgH="4572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624" y="1597505"/>
                        <a:ext cx="2214935" cy="93610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9212148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99592" y="444609"/>
            <a:ext cx="8001000" cy="739754"/>
          </a:xfrm>
          <a:prstGeom prst="rect">
            <a:avLst/>
          </a:prstGeom>
          <a:noFill/>
          <a:ln w="9525">
            <a:noFill/>
            <a:miter lim="800000"/>
            <a:headEnd/>
            <a:tailEnd/>
          </a:ln>
        </p:spPr>
        <p:txBody>
          <a:bodyPr>
            <a:spAutoFit/>
          </a:bodyPr>
          <a:lstStyle/>
          <a:p>
            <a:pPr algn="ctr">
              <a:lnSpc>
                <a:spcPct val="150000"/>
              </a:lnSpc>
              <a:buClr>
                <a:srgbClr val="990000"/>
              </a:buClr>
            </a:pP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Coefficient of Determination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p:txBody>
      </p:sp>
      <p:sp>
        <p:nvSpPr>
          <p:cNvPr id="40963" name="TextBox 2"/>
          <p:cNvSpPr txBox="1">
            <a:spLocks noChangeArrowheads="1"/>
          </p:cNvSpPr>
          <p:nvPr/>
        </p:nvSpPr>
        <p:spPr bwMode="auto">
          <a:xfrm>
            <a:off x="539751" y="1468978"/>
            <a:ext cx="7955388" cy="3046988"/>
          </a:xfrm>
          <a:prstGeom prst="rect">
            <a:avLst/>
          </a:prstGeom>
          <a:noFill/>
          <a:ln w="9525">
            <a:noFill/>
            <a:miter lim="800000"/>
            <a:headEnd/>
            <a:tailEnd/>
          </a:ln>
        </p:spPr>
        <p:txBody>
          <a:bodyPr wrap="square">
            <a:spAutoFit/>
          </a:bodyPr>
          <a:lstStyle/>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rPr>
              <a:t>The R</a:t>
            </a:r>
            <a:r>
              <a:rPr lang="en-US" sz="2400" baseline="30000" dirty="0">
                <a:solidFill>
                  <a:schemeClr val="bg1">
                    <a:lumMod val="95000"/>
                    <a:lumOff val="5000"/>
                  </a:schemeClr>
                </a:solidFill>
                <a:latin typeface="Arial" pitchFamily="34" charset="0"/>
                <a:cs typeface="Arial" pitchFamily="34" charset="0"/>
              </a:rPr>
              <a:t>2</a:t>
            </a:r>
            <a:r>
              <a:rPr lang="en-US" sz="2400" dirty="0">
                <a:solidFill>
                  <a:schemeClr val="bg1">
                    <a:lumMod val="95000"/>
                    <a:lumOff val="5000"/>
                  </a:schemeClr>
                </a:solidFill>
                <a:latin typeface="Arial" pitchFamily="34" charset="0"/>
                <a:cs typeface="Arial" pitchFamily="34" charset="0"/>
              </a:rPr>
              <a:t> value may be increased by increasing the number of terms in the model and thereby increasing the number of coefficients that may be adjusted so that the model can be made to fit the data excellently. </a:t>
            </a:r>
          </a:p>
        </p:txBody>
      </p:sp>
    </p:spTree>
    <p:extLst>
      <p:ext uri="{BB962C8B-B14F-4D97-AF65-F5344CB8AC3E}">
        <p14:creationId xmlns:p14="http://schemas.microsoft.com/office/powerpoint/2010/main" val="38880047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99592" y="300593"/>
            <a:ext cx="8001000" cy="739754"/>
          </a:xfrm>
          <a:prstGeom prst="rect">
            <a:avLst/>
          </a:prstGeom>
          <a:noFill/>
          <a:ln w="9525">
            <a:noFill/>
            <a:miter lim="800000"/>
            <a:headEnd/>
            <a:tailEnd/>
          </a:ln>
        </p:spPr>
        <p:txBody>
          <a:bodyPr>
            <a:spAutoFit/>
          </a:bodyPr>
          <a:lstStyle/>
          <a:p>
            <a:pPr algn="ctr">
              <a:lnSpc>
                <a:spcPct val="150000"/>
              </a:lnSpc>
              <a:buClr>
                <a:srgbClr val="990000"/>
              </a:buClr>
            </a:pP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Coefficient of Determination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p:txBody>
      </p:sp>
      <p:sp>
        <p:nvSpPr>
          <p:cNvPr id="40963" name="TextBox 2"/>
          <p:cNvSpPr txBox="1">
            <a:spLocks noChangeArrowheads="1"/>
          </p:cNvSpPr>
          <p:nvPr/>
        </p:nvSpPr>
        <p:spPr bwMode="auto">
          <a:xfrm>
            <a:off x="467544" y="783739"/>
            <a:ext cx="8208714" cy="4524315"/>
          </a:xfrm>
          <a:prstGeom prst="rect">
            <a:avLst/>
          </a:prstGeom>
          <a:noFill/>
          <a:ln w="9525">
            <a:noFill/>
            <a:miter lim="800000"/>
            <a:headEnd/>
            <a:tailEnd/>
          </a:ln>
        </p:spPr>
        <p:txBody>
          <a:bodyPr wrap="square">
            <a:spAutoFit/>
          </a:bodyPr>
          <a:lstStyle/>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A complex model becomes cumbersome to handle, more empirical in nature and difficult to ascribe physical reasons for the dependence of the response on the factors of the experiment.</a:t>
            </a:r>
          </a:p>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A noisy data fitted with too many parameters will fail to work well when implemented.</a:t>
            </a:r>
            <a:endParaRPr lang="en-US" sz="2200" dirty="0">
              <a:solidFill>
                <a:schemeClr val="bg1">
                  <a:lumMod val="95000"/>
                  <a:lumOff val="5000"/>
                </a:schemeClr>
              </a:solidFill>
              <a:latin typeface="Arial" pitchFamily="34" charset="0"/>
              <a:cs typeface="Arial" pitchFamily="34" charset="0"/>
            </a:endParaRPr>
          </a:p>
        </p:txBody>
      </p:sp>
    </p:spTree>
    <p:extLst>
      <p:ext uri="{BB962C8B-B14F-4D97-AF65-F5344CB8AC3E}">
        <p14:creationId xmlns:p14="http://schemas.microsoft.com/office/powerpoint/2010/main" val="28189474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3" name="TextBox 2"/>
          <p:cNvSpPr txBox="1">
            <a:spLocks noChangeArrowheads="1"/>
          </p:cNvSpPr>
          <p:nvPr/>
        </p:nvSpPr>
        <p:spPr bwMode="auto">
          <a:xfrm>
            <a:off x="539750" y="1059582"/>
            <a:ext cx="8424738" cy="1708160"/>
          </a:xfrm>
          <a:prstGeom prst="rect">
            <a:avLst/>
          </a:prstGeom>
          <a:noFill/>
          <a:ln w="9525">
            <a:noFill/>
            <a:miter lim="800000"/>
            <a:headEnd/>
            <a:tailEnd/>
          </a:ln>
        </p:spPr>
        <p:txBody>
          <a:bodyPr wrap="square">
            <a:spAutoFit/>
          </a:bodyPr>
          <a:lstStyle/>
          <a:p>
            <a:pPr algn="just">
              <a:lnSpc>
                <a:spcPct val="150000"/>
              </a:lnSpc>
              <a:buClr>
                <a:srgbClr val="990000"/>
              </a:buClr>
            </a:pPr>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990000"/>
              </a:buClr>
            </a:pPr>
            <a:r>
              <a:rPr lang="en-US" sz="2400" dirty="0">
                <a:solidFill>
                  <a:schemeClr val="bg1">
                    <a:lumMod val="95000"/>
                    <a:lumOff val="5000"/>
                  </a:schemeClr>
                </a:solidFill>
                <a:latin typeface="Arial" pitchFamily="34" charset="0"/>
                <a:cs typeface="Arial" pitchFamily="34" charset="0"/>
              </a:rPr>
              <a:t>Here Mean Squares of the error and model/total sum of squares are used.</a:t>
            </a:r>
          </a:p>
        </p:txBody>
      </p:sp>
      <p:sp>
        <p:nvSpPr>
          <p:cNvPr id="5" name="TextBox 4"/>
          <p:cNvSpPr txBox="1"/>
          <p:nvPr/>
        </p:nvSpPr>
        <p:spPr>
          <a:xfrm>
            <a:off x="467544" y="629856"/>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Adjusted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a:p>
            <a:pPr algn="ctr"/>
            <a:endParaRPr lang="en-IN" dirty="0">
              <a:solidFill>
                <a:srgbClr val="0070C0"/>
              </a:solidFill>
              <a:effectLst>
                <a:outerShdw blurRad="38100" dist="38100" dir="2700000" algn="tl">
                  <a:srgbClr val="000000">
                    <a:alpha val="43137"/>
                  </a:srgbClr>
                </a:outerShdw>
              </a:effectLst>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724889510"/>
              </p:ext>
            </p:extLst>
          </p:nvPr>
        </p:nvGraphicFramePr>
        <p:xfrm>
          <a:off x="3250468" y="2799032"/>
          <a:ext cx="2859088" cy="1366837"/>
        </p:xfrm>
        <a:graphic>
          <a:graphicData uri="http://schemas.openxmlformats.org/presentationml/2006/ole">
            <mc:AlternateContent xmlns:mc="http://schemas.openxmlformats.org/markup-compatibility/2006">
              <mc:Choice xmlns:v="urn:schemas-microsoft-com:vml" Requires="v">
                <p:oleObj name="Equation" r:id="rId2" imgW="1435100" imgH="685800" progId="Equation.3">
                  <p:embed/>
                </p:oleObj>
              </mc:Choice>
              <mc:Fallback>
                <p:oleObj name="Equation" r:id="rId2" imgW="1435100" imgH="685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0468" y="2799032"/>
                        <a:ext cx="2859088"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095950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3" name="TextBox 2"/>
          <p:cNvSpPr txBox="1">
            <a:spLocks noChangeArrowheads="1"/>
          </p:cNvSpPr>
          <p:nvPr/>
        </p:nvSpPr>
        <p:spPr bwMode="auto">
          <a:xfrm>
            <a:off x="539750" y="2610321"/>
            <a:ext cx="8136706" cy="2308324"/>
          </a:xfrm>
          <a:prstGeom prst="rect">
            <a:avLst/>
          </a:prstGeom>
          <a:noFill/>
          <a:ln w="9525">
            <a:noFill/>
            <a:miter lim="800000"/>
            <a:headEnd/>
            <a:tailEnd/>
          </a:ln>
        </p:spPr>
        <p:txBody>
          <a:bodyPr wrap="square">
            <a:spAutoFit/>
          </a:bodyPr>
          <a:lstStyle/>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rPr>
              <a:t>To penalize the addition of unnecessary terms in the model equation (“</a:t>
            </a:r>
            <a:r>
              <a:rPr lang="en-US" sz="2400" dirty="0" err="1">
                <a:solidFill>
                  <a:schemeClr val="bg1">
                    <a:lumMod val="95000"/>
                    <a:lumOff val="5000"/>
                  </a:schemeClr>
                </a:solidFill>
                <a:latin typeface="Arial" pitchFamily="34" charset="0"/>
                <a:cs typeface="Arial" pitchFamily="34" charset="0"/>
              </a:rPr>
              <a:t>overfitting</a:t>
            </a:r>
            <a:r>
              <a:rPr lang="en-US" sz="2400" dirty="0">
                <a:solidFill>
                  <a:schemeClr val="bg1">
                    <a:lumMod val="95000"/>
                    <a:lumOff val="5000"/>
                  </a:schemeClr>
                </a:solidFill>
                <a:latin typeface="Arial" pitchFamily="34" charset="0"/>
                <a:cs typeface="Arial" pitchFamily="34" charset="0"/>
              </a:rPr>
              <a:t>”) the adjusted R</a:t>
            </a:r>
            <a:r>
              <a:rPr lang="en-US" sz="2400" baseline="30000" dirty="0">
                <a:solidFill>
                  <a:schemeClr val="bg1">
                    <a:lumMod val="95000"/>
                    <a:lumOff val="5000"/>
                  </a:schemeClr>
                </a:solidFill>
                <a:latin typeface="Arial" pitchFamily="34" charset="0"/>
                <a:cs typeface="Arial" pitchFamily="34" charset="0"/>
              </a:rPr>
              <a:t>2</a:t>
            </a:r>
            <a:r>
              <a:rPr lang="en-US" sz="2400" dirty="0">
                <a:solidFill>
                  <a:schemeClr val="bg1">
                    <a:lumMod val="95000"/>
                    <a:lumOff val="5000"/>
                  </a:schemeClr>
                </a:solidFill>
                <a:latin typeface="Arial" pitchFamily="34" charset="0"/>
                <a:cs typeface="Arial" pitchFamily="34" charset="0"/>
              </a:rPr>
              <a:t> value also gets reported.  </a:t>
            </a:r>
          </a:p>
        </p:txBody>
      </p:sp>
      <p:sp>
        <p:nvSpPr>
          <p:cNvPr id="5" name="TextBox 4"/>
          <p:cNvSpPr txBox="1"/>
          <p:nvPr/>
        </p:nvSpPr>
        <p:spPr>
          <a:xfrm>
            <a:off x="251520" y="555526"/>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Adjusted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a:p>
            <a:pPr algn="ctr"/>
            <a:endParaRPr lang="en-IN" dirty="0">
              <a:solidFill>
                <a:srgbClr val="0070C0"/>
              </a:solidFill>
              <a:effectLst>
                <a:outerShdw blurRad="38100" dist="38100" dir="2700000" algn="tl">
                  <a:srgbClr val="000000">
                    <a:alpha val="43137"/>
                  </a:srgbClr>
                </a:outerShdw>
              </a:effectLst>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4263669665"/>
              </p:ext>
            </p:extLst>
          </p:nvPr>
        </p:nvGraphicFramePr>
        <p:xfrm>
          <a:off x="3275856" y="1261164"/>
          <a:ext cx="2859088" cy="1366837"/>
        </p:xfrm>
        <a:graphic>
          <a:graphicData uri="http://schemas.openxmlformats.org/presentationml/2006/ole">
            <mc:AlternateContent xmlns:mc="http://schemas.openxmlformats.org/markup-compatibility/2006">
              <mc:Choice xmlns:v="urn:schemas-microsoft-com:vml" Requires="v">
                <p:oleObj name="Equation" r:id="rId2" imgW="1435100" imgH="685800" progId="Equation.3">
                  <p:embed/>
                </p:oleObj>
              </mc:Choice>
              <mc:Fallback>
                <p:oleObj name="Equation" r:id="rId2" imgW="1435100" imgH="685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1261164"/>
                        <a:ext cx="2859088"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898718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3" name="TextBox 2"/>
          <p:cNvSpPr txBox="1">
            <a:spLocks noChangeArrowheads="1"/>
          </p:cNvSpPr>
          <p:nvPr/>
        </p:nvSpPr>
        <p:spPr bwMode="auto">
          <a:xfrm>
            <a:off x="539750" y="2488816"/>
            <a:ext cx="8101988" cy="2308324"/>
          </a:xfrm>
          <a:prstGeom prst="rect">
            <a:avLst/>
          </a:prstGeom>
          <a:noFill/>
          <a:ln w="9525">
            <a:noFill/>
            <a:miter lim="800000"/>
            <a:headEnd/>
            <a:tailEnd/>
          </a:ln>
        </p:spPr>
        <p:txBody>
          <a:bodyPr wrap="square">
            <a:spAutoFit/>
          </a:bodyPr>
          <a:lstStyle/>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rPr>
              <a:t>The </a:t>
            </a:r>
            <a:r>
              <a:rPr lang="en-US" sz="2400" dirty="0" err="1">
                <a:solidFill>
                  <a:schemeClr val="bg1">
                    <a:lumMod val="95000"/>
                    <a:lumOff val="5000"/>
                  </a:schemeClr>
                </a:solidFill>
                <a:latin typeface="Arial" pitchFamily="34" charset="0"/>
                <a:cs typeface="Arial" pitchFamily="34" charset="0"/>
              </a:rPr>
              <a:t>SS</a:t>
            </a:r>
            <a:r>
              <a:rPr lang="en-US" sz="2400" baseline="-25000" dirty="0" err="1">
                <a:solidFill>
                  <a:schemeClr val="bg1">
                    <a:lumMod val="95000"/>
                    <a:lumOff val="5000"/>
                  </a:schemeClr>
                </a:solidFill>
                <a:latin typeface="Arial" pitchFamily="34" charset="0"/>
                <a:cs typeface="Arial" pitchFamily="34" charset="0"/>
              </a:rPr>
              <a:t>Error</a:t>
            </a:r>
            <a:r>
              <a:rPr lang="en-US" sz="2400" baseline="-25000" dirty="0">
                <a:solidFill>
                  <a:schemeClr val="bg1">
                    <a:lumMod val="95000"/>
                    <a:lumOff val="5000"/>
                  </a:schemeClr>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rPr>
              <a:t>contribution</a:t>
            </a:r>
            <a:r>
              <a:rPr lang="en-US" sz="2400" baseline="-25000" dirty="0">
                <a:solidFill>
                  <a:schemeClr val="bg1">
                    <a:lumMod val="95000"/>
                    <a:lumOff val="5000"/>
                  </a:schemeClr>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rPr>
              <a:t>is increased by dividing with the error degrees of freedom.  The latter reduces when more number of parameters are taken up by the model.  </a:t>
            </a:r>
          </a:p>
        </p:txBody>
      </p:sp>
      <p:sp>
        <p:nvSpPr>
          <p:cNvPr id="5" name="TextBox 4"/>
          <p:cNvSpPr txBox="1"/>
          <p:nvPr/>
        </p:nvSpPr>
        <p:spPr>
          <a:xfrm>
            <a:off x="467544" y="557848"/>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Adjusted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a:p>
            <a:pPr algn="ctr"/>
            <a:endParaRPr lang="en-IN" dirty="0">
              <a:solidFill>
                <a:srgbClr val="0070C0"/>
              </a:solidFill>
              <a:effectLst>
                <a:outerShdw blurRad="38100" dist="38100" dir="2700000" algn="tl">
                  <a:srgbClr val="000000">
                    <a:alpha val="43137"/>
                  </a:srgbClr>
                </a:outerShdw>
              </a:effectLst>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169254502"/>
              </p:ext>
            </p:extLst>
          </p:nvPr>
        </p:nvGraphicFramePr>
        <p:xfrm>
          <a:off x="3419872" y="1142817"/>
          <a:ext cx="2859088" cy="1366837"/>
        </p:xfrm>
        <a:graphic>
          <a:graphicData uri="http://schemas.openxmlformats.org/presentationml/2006/ole">
            <mc:AlternateContent xmlns:mc="http://schemas.openxmlformats.org/markup-compatibility/2006">
              <mc:Choice xmlns:v="urn:schemas-microsoft-com:vml" Requires="v">
                <p:oleObj name="Equation" r:id="rId2" imgW="1435100" imgH="685800" progId="Equation.3">
                  <p:embed/>
                </p:oleObj>
              </mc:Choice>
              <mc:Fallback>
                <p:oleObj name="Equation" r:id="rId2" imgW="1435100" imgH="685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1142817"/>
                        <a:ext cx="2859088"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632348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3" name="TextBox 2"/>
          <p:cNvSpPr txBox="1">
            <a:spLocks noChangeArrowheads="1"/>
          </p:cNvSpPr>
          <p:nvPr/>
        </p:nvSpPr>
        <p:spPr bwMode="auto">
          <a:xfrm>
            <a:off x="539750" y="2423666"/>
            <a:ext cx="8179257" cy="2308324"/>
          </a:xfrm>
          <a:prstGeom prst="rect">
            <a:avLst/>
          </a:prstGeom>
          <a:noFill/>
          <a:ln w="9525">
            <a:noFill/>
            <a:miter lim="800000"/>
            <a:headEnd/>
            <a:tailEnd/>
          </a:ln>
        </p:spPr>
        <p:txBody>
          <a:bodyPr wrap="square">
            <a:spAutoFit/>
          </a:bodyPr>
          <a:lstStyle/>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rPr>
              <a:t>Unless the </a:t>
            </a:r>
            <a:r>
              <a:rPr lang="en-US" sz="2400" dirty="0" err="1">
                <a:solidFill>
                  <a:schemeClr val="bg1">
                    <a:lumMod val="95000"/>
                    <a:lumOff val="5000"/>
                  </a:schemeClr>
                </a:solidFill>
                <a:latin typeface="Arial" pitchFamily="34" charset="0"/>
                <a:cs typeface="Arial" pitchFamily="34" charset="0"/>
              </a:rPr>
              <a:t>SS</a:t>
            </a:r>
            <a:r>
              <a:rPr lang="en-US" sz="2400" baseline="-25000" dirty="0" err="1">
                <a:solidFill>
                  <a:schemeClr val="bg1">
                    <a:lumMod val="95000"/>
                    <a:lumOff val="5000"/>
                  </a:schemeClr>
                </a:solidFill>
                <a:latin typeface="Arial" pitchFamily="34" charset="0"/>
                <a:cs typeface="Arial" pitchFamily="34" charset="0"/>
              </a:rPr>
              <a:t>Error</a:t>
            </a:r>
            <a:r>
              <a:rPr lang="en-US" sz="2400" dirty="0">
                <a:solidFill>
                  <a:schemeClr val="bg1">
                    <a:lumMod val="95000"/>
                    <a:lumOff val="5000"/>
                  </a:schemeClr>
                </a:solidFill>
                <a:latin typeface="Arial" pitchFamily="34" charset="0"/>
                <a:cs typeface="Arial" pitchFamily="34" charset="0"/>
              </a:rPr>
              <a:t> is considerably reduced by adding the extra term to the model equation,  the adjusted R</a:t>
            </a:r>
            <a:r>
              <a:rPr lang="en-US" sz="2400" baseline="30000" dirty="0">
                <a:solidFill>
                  <a:schemeClr val="bg1">
                    <a:lumMod val="95000"/>
                    <a:lumOff val="5000"/>
                  </a:schemeClr>
                </a:solidFill>
                <a:latin typeface="Arial" pitchFamily="34" charset="0"/>
                <a:cs typeface="Arial" pitchFamily="34" charset="0"/>
              </a:rPr>
              <a:t>2 </a:t>
            </a:r>
            <a:r>
              <a:rPr lang="en-US" sz="2400" dirty="0">
                <a:solidFill>
                  <a:schemeClr val="bg1">
                    <a:lumMod val="95000"/>
                    <a:lumOff val="5000"/>
                  </a:schemeClr>
                </a:solidFill>
                <a:latin typeface="Arial" pitchFamily="34" charset="0"/>
                <a:cs typeface="Arial" pitchFamily="34" charset="0"/>
              </a:rPr>
              <a:t>will increase upon increasing the number of parameters.</a:t>
            </a:r>
          </a:p>
        </p:txBody>
      </p:sp>
      <p:sp>
        <p:nvSpPr>
          <p:cNvPr id="5" name="TextBox 4"/>
          <p:cNvSpPr txBox="1"/>
          <p:nvPr/>
        </p:nvSpPr>
        <p:spPr>
          <a:xfrm>
            <a:off x="467544" y="555526"/>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Adjusted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a:p>
            <a:pPr algn="ctr"/>
            <a:endParaRPr lang="en-IN" dirty="0">
              <a:solidFill>
                <a:srgbClr val="0070C0"/>
              </a:solidFill>
              <a:effectLst>
                <a:outerShdw blurRad="38100" dist="38100" dir="2700000" algn="tl">
                  <a:srgbClr val="000000">
                    <a:alpha val="43137"/>
                  </a:srgbClr>
                </a:outerShdw>
              </a:effectLst>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636801569"/>
              </p:ext>
            </p:extLst>
          </p:nvPr>
        </p:nvGraphicFramePr>
        <p:xfrm>
          <a:off x="3419872" y="1275606"/>
          <a:ext cx="2859088" cy="1366837"/>
        </p:xfrm>
        <a:graphic>
          <a:graphicData uri="http://schemas.openxmlformats.org/presentationml/2006/ole">
            <mc:AlternateContent xmlns:mc="http://schemas.openxmlformats.org/markup-compatibility/2006">
              <mc:Choice xmlns:v="urn:schemas-microsoft-com:vml" Requires="v">
                <p:oleObj name="Equation" r:id="rId2" imgW="1435100" imgH="685800" progId="Equation.3">
                  <p:embed/>
                </p:oleObj>
              </mc:Choice>
              <mc:Fallback>
                <p:oleObj name="Equation" r:id="rId2" imgW="1435100" imgH="685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1275606"/>
                        <a:ext cx="2859088"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898718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a:xfrm>
            <a:off x="467544" y="629856"/>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PRESS: Prediction Error Sum of Squares</a:t>
            </a:r>
          </a:p>
          <a:p>
            <a:pPr algn="ctr"/>
            <a:endParaRPr lang="en-IN" dirty="0">
              <a:solidFill>
                <a:srgbClr val="0070C0"/>
              </a:solidFill>
              <a:effectLst>
                <a:outerShdw blurRad="38100" dist="38100" dir="2700000" algn="tl">
                  <a:srgbClr val="000000">
                    <a:alpha val="43137"/>
                  </a:srgbClr>
                </a:outerShdw>
              </a:effectLst>
            </a:endParaRPr>
          </a:p>
        </p:txBody>
      </p:sp>
      <p:sp>
        <p:nvSpPr>
          <p:cNvPr id="6" name="TextBox 5"/>
          <p:cNvSpPr txBox="1"/>
          <p:nvPr/>
        </p:nvSpPr>
        <p:spPr>
          <a:xfrm>
            <a:off x="539750" y="1306378"/>
            <a:ext cx="7848674" cy="3785652"/>
          </a:xfrm>
          <a:prstGeom prst="rect">
            <a:avLst/>
          </a:prstGeom>
          <a:noFill/>
        </p:spPr>
        <p:txBody>
          <a:bodyPr wrap="square" rtlCol="0">
            <a:spAutoFit/>
          </a:bodyPr>
          <a:lstStyle/>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This term is also similar to the sum of squares of the residuals.   </a:t>
            </a:r>
          </a:p>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We sum the square of the deviations between the actual responses and the corresponding model predicted values.  </a:t>
            </a:r>
          </a:p>
        </p:txBody>
      </p:sp>
    </p:spTree>
    <p:extLst>
      <p:ext uri="{BB962C8B-B14F-4D97-AF65-F5344CB8AC3E}">
        <p14:creationId xmlns:p14="http://schemas.microsoft.com/office/powerpoint/2010/main" val="8054789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a:xfrm>
            <a:off x="395536" y="843558"/>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PRESS: Prediction Error Sum of Squares</a:t>
            </a:r>
          </a:p>
          <a:p>
            <a:pPr algn="ctr"/>
            <a:endParaRPr lang="en-IN" dirty="0">
              <a:solidFill>
                <a:srgbClr val="0070C0"/>
              </a:solidFill>
              <a:effectLst>
                <a:outerShdw blurRad="38100" dist="38100" dir="2700000" algn="tl">
                  <a:srgbClr val="000000">
                    <a:alpha val="43137"/>
                  </a:srgbClr>
                </a:outerShdw>
              </a:effectLst>
            </a:endParaRPr>
          </a:p>
        </p:txBody>
      </p:sp>
      <p:sp>
        <p:nvSpPr>
          <p:cNvPr id="6" name="TextBox 5"/>
          <p:cNvSpPr txBox="1"/>
          <p:nvPr/>
        </p:nvSpPr>
        <p:spPr>
          <a:xfrm>
            <a:off x="539750" y="1685002"/>
            <a:ext cx="8064698" cy="3046988"/>
          </a:xfrm>
          <a:prstGeom prst="rect">
            <a:avLst/>
          </a:prstGeom>
          <a:noFill/>
        </p:spPr>
        <p:txBody>
          <a:bodyPr wrap="square" rtlCol="0">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The main difference to watch out for is that the prediction for the </a:t>
            </a:r>
            <a:r>
              <a:rPr lang="en-US" sz="2400" dirty="0" err="1">
                <a:solidFill>
                  <a:schemeClr val="bg1">
                    <a:lumMod val="95000"/>
                    <a:lumOff val="5000"/>
                  </a:schemeClr>
                </a:solidFill>
                <a:latin typeface="Arial" pitchFamily="34" charset="0"/>
                <a:cs typeface="Arial" pitchFamily="34" charset="0"/>
              </a:rPr>
              <a:t>i</a:t>
            </a:r>
            <a:r>
              <a:rPr lang="en-US" sz="2400" baseline="30000" dirty="0" err="1">
                <a:solidFill>
                  <a:schemeClr val="bg1">
                    <a:lumMod val="95000"/>
                    <a:lumOff val="5000"/>
                  </a:schemeClr>
                </a:solidFill>
                <a:latin typeface="Arial" pitchFamily="34" charset="0"/>
                <a:cs typeface="Arial" pitchFamily="34" charset="0"/>
              </a:rPr>
              <a:t>th</a:t>
            </a:r>
            <a:r>
              <a:rPr lang="en-US" sz="2400" dirty="0">
                <a:solidFill>
                  <a:schemeClr val="bg1">
                    <a:lumMod val="95000"/>
                    <a:lumOff val="5000"/>
                  </a:schemeClr>
                </a:solidFill>
                <a:latin typeface="Arial" pitchFamily="34" charset="0"/>
                <a:cs typeface="Arial" pitchFamily="34" charset="0"/>
              </a:rPr>
              <a:t> data is based on a model equation that </a:t>
            </a:r>
            <a:r>
              <a:rPr lang="en-US" sz="2400" i="1" dirty="0">
                <a:solidFill>
                  <a:schemeClr val="bg1">
                    <a:lumMod val="95000"/>
                    <a:lumOff val="5000"/>
                  </a:schemeClr>
                </a:solidFill>
                <a:latin typeface="Arial" pitchFamily="34" charset="0"/>
                <a:cs typeface="Arial" pitchFamily="34" charset="0"/>
              </a:rPr>
              <a:t>excluded</a:t>
            </a:r>
            <a:r>
              <a:rPr lang="en-US" sz="2400" dirty="0">
                <a:solidFill>
                  <a:schemeClr val="bg1">
                    <a:lumMod val="95000"/>
                    <a:lumOff val="5000"/>
                  </a:schemeClr>
                </a:solidFill>
                <a:latin typeface="Arial" pitchFamily="34" charset="0"/>
                <a:cs typeface="Arial" pitchFamily="34" charset="0"/>
              </a:rPr>
              <a:t> that particular data point but used the remaining data points to develop the model equation.  </a:t>
            </a:r>
          </a:p>
        </p:txBody>
      </p:sp>
    </p:spTree>
    <p:extLst>
      <p:ext uri="{BB962C8B-B14F-4D97-AF65-F5344CB8AC3E}">
        <p14:creationId xmlns:p14="http://schemas.microsoft.com/office/powerpoint/2010/main" val="1055864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a:xfrm>
            <a:off x="539552" y="989896"/>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PRESS: Prediction Error Sum of Squares</a:t>
            </a:r>
          </a:p>
          <a:p>
            <a:pPr algn="ctr"/>
            <a:endParaRPr lang="en-IN" dirty="0">
              <a:solidFill>
                <a:srgbClr val="0070C0"/>
              </a:solidFill>
              <a:effectLst>
                <a:outerShdw blurRad="38100" dist="38100" dir="2700000" algn="tl">
                  <a:srgbClr val="000000">
                    <a:alpha val="43137"/>
                  </a:srgbClr>
                </a:outerShdw>
              </a:effectLst>
            </a:endParaRPr>
          </a:p>
        </p:txBody>
      </p:sp>
      <p:sp>
        <p:nvSpPr>
          <p:cNvPr id="6" name="TextBox 5"/>
          <p:cNvSpPr txBox="1"/>
          <p:nvPr/>
        </p:nvSpPr>
        <p:spPr>
          <a:xfrm>
            <a:off x="539750" y="1847602"/>
            <a:ext cx="8424738" cy="2308324"/>
          </a:xfrm>
          <a:prstGeom prst="rect">
            <a:avLst/>
          </a:prstGeom>
          <a:noFill/>
        </p:spPr>
        <p:txBody>
          <a:bodyPr wrap="square" rtlCol="0">
            <a:spAutoFit/>
          </a:bodyPr>
          <a:lstStyle/>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The same treatment is meted to other data points as well when they are compared to their individual model predictions.</a:t>
            </a:r>
          </a:p>
        </p:txBody>
      </p:sp>
    </p:spTree>
    <p:extLst>
      <p:ext uri="{BB962C8B-B14F-4D97-AF65-F5344CB8AC3E}">
        <p14:creationId xmlns:p14="http://schemas.microsoft.com/office/powerpoint/2010/main" val="6156728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395635" y="699542"/>
                <a:ext cx="8136706" cy="4264116"/>
              </a:xfrm>
              <a:prstGeom prst="rect">
                <a:avLst/>
              </a:prstGeom>
              <a:noFill/>
              <a:ln w="9525">
                <a:noFill/>
                <a:miter lim="800000"/>
                <a:headEnd/>
                <a:tailEnd/>
              </a:ln>
            </p:spPr>
            <p:txBody>
              <a:bodyPr wrap="square">
                <a:spAutoFit/>
              </a:bodyPr>
              <a:lstStyle/>
              <a:p>
                <a:pPr algn="just">
                  <a:lnSpc>
                    <a:spcPct val="150000"/>
                  </a:lnSpc>
                  <a:buClr>
                    <a:srgbClr val="002060"/>
                  </a:buClr>
                </a:pPr>
                <a:r>
                  <a:rPr lang="en-US" sz="2200" dirty="0">
                    <a:solidFill>
                      <a:schemeClr val="bg1">
                        <a:lumMod val="95000"/>
                        <a:lumOff val="5000"/>
                      </a:schemeClr>
                    </a:solidFill>
                    <a:latin typeface="Arial" pitchFamily="34" charset="0"/>
                    <a:cs typeface="Arial" pitchFamily="34" charset="0"/>
                  </a:rPr>
                  <a:t>First </a:t>
                </a:r>
                <a:r>
                  <a:rPr lang="en-US" sz="2200" b="1" dirty="0">
                    <a:solidFill>
                      <a:schemeClr val="bg1">
                        <a:lumMod val="95000"/>
                        <a:lumOff val="5000"/>
                      </a:schemeClr>
                    </a:solidFill>
                    <a:latin typeface="Arial" pitchFamily="34" charset="0"/>
                    <a:cs typeface="Arial" pitchFamily="34" charset="0"/>
                  </a:rPr>
                  <a:t>H</a:t>
                </a:r>
                <a:r>
                  <a:rPr lang="en-US" sz="2200" dirty="0">
                    <a:solidFill>
                      <a:schemeClr val="bg1">
                        <a:lumMod val="95000"/>
                        <a:lumOff val="5000"/>
                      </a:schemeClr>
                    </a:solidFill>
                    <a:latin typeface="Arial" pitchFamily="34" charset="0"/>
                    <a:cs typeface="Arial" pitchFamily="34" charset="0"/>
                  </a:rPr>
                  <a:t> matrix is defined as follows</a:t>
                </a:r>
              </a:p>
              <a:p>
                <a:pPr algn="ctr">
                  <a:lnSpc>
                    <a:spcPct val="150000"/>
                  </a:lnSpc>
                  <a:buClr>
                    <a:srgbClr val="002060"/>
                  </a:buClr>
                </a:pPr>
                <a14:m>
                  <m:oMathPara xmlns:m="http://schemas.openxmlformats.org/officeDocument/2006/math">
                    <m:oMathParaPr>
                      <m:jc m:val="centerGroup"/>
                    </m:oMathParaPr>
                    <m:oMath xmlns:m="http://schemas.openxmlformats.org/officeDocument/2006/math">
                      <m:r>
                        <a:rPr lang="en-IN" sz="2200" b="1" i="0" smtClean="0">
                          <a:solidFill>
                            <a:schemeClr val="bg1">
                              <a:lumMod val="95000"/>
                              <a:lumOff val="5000"/>
                            </a:schemeClr>
                          </a:solidFill>
                          <a:latin typeface="Cambria Math" panose="02040503050406030204" pitchFamily="18" charset="0"/>
                          <a:cs typeface="Arial" pitchFamily="34" charset="0"/>
                        </a:rPr>
                        <m:t>𝐇</m:t>
                      </m:r>
                      <m:r>
                        <a:rPr lang="en-IN" sz="2200" b="1" i="0" smtClean="0">
                          <a:solidFill>
                            <a:schemeClr val="bg1">
                              <a:lumMod val="95000"/>
                              <a:lumOff val="5000"/>
                            </a:schemeClr>
                          </a:solidFill>
                          <a:latin typeface="Cambria Math" panose="02040503050406030204" pitchFamily="18" charset="0"/>
                          <a:cs typeface="Arial" pitchFamily="34" charset="0"/>
                        </a:rPr>
                        <m:t>=</m:t>
                      </m:r>
                      <m:sSup>
                        <m:sSupPr>
                          <m:ctrlPr>
                            <a:rPr lang="en-IN" sz="2200" b="1" i="1" smtClean="0">
                              <a:solidFill>
                                <a:schemeClr val="bg1">
                                  <a:lumMod val="95000"/>
                                  <a:lumOff val="5000"/>
                                </a:schemeClr>
                              </a:solidFill>
                              <a:latin typeface="Cambria Math" panose="02040503050406030204" pitchFamily="18" charset="0"/>
                              <a:cs typeface="Arial" pitchFamily="34" charset="0"/>
                            </a:rPr>
                          </m:ctrlPr>
                        </m:sSupPr>
                        <m:e>
                          <m:r>
                            <a:rPr lang="en-IN" sz="2200" b="1" i="0" smtClean="0">
                              <a:solidFill>
                                <a:schemeClr val="bg1">
                                  <a:lumMod val="95000"/>
                                  <a:lumOff val="5000"/>
                                </a:schemeClr>
                              </a:solidFill>
                              <a:latin typeface="Cambria Math" panose="02040503050406030204" pitchFamily="18" charset="0"/>
                              <a:cs typeface="Arial" pitchFamily="34" charset="0"/>
                            </a:rPr>
                            <m:t>𝐗</m:t>
                          </m:r>
                          <m:d>
                            <m:dPr>
                              <m:ctrlPr>
                                <a:rPr lang="en-IN" sz="2200" b="1" i="1" smtClean="0">
                                  <a:solidFill>
                                    <a:schemeClr val="bg1">
                                      <a:lumMod val="95000"/>
                                      <a:lumOff val="5000"/>
                                    </a:schemeClr>
                                  </a:solidFill>
                                  <a:latin typeface="Cambria Math" panose="02040503050406030204" pitchFamily="18" charset="0"/>
                                  <a:cs typeface="Arial" pitchFamily="34" charset="0"/>
                                </a:rPr>
                              </m:ctrlPr>
                            </m:dPr>
                            <m:e>
                              <m:sSup>
                                <m:sSupPr>
                                  <m:ctrlPr>
                                    <a:rPr lang="en-IN" sz="2200" b="1" i="1" smtClean="0">
                                      <a:solidFill>
                                        <a:schemeClr val="bg1">
                                          <a:lumMod val="95000"/>
                                          <a:lumOff val="5000"/>
                                        </a:schemeClr>
                                      </a:solidFill>
                                      <a:latin typeface="Cambria Math" panose="02040503050406030204" pitchFamily="18" charset="0"/>
                                      <a:cs typeface="Arial" pitchFamily="34" charset="0"/>
                                    </a:rPr>
                                  </m:ctrlPr>
                                </m:sSupPr>
                                <m:e>
                                  <m:r>
                                    <a:rPr lang="en-IN" sz="2200" b="1" i="0" smtClean="0">
                                      <a:solidFill>
                                        <a:schemeClr val="bg1">
                                          <a:lumMod val="95000"/>
                                          <a:lumOff val="5000"/>
                                        </a:schemeClr>
                                      </a:solidFill>
                                      <a:latin typeface="Cambria Math" panose="02040503050406030204" pitchFamily="18" charset="0"/>
                                      <a:cs typeface="Arial" pitchFamily="34" charset="0"/>
                                    </a:rPr>
                                    <m:t>𝐗</m:t>
                                  </m:r>
                                </m:e>
                                <m:sup>
                                  <m:r>
                                    <a:rPr lang="en-IN" sz="2200" b="1" i="0" smtClean="0">
                                      <a:solidFill>
                                        <a:schemeClr val="bg1">
                                          <a:lumMod val="95000"/>
                                          <a:lumOff val="5000"/>
                                        </a:schemeClr>
                                      </a:solidFill>
                                      <a:latin typeface="Cambria Math" panose="02040503050406030204" pitchFamily="18" charset="0"/>
                                      <a:cs typeface="Arial" pitchFamily="34" charset="0"/>
                                    </a:rPr>
                                    <m:t>′</m:t>
                                  </m:r>
                                </m:sup>
                              </m:sSup>
                              <m:r>
                                <a:rPr lang="en-IN" sz="2200" b="1" i="0" smtClean="0">
                                  <a:solidFill>
                                    <a:schemeClr val="bg1">
                                      <a:lumMod val="95000"/>
                                      <a:lumOff val="5000"/>
                                    </a:schemeClr>
                                  </a:solidFill>
                                  <a:latin typeface="Cambria Math" panose="02040503050406030204" pitchFamily="18" charset="0"/>
                                  <a:cs typeface="Arial" pitchFamily="34" charset="0"/>
                                </a:rPr>
                                <m:t>𝐗</m:t>
                              </m:r>
                            </m:e>
                          </m:d>
                        </m:e>
                        <m:sup>
                          <m:r>
                            <a:rPr lang="en-IN" sz="2200" b="1" i="0" smtClean="0">
                              <a:solidFill>
                                <a:schemeClr val="bg1">
                                  <a:lumMod val="95000"/>
                                  <a:lumOff val="5000"/>
                                </a:schemeClr>
                              </a:solidFill>
                              <a:latin typeface="Cambria Math" panose="02040503050406030204" pitchFamily="18" charset="0"/>
                              <a:cs typeface="Arial" pitchFamily="34" charset="0"/>
                            </a:rPr>
                            <m:t>−</m:t>
                          </m:r>
                          <m:r>
                            <a:rPr lang="en-IN" sz="2200" b="1" i="0" smtClean="0">
                              <a:solidFill>
                                <a:schemeClr val="bg1">
                                  <a:lumMod val="95000"/>
                                  <a:lumOff val="5000"/>
                                </a:schemeClr>
                              </a:solidFill>
                              <a:latin typeface="Cambria Math" panose="02040503050406030204" pitchFamily="18" charset="0"/>
                              <a:cs typeface="Arial" pitchFamily="34" charset="0"/>
                            </a:rPr>
                            <m:t>𝟏</m:t>
                          </m:r>
                        </m:sup>
                      </m:sSup>
                      <m:sSup>
                        <m:sSupPr>
                          <m:ctrlPr>
                            <a:rPr lang="en-IN" sz="2200" b="1" i="1" smtClean="0">
                              <a:solidFill>
                                <a:schemeClr val="bg1">
                                  <a:lumMod val="95000"/>
                                  <a:lumOff val="5000"/>
                                </a:schemeClr>
                              </a:solidFill>
                              <a:latin typeface="Cambria Math" panose="02040503050406030204" pitchFamily="18" charset="0"/>
                              <a:cs typeface="Arial" pitchFamily="34" charset="0"/>
                            </a:rPr>
                          </m:ctrlPr>
                        </m:sSupPr>
                        <m:e>
                          <m:r>
                            <a:rPr lang="en-IN" sz="2200" b="1" i="0" smtClean="0">
                              <a:solidFill>
                                <a:schemeClr val="bg1">
                                  <a:lumMod val="95000"/>
                                  <a:lumOff val="5000"/>
                                </a:schemeClr>
                              </a:solidFill>
                              <a:latin typeface="Cambria Math" panose="02040503050406030204" pitchFamily="18" charset="0"/>
                              <a:cs typeface="Arial" pitchFamily="34" charset="0"/>
                            </a:rPr>
                            <m:t>𝐗</m:t>
                          </m:r>
                        </m:e>
                        <m:sup>
                          <m:r>
                            <a:rPr lang="en-IN" sz="2200" b="1" i="0" smtClean="0">
                              <a:solidFill>
                                <a:schemeClr val="bg1">
                                  <a:lumMod val="95000"/>
                                  <a:lumOff val="5000"/>
                                </a:schemeClr>
                              </a:solidFill>
                              <a:latin typeface="Cambria Math" panose="02040503050406030204" pitchFamily="18" charset="0"/>
                              <a:cs typeface="Arial" pitchFamily="34" charset="0"/>
                            </a:rPr>
                            <m:t>′</m:t>
                          </m:r>
                        </m:sup>
                      </m:sSup>
                    </m:oMath>
                  </m:oMathPara>
                </a14:m>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IN" sz="2200" b="0" i="0" dirty="0">
                    <a:solidFill>
                      <a:schemeClr val="bg1">
                        <a:lumMod val="95000"/>
                        <a:lumOff val="5000"/>
                      </a:schemeClr>
                    </a:solidFill>
                    <a:latin typeface="Arial" panose="020B0604020202020204" pitchFamily="34" charset="0"/>
                    <a:cs typeface="Arial" panose="020B0604020202020204" pitchFamily="34" charset="0"/>
                  </a:rPr>
                  <a:t>Let us define the usual residual </a:t>
                </a:r>
              </a:p>
              <a:p>
                <a:pPr algn="ctr">
                  <a:lnSpc>
                    <a:spcPct val="150000"/>
                  </a:lnSpc>
                  <a:buClr>
                    <a:srgbClr val="002060"/>
                  </a:buClr>
                </a:pPr>
                <a14:m>
                  <m:oMathPara xmlns:m="http://schemas.openxmlformats.org/officeDocument/2006/math">
                    <m:oMathParaPr>
                      <m:jc m:val="centerGroup"/>
                    </m:oMathParaPr>
                    <m:oMath xmlns:m="http://schemas.openxmlformats.org/officeDocument/2006/math">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e</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y</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acc>
                            <m:accPr>
                              <m:chr m:val="̂"/>
                              <m:ctrlPr>
                                <a:rPr lang="en-IN" sz="2200" b="0" i="1" smtClean="0">
                                  <a:solidFill>
                                    <a:schemeClr val="bg1">
                                      <a:lumMod val="95000"/>
                                      <a:lumOff val="5000"/>
                                    </a:schemeClr>
                                  </a:solidFill>
                                  <a:latin typeface="Cambria Math" panose="02040503050406030204" pitchFamily="18" charset="0"/>
                                  <a:cs typeface="Arial" pitchFamily="34" charset="0"/>
                                </a:rPr>
                              </m:ctrlPr>
                            </m:accPr>
                            <m:e>
                              <m:r>
                                <m:rPr>
                                  <m:sty m:val="p"/>
                                </m:rPr>
                                <a:rPr lang="en-IN" sz="2200" b="0" i="0" smtClean="0">
                                  <a:solidFill>
                                    <a:schemeClr val="bg1">
                                      <a:lumMod val="95000"/>
                                      <a:lumOff val="5000"/>
                                    </a:schemeClr>
                                  </a:solidFill>
                                  <a:latin typeface="Cambria Math" panose="02040503050406030204" pitchFamily="18" charset="0"/>
                                  <a:cs typeface="Arial" pitchFamily="34" charset="0"/>
                                </a:rPr>
                                <m:t>y</m:t>
                              </m:r>
                            </m:e>
                          </m:acc>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m:t>
                      </m:r>
                    </m:oMath>
                  </m:oMathPara>
                </a14:m>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IN" sz="2200" dirty="0">
                    <a:solidFill>
                      <a:schemeClr val="bg1">
                        <a:lumMod val="95000"/>
                        <a:lumOff val="5000"/>
                      </a:schemeClr>
                    </a:solidFill>
                    <a:latin typeface="Arial" panose="020B0604020202020204" pitchFamily="34" charset="0"/>
                    <a:cs typeface="Arial" panose="020B0604020202020204" pitchFamily="34" charset="0"/>
                  </a:rPr>
                  <a:t>The PRESS residual </a:t>
                </a:r>
                <a14:m>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i="0">
                            <a:solidFill>
                              <a:schemeClr val="bg1">
                                <a:lumMod val="95000"/>
                                <a:lumOff val="5000"/>
                              </a:schemeClr>
                            </a:solidFill>
                            <a:latin typeface="Cambria Math" panose="02040503050406030204" pitchFamily="18" charset="0"/>
                            <a:cs typeface="Arial" pitchFamily="34" charset="0"/>
                          </a:rPr>
                          <m:t>e</m:t>
                        </m:r>
                      </m:e>
                      <m:sub>
                        <m:r>
                          <a:rPr lang="en-IN" sz="2200" i="0">
                            <a:solidFill>
                              <a:schemeClr val="bg1">
                                <a:lumMod val="95000"/>
                                <a:lumOff val="5000"/>
                              </a:schemeClr>
                            </a:solidFill>
                            <a:latin typeface="Cambria Math" panose="02040503050406030204" pitchFamily="18" charset="0"/>
                            <a:cs typeface="Arial" pitchFamily="34" charset="0"/>
                          </a:rPr>
                          <m:t>(</m:t>
                        </m:r>
                        <m:r>
                          <m:rPr>
                            <m:sty m:val="p"/>
                          </m:rPr>
                          <a:rPr lang="en-IN" sz="2200" i="0">
                            <a:solidFill>
                              <a:schemeClr val="bg1">
                                <a:lumMod val="95000"/>
                                <a:lumOff val="5000"/>
                              </a:schemeClr>
                            </a:solidFill>
                            <a:latin typeface="Cambria Math" panose="02040503050406030204" pitchFamily="18" charset="0"/>
                            <a:cs typeface="Arial" pitchFamily="34" charset="0"/>
                          </a:rPr>
                          <m:t>i</m:t>
                        </m:r>
                        <m:r>
                          <a:rPr lang="en-IN" sz="2200" i="0">
                            <a:solidFill>
                              <a:schemeClr val="bg1">
                                <a:lumMod val="95000"/>
                                <a:lumOff val="5000"/>
                              </a:schemeClr>
                            </a:solidFill>
                            <a:latin typeface="Cambria Math" panose="02040503050406030204" pitchFamily="18" charset="0"/>
                            <a:cs typeface="Arial" pitchFamily="34" charset="0"/>
                          </a:rPr>
                          <m:t>)</m:t>
                        </m:r>
                      </m:sub>
                    </m:sSub>
                  </m:oMath>
                </a14:m>
                <a:r>
                  <a:rPr lang="en-IN" sz="2200" dirty="0">
                    <a:solidFill>
                      <a:schemeClr val="bg1">
                        <a:lumMod val="95000"/>
                        <a:lumOff val="5000"/>
                      </a:schemeClr>
                    </a:solidFill>
                    <a:latin typeface="Arial" panose="020B0604020202020204" pitchFamily="34" charset="0"/>
                    <a:cs typeface="Arial" panose="020B0604020202020204" pitchFamily="34" charset="0"/>
                  </a:rPr>
                  <a:t> may be related to </a:t>
                </a:r>
                <a14:m>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i="0">
                            <a:solidFill>
                              <a:schemeClr val="bg1">
                                <a:lumMod val="95000"/>
                                <a:lumOff val="5000"/>
                              </a:schemeClr>
                            </a:solidFill>
                            <a:latin typeface="Cambria Math" panose="02040503050406030204" pitchFamily="18" charset="0"/>
                            <a:cs typeface="Arial" pitchFamily="34" charset="0"/>
                          </a:rPr>
                          <m:t>e</m:t>
                        </m:r>
                      </m:e>
                      <m:sub>
                        <m:r>
                          <m:rPr>
                            <m:sty m:val="p"/>
                          </m:rPr>
                          <a:rPr lang="en-IN" sz="2200" i="0">
                            <a:solidFill>
                              <a:schemeClr val="bg1">
                                <a:lumMod val="95000"/>
                                <a:lumOff val="5000"/>
                              </a:schemeClr>
                            </a:solidFill>
                            <a:latin typeface="Cambria Math" panose="02040503050406030204" pitchFamily="18" charset="0"/>
                            <a:cs typeface="Arial" pitchFamily="34" charset="0"/>
                          </a:rPr>
                          <m:t>i</m:t>
                        </m:r>
                      </m:sub>
                    </m:sSub>
                  </m:oMath>
                </a14:m>
                <a:r>
                  <a:rPr lang="en-IN" sz="2200" dirty="0">
                    <a:solidFill>
                      <a:schemeClr val="bg1">
                        <a:lumMod val="95000"/>
                        <a:lumOff val="5000"/>
                      </a:schemeClr>
                    </a:solidFill>
                    <a:latin typeface="Arial" panose="020B0604020202020204" pitchFamily="34" charset="0"/>
                    <a:cs typeface="Arial" panose="020B0604020202020204" pitchFamily="34" charset="0"/>
                  </a:rPr>
                  <a:t> as </a:t>
                </a:r>
              </a:p>
              <a:p>
                <a:pPr algn="ctr">
                  <a:lnSpc>
                    <a:spcPct val="150000"/>
                  </a:lnSpc>
                  <a:buClr>
                    <a:srgbClr val="002060"/>
                  </a:buClr>
                </a:pPr>
                <a14:m>
                  <m:oMathPara xmlns:m="http://schemas.openxmlformats.org/officeDocument/2006/math">
                    <m:oMathParaPr>
                      <m:jc m:val="centerGroup"/>
                    </m:oMathParaPr>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i="0">
                              <a:solidFill>
                                <a:schemeClr val="bg1">
                                  <a:lumMod val="95000"/>
                                  <a:lumOff val="5000"/>
                                </a:schemeClr>
                              </a:solidFill>
                              <a:latin typeface="Cambria Math" panose="02040503050406030204" pitchFamily="18" charset="0"/>
                              <a:cs typeface="Arial" pitchFamily="34" charset="0"/>
                            </a:rPr>
                            <m:t>e</m:t>
                          </m:r>
                        </m:e>
                        <m:sub>
                          <m:r>
                            <a:rPr lang="en-IN" sz="2200" b="0" i="0" smtClean="0">
                              <a:solidFill>
                                <a:schemeClr val="bg1">
                                  <a:lumMod val="95000"/>
                                  <a:lumOff val="5000"/>
                                </a:schemeClr>
                              </a:solidFill>
                              <a:latin typeface="Cambria Math" panose="02040503050406030204" pitchFamily="18" charset="0"/>
                              <a:cs typeface="Arial" pitchFamily="34" charset="0"/>
                            </a:rPr>
                            <m:t>(</m:t>
                          </m:r>
                          <m:r>
                            <m:rPr>
                              <m:sty m:val="p"/>
                            </m:rPr>
                            <a:rPr lang="en-IN" sz="2200" i="0">
                              <a:solidFill>
                                <a:schemeClr val="bg1">
                                  <a:lumMod val="95000"/>
                                  <a:lumOff val="5000"/>
                                </a:schemeClr>
                              </a:solidFill>
                              <a:latin typeface="Cambria Math" panose="02040503050406030204" pitchFamily="18" charset="0"/>
                              <a:cs typeface="Arial" pitchFamily="34" charset="0"/>
                            </a:rPr>
                            <m:t>i</m:t>
                          </m:r>
                          <m:r>
                            <a:rPr lang="en-IN" sz="2200" b="0" i="0" smtClean="0">
                              <a:solidFill>
                                <a:schemeClr val="bg1">
                                  <a:lumMod val="95000"/>
                                  <a:lumOff val="5000"/>
                                </a:schemeClr>
                              </a:solidFill>
                              <a:latin typeface="Cambria Math" panose="02040503050406030204" pitchFamily="18" charset="0"/>
                              <a:cs typeface="Arial" pitchFamily="34" charset="0"/>
                            </a:rPr>
                            <m:t>)</m:t>
                          </m:r>
                        </m:sub>
                      </m:sSub>
                      <m:r>
                        <a:rPr lang="en-IN" sz="2200" b="0" i="0" smtClean="0">
                          <a:solidFill>
                            <a:schemeClr val="bg1">
                              <a:lumMod val="95000"/>
                              <a:lumOff val="5000"/>
                            </a:schemeClr>
                          </a:solidFill>
                          <a:latin typeface="Cambria Math" panose="02040503050406030204" pitchFamily="18" charset="0"/>
                          <a:cs typeface="Arial" pitchFamily="34" charset="0"/>
                        </a:rPr>
                        <m:t>=</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e</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/(1−</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h</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ii</m:t>
                          </m:r>
                        </m:sub>
                      </m:sSub>
                      <m:r>
                        <a:rPr lang="en-IN" sz="2200" b="0" i="0" smtClean="0">
                          <a:solidFill>
                            <a:schemeClr val="bg1">
                              <a:lumMod val="95000"/>
                              <a:lumOff val="5000"/>
                            </a:schemeClr>
                          </a:solidFill>
                          <a:latin typeface="Cambria Math" panose="02040503050406030204" pitchFamily="18" charset="0"/>
                          <a:cs typeface="Arial" pitchFamily="34" charset="0"/>
                        </a:rPr>
                        <m:t>)</m:t>
                      </m:r>
                    </m:oMath>
                  </m:oMathPara>
                </a14:m>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US" sz="2200" dirty="0">
                    <a:solidFill>
                      <a:schemeClr val="bg1">
                        <a:lumMod val="95000"/>
                        <a:lumOff val="5000"/>
                      </a:schemeClr>
                    </a:solidFill>
                    <a:latin typeface="Arial" pitchFamily="34" charset="0"/>
                    <a:cs typeface="Arial" pitchFamily="34" charset="0"/>
                  </a:rPr>
                  <a:t>Here, </a:t>
                </a:r>
                <a14:m>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a:solidFill>
                              <a:schemeClr val="bg1">
                                <a:lumMod val="95000"/>
                                <a:lumOff val="5000"/>
                              </a:schemeClr>
                            </a:solidFill>
                            <a:latin typeface="Cambria Math" panose="02040503050406030204" pitchFamily="18" charset="0"/>
                            <a:cs typeface="Arial" pitchFamily="34" charset="0"/>
                          </a:rPr>
                          <m:t>h</m:t>
                        </m:r>
                      </m:e>
                      <m:sub>
                        <m:r>
                          <m:rPr>
                            <m:sty m:val="p"/>
                          </m:rPr>
                          <a:rPr lang="en-IN" sz="2200">
                            <a:solidFill>
                              <a:schemeClr val="bg1">
                                <a:lumMod val="95000"/>
                                <a:lumOff val="5000"/>
                              </a:schemeClr>
                            </a:solidFill>
                            <a:latin typeface="Cambria Math" panose="02040503050406030204" pitchFamily="18" charset="0"/>
                            <a:cs typeface="Arial" pitchFamily="34" charset="0"/>
                          </a:rPr>
                          <m:t>ii</m:t>
                        </m:r>
                      </m:sub>
                    </m:sSub>
                  </m:oMath>
                </a14:m>
                <a:r>
                  <a:rPr lang="en-US" sz="2200" dirty="0">
                    <a:solidFill>
                      <a:schemeClr val="bg1">
                        <a:lumMod val="95000"/>
                        <a:lumOff val="5000"/>
                      </a:schemeClr>
                    </a:solidFill>
                    <a:latin typeface="Arial" pitchFamily="34" charset="0"/>
                    <a:cs typeface="Arial" pitchFamily="34" charset="0"/>
                  </a:rPr>
                  <a:t> refers to the diagonal elements of </a:t>
                </a:r>
                <a:r>
                  <a:rPr lang="en-US" sz="2200" b="1" dirty="0">
                    <a:solidFill>
                      <a:schemeClr val="bg1">
                        <a:lumMod val="95000"/>
                        <a:lumOff val="5000"/>
                      </a:schemeClr>
                    </a:solidFill>
                    <a:latin typeface="Arial" pitchFamily="34" charset="0"/>
                    <a:cs typeface="Arial" pitchFamily="34" charset="0"/>
                  </a:rPr>
                  <a:t>H</a:t>
                </a:r>
                <a:r>
                  <a:rPr lang="en-US" sz="2200" dirty="0">
                    <a:solidFill>
                      <a:schemeClr val="bg1">
                        <a:lumMod val="95000"/>
                        <a:lumOff val="5000"/>
                      </a:schemeClr>
                    </a:solidFill>
                    <a:latin typeface="Arial" pitchFamily="34" charset="0"/>
                    <a:cs typeface="Arial" pitchFamily="34" charset="0"/>
                  </a:rPr>
                  <a:t>.</a:t>
                </a:r>
              </a:p>
              <a:p>
                <a:pPr algn="just">
                  <a:lnSpc>
                    <a:spcPct val="150000"/>
                  </a:lnSpc>
                  <a:buClr>
                    <a:srgbClr val="002060"/>
                  </a:buClr>
                </a:pPr>
                <a:endParaRPr lang="en-US" sz="2200" dirty="0">
                  <a:solidFill>
                    <a:schemeClr val="bg1">
                      <a:lumMod val="95000"/>
                      <a:lumOff val="5000"/>
                    </a:schemeClr>
                  </a:solidFill>
                  <a:latin typeface="Arial" pitchFamily="34" charset="0"/>
                  <a:cs typeface="Arial" pitchFamily="34" charset="0"/>
                </a:endParaRP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395635" y="699542"/>
                <a:ext cx="8136706" cy="4264116"/>
              </a:xfrm>
              <a:prstGeom prst="rect">
                <a:avLst/>
              </a:prstGeom>
              <a:blipFill>
                <a:blip r:embed="rId2"/>
                <a:stretch>
                  <a:fillRect l="-974"/>
                </a:stretch>
              </a:blipFill>
              <a:ln w="9525">
                <a:noFill/>
                <a:miter lim="800000"/>
                <a:headEnd/>
                <a:tailEnd/>
              </a:ln>
            </p:spPr>
            <p:txBody>
              <a:bodyPr/>
              <a:lstStyle/>
              <a:p>
                <a:r>
                  <a:rPr lang="en-IN">
                    <a:noFill/>
                  </a:rPr>
                  <a:t> </a:t>
                </a:r>
              </a:p>
            </p:txBody>
          </p:sp>
        </mc:Fallback>
      </mc:AlternateContent>
      <p:sp>
        <p:nvSpPr>
          <p:cNvPr id="5" name="TextBox 4"/>
          <p:cNvSpPr txBox="1"/>
          <p:nvPr/>
        </p:nvSpPr>
        <p:spPr>
          <a:xfrm>
            <a:off x="251520" y="0"/>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PRESS:</a:t>
            </a:r>
          </a:p>
          <a:p>
            <a:pPr algn="ctr"/>
            <a:endParaRPr lang="en-IN"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981832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611758" y="579602"/>
                <a:ext cx="8136706" cy="4581832"/>
              </a:xfrm>
              <a:prstGeom prst="rect">
                <a:avLst/>
              </a:prstGeom>
              <a:noFill/>
              <a:ln w="9525">
                <a:noFill/>
                <a:miter lim="800000"/>
                <a:headEnd/>
                <a:tailEnd/>
              </a:ln>
            </p:spPr>
            <p:txBody>
              <a:bodyPr wrap="square">
                <a:spAutoFit/>
              </a:bodyPr>
              <a:lstStyle/>
              <a:p>
                <a:pPr algn="just">
                  <a:lnSpc>
                    <a:spcPct val="150000"/>
                  </a:lnSpc>
                  <a:buClr>
                    <a:srgbClr val="002060"/>
                  </a:buClr>
                </a:pPr>
                <a:r>
                  <a:rPr lang="en-IN" sz="2000" dirty="0">
                    <a:solidFill>
                      <a:schemeClr val="bg1">
                        <a:lumMod val="95000"/>
                        <a:lumOff val="5000"/>
                      </a:schemeClr>
                    </a:solidFill>
                    <a:latin typeface="Arial" panose="020B0604020202020204" pitchFamily="34" charset="0"/>
                    <a:cs typeface="Arial" panose="020B0604020202020204" pitchFamily="34" charset="0"/>
                  </a:rPr>
                  <a:t>The PRESS residual </a:t>
                </a:r>
                <a14:m>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a:rPr lang="en-IN" sz="2000" i="0">
                            <a:solidFill>
                              <a:schemeClr val="bg1">
                                <a:lumMod val="95000"/>
                                <a:lumOff val="5000"/>
                              </a:schemeClr>
                            </a:solidFill>
                            <a:latin typeface="Cambria Math" panose="02040503050406030204" pitchFamily="18" charset="0"/>
                            <a:cs typeface="Arial" pitchFamily="34" charset="0"/>
                          </a:rPr>
                          <m:t>(</m:t>
                        </m:r>
                        <m:r>
                          <m:rPr>
                            <m:sty m:val="p"/>
                          </m:rPr>
                          <a:rPr lang="en-IN" sz="2000" i="0">
                            <a:solidFill>
                              <a:schemeClr val="bg1">
                                <a:lumMod val="95000"/>
                                <a:lumOff val="5000"/>
                              </a:schemeClr>
                            </a:solidFill>
                            <a:latin typeface="Cambria Math" panose="02040503050406030204" pitchFamily="18" charset="0"/>
                            <a:cs typeface="Arial" pitchFamily="34" charset="0"/>
                          </a:rPr>
                          <m:t>i</m:t>
                        </m:r>
                        <m:r>
                          <a:rPr lang="en-IN" sz="2000" i="0">
                            <a:solidFill>
                              <a:schemeClr val="bg1">
                                <a:lumMod val="95000"/>
                                <a:lumOff val="5000"/>
                              </a:schemeClr>
                            </a:solidFill>
                            <a:latin typeface="Cambria Math" panose="02040503050406030204" pitchFamily="18" charset="0"/>
                            <a:cs typeface="Arial" pitchFamily="34" charset="0"/>
                          </a:rPr>
                          <m:t>)</m:t>
                        </m:r>
                      </m:sub>
                    </m:sSub>
                  </m:oMath>
                </a14:m>
                <a:r>
                  <a:rPr lang="en-IN" sz="2000" dirty="0">
                    <a:solidFill>
                      <a:schemeClr val="bg1">
                        <a:lumMod val="95000"/>
                        <a:lumOff val="5000"/>
                      </a:schemeClr>
                    </a:solidFill>
                    <a:latin typeface="Arial" panose="020B0604020202020204" pitchFamily="34" charset="0"/>
                    <a:cs typeface="Arial" panose="020B0604020202020204" pitchFamily="34" charset="0"/>
                  </a:rPr>
                  <a:t> may be related to </a:t>
                </a:r>
                <a14:m>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m:rPr>
                            <m:sty m:val="p"/>
                          </m:rPr>
                          <a:rPr lang="en-IN" sz="2000" i="0">
                            <a:solidFill>
                              <a:schemeClr val="bg1">
                                <a:lumMod val="95000"/>
                                <a:lumOff val="5000"/>
                              </a:schemeClr>
                            </a:solidFill>
                            <a:latin typeface="Cambria Math" panose="02040503050406030204" pitchFamily="18" charset="0"/>
                            <a:cs typeface="Arial" pitchFamily="34" charset="0"/>
                          </a:rPr>
                          <m:t>i</m:t>
                        </m:r>
                      </m:sub>
                    </m:sSub>
                  </m:oMath>
                </a14:m>
                <a:r>
                  <a:rPr lang="en-IN" sz="2000" dirty="0">
                    <a:solidFill>
                      <a:schemeClr val="bg1">
                        <a:lumMod val="95000"/>
                        <a:lumOff val="5000"/>
                      </a:schemeClr>
                    </a:solidFill>
                    <a:latin typeface="Arial" panose="020B0604020202020204" pitchFamily="34" charset="0"/>
                    <a:cs typeface="Arial" panose="020B0604020202020204" pitchFamily="34" charset="0"/>
                  </a:rPr>
                  <a:t> as </a:t>
                </a:r>
              </a:p>
              <a:p>
                <a:pPr algn="ctr">
                  <a:lnSpc>
                    <a:spcPct val="150000"/>
                  </a:lnSpc>
                  <a:buClr>
                    <a:srgbClr val="002060"/>
                  </a:buClr>
                </a:pPr>
                <a14:m>
                  <m:oMathPara xmlns:m="http://schemas.openxmlformats.org/officeDocument/2006/math">
                    <m:oMathParaPr>
                      <m:jc m:val="centerGroup"/>
                    </m:oMathParaPr>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a:rPr lang="en-IN" sz="2000" b="0" i="0" smtClean="0">
                              <a:solidFill>
                                <a:schemeClr val="bg1">
                                  <a:lumMod val="95000"/>
                                  <a:lumOff val="5000"/>
                                </a:schemeClr>
                              </a:solidFill>
                              <a:latin typeface="Cambria Math" panose="02040503050406030204" pitchFamily="18" charset="0"/>
                              <a:cs typeface="Arial" pitchFamily="34" charset="0"/>
                            </a:rPr>
                            <m:t>(</m:t>
                          </m:r>
                          <m:r>
                            <m:rPr>
                              <m:sty m:val="p"/>
                            </m:rPr>
                            <a:rPr lang="en-IN" sz="2000" i="0">
                              <a:solidFill>
                                <a:schemeClr val="bg1">
                                  <a:lumMod val="95000"/>
                                  <a:lumOff val="5000"/>
                                </a:schemeClr>
                              </a:solidFill>
                              <a:latin typeface="Cambria Math" panose="02040503050406030204" pitchFamily="18" charset="0"/>
                              <a:cs typeface="Arial" pitchFamily="34" charset="0"/>
                            </a:rPr>
                            <m:t>i</m:t>
                          </m:r>
                          <m:r>
                            <a:rPr lang="en-IN" sz="2000" b="0" i="0" smtClean="0">
                              <a:solidFill>
                                <a:schemeClr val="bg1">
                                  <a:lumMod val="95000"/>
                                  <a:lumOff val="5000"/>
                                </a:schemeClr>
                              </a:solidFill>
                              <a:latin typeface="Cambria Math" panose="02040503050406030204" pitchFamily="18" charset="0"/>
                              <a:cs typeface="Arial" pitchFamily="34" charset="0"/>
                            </a:rPr>
                            <m:t>)</m:t>
                          </m:r>
                        </m:sub>
                      </m:sSub>
                      <m:r>
                        <a:rPr lang="en-IN" sz="2000" b="0" i="0" smtClean="0">
                          <a:solidFill>
                            <a:schemeClr val="bg1">
                              <a:lumMod val="95000"/>
                              <a:lumOff val="5000"/>
                            </a:schemeClr>
                          </a:solidFill>
                          <a:latin typeface="Cambria Math" panose="02040503050406030204" pitchFamily="18" charset="0"/>
                          <a:cs typeface="Arial" pitchFamily="34" charset="0"/>
                        </a:rPr>
                        <m:t>=</m:t>
                      </m:r>
                      <m:f>
                        <m:fPr>
                          <m:ctrlPr>
                            <a:rPr lang="en-IN" sz="2000" b="0" i="1" smtClean="0">
                              <a:solidFill>
                                <a:schemeClr val="bg1">
                                  <a:lumMod val="95000"/>
                                  <a:lumOff val="5000"/>
                                </a:schemeClr>
                              </a:solidFill>
                              <a:latin typeface="Cambria Math" panose="02040503050406030204" pitchFamily="18" charset="0"/>
                              <a:cs typeface="Arial" pitchFamily="34" charset="0"/>
                            </a:rPr>
                          </m:ctrlPr>
                        </m:fPr>
                        <m:num>
                          <m:sSub>
                            <m:sSubPr>
                              <m:ctrlPr>
                                <a:rPr lang="en-IN" sz="20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000" b="0" i="0" smtClean="0">
                                  <a:solidFill>
                                    <a:schemeClr val="bg1">
                                      <a:lumMod val="95000"/>
                                      <a:lumOff val="5000"/>
                                    </a:schemeClr>
                                  </a:solidFill>
                                  <a:latin typeface="Cambria Math" panose="02040503050406030204" pitchFamily="18" charset="0"/>
                                  <a:cs typeface="Arial" pitchFamily="34" charset="0"/>
                                </a:rPr>
                                <m:t>e</m:t>
                              </m:r>
                            </m:e>
                            <m:sub>
                              <m:r>
                                <m:rPr>
                                  <m:sty m:val="p"/>
                                </m:rPr>
                                <a:rPr lang="en-IN" sz="2000" b="0" i="0" smtClean="0">
                                  <a:solidFill>
                                    <a:schemeClr val="bg1">
                                      <a:lumMod val="95000"/>
                                      <a:lumOff val="5000"/>
                                    </a:schemeClr>
                                  </a:solidFill>
                                  <a:latin typeface="Cambria Math" panose="02040503050406030204" pitchFamily="18" charset="0"/>
                                  <a:cs typeface="Arial" pitchFamily="34" charset="0"/>
                                </a:rPr>
                                <m:t>i</m:t>
                              </m:r>
                            </m:sub>
                          </m:sSub>
                        </m:num>
                        <m:den>
                          <m:r>
                            <a:rPr lang="en-IN" sz="2000" b="0" i="0" smtClean="0">
                              <a:solidFill>
                                <a:schemeClr val="bg1">
                                  <a:lumMod val="95000"/>
                                  <a:lumOff val="5000"/>
                                </a:schemeClr>
                              </a:solidFill>
                              <a:latin typeface="Cambria Math" panose="02040503050406030204" pitchFamily="18" charset="0"/>
                              <a:cs typeface="Arial" pitchFamily="34" charset="0"/>
                            </a:rPr>
                            <m:t>1−</m:t>
                          </m:r>
                          <m:sSub>
                            <m:sSubPr>
                              <m:ctrlPr>
                                <a:rPr lang="en-IN" sz="20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000" b="0" i="0" smtClean="0">
                                  <a:solidFill>
                                    <a:schemeClr val="bg1">
                                      <a:lumMod val="95000"/>
                                      <a:lumOff val="5000"/>
                                    </a:schemeClr>
                                  </a:solidFill>
                                  <a:latin typeface="Cambria Math" panose="02040503050406030204" pitchFamily="18" charset="0"/>
                                  <a:cs typeface="Arial" pitchFamily="34" charset="0"/>
                                </a:rPr>
                                <m:t>h</m:t>
                              </m:r>
                            </m:e>
                            <m:sub>
                              <m:r>
                                <m:rPr>
                                  <m:sty m:val="p"/>
                                </m:rPr>
                                <a:rPr lang="en-IN" sz="2000" b="0" i="0" smtClean="0">
                                  <a:solidFill>
                                    <a:schemeClr val="bg1">
                                      <a:lumMod val="95000"/>
                                      <a:lumOff val="5000"/>
                                    </a:schemeClr>
                                  </a:solidFill>
                                  <a:latin typeface="Cambria Math" panose="02040503050406030204" pitchFamily="18" charset="0"/>
                                  <a:cs typeface="Arial" pitchFamily="34" charset="0"/>
                                </a:rPr>
                                <m:t>ii</m:t>
                              </m:r>
                            </m:sub>
                          </m:sSub>
                        </m:den>
                      </m:f>
                    </m:oMath>
                  </m:oMathPara>
                </a14:m>
                <a:endParaRPr lang="en-US" sz="20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US" sz="2000" dirty="0">
                    <a:solidFill>
                      <a:schemeClr val="bg1">
                        <a:lumMod val="95000"/>
                        <a:lumOff val="5000"/>
                      </a:schemeClr>
                    </a:solidFill>
                    <a:latin typeface="Arial" pitchFamily="34" charset="0"/>
                    <a:cs typeface="Arial" pitchFamily="34" charset="0"/>
                  </a:rPr>
                  <a:t>Here, </a:t>
                </a:r>
                <a14:m>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a:solidFill>
                              <a:schemeClr val="bg1">
                                <a:lumMod val="95000"/>
                                <a:lumOff val="5000"/>
                              </a:schemeClr>
                            </a:solidFill>
                            <a:latin typeface="Cambria Math" panose="02040503050406030204" pitchFamily="18" charset="0"/>
                            <a:cs typeface="Arial" pitchFamily="34" charset="0"/>
                          </a:rPr>
                          <m:t>h</m:t>
                        </m:r>
                      </m:e>
                      <m:sub>
                        <m:r>
                          <m:rPr>
                            <m:sty m:val="p"/>
                          </m:rPr>
                          <a:rPr lang="en-IN" sz="2000">
                            <a:solidFill>
                              <a:schemeClr val="bg1">
                                <a:lumMod val="95000"/>
                                <a:lumOff val="5000"/>
                              </a:schemeClr>
                            </a:solidFill>
                            <a:latin typeface="Cambria Math" panose="02040503050406030204" pitchFamily="18" charset="0"/>
                            <a:cs typeface="Arial" pitchFamily="34" charset="0"/>
                          </a:rPr>
                          <m:t>ii</m:t>
                        </m:r>
                      </m:sub>
                    </m:sSub>
                  </m:oMath>
                </a14:m>
                <a:r>
                  <a:rPr lang="en-US" sz="2000" dirty="0">
                    <a:solidFill>
                      <a:schemeClr val="bg1">
                        <a:lumMod val="95000"/>
                        <a:lumOff val="5000"/>
                      </a:schemeClr>
                    </a:solidFill>
                    <a:latin typeface="Arial" pitchFamily="34" charset="0"/>
                    <a:cs typeface="Arial" pitchFamily="34" charset="0"/>
                  </a:rPr>
                  <a:t> refers to the diagonal elements of </a:t>
                </a:r>
                <a:r>
                  <a:rPr lang="en-US" sz="2000" b="1" dirty="0">
                    <a:solidFill>
                      <a:schemeClr val="bg1">
                        <a:lumMod val="95000"/>
                        <a:lumOff val="5000"/>
                      </a:schemeClr>
                    </a:solidFill>
                    <a:latin typeface="Arial" pitchFamily="34" charset="0"/>
                    <a:cs typeface="Arial" pitchFamily="34" charset="0"/>
                  </a:rPr>
                  <a:t>H</a:t>
                </a:r>
                <a:endParaRPr lang="en-US" sz="2000" dirty="0">
                  <a:solidFill>
                    <a:schemeClr val="bg1">
                      <a:lumMod val="95000"/>
                      <a:lumOff val="5000"/>
                    </a:schemeClr>
                  </a:solidFill>
                  <a:latin typeface="Arial" pitchFamily="34" charset="0"/>
                  <a:cs typeface="Arial" pitchFamily="34" charset="0"/>
                </a:endParaRPr>
              </a:p>
              <a:p>
                <a:pPr algn="ctr">
                  <a:lnSpc>
                    <a:spcPct val="150000"/>
                  </a:lnSpc>
                  <a:buClr>
                    <a:srgbClr val="002060"/>
                  </a:buClr>
                </a:pPr>
                <a14:m>
                  <m:oMathPara xmlns:m="http://schemas.openxmlformats.org/officeDocument/2006/math">
                    <m:oMathParaPr>
                      <m:jc m:val="centerGroup"/>
                    </m:oMathParaPr>
                    <m:oMath xmlns:m="http://schemas.openxmlformats.org/officeDocument/2006/math">
                      <m:r>
                        <m:rPr>
                          <m:sty m:val="p"/>
                        </m:rPr>
                        <a:rPr lang="en-IN" sz="2000" b="0" i="0" smtClean="0">
                          <a:solidFill>
                            <a:schemeClr val="bg1">
                              <a:lumMod val="95000"/>
                              <a:lumOff val="5000"/>
                            </a:schemeClr>
                          </a:solidFill>
                          <a:latin typeface="Cambria Math" panose="02040503050406030204" pitchFamily="18" charset="0"/>
                          <a:cs typeface="Arial" pitchFamily="34" charset="0"/>
                        </a:rPr>
                        <m:t>PRESS</m:t>
                      </m:r>
                      <m:r>
                        <a:rPr lang="en-IN" sz="2000" b="0" i="0" smtClean="0">
                          <a:solidFill>
                            <a:schemeClr val="bg1">
                              <a:lumMod val="95000"/>
                              <a:lumOff val="5000"/>
                            </a:schemeClr>
                          </a:solidFill>
                          <a:latin typeface="Cambria Math" panose="02040503050406030204" pitchFamily="18" charset="0"/>
                          <a:cs typeface="Arial" pitchFamily="34" charset="0"/>
                        </a:rPr>
                        <m:t>= </m:t>
                      </m:r>
                      <m:nary>
                        <m:naryPr>
                          <m:chr m:val="∑"/>
                          <m:ctrlPr>
                            <a:rPr lang="en-IN" sz="2000" b="0" i="1" smtClean="0">
                              <a:solidFill>
                                <a:schemeClr val="bg1">
                                  <a:lumMod val="95000"/>
                                  <a:lumOff val="5000"/>
                                </a:schemeClr>
                              </a:solidFill>
                              <a:latin typeface="Cambria Math" panose="02040503050406030204" pitchFamily="18" charset="0"/>
                              <a:cs typeface="Arial" pitchFamily="34" charset="0"/>
                            </a:rPr>
                          </m:ctrlPr>
                        </m:naryPr>
                        <m:sub>
                          <m:r>
                            <m:rPr>
                              <m:sty m:val="p"/>
                              <m:brk m:alnAt="23"/>
                            </m:rPr>
                            <a:rPr lang="en-IN" sz="2000" b="0" i="0" smtClean="0">
                              <a:solidFill>
                                <a:schemeClr val="bg1">
                                  <a:lumMod val="95000"/>
                                  <a:lumOff val="5000"/>
                                </a:schemeClr>
                              </a:solidFill>
                              <a:latin typeface="Cambria Math" panose="02040503050406030204" pitchFamily="18" charset="0"/>
                              <a:cs typeface="Arial" pitchFamily="34" charset="0"/>
                            </a:rPr>
                            <m:t>i</m:t>
                          </m:r>
                          <m:r>
                            <a:rPr lang="en-IN" sz="2000" b="0" i="0" smtClean="0">
                              <a:solidFill>
                                <a:schemeClr val="bg1">
                                  <a:lumMod val="95000"/>
                                  <a:lumOff val="5000"/>
                                </a:schemeClr>
                              </a:solidFill>
                              <a:latin typeface="Cambria Math" panose="02040503050406030204" pitchFamily="18" charset="0"/>
                              <a:cs typeface="Arial" pitchFamily="34" charset="0"/>
                            </a:rPr>
                            <m:t>=1</m:t>
                          </m:r>
                        </m:sub>
                        <m:sup>
                          <m:r>
                            <m:rPr>
                              <m:sty m:val="p"/>
                            </m:rPr>
                            <a:rPr lang="en-IN" sz="2000" b="0" i="0" smtClean="0">
                              <a:solidFill>
                                <a:schemeClr val="bg1">
                                  <a:lumMod val="95000"/>
                                  <a:lumOff val="5000"/>
                                </a:schemeClr>
                              </a:solidFill>
                              <a:latin typeface="Cambria Math" panose="02040503050406030204" pitchFamily="18" charset="0"/>
                              <a:cs typeface="Arial" pitchFamily="34" charset="0"/>
                            </a:rPr>
                            <m:t>n</m:t>
                          </m:r>
                        </m:sup>
                        <m:e>
                          <m:sSup>
                            <m:sSupPr>
                              <m:ctrlPr>
                                <a:rPr lang="en-IN" sz="2000" b="0" i="1" smtClean="0">
                                  <a:solidFill>
                                    <a:schemeClr val="bg1">
                                      <a:lumMod val="95000"/>
                                      <a:lumOff val="5000"/>
                                    </a:schemeClr>
                                  </a:solidFill>
                                  <a:latin typeface="Cambria Math" panose="02040503050406030204" pitchFamily="18" charset="0"/>
                                  <a:cs typeface="Arial" pitchFamily="34" charset="0"/>
                                </a:rPr>
                              </m:ctrlPr>
                            </m:sSupPr>
                            <m:e>
                              <m:d>
                                <m:dPr>
                                  <m:ctrlPr>
                                    <a:rPr lang="en-IN" sz="2000" b="0" i="1" smtClean="0">
                                      <a:solidFill>
                                        <a:schemeClr val="bg1">
                                          <a:lumMod val="95000"/>
                                          <a:lumOff val="5000"/>
                                        </a:schemeClr>
                                      </a:solidFill>
                                      <a:latin typeface="Cambria Math" panose="02040503050406030204" pitchFamily="18" charset="0"/>
                                      <a:cs typeface="Arial" pitchFamily="34" charset="0"/>
                                    </a:rPr>
                                  </m:ctrlPr>
                                </m:dPr>
                                <m:e>
                                  <m:f>
                                    <m:fPr>
                                      <m:ctrlPr>
                                        <a:rPr lang="en-IN" sz="2000" i="1">
                                          <a:solidFill>
                                            <a:schemeClr val="bg1">
                                              <a:lumMod val="95000"/>
                                              <a:lumOff val="5000"/>
                                            </a:schemeClr>
                                          </a:solidFill>
                                          <a:latin typeface="Cambria Math" panose="02040503050406030204" pitchFamily="18" charset="0"/>
                                          <a:cs typeface="Arial" pitchFamily="34" charset="0"/>
                                        </a:rPr>
                                      </m:ctrlPr>
                                    </m:fPr>
                                    <m:num>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m:rPr>
                                              <m:sty m:val="p"/>
                                            </m:rPr>
                                            <a:rPr lang="en-IN" sz="2000" i="0">
                                              <a:solidFill>
                                                <a:schemeClr val="bg1">
                                                  <a:lumMod val="95000"/>
                                                  <a:lumOff val="5000"/>
                                                </a:schemeClr>
                                              </a:solidFill>
                                              <a:latin typeface="Cambria Math" panose="02040503050406030204" pitchFamily="18" charset="0"/>
                                              <a:cs typeface="Arial" pitchFamily="34" charset="0"/>
                                            </a:rPr>
                                            <m:t>i</m:t>
                                          </m:r>
                                        </m:sub>
                                      </m:sSub>
                                    </m:num>
                                    <m:den>
                                      <m:r>
                                        <a:rPr lang="en-IN" sz="2000" i="0">
                                          <a:solidFill>
                                            <a:schemeClr val="bg1">
                                              <a:lumMod val="95000"/>
                                              <a:lumOff val="5000"/>
                                            </a:schemeClr>
                                          </a:solidFill>
                                          <a:latin typeface="Cambria Math" panose="02040503050406030204" pitchFamily="18" charset="0"/>
                                          <a:cs typeface="Arial" pitchFamily="34" charset="0"/>
                                        </a:rPr>
                                        <m:t>1−</m:t>
                                      </m:r>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h</m:t>
                                          </m:r>
                                        </m:e>
                                        <m:sub>
                                          <m:r>
                                            <m:rPr>
                                              <m:sty m:val="p"/>
                                            </m:rPr>
                                            <a:rPr lang="en-IN" sz="2000" i="0">
                                              <a:solidFill>
                                                <a:schemeClr val="bg1">
                                                  <a:lumMod val="95000"/>
                                                  <a:lumOff val="5000"/>
                                                </a:schemeClr>
                                              </a:solidFill>
                                              <a:latin typeface="Cambria Math" panose="02040503050406030204" pitchFamily="18" charset="0"/>
                                              <a:cs typeface="Arial" pitchFamily="34" charset="0"/>
                                            </a:rPr>
                                            <m:t>ii</m:t>
                                          </m:r>
                                        </m:sub>
                                      </m:sSub>
                                    </m:den>
                                  </m:f>
                                </m:e>
                              </m:d>
                            </m:e>
                            <m:sup>
                              <m:r>
                                <a:rPr lang="en-IN" sz="2000" b="0" i="0" smtClean="0">
                                  <a:solidFill>
                                    <a:schemeClr val="bg1">
                                      <a:lumMod val="95000"/>
                                      <a:lumOff val="5000"/>
                                    </a:schemeClr>
                                  </a:solidFill>
                                  <a:latin typeface="Cambria Math" panose="02040503050406030204" pitchFamily="18" charset="0"/>
                                  <a:cs typeface="Arial" pitchFamily="34" charset="0"/>
                                </a:rPr>
                                <m:t>2</m:t>
                              </m:r>
                            </m:sup>
                          </m:sSup>
                        </m:e>
                      </m:nary>
                    </m:oMath>
                  </m:oMathPara>
                </a14:m>
                <a:endParaRPr lang="en-US" sz="2000" dirty="0">
                  <a:solidFill>
                    <a:schemeClr val="bg1">
                      <a:lumMod val="95000"/>
                      <a:lumOff val="5000"/>
                    </a:schemeClr>
                  </a:solidFill>
                  <a:latin typeface="Arial" pitchFamily="34" charset="0"/>
                  <a:cs typeface="Arial" pitchFamily="34" charset="0"/>
                </a:endParaRPr>
              </a:p>
              <a:p>
                <a:pPr algn="ctr">
                  <a:lnSpc>
                    <a:spcPct val="150000"/>
                  </a:lnSpc>
                  <a:buClr>
                    <a:srgbClr val="002060"/>
                  </a:buClr>
                </a:pPr>
                <a14:m>
                  <m:oMathPara xmlns:m="http://schemas.openxmlformats.org/officeDocument/2006/math">
                    <m:oMathParaPr>
                      <m:jc m:val="centerGroup"/>
                    </m:oMathParaPr>
                    <m:oMath xmlns:m="http://schemas.openxmlformats.org/officeDocument/2006/math">
                      <m:sSubSup>
                        <m:sSubSupPr>
                          <m:ctrlPr>
                            <a:rPr lang="en-IN" sz="2000" b="0" i="1" smtClean="0">
                              <a:solidFill>
                                <a:schemeClr val="bg1">
                                  <a:lumMod val="95000"/>
                                  <a:lumOff val="5000"/>
                                </a:schemeClr>
                              </a:solidFill>
                              <a:latin typeface="Cambria Math" panose="02040503050406030204" pitchFamily="18" charset="0"/>
                              <a:cs typeface="Arial" pitchFamily="34" charset="0"/>
                            </a:rPr>
                          </m:ctrlPr>
                        </m:sSubSupPr>
                        <m:e>
                          <m:r>
                            <m:rPr>
                              <m:sty m:val="p"/>
                            </m:rPr>
                            <a:rPr lang="en-IN" sz="2000" b="0" i="0" smtClean="0">
                              <a:solidFill>
                                <a:schemeClr val="bg1">
                                  <a:lumMod val="95000"/>
                                  <a:lumOff val="5000"/>
                                </a:schemeClr>
                              </a:solidFill>
                              <a:latin typeface="Cambria Math" panose="02040503050406030204" pitchFamily="18" charset="0"/>
                              <a:cs typeface="Arial" pitchFamily="34" charset="0"/>
                            </a:rPr>
                            <m:t>R</m:t>
                          </m:r>
                        </m:e>
                        <m:sub>
                          <m:r>
                            <m:rPr>
                              <m:sty m:val="p"/>
                            </m:rPr>
                            <a:rPr lang="en-IN" sz="2000" i="0">
                              <a:solidFill>
                                <a:schemeClr val="bg1">
                                  <a:lumMod val="95000"/>
                                  <a:lumOff val="5000"/>
                                </a:schemeClr>
                              </a:solidFill>
                              <a:latin typeface="Cambria Math" panose="02040503050406030204" pitchFamily="18" charset="0"/>
                              <a:cs typeface="Arial" pitchFamily="34" charset="0"/>
                            </a:rPr>
                            <m:t>PRESS</m:t>
                          </m:r>
                        </m:sub>
                        <m:sup>
                          <m:r>
                            <a:rPr lang="en-IN" sz="2000" b="0" i="0" smtClean="0">
                              <a:solidFill>
                                <a:schemeClr val="bg1">
                                  <a:lumMod val="95000"/>
                                  <a:lumOff val="5000"/>
                                </a:schemeClr>
                              </a:solidFill>
                              <a:latin typeface="Cambria Math" panose="02040503050406030204" pitchFamily="18" charset="0"/>
                              <a:cs typeface="Arial" pitchFamily="34" charset="0"/>
                            </a:rPr>
                            <m:t>2</m:t>
                          </m:r>
                        </m:sup>
                      </m:sSubSup>
                      <m:r>
                        <a:rPr lang="en-IN" sz="2000" i="0">
                          <a:solidFill>
                            <a:schemeClr val="bg1">
                              <a:lumMod val="95000"/>
                              <a:lumOff val="5000"/>
                            </a:schemeClr>
                          </a:solidFill>
                          <a:latin typeface="Cambria Math" panose="02040503050406030204" pitchFamily="18" charset="0"/>
                          <a:cs typeface="Arial" pitchFamily="34" charset="0"/>
                        </a:rPr>
                        <m:t>=</m:t>
                      </m:r>
                      <m:r>
                        <a:rPr lang="en-IN" sz="2000" b="0" i="0" smtClean="0">
                          <a:solidFill>
                            <a:schemeClr val="bg1">
                              <a:lumMod val="95000"/>
                              <a:lumOff val="5000"/>
                            </a:schemeClr>
                          </a:solidFill>
                          <a:latin typeface="Cambria Math" panose="02040503050406030204" pitchFamily="18" charset="0"/>
                          <a:cs typeface="Arial" pitchFamily="34" charset="0"/>
                        </a:rPr>
                        <m:t>1−</m:t>
                      </m:r>
                      <m:f>
                        <m:fPr>
                          <m:ctrlPr>
                            <a:rPr lang="en-IN" sz="2000" b="0" i="1" smtClean="0">
                              <a:solidFill>
                                <a:schemeClr val="bg1">
                                  <a:lumMod val="95000"/>
                                  <a:lumOff val="5000"/>
                                </a:schemeClr>
                              </a:solidFill>
                              <a:latin typeface="Cambria Math" panose="02040503050406030204" pitchFamily="18" charset="0"/>
                              <a:cs typeface="Arial" pitchFamily="34" charset="0"/>
                            </a:rPr>
                          </m:ctrlPr>
                        </m:fPr>
                        <m:num>
                          <m:r>
                            <m:rPr>
                              <m:sty m:val="p"/>
                            </m:rPr>
                            <a:rPr lang="en-IN" sz="2000" b="0" i="0" smtClean="0">
                              <a:solidFill>
                                <a:schemeClr val="bg1">
                                  <a:lumMod val="95000"/>
                                  <a:lumOff val="5000"/>
                                </a:schemeClr>
                              </a:solidFill>
                              <a:latin typeface="Cambria Math" panose="02040503050406030204" pitchFamily="18" charset="0"/>
                              <a:cs typeface="Arial" pitchFamily="34" charset="0"/>
                            </a:rPr>
                            <m:t>PRESS</m:t>
                          </m:r>
                        </m:num>
                        <m:den>
                          <m:r>
                            <m:rPr>
                              <m:sty m:val="p"/>
                            </m:rPr>
                            <a:rPr lang="en-IN" sz="2000" b="0" i="0" smtClean="0">
                              <a:solidFill>
                                <a:schemeClr val="bg1">
                                  <a:lumMod val="95000"/>
                                  <a:lumOff val="5000"/>
                                </a:schemeClr>
                              </a:solidFill>
                              <a:latin typeface="Cambria Math" panose="02040503050406030204" pitchFamily="18" charset="0"/>
                              <a:cs typeface="Arial" pitchFamily="34" charset="0"/>
                            </a:rPr>
                            <m:t>TSSQ</m:t>
                          </m:r>
                        </m:den>
                      </m:f>
                    </m:oMath>
                  </m:oMathPara>
                </a14:m>
                <a:endParaRPr lang="en-US" sz="20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US" sz="2000" dirty="0">
                    <a:solidFill>
                      <a:schemeClr val="bg1">
                        <a:lumMod val="95000"/>
                        <a:lumOff val="5000"/>
                      </a:schemeClr>
                    </a:solidFill>
                    <a:latin typeface="Arial" pitchFamily="34" charset="0"/>
                    <a:cs typeface="Arial" pitchFamily="34" charset="0"/>
                  </a:rPr>
                  <a:t>Remember to adjust for intercept when finding total sum of squares</a:t>
                </a: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611758" y="579602"/>
                <a:ext cx="8136706" cy="4581832"/>
              </a:xfrm>
              <a:prstGeom prst="rect">
                <a:avLst/>
              </a:prstGeom>
              <a:blipFill>
                <a:blip r:embed="rId2"/>
                <a:stretch>
                  <a:fillRect l="-749" b="-266"/>
                </a:stretch>
              </a:blipFill>
              <a:ln w="9525">
                <a:noFill/>
                <a:miter lim="800000"/>
                <a:headEnd/>
                <a:tailEnd/>
              </a:ln>
            </p:spPr>
            <p:txBody>
              <a:bodyPr/>
              <a:lstStyle/>
              <a:p>
                <a:r>
                  <a:rPr lang="en-IN">
                    <a:noFill/>
                  </a:rPr>
                  <a:t> </a:t>
                </a:r>
              </a:p>
            </p:txBody>
          </p:sp>
        </mc:Fallback>
      </mc:AlternateContent>
      <p:sp>
        <p:nvSpPr>
          <p:cNvPr id="5" name="TextBox 4"/>
          <p:cNvSpPr txBox="1"/>
          <p:nvPr/>
        </p:nvSpPr>
        <p:spPr>
          <a:xfrm>
            <a:off x="323528" y="0"/>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PRESS:</a:t>
            </a:r>
          </a:p>
          <a:p>
            <a:pPr algn="ctr"/>
            <a:endParaRPr lang="en-IN"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93216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02C26-114E-82BD-91ED-0D1579AB0A75}"/>
            </a:ext>
          </a:extLst>
        </p:cNvPr>
        <p:cNvGrpSpPr/>
        <p:nvPr/>
      </p:nvGrpSpPr>
      <p:grpSpPr>
        <a:xfrm>
          <a:off x="0" y="0"/>
          <a:ext cx="0" cy="0"/>
          <a:chOff x="0" y="0"/>
          <a:chExt cx="0" cy="0"/>
        </a:xfrm>
      </p:grpSpPr>
      <p:sp>
        <p:nvSpPr>
          <p:cNvPr id="40962" name="TextBox 1">
            <a:extLst>
              <a:ext uri="{FF2B5EF4-FFF2-40B4-BE49-F238E27FC236}">
                <a16:creationId xmlns:a16="http://schemas.microsoft.com/office/drawing/2014/main" id="{99A80578-B362-EE7B-B070-7687C63C293C}"/>
              </a:ext>
            </a:extLst>
          </p:cNvPr>
          <p:cNvSpPr txBox="1">
            <a:spLocks noChangeArrowheads="1"/>
          </p:cNvSpPr>
          <p:nvPr/>
        </p:nvSpPr>
        <p:spPr bwMode="auto">
          <a:xfrm>
            <a:off x="571500" y="-21876"/>
            <a:ext cx="8001000"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Representation of Regression</a:t>
            </a:r>
          </a:p>
        </p:txBody>
      </p:sp>
      <p:sp>
        <p:nvSpPr>
          <p:cNvPr id="4" name="TextBox 3">
            <a:extLst>
              <a:ext uri="{FF2B5EF4-FFF2-40B4-BE49-F238E27FC236}">
                <a16:creationId xmlns:a16="http://schemas.microsoft.com/office/drawing/2014/main" id="{15AA3B3F-59D4-635A-4BCF-30AA5CAF6582}"/>
              </a:ext>
            </a:extLst>
          </p:cNvPr>
          <p:cNvSpPr txBox="1"/>
          <p:nvPr/>
        </p:nvSpPr>
        <p:spPr>
          <a:xfrm>
            <a:off x="143104" y="699542"/>
            <a:ext cx="5544616" cy="4154984"/>
          </a:xfrm>
          <a:prstGeom prst="rect">
            <a:avLst/>
          </a:prstGeom>
          <a:noFill/>
        </p:spPr>
        <p:txBody>
          <a:bodyPr wrap="square">
            <a:spAutoFit/>
          </a:bodyPr>
          <a:lstStyle/>
          <a:p>
            <a:pPr marL="342900" indent="-342900" algn="just">
              <a:lnSpc>
                <a:spcPct val="150000"/>
              </a:lnSpc>
              <a:buClr>
                <a:srgbClr val="0000FF"/>
              </a:buClr>
              <a:buFont typeface="Wingdings" panose="05000000000000000000" pitchFamily="2" charset="2"/>
              <a:buChar char="v"/>
            </a:pPr>
            <a:r>
              <a:rPr lang="en-US" sz="1600" dirty="0">
                <a:solidFill>
                  <a:schemeClr val="bg1"/>
                </a:solidFill>
                <a:latin typeface="Arial" panose="020B0604020202020204" pitchFamily="34" charset="0"/>
                <a:cs typeface="Arial" panose="020B0604020202020204" pitchFamily="34" charset="0"/>
              </a:rPr>
              <a:t>Figure also shows probability distributions of Y for midyear evaluation levels X = 50 and X = 70</a:t>
            </a:r>
          </a:p>
          <a:p>
            <a:pPr marL="342900" indent="-342900" algn="just">
              <a:lnSpc>
                <a:spcPct val="150000"/>
              </a:lnSpc>
              <a:buClr>
                <a:srgbClr val="0000FF"/>
              </a:buClr>
              <a:buFont typeface="Wingdings" panose="05000000000000000000" pitchFamily="2" charset="2"/>
              <a:buChar char="v"/>
            </a:pPr>
            <a:r>
              <a:rPr lang="en-US" sz="1600" dirty="0">
                <a:solidFill>
                  <a:schemeClr val="accent6">
                    <a:lumMod val="75000"/>
                  </a:schemeClr>
                </a:solidFill>
                <a:latin typeface="Arial" panose="020B0604020202020204" pitchFamily="34" charset="0"/>
                <a:cs typeface="Arial" panose="020B0604020202020204" pitchFamily="34" charset="0"/>
              </a:rPr>
              <a:t>Means of the probability distributions</a:t>
            </a:r>
            <a:r>
              <a:rPr lang="en-US" sz="1600" dirty="0">
                <a:solidFill>
                  <a:schemeClr val="bg1"/>
                </a:solidFill>
                <a:latin typeface="Arial" panose="020B0604020202020204" pitchFamily="34" charset="0"/>
                <a:cs typeface="Arial" panose="020B0604020202020204" pitchFamily="34" charset="0"/>
              </a:rPr>
              <a:t> have a systematic relation to the level of X. </a:t>
            </a:r>
          </a:p>
          <a:p>
            <a:pPr marL="342900" indent="-342900" algn="just">
              <a:lnSpc>
                <a:spcPct val="150000"/>
              </a:lnSpc>
              <a:buClr>
                <a:srgbClr val="0000FF"/>
              </a:buClr>
              <a:buFont typeface="Wingdings" panose="05000000000000000000" pitchFamily="2" charset="2"/>
              <a:buChar char="v"/>
            </a:pPr>
            <a:r>
              <a:rPr lang="en-US" sz="1600" dirty="0">
                <a:solidFill>
                  <a:schemeClr val="bg1"/>
                </a:solidFill>
                <a:latin typeface="Arial" panose="020B0604020202020204" pitchFamily="34" charset="0"/>
                <a:cs typeface="Arial" panose="020B0604020202020204" pitchFamily="34" charset="0"/>
              </a:rPr>
              <a:t>This systematic relationship is called the </a:t>
            </a:r>
            <a:r>
              <a:rPr lang="en-US" sz="1600" b="1" dirty="0">
                <a:solidFill>
                  <a:schemeClr val="bg1"/>
                </a:solidFill>
                <a:latin typeface="Arial" panose="020B0604020202020204" pitchFamily="34" charset="0"/>
                <a:cs typeface="Arial" panose="020B0604020202020204" pitchFamily="34" charset="0"/>
              </a:rPr>
              <a:t>regression function of Y on X</a:t>
            </a:r>
          </a:p>
          <a:p>
            <a:pPr marL="342900" indent="-342900" algn="just">
              <a:lnSpc>
                <a:spcPct val="150000"/>
              </a:lnSpc>
              <a:buClr>
                <a:srgbClr val="0000FF"/>
              </a:buClr>
              <a:buFont typeface="Wingdings" panose="05000000000000000000" pitchFamily="2" charset="2"/>
              <a:buChar char="v"/>
            </a:pPr>
            <a:r>
              <a:rPr lang="en-US" sz="1600" dirty="0">
                <a:solidFill>
                  <a:schemeClr val="bg1"/>
                </a:solidFill>
                <a:latin typeface="Arial" panose="020B0604020202020204" pitchFamily="34" charset="0"/>
                <a:cs typeface="Arial" panose="020B0604020202020204" pitchFamily="34" charset="0"/>
              </a:rPr>
              <a:t>Graph of the regression function is the regression curve </a:t>
            </a:r>
          </a:p>
          <a:p>
            <a:pPr marL="342900" indent="-342900" algn="just">
              <a:lnSpc>
                <a:spcPct val="150000"/>
              </a:lnSpc>
              <a:buClr>
                <a:srgbClr val="0000FF"/>
              </a:buClr>
              <a:buFont typeface="Wingdings" panose="05000000000000000000" pitchFamily="2" charset="2"/>
              <a:buChar char="v"/>
            </a:pPr>
            <a:r>
              <a:rPr lang="en-US" sz="1600" dirty="0">
                <a:solidFill>
                  <a:schemeClr val="bg1"/>
                </a:solidFill>
                <a:latin typeface="Arial" panose="020B0604020202020204" pitchFamily="34" charset="0"/>
                <a:cs typeface="Arial" panose="020B0604020202020204" pitchFamily="34" charset="0"/>
              </a:rPr>
              <a:t>The regression function is slightly curvilinear </a:t>
            </a:r>
          </a:p>
          <a:p>
            <a:pPr marL="342900" indent="-342900" algn="just">
              <a:lnSpc>
                <a:spcPct val="150000"/>
              </a:lnSpc>
              <a:buClr>
                <a:srgbClr val="0000FF"/>
              </a:buClr>
              <a:buFont typeface="Wingdings" panose="05000000000000000000" pitchFamily="2" charset="2"/>
              <a:buChar char="v"/>
            </a:pPr>
            <a:r>
              <a:rPr lang="en-US" sz="1600" dirty="0">
                <a:solidFill>
                  <a:schemeClr val="bg1"/>
                </a:solidFill>
                <a:latin typeface="Arial" panose="020B0604020202020204" pitchFamily="34" charset="0"/>
                <a:cs typeface="Arial" panose="020B0604020202020204" pitchFamily="34" charset="0"/>
              </a:rPr>
              <a:t>Increase in the expected (mean) year-end evaluation with an increase in midyear performance evaluation is retarded at higher levels of midyear performance.</a:t>
            </a:r>
          </a:p>
        </p:txBody>
      </p:sp>
      <p:pic>
        <p:nvPicPr>
          <p:cNvPr id="5" name="Picture 4">
            <a:extLst>
              <a:ext uri="{FF2B5EF4-FFF2-40B4-BE49-F238E27FC236}">
                <a16:creationId xmlns:a16="http://schemas.microsoft.com/office/drawing/2014/main" id="{C454B75B-325C-099E-C06C-F5139D406DE5}"/>
              </a:ext>
            </a:extLst>
          </p:cNvPr>
          <p:cNvPicPr>
            <a:picLocks noChangeAspect="1"/>
          </p:cNvPicPr>
          <p:nvPr/>
        </p:nvPicPr>
        <p:blipFill>
          <a:blip r:embed="rId3"/>
          <a:stretch>
            <a:fillRect/>
          </a:stretch>
        </p:blipFill>
        <p:spPr>
          <a:xfrm>
            <a:off x="5652120" y="1491630"/>
            <a:ext cx="3478704" cy="1732013"/>
          </a:xfrm>
          <a:prstGeom prst="rect">
            <a:avLst/>
          </a:prstGeom>
        </p:spPr>
      </p:pic>
    </p:spTree>
    <p:extLst>
      <p:ext uri="{BB962C8B-B14F-4D97-AF65-F5344CB8AC3E}">
        <p14:creationId xmlns:p14="http://schemas.microsoft.com/office/powerpoint/2010/main" val="13160497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3"/>
          <p:cNvSpPr txBox="1">
            <a:spLocks noChangeArrowheads="1"/>
          </p:cNvSpPr>
          <p:nvPr/>
        </p:nvSpPr>
        <p:spPr bwMode="auto">
          <a:xfrm>
            <a:off x="250825" y="474807"/>
            <a:ext cx="8713788"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iral"/>
              </a:rPr>
              <a:t>Degrees of Freedom</a:t>
            </a:r>
            <a:endParaRPr lang="en-IN" sz="3200" b="1" dirty="0">
              <a:solidFill>
                <a:srgbClr val="0070C0"/>
              </a:solidFill>
              <a:effectLst>
                <a:outerShdw blurRad="38100" dist="38100" dir="2700000" algn="tl">
                  <a:srgbClr val="000000">
                    <a:alpha val="43137"/>
                  </a:srgbClr>
                </a:outerShdw>
              </a:effectLst>
              <a:latin typeface="Airal"/>
            </a:endParaRPr>
          </a:p>
        </p:txBody>
      </p:sp>
      <p:sp>
        <p:nvSpPr>
          <p:cNvPr id="63493" name="TextBox 6"/>
          <p:cNvSpPr txBox="1">
            <a:spLocks noChangeArrowheads="1"/>
          </p:cNvSpPr>
          <p:nvPr/>
        </p:nvSpPr>
        <p:spPr bwMode="auto">
          <a:xfrm>
            <a:off x="561236" y="1264568"/>
            <a:ext cx="8208912" cy="3046988"/>
          </a:xfrm>
          <a:prstGeom prst="rect">
            <a:avLst/>
          </a:prstGeom>
          <a:noFill/>
          <a:ln w="9525">
            <a:noFill/>
            <a:miter lim="800000"/>
            <a:headEnd/>
            <a:tailEnd/>
          </a:ln>
        </p:spPr>
        <p:txBody>
          <a:bodyPr wrap="square">
            <a:spAutoFit/>
          </a:bodyPr>
          <a:lstStyle/>
          <a:p>
            <a:pPr algn="ctr">
              <a:lnSpc>
                <a:spcPct val="200000"/>
              </a:lnSpc>
            </a:pPr>
            <a:r>
              <a:rPr lang="en-US" sz="2400" dirty="0" err="1">
                <a:solidFill>
                  <a:srgbClr val="002060"/>
                </a:solidFill>
                <a:latin typeface="Arial" pitchFamily="34" charset="0"/>
                <a:cs typeface="Arial" pitchFamily="34" charset="0"/>
              </a:rPr>
              <a:t>SS</a:t>
            </a:r>
            <a:r>
              <a:rPr lang="en-US" sz="2400" baseline="-25000" dirty="0" err="1">
                <a:solidFill>
                  <a:srgbClr val="002060"/>
                </a:solidFill>
                <a:latin typeface="Arial" pitchFamily="34" charset="0"/>
                <a:cs typeface="Arial" pitchFamily="34" charset="0"/>
              </a:rPr>
              <a:t>Total</a:t>
            </a:r>
            <a:r>
              <a:rPr lang="en-US" sz="2400" dirty="0">
                <a:solidFill>
                  <a:srgbClr val="002060"/>
                </a:solidFill>
                <a:latin typeface="Arial" pitchFamily="34" charset="0"/>
                <a:cs typeface="Arial" pitchFamily="34" charset="0"/>
              </a:rPr>
              <a:t> = </a:t>
            </a:r>
            <a:r>
              <a:rPr lang="en-US" sz="2400" dirty="0" err="1">
                <a:solidFill>
                  <a:srgbClr val="002060"/>
                </a:solidFill>
                <a:latin typeface="Arial" pitchFamily="34" charset="0"/>
                <a:cs typeface="Arial" pitchFamily="34" charset="0"/>
              </a:rPr>
              <a:t>SS</a:t>
            </a:r>
            <a:r>
              <a:rPr lang="en-US" sz="2400" baseline="-25000" dirty="0" err="1">
                <a:solidFill>
                  <a:srgbClr val="002060"/>
                </a:solidFill>
                <a:latin typeface="Arial" pitchFamily="34" charset="0"/>
                <a:cs typeface="Arial" pitchFamily="34" charset="0"/>
              </a:rPr>
              <a:t>Regression</a:t>
            </a:r>
            <a:r>
              <a:rPr lang="en-US" sz="2400" dirty="0">
                <a:solidFill>
                  <a:srgbClr val="002060"/>
                </a:solidFill>
                <a:latin typeface="Arial" pitchFamily="34" charset="0"/>
                <a:cs typeface="Arial" pitchFamily="34" charset="0"/>
              </a:rPr>
              <a:t> + </a:t>
            </a:r>
            <a:r>
              <a:rPr lang="en-US" sz="2400" dirty="0" err="1">
                <a:solidFill>
                  <a:srgbClr val="002060"/>
                </a:solidFill>
                <a:latin typeface="Arial" pitchFamily="34" charset="0"/>
                <a:cs typeface="Arial" pitchFamily="34" charset="0"/>
              </a:rPr>
              <a:t>SS</a:t>
            </a:r>
            <a:r>
              <a:rPr lang="en-US" sz="2400" baseline="-25000" dirty="0" err="1">
                <a:solidFill>
                  <a:srgbClr val="002060"/>
                </a:solidFill>
                <a:latin typeface="Arial" pitchFamily="34" charset="0"/>
                <a:cs typeface="Arial" pitchFamily="34" charset="0"/>
              </a:rPr>
              <a:t>Residual</a:t>
            </a:r>
            <a:endParaRPr lang="en-US" sz="2400" baseline="-25000" dirty="0">
              <a:solidFill>
                <a:srgbClr val="002060"/>
              </a:solidFill>
              <a:latin typeface="Arial" pitchFamily="34" charset="0"/>
              <a:cs typeface="Arial" pitchFamily="34" charset="0"/>
            </a:endParaRPr>
          </a:p>
          <a:p>
            <a:pPr algn="just">
              <a:lnSpc>
                <a:spcPct val="200000"/>
              </a:lnSpc>
            </a:pPr>
            <a:r>
              <a:rPr lang="en-US" sz="2400" dirty="0">
                <a:solidFill>
                  <a:schemeClr val="bg1"/>
                </a:solidFill>
                <a:latin typeface="Arial" pitchFamily="34" charset="0"/>
                <a:cs typeface="Arial" pitchFamily="34" charset="0"/>
              </a:rPr>
              <a:t>The </a:t>
            </a:r>
            <a:r>
              <a:rPr lang="en-US" sz="2400" dirty="0" err="1">
                <a:solidFill>
                  <a:schemeClr val="bg1"/>
                </a:solidFill>
                <a:latin typeface="Arial" pitchFamily="34" charset="0"/>
                <a:cs typeface="Arial" pitchFamily="34" charset="0"/>
              </a:rPr>
              <a:t>SS</a:t>
            </a:r>
            <a:r>
              <a:rPr lang="en-US" sz="2400" baseline="-25000" dirty="0" err="1">
                <a:solidFill>
                  <a:schemeClr val="bg1"/>
                </a:solidFill>
                <a:latin typeface="Arial" pitchFamily="34" charset="0"/>
                <a:cs typeface="Arial" pitchFamily="34" charset="0"/>
              </a:rPr>
              <a:t>Total</a:t>
            </a:r>
            <a:r>
              <a:rPr lang="en-US" sz="2400" dirty="0">
                <a:solidFill>
                  <a:schemeClr val="bg1"/>
                </a:solidFill>
                <a:latin typeface="Arial" pitchFamily="34" charset="0"/>
                <a:cs typeface="Arial" pitchFamily="34" charset="0"/>
              </a:rPr>
              <a:t> has n-1 degrees of freedom</a:t>
            </a:r>
          </a:p>
          <a:p>
            <a:pPr algn="just">
              <a:lnSpc>
                <a:spcPct val="200000"/>
              </a:lnSpc>
            </a:pPr>
            <a:r>
              <a:rPr lang="en-US" sz="2400" dirty="0">
                <a:solidFill>
                  <a:schemeClr val="bg1"/>
                </a:solidFill>
                <a:latin typeface="Arial" pitchFamily="34" charset="0"/>
                <a:cs typeface="Arial" pitchFamily="34" charset="0"/>
              </a:rPr>
              <a:t>The </a:t>
            </a:r>
            <a:r>
              <a:rPr lang="en-US" sz="2400" dirty="0" err="1">
                <a:solidFill>
                  <a:schemeClr val="bg1"/>
                </a:solidFill>
                <a:latin typeface="Arial" pitchFamily="34" charset="0"/>
                <a:cs typeface="Arial" pitchFamily="34" charset="0"/>
              </a:rPr>
              <a:t>SS</a:t>
            </a:r>
            <a:r>
              <a:rPr lang="en-US" sz="2400" baseline="-25000" dirty="0" err="1">
                <a:solidFill>
                  <a:schemeClr val="bg1"/>
                </a:solidFill>
                <a:latin typeface="Arial" pitchFamily="34" charset="0"/>
                <a:cs typeface="Arial" pitchFamily="34" charset="0"/>
              </a:rPr>
              <a:t>Regression</a:t>
            </a:r>
            <a:r>
              <a:rPr lang="en-US" sz="2400" dirty="0">
                <a:solidFill>
                  <a:schemeClr val="bg1"/>
                </a:solidFill>
                <a:latin typeface="Arial" pitchFamily="34" charset="0"/>
                <a:cs typeface="Arial" pitchFamily="34" charset="0"/>
              </a:rPr>
              <a:t> has k degrees of freedom where k is related to total number of regression coefficients as</a:t>
            </a:r>
          </a:p>
        </p:txBody>
      </p:sp>
    </p:spTree>
    <p:extLst>
      <p:ext uri="{BB962C8B-B14F-4D97-AF65-F5344CB8AC3E}">
        <p14:creationId xmlns:p14="http://schemas.microsoft.com/office/powerpoint/2010/main" val="25802440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3"/>
          <p:cNvSpPr txBox="1">
            <a:spLocks noChangeArrowheads="1"/>
          </p:cNvSpPr>
          <p:nvPr/>
        </p:nvSpPr>
        <p:spPr bwMode="auto">
          <a:xfrm>
            <a:off x="0" y="533457"/>
            <a:ext cx="8713788"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iral"/>
              </a:rPr>
              <a:t>Degrees of Freedom</a:t>
            </a:r>
            <a:endParaRPr lang="en-IN" sz="3200" b="1" dirty="0">
              <a:solidFill>
                <a:srgbClr val="0070C0"/>
              </a:solidFill>
              <a:effectLst>
                <a:outerShdw blurRad="38100" dist="38100" dir="2700000" algn="tl">
                  <a:srgbClr val="000000">
                    <a:alpha val="43137"/>
                  </a:srgbClr>
                </a:outerShdw>
              </a:effectLst>
              <a:latin typeface="Airal"/>
            </a:endParaRPr>
          </a:p>
        </p:txBody>
      </p:sp>
      <p:sp>
        <p:nvSpPr>
          <p:cNvPr id="63493" name="TextBox 6"/>
          <p:cNvSpPr txBox="1">
            <a:spLocks noChangeArrowheads="1"/>
          </p:cNvSpPr>
          <p:nvPr/>
        </p:nvSpPr>
        <p:spPr bwMode="auto">
          <a:xfrm>
            <a:off x="539750" y="1252954"/>
            <a:ext cx="8604250" cy="2308324"/>
          </a:xfrm>
          <a:prstGeom prst="rect">
            <a:avLst/>
          </a:prstGeom>
          <a:noFill/>
          <a:ln w="9525">
            <a:noFill/>
            <a:miter lim="800000"/>
            <a:headEnd/>
            <a:tailEnd/>
          </a:ln>
        </p:spPr>
        <p:txBody>
          <a:bodyPr wrap="square">
            <a:spAutoFit/>
          </a:bodyPr>
          <a:lstStyle/>
          <a:p>
            <a:pPr algn="ctr">
              <a:lnSpc>
                <a:spcPct val="200000"/>
              </a:lnSpc>
            </a:pPr>
            <a:r>
              <a:rPr lang="en-US" sz="2400" dirty="0">
                <a:solidFill>
                  <a:schemeClr val="bg1">
                    <a:lumMod val="95000"/>
                    <a:lumOff val="5000"/>
                  </a:schemeClr>
                </a:solidFill>
                <a:latin typeface="Arial" pitchFamily="34" charset="0"/>
                <a:cs typeface="Arial" pitchFamily="34" charset="0"/>
              </a:rPr>
              <a:t> </a:t>
            </a:r>
            <a:r>
              <a:rPr lang="en-US" sz="2400" dirty="0">
                <a:solidFill>
                  <a:srgbClr val="002060"/>
                </a:solidFill>
                <a:latin typeface="Arial" pitchFamily="34" charset="0"/>
                <a:cs typeface="Arial" pitchFamily="34" charset="0"/>
              </a:rPr>
              <a:t>p=k+1</a:t>
            </a:r>
          </a:p>
          <a:p>
            <a:pPr algn="just">
              <a:lnSpc>
                <a:spcPct val="200000"/>
              </a:lnSpc>
            </a:pPr>
            <a:r>
              <a:rPr lang="en-US" sz="2400" dirty="0">
                <a:solidFill>
                  <a:schemeClr val="bg1">
                    <a:lumMod val="95000"/>
                    <a:lumOff val="5000"/>
                  </a:schemeClr>
                </a:solidFill>
                <a:latin typeface="Arial" pitchFamily="34" charset="0"/>
                <a:cs typeface="Arial" pitchFamily="34" charset="0"/>
              </a:rPr>
              <a:t>The residual sum of squares has (n-p) degrees of freedom where n is total number of responses.</a:t>
            </a:r>
            <a:endParaRPr lang="en-IN" sz="2400" baseline="-25000" dirty="0">
              <a:solidFill>
                <a:schemeClr val="bg1">
                  <a:lumMod val="95000"/>
                  <a:lumOff val="5000"/>
                </a:schemeClr>
              </a:solidFill>
              <a:latin typeface="Arial" pitchFamily="34" charset="0"/>
              <a:cs typeface="Arial" pitchFamily="34" charset="0"/>
            </a:endParaRPr>
          </a:p>
        </p:txBody>
      </p:sp>
    </p:spTree>
    <p:extLst>
      <p:ext uri="{BB962C8B-B14F-4D97-AF65-F5344CB8AC3E}">
        <p14:creationId xmlns:p14="http://schemas.microsoft.com/office/powerpoint/2010/main" val="14197246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a:xfrm>
            <a:off x="467544" y="123478"/>
            <a:ext cx="8229600" cy="576064"/>
          </a:xfrm>
        </p:spPr>
        <p:txBody>
          <a:bodyPr/>
          <a:lstStyle/>
          <a:p>
            <a:pPr algn="ctr" eaLnBrk="1" hangingPunct="1"/>
            <a:r>
              <a:rPr lang="en-US" sz="3200" b="1" dirty="0">
                <a:solidFill>
                  <a:srgbClr val="0070C0"/>
                </a:solidFill>
                <a:effectLst>
                  <a:outerShdw blurRad="38100" dist="38100" dir="2700000" algn="tl">
                    <a:srgbClr val="000000">
                      <a:alpha val="43137"/>
                    </a:srgbClr>
                  </a:outerShdw>
                </a:effectLst>
                <a:latin typeface="Arial" charset="0"/>
                <a:cs typeface="Arial" charset="0"/>
              </a:rPr>
              <a:t>Analysis of Variance (ANOVA)</a:t>
            </a:r>
            <a:endParaRPr lang="en-IN" sz="3200" b="1" dirty="0">
              <a:solidFill>
                <a:srgbClr val="0070C0"/>
              </a:solidFill>
              <a:effectLst>
                <a:outerShdw blurRad="38100" dist="38100" dir="2700000" algn="tl">
                  <a:srgbClr val="000000">
                    <a:alpha val="43137"/>
                  </a:srgbClr>
                </a:outerShdw>
              </a:effectLst>
              <a:latin typeface="Arial" charset="0"/>
              <a:cs typeface="Arial" charset="0"/>
            </a:endParaRPr>
          </a:p>
        </p:txBody>
      </p:sp>
      <p:graphicFrame>
        <p:nvGraphicFramePr>
          <p:cNvPr id="2" name="Table 1"/>
          <p:cNvGraphicFramePr>
            <a:graphicFrameLocks noGrp="1"/>
          </p:cNvGraphicFramePr>
          <p:nvPr/>
        </p:nvGraphicFramePr>
        <p:xfrm>
          <a:off x="1619672" y="980728"/>
          <a:ext cx="6264696" cy="3931920"/>
        </p:xfrm>
        <a:graphic>
          <a:graphicData uri="http://schemas.openxmlformats.org/drawingml/2006/table">
            <a:tbl>
              <a:tblPr firstRow="1" bandRow="1">
                <a:tableStyleId>{93296810-A885-4BE3-A3E7-6D5BEEA58F35}</a:tableStyleId>
              </a:tblPr>
              <a:tblGrid>
                <a:gridCol w="1656184">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800200">
                  <a:extLst>
                    <a:ext uri="{9D8B030D-6E8A-4147-A177-3AD203B41FA5}">
                      <a16:colId xmlns:a16="http://schemas.microsoft.com/office/drawing/2014/main" val="20002"/>
                    </a:ext>
                  </a:extLst>
                </a:gridCol>
                <a:gridCol w="1440160">
                  <a:extLst>
                    <a:ext uri="{9D8B030D-6E8A-4147-A177-3AD203B41FA5}">
                      <a16:colId xmlns:a16="http://schemas.microsoft.com/office/drawing/2014/main" val="20003"/>
                    </a:ext>
                  </a:extLst>
                </a:gridCol>
              </a:tblGrid>
              <a:tr h="643651">
                <a:tc>
                  <a:txBody>
                    <a:bodyPr/>
                    <a:lstStyle/>
                    <a:p>
                      <a:pPr algn="ctr">
                        <a:lnSpc>
                          <a:spcPct val="200000"/>
                        </a:lnSpc>
                      </a:pPr>
                      <a:r>
                        <a:rPr lang="en-IN" sz="2000" dirty="0">
                          <a:latin typeface="Arial" panose="020B0604020202020204" pitchFamily="34" charset="0"/>
                          <a:cs typeface="Arial" panose="020B0604020202020204" pitchFamily="34" charset="0"/>
                        </a:rPr>
                        <a:t>Source of Variation</a:t>
                      </a:r>
                    </a:p>
                  </a:txBody>
                  <a:tcPr marT="34290" marB="34290"/>
                </a:tc>
                <a:tc>
                  <a:txBody>
                    <a:bodyPr/>
                    <a:lstStyle/>
                    <a:p>
                      <a:pPr algn="ctr">
                        <a:lnSpc>
                          <a:spcPct val="200000"/>
                        </a:lnSpc>
                      </a:pPr>
                      <a:r>
                        <a:rPr lang="en-IN" sz="2000" dirty="0">
                          <a:latin typeface="Arial" panose="020B0604020202020204" pitchFamily="34" charset="0"/>
                          <a:cs typeface="Arial" panose="020B0604020202020204" pitchFamily="34" charset="0"/>
                        </a:rPr>
                        <a:t>Sum of Squares</a:t>
                      </a:r>
                    </a:p>
                  </a:txBody>
                  <a:tcPr marT="34290" marB="34290"/>
                </a:tc>
                <a:tc>
                  <a:txBody>
                    <a:bodyPr/>
                    <a:lstStyle/>
                    <a:p>
                      <a:pPr algn="ctr">
                        <a:lnSpc>
                          <a:spcPct val="200000"/>
                        </a:lnSpc>
                      </a:pPr>
                      <a:r>
                        <a:rPr lang="en-IN" sz="2000" dirty="0">
                          <a:latin typeface="Arial" panose="020B0604020202020204" pitchFamily="34" charset="0"/>
                          <a:cs typeface="Arial" panose="020B0604020202020204" pitchFamily="34" charset="0"/>
                        </a:rPr>
                        <a:t>Degrees of Freedom</a:t>
                      </a:r>
                    </a:p>
                  </a:txBody>
                  <a:tcPr marT="34290" marB="34290"/>
                </a:tc>
                <a:tc>
                  <a:txBody>
                    <a:bodyPr/>
                    <a:lstStyle/>
                    <a:p>
                      <a:pPr algn="ctr">
                        <a:lnSpc>
                          <a:spcPct val="200000"/>
                        </a:lnSpc>
                      </a:pPr>
                      <a:r>
                        <a:rPr lang="en-IN" sz="2000" dirty="0">
                          <a:latin typeface="Arial" panose="020B0604020202020204" pitchFamily="34" charset="0"/>
                          <a:cs typeface="Arial" panose="020B0604020202020204" pitchFamily="34" charset="0"/>
                        </a:rPr>
                        <a:t>Mean Square</a:t>
                      </a:r>
                    </a:p>
                  </a:txBody>
                  <a:tcPr marT="34290" marB="34290"/>
                </a:tc>
                <a:extLst>
                  <a:ext uri="{0D108BD9-81ED-4DB2-BD59-A6C34878D82A}">
                    <a16:rowId xmlns:a16="http://schemas.microsoft.com/office/drawing/2014/main" val="10000"/>
                  </a:ext>
                </a:extLst>
              </a:tr>
              <a:tr h="436469">
                <a:tc>
                  <a:txBody>
                    <a:bodyPr/>
                    <a:lstStyle/>
                    <a:p>
                      <a:pPr algn="ctr">
                        <a:lnSpc>
                          <a:spcPct val="200000"/>
                        </a:lnSpc>
                      </a:pPr>
                      <a:r>
                        <a:rPr lang="en-IN" sz="2000" dirty="0">
                          <a:solidFill>
                            <a:srgbClr val="C00000"/>
                          </a:solidFill>
                          <a:latin typeface="Arial" panose="020B0604020202020204" pitchFamily="34" charset="0"/>
                          <a:cs typeface="Arial" panose="020B0604020202020204" pitchFamily="34" charset="0"/>
                        </a:rPr>
                        <a:t>Regression</a:t>
                      </a:r>
                    </a:p>
                  </a:txBody>
                  <a:tcPr marT="34290" marB="34290"/>
                </a:tc>
                <a:tc>
                  <a:txBody>
                    <a:bodyPr/>
                    <a:lstStyle/>
                    <a:p>
                      <a:pPr algn="ctr">
                        <a:lnSpc>
                          <a:spcPct val="200000"/>
                        </a:lnSpc>
                      </a:pPr>
                      <a:r>
                        <a:rPr lang="en-IN" sz="2000" dirty="0">
                          <a:solidFill>
                            <a:srgbClr val="C00000"/>
                          </a:solidFill>
                          <a:latin typeface="Arial" panose="020B0604020202020204" pitchFamily="34" charset="0"/>
                          <a:cs typeface="Arial" panose="020B0604020202020204" pitchFamily="34" charset="0"/>
                        </a:rPr>
                        <a:t>SS</a:t>
                      </a:r>
                      <a:r>
                        <a:rPr lang="en-IN" sz="2000" baseline="-25000" dirty="0">
                          <a:solidFill>
                            <a:srgbClr val="C00000"/>
                          </a:solidFill>
                          <a:latin typeface="Arial" panose="020B0604020202020204" pitchFamily="34" charset="0"/>
                          <a:cs typeface="Arial" panose="020B0604020202020204" pitchFamily="34" charset="0"/>
                        </a:rPr>
                        <a:t>R</a:t>
                      </a:r>
                    </a:p>
                  </a:txBody>
                  <a:tcPr marT="34290" marB="34290"/>
                </a:tc>
                <a:tc>
                  <a:txBody>
                    <a:bodyPr/>
                    <a:lstStyle/>
                    <a:p>
                      <a:pPr algn="ctr">
                        <a:lnSpc>
                          <a:spcPct val="200000"/>
                        </a:lnSpc>
                      </a:pPr>
                      <a:r>
                        <a:rPr lang="en-IN" sz="2000" dirty="0">
                          <a:solidFill>
                            <a:srgbClr val="C00000"/>
                          </a:solidFill>
                          <a:latin typeface="Arial" panose="020B0604020202020204" pitchFamily="34" charset="0"/>
                          <a:cs typeface="Arial" panose="020B0604020202020204" pitchFamily="34" charset="0"/>
                        </a:rPr>
                        <a:t>k</a:t>
                      </a:r>
                    </a:p>
                  </a:txBody>
                  <a:tcPr marT="34290" marB="34290"/>
                </a:tc>
                <a:tc>
                  <a:txBody>
                    <a:bodyPr/>
                    <a:lstStyle/>
                    <a:p>
                      <a:pPr algn="ctr">
                        <a:lnSpc>
                          <a:spcPct val="200000"/>
                        </a:lnSpc>
                      </a:pPr>
                      <a:r>
                        <a:rPr lang="en-IN" sz="2000" dirty="0">
                          <a:solidFill>
                            <a:srgbClr val="C00000"/>
                          </a:solidFill>
                          <a:latin typeface="Arial" panose="020B0604020202020204" pitchFamily="34" charset="0"/>
                          <a:cs typeface="Arial" panose="020B0604020202020204" pitchFamily="34" charset="0"/>
                        </a:rPr>
                        <a:t>MS</a:t>
                      </a:r>
                      <a:r>
                        <a:rPr lang="en-IN" sz="2000" baseline="-25000" dirty="0">
                          <a:solidFill>
                            <a:srgbClr val="C00000"/>
                          </a:solidFill>
                          <a:latin typeface="Arial" panose="020B0604020202020204" pitchFamily="34" charset="0"/>
                          <a:cs typeface="Arial" panose="020B0604020202020204" pitchFamily="34" charset="0"/>
                        </a:rPr>
                        <a:t>R</a:t>
                      </a:r>
                    </a:p>
                  </a:txBody>
                  <a:tcPr marT="34290" marB="34290"/>
                </a:tc>
                <a:extLst>
                  <a:ext uri="{0D108BD9-81ED-4DB2-BD59-A6C34878D82A}">
                    <a16:rowId xmlns:a16="http://schemas.microsoft.com/office/drawing/2014/main" val="10001"/>
                  </a:ext>
                </a:extLst>
              </a:tr>
              <a:tr h="643651">
                <a:tc>
                  <a:txBody>
                    <a:bodyPr/>
                    <a:lstStyle/>
                    <a:p>
                      <a:pPr algn="ctr">
                        <a:lnSpc>
                          <a:spcPct val="200000"/>
                        </a:lnSpc>
                      </a:pPr>
                      <a:r>
                        <a:rPr lang="en-IN" sz="2000" dirty="0">
                          <a:solidFill>
                            <a:srgbClr val="FF0000"/>
                          </a:solidFill>
                          <a:latin typeface="Arial" panose="020B0604020202020204" pitchFamily="34" charset="0"/>
                          <a:cs typeface="Arial" panose="020B0604020202020204" pitchFamily="34" charset="0"/>
                        </a:rPr>
                        <a:t>Error or Residual</a:t>
                      </a:r>
                    </a:p>
                  </a:txBody>
                  <a:tcPr marT="34290" marB="34290"/>
                </a:tc>
                <a:tc>
                  <a:txBody>
                    <a:bodyPr/>
                    <a:lstStyle/>
                    <a:p>
                      <a:pPr algn="ctr">
                        <a:lnSpc>
                          <a:spcPct val="200000"/>
                        </a:lnSpc>
                      </a:pPr>
                      <a:r>
                        <a:rPr lang="en-IN" sz="2000" dirty="0">
                          <a:solidFill>
                            <a:srgbClr val="FF0000"/>
                          </a:solidFill>
                          <a:latin typeface="Arial" panose="020B0604020202020204" pitchFamily="34" charset="0"/>
                          <a:cs typeface="Arial" panose="020B0604020202020204" pitchFamily="34" charset="0"/>
                        </a:rPr>
                        <a:t>SS</a:t>
                      </a:r>
                      <a:r>
                        <a:rPr lang="en-IN" sz="2000" baseline="-25000" dirty="0">
                          <a:solidFill>
                            <a:srgbClr val="FF0000"/>
                          </a:solidFill>
                          <a:latin typeface="Arial" panose="020B0604020202020204" pitchFamily="34" charset="0"/>
                          <a:cs typeface="Arial" panose="020B0604020202020204" pitchFamily="34" charset="0"/>
                        </a:rPr>
                        <a:t>E</a:t>
                      </a:r>
                    </a:p>
                  </a:txBody>
                  <a:tcPr marT="34290" marB="34290"/>
                </a:tc>
                <a:tc>
                  <a:txBody>
                    <a:bodyPr/>
                    <a:lstStyle/>
                    <a:p>
                      <a:pPr algn="ctr">
                        <a:lnSpc>
                          <a:spcPct val="200000"/>
                        </a:lnSpc>
                      </a:pPr>
                      <a:r>
                        <a:rPr lang="en-IN" sz="2000" dirty="0">
                          <a:solidFill>
                            <a:srgbClr val="FF0000"/>
                          </a:solidFill>
                          <a:latin typeface="Arial" panose="020B0604020202020204" pitchFamily="34" charset="0"/>
                          <a:cs typeface="Arial" panose="020B0604020202020204" pitchFamily="34" charset="0"/>
                        </a:rPr>
                        <a:t>n-p</a:t>
                      </a:r>
                    </a:p>
                  </a:txBody>
                  <a:tcPr marT="34290" marB="34290"/>
                </a:tc>
                <a:tc>
                  <a:txBody>
                    <a:bodyPr/>
                    <a:lstStyle/>
                    <a:p>
                      <a:pPr algn="ctr">
                        <a:lnSpc>
                          <a:spcPct val="200000"/>
                        </a:lnSpc>
                      </a:pPr>
                      <a:r>
                        <a:rPr lang="en-IN" sz="2000" dirty="0">
                          <a:solidFill>
                            <a:srgbClr val="FF0000"/>
                          </a:solidFill>
                          <a:latin typeface="Arial" panose="020B0604020202020204" pitchFamily="34" charset="0"/>
                          <a:cs typeface="Arial" panose="020B0604020202020204" pitchFamily="34" charset="0"/>
                        </a:rPr>
                        <a:t>MS</a:t>
                      </a:r>
                      <a:r>
                        <a:rPr lang="en-IN" sz="2000" baseline="-25000" dirty="0">
                          <a:solidFill>
                            <a:srgbClr val="FF0000"/>
                          </a:solidFill>
                          <a:latin typeface="Arial" panose="020B0604020202020204" pitchFamily="34" charset="0"/>
                          <a:cs typeface="Arial" panose="020B0604020202020204" pitchFamily="34" charset="0"/>
                        </a:rPr>
                        <a:t>E</a:t>
                      </a:r>
                    </a:p>
                  </a:txBody>
                  <a:tcPr marT="34290" marB="34290"/>
                </a:tc>
                <a:extLst>
                  <a:ext uri="{0D108BD9-81ED-4DB2-BD59-A6C34878D82A}">
                    <a16:rowId xmlns:a16="http://schemas.microsoft.com/office/drawing/2014/main" val="10002"/>
                  </a:ext>
                </a:extLst>
              </a:tr>
              <a:tr h="436469">
                <a:tc>
                  <a:txBody>
                    <a:bodyPr/>
                    <a:lstStyle/>
                    <a:p>
                      <a:pPr algn="ctr">
                        <a:lnSpc>
                          <a:spcPct val="200000"/>
                        </a:lnSpc>
                      </a:pPr>
                      <a:r>
                        <a:rPr lang="en-IN" sz="2000" dirty="0">
                          <a:solidFill>
                            <a:srgbClr val="0000FF"/>
                          </a:solidFill>
                          <a:latin typeface="Arial" panose="020B0604020202020204" pitchFamily="34" charset="0"/>
                          <a:cs typeface="Arial" panose="020B0604020202020204" pitchFamily="34" charset="0"/>
                        </a:rPr>
                        <a:t>Total</a:t>
                      </a:r>
                    </a:p>
                  </a:txBody>
                  <a:tcPr marT="34290" marB="34290"/>
                </a:tc>
                <a:tc>
                  <a:txBody>
                    <a:bodyPr/>
                    <a:lstStyle/>
                    <a:p>
                      <a:pPr algn="ctr">
                        <a:lnSpc>
                          <a:spcPct val="200000"/>
                        </a:lnSpc>
                      </a:pPr>
                      <a:r>
                        <a:rPr lang="en-IN" sz="2000" dirty="0">
                          <a:solidFill>
                            <a:srgbClr val="0000FF"/>
                          </a:solidFill>
                          <a:latin typeface="Arial" panose="020B0604020202020204" pitchFamily="34" charset="0"/>
                          <a:cs typeface="Arial" panose="020B0604020202020204" pitchFamily="34" charset="0"/>
                        </a:rPr>
                        <a:t>SS</a:t>
                      </a:r>
                      <a:r>
                        <a:rPr lang="en-IN" sz="2000" baseline="-25000" dirty="0">
                          <a:solidFill>
                            <a:srgbClr val="0000FF"/>
                          </a:solidFill>
                          <a:latin typeface="Arial" panose="020B0604020202020204" pitchFamily="34" charset="0"/>
                          <a:cs typeface="Arial" panose="020B0604020202020204" pitchFamily="34" charset="0"/>
                        </a:rPr>
                        <a:t>T</a:t>
                      </a:r>
                    </a:p>
                  </a:txBody>
                  <a:tcPr marT="34290" marB="34290"/>
                </a:tc>
                <a:tc>
                  <a:txBody>
                    <a:bodyPr/>
                    <a:lstStyle/>
                    <a:p>
                      <a:pPr algn="ctr">
                        <a:lnSpc>
                          <a:spcPct val="200000"/>
                        </a:lnSpc>
                      </a:pPr>
                      <a:r>
                        <a:rPr lang="en-IN" sz="2000" dirty="0">
                          <a:solidFill>
                            <a:srgbClr val="0000FF"/>
                          </a:solidFill>
                          <a:latin typeface="Arial" panose="020B0604020202020204" pitchFamily="34" charset="0"/>
                          <a:cs typeface="Arial" panose="020B0604020202020204" pitchFamily="34" charset="0"/>
                        </a:rPr>
                        <a:t>n-1</a:t>
                      </a:r>
                    </a:p>
                  </a:txBody>
                  <a:tcPr marT="34290" marB="34290"/>
                </a:tc>
                <a:tc>
                  <a:txBody>
                    <a:bodyPr/>
                    <a:lstStyle/>
                    <a:p>
                      <a:pPr algn="ctr">
                        <a:lnSpc>
                          <a:spcPct val="200000"/>
                        </a:lnSpc>
                      </a:pPr>
                      <a:endParaRPr lang="en-IN" sz="2000" dirty="0">
                        <a:latin typeface="Arial" panose="020B0604020202020204" pitchFamily="34" charset="0"/>
                        <a:cs typeface="Arial" panose="020B0604020202020204" pitchFamily="34" charset="0"/>
                      </a:endParaRPr>
                    </a:p>
                  </a:txBody>
                  <a:tcPr marT="34290" marB="3429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463067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TextBox 4"/>
          <p:cNvSpPr txBox="1">
            <a:spLocks noChangeArrowheads="1"/>
          </p:cNvSpPr>
          <p:nvPr/>
        </p:nvSpPr>
        <p:spPr bwMode="auto">
          <a:xfrm>
            <a:off x="539552" y="2716636"/>
            <a:ext cx="8424737" cy="2308324"/>
          </a:xfrm>
          <a:prstGeom prst="rect">
            <a:avLst/>
          </a:prstGeom>
          <a:noFill/>
          <a:ln w="9525">
            <a:noFill/>
            <a:miter lim="800000"/>
            <a:headEnd/>
            <a:tailEnd/>
          </a:ln>
        </p:spPr>
        <p:txBody>
          <a:bodyPr wrap="square">
            <a:spAutoFit/>
          </a:bodyPr>
          <a:lstStyle/>
          <a:p>
            <a:pPr algn="just">
              <a:lnSpc>
                <a:spcPct val="150000"/>
              </a:lnSpc>
            </a:pPr>
            <a:r>
              <a:rPr lang="en-US" sz="2400" dirty="0">
                <a:solidFill>
                  <a:schemeClr val="bg1">
                    <a:lumMod val="95000"/>
                    <a:lumOff val="5000"/>
                  </a:schemeClr>
                </a:solidFill>
                <a:latin typeface="Arial" pitchFamily="34" charset="0"/>
                <a:cs typeface="Arial" pitchFamily="34" charset="0"/>
              </a:rPr>
              <a:t>Here n is the total number of observations and p is the total number of parameters (including the constant </a:t>
            </a:r>
            <a:r>
              <a:rPr lang="en-US" sz="2400" dirty="0">
                <a:solidFill>
                  <a:schemeClr val="bg1">
                    <a:lumMod val="95000"/>
                    <a:lumOff val="5000"/>
                  </a:schemeClr>
                </a:solidFill>
                <a:latin typeface="Arial" pitchFamily="34" charset="0"/>
                <a:cs typeface="Arial" pitchFamily="34" charset="0"/>
                <a:sym typeface="Symbol" pitchFamily="18" charset="2"/>
              </a:rPr>
              <a:t></a:t>
            </a:r>
            <a:r>
              <a:rPr lang="en-US" sz="2400" baseline="-25000" dirty="0">
                <a:solidFill>
                  <a:schemeClr val="bg1">
                    <a:lumMod val="95000"/>
                    <a:lumOff val="5000"/>
                  </a:schemeClr>
                </a:solidFill>
                <a:latin typeface="Arial" pitchFamily="34" charset="0"/>
                <a:cs typeface="Arial" pitchFamily="34" charset="0"/>
                <a:sym typeface="Symbol" pitchFamily="18" charset="2"/>
              </a:rPr>
              <a:t>o</a:t>
            </a:r>
            <a:r>
              <a:rPr lang="en-US" sz="2400" dirty="0">
                <a:solidFill>
                  <a:schemeClr val="bg1">
                    <a:lumMod val="95000"/>
                    <a:lumOff val="5000"/>
                  </a:schemeClr>
                </a:solidFill>
                <a:latin typeface="Arial" pitchFamily="34" charset="0"/>
                <a:cs typeface="Arial" pitchFamily="34" charset="0"/>
                <a:sym typeface="Symbol" pitchFamily="18" charset="2"/>
              </a:rPr>
              <a:t>). </a:t>
            </a:r>
          </a:p>
          <a:p>
            <a:pPr algn="ctr">
              <a:lnSpc>
                <a:spcPct val="150000"/>
              </a:lnSpc>
            </a:pPr>
            <a:r>
              <a:rPr lang="en-US" sz="2400" dirty="0">
                <a:solidFill>
                  <a:srgbClr val="002060"/>
                </a:solidFill>
                <a:latin typeface="Arial" pitchFamily="34" charset="0"/>
                <a:cs typeface="Arial" pitchFamily="34" charset="0"/>
                <a:sym typeface="Symbol" pitchFamily="18" charset="2"/>
              </a:rPr>
              <a:t>Since k = (n-1) – (n-p) </a:t>
            </a:r>
          </a:p>
          <a:p>
            <a:pPr algn="ctr">
              <a:lnSpc>
                <a:spcPct val="150000"/>
              </a:lnSpc>
            </a:pPr>
            <a:r>
              <a:rPr lang="en-US" sz="2400" b="1" dirty="0">
                <a:solidFill>
                  <a:srgbClr val="002060"/>
                </a:solidFill>
                <a:latin typeface="Arial" pitchFamily="34" charset="0"/>
                <a:cs typeface="Arial" pitchFamily="34" charset="0"/>
                <a:sym typeface="Symbol" pitchFamily="18" charset="2"/>
              </a:rPr>
              <a:t>k = p-1</a:t>
            </a:r>
            <a:endParaRPr lang="en-IN" sz="2400" b="1" dirty="0">
              <a:solidFill>
                <a:srgbClr val="002060"/>
              </a:solidFill>
              <a:latin typeface="Arial" pitchFamily="34" charset="0"/>
              <a:cs typeface="Arial" pitchFamily="34" charset="0"/>
            </a:endParaRPr>
          </a:p>
        </p:txBody>
      </p:sp>
      <p:graphicFrame>
        <p:nvGraphicFramePr>
          <p:cNvPr id="6" name="Table 5"/>
          <p:cNvGraphicFramePr>
            <a:graphicFrameLocks noGrp="1"/>
          </p:cNvGraphicFramePr>
          <p:nvPr/>
        </p:nvGraphicFramePr>
        <p:xfrm>
          <a:off x="1547664" y="411510"/>
          <a:ext cx="6264696" cy="2160240"/>
        </p:xfrm>
        <a:graphic>
          <a:graphicData uri="http://schemas.openxmlformats.org/drawingml/2006/table">
            <a:tbl>
              <a:tblPr firstRow="1" bandRow="1">
                <a:tableStyleId>{93296810-A885-4BE3-A3E7-6D5BEEA58F35}</a:tableStyleId>
              </a:tblPr>
              <a:tblGrid>
                <a:gridCol w="1656184">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800200">
                  <a:extLst>
                    <a:ext uri="{9D8B030D-6E8A-4147-A177-3AD203B41FA5}">
                      <a16:colId xmlns:a16="http://schemas.microsoft.com/office/drawing/2014/main" val="20002"/>
                    </a:ext>
                  </a:extLst>
                </a:gridCol>
                <a:gridCol w="1440160">
                  <a:extLst>
                    <a:ext uri="{9D8B030D-6E8A-4147-A177-3AD203B41FA5}">
                      <a16:colId xmlns:a16="http://schemas.microsoft.com/office/drawing/2014/main" val="20003"/>
                    </a:ext>
                  </a:extLst>
                </a:gridCol>
              </a:tblGrid>
              <a:tr h="643651">
                <a:tc>
                  <a:txBody>
                    <a:bodyPr/>
                    <a:lstStyle/>
                    <a:p>
                      <a:pPr algn="ctr"/>
                      <a:r>
                        <a:rPr lang="en-IN" sz="1800" dirty="0">
                          <a:latin typeface="Arial" panose="020B0604020202020204" pitchFamily="34" charset="0"/>
                          <a:cs typeface="Arial" panose="020B0604020202020204" pitchFamily="34" charset="0"/>
                        </a:rPr>
                        <a:t>Source of Variation</a:t>
                      </a:r>
                    </a:p>
                  </a:txBody>
                  <a:tcPr marT="34290" marB="34290"/>
                </a:tc>
                <a:tc>
                  <a:txBody>
                    <a:bodyPr/>
                    <a:lstStyle/>
                    <a:p>
                      <a:pPr algn="ctr"/>
                      <a:r>
                        <a:rPr lang="en-IN" sz="1800" dirty="0">
                          <a:latin typeface="Arial" panose="020B0604020202020204" pitchFamily="34" charset="0"/>
                          <a:cs typeface="Arial" panose="020B0604020202020204" pitchFamily="34" charset="0"/>
                        </a:rPr>
                        <a:t>Sum of Squares</a:t>
                      </a:r>
                    </a:p>
                  </a:txBody>
                  <a:tcPr marT="34290" marB="34290"/>
                </a:tc>
                <a:tc>
                  <a:txBody>
                    <a:bodyPr/>
                    <a:lstStyle/>
                    <a:p>
                      <a:pPr algn="ctr"/>
                      <a:r>
                        <a:rPr lang="en-IN" sz="1800" dirty="0">
                          <a:latin typeface="Arial" panose="020B0604020202020204" pitchFamily="34" charset="0"/>
                          <a:cs typeface="Arial" panose="020B0604020202020204" pitchFamily="34" charset="0"/>
                        </a:rPr>
                        <a:t>Degrees of Freedom</a:t>
                      </a:r>
                    </a:p>
                  </a:txBody>
                  <a:tcPr marT="34290" marB="34290"/>
                </a:tc>
                <a:tc>
                  <a:txBody>
                    <a:bodyPr/>
                    <a:lstStyle/>
                    <a:p>
                      <a:pPr algn="ctr"/>
                      <a:r>
                        <a:rPr lang="en-IN" sz="1800" dirty="0">
                          <a:latin typeface="Arial" panose="020B0604020202020204" pitchFamily="34" charset="0"/>
                          <a:cs typeface="Arial" panose="020B0604020202020204" pitchFamily="34" charset="0"/>
                        </a:rPr>
                        <a:t>Mean Square</a:t>
                      </a:r>
                    </a:p>
                  </a:txBody>
                  <a:tcPr marT="34290" marB="34290"/>
                </a:tc>
                <a:extLst>
                  <a:ext uri="{0D108BD9-81ED-4DB2-BD59-A6C34878D82A}">
                    <a16:rowId xmlns:a16="http://schemas.microsoft.com/office/drawing/2014/main" val="10000"/>
                  </a:ext>
                </a:extLst>
              </a:tr>
              <a:tr h="436469">
                <a:tc>
                  <a:txBody>
                    <a:bodyPr/>
                    <a:lstStyle/>
                    <a:p>
                      <a:pPr algn="ctr"/>
                      <a:r>
                        <a:rPr lang="en-IN" sz="1800" dirty="0">
                          <a:solidFill>
                            <a:srgbClr val="C00000"/>
                          </a:solidFill>
                          <a:latin typeface="Arial" panose="020B0604020202020204" pitchFamily="34" charset="0"/>
                          <a:cs typeface="Arial" panose="020B0604020202020204" pitchFamily="34" charset="0"/>
                        </a:rPr>
                        <a:t>Regression</a:t>
                      </a:r>
                    </a:p>
                  </a:txBody>
                  <a:tcPr marT="34290" marB="34290"/>
                </a:tc>
                <a:tc>
                  <a:txBody>
                    <a:bodyPr/>
                    <a:lstStyle/>
                    <a:p>
                      <a:pPr algn="ctr"/>
                      <a:r>
                        <a:rPr lang="en-IN" sz="1800" dirty="0">
                          <a:solidFill>
                            <a:srgbClr val="C00000"/>
                          </a:solidFill>
                          <a:latin typeface="Arial" panose="020B0604020202020204" pitchFamily="34" charset="0"/>
                          <a:cs typeface="Arial" panose="020B0604020202020204" pitchFamily="34" charset="0"/>
                        </a:rPr>
                        <a:t>SS</a:t>
                      </a:r>
                      <a:r>
                        <a:rPr lang="en-IN" sz="1800" baseline="-25000" dirty="0">
                          <a:solidFill>
                            <a:srgbClr val="C00000"/>
                          </a:solidFill>
                          <a:latin typeface="Arial" panose="020B0604020202020204" pitchFamily="34" charset="0"/>
                          <a:cs typeface="Arial" panose="020B0604020202020204" pitchFamily="34" charset="0"/>
                        </a:rPr>
                        <a:t>R</a:t>
                      </a:r>
                    </a:p>
                  </a:txBody>
                  <a:tcPr marT="34290" marB="34290"/>
                </a:tc>
                <a:tc>
                  <a:txBody>
                    <a:bodyPr/>
                    <a:lstStyle/>
                    <a:p>
                      <a:pPr algn="ctr"/>
                      <a:r>
                        <a:rPr lang="en-IN" sz="1800" dirty="0">
                          <a:solidFill>
                            <a:srgbClr val="C00000"/>
                          </a:solidFill>
                          <a:latin typeface="Arial" panose="020B0604020202020204" pitchFamily="34" charset="0"/>
                          <a:cs typeface="Arial" panose="020B0604020202020204" pitchFamily="34" charset="0"/>
                        </a:rPr>
                        <a:t>k</a:t>
                      </a:r>
                    </a:p>
                  </a:txBody>
                  <a:tcPr marT="34290" marB="34290"/>
                </a:tc>
                <a:tc>
                  <a:txBody>
                    <a:bodyPr/>
                    <a:lstStyle/>
                    <a:p>
                      <a:pPr algn="ctr"/>
                      <a:r>
                        <a:rPr lang="en-IN" sz="1800" dirty="0">
                          <a:solidFill>
                            <a:srgbClr val="C00000"/>
                          </a:solidFill>
                          <a:latin typeface="Arial" panose="020B0604020202020204" pitchFamily="34" charset="0"/>
                          <a:cs typeface="Arial" panose="020B0604020202020204" pitchFamily="34" charset="0"/>
                        </a:rPr>
                        <a:t>MS</a:t>
                      </a:r>
                      <a:r>
                        <a:rPr lang="en-IN" sz="1800" baseline="-25000" dirty="0">
                          <a:solidFill>
                            <a:srgbClr val="C00000"/>
                          </a:solidFill>
                          <a:latin typeface="Arial" panose="020B0604020202020204" pitchFamily="34" charset="0"/>
                          <a:cs typeface="Arial" panose="020B0604020202020204" pitchFamily="34" charset="0"/>
                        </a:rPr>
                        <a:t>R</a:t>
                      </a:r>
                    </a:p>
                  </a:txBody>
                  <a:tcPr marT="34290" marB="34290"/>
                </a:tc>
                <a:extLst>
                  <a:ext uri="{0D108BD9-81ED-4DB2-BD59-A6C34878D82A}">
                    <a16:rowId xmlns:a16="http://schemas.microsoft.com/office/drawing/2014/main" val="10001"/>
                  </a:ext>
                </a:extLst>
              </a:tr>
              <a:tr h="643651">
                <a:tc>
                  <a:txBody>
                    <a:bodyPr/>
                    <a:lstStyle/>
                    <a:p>
                      <a:pPr algn="ctr"/>
                      <a:r>
                        <a:rPr lang="en-IN" sz="1800" dirty="0">
                          <a:solidFill>
                            <a:srgbClr val="FF0000"/>
                          </a:solidFill>
                          <a:latin typeface="Arial" panose="020B0604020202020204" pitchFamily="34" charset="0"/>
                          <a:cs typeface="Arial" panose="020B0604020202020204" pitchFamily="34" charset="0"/>
                        </a:rPr>
                        <a:t>Error or Residual</a:t>
                      </a:r>
                    </a:p>
                  </a:txBody>
                  <a:tcPr marT="34290" marB="34290"/>
                </a:tc>
                <a:tc>
                  <a:txBody>
                    <a:bodyPr/>
                    <a:lstStyle/>
                    <a:p>
                      <a:pPr algn="ctr"/>
                      <a:r>
                        <a:rPr lang="en-IN" sz="1800" dirty="0">
                          <a:solidFill>
                            <a:srgbClr val="FF0000"/>
                          </a:solidFill>
                          <a:latin typeface="Arial" panose="020B0604020202020204" pitchFamily="34" charset="0"/>
                          <a:cs typeface="Arial" panose="020B0604020202020204" pitchFamily="34" charset="0"/>
                        </a:rPr>
                        <a:t>SS</a:t>
                      </a:r>
                      <a:r>
                        <a:rPr lang="en-IN" sz="1800" baseline="-25000" dirty="0">
                          <a:solidFill>
                            <a:srgbClr val="FF0000"/>
                          </a:solidFill>
                          <a:latin typeface="Arial" panose="020B0604020202020204" pitchFamily="34" charset="0"/>
                          <a:cs typeface="Arial" panose="020B0604020202020204" pitchFamily="34" charset="0"/>
                        </a:rPr>
                        <a:t>E</a:t>
                      </a:r>
                    </a:p>
                  </a:txBody>
                  <a:tcPr marT="34290" marB="34290"/>
                </a:tc>
                <a:tc>
                  <a:txBody>
                    <a:bodyPr/>
                    <a:lstStyle/>
                    <a:p>
                      <a:pPr algn="ctr"/>
                      <a:r>
                        <a:rPr lang="en-IN" sz="1800" dirty="0">
                          <a:solidFill>
                            <a:srgbClr val="FF0000"/>
                          </a:solidFill>
                          <a:latin typeface="Arial" panose="020B0604020202020204" pitchFamily="34" charset="0"/>
                          <a:cs typeface="Arial" panose="020B0604020202020204" pitchFamily="34" charset="0"/>
                        </a:rPr>
                        <a:t>n-p</a:t>
                      </a:r>
                    </a:p>
                  </a:txBody>
                  <a:tcPr marT="34290" marB="34290"/>
                </a:tc>
                <a:tc>
                  <a:txBody>
                    <a:bodyPr/>
                    <a:lstStyle/>
                    <a:p>
                      <a:pPr algn="ctr"/>
                      <a:r>
                        <a:rPr lang="en-IN" sz="1800" dirty="0">
                          <a:solidFill>
                            <a:srgbClr val="FF0000"/>
                          </a:solidFill>
                          <a:latin typeface="Arial" panose="020B0604020202020204" pitchFamily="34" charset="0"/>
                          <a:cs typeface="Arial" panose="020B0604020202020204" pitchFamily="34" charset="0"/>
                        </a:rPr>
                        <a:t>MS</a:t>
                      </a:r>
                      <a:r>
                        <a:rPr lang="en-IN" sz="1800" baseline="-25000" dirty="0">
                          <a:solidFill>
                            <a:srgbClr val="FF0000"/>
                          </a:solidFill>
                          <a:latin typeface="Arial" panose="020B0604020202020204" pitchFamily="34" charset="0"/>
                          <a:cs typeface="Arial" panose="020B0604020202020204" pitchFamily="34" charset="0"/>
                        </a:rPr>
                        <a:t>E</a:t>
                      </a:r>
                    </a:p>
                  </a:txBody>
                  <a:tcPr marT="34290" marB="34290"/>
                </a:tc>
                <a:extLst>
                  <a:ext uri="{0D108BD9-81ED-4DB2-BD59-A6C34878D82A}">
                    <a16:rowId xmlns:a16="http://schemas.microsoft.com/office/drawing/2014/main" val="10002"/>
                  </a:ext>
                </a:extLst>
              </a:tr>
              <a:tr h="436469">
                <a:tc>
                  <a:txBody>
                    <a:bodyPr/>
                    <a:lstStyle/>
                    <a:p>
                      <a:pPr algn="ctr"/>
                      <a:r>
                        <a:rPr lang="en-IN" sz="1800" dirty="0">
                          <a:solidFill>
                            <a:srgbClr val="0000FF"/>
                          </a:solidFill>
                          <a:latin typeface="Arial" panose="020B0604020202020204" pitchFamily="34" charset="0"/>
                          <a:cs typeface="Arial" panose="020B0604020202020204" pitchFamily="34" charset="0"/>
                        </a:rPr>
                        <a:t>Total</a:t>
                      </a:r>
                    </a:p>
                  </a:txBody>
                  <a:tcPr marT="34290" marB="34290"/>
                </a:tc>
                <a:tc>
                  <a:txBody>
                    <a:bodyPr/>
                    <a:lstStyle/>
                    <a:p>
                      <a:pPr algn="ctr"/>
                      <a:r>
                        <a:rPr lang="en-IN" sz="1800" dirty="0">
                          <a:solidFill>
                            <a:srgbClr val="0000FF"/>
                          </a:solidFill>
                          <a:latin typeface="Arial" panose="020B0604020202020204" pitchFamily="34" charset="0"/>
                          <a:cs typeface="Arial" panose="020B0604020202020204" pitchFamily="34" charset="0"/>
                        </a:rPr>
                        <a:t>SS</a:t>
                      </a:r>
                      <a:r>
                        <a:rPr lang="en-IN" sz="1800" baseline="-25000" dirty="0">
                          <a:solidFill>
                            <a:srgbClr val="0000FF"/>
                          </a:solidFill>
                          <a:latin typeface="Arial" panose="020B0604020202020204" pitchFamily="34" charset="0"/>
                          <a:cs typeface="Arial" panose="020B0604020202020204" pitchFamily="34" charset="0"/>
                        </a:rPr>
                        <a:t>T</a:t>
                      </a:r>
                    </a:p>
                  </a:txBody>
                  <a:tcPr marT="34290" marB="34290"/>
                </a:tc>
                <a:tc>
                  <a:txBody>
                    <a:bodyPr/>
                    <a:lstStyle/>
                    <a:p>
                      <a:pPr algn="ctr"/>
                      <a:r>
                        <a:rPr lang="en-IN" sz="1800" dirty="0">
                          <a:solidFill>
                            <a:srgbClr val="0000FF"/>
                          </a:solidFill>
                          <a:latin typeface="Arial" panose="020B0604020202020204" pitchFamily="34" charset="0"/>
                          <a:cs typeface="Arial" panose="020B0604020202020204" pitchFamily="34" charset="0"/>
                        </a:rPr>
                        <a:t>n-1</a:t>
                      </a:r>
                    </a:p>
                  </a:txBody>
                  <a:tcPr marT="34290" marB="34290"/>
                </a:tc>
                <a:tc>
                  <a:txBody>
                    <a:bodyPr/>
                    <a:lstStyle/>
                    <a:p>
                      <a:pPr algn="ctr"/>
                      <a:endParaRPr lang="en-IN" sz="1800" dirty="0">
                        <a:latin typeface="Arial" panose="020B0604020202020204" pitchFamily="34" charset="0"/>
                        <a:cs typeface="Arial" panose="020B0604020202020204" pitchFamily="34" charset="0"/>
                      </a:endParaRPr>
                    </a:p>
                  </a:txBody>
                  <a:tcPr marT="34290" marB="3429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271252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ustom 1">
      <a:dk1>
        <a:sysClr val="windowText" lastClr="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sample</Template>
  <TotalTime>7906</TotalTime>
  <Words>3564</Words>
  <Application>Microsoft Office PowerPoint</Application>
  <PresentationFormat>On-screen Show (16:9)</PresentationFormat>
  <Paragraphs>395</Paragraphs>
  <Slides>85</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85</vt:i4>
      </vt:variant>
    </vt:vector>
  </HeadingPairs>
  <TitlesOfParts>
    <vt:vector size="95" baseType="lpstr">
      <vt:lpstr>Airal</vt:lpstr>
      <vt:lpstr>Arial</vt:lpstr>
      <vt:lpstr>Calibri</vt:lpstr>
      <vt:lpstr>Cambria Math</vt:lpstr>
      <vt:lpstr>Constantia</vt:lpstr>
      <vt:lpstr>Symbol</vt:lpstr>
      <vt:lpstr>Wingdings</vt:lpstr>
      <vt:lpstr>Wingdings 2</vt:lpstr>
      <vt:lpstr>Theme1</vt:lpstr>
      <vt:lpstr>Equation</vt:lpstr>
      <vt:lpstr>PowerPoint Presentation</vt:lpstr>
      <vt:lpstr>Regression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Underlying Assumptions in Linear Regression</vt:lpstr>
      <vt:lpstr>Another Important Assumption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Actual response and its prediction </vt:lpstr>
      <vt:lpstr>Relation between actual response and its prediction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Regression Analysis: A Few Terms Explained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of Variance (ANOVA)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Kannan.A</dc:creator>
  <cp:lastModifiedBy>NPTEL Office9</cp:lastModifiedBy>
  <cp:revision>410</cp:revision>
  <dcterms:created xsi:type="dcterms:W3CDTF">2012-10-01T16:47:02Z</dcterms:created>
  <dcterms:modified xsi:type="dcterms:W3CDTF">2026-05-11T12:04:55Z</dcterms:modified>
</cp:coreProperties>
</file>