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1017" r:id="rId2"/>
    <p:sldId id="1047" r:id="rId3"/>
    <p:sldId id="1026" r:id="rId4"/>
    <p:sldId id="1019" r:id="rId5"/>
    <p:sldId id="1027" r:id="rId6"/>
    <p:sldId id="1028" r:id="rId7"/>
    <p:sldId id="1029" r:id="rId8"/>
    <p:sldId id="1030" r:id="rId9"/>
    <p:sldId id="1025" r:id="rId10"/>
    <p:sldId id="1046" r:id="rId11"/>
    <p:sldId id="1045" r:id="rId12"/>
    <p:sldId id="1031" r:id="rId13"/>
    <p:sldId id="1032" r:id="rId14"/>
    <p:sldId id="1042" r:id="rId15"/>
    <p:sldId id="1043" r:id="rId16"/>
    <p:sldId id="1044" r:id="rId17"/>
    <p:sldId id="1040" r:id="rId18"/>
    <p:sldId id="1036" r:id="rId19"/>
    <p:sldId id="1037" r:id="rId20"/>
    <p:sldId id="1038" r:id="rId21"/>
    <p:sldId id="1041" r:id="rId22"/>
    <p:sldId id="1039" r:id="rId23"/>
    <p:sldId id="1033" r:id="rId24"/>
    <p:sldId id="1035" r:id="rId25"/>
    <p:sldId id="1034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6600FF"/>
    <a:srgbClr val="990099"/>
    <a:srgbClr val="0033CC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2037" autoAdjust="0"/>
  </p:normalViewPr>
  <p:slideViewPr>
    <p:cSldViewPr>
      <p:cViewPr varScale="1">
        <p:scale>
          <a:sx n="40" d="100"/>
          <a:sy n="40" d="100"/>
        </p:scale>
        <p:origin x="1956" y="4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0:43:13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2050 294 4260,'0'0'10111,"6"-8"-9241,18-24-53,-23 31-665,0-1 0,0 1 0,0 0 0,0-1 0,0 1 0,0-1 0,-1 1 0,1-1 0,-1 0 0,1 1 0,-1-1 0,1 1 0,-1-1 0,0 0 0,0 1 0,0-1 0,0 0 0,0 1 0,0-1 0,-1 0 0,1 1 0,0-1 0,-1 0 0,1 1 0,-1-1 0,0 1 0,0-1 0,1 1 0,-1-1 0,0 1 0,0 0 0,0-1 0,0 1 0,-1 0 0,1 0 0,0 0 0,0 0 0,-2-1 0,-6-4 12,1 1 0,-1 1 0,1-1 0,-1 2 0,-11-4 1,4 1 380,-28-11-119,0 1-1,-1 3 1,-1 2 0,-53-7 0,9 9-396,-108 2-1,-9 12 66,2 10-1,-247 48 0,414-55-42,-1 1 0,1 2 1,1 1-1,0 2 0,0 1 0,2 3 0,-66 41 0,85-47-26,1 0 0,0 1 0,1 0 0,0 1 0,1 1 0,0 0 1,1 1-1,1 0 0,1 1 0,0 0 0,1 0 0,1 1 0,1 0 0,0 1 0,1 0 0,2 0 0,-6 36 0,5 2 17,3 1 0,7 79 0,-4-126-42,0-1 0,1 0 1,1-1-1,-1 1 0,2 0 1,-1-1-1,1 1 1,1-1-1,-1 0 0,2-1 1,-1 1-1,8 8 0,-3-7 5,-1 0-1,2-1 0,-1 0 0,2 0 0,-1-1 0,1-1 0,23 12 0,10-2 9,1-1-1,0-3 1,1-2 0,50 6-1,-65-11-11,128 18 94,0-6 0,171-4 0,-248-15-27,1-4 1,152-29-1,-176 20-34,-2-2 1,0-3-1,-2-2 0,92-49 0,-76 31-29,143-86 48,-192 109-50,0-1 1,-2-1-1,0-1 1,-1 0-1,-1-2 1,28-40-1,-39 48 9,-1-1 0,0 0 0,-1-1 0,-1 1 0,-1-1 0,0 0 0,0-1-1,-2 1 1,0 0 0,0-1 0,-2 1 0,0-1 0,-1 0 0,0 1 0,-5-21 0,2 14 8,-2 0 1,0 1-1,-1-1 1,-2 1-1,0 1 1,-1-1-1,-1 2 1,0-1-1,-29-34 1,26 39-261,0 1 0,-1 1 1,0 0-1,-1 1 0,0 1 1,-1 0-1,0 1 0,-28-11 1,-11 0-1955,-87-20 0,134 38 1995,-68-17-5242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43:23.1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5040 8606 112 0,'0'0'135'0,"0"0"-92"0,0 0 23 0,-30 0 4 0,21 0-22 0,1 0-5 16,2 0-5-16,0 0-5 16,5 0-2-16,-1 0-17 15,2 0-13-15,0 3-1 16,2 3 1-16,5 1 2 0,3 0 1 16,3 0 3-16,4-2 2 15,3-2-1-15,0-1-2 16,2-2-1-16,1 0 0 15,-1-5-1-15,-2-3-2 16,-1-2 1-16,-3-1 0 0,-2-1-1 16,-1-3 0-16,-3-2 2 15,0-4-1-15,-1-3-1 16,-5-2 0-16,-2-3 0 16,-2 1-2-16,0 3 1 15,-8 1 1-15,-6 7-2 0,-2 5 3 16,-4 3 0-16,-3 5 0 15,1 4 0-15,1 0-2 16,-1 4 6-16,6 10 1 16,0 6-6-16,2 7-1 15,2 5-1-15,4 7 1 16,1 8 2-16,5 7 10 0,2 6-5 16,0 1-2-16,5 0-3 15,3-2-2-15,1-4-1 16,-1-6 1-16,-1-7-2 15,-2-6 2-15,-4-4-1 16,1-6 0-16,-2-5 0 0,0-4 0 16,-2-5-12-16,-1-4-25 15,-1-2-35-15,-2-6-71 16,-2 0-145-16</inkml:trace>
  <inkml:trace contextRef="#ctx0" brushRef="#br0" timeOffset="535.41">5468 8824 172 0,'0'0'211'0,"0"0"-150"16,0 0-42-16,0 0-17 0,0 0 3 15,38-11 11-15,-25 8-1 16,1 1-5-16,1 0-7 16,0-1-2-16,2 1 0 15,-3 1-1-15,-1 1-6 16,-2 0-49-16,-2 0-70 0,-6 1-70 16</inkml:trace>
  <inkml:trace contextRef="#ctx0" brushRef="#br0" timeOffset="721.23">5520 8958 267 0,'0'0'56'16,"0"0"-22"-16,0 0 24 15,0 0-11-15,0 0-16 0,0 0-10 16,35 12-7-16,-19-12-8 15,1 1-4-15,0-1-1 16,-2 0-2-16,-1 0-106 16</inkml:trace>
  <inkml:trace contextRef="#ctx0" brushRef="#br0" timeOffset="1551.24">6983 8211 168 0,'0'0'23'0,"0"0"12"0,0 0-9 0,0 0 5 15,0 0-3-15,0 0-9 16,0 0-18-16,0 0 8 15,0 0 26-15,-7 37-10 16,7-16 4-16,0 4-10 0,0 3-5 16,0 0-5-16,2 2-4 15,1-1-5-15,2 0 2 16,-1-3-2-16,-1-4 0 16,0-3 0-16,-1-3 2 15,0-3-2-15,-1-4-30 16,-1-3-89-16,0-2-65 0</inkml:trace>
  <inkml:trace contextRef="#ctx0" brushRef="#br0" timeOffset="2455.08">7003 8443 240 0,'0'0'9'0,"0"0"20"15,0 0-26-15,0 0-1 16,0 0 9-16,-17 29 13 16,9-17-11-16,-4 1-4 15,-1 3-1-15,-1-1-1 16,-3 2 3-16,-3 0-4 0,-2 2-2 15,-4 1-3-15,-4 0 0 16,0 2-1-16,-1-1 1 16,1-3-1-16,3 0 0 15,5-3 1-15,4-5-1 0,6 0 0 16,3-3 1-16,5-1-2 16,2-2 1-16,2-1-1 15,0-2 1-15,6-1 0 16,7 0 1-16,2 0 10 15,6 0 22-15,2 0 0 0,5 0-11 16,0 0-7-16,1 4-2 16,0 4-8-16,-1 4-3 15,-4 1 0-15,-3 2-2 16,-2 1 1-16,-4 0-1 16,-5-1 0-16,-2-1 0 0,-6 1 1 15,-2-1-1-15,-2 1 0 16,-6 0 2-16,-7 2-1 15,-2 1 0-15,-3 0-1 16,-4 0 0-16,1-1 1 16,-1 1-2-16,3-3 2 15,2-4-2-15,4-1 1 0,7-5 1 16,2 0-2-16,6-2 1 16,0-2-1-16,6-1 1 15,7 0 0-15,7 0 0 16,6-7 0-16,9-3 1 0,6-2 1 15,3-1 5-15,0-2 0 16,-1 3-1-16,-5-1-3 16,-3 5-1-16,-8 0 0 15,-6 3-1-15,-4 0 0 16,-6 3 0-16,-2 1 0 0,-6-1-1 16,-3 2 0-16,0 0 7 15,-2 0 6-15,-4-1-9 16,-1 1-3-16,-1 0 0 15,1 0 3-15,2 0 9 16,0 0 2-16,3 1 0 16,1 7-12-16,1 4 0 0,0 1 0 15,0 4 0-15,3 1 2 16,4 2-3-16,-2-1-1 16,1-1 0-16,-1 0-1 15,0-1 0-15,-3 0-8 0,-1-2-47 16,-1-4-39-16,0-2-141 15</inkml:trace>
  <inkml:trace contextRef="#ctx0" brushRef="#br0" timeOffset="4391.34">7390 8380 129 0,'0'-6'26'0,"0"2"22"16,0-1 0-16,0 2-7 0,-3 1-3 16,-2-1-13-16,0 3-11 15,0 0-8-15,-4 0-1 16,-2 2 24-16,-2 7 10 16,-1 4-7-16,-1 7-6 15,-2 7-15-15,2 4-4 0,3 7-3 16,1 3-1-16,4 4 1 15,2 0 1-15,5-1 2 16,2-3 4-16,11-3-10 16,6-6 1-16,5-7-2 15,3-7 0-15,2-7 0 16,1-4 0-16,-2-5-38 0,-2-2-38 16,-3-7-91-16</inkml:trace>
  <inkml:trace contextRef="#ctx0" brushRef="#br0" timeOffset="5889.87">7464 8542 142 0,'-1'0'54'0,"-3"-4"-5"0,2 1-5 15,1-2 5-15,-1 2 6 0,2-3-10 16,0 0-16-16,0 1-9 15,0-1-10-15,5-1-1 16,3 3-3-16,2 1-1 16,3 2 1-16,-2 1-3 15,4 0-1-15,-2 7-1 0,-3 3 0 16,-1 3-1-16,-3 2 0 16,-2 2 2-16,-4 2-2 15,0 1 0-15,-3 3 1 16,-4-2-1-16,-3 1 0 15,-2-3 0-15,2-2 1 0,-2-2-2 16,2-4 1-16,0-4-5 16,2-1-6-16,2-5-8 15,2-1-13-15,4 0 1 16,0-7-41-16,0-6-19 16,7-4-13-16</inkml:trace>
  <inkml:trace contextRef="#ctx0" brushRef="#br0" timeOffset="6177.09">7620 8505 242 0,'0'0'63'0,"0"0"15"16,0 0-14-16,0 0-15 15,-33-6-21-15,19 13-1 16,3 2-3-16,0 4 3 15,1 0-8-15,4 1-6 0,0 2-5 16,5 2-3-16,1-1-3 16,0 1-1-16,7-1-1 15,3-1 0-15,3-3 1 16,2-4-2-16,2-3 1 16,3-4-12-16,0-2-25 0,0-1-17 15,0-8-26-15,-2 2-98 16</inkml:trace>
  <inkml:trace contextRef="#ctx0" brushRef="#br0" timeOffset="6398.24">7756 8644 265 0,'0'0'66'0,"0"0"19"16,0 0-23-16,-2 29-9 16,2-17-8-16,0 1-6 15,0-1-20-15,3 3-7 0,3-2-7 16,0 2-2-16,-1 2-1 15,1-2-1-15,0 1-1 16,-2 0 0-16,-1-2 0 16,-3-3-26-16,0-2-35 15,0-5-13-15,0-2-46 16,-3-2 16-16,-1-8-129 0</inkml:trace>
  <inkml:trace contextRef="#ctx0" brushRef="#br0" timeOffset="6550.1">7741 8585 279 0,'0'0'7'0,"0"0"44"16,0 0-20-16,0 0-27 15,0 0-4-15,0 0-2 16,0 0-29-16,0 0-63 0</inkml:trace>
  <inkml:trace contextRef="#ctx0" brushRef="#br0" timeOffset="6843.25">7989 8548 450 0,'0'0'2'16,"0"0"38"-16,0 0-39 0,42-3 7 15,-25-1 14-15,2 1-4 16,0 0-12-16,1 0-4 15,0-1-1-15,-1 1-1 16,-3 0-14-16,-1-2-53 16,-3-2-93-16</inkml:trace>
  <inkml:trace contextRef="#ctx0" brushRef="#br0" timeOffset="7425.36">8269 8419 290 0,'0'0'48'15,"0"0"20"-15,0 0-24 16,30-25 1-16,-18 23-14 16,-2 2-13-16,1 1-7 0,1 6-1 15,0 4-4-15,-4 1-3 16,-1 4-1-16,-2 1-1 15,-3 0 0-15,-2 0-1 16,0 0 0-16,0-1 1 16,-2-4-1-16,-3-2 0 0,0-2-1 15,2-1-2-15,-3-5-2 16,3-1 1-16,0-1 4 16,1 0 0-16,2-5 0 15,0-3 0-15,2-2 0 16,5-3 0-16,2-1 0 15,0-2-1-15,1 1 1 0,-3-1 1 16,-2 3-1-16,0 0 0 16,-4 4 1-16,-1 0 5 15,0 2 7-15,0 1 11 16,-1 1 5-16,-5 2-8 0,2 3-8 16,-3 0-1-16,2 0-6 15,-2 5-2-15,1 5-1 16,1 5 1-16,0 0 0 15,3 1 1-15,0 4-1 16,2-2-1-16,0 1-2 16,2-1 0-16,5-3-1 0,3-2 0 15,0-3 0-15,3-4 0 16,4-4-3-16,-2-2-14 16,3 0-17-16,1-7-25 15,-4-3-25-15,0-3-98 16</inkml:trace>
  <inkml:trace contextRef="#ctx0" brushRef="#br0" timeOffset="8059.73">8119 8320 152 0,'0'0'46'0,"0"0"-7"0,0 0-1 0,0 0-2 15,0 0 1-15,0 0 11 0,0 0-15 16,0 0-9-16,0 0-10 15,0 0-10-15,0 0 10 16,39-21 14-16,-9 12-8 16,3 0-4-16,3-3-6 0,1 2-7 15,-2 2-1-15,-3 1-2 16,-5 1 1-16,-5 4-1 16,-4 1-15-16,-6 0-40 15,-4-1-91-15,-7-2-121 16</inkml:trace>
  <inkml:trace contextRef="#ctx0" brushRef="#br0" timeOffset="8557">8289 8535 123 0,'0'0'37'0,"0"0"-15"0,0 0-14 16,0 0-3-16,-3 31-4 15,0-25-1-15,-1-2-175 16</inkml:trace>
  <inkml:trace contextRef="#ctx0" brushRef="#br0" timeOffset="9132.83">8528 8193 237 0,'0'0'6'0,"0"0"39"0,0 0 3 0,0 0 7 16,0 0-26-16,0 0-23 0,0 0 23 16,19 28 7-16,-4-9-9 15,3 5-11-15,-1 6-6 0,-2 6-3 16,-2 6-3-16,-7 2-3 15,-5 2 1-15,-1-3-2 16,-7-1 0-16,-6-8-2 16,-3-4-8-16,-3-5-8 15,1-5-28-15,-3-5-88 0,3-5-128 16</inkml:trace>
  <inkml:trace contextRef="#ctx0" brushRef="#br0" timeOffset="9445.32">8850 8177 335 0,'0'0'61'0,"-37"21"-24"16,21 0 8-16,-1 6-10 0,3 3-2 15,4 3-4-15,4 3-4 16,6 1-8-16,0 2-10 16,9-3-6-16,7-1 1 15,3-3-2-15,2-6 0 16,2-6-24-16,1-7-65 15,-2-10-133-15</inkml:trace>
  <inkml:trace contextRef="#ctx0" brushRef="#br0" timeOffset="10003.87">9020 8203 382 0,'0'0'73'16,"0"0"-54"-16,0 0-10 16,0 0 4-16,-7 28 5 15,10-16 0-15,4 0-8 16,2 0-4-16,1-1-4 0,0-1-1 15,-2-1-1-15,2-3 0 16,0-2-1-16,0-4-25 16,-1 0-10-16,2-5 6 15,-4-5 14-15,-2-3-12 16,0-2 17-16,-4 2 10 16,-1 2 2-16,0 2 2 0,0 3 11 15,0 4 18-15,-3 2 3 16,0 0-10-16,3 9-20 15,0 5 3-15,0 4 12 16,2 2-4-16,4 5-6 0,2 1 1 16,1 3 1-16,0-1-7 15,-2-1-1-15,0-2-3 16,-4-3 0-16,1-6-1 16,-4-3 1-16,0-3 0 15,-4-4 1-15,-6-2 0 0,-3 0 0 16,-2-3-2-16,-2 1 0 15,-1-2 1-15,1 0-2 16,2 0 0-16,3-2-8 16,4-3-12-16,3 1-16 15,2-1-7-15,3 1-50 0,0-1-49 16,5-1-60-16</inkml:trace>
  <inkml:trace contextRef="#ctx0" brushRef="#br0" timeOffset="10239.23">9307 8457 365 0,'0'0'55'0,"0"0"-42"0,0 0 34 0,0 33-11 16,0-21-13-16,0 1-16 15,3 0-4-15,-3-1-3 16,0 0 1-16,0 0 0 16,0-3-24-16,0-1-49 15,0-6-87-15,0-2-121 0</inkml:trace>
  <inkml:trace contextRef="#ctx0" brushRef="#br0" timeOffset="10425.2">9252 8376 370 0,'0'0'83'16,"0"0"-27"-16,0 0-32 16,0 0-14-16,0 0-9 0,0 0-2 15,0 0-11-15,0 0-103 16,0-13-214-16</inkml:trace>
  <inkml:trace contextRef="#ctx0" brushRef="#br0" timeOffset="10894.54">9402 8380 366 0,'0'0'12'0,"0"0"59"0,35-28-30 16,-15 19-5-16,3 0-16 16,6 1-5-16,1 2-8 15,-1 1-5-15,0 2-2 16,-1 0 0-16,-1 3-28 0,-4-4-58 16,-1-2-102-16</inkml:trace>
  <inkml:trace contextRef="#ctx0" brushRef="#br0" timeOffset="11417.19">9835 8165 449 0,'0'0'44'0,"0"0"-36"16,0 0 0-16,0 0 4 15,6 35 9-15,4-24-2 16,1 1-8-16,2-4-7 16,2 2-1-16,-2-3-3 15,-1-4 1-15,3-3-1 0,-2 0 0 16,0-5-6-16,-3-8-4 16,0-3 1-16,-3-3 1 15,-3 1-2-15,-1 1 6 16,-1 3 4-16,-2 3 0 15,0 3 1-15,0 5 2 0,-2 3 10 16,1 0 3-16,1 10-12 16,0 5 4-16,0 3 9 15,6 4 3-15,3 1-7 16,1 0-4-16,1 0-4 16,1-2-1-16,-2-1-3 0,0-2 0 15,-5-3-1-15,-1-1 0 16,-4-3 1-16,0 0 0 15,-7-1 0-15,-5-3 1 16,-7 3-2-16,-2-2 0 16,-3 2 0-16,0-3-1 15,0 1-10-15,2-3-11 0,0-2-7 16,5-1-15-16,4-2-22 16,1-2-61-16,4-11-48 15</inkml:trace>
  <inkml:trace contextRef="#ctx0" brushRef="#br0" timeOffset="11705.3">9648 8071 290 0,'0'0'37'0,"0"0"44"0,0 0-42 0,0 0-20 0,0 0-5 16,35-17 6-16,-11 11-3 15,1-1-11-15,5-1-4 16,4 1-1-16,-2-2 1 0,-1 2-2 15,0-1-27-15,-6-2-88 16,-2-1-110-16</inkml:trace>
  <inkml:trace contextRef="#ctx0" brushRef="#br0" timeOffset="12017.9">10224 7888 448 0,'0'0'58'0,"0"0"-46"15,43 42 17-15,-25-12 6 16,-3 10-9-16,-1 8-14 16,-7 6-4-16,-6 4-6 15,-1 0-1-15,-8 2-1 16,-9-5-3-16,-4-4-50 0,-6-7-27 16,-6-6-85-16</inkml:trace>
  <inkml:trace contextRef="#ctx0" brushRef="#br0" timeOffset="12908.04">6818 9372 200 0,'0'0'0'0,"0"0"16"0,0 0 24 16,0 0-12-16,0 0-20 15,0 0-7-15,0 0 12 16,31-15 22-16,-1 8 9 15,9-2-5-15,11-6-3 16,10-1-11-16,17-3-2 0,15-4-3 16,15-2-7-16,13-3-4 15,17-4 0-15,14-1-3 16,9-5-2-16,13-4 0 16,9-3 1-16,9-3-3 15,3-2 2-15,5-3 0 0,3 0-2 16,0 0 3-16,0 2-1 15,-5 1-2-15,-2 2 1 16,-9 4 1-16,-10 1-3 16,-12 5 1-16,-16 3 0 15,-16 5-2-15,-21 5 2 16,-19 7-1-16,-21 5 0 0,-19 7-1 16,-16 4-1-16,-17 2-46 15,-15-2-97-15</inkml:trace>
  <inkml:trace contextRef="#ctx0" brushRef="#br0" timeOffset="16017.74">6798 10123 256 0,'0'0'122'0,"0"0"-94"0,20 37-28 15,-7-16 15-15,6 4 26 0,2 3-8 16,7 1-9-16,1 4-6 16,2 0-8-16,3 1-3 15,-2 0-5-15,-2-3 1 16,-3-3-3-16,-4-8 2 0,-6-6-2 16,-5-7 0-16,-2-7 1 15,-5-3 15-15,-2-13 16 16,-1-7-21-16,0-7-5 15,-2-8-5-15,-2-10 1 16,-5-12-1-16,0-8-1 16,-1-11 0-16,-2-7 0 0,2-1-7 15,-2 3-3-15,1 10 1 16,-1 10 8-16,2 13 2 16,1 15-2-16,0 11 1 15,1 8 0-15,2 7 0 16,3 3 0-16,-1 6 0 0,2 1 0 15,0 0-5-15,0 1 4 16,0 6 0-16,0-1 2 16,2 0-2-16,1 1 1 15,2-2 0-15,2-2 0 16,3 0 0-16,3-2 0 0,9-1 0 16,5 0 0-16,14-9 0 15,13-5 0-15,16-5 0 16,18-6-1-16,14-5 2 15,19-3-1-15,14-3 0 16,12-5 0-16,7 0 0 0,5-4 0 16,2 1 0-16,-5-1-1 15,-9 2 1-15,-6 4 1 16,-11 0-1-16,-9 3 0 16,-11 2 0-16,-10 2 0 15,-7 1 1-15,-10 4-2 0,-10 3 1 16,-11 5-2-16,-12 4-5 15,-12 5-2-15,-11 4 3 16,-11 3-3-16,-7 2-7 16,-5 1-1-16,-4 0-8 15,0 0-4-15,-3 0-19 0,-7 0-97 16</inkml:trace>
  <inkml:trace contextRef="#ctx0" brushRef="#br0" timeOffset="16667.53">7603 9739 198 0,'-8'-8'19'0,"3"1"4"0,-2 0 5 0,4 1-2 16,-2 2-8-16,3 1 5 16,0 0-5-16,-1 2 6 15,3 0-5-15,-2 1-2 16,2 0-6-16,0 0-10 0,0 4-1 15,0 4 6-15,5 5 20 16,1 2-7-16,0 3-7 16,4 3-8-16,-3 1-1 15,1 0-3-15,-1-1 0 16,1 2 0-16,-4-3 0 16,-1-1-37-16,-1-3-67 0,-2-5-29 15</inkml:trace>
  <inkml:trace contextRef="#ctx0" brushRef="#br0" timeOffset="17341.29">7597 9904 258 0,'0'0'26'15,"0"0"25"-15,0 0 0 0,0 0-8 16,0 0-10-16,0 0-12 15,0 0-12-15,0 0-6 16,17-18-2-16,-17 27 1 16,0 3-1-16,-7 2 0 15,-5 1 0-15,-2 1 1 16,-2 2-2-16,-3 0 1 0,-2 1-1 16,-5 1 0-16,1 1 2 15,-2-1-2-15,4-1 0 16,3-2 0-16,4-3 0 15,7-3 0-15,5-4 1 16,4-1-2-16,0-4-1 0,7-2 2 16,6 0 0-16,4 0 0 15,3 0 0-15,5-2 0 16,-1-1 0-16,1 0 0 16,-2 3 2-16,-3 0-4 15,-6 0 4-15,-3 6-4 0,-5 4 2 16,-5 2 0-16,-1 3 2 15,-4 1-2-15,-8 4 0 16,-2-2 0-16,-1 0 0 16,-2 2 0-16,-1-2 0 15,-2 2 0-15,2-2 0 0,-1 0 0 16,4-1 0-16,4-2 0 16,4-4 0-16,4-2 0 15,3-4 0-15,1-2-2 16,10-3 2-16,4 0 0 15,2-6 2-15,7-2-4 0,-1-3 4 16,-1 1-2-16,2 1 0 16,-6 0 0-16,0 5 4 15,-5 0 6-15,0 4 3 16,-6 0-2-16,2 0 0 16,-4 6-1-16,0 4-1 0,1 0 0 15,-3 5-3-15,-2-1-4 16,2 0-1-16,0 2-1 15,0-2 0-15,-2 0-16 16,1-4-48-16,-1-3-85 16,-1-3-106-16</inkml:trace>
  <inkml:trace contextRef="#ctx0" brushRef="#br0" timeOffset="17682.14">7865 9798 390 0,'0'0'2'0,"-27"38"33"0,14-9-12 16,2 6 22-16,5 4-12 0,4 2-7 16,2-1-5-16,0-1-12 15,8-1-7-15,4-3-2 16,4-2 1-16,0-4-2 16,3-4-7-16,-2-6-41 15,-1-5-46-15,-2-8-74 16</inkml:trace>
  <inkml:trace contextRef="#ctx0" brushRef="#br0" timeOffset="18267.87">7972 9946 326 0,'0'0'64'0,"0"0"-5"16,-2-34-13-16,5 26-21 15,6 0-8-15,1 3-4 16,3 4-7-16,0 1-3 16,0 1-1-16,0 9-2 15,-3 3 1-15,-1 1-1 0,-5 2 0 16,-2 2 1-16,-2-1-2 15,0 0 2-15,0 0-1 16,-5 0 0-16,-1-1-1 16,0-4-2-16,1 1-6 15,0-5 1-15,1-1 2 0,1-4 1 16,2-3 4-16,1 0 1 16,0-3 0-16,0-7 1 15,3-2-1-15,4-4-1 16,1-1 2-16,3-1-1 15,-3-1 1-15,-1 0 0 0,1-1 1 16,-3 1 1-16,0 1 2 16,-4 1 7-16,-1 4 5 15,0 4 5-15,0 1 4 16,0 3-4-16,-1 4-4 16,-4 1-6-16,1 0-6 0,1 8-3 15,0 5-2-15,1 4 0 16,1 2 2-16,1 2 0 15,0 1 1-15,2 0-3 16,4-1 1-16,2-1-3 16,1-2 2-16,1 0-2 15,2-1 1-15,-1-3-8 0,2-2-26 16,-1-2-38-16,0-5-20 16,-2-2-89-16</inkml:trace>
  <inkml:trace contextRef="#ctx0" brushRef="#br0" timeOffset="18463.3">8232 10090 305 0,'0'0'94'0,"0"0"-17"0,0 0-53 0,0 0 2 16,0 0 10-16,0 0-18 0,0 0-3 16,0 0-10-16,2 37-4 15,1-24-1-15,0 1 1 16,-1 0-3-16,-1-2-39 15,-1-1-49-15,0-4-86 16</inkml:trace>
  <inkml:trace contextRef="#ctx0" brushRef="#br0" timeOffset="18630.84">8197 9962 297 0,'0'0'5'16,"0"0"32"-16,0 0-24 16,0 0-13-16,0 0 0 15,0 0-2-15,0 0 3 16,0 0-27-16,4-3-67 0</inkml:trace>
  <inkml:trace contextRef="#ctx0" brushRef="#br0" timeOffset="18879.74">8371 9950 415 0,'0'0'14'15,"0"0"4"-15,33-7-17 16,-14-2 1-16,3-3 3 16,1-1 2-16,-1 0-6 15,-1 0 0-15,0 0-16 0,-6-1-102 16,-2 0-50-16</inkml:trace>
  <inkml:trace contextRef="#ctx0" brushRef="#br0" timeOffset="19446.13">8572 9772 332 0,'0'0'61'0,"0"0"17"15,0 0-38-15,13-34 7 0,-4 29-13 16,2 1-13-16,0 3-14 15,2 1-3-15,-3 0-3 16,0 4 1-16,-2 5-2 16,-1 2 0-16,-1 2 0 0,-3 2 0 15,-2 2 0-15,-1 0 0 16,0 1 0-16,0 0 1 16,0-2-2-16,0-4-4 15,0-2-3-15,0-3-3 16,0-3 3-16,0-2 3 15,0-2 3-15,0-2 4 0,0-8-2 16,5-2 0-16,2-4 0 16,0-3 0-16,-1-1 0 15,2-1 1-15,-2-2-1 16,-1 2 0-16,0 1 0 16,-3 1 1-16,-2 4 4 0,0 2 12 15,0 3 6-15,-4 3 4 16,-1 2-4-16,-3 5-7 15,1 0-4-15,0 3-4 16,0 7-1-16,3 5 0 16,1 2 1-16,3 1-2 15,0 2-2-15,1 1 0 0,6-1-4 16,6-2 0-16,-1-1 0 16,1-4 0-16,1-5-9 15,2-3-26-15,0-3-20 16,-1-2-50-16,-1-9-93 0</inkml:trace>
  <inkml:trace contextRef="#ctx0" brushRef="#br0" timeOffset="19812.88">8465 9645 228 0,'0'0'30'0,"0"0"39"0,0 0-3 15,0 0-7-15,0 0-16 16,0 0-8-16,0 0-19 0,0 0-11 16,0 0-1-16,47-28 2 15,-17 16-6-15,1-1 1 16,0 1-2-16,-4-1-63 15,-4-3-147-15</inkml:trace>
  <inkml:trace contextRef="#ctx0" brushRef="#br0" timeOffset="20490.2">8788 9450 204 0,'0'0'10'0,"0"0"46"0,0 0-6 16,0 0 7-16,0 0-4 15,0 0-21-15,0 0-24 16,0 0 11-16,32 22 11 16,-15 6-6-16,2 8-6 0,-2 10-9 15,-4 5-2-15,-4 5-4 16,-3-1-3-16,-6-4 1 15,0-6-2-15,0-5 0 16,-9-9-7-16,1-8-28 16,-2-8-34-16,-1-5-107 0</inkml:trace>
  <inkml:trace contextRef="#ctx0" brushRef="#br0" timeOffset="21050.15">8840 9376 200 0,'0'0'24'0,"0"0"26"0,0 0-6 0,0 0 8 16,0 0-6-16,-25-31-7 16,22 24-12-16,3 0-10 15,0-3-7-15,3 2-7 16,4 0 0-16,3 1-3 0,0 2 1 16,0 4-1-16,2 1 0 15,-2 4 0-15,-1 8 0 16,-2 4 0-16,-2 1 0 15,-1 5 0-15,-4-1 0 16,0 0 0-16,0-1 0 0,-3-3 0 16,0-4 0-16,0-1 0 15,2-5-1-15,1-6 1 16,1-1-5-16,11 0-1 16,4-5-5-16,3-4-20 15,5-2-29-15,2-4-70 0</inkml:trace>
  <inkml:trace contextRef="#ctx0" brushRef="#br0" timeOffset="21377.22">9440 9186 393 0,'0'0'16'0,"0"0"25"0,0 0-37 15,0 0 2-15,-5 33 8 16,10-12 7-16,2 1-8 16,2 4-10-16,-2 0-2 15,0 1-1-15,2-2-3 0,-6-2-72 16,-2-6-100-16</inkml:trace>
  <inkml:trace contextRef="#ctx0" brushRef="#br0" timeOffset="22018.92">9473 9352 285 0,'0'0'19'0,"0"0"7"16,0 0-18-16,-24 30 38 15,12-16-15-15,-1 2-7 16,-2 1-8-16,1 1-9 15,-2-2-4-15,0 2-2 16,-2 0-1-16,1-2 1 16,2-2-1-16,2-4 0 0,3 0 1 15,4-6-1-15,5-1 0 16,1-3 0-16,3 0 0 16,8-2 0-16,5-2 1 15,-1-2-1-15,4 0 0 16,0 2 1-16,-2 1-1 0,-3 3 2 15,-4 0 2-15,-5 9 2 16,-3 4-5-16,-2 4 1 16,-6 3 0-16,-5 2 0 15,-3 3-1-15,-3-1-1 16,0 0 0-16,1-1 1 0,-1-3-1 16,4-2 0-16,1-5 1 15,5-2-1-15,3-4-1 16,4-2 1-16,0-3 0 15,10-2 0-15,4-2 0 16,5-5 1-16,4-3-2 16,3-2 2-16,1 0-1 0,1 0 1 15,-4 2 4-15,-2 2 19 16,-5 5 0-16,-1 1-7 16,-8 2-9-16,-1 4-4 15,-3 7 1-15,-3 2 12 0,-1 4 2 16,0 4-5-16,2-1-2 15,-2 2-7-15,0-1-5 16,0 0 1-16,0-1-1 16,0-4 0-16,0 1-26 15,1-4-40-15,-1-3-34 16,0-5-91-16</inkml:trace>
  <inkml:trace contextRef="#ctx0" brushRef="#br0" timeOffset="22566.35">9742 9211 251 0,'0'0'5'0,"0"0"50"16,-32 28 0-16,20-3 9 0,2 6-25 15,2 2 3-15,4 3-15 16,4-3-10-16,1 0-5 16,11-5-6-16,4-3-5 15,1-3 0-15,3-3-1 16,0-2-4-16,0-7-54 15,-2-5-62-15,-2-5-64 0</inkml:trace>
  <inkml:trace contextRef="#ctx0" brushRef="#br0" timeOffset="26109.94">9868 9271 129 0,'0'0'129'0,"0"0"-57"16,0 0-1-16,0 0-19 16,0 0-10-16,0 0-21 15,0 0-17-15,0 0 7 0,0 0 3 16,0 0-1-16,-3 40-2 16,11-27-5-16,0-2-2 15,1-1-2-15,-1-3-1 16,1-3 0-16,-2-4 0 15,2 0-1-15,-1-2-1 16,-1-8-11-16,-2-4 2 0,0-3 3 16,-1-1-1-16,-3-2 5 15,-1 2 2-15,0 1 0 16,0 4 1-16,0 3 0 16,0 5 5-16,0 4 14 15,0 1-2-15,0 8-12 0,0 5 0 16,0 5 14-16,4 5-1 15,4 5-8-15,-1 0-5 16,1 2-1-16,0-1 0 16,1-2 0-16,-4-3-3 15,-2-4 0-15,-1-4 1 0,-2 0-1 16,0-7 0-16,0 1 1 16,-5-4-1-16,-4 2 2 15,-2-1-2-15,-3 0 0 16,-1 1 0-16,-3-1-1 15,3 1 0-15,-2 1-1 16,4-3-8-16,3-1-15 0,3-2-18 16,3-1-34-16,3-2-45 15,1-1-76-15</inkml:trace>
  <inkml:trace contextRef="#ctx0" brushRef="#br0" timeOffset="26362.02">10107 9482 217 0,'0'0'197'0,"0"0"-178"0,0 0 26 0,0 0 17 15,12 37-25-15,-8-28-16 16,1 2-12-16,-2-1-6 0,2 0-1 15,0 2-1-15,-4-3 0 16,-1-1-4-16,0-1-32 16,0-2-43-16,0-4-29 15,-4-1-57-15</inkml:trace>
  <inkml:trace contextRef="#ctx0" brushRef="#br0" timeOffset="26548.72">10090 9409 261 0,'0'0'24'0,"0"0"37"0,0 0-16 15,0 0-17-15,0 0-18 16,0 0-10-16,0 0 0 16,0 0-27-16,-3-12-125 15</inkml:trace>
  <inkml:trace contextRef="#ctx0" brushRef="#br0" timeOffset="26828.94">10224 9271 473 0,'0'0'12'15,"0"0"27"-15,0 0-30 16,0 0-2-16,0 0 6 16,43-28 7-16,-24 20-14 15,2 0-4-15,0 3-2 0,-2-2-22 16,0-1-66-16,-4-2-114 15</inkml:trace>
  <inkml:trace contextRef="#ctx0" brushRef="#br0" timeOffset="27309.93">10488 9085 417 0,'0'0'14'15,"0"0"41"-15,0 0-25 16,0 0 17-16,0 0-24 0,0 0 1 16,0 0-7-16,0 0-7 15,25 35-4-15,-12-29-5 16,3 1 1-16,-4-4-1 16,0-1 0-16,-1-2-2 0,-1 0-6 15,-2-5-1-15,-3-7 3 16,0 1 0-16,-4-3 1 15,-1 1 3-15,0 2 0 16,0 2 2-16,0 3-1 16,-1 1 5-16,0 5 7 0,1 0-2 15,0 8-10-15,0 2 3 16,5 7 0-16,2 2 0 16,1 2 0-16,-1 2-1 15,0 1 0-15,0 1-1 16,-1-2-1-16,-3-1 1 15,0-3 0-15,-3-2 0 0,0-4 0 16,0-1-1-16,-7-4 1 16,-1-1-1-16,-2-2 1 15,-1 0 0-15,-5-2-1 16,-1 2 1-16,1-2-2 16,-3-2-5-16,-1 1-20 0,1-2-34 15,0 0-64-15,2-3-102 16</inkml:trace>
  <inkml:trace contextRef="#ctx0" brushRef="#br0" timeOffset="27654.29">10307 9022 309 0,'0'0'56'0,"0"0"4"0,0 0-19 15,0 0 5-15,0 0-22 16,0 0-8-16,0 0-5 15,0 0 12-15,0 0-4 16,33-7-13-16,-9-2-3 0,1-3-2 16,0-1-1-16,0 2 0 15,-2-1 0-15,-2 1-12 16,-1 0-72-16,-5-1-91 16</inkml:trace>
  <inkml:trace contextRef="#ctx0" brushRef="#br0" timeOffset="28003.02">10718 8862 453 0,'0'0'57'0,"0"0"10"16,33-7-40-16,-15 16 3 15,1 9-7-15,0 9-4 0,-5 9-8 16,-2 5-3-16,-3 6-3 15,-8 2-3-15,-1 0-1 16,-5-2 0-16,-8-6-1 16,-2-3-10-16,-4-5-12 15,-3-5-14-15,2-7-34 0,0-6-77 16,0-6-115-16</inkml:trace>
  <inkml:trace contextRef="#ctx0" brushRef="#br0" timeOffset="28516.06">10763 8699 338 0,'0'0'65'0,"0"0"-12"0,0-32-14 0,8 23-14 0,1 3-6 15,1 3-8-15,1 3-5 16,0 0-3-16,1 5-1 16,-5 8-2-16,-2 4 0 15,-1 2 0-15,-4 3 1 16,0 1-1-16,-2 0-1 16,-4-3 1-16,2-2-2 0,-1-3-2 15,2-3 1-15,3-6 0 16,0-2 0-16,1-3 2 15,10-1 1-15,7-1 0 16,2-8 1-16,4 1 0 16,4-2-1-16,-1 0 0 0,0 0-10 15,-6 2-55-15,-2 0-62 16</inkml:trace>
  <inkml:trace contextRef="#ctx0" brushRef="#br0" timeOffset="29564.62">9594 8942 52 0,'0'0'44'0,"0"0"13"0,0 0-18 15,0 0-5-15,0 0 2 16,0 0-12-16,0 0-5 16,0 0-2-16,0 0-4 0,0 0-2 15,0 0-6-15,0 0-3 16,0 0-2-16,-14-6 1 15,18 6 1-15,2 0 7 16,4-3 5-16,1 1 4 16,4-1 2-16,5-3 2 15,7-1-6-15,7-3-5 0,6-3 0 16,6-1 7-16,10-4-2 16,8-2-7-16,6-3 1 15,7-3 0-15,6-4-3 16,4 2-3-16,1-2-1 0,0 2-1 15,-4 2 1-15,-7 3-1 16,-7 6-2-16,-10 2 2 16,-8 4-1-16,-11 5-1 15,-11 2 1-15,-7 2-1 16,-7 2 0-16,-6 0 0 0,-5 0-1 16,-2 0-14-16,-1 2-36 15,-2-2-49-15,0-2-102 16</inkml:trace>
  <inkml:trace contextRef="#ctx0" brushRef="#br0" timeOffset="36040.87">7311 11315 199 0,'0'0'38'0,"0"0"7"16,0 0-8-16,0 0 20 16,0 0-12-16,0 0-3 0,0 0-12 15,0 0 5-15,-13-30-7 16,13 23-8-16,0-2-1 15,0 0-6-15,6 1-4 16,5 1-5-16,2 3-1 16,4 3 0-16,0 1-3 0,-1 2 1 15,1 9-1-15,-1 4 1 16,-3 2-1-16,-3 1 0 16,-3 2 0-16,-4 0 0 15,-3 0 0-15,0-1 0 16,-4-1 0-16,-6-1 0 15,-2 0 0-15,-2-1 0 0,-1-2-1 16,-1-1-2-16,1-3-5 16,2-2-4-16,3-3-12 15,0-4-13-15,6-1-8 16,4-1 6-16,0-8-22 16,9-4-76-16,3-4-12 0</inkml:trace>
  <inkml:trace contextRef="#ctx0" brushRef="#br0" timeOffset="36516.37">7506 11222 277 0,'0'0'97'0,"0"0"-25"0,0 0-11 16,0 0 1-16,0 0-22 0,-37-22-15 15,24 32-7-15,-1 4-7 16,1 4-1-16,1 4-3 16,2 3 1-16,2-1 0 15,3 2-3-15,1-2-4 16,4 0 1-16,0-4-3 0,7 0 3 16,4-5-2-16,5-5 0 15,4-4 0-15,2-4-2 16,2-2-7-16,2-2-6 15,0-6-8-15,-2-2-13 16,-5 2 6-16,-4 1 12 0,-5 2 14 16,-5 0 4-16,-3 4 1 15,-2-1 14-15,0 2 16 16,0 0-7-16,-4 9-3 16,1 1-3-16,0 4 0 15,1 3-8-15,2 0-5 0,0 4-3 16,0 0-1-16,2 1 0 15,1 1-1-15,0-2 0 16,-2 1-1-16,2-3-16 16,-2-4-22-16,-1-5-40 15,0-3-55-15,0-7-80 0</inkml:trace>
  <inkml:trace contextRef="#ctx0" brushRef="#br0" timeOffset="36718.92">7597 11320 336 0,'0'0'68'0,"0"0"12"0,-14-32-10 0,14 26-36 0,0 3-20 15,0 3-11-15,0 0-3 16,4 6-3-16,0 2-46 15,-1 0-83-15,0-2-220 16</inkml:trace>
  <inkml:trace contextRef="#ctx0" brushRef="#br0" timeOffset="37735.46">7890 11341 286 0,'0'0'63'0,"0"0"-23"0,0 0-18 0,0 0-19 16,0 0-1-16,38-1 21 16,-3-4 10-16,13-2-4 0,8-5-2 15,7-1-5-15,7-2-6 16,3-3-2-16,-1 1-4 16,-4 1-4-16,-6 1-3 15,-7 1-1-15,-9 3-2 16,-11 2 0-16,-11 3 0 15,-7 2 0-15,-6 0-1 0,-8 3-9 16,-3 1-16-16,-2 0-4 16,-8 0-44-16,-2 0-76 15,-2 0-45-15</inkml:trace>
  <inkml:trace contextRef="#ctx0" brushRef="#br0" timeOffset="37998.28">8525 11054 282 0,'0'0'29'0,"0"0"43"15,0 0-14-15,0 0-36 16,0 0-20-16,0 0 21 0,35 2 8 15,-13 7-8-15,2 0-9 16,2 3-7-16,-2 0-5 16,1 0-1-16,-3 0-1 15,-2-2-40-15,-5-4-47 16,2-2-88-16</inkml:trace>
  <inkml:trace contextRef="#ctx0" brushRef="#br0" timeOffset="38176.05">8770 11127 325 0,'0'0'79'15,"0"0"-38"-15,-37 36-1 16,22-15-3-16,0 2-10 16,-2 4-15-16,-1-1-10 15,2 2-1-15,-1-1-2 0,1-3-58 16,-2-5-115-16</inkml:trace>
  <inkml:trace contextRef="#ctx0" brushRef="#br0" timeOffset="38898.3">9107 10727 228 0,'0'0'107'0,"0"0"-52"15,0 0 5-15,0 0-1 0,0 0-26 16,0 0-24-16,0 0 10 16,0 0 3-16,10 33-10 15,-3-15-6-15,1 0-4 16,4 1-1-16,1-2 0 15,0-3-1-15,3-3 0 0,-2-4-1 16,4-5-13-16,-2-2-13 16,1-6-9-16,-4-5 0 15,-2-4 12-15,-3-2 8 16,-4-1 4-16,-1 1 8 16,-3 1 2-16,0 3 2 0,-3 3 9 15,0 3 15-15,-1 6 11 16,0 1-10-16,2 3-12 15,1 9-5-15,1 5 16 16,0 4-5-16,3 4-6 16,5 1-4-16,2 3 0 15,-1-1-2-15,2 1-2 0,-2 0-1 16,-3-2-1-16,0-4-2 16,-3-1 1-16,-3-6-1 15,0-4-1-15,-3 0 1 16,-7-4 0-16,-4-2-1 0,-3 1 2 15,-3-4-3-15,-3 1 2 16,-2-1-2-16,1-2-5 16,1 1-16-16,3-1-9 15,2 1-7-15,7-2-26 16,3 0-30-16,4 0-96 0</inkml:trace>
  <inkml:trace contextRef="#ctx0" brushRef="#br0" timeOffset="39205.68">9502 11039 429 0,'0'0'37'15,"0"0"47"-15,0 0-52 0,0 0 2 0,0 0-11 16,-15 35-6-16,15-21-6 0,0 1-7 16,0 2-2-16,3-1-1 15,0-1 0-15,0 0-1 16,0-2-17-16,-2-1-41 15,-1-4-80-15,0-5-137 16</inkml:trace>
  <inkml:trace contextRef="#ctx0" brushRef="#br0" timeOffset="39375.05">9449 10948 432 0,'0'0'2'0,"0"0"-2"16,0 0-66-16,0 0-257 15</inkml:trace>
  <inkml:trace contextRef="#ctx0" brushRef="#br0" timeOffset="69081.23">12269 9004 177 0,'0'0'113'0,"0"0"-16"0,0-3-43 0,-1 3-11 0,1-2-5 16,0 2 3-16,0 0-20 0,8-2-8 15,5 0-9-15,5 0 0 16,3 0 4-16,3-1-2 16,3 1-3-16,-4 1-2 15,0 2 0-15,-3-1-1 16,-3 0 0-16,-3 0-14 0,-5 2-32 15,-3 4-42-15,-6-2-21 16,0 2-86-16</inkml:trace>
  <inkml:trace contextRef="#ctx0" brushRef="#br0" timeOffset="69279.5">12283 9130 330 0,'0'0'33'0,"0"0"-27"16,0 0 37-16,0 0 9 0,0 0-1 16,44 3-15-16,-23-3-19 15,2 1-11-15,2 0-5 16,0 0-1-16,-2 1 1 16,-1 1-31-16,-2-3-59 15,-1 0-116-15</inkml:trace>
  <inkml:trace contextRef="#ctx0" brushRef="#br0" timeOffset="72060.92">14206 8449 269 0,'0'-3'20'0,"0"0"36"0,0 2-35 0,0 1-17 16,0 0-6-16,0 4 2 15,0 4 2-15,0 4 7 16,1 4 5-16,-1 2 8 0,0 7-4 16,0 3-6-16,0 5-6 15,-1 2-3-15,-2 1-2 16,-2-1 0-16,3-2-1 16,0-2-24-16,1-6-37 15,1-7-53-15,0-8-99 0</inkml:trace>
  <inkml:trace contextRef="#ctx0" brushRef="#br0" timeOffset="72826.25">14189 8685 332 0,'0'0'12'0,"0"0"21"0,0 0-2 16,0 0-31-16,0 0 1 16,0 0 3-16,-33 15 10 15,21 0-6-15,-1 1-4 16,-6 3-1-16,0-1-2 16,-2 0 0-16,-3-1 0 15,0-2 0-15,-2-2 0 0,0-3-1 16,-1 0 1-16,-1-2 0 15,5-1 0-15,5-1-1 16,4-3 0-16,6 1 0 16,5-1 0-16,3 0-2 0,9 0 1 15,10 1 6-15,6-1 0 16,7 4 4-16,2-2-1 16,3 5 3-16,-4 1-5 15,-6 4 0-15,-5 3-3 16,-9 2 0-16,-11 5-3 0,-1 1 0 15,-14 1-3-15,-9 1 7 16,-8 0-2-16,-7-2-1 16,-1-1 1-16,-6 1-1 15,0-3-1-15,1-3 0 16,2-1 1-16,4-3 0 0,8-2 0 16,6-3 1-16,9-3 3 15,7 0-4-15,7-3-1 16,8 0 1-16,12-2 6 15,9-2-2-15,7-1-1 16,9 0-1-16,4-2-1 16,5-5 0-16,-2 0 3 0,-4 1 6 15,-3 1-3-15,-8 0-2 16,-6 0-2-16,-7 2-2 16,-6 0 0-16,-4-1 1 15,-6 0 2-15,-1 0 3 16,-2 0 5-16,-4-2 3 0,1 3 3 15,-1 0 1-15,-1 1-2 16,0 2-2-16,1 0-1 16,1 2-16-16,-1 8 0 15,2 3 0-15,-1 5 3 16,1 3-2-16,1 2 1 0,-1-1-1 16,-1 0 0-16,0-2-7 15,-1-1-34-15,-1-4-39 16,0-5-42-16,-3-5-152 15</inkml:trace>
  <inkml:trace contextRef="#ctx0" brushRef="#br0" timeOffset="73247.21">14751 8768 424 0,'0'0'3'0,"-32"21"12"0,10 6 3 0,0 9 21 0,1 10-4 15,2 2-10-15,4 0-8 0,7 3-5 16,5-2-6-16,3-4-4 15,3-2-1-15,10-8 0 16,0-5-2-16,4-8-33 16,0-8-44-16,1-11-29 0,-2-4-129 15</inkml:trace>
  <inkml:trace contextRef="#ctx0" brushRef="#br0" timeOffset="73744.32">14878 8968 414 0,'0'0'1'15,"0"0"36"-15,21-36 2 16,-11 31 4-16,1 4-14 16,4 1-7-16,-3 4-7 0,-2 6-5 15,0 5-3-15,-5 1-2 16,-1 4-4-16,-4 1 0 15,0 2 0-15,-2-1 1 16,-3-1-2-16,-3-3 0 16,-1-3 0-16,2-3 0 0,0-4-8 15,0-3-2-15,3-3-2 16,-1-2 3-16,3 0 8 16,2-10-3-16,4-1-1 15,4-6-1-15,5 0 4 16,0-3 2-16,1-3 0 15,1 1 0-15,-5 1 3 0,0 2 8 16,-4 4 8-16,0 2 3 16,-5 4 3-16,-1 4 3 15,0 2-5-15,0 3-11 16,0 0-8-16,-6 3-3 16,2 7 0-16,-2 2 0 0,3 6 0 15,1 3 1-15,2 1-1 16,0 4-1-16,4-2 2 15,4 0-2-15,1-2-22 16,3-4-31-16,1-5-30 0,0-5-41 16,0-4-58-16,0-4-39 15</inkml:trace>
  <inkml:trace contextRef="#ctx0" brushRef="#br0" timeOffset="73880.2">15124 9146 213 0,'0'0'129'0,"0"0"-18"0,0 0-31 0,0 0-40 0,0 0-31 0,0 0 5 15,0 0 5-15,0 0-6 16,4 30-9-16,-2-17-3 16,-1 1 0-16,-1 2 0 15,2-1-9-15,-2-2-47 16,0-1-54-16,0-5-84 0</inkml:trace>
  <inkml:trace contextRef="#ctx0" brushRef="#br0" timeOffset="74086.06">15139 9024 383 0,'0'0'7'0,"0"0"24"15,0 0-20-15,0 0-9 0,0 0-1 16,0 0-5-16,0 0-27 15,0 0-38-15,14-22-92 16</inkml:trace>
  <inkml:trace contextRef="#ctx0" brushRef="#br0" timeOffset="74313.32">15341 9036 475 0,'0'0'23'15,"0"0"26"-15,44-2-16 16,-19 0-1-16,-1-1-12 16,4 3-10-16,-4-2-6 0,0 2-3 15,-3 0 0-15,-1 0-22 16,-2 0-45-16,-4-2-60 15,2-7-142-15</inkml:trace>
  <inkml:trace contextRef="#ctx0" brushRef="#br0" timeOffset="74836.63">15716 8905 455 0,'0'0'7'0,"0"0"29"15,34-23 7-15,-21 21-7 0,-1 2-11 16,-1 2-12-16,-1 7-5 16,-3 2-6-16,2 3 0 15,-5 2-2-15,-2 1 0 16,-1 2 0-16,-1-1 0 0,0 0 0 16,-2 0 0-16,-2-3-3 15,-1-2-9-15,2-4-3 16,0-3-2-16,-1-2 4 15,3-4 5-15,0 0 14 16,1-4-4-16,0-7-1 0,3-2 1 16,4-2 0-16,2-2-1 15,2 0 0-15,1 0 0 16,0 0 1-16,-1 2 8 16,-1 0 6-16,-3 3-2 15,-2 2 4-15,-1 2 11 0,-4 2-4 16,0 4-7-16,0 2-7 15,-3 0-7-15,-3 2-2 16,-1 6-2-16,0 2 0 16,0 6 2-16,0 0 0 15,4 2-1-15,1 1 0 16,2 0-1-16,0-1 0 0,6 0 0 16,4-3 0-16,3-4-1 15,0-2-18-15,3-4-7 16,2-3-18-16,2-2-25 15,-2-3-55-15,1-11-123 16</inkml:trace>
  <inkml:trace contextRef="#ctx0" brushRef="#br0" timeOffset="75148.69">15609 8763 387 0,'0'0'21'0,"0"0"37"0,0 0 9 0,0 0-24 15,0 0-22-15,0 0-10 0,53-25-1 16,-15 22-4-16,2 1-3 16,2 2-3-16,-3 0 0 15,-1 0-14-15,-6 0-51 16,-4 0-62-16,-6-1-124 16</inkml:trace>
  <inkml:trace contextRef="#ctx0" brushRef="#br0" timeOffset="75398.53">16113 8713 483 0,'0'0'23'0,"22"39"20"15,-12-9-2-15,-4 9-15 16,-3 4-12-16,-3 6-3 0,-6 2-5 15,-7 1-3-15,-5-3-3 16,-3-7 1-16,-2-5-1 16,-2-8-2-16,-1-8-16 15,2-3-12-15,-1-6-42 16,5-6-36-16,3-4-87 0</inkml:trace>
  <inkml:trace contextRef="#ctx0" brushRef="#br0" timeOffset="75778.98">16288 8575 446 0,'0'0'16'0,"0"0"38"15,32-30-20-15,-21 27-20 16,0 3-7-16,-1 1-4 0,-2 9-2 16,-6 2-2-16,-2 4 0 15,0 2 0-15,-8 1 2 16,-3 2-1-16,-1-2 1 15,-1-2 0-15,3-2-1 16,3-3 0-16,2-2 1 0,5-4-3 16,4-2 1-16,10-4 3 15,10 1 0-15,8-1 0 16,5 0-1-16,7 0 0 16,2 0-2-16,1 0-59 15,-3-8-84-15</inkml:trace>
  <inkml:trace contextRef="#ctx0" brushRef="#br0" timeOffset="76471.94">13596 9860 335 0,'0'0'5'0,"28"-12"10"0,-3 6 9 16,16 0 14-16,12 0-6 0,18-1 0 15,19-2 5-15,20-2-5 16,17-1-7-16,15-2 1 15,17 1-4-15,10-1-10 16,13-2 2-16,7 1 0 16,4 1-1-16,3-1-3 0,-2 1-2 15,-2-1-6-15,-6 1 0 16,-12-1 0-16,-8 3-3 16,-14 1 2-16,-18 2 0 15,-18 1 0-15,-19 4-2 0,-21 2 0 16,-21 1-6-16,-22 1-24 15,-24 0-45-15,-14-1-127 16</inkml:trace>
  <inkml:trace contextRef="#ctx0" brushRef="#br0" timeOffset="77893.5">13386 10786 403 0,'-1'-6'36'0,"1"4"-23"0,0 2 2 0,11 8-16 15,7 10 7-15,6 10 23 16,7 5 22-16,5 7-17 16,3 8-4-16,3 1-10 15,-1 1-8-15,-2 1-4 16,-4-3-6-16,-3-4 0 16,-5-7-2-16,-5-5 0 0,-7-8 0 15,-2-7 1-15,-6-9-1 16,0-8 1-16,-5-10 21 15,3-13 2-15,-2-10-16 16,-2-11-5-16,0-11-2 0,-1-12 0 16,2-7 1-16,1-10-3 15,1-7 1-15,3-3-2 16,5-3-10-16,3 3 3 16,3 5 5-16,1 9 2 15,-1 11 2-15,0 11 0 16,-4 13 0-16,-1 15 0 0,-4 7-2 15,-4 10 2-15,0 5-1 16,-1 5 0-16,2 3-1 16,-2 0-1-16,2 0 1 15,0 5 1-15,4 3 1 16,0-3 0-16,1 3-1 0,6-3 2 16,5-1-1-16,9-3 0 15,13-1 1-15,14-4-1 16,16-7 1-16,21-5-1 15,22-1 2-15,14-1-1 16,20-2 3-16,16-1-1 0,9 3 0 16,3-2-2-16,1 3 0 15,-2 1 2-15,-8 0-5 16,-10 4 2-16,-7 0 2 16,-9 2-1-16,-14 4 0 15,-14 0-1-15,-14 2 1 0,-18 1-2 16,-14 2 2-16,-16-2-1 15,-16 3 0-15,-13-1-1 16,-12 1 0-16,-9 0-8 16,-5 0-18-16,-13 0-6 15,-4 3-42-15,-5-2-48 0,-1-1-140 16</inkml:trace>
  <inkml:trace contextRef="#ctx0" brushRef="#br0" timeOffset="78426.22">14612 10317 377 0,'6'0'2'0,"-4"0"4"16,-2 3-9-16,0 9 17 0,0 6 8 15,0 1 2-15,0 3-3 16,0 5-11-16,0-1-6 16,-2 2-3-16,-1-1 1 15,0-1-4-15,-1-6-41 16,1-3-46-16,-2-8-83 0</inkml:trace>
  <inkml:trace contextRef="#ctx0" brushRef="#br0" timeOffset="79011.2">14595 10522 20 0,'0'0'311'15,"0"0"-298"-15,0 0 7 16,0 0-15-16,0 0 8 15,-33 16 17-15,18-6-9 16,-1 1-8-16,-1 0-5 16,0 0-2-16,1-2-2 0,1 0-2 15,3-2 0-15,3-2-1 16,3-2-1-16,4 0 0 16,2-1 0-16,2 0 0 15,7-2 3-15,7 3 1 0,3-1 2 16,2 0-3-16,1 4 2 15,-1-1 0-15,-5 5 0 16,-7 2 1-16,-6 3-5 16,-3 1-1-16,-14 6 1 15,-4-1 2-15,-8 1-2 0,0-1 1 16,-3-1-1-16,1-2 0 16,3-3-2-16,0-1 2 15,5-3 0-15,6-3-1 16,2 0 1-16,8-3-2 15,4-1 1-15,8-2 2 0,11-2 0 16,6 0 1-16,6 0-2 16,4-3 2-16,1-1 0 15,-4 0 1-15,-4 1 9 16,-4 3 5-16,-8 0-11 16,-6 3-4-16,-8 9 1 15,-2 1 7-15,0 3 7 0,-1 4-6 16,-3 0-1-16,-2 1-7 15,2-1-3-15,1 0 0 16,0-1 0-16,3-3-1 16,0-1 0-16,-1-2-17 0,1-3-53 15,-2-3-24-15,2-6-83 16</inkml:trace>
  <inkml:trace contextRef="#ctx0" brushRef="#br0" timeOffset="79291.87">14863 10519 525 0,'0'0'0'0,"0"0"9"0,-35 19-4 15,25 1 12-15,5 5 10 0,-1 1-2 16,6 3-6-16,0 2-13 16,0 2-4-16,8 1 0 0,1 0-1 15,1-3-1-15,1-3-6 16,0-4-49-16,-1-5-38 16,0-9-42-16,0-8-191 15</inkml:trace>
  <inkml:trace contextRef="#ctx0" brushRef="#br0" timeOffset="79976.3">14975 10641 375 0,'0'0'18'0,"6"-30"8"0,2 15 19 15,0 4 5-15,4-1-13 16,0 4-8-16,5 1-4 15,-2 4-13-15,3 1-5 16,-3 2-1-16,0 2-3 0,-2 6-2 16,-4 2 0-16,-1 3-2 15,-5 1 1-15,-1 0-1 16,-2 2 1-16,0 1 1 16,-5 0-2-16,-2-2-2 15,-3 0-7-15,1-1 0 0,0-3-2 16,-1-4-8-16,5-3 3 15,0-1 6-15,3-3 9 16,2-3 2-16,1-7-3 16,7-2-5-16,5-2 3 15,4-3 5-15,-1 0 0 16,1-1 1-16,2 2 11 0,-5 0 7 16,-4 2 1-16,-2 1 5 15,-3 3-3-15,-2 3 4 16,-3 1 1-16,0 3 0 15,-5 1-8-15,-2 2-7 16,-1 0-7-16,-1 4-2 0,2 5 0 16,1 3-1-16,2 2-1 15,4 3 0-15,0 2-1 16,4 2 0-16,6 1 0 16,2 0-1-16,1-2-2 15,2 0-33-15,1-5-10 16,0-5-12-16,-2-4-32 0,-1-3 1 15,-1-3 3-15,-3 0 50 16,-2-3 39-16,-4-2 45 16,-3 2 34-16,0 1-5 15,0 2-9-15,0 0-31 0,0 0-23 16,0 6-2-16,0 3 5 16,0 1-9-16,2 3-6 15,2-1-1-15,-2 1-1 16,0 0 1-16,1-1-2 15,-3-1-23-15,0-2-30 0,0-2-46 16,0-6-20-16,-3-1-83 16</inkml:trace>
  <inkml:trace contextRef="#ctx0" brushRef="#br0" timeOffset="80114.95">15287 10624 341 0,'0'0'-6'0,"0"0"7"0,0 0-4 0,0 0-33 0,0 0-43 15,0 0-49-15</inkml:trace>
  <inkml:trace contextRef="#ctx0" brushRef="#br0" timeOffset="80348.64">15518 10628 498 0,'0'0'6'15,"31"-7"13"-15,-9 0 11 16,4 2-11-16,1-1-9 15,2 2-7-15,-1 1-2 16,-2 0-9-16,0 1-56 16,-4-4-59-16,-2-2-172 0</inkml:trace>
  <inkml:trace contextRef="#ctx0" brushRef="#br0" timeOffset="80832.11">15911 10459 474 0,'0'0'6'0,"0"0"25"16,0 0 2-16,0 0-11 15,33-16-12-15,-28 28 2 16,-2 4-3-16,0 2-6 0,-2 1-1 16,-1 2-2-16,0-1 0 15,-3-1 1-15,-2 0-1 16,-2-3-1-16,3-2-14 15,0-3-14-15,1-5 2 16,2-3 10-16,-1-3 10 0,2 0 12 16,0-6-3-16,2-4-1 15,5-3 0-15,1-2-1 16,3 0 1-16,3-3 0 16,2 0 0-16,2-2 1 15,0 2 10-15,-1-2 16 16,-4 3 0-16,-2 4 4 0,-5 3 5 15,-4 5-6-15,-2 5-9 16,-7 0-15-16,-5 5-5 16,1 8 4-16,-5 2 3 15,4 4 2-15,1 1-4 16,5 1-1-16,4 0-5 0,2-2 0 16,5-1-1-16,7-3 0 15,2-3 0-15,6-2 0 16,1-6-18-16,2-1-17 15,1-3-15-15,-2 0-32 16,-1-7-62-16,-1-4-121 0</inkml:trace>
  <inkml:trace contextRef="#ctx0" brushRef="#br0" timeOffset="81161.23">15789 10307 455 0,'0'0'38'0,"0"0"18"0,0 0-6 0,0 0-25 16,0 0-12-16,36-25-4 15,-4 22-2-15,4 3-4 16,5 0-3-16,0 0 1 16,-3 0-2-16,-4 0-33 0,-6 0-76 15,-4 0-72-15</inkml:trace>
  <inkml:trace contextRef="#ctx0" brushRef="#br0" timeOffset="81750.25">16223 10223 280 0,'0'0'5'0,"0"0"45"0,0 0 8 0,0 0-30 16,41 5 3-16,-23 16 7 15,3 7 10-15,-2 10-18 16,-3 7-13-16,-7 8-10 15,-6 3-3-15,-5 4-2 16,-14 0-1-16,-6-3-1 0,-8-6-5 16,-2-6-38-16,-3-9-15 15,0-5 2-15,-1-9-59 16,2-9-145-16</inkml:trace>
  <inkml:trace contextRef="#ctx0" brushRef="#br0" timeOffset="82782.1">16326 10188 157 0,'0'0'19'0,"0"0"21"0,0 0-14 0,0 0 18 15,0 0 0-15,0 0-11 16,0 0-12-16,0 0 4 16,0 0 3-16,0 0-2 15,0 0 1-15,0 0 4 0,-9-8-7 16,8 4-1-16,1-2-9 16,0 1 3-16,0-1-11 15,0-2-1-15,5 1-2 16,2-1-2-16,1 1 0 15,2 1-1-15,4 0 0 16,-1 2 1-16,0 3-1 0,1 1 0 16,-1 0 0-16,-1 2-1 15,-2 6 1-15,-3 4-1 16,-2 0 1-16,-4 2-1 16,-1 3 1-16,0 1-1 15,-8-1 1-15,-1-1 0 0,-2-1 0 16,3-2-1-16,-1-1 2 15,3-4-1-15,5-2 0 16,1-1 0-16,9-2-1 16,8-2 2-16,5-1-1 15,6 0 1-15,6 0-1 16,1-5 0-16,0 1 0 0,-3-1 0 16,-6 1-7-16,-6 0-69 15,-8-1-69-15</inkml:trace>
  <inkml:trace contextRef="#ctx0" brushRef="#br0" timeOffset="87264.48">14258 10334 159 0,'2'-4'65'0,"0"0"-17"0,1 0 4 0,0 2-2 0,-2-1-7 16,-1 3-10-16,1-2-10 0,-1 2-9 16,0 0-10-16,-1 0-2 15,-7 0-2-15,-3 3 3 16,-3 3-2-16,-5 0-2 15,-2 1 1-15,1-1 1 16,0-1-1-16,2-1 1 0,4-1-1 16,0 2 0-16,6-3 0 15,0 1 0-15,6-1 0 16,-1 1-2-16,3 4 1 16,0 2 1-16,0 6 0 15,0 7 0-15,0 7 0 0,0 8-2 16,0 7 2-16,0 9 2 15,0 5-1-15,0 2 7 16,0 3 4-16,-3 1 1 16,0-1-5-16,0-2 0 15,2-4 1-15,-2-5-1 16,3-3-4-16,-3-3 1 0,2-6-1 16,-1-5 1-16,2-1-2 15,-1-5 0-15,1-4 1 16,0-4-2-16,0-4 2 15,5-4-3-15,4-5 1 0,1-2 0 16,2-4 2-16,5-2 1 16,2 0 1-16,2 0-4 15,3 0-1-15,4-2-1 16,1-1-9-16,1-3-59 16,2-7-107-16</inkml:trace>
  <inkml:trace contextRef="#ctx0" brushRef="#br0" timeOffset="88413.06">16579 10129 102 0,'-1'-3'35'0,"-2"0"6"0,1 1-1 0,1-1-4 16,1-1 7-16,0 2-5 15,0-1 6-15,0 0-13 16,0-1 4-16,0 1-13 16,0 1-9-16,7-2-5 15,3 1-3-15,4-1 0 0,3 0 7 16,1 1 1-16,0 2-4 16,0-1-5-16,-2 2-1 15,-3 0-1-15,0 0 0 16,-3 3-1-16,-2 3 1 15,0 2 1-15,-2 2 1 0,1 4-1 16,-2 6 2-16,0 3 3 16,0 7 2-16,0 5 0 15,-2 6-3-15,0 5 0 16,0 7 1-16,-1 3 3 16,-2 2 0-16,2 1-2 15,-1 2-2-15,-1 1-3 0,2-5 0 16,0 0-1-16,-2-3 0 15,0 0-1-15,-4-5 0 16,-1-3 2-16,-3-4 0 16,1-3 0-16,0-6 0 15,1-6-1-15,1-5 0 0,-2-5-1 16,4-6 1-16,-1-4-2 16,1-1 1-16,-2-5 0 15,0-1 5-15,-2 0 13 16,-3-1-13-16,-1-5-4 0,-6 1-2 15,-4-1-2-15,-5 0 1 16,-5-2 1-16,-2 3-1 16,-7 0-2-16,1 0-4 15,0 2-12-15,2 1-4 16,4-1-3-16,4 3-4 0,6-3-31 16,6-3-43-16,6-5-100 15</inkml:trace>
  <inkml:trace contextRef="#ctx0" brushRef="#br0" timeOffset="88971.93">16804 10198 199 0,'0'0'95'0,"0"0"-12"0,0 0-13 0,0 0-26 0,-3-31-7 16,3 24-11-16,5-2-7 15,1 2-9-15,2 0-6 16,2 2-3-16,2 2 0 16,1 1-1-16,0 2 0 15,-2 0-1-15,0 4 1 0,0 5-1 16,-2 2 0-16,-2 3 1 15,-4 1-1-15,-3 2 1 16,0-1 0-16,-7 2 0 16,-3-3-1-16,-3 2 2 15,1-4-1-15,-1 0 0 16,3-3 0-16,1-2 0 0,3-3 0 16,4 0 0-16,2-2 0 15,8-3-1-15,7 0 2 16,6 0 0-16,5 0 0 15,2-3 0-15,1 0-1 16,-1 0 1-16,-4-1-4 0,-7-3-98 16,-5 0-271-16</inkml:trace>
  <inkml:trace contextRef="#ctx0" brushRef="#br0" timeOffset="89668.93">18085 9477 309 0,'0'0'57'0,"0"0"9"0,0 0-28 16,0 0-21-16,0 0-1 15,0 0 4-15,42-12 1 16,-22 9-10-16,2-1-2 0,3 1-5 16,0 1-3-16,-3 1-1 15,0 0 0-15,-3 1 0 16,-2 0-24-16,-3 0-44 16,-6 0-85-16,-6 0-36 15</inkml:trace>
  <inkml:trace contextRef="#ctx0" brushRef="#br0" timeOffset="89846.92">18054 9620 274 0,'0'0'20'16,"0"0"42"-16,0 0-25 15,0 0 37-15,34 7-11 16,-5-12-30-16,8-3-13 15,5 0-13-15,3 2-5 16,-3 0 0-16,0 2-2 0,-3 0-46 16,-4-2-110-16</inkml:trace>
  <inkml:trace contextRef="#ctx0" brushRef="#br0" timeOffset="90465.88">19287 9267 402 0,'0'0'40'0,"0"0"11"15,0 0-41-15,0 0-12 16,0 0 7-16,0 0 2 16,-40 21 0-16,23-7-3 0,3 0-2 15,-1 1 0-15,2-1-1 16,1-3 0-16,4 0-1 15,1-3 0-15,4-4 0 16,1-1 0-16,2-3 1 16,0 0 2-16,6-8 0 0,5-4-2 15,4-4 0-15,2-2-1 16,1-3 1-16,2 1 0 16,-2 0 0-16,-3 3 13 15,-2 4 11-15,-5 3 12 16,-2 5-5-16,-3 2-10 0,-2 3-11 15,0 3-11-15,-1 8 1 16,0 4 0-16,0 5 2 16,0 4 2-16,0 4 2 15,-1 1-1-15,-3 4-3 16,0-1-1-16,0 2-2 0,1-2 0 16,-2-1 1-16,1-2-1 15,1-1-1-15,-1-2-1 16,0-3-29-16,-3-3-45 15,-3-5-45-15,1-4-105 16</inkml:trace>
  <inkml:trace contextRef="#ctx0" brushRef="#br0" timeOffset="90629.54">19109 9721 407 0,'0'0'83'0,"0"0"-34"0,0 0-10 0,30-1 21 0,-4-1-20 16,8-2-13-16,9 1-15 16,7 0-8-16,4 1-2 15,1 0-2-15,-2 1-1 16,-2-6-44-16,-2-6-183 0</inkml:trace>
  <inkml:trace contextRef="#ctx0" brushRef="#br0" timeOffset="95905.35">11395 12010 162 0,'0'0'137'0,"0"0"-89"0,0 0 15 16,0 0-18-16,0 0-15 16,-30-16-7-16,13 16-8 0,0 6-4 15,-6 8-5-15,-2 5 1 16,-2 8 0-16,-1 6 0 16,2 6-1-16,1 4-1 15,5 4-1-15,6 2-2 16,8 0-1-16,6-3 0 15,1-2-1-15,13-6 0 0,7-3 1 16,5-8 0-16,3-6 0 16,2-8-2-16,3-7 3 15,-1-6-1-15,-1 0-1 16,-2-9-30-16,-3-6-32 16,-4-1-57-16,-4-2-24 0</inkml:trace>
  <inkml:trace contextRef="#ctx0" brushRef="#br0" timeOffset="96432.22">11623 12368 170 0,'0'0'87'0,"0"0"-47"16,0 0 14-16,0 0 15 0,6-33-15 15,-8 28-13-15,-5-3-9 16,0 4-5-16,-3 0-5 16,-2 2-5-16,-1 1 0 15,-1 1-6-15,-1 0-4 16,-2 5-3-16,1 3-1 16,0 3-1-16,1 3-1 0,3 3-1 15,3 3 0-15,2 0-1 16,2 0 4-16,1 2-6 15,4-2 3-15,0-3 0 16,0-3 0-16,9-3-5 0,-1-6-19 16,4-5-3-16,1-1 7 15,1-12 10-15,-1-4 0 16,1-3-3-16,-3 0 4 16,-2-1 8-16,-5 6 1 15,-3 2 0-15,-1 3 2 16,0 5 10-16,0 3 16 0,-2 2-4 15,-1 0-9-15,0 4-11 16,1 4 0-16,1 3-3 16,1 3 0-16,0 0 0 15,4 1-1-15,2 0 1 16,1-1-1-16,2 0 0 0,-2 0-17 16,3-3-36-16,-1-4-39 15,1-4-73-15,0-3-24 16</inkml:trace>
  <inkml:trace contextRef="#ctx0" brushRef="#br0" timeOffset="96777.29">11656 12461 293 0,'0'0'77'0,"0"0"8"0,0 0-68 16,0 0-14-16,0 0 17 16,0 0 13-16,0 0-13 0,0 0-7 15,19 36-3-15,-16-28-4 16,1 1-3-16,0-2-1 15,-2-1-1-15,-1-1 0 16,0-2-1-16,-1-1 1 16,1-2-1-16,0 0 3 15,0-3 3-15,3-6-4 0,-2-2-1 16,6-4 0-16,0 0-1 16,4-1 0-16,1 2 0 15,2 4 0-15,0 3 0 16,-2 5 0-16,1 2 0 15,-4 3-2-15,-3 7 1 0,1 5 0 16,-2-1 1-16,-2 0 0 16,0 1-2-16,-1 1-4 15,0-3-35-15,0 1-21 16,-2-4-70-16,2-2-44 16</inkml:trace>
  <inkml:trace contextRef="#ctx0" brushRef="#br0" timeOffset="97219.05">12612 12046 508 0,'0'0'-9'0,"0"0"30"0,-43-9-10 0,26 23-6 0,-5 7 8 16,2 6 14-16,-2 7-2 15,3 3-8-15,4 1-11 16,5 3-3-16,5-2-2 16,5 0 0-16,2-1-1 15,9-4 0-15,6-2 0 16,4-5 0-16,2-6-1 0,2-8-19 15,2-8-17-15,1-5-3 16,0 0-31-16,-1-15-53 16,-4-4-52-16</inkml:trace>
  <inkml:trace contextRef="#ctx0" brushRef="#br0" timeOffset="97560.23">12754 12345 295 0,'0'0'92'0,"0"0"-50"15,0 0-22-15,-26 11 18 0,19 0-3 16,3-1-3-16,3 3-12 16,1 0-13-16,0 2-1 15,3-2-3-15,4 0-2 16,1 1 0-16,2-3 1 16,1-3-2-16,3-4 0 15,0-1 0-15,0-3 0 0,2-2-2 16,1-11-1-16,-2-3-1 15,0-4 2-15,-3-3-4 16,-5-2-1-16,-4 0 2 16,-3 4 2-16,-9 3 4 15,-7 3 0-15,-3 5 0 0,-2 3 0 16,0 5 0-16,3 2-2 16,2 0 2-16,5 2-2 15,3 5-1-15,4 1-28 16,4 2-49-16,0-3-60 15,0-1-26-15</inkml:trace>
  <inkml:trace contextRef="#ctx0" brushRef="#br0" timeOffset="97923.6">13023 12320 412 0,'0'0'18'0,"0"0"49"0,0 0-46 0,0 0-7 16,0 0 2-16,0 0 17 16,22 32-3-16,-8-17-13 15,3 2-9-15,2 0-3 16,-1-1-2-16,-1-2 0 0,-3-2-2 15,-1-7 0-15,0-2-1 16,-1-3 3-16,-1-8 12 16,-1-8 2-16,2-4-8 15,-3-4-3-15,1-2-4 16,-5-1 0-16,1-1-2 0,-3 2 0 16,1 1-3-16,-1 4-32 15,-1 4-50-15,-4 1-56 16,2 2-185-16</inkml:trace>
  <inkml:trace contextRef="#ctx0" brushRef="#br0" timeOffset="98805.78">13846 11977 262 0,'0'0'-1'0,"0"0"65"0,0 0 18 16,0 0-26-16,0 0-30 15,-27-12-16-15,10 31 14 16,-3 7 5-16,0 6-9 0,3 5-4 15,6 5-5-15,7 0-5 16,4 2-2-16,1 0-2 16,13-1-2-16,7-2 0 15,5-4 0-15,0-3 0 16,4-4 0-16,-2-5-3 16,-1-8-34-16,-3-6-8 0,-1-9-33 15,-4-2-69-15,-5-7-96 16</inkml:trace>
  <inkml:trace contextRef="#ctx0" brushRef="#br0" timeOffset="99625.03">14034 12177 257 0,'0'0'7'0,"0"0"44"0,0 0 19 0,0 0-20 0,0 0-13 0,0 0-5 16,4-38-11-16,3 26-1 16,2 1-4-16,2 1-3 15,3 3-4-15,-3 2 2 16,2 4-6-16,-1 1-3 15,-1 6-2-15,-1 7 0 0,-2 4 0 16,0 2 1 0,-4 4-1-16,-1 1 0 0,-3-1 0 15,0 0 1-15,0 0-2 16,-4-3 2-16,0-3-1 16,-2-2 0-16,0-4-1 15,3-1 1-15,1-6 0 0,0-1 0 16,1-3 1-16,1-2 2 15,0-6-2-15,7-6-2 16,6-3 1-16,1-6 0 16,4-3-1-16,-1-2 1 15,1 1 0-15,-3 0 0 0,-7 6 0 16,-1 4 0-16,-7 4 2 16,0 8 3-16,0 3 22 15,-8 2-8-15,1 6-15 16,-2 8-2-16,2 6 3 15,3 2 4-15,4 2-6 0,0 2-2 16,1-2-1-16,9-1 1 16,2-2-2-16,0-1 0 15,0-2-40-15,-1-5-71 16,-1-4-108-16</inkml:trace>
  <inkml:trace contextRef="#ctx0" brushRef="#br0" timeOffset="99795.34">14397 12362 244 0,'0'0'125'0,"3"34"-125"15,-3-14 2-15,0 2-1 0,0 1 3 16,-1 1 10-16,-5-2-8 16,0 0-3-16,-1-2-3 15,-3-2-36-15,-2-5-63 16,2-4-132-16</inkml:trace>
  <inkml:trace contextRef="#ctx0" brushRef="#br0" timeOffset="100318.98">14547 12123 491 0,'0'0'12'16,"0"0"18"-16,0 0-30 0,0 0 10 15,0 0 8-15,15 37-5 16,-1-22-4-16,2 0-6 16,2 0-2-16,1-5 0 15,0-2-1-15,-3-4 0 16,0-4-9-16,-3-4-7 0,0-11 1 15,-3-6-1-15,-2-1 3 16,0-1 8-16,-6 2 4 16,1 6 3-16,-1 5-1 15,-2 5 11-15,2 5 8 16,-1 5-13-16,3 13-6 0,3 7 10 16,1 6 2-16,0 4-6 15,1 3-3-15,-1 0 0 16,-3 0-2-16,-3-1 1 15,-1-3-2-15,-1-4 1 16,-8-4-2-16,0-6 1 0,-5-5 1 16,0-7 0-16,-3-2-1 15,-1-4 1-15,0-2-2 16,-1 0 0-16,1-6-1 16,1 0-4-16,2-4-13 15,2-1-3-15,2 0-9 0,4-4-16 16,5-3-89-16,1-5-40 15</inkml:trace>
  <inkml:trace contextRef="#ctx0" brushRef="#br0" timeOffset="100534.92">14895 11990 400 0,'0'0'95'0,"36"32"-94"16,-24-6 2-16,0 9 6 0,0 6-4 16,-7 0 1-16,-3 2 7 15,-2-1-7-15,0-2-2 16,-12 0-3-16,-6-2 0 16,-7-1 0-16,-3-5-24 15,-3-5-88-15,-2-7-88 0</inkml:trace>
  <inkml:trace contextRef="#ctx0" brushRef="#br0" timeOffset="101254.03">15651 12066 363 0,'0'0'3'0,"0"0"23"0,0 0-19 16,0 0 0-16,0 0 2 0,0 0 8 15,7 32 1-15,7-22-2 16,5 0-1-16,5 1-1 15,4-2-2-15,2 1-5 16,2 1-2-16,-2-1-2 0,-4 1-1 16,-4 2 0-16,-3-1 1 15,-5 1-3-15,-6-1 2 16,-6 3 0-16,-2-1 0 16,-10 1 5-16,-10 1 12 15,-8 2-6-15,-6 1-6 0,-5 1-4 16,-2 0-2-16,0-2 0 15,4-1-1-15,4-2 0 16,6-2-1-16,7-2-1 16,6-2-32-16,7-4-20 15,5-3-65-15,2-2-30 0</inkml:trace>
  <inkml:trace contextRef="#ctx0" brushRef="#br0" timeOffset="101738.52">16276 12000 439 0,'0'0'9'15,"0"0"10"-15,0 0-14 0,0 0-3 16,0 0 7-16,-30 33 12 15,17-19 0-15,0 1-9 16,1-1-6-16,2 2-3 16,1-3-1-16,1-2-1 15,2-3-1-15,2-1 1 0,1-4-1 16,3-3 0-16,0 0 2 16,4-7 1-16,6-6-3 15,4-2 0-15,1-3 0 16,2 0 0-16,-1 0 1 15,-2 2-1-15,-4 5 0 0,-5 1 0 16,-2 6 5-16,-1 3 26 16,-2 1-14-16,0 4-17 15,0 7 2-15,-5 4 2 16,1 6 4-16,-2 3 2 16,2 6-1-16,-2 4-2 0,1 4-6 15,0 0 1-15,1 0 0 16,2 0-3-16,1-3 2 15,-1-5-1-15,1-3 0 16,0-5-2-16,0-4-9 16,0-4-33-16,-2-4-34 15,-3-4-54-15,1-4-36 0</inkml:trace>
  <inkml:trace contextRef="#ctx0" brushRef="#br0" timeOffset="101986.94">16089 12495 330 0,'0'0'22'0,"0"0"18"15,0 0 2-15,0 0 5 16,0 0 6-16,0 0-1 0,0 0-16 16,47 7-18-16,-21-8-6 15,8-5-4-15,4 0-2 16,4-1-3-16,-2 1-2 15,-2 1-1-15,-4 3 1 16,-6 0-3-16,-7-2-50 16,-10-5-73-16,-4-5-243 15</inkml:trace>
  <inkml:trace contextRef="#ctx0" brushRef="#br0" timeOffset="103091.09">17800 11712 394 0,'0'0'37'0,"0"0"-32"15,2 50 0-15,-1-17 16 16,1 5 1-16,-2 3 1 15,0 1-7-15,0-1-4 0,0-4-4 16,-3-4-4-16,-2-7-2 16,1-8-1-16,0-8 0 15,1-8 1-15,0-2 23 16,3-15 9-16,0-8-32 16,0-5-1-16,0-9 0 0,4-6-1 15,2-1 1-15,0-1-1 16,3 2 0-16,0 7 1 15,-1 8-1-15,2 8 0 16,2 10 1-16,1 10-2 16,2 4 1-16,6 15 0 0,3 6 0 15,7 9 0-15,0 5 0 16,4 1 0-16,2 3 2 16,-1-2-1-16,-1-2-1 15,-3-7 1-15,-6-8-1 16,-2-8 0-16,-4-9 0 15,-4-7 2-15,-2-8 30 0,-3-12-6 16,-2-6-15-16,-3-8-5 16,-4-5-2-16,-2-4-3 15,-2 0 0-15,-9 0 0 16,-2 4-1-16,-3 5 1 0,2 7-2 16,2 7 1-16,5 8-7 15,2 8-20-15,4 4-24 16,1 4-57-16,5 8 16 15,6 1-38-15,2 2-1 16</inkml:trace>
  <inkml:trace contextRef="#ctx0" brushRef="#br0" timeOffset="103415.2">18413 11868 276 0,'0'0'32'0,"0"0"61"0,3 28-24 0,-3-15-22 0,0 2-10 0,-1 0-9 15,1 2-3-15,0 0-14 16,2 0-5-16,10 0-3 16,3-2-2-16,4-2 0 15,3-3-1-15,4-4 1 16,0-6-1-16,0 0 2 0,0-8-2 16,-5-7 1-16,-6-3 0 15,-6-5 1-15,-5 1-1 16,-4-1 0-16,-11 4 0 15,-9 2 1-15,-6 4-1 16,-6 5-2-16,-6 6 1 16,0 2 0-16,2 0 0 0,6 3 0 15,8 3-2-15,4 1-10 16,9 2-37-16,8-4-26 16,1-2-53-16,8-3-26 15</inkml:trace>
  <inkml:trace contextRef="#ctx0" brushRef="#br0" timeOffset="103625.27">18797 11594 469 0,'0'0'23'16,"0"0"-1"-16,0 0-16 15,16 46 15-15,-12-13 8 16,-1 4 3-16,3 4-13 15,1 1-10-15,1 2-6 0,1-1-2 16,-5 1 0-16,0-3-1 16,-4-3-2-16,0-8-48 15,-9-7-41-15,-3-11-91 16,1-11-117-16</inkml:trace>
  <inkml:trace contextRef="#ctx0" brushRef="#br0" timeOffset="103788.32">18723 11977 435 0,'0'0'9'0,"0"0"-4"16,43-25-3-16,-16 18 0 0,6-1 1 15,0 0-1-15,3 0 0 16,0-3 0-16,-3-1-8 16,0-5-95-16,0-4-87 15</inkml:trace>
  <inkml:trace contextRef="#ctx0" brushRef="#br0" timeOffset="104216.28">19332 11711 510 0,'0'0'-1'0,"22"38"5"16,-12-6 23-16,-2 7 2 16,1 6-3-16,-2 4-1 0,1 4-8 15,-5 5-8-15,2 3-7 16,-5-3 0-16,0-4-2 15,0-6 1-15,-6-8-1 16,0-12 0-16,2-12-1 16,0-9-3-16,-1-7-3 0,4-7 8 15,-2-12-1-15,3-8-1 16,-1-10 1-16,1-5-1 16,0-7 1-16,5-4-1 15,5-2 1-15,1 3 0 16,3 3 0-16,0 10 0 15,-2 7 1-15,-1 9-1 0,-1 10 4 16,-1 10 0-16,-1 3-4 16,-1 9 0-16,-2 7-2 15,-2 5 2-15,-1 2 0 16,-2 0 2-16,-1 0-4 0,-5-3 4 16,-6-2-1-16,-1-3-2 15,0-3-2-15,0-4-6 16,3-3-14-16,-1-4-13 15,4-1 3-15,4-6 2 16,3-6-44-16,1-9-58 0,12-4-51 16</inkml:trace>
  <inkml:trace contextRef="#ctx0" brushRef="#br0" timeOffset="104552.09">19675 11848 433 0,'0'0'-1'0,"0"0"8"0,-9 36 29 0,0-21 2 16,-1 2-7-16,2 0-2 16,3-2-13-16,5-1-8 15,0-1-5-15,0-1-2 16,10-2 0-16,4-3-1 0,3-1 1 16,2-5-1-16,3-1 1 15,-1-4-1-15,-2-7 1 16,-4-5-2-16,-3 1 1 15,-7-3-3-15,-5 0 2 16,-2 2 0-16,-12 2 0 0,-2 2 0 16,-4 1 1-16,-2 3-2 15,2 3-2-15,1 0-13 16,8 2-9-16,3 1 0 16,8 1-26-16,0-3-28 15,13 2-68-15,9-4-68 0</inkml:trace>
  <inkml:trace contextRef="#ctx0" brushRef="#br0" timeOffset="104878.06">20021 11793 393 0,'0'0'-1'0,"0"0"20"16,-41-13 20-16,19 13 0 15,0 0-7-15,1 0-6 16,3 5-10-16,6 4-11 15,5 1-3-15,4 2-2 16,3 2 0-16,10 2 0 0,7 1 0 16,5 0 1-16,3 1-1 15,0-2 0-15,-3 1 1 16,-4-2-1-16,-6-1-1 16,-7-2 1-16,-5 0 0 15,-4-3 0-15,-9 0 1 0,-3-3-1 16,-4-1 0-16,0-3 1 15,-1-2-1-15,4 0-1 16,2 0 1-16,2-5-1 16,6-5-9-16,4-1-10 15,3-3-29-15,6-4-28 0,8-3-52 16,7-4-63-16</inkml:trace>
  <inkml:trace contextRef="#ctx0" brushRef="#br0" timeOffset="105326.21">20220 11783 353 0,'0'0'55'16,"0"0"-34"-16,0 0-3 15,-37 0 22-15,22 8-10 16,1 1-9-16,4 4-8 16,5 1-9-16,5 2-3 0,2 2 1 15,10 2-1-15,3 1-1 16,2 1 2-16,3 0-4 15,-2 2 4-15,-3-3-2 16,-2 1 0-16,-7-2 0 16,-5-2 0-16,-1-2 0 15,-5-4 0-15,-6-3 0 0,-4-3 1 16,0-4 0-16,0-2 1 16,0 0-1-16,3-5 4 15,1-5 7-15,3-2 1 16,1-3-6-16,5-3-1 0,2-1 0 15,6-1-1-15,10 0-1 16,7 0 0-16,7 4-2 16,7 1-1-16,2 5 0 15,3 4 3-15,-2 5 4 16,-6 1 3-16,-5 5-4 0,-8 9-4 16,-6 2-2-16,-8 2 0 15,-4 1-1-15,-3 0 0 16,0-1 0-16,-7-1-2 15,-3-4-47-15,-2-6-49 16,1-6-119-16</inkml:trace>
  <inkml:trace contextRef="#ctx0" brushRef="#br0" timeOffset="105474.88">20333 11759 359 0,'0'0'-3'0,"0"0"0"0,-3-35-57 0,3 27-59 16</inkml:trace>
  <inkml:trace contextRef="#ctx0" brushRef="#br0" timeOffset="105894.3">20467 11666 378 0,'0'0'7'15,"12"30"28"-15,-6-7-1 16,0 6-17-16,2 2-1 0,-1 3 1 16,2 1-3-16,-1 1-6 15,0-2-2-15,-2-4-4 16,-1-5-1-16,-3-5-1 16,1-10 1-16,1-5-1 15,1-5 1-15,2-8 3 16,2-7-2-16,1-6-2 0,3-4 1 15,0 0 0-15,0 2-1 16,0 3 1-16,-2 4 0 16,-1 9 2-16,-2 7-1 15,-3 6-2-15,-3 11 0 0,-2 3 0 16,0 5 0-16,-4-2 0 16,-4 0 0-16,-2-5 0 15,0-2 1-15,0-5-2 16,0-4 2-16,0-3-1 15,1-2 0-15,1-2 0 16,-1 0 0-16,2-7 0 0,3-3-1 16,1 0-10-16,2-4-9 15,1-3-24-15,0-3-26 16,8-4-52-16,2-7-61 16</inkml:trace>
  <inkml:trace contextRef="#ctx0" brushRef="#br0" timeOffset="106096.75">20799 11620 499 0,'0'0'4'0,"0"0"2"0,0 45 16 0,0-20-3 16,0 1 2-16,4 2-6 16,5 3-4-16,-1-1-7 15,-2 2-4-15,-3-1 2 16,-3-1-2-16,0-2-15 15,-10-5-45-15,0-6-57 0,-2-7-52 16</inkml:trace>
  <inkml:trace contextRef="#ctx0" brushRef="#br0" timeOffset="106407.79">20871 11930 338 0,'0'0'4'16,"52"-11"-2"-16,-22 4 21 15,0-1 23-15,-1 0-1 16,-2-1-8-16,-5-1-14 16,-4 1-10-16,-8-1 4 0,-6 3 8 15,-4-2 4-15,-6 2-14 16,-12 2-9-16,-4 3 0 16,-3 2 0-16,-2 0 10 15,1 7-1-15,3 6-4 16,5 4-1-16,5 2 0 15,7 1-2-15,5 0-1 0,1 0-3 16,13-2-1-16,6 0 0 16,6-4-3-16,5-3 0 15,5-2 1-15,2-2-3 16,-2-7-34-16,2-3-75 0,-2-17-207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45:24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14379 5815 48 0,'0'0'206'0,"0"0"-177"0,0 0-7 15,0 0-22-15,0 0 1 16,0 0 0-16,3 34 12 15,-3-9 16-15,0 7 4 16,1 9-6-16,1 8-6 16,-1 11-6-16,-1 6-8 0,0 5-1 15,1 7-1-15,-4 3-1 16,1-4 0-16,-1 0 0 16,0-4-1-16,3-3-1 15,0-9-1-15,0-6-1 0,0-6 1 16,-2-8-1-16,0-8 2 15,0-10-2-15,1-9-20 16,-1-10-69-16,2-4-70 16</inkml:trace>
  <inkml:trace contextRef="#ctx0" brushRef="#br0" timeOffset="3005.74">16370 5529 71 0,'2'0'24'0,"-2"0"5"0,0 0 2 0,0 0-6 16,0 0-4-16,0 0-7 15,0 0 2-15,0 0-6 16,0 0-3-16,0 0-1 0,0 0 4 16,0 0-2-16,1 0 3 15,-1 0 3-15,1 2-1 16,-1 1-3-16,0 1 5 15,1 2 9-15,-1 2-1 0,0 1-1 16,0 3-1-16,2 5-5 16,-1 5 5-16,1 6-3 15,-2 6-6-15,0 9 0 16,0 10-3-16,0 8-5 16,0 5-2-16,2 6 0 0,2 5-2 15,2-2 1-15,1-3-1 16,-1-1 0-16,1-2 0 15,-3-5 0-15,-1-6 1 16,-2-5-1-16,-1-3 1 16,0-7-1-16,0-5 0 15,-6-3 0-15,1-4 1 0,-1-3 2 16,1-3 1-16,0-7-1 16,1-2-1-16,1-5 0 15,1-4-1-15,1-3-1 16,1-1 1-16,0-3-1 15,0 0 0-15,5 0-7 0,3 0-12 16,-1 0-24-16,2 0-37 16,-4 0-44-16,2-1-56 15</inkml:trace>
  <inkml:trace contextRef="#ctx0" brushRef="#br0" timeOffset="6706.53">14538 5826 262 0,'0'-1'53'0,"0"-1"17"0,0 1-32 0,0 1-26 15,0 0-8-15,0 5 14 16,0 4 10-16,0 3-7 16,2 4-5-16,-2 2-1 0,1 2-7 15,1 2-1-15,-2 1-3 16,2-1-2-16,-2 0-1 16,0-2-1-16,0-2 0 15,0-3 0-15,0-2 0 16,0-2-22-16,0-5-48 0,2-3-93 15,4-3-112-15</inkml:trace>
  <inkml:trace contextRef="#ctx0" brushRef="#br0" timeOffset="6916.85">14680 6033 280 0,'0'0'80'0,"0"0"-24"16,0 0-41-16,0 0-2 0,0 0-11 15,0 0-2-15,0 0-5 16,0 0-82-16,14-12-51 16</inkml:trace>
  <inkml:trace contextRef="#ctx0" brushRef="#br0" timeOffset="7388.83">14920 5871 193 0,'0'0'124'0,"0"0"-51"16,0 0-19-16,0 0-20 16,-38-18-1-16,25 18-4 15,-1 3-7-15,-1 4-4 0,2 3-4 16,1 2-3-16,2 2-5 15,4 1 0-15,1 3-3 16,5 0 0-16,0-3-1 16,4 2 0-16,8-4-2 15,2-2 1-15,3-4-1 0,2-1 0 16,1-5 1-16,-1-1-1 16,-1 0 1-16,-4 0-1 15,-3-7 1-15,-2-3 0 16,-5-2-2-16,-2-4 2 15,-2-2 0-15,-2-3-1 0,-6-1 0 16,-4 2 0-16,-3 3 0 16,0 4-2-16,-1 4-10 15,2 5-20-15,-1 4-34 16,3 0-98-16</inkml:trace>
  <inkml:trace contextRef="#ctx0" brushRef="#br0" timeOffset="10187.82">15672 5787 100 0,'-3'-7'30'0,"-2"2"25"0,2 0-14 0,-3-1 1 15,2 1-4-15,-3 0-8 16,2 1 20-16,-4 1-10 16,-1 3-11-16,0-1-4 0,-3 1-8 15,2 8-3-15,-3 3-5 16,1 4 0-16,1 4 0 15,0 0-4-15,2 4-3 16,4-1 0-16,2 1-2 16,4-2 0-16,0-3 1 0,4-1-1 15,5-5 1-15,2-2-1 16,4-6 0-16,-4-3 1 16,3-1 0-16,-1-1 0 15,1-7-1-15,-4-2 1 16,0-4 0-16,-2-2-1 15,-1-2 1-15,-5-1 0 0,-2-3-1 16,0 1 2-16,-2-1-1 16,-5 4-2-16,-3 1 1 15,-1 2 1-15,-2 4-2 16,2 4 2-16,2 1-4 0,1 6 1 16,3 0-9-16,2 0-28 15,3 5-33-15,0-1-41 16,0 0-5-16</inkml:trace>
  <inkml:trace contextRef="#ctx0" brushRef="#br0" timeOffset="10415.7">15815 5897 356 0,'0'0'28'0,"0"0"34"0,0 0-10 16,0 0-20-16,0 0-13 16,0 0-9-16,0 0-8 15,0 0-1-15,0 0-5 16,0 0-37-16,5-15-65 0,-3 15-106 16</inkml:trace>
  <inkml:trace contextRef="#ctx0" brushRef="#br0" timeOffset="10969.71">15860 5762 204 0,'0'0'49'16,"0"0"-7"-16,0 0-10 15,0 0 2-15,0 0 16 0,0 0-17 16,0 0-7-16,0 0-13 16,0 0-4-16,10-15-2 15,6 12 5-15,-2 1-1 16,3 0 1-16,0 1-5 16,-2-1-2-16,-2 2-1 0,-2-1-3 15,-3 1 1-15,-1 0 0 16,-3 0-1-16,-2 0-1 15,0 0 3-15,-2 3-3 16,0 2 2-16,0 3-1 16,0 2 0-16,0 3 2 0,-3 2 1 15,-1 3 1-15,-1 2-1 16,0 0-2-16,1 1-2 16,0-1 1-16,1-2-1 15,-1-1-1-15,2-1 1 16,-1-4-1-16,2 0-7 15,-2-3-30-15,1-2-38 0,0-4-73 16,1-3-54-16</inkml:trace>
  <inkml:trace contextRef="#ctx0" brushRef="#br0" timeOffset="11690.73">16139 5764 198 0,'0'0'63'0,"0"0"1"0,0 0-3 0,0 0-12 16,0 0-12-16,0 0-24 16,0 0-11-16,0 0-1 15,0 0 2-15,0 0 2 16,0 0 0-16,-14 26 0 0,14-16-3 15,0-2-2-15,0-1 1 16,0-2-1-16,1 0 0 16,4-4 1-16,-1-1 0 15,3 0 0-15,-1 0 0 0,1 0 0 16,-1 0 0-16,-2-1-1 16,2 1 0-16,-2 0-1 15,-1 3 2-15,-2 4-1 16,1 3 0-16,-2 1 1 15,0 2-1-15,0 0 0 0,-4 1 0 16,-1 0 0-16,0 0 0 16,-1-4 0-16,-1 0 0 15,-1-2 0-15,0 0 0 16,-1-3-1-16,-1-1-2 16,1 2-16-16,-2-4-18 0,1 1-20 15,3-1-30-15,-1-2 6 16,3 0-55-16</inkml:trace>
  <inkml:trace contextRef="#ctx0" brushRef="#br0" timeOffset="11985.67">16124 5777 245 0,'0'0'37'0,"0"0"41"16,0 0-12-16,0 0-20 0,24-33-11 16,-13 25-11-16,7 1-3 15,-1 0-8-15,3 1-8 16,0-1-4-16,-1 2 0 15,-1 3-1-15,-3-1-18 16,-3-1-50-16,-4-1-113 16</inkml:trace>
  <inkml:trace contextRef="#ctx0" brushRef="#br0" timeOffset="13179.86">14514 6482 183 0,'0'0'32'0,"0"0"25"16,0 0-18-16,0 0 5 16,0 0 14-16,0 0-16 0,0 0-9 15,0 0-12-15,0 0-16 16,0 0-3-16,0 0 1 16,-31 7 1-16,24 9 3 15,3 2-2-15,3 1 0 16,-2 0 0-16,3-2-2 0,0 1-1 15,0 0-1-15,6-3-1 16,1-2 0-16,1-3 0 16,1-3 1-16,1-3-1 15,0-3 1-15,0-1 0 16,-1-1 0-16,-1-6 0 0,-2-2 2 16,-1-2-1-16,-2-2-2 15,0-4 1-15,-2 0-1 16,-1-2 0-16,0-3 1 15,-5 1-2-15,0 0 2 16,-3 2-1-16,-3 4-1 0,3 4 1 16,-1 4-1-16,2 5 1 15,1 2-6-15,3 0-18 16,-2 7-19-16,4 1-32 16,1 2-55-16,0-2-39 15</inkml:trace>
  <inkml:trace contextRef="#ctx0" brushRef="#br0" timeOffset="13395.54">14680 6589 336 0,'0'0'35'0,"0"0"54"0,0 0-42 0,0 0-22 0,0 0-17 16,0 0-5-16,0 0-4 16,0 0-5-16,0 0-42 15,0 0-64-15,1-13-90 16</inkml:trace>
  <inkml:trace contextRef="#ctx0" brushRef="#br0" timeOffset="13940.74">14739 6434 202 0,'0'0'47'0,"0"0"5"0,0 0-17 15,0 0 9-15,0 0-5 16,0 0-7-16,0 0-15 15,0 0-5-15,0 0-3 16,22-23 3-16,-9 20 1 16,0-1-5-16,3 1-2 0,-5 1-2 15,0 1-2-15,0 1-1 16,-4 0 0-16,-2 0-1 16,0 0 1-16,-1 0-1 15,-3 3 0-15,-1 2 1 16,0 5 0-16,0 1 0 0,0 4 3 15,-3 4 6-15,-4 2 6 16,2 4-5-16,-2 1-5 16,0 2-3-16,1-1-3 15,0-3 1-15,2-4-1 16,-1-2 0-16,4-4-1 0,-1-3-3 16,1-4-24-16,1-2-29 15,0-5-44-15,0 0-44 16</inkml:trace>
  <inkml:trace contextRef="#ctx0" brushRef="#br0" timeOffset="14357.76">14959 6465 213 0,'0'0'54'0,"0"0"-27"0,0 0-5 0,0 0-12 15,0 0 10-15,-28 33 5 16,27-24-12-16,1 1-5 0,0-2-4 16,0 0-2-16,0-1-1 15,3-2 0-15,3 0-1 16,2-4 1-16,2 1 1 15,0-2-1-15,0 0 1 16,0 2-1-16,0 1 0 0,-2 1-1 16,-1 2 1-16,-2 0-1 15,-2 1 1-15,-2 3-1 16,-1-2 2-16,0 2 0 16,-2 0-1-16,-7 0 1 15,2-2-1-15,-3 1 0 0,1-2-1 16,-3 0 0-16,1 0 0 15,-2-2-1-15,0 0-7 16,-2-1-51-16,4-1-16 16,0-3-53-16</inkml:trace>
  <inkml:trace contextRef="#ctx0" brushRef="#br0" timeOffset="14642.7">14925 6461 255 0,'0'0'39'0,"0"0"60"0,0 0-34 0,0 0-19 15,26-30-12-15,-12 25-5 16,3-3-8-16,2 1-9 16,1 2-8-16,0 0-3 15,-2 2-1-15,-2 0-11 0,-4-1-58 16,-4-4-103-16</inkml:trace>
  <inkml:trace contextRef="#ctx0" brushRef="#br0" timeOffset="16719.27">15540 6373 153 0,'0'0'73'0,"0"0"-29"0,0 0-16 16,0 0-3-16,0 0 11 15,0 0 5-15,0 0-17 16,0 0-3-16,0 0 2 0,0 0-5 15,-31 36-5-15,25-22 1 16,2-1-2-16,0 4 3 16,2 1-1-16,2 0 0 15,0-2-5-15,3 0-3 16,4-1-2-16,3-3 0 0,1-2-1 16,-1-2-1-16,0-4 0 15,0-2 0-15,-2-2 1 16,1 0 0-16,-1 0 0 15,0-6 1-15,-3-3-2 16,0-3 0-16,-2-3 0 0,-2-2 0 16,-1-2-1-16,0-3-1 15,-5-1 1-15,-4-1-1 16,-1 0-1-16,-2 4 2 16,2 2-1-16,-1 2 0 15,2 5-1-15,1 5 0 16,2 5-1-16,2 1-12 0,4 4-40 15,0 3-22-15,0 3-64 16,0-4-30-16</inkml:trace>
  <inkml:trace contextRef="#ctx0" brushRef="#br0" timeOffset="17078.49">15713 6524 399 0,'0'0'99'0,"0"0"-36"0,0 0-34 0,0 0-6 16,0 0-8-16,0 0-11 15,0 0-4-15,0 0-1 16,0 0-14-16,0 0-77 15,28-5-173-15</inkml:trace>
  <inkml:trace contextRef="#ctx0" brushRef="#br0" timeOffset="18278.24">15894 6328 72 0,'0'0'80'0,"0"0"-19"16,0 0-6-16,0 0-5 15,0 0 11-15,0 0-10 0,0 0-11 16,0 0-23-16,0 0-14 16,0 0-1-16,0 0 12 15,0 0 12-15,-23 42-4 16,16-17-9-16,0 4-4 16,-2 1-1-16,2 2-3 0,1-1-3 15,2-3-1-15,2 0 1 16,2-6-2-16,0-4 0 15,2-5 0-15,4-5 1 16,2-4-1-16,1-3 1 16,-1-1 0-16,1-3 0 0,-1-4 0 15,0-3 0-15,-1 0 0 16,-3-1-1-16,-2 1 1 16,-2 0-1-16,0 2 1 15,-3 1 0-15,-7 2-1 16,0 1 0-16,-2 3 0 15,1 1-1-15,-4 0-1 0,3 3 0 16,3 3-1-16,1 0-22 16,3 2-21-16,2-2-26 15,1-1-61-15,2-4-13 16</inkml:trace>
  <inkml:trace contextRef="#ctx0" brushRef="#br0" timeOffset="18753.96">16084 6357 289 0,'0'0'52'0,"0"0"-6"0,0 0-42 16,0 0-2-16,0 0 12 0,0 0 20 16,0 31-10-16,-2-15-3 15,-5 1-8-15,-1 3-2 16,-1 1-5-16,1 2-3 15,-1-2-2-15,1-2 1 16,1-2-1-16,2-4-1 0,1-5 1 16,4-3-1-16,0-1 0 15,0-3 0-15,3-1 1 16,4 0 2-16,6 0-3 16,1-1 1-16,2-3 0 15,3-2-1-15,1 2 1 0,0-1-1 16,-1 0 0-16,-3 2 0 15,-3 1 0-15,-3 2 0 16,-3 0-2-16,-4 0-28 16,-2 0-27-16,-1 0-39 15,0 0 5-15,-2 0-78 0</inkml:trace>
  <inkml:trace contextRef="#ctx0" brushRef="#br0" timeOffset="19055.93">16124 6490 35 0,'0'0'163'16,"0"0"-94"-16,0 0-14 16,0 0 14-16,0-31-6 0,0 28-13 15,0 1-2-15,0 2-14 16,0 1-28-16,0 8-4 15,0 4 3-15,0 5 20 16,0 2-10-16,0 5 0 16,0-1-9-16,0 3-5 15,-2-1 0-15,-1 1-1 0,1-1 1 16,0-1-3-16,-1-2-53 16,-1-6-82-16,1-4-282 15</inkml:trace>
  <inkml:trace contextRef="#ctx0" brushRef="#br0" timeOffset="21155.84">16776 5927 357 0,'0'0'78'0,"0"0"-29"0,0 0-30 15,0 0-4-15,0 0-3 16,34-26-6-16,-18 25-3 0,-2 1-2 16,1 0 0-16,-2 2-1 15,-1 3-1-15,-3 2-28 16,-2 0-46-16,-4-1-68 16,-3 2-108-16</inkml:trace>
  <inkml:trace contextRef="#ctx0" brushRef="#br0" timeOffset="21311.95">16752 6059 250 0,'0'0'55'0,"0"0"-16"0,34 1 13 16,-14-2-28-16,5 0-12 15,2-2-10-15,3 0-3 16,-3-1-125-16</inkml:trace>
  <inkml:trace contextRef="#ctx0" brushRef="#br0" timeOffset="39567.9">16779 5932 56 0,'-1'0'65'0,"0"0"-20"0,0-4-5 0,0 1 5 16,0 0-6-16,-1 0 8 0,0-2-5 16,1 2-5-16,0 2-7 15,-1 0-4-15,0 1-7 16,-4 0-13-16,0 8-5 15,-2 2 1-15,-2 4 1 16,1 0 1-16,1 2-4 16,1-2 1-16,2-1-1 0,3-3 1 15,2-2-1-15,0-2 0 16,5-2 1-16,9-4-1 16,4 0 1-16,6-1 0 15,5-6 1-15,-1-3-2 16,2 0 1-16,-3 2 0 0,-7 0-1 15,-5 3 3-15,-6 1 11 16,-3 3 2-16,-6 1-7 16,0 0-6-16,-6 3 4 15,-4 4 7-15,-3 1-5 16,-3-1-5-16,1-1-2 0,0 1-1 16,2-2 0-16,4-2-1 15,4-1 0-15,0-1 0 16,5 1 0-16,0-2-2 15,5 0 2-15,3-1-1 16,6-3 0-16,0-6-3 0,2 1-1 16,-2-2-2-16,-3 3 4 15,-3 0 2-15,-5 3 1 16,-3 3 0-16,-2 2 1 16,-9 4-1-16,-4 6 1 15,-3 2 6-15,-2 3 4 0,0 2-3 16,3-1-3-16,4 2-4 15,3-3-1-15,4 0 0 16,3-2 0-16,3-3-2 16,0-3-27-16,5-2-17 15,5-5-19-15,2 0-26 0,0-5 12 16,0-5 27-16,-1-3 15 16,-2-3 8-16,-4 1 25 15,-4 1 6-15,-1 1 12 16,-3 1 16-16,-6 4 8 15,-2 0 7-15,-1 3 7 0,-2 3 8 16,0 1-14-16,0 1-11 16,0 0-1-16,3 0-2 15,1 5-5-15,0 6-9 16,3 0-10-16,5 3-5 16,2 3-3-16,2-1 1 15,15-3-3-15,3-4-57 0,9-7-97 16</inkml:trace>
  <inkml:trace contextRef="#ctx0" brushRef="#br0" timeOffset="40160.87">17123 4872 382 0,'-7'-14'65'0,"0"3"-8"0,-1 6-14 15,-3 5-8-15,0 0-15 0,-3 9-10 16,0 7 7-16,-4 6-4 16,2 4-3-16,1 4-1 15,3 4-4-15,2 2-3 16,3-1-2-16,6 0 1 15,1-4-2-15,1-1 1 16,10-5 0-16,4-4 0 0,2-4-1 16,4-5-6-16,3-4-26 15,0-5-24-15,2-3-7 16,0-7-46-16,-1-6-55 16</inkml:trace>
  <inkml:trace contextRef="#ctx0" brushRef="#br0" timeOffset="40502.01">17228 5126 298 0,'0'0'61'16,"0"0"-1"-16,-33 10-16 15,24-2-11-15,2 1-1 0,4 2-6 16,2-1-3-16,1 1-3 16,3 1-6-16,7-2-8 15,1 1-2-15,7-4-3 16,-3-2 1-16,4-2-2 15,1-3 1-15,0 0-1 16,1-1 2-16,-3-6-2 0,-2-3 0 16,-1-3 0-16,-4 0-2 15,-5-2-3-15,-3-2-1 16,-3 2 4-16,-6-1 1 16,-7 3 1-16,-3 2 0 15,-2 2-1-15,-1 4 1 0,-1 2 1 16,1 3-2-16,3 0 0 15,3 2-1-15,1 6-14 16,3 2-31-16,4 0-16 16,2-1-65-16,3-2-40 15</inkml:trace>
  <inkml:trace contextRef="#ctx0" brushRef="#br0" timeOffset="40905.74">17444 5117 318 0,'0'0'98'15,"0"0"-43"-15,0 0-18 16,29-14-9-16,-19 14-5 16,2 0-10-16,-2 7-4 15,0 2-2-15,2 1-4 0,-2 0-2 16,1 0 1-16,-2 0-2 15,-2-1 1-15,0-1-1 16,-3-2 0-16,0-1 0 16,-4-1 0-16,1-3 0 15,-1-1 0-15,0 0 2 0,0-5-1 16,0-3 0-16,0-4-1 16,0-2 0-16,0 0 1 15,2-2-1-15,5-1 0 16,-1 1 0-16,2 1 0 15,2 3 0-15,0 2-1 0,3 2-17 16,0 3-16-16,0 2-12 16,2 3-24-16,0 0-52 15,-1 0 25-15,-1 0-113 16</inkml:trace>
  <inkml:trace contextRef="#ctx0" brushRef="#br0" timeOffset="41188.26">17765 5059 173 0,'0'0'58'15,"0"0"-3"-15,0 0-5 16,0 0 12-16,0 0-13 16,26 29-9-16,-20-19-14 0,2 1-7 15,-3 1-7-15,2 0-5 16,-4 1-3-16,2 0-1 16,-3-4-2-16,-2 2-1 15,0-4 2-15,0-1-2 16,0-2 0-16,-4-3 1 0,-1-1 0 15,2 0 1-15,-2-3 0 16,3-7-1-16,1-3 0 16,1-2 1-16,6-3-1 15,8-1-1-15,4 0 0 16,2 1 0-16,4 3-2 0,0 2-38 16,0 1-43-16,0 2-99 15</inkml:trace>
  <inkml:trace contextRef="#ctx0" brushRef="#br0" timeOffset="41486.68">18321 4962 372 0,'0'0'76'0,"0"0"-15"0,0 0-32 0,0 0-9 16,39-8 11-16,-24 7-6 15,-1 0-16-15,4 1-7 16,0 0 0-16,-2 0-2 15,-2 0 0-15,-1 2-8 16,-2 3-44-16,-5-3-32 0,-3 3-78 16,-3-3-51-16</inkml:trace>
  <inkml:trace contextRef="#ctx0" brushRef="#br0" timeOffset="41657.86">18361 5047 238 0,'0'0'65'15,"0"0"-4"-15,0 0-5 16,0 0-6-16,0 0 8 16,0 0-13-16,34 20-11 15,-12-20-21-15,6 0-11 0,2 0 0 16,2 0-3-16,1-4-47 16,-1-4-107-16</inkml:trace>
  <inkml:trace contextRef="#ctx0" brushRef="#br0" timeOffset="52533.71">19639 4819 157 0,'0'0'96'0,"0"0"-39"15,0 0 0-15,0 0-13 16,-36-12-10-16,22 12-2 0,-2 6-8 16,0 4-2-16,1 1-8 15,3 5-7-15,2-2-2 16,3 4-1-16,6 0-1 15,1-1 2-15,1 1-2 16,9-1 2-16,7 0-2 0,1-4 0 16,6-1 1-16,0-5 1 15,2-4 0-15,-2-3 4 16,-2 0 1-16,-4-3-2 16,0-4-3-16,-6-3 1 15,-4-1-1-15,-4-3 2 16,-4-2 1-16,0-1-4 0,-10 0-2 15,-4 0-1-15,-4 0 0 16,-3 2-1-16,0 2 0 16,1 0 0-16,4 4-1 15,3 1 1-15,5 3-6 16,3 2-37-16,5 3-20 0,0-2-46 16,8-1-106-16</inkml:trace>
  <inkml:trace contextRef="#ctx0" brushRef="#br0" timeOffset="52753.94">19885 4885 221 0,'0'0'206'0,"0"0"-150"0,0 0-36 15,0 0-15-15,0 0-4 16,0 0-1-16,0 0-31 16,0 0-73-16,0 0-86 15</inkml:trace>
  <inkml:trace contextRef="#ctx0" brushRef="#br0" timeOffset="53344.04">20028 4763 297 0,'0'0'51'15,"0"0"22"-15,0 0-32 0,0 0-14 16,0 0 1-16,0 0-5 16,0 0-7-16,0 0-6 15,9-15-7-15,1 15-1 16,2 0 4-16,5-2 3 0,2 0 3 15,2-1-3 1,0 1-2-16,-3-1-3 0,0 2-1 16,-2-1-1-16,-4 2 0 15,-3 0 1-15,-3 0-1 16,0 0 2-16,-3 0-1 16,-1 0-1-16,0 0 0 0,-1 0-1 15,-1 3 0-15,0 5 0 16,0 2 2-16,-3 4 1 15,-1 2 3-15,-2 4 1 16,2 2 0-16,0 1-1 16,-3 0-3-16,4-1-3 0,0-1 0 15,-1-2-1-15,2-3 0 16,1-2 0-16,-1-3 0 16,0-3 0-16,1-1-1 15,-1-3-13-15,1-1-30 16,0-1-30-16,-1-2-26 0,2-1-80 15</inkml:trace>
  <inkml:trace contextRef="#ctx0" brushRef="#br0" timeOffset="53814.72">20413 4789 279 0,'0'0'99'0,"0"0"0"0,0 0-51 15,0 0-21-15,0 0-17 16,0 0-8-16,0 0 2 16,0 0 4-16,0 0 0 15,-4 28-3-15,3-16 0 0,1-1-4 16,0-1 0-16,0-3-1 15,0-1 1-15,0-2-1 16,0-3 1-16,2 0 0 16,4-1 1-16,1 0 0 15,1 0 0-15,2-2-1 0,1-2 0 16,0 1-1-16,-1 0 0 16,-1 3 0-16,0 0 1 15,-1 0-2-15,-3 3 2 16,1 4-2-16,-1 0 1 15,0 2 0-15,-3 3 0 16,-1 0 1-16,-1 2-2 0,0-1 1 16,-4 2 1-16,-5-1-2 15,-2-1 1-15,-5 0 0 16,1-2-1-16,-3-2 0 16,0-3-8-16,2-1-18 0,-2-3-9 15,2-2-17-15,0 0-46 16,3 0-28-16</inkml:trace>
  <inkml:trace contextRef="#ctx0" brushRef="#br0" timeOffset="54137.61">20422 4751 288 0,'0'0'58'0,"0"0"46"0,0 0-43 0,0 0-17 16,0 0-1-16,0 0-9 0,0 0-9 15,0 0-12-15,33-31-2 16,-10 24-4-16,4 2-4 15,4-1-1-15,1 0-2 16,1 2 0-16,-1-2 0 16,-4 0-39-16,-4-7-96 0,-4 0-299 15</inkml:trace>
  <inkml:trace contextRef="#ctx0" brushRef="#br0" timeOffset="55003.17">19251 5256 132 0,'0'0'14'0,"0"0"36"0,0 0-15 16,0 0-7-16,0 0 3 15,0 0 0-15,0 0-3 0,0 0-1 16,0 0-14-16,0 0-5 16,0 0 8-16,0 0 10 15,34-9-3-15,-5 9-3 16,11 0-7-16,12-2 3 15,10-1-2-15,14-1 2 0,12-2-3 16,10 0-1-16,10 0-6 16,6 1 1-16,7-3-3 15,2 1-2-15,1-2 0 16,-2 1 0-16,2-1 1 16,0 1 0-16,-5-1-2 15,-10 1 0-15,-6 1 0 0,-11 1-1 16,-13 1 0-16,-14 2 1 15,-13-1-2-15,-14 4 2 16,-7 0-1-16,-14 0-1 16,-10 1-26-16,-7 5-24 15,-7-1-22-15,-14-1-56 0</inkml:trace>
  <inkml:trace contextRef="#ctx0" brushRef="#br0" timeOffset="56661.66">19172 5562 218 0,'1'-3'21'0,"-1"-2"42"0,0 3-10 15,2 2-4-15,1 0-27 16,-1 0-19-16,3 5 9 15,1 5 16-15,3 3-5 16,1 5-1-16,2 2-3 16,2 5-2-16,1 0-4 0,1 5-4 15,-1-1-3-15,1 0-4 16,-2-3-1-16,-1-4 0 16,-1-5 0-16,-3-4-1 15,-1-6 0-15,-4-4 2 16,2-3 2-16,-2-1 9 0,-1-8 0 15,0-4-8-15,-1-6-2 16,0 0-2-16,1-5 0 16,0-4-1-16,-1-4 0 15,1 0 0-15,2-4 0 16,-1 1-2-16,0 1-1 16,0 3-1-16,0 5 3 0,2 6 1 15,-4 3 0-15,2 5 0 16,0 4 0-16,-3 3 0 15,1 2 0-15,0 1 0 16,0 1-1-16,-1-1 0 0,1 2 1 16,0 0-1-16,0 0 1 15,0 0 0-15,0 0 0 16,1 0-1-16,0 0 1 16,3 0 0-16,2 0-1 15,4 0 2-15,8 0-1 0,9 1 0 16,11-1 0-16,12 0 1 15,16 0 0-15,10-3 1 16,12-3-1-16,9 2 0 16,6-2 0-16,3-1-1 15,5 2 1-15,-4-1 1 16,0-1-1-16,-4 2 1 0,-7 0-1 16,-5 0 1-16,-8 2 0 15,-7-2-1-15,-8 3 0 16,-11 0 0-16,-10 0-1 15,-9 1 0-15,-10 1 0 16,-8 0 0-16,-6 0 1 0,-8 0-2 16,-3 0 1-16,-4 0-1 15,-1 3-33-15,-2-1-24 16,-7-2-51-16,-3-4-177 16</inkml:trace>
  <inkml:trace contextRef="#ctx0" brushRef="#br0" timeOffset="57344.05">19774 5582 159 0,'2'-7'32'0,"0"1"22"0,-2-1-8 0,0 4 2 16,0 0 12-16,0 2-10 15,0 1-13-15,0 0-27 16,0 6-11-16,0 4 4 0,0 4 8 16,0 1-2-16,0 3 6 15,0 1-4-15,0 0-6 16,0-1-3-16,-2 0-1 16,-1-3 0-16,1-3-1 15,-1 0-2-15,3-3-27 16,-2-5-31-16,0-1-86 0,1-3-66 15</inkml:trace>
  <inkml:trace contextRef="#ctx0" brushRef="#br0" timeOffset="58518.04">19984 5622 199 0,'0'-4'65'0,"0"1"-6"0,0 1 2 15,0 2-19-15,4 0-25 0,2 1-14 16,2 5 9-16,4 2 6 15,1 2-2-15,4 0-8 16,1 3-4-16,2-3-4 16,-3 3 2-16,0-4-1 15,-2 1-11-15,-2-3-40 16,-2 0-56-16,-1-5-11 0</inkml:trace>
  <inkml:trace contextRef="#ctx0" brushRef="#br0" timeOffset="58823.85">20159 5628 223 0,'0'0'22'0,"0"0"31"15,0 0 3-15,0 0-16 16,0 0-20-16,0 0-9 16,-29-5 6-16,19 12 3 15,2 3-12-15,-3 0-4 0,1 3-4 16,0 0 1-16,-3 1-1 16,2 0-1-16,-2 1-46 15,-1-1-54-15,0-3-14 16</inkml:trace>
  <inkml:trace contextRef="#ctx0" brushRef="#br0" timeOffset="59328.72">20460 5597 282 0,'0'0'11'16,"0"0"48"-16,0 0-13 15,0 0-24-15,0 0 2 16,-30-11 4-16,20 15-4 0,1 2-8 15,0 2-8-15,2 1-2 16,0 1-1-16,2 2-2 16,3-1-1-16,2 1-1 15,0 0 0-15,1-1 0 16,8-1 0-16,0-2-1 0,4 0 1 16,1-3 0-16,3-3 0 15,-2 0 0-15,0-2 0 16,0 0 0-16,-3-4 0 15,-1-2 0-15,-3-2-1 16,1-1 1-16,-5-2 0 0,-3 1-1 16,-1-3 1-16,0 1-1 15,-8 0 1-15,-4 1-2 16,-1 1 1-16,-3 3 0 16,2 2 0-16,0 1-1 15,-3 3 1-15,4 1-6 0,2 0-22 16,1 3-28-16,2 2-50 15,3 1-13-15</inkml:trace>
  <inkml:trace contextRef="#ctx0" brushRef="#br0" timeOffset="59530.42">20582 5658 363 0,'0'0'9'0,"0"0"35"0,0 0-31 0,0 0-11 0,0 0-3 16,0 0-2-16,0 0-79 16,0 0-47-16</inkml:trace>
  <inkml:trace contextRef="#ctx0" brushRef="#br0" timeOffset="60019.81">20784 5569 391 0,'0'0'25'0,"0"0"49"0,0 0-25 16,0 0-13-16,0 0-12 16,0 0-6-16,0 0-6 15,0 0-8-15,-14-15-3 16,12 23 1-16,-2 5-1 16,2 2 0-16,-1 0 0 0,2 2-1 15,0-1 0-15,1-1 1 16,0 0-1-16,0-1 0 15,2-3 0-15,6-2 0 16,-1-2 0-16,1-3 0 16,2-1 1-16,0-3-1 0,1 0 0 15,-1 0 1-15,-2 0-1 16,0-4 0-16,-3 1 1 16,0-2-1-16,-3 0 1 15,-2-1-1-15,0 1 2 16,0 1-2-16,-4-2 1 0,-2 1-1 15,-2 1 0-15,-2 3-1 16,1 0-1-16,-1 1-5 16,0 0-21-16,1 0-7 15,1 3-10-15,1 2-22 0,1 0-46 16,3-1-26-16</inkml:trace>
  <inkml:trace contextRef="#ctx0" brushRef="#br0" timeOffset="60517.74">21030 5561 345 0,'0'0'46'0,"0"0"25"0,0 0-42 0,0 0-25 0,0 0 0 15,0 0 10-15,0 0 2 16,0 0-3-16,0 39-4 15,-1-26-4-15,-1 0 0 16,0-1-5-16,-3 1 1 0,1-2 0 16,0-2 0-16,-1-2-1 15,3-1 1-15,0-4-1 16,1 1 0-16,1-2 0 16,3 0 0-16,5-1 1 15,5 0 0-15,3 0-1 0,5 0 1 16,3-2 0-16,-2-1-1 15,2 1 0-15,-4 2 0 16,-2-2 1-16,-6 1-1 16,-3 1-19-16,-2 0-16 15,-5 0-26-15,-2 0-35 0,0 0-2 16,-2-2-48-16</inkml:trace>
  <inkml:trace contextRef="#ctx0" brushRef="#br0" timeOffset="60751.93">21098 5646 171 0,'0'0'69'16,"0"0"-6"-16,0 0 12 16,0 0-11-16,0 0-17 0,0 0-2 15,0 0-17-15,0 0-22 16,0 0 10-16,-1 14 13 15,3 4-15-15,-2 0-8 16,1 2-4-16,0 1-2 16,-1 1 1-16,0-3-3 0,0-2-64 15,1-7-81-15</inkml:trace>
  <inkml:trace contextRef="#ctx0" brushRef="#br0" timeOffset="65309.26">20633 5727 292 0,'0'0'77'0,"0"0"-17"0,0 0-24 0,0 0 0 16,0 0 0-16,0 0-7 16,0 0-6-16,0 0-9 0,0 0-10 15,0 0-2-15,5-6-2 16,1 9 0-16,0-3-1 16,2 0-77-16,1-5-252 15</inkml:trace>
  <inkml:trace contextRef="#ctx0" brushRef="#br0" timeOffset="85767.8">21789 5022 311 0,'0'0'30'0,"0"0"25"0,0 0-26 0,0 0-5 16,0 0-2-16,0 0-8 15,0 0-4-15,0 0-2 16,32-15-1-16,-17 15-2 0,3 0-2 15,1 0-2-15,0 0 0 16,1 0-1-16,-3 0-1 16,-2 0-25-16,-5 0-40 15,0 2-67-15,-9 1-105 16</inkml:trace>
  <inkml:trace contextRef="#ctx0" brushRef="#br0" timeOffset="85940.27">21792 5128 208 0,'0'0'8'15,"0"0"19"-15,0 0-9 16,0 0 18-16,0 0 7 16,42 10-20-16,-15-10-16 15,4-2-3-15,4-3-3 0,3-2-16 16,-2-2-170-16</inkml:trace>
  <inkml:trace contextRef="#ctx0" brushRef="#br0" timeOffset="86533.56">22951 4870 342 0,'0'0'90'0,"0"0"-40"16,-42-13 1-16,25 13-21 0,1 3-16 15,-1 4-1-15,1 6-2 16,2 0-3-16,1 2-2 16,5 3-3-16,4 1-2 15,2 0 1-15,2 0-2 16,4-1 2-16,5-2-3 15,3-3 3-15,4-3-1 0,-2-2 1 16,3-4-2-16,-1-4 1 16,-1 0 0-16,-1-1-1 15,-2-6 1-15,-2-3 0 16,-1-4 0-16,-2-1 0 16,-4-3 0-16,-3-2-1 0,0-2 0 15,-7 1-1-15,-5 0 1 16,-2 2-1-16,-2 2 1 15,0 4-1-15,-1 4 1 16,3 4-2-16,3 5 0 16,1 0-2-16,4 2-43 15,3 6-49-15,3 0-39 0,0 0-169 16</inkml:trace>
  <inkml:trace contextRef="#ctx0" brushRef="#br0" timeOffset="86732.79">23123 4941 446 0,'0'0'31'0,"0"0"23"0,0 0-20 0,0 0-28 15,0 0-3-15,0 0-3 16,0 0-1-16,0 0-23 15,0 0-96-15,27-2-184 16</inkml:trace>
  <inkml:trace contextRef="#ctx0" brushRef="#br0" timeOffset="87229.61">23219 4802 332 0,'0'0'37'16,"0"0"19"-16,0 0-24 0,0 0-5 16,0 0 9-16,0 0-10 15,0 0-9-15,21-29-5 16,-4 26-2-16,3 1 2 16,0-1 1-16,2 2-2 15,-4 1-1-15,-1 0-5 0,-3 0-2 16,-4 0 1-16,-2 0-1 15,-2 1 1-15,-3 4-3 16,1 1 2-16,-4 2 0 16,0 3 6-16,0 5 5 15,0 3 1-15,-4 1-3 16,0 4-6-16,1 0-3 0,-1 1-2 16,1-2-1-16,3-1 1 15,0-4-1-15,0-3-1 16,1-1-8-16,4-4-27 15,0-5-37-15,-1-5-68 16,2 0-119-16</inkml:trace>
  <inkml:trace contextRef="#ctx0" brushRef="#br0" timeOffset="87606.66">23547 4819 452 0,'0'0'30'0,"0"0"28"0,0 0-40 15,0 0-6-15,0 0 4 16,0 0-5-16,0 0-3 16,0 0-4-16,-22 35-2 15,22-29-1-15,5 1 0 16,1-2 0-16,5 0 0 15,0-3 0-15,2-1 0 0,1 2 0 16,0-2 0-16,-2 2-1 16,0 2 0-16,-3-1 0 15,-1 3 0-15,-1 1 0 16,-5 1 0-16,1 1 0 16,-2 1 0-16,-1-1 0 0,0 0 0 15,0 1 0-15,-6-1 0 16,-1-1-1-16,-1-1-10 15,-2-3-21-15,-2 0-29 16,1-3-17-16,-3-2-56 16,2 0-101-16</inkml:trace>
  <inkml:trace contextRef="#ctx0" brushRef="#br0" timeOffset="87867.75">23582 4767 375 0,'0'0'29'0,"0"0"49"16,0 0-1-16,0 0-33 16,0 0-11-16,34-32-4 0,-16 25-7 15,8 2-7-15,4-1-7 16,4 2-6-16,2-1 0 15,0 2-2-15,-1-1-18 16,-6-2-57-16,-6-5-149 16</inkml:trace>
  <inkml:trace contextRef="#ctx0" brushRef="#br0" timeOffset="88497.82">22840 5235 204 0,'0'0'34'0,"0"0"32"15,0 0 2-15,-30-15-24 0,27 15-13 16,3 0-12-16,0 0-13 16,9 0-1-16,11 0 3 15,9 2 13-15,14-2 7 16,14 0-3-16,15 0-2 16,10-2-5-16,7-3-8 15,3-1-6-15,-4-1-1 0,-5 1-1 16,-9 0-1-16,-10 0 0 15,-6 3-1-15,-13-1 0 16,-5 1-1-16,-11 3-9 16,-12 0-44-16,-10 0-57 15,-7 0-90-15</inkml:trace>
  <inkml:trace contextRef="#ctx0" brushRef="#br0" timeOffset="89043.99">22965 5476 281 0,'0'0'28'0,"0"0"44"0,0 0-24 16,0 0-10-16,0 0 1 15,0 0-4-15,-33-17-6 16,22 21-13-16,0 6 1 0,0 0-5 15,3 3-6-15,-1 2-2 16,3 3-2-16,2 0-1 16,4 0 0-16,0 1 0 15,1-3-1-15,8-1 1 16,4-2-1-16,1-6 1 0,2-1 0 16,-1-4 1-16,2-2 0 15,-4-2-1-15,-2-6 0 16,-2-3 1-16,-2-3-1 15,-4-1 1-15,-2-3-2 16,-1-1 3-16,-1-1-3 0,-7 1-1 16,-1 2-1-16,-3 2 0 15,2 3-1-15,-1 2-2 16,2 6-6-16,2 1-14 16,-1 3-31-16,5 0-31 15,0 0-73-15</inkml:trace>
  <inkml:trace contextRef="#ctx0" brushRef="#br0" timeOffset="89236.59">23102 5542 386 0,'0'0'7'0,"0"0"46"16,0 0-19-16,0 0-3 15,0 0-8-15,0 0-15 16,0 0-8-16,0 0-2 0,0 0-54 16,21-18-94-16</inkml:trace>
  <inkml:trace contextRef="#ctx0" brushRef="#br0" timeOffset="89858.11">23510 5453 367 0,'0'0'20'0,"0"0"44"16,0 0-25-16,13-33-3 16,-13 25 5-16,-4 2-10 15,-5 0-10-15,-2 1-10 16,-3 0-3-16,-3 2 0 16,-1 2 1-16,-1 1-1 0,0 0-2 15,2 0-1-15,3 3-3 16,2 3 0-16,4 1-2 15,4 0 0-15,1 1 1 16,3 0-2-16,1 2 2 16,9-2-1-16,3 2 0 0,4 2 1 15,1 0-1-15,0 2-2 16,-2-1-10-16,0 2-1 16,-3 0-3-16,-3 1 6 15,-3-1 2-15,-2 1 4 16,-3-1 2-16,-2-1 2 0,0 0 0 15,0-3 0-15,-5 0 0 16,-2-2 0-16,0-3 0 16,-3-3 1-16,0-1 3 15,-2-2 5-15,-1 0 3 16,-3-2 2-16,1-4-1 0,2-4-3 16,2-3-3-16,3-2-1 15,6-3-2-15,2-1-2 16,9-2-2-16,8 0 1 15,5-1-3-15,2 1-19 16,4 1-42-16,-4-2-113 0</inkml:trace>
  <inkml:trace contextRef="#ctx0" brushRef="#br0" timeOffset="91164.59">23942 5128 237 0,'3'0'55'0,"-3"0"4"0,3-2-24 0,4 1-20 15,0 0-6-15,3 1 0 16,3 0-1-16,0 0-5 16,1 0-2-16,1 0 0 15,-3 1-2-15,-1 2-6 0,-2 0-54 16,-3 0-46-16,-2-1-50 16</inkml:trace>
  <inkml:trace contextRef="#ctx0" brushRef="#br0" timeOffset="91349.95">23952 5218 213 0,'0'0'12'0,"0"0"28"16,0 0 13-16,0 0-8 0,0 0-17 15,36 4-17-15,-20-4-7 16,1 0-3-16,1 0-1 15,-3 0-33-15,-2-1-125 16</inkml:trace>
  <inkml:trace contextRef="#ctx0" brushRef="#br0" timeOffset="91861.53">24322 5051 434 0,'0'0'22'15,"0"0"5"-15,-30-4 8 16,20 11-7-16,-1 4 4 16,1 4-9-16,0 1-4 0,4 4-6 15,1 0-6-15,2 1-1 16,3 1-5-16,0-1 0 16,6-2 0-16,2-1 0 15,6-4 0-15,-1-5-1 16,1-1 2-16,3-5-1 0,-2-3 0 15,0 0-2-15,-1-3 2 16,-1-5-2-16,-2-1 0 16,-2-4 0-16,-3 0 0 15,-2-3 0-15,-2-1 0 16,-2 1-1-16,0-3 1 0,-6 0-1 16,-1 0 0-16,-4 1 2 15,2 2 0-15,0 1-1 16,0 3 1-16,2 4-1 15,0 0 1-15,1 6-2 16,2 2-22-16,1 0-44 0,2 2-35 16,1 3-76-16</inkml:trace>
  <inkml:trace contextRef="#ctx0" brushRef="#br0" timeOffset="92102.75">24507 5190 470 0,'0'0'5'0,"0"0"40"0,0 0-4 0,0 0-25 15,0 0-13-15,0 0-2 16,0 0-5-16,0 0-62 15,0 0-71-15,0 0-237 16</inkml:trace>
  <inkml:trace contextRef="#ctx0" brushRef="#br0" timeOffset="92779.98">24778 5037 277 0,'0'0'8'0,"0"0"62"16,0 0-22-16,4-30-4 15,-4 24-3-15,-2 1 2 16,-6 1-7-16,-2 0-16 0,0 2-2 16,-2 2-3-16,-2 0-3 15,1 0-3-15,2 6-1 16,0 2-3-16,1 2-2 15,3 2 0-15,3 1-3 16,0 2 0-16,2 0 1 16,2-1-1-16,0 0 0 0,6-1 1 15,2-4-2-15,4-1 0 16,1-5-8-16,3 0-4 16,-2-3 5-16,1 0 2 15,-3-6 1-15,-1-1 1 16,-1-3 3-16,-5 1 0 0,-1 0 1 15,-2 2 0-15,-1 1 0 16,-1 1 1-16,0 3 2 16,0 1 7-16,0 1-2 15,0 0-5-15,2 4-3 16,1 7 2-16,1 2-1 0,0 2 4 16,1 4 0-16,0 1 1 15,-2-1-2-15,-2 3-2 16,-1-3-1-16,-3 2-1 15,-6-3 1-15,-4 0-2 16,-2-3 2-16,-3-3 0 0,-1-1 0 16,1-1-1-16,-4-5 1 15,0 2 0-15,-1-5-7 16,2-2-30-16,3 0-73 16,1-2-91-16</inkml:trace>
  <inkml:trace contextRef="#ctx0" brushRef="#br0" timeOffset="94843.02">23719 4424 141 0,'-2'0'36'0,"1"-3"-4"0,1 0 15 16,0-1-28-16,0 0 4 15,0 0-4-15,0 1-2 16,0-1-4-16,3 0 10 16,3 0-19-16,1 3-3 15,1-1 0-15,2 2-1 16,-1 0 0-16,0 0-1 0,1 2 1 15,-3 4-1-15,0-1 1 16,-1 2-2-16,-2-1 2 16,-1 1-1-16,-3-3 0 15,0 2 1-15,0-1-1 16,0 0 0-16,-2-2 0 0,0 0 1 16,-1-1-1-16,1 0 1 15,2-1 0-15,0-1 1 16,1 2-2-16,7-1 2 15,2 1 0-15,3 2-1 16,2 1 0-16,-1 1 0 0,0 2 0 16,-2 0 0-16,-3 1 0 15,-3-1 0-15,-2-1 0 16,-4-1 0-16,0 2 0 16,-3-4 1-16,-6 3-1 15,-3-1 0-15,-3-2 0 0,-1 1-1 16,0-1 0-16,1-2-3 15,4 1-38-15,1-1-15 16,6-2-71-16</inkml:trace>
  <inkml:trace contextRef="#ctx0" brushRef="#br0" timeOffset="95251.07">24019 4438 281 0,'0'0'4'0,"0"0"30"0,0 0 12 0,0 0-27 16,0 0-5-16,0 0-3 0,0 0-6 15,0 0-1-15,-17 28 1 16,22-19-2-16,4-2 0 15,-1 1-2-15,2-1 1 16,0-2-1-16,0-2 0 16,-2-1 0-16,0-2 1 0,-1 0-1 15,-3-1 3-15,1-6-2 16,-2-2-1-16,-1-1 0 16,-2-3-3-16,0 1 0 15,0-1-1-15,-6 2 1 16,-1 2 1-16,-4 3-1 0,-1 3-2 15,-1 3-2-15,0 0 0 16,1 8-15-16,2-2-98 16</inkml:trace>
  <inkml:trace contextRef="#ctx0" brushRef="#br0" timeOffset="96237.8">25029 5106 168 0,'0'0'60'0,"0"0"-7"15,0 0 3-15,0 0 3 0,3-31-10 16,-2 24-18-16,2-1 0 16,2 2-6-16,1 0-5 15,0 0-4-15,3 4-8 16,0-1-5-16,1 3-1 16,-1 0-1-16,-1 0 0 0,1 7-1 15,-3 2 0-15,-2 1 0 16,-2 2-1-16,-1 1 1 15,-1 2-1-15,-1-2 1 16,-6 0-2-16,-3-3 3 16,-2 0-2-16,-1-3-2 15,0-2 1-15,1-2-2 0,1 0-2 16,3-2 1-16,2 0 1 16,3 1 3-16,3-2 1 15,0 1-1-15,5 1 1 16,4 1 0-16,3 1 0 15,1 2 1-15,1 1-2 0,-2 1 2 16,1 0-2-16,-6 2 2 16,-2 2-2-16,-3-1 1 15,-2 1-1-15,0-1 1 16,-4-1 1-16,-8 0 0 16,-1 0 0-16,-2-3 0 0,-1 0-1 15,-3-3 2-15,1 0-2 16,-1-1 0-16,0-1-2 15,5-1 0-15,0-1 1 16,3 0-37-16,5 0-42 0,3 0-62 16,3-3-63-16</inkml:trace>
  <inkml:trace contextRef="#ctx0" brushRef="#br0" timeOffset="97015.77">25353 5096 192 0,'0'0'44'0,"0"0"13"0,0 0 0 0,0 0 0 0,0 0-10 0,0 0-10 0,0 0-10 0,0 0-6 0,0 0-8 0,0 0-6 15,0 0-5-15,0-21-1 16,-7 21 0-16,-2 0-1 0,0 0 0 15,-1 0 0-15,0 0 0 16,0 0 1-16,2 0-1 16,1 0 0-16,2 0 0 15,1 0 0-15,1 0 0 0,1 0 0 16,0 3 0-16,1 1 0 16,1 1-1-16,0 1 1 15,0 2 0-15,0 1 0 16,0 1 1-16,4 1 0 15,0 0 4-15,2-2 1 0,-1 4 4 16,-2-3-2-16,2 0-1 16,-1 0-2-16,-1 0-1 15,-1-2-2-15,1-1 0 16,0-3 0-16,-3-1 0 16,0-1-1-16,1-1-1 15,0-1 2-15,1 0 0 0,1 0 2 16,2 0-1-16,1 0-2 15,1 0-1-15,3 0 0 16,0 0 0-16,-1 0 0 16,0 1 1-16,1 3-1 15,-3 1 0-15,-2 1-1 0,-1 2 2 16,-4 1-2-16,0 2 2 16,-2-1-2-16,-9 2 2 15,-2-1-2-15,-5-1 1 16,1 1 0-16,0-2-1 15,-2-1-1-15,1-1-12 0,3-2-17 16,1-2-12-16,3 2-30 16,3-2-57-16,1-3-11 15</inkml:trace>
  <inkml:trace contextRef="#ctx0" brushRef="#br0" timeOffset="116480.86">13743 8576 272 0,'0'-6'61'0,"-3"0"5"16,-6 3-22-16,2 2-2 15,-5 0-10-15,0 3-9 0,-5 8-2 16,0 7-4-16,-4 6 3 16,0 7-3-16,0 8-5 15,1 3-2-15,2 4-3 16,2-1-3-16,5-1-3 16,5-3-2-16,3-4 2 0,3-3 0 15,3-3-2-15,9-5 1 16,2-2 0-16,5-8-1 15,4-6-18-15,3-9-42 16,0-1-12-16,1-13-80 16,1-5-24-16</inkml:trace>
  <inkml:trace contextRef="#ctx0" brushRef="#br0" timeOffset="116829.88">13789 8918 305 0,'0'0'43'0,"0"0"19"15,0 0-34-15,-35 15 20 16,29-5-3-16,0 2-13 16,4 1-3-16,0 1-9 15,2 1-10-15,0 0-5 16,7-1-2-16,3-1-2 0,0-4 0 16,5-3 0-16,0-5-1 15,2-1 0-15,-2-3 1 16,0-7 0-16,-1-3-1 15,-1-3 1-15,-3-1 0 16,-2-1-1-16,-2 0 1 0,-5 3-1 16,-1 1 0-16,-4 4 1 15,-7 4-1-15,-3 0 0 16,-3 4 0-16,-3 2 1 16,2 0-2-16,0 0 1 15,2 1-3-15,2 4-17 0,6 0-27 16,4 0-30-16,4-3-85 15,0-2-77-15</inkml:trace>
  <inkml:trace contextRef="#ctx0" brushRef="#br0" timeOffset="117187.84">13958 8872 269 0,'0'0'163'16,"0"0"-123"-16,0 0-30 15,0 0 20-15,0 0 9 0,0 0-2 16,0 0-9-16,30 20-13 16,-22-12-7-16,-2 2-3 15,2 3-3-15,-3 0-1 16,0 1 0-16,-3 0 0 16,0-2-1-16,-2-1 1 15,0-2-1-15,0-1 1 0,-3-4-1 16,-3-3 1-16,1-1 1 15,-2 0-1-15,4-5 0 16,3-6 0-16,0-3-1 16,1-1 0-16,8 0 0 15,5-3 0-15,2 2 0 0,2 0-9 16,0 2-49-16,-1 4-20 16,-1-1-77-16,-3 4-7 15</inkml:trace>
  <inkml:trace contextRef="#ctx0" brushRef="#br0" timeOffset="117481.96">14158 8842 254 0,'0'0'81'16,"0"0"-59"-16,0 0 55 15,0 0-12-15,0 0-19 16,0 0-11-16,33 18-5 16,-25-12-16-16,0 3-6 15,1 1 1-15,-5 0-4 0,2 1-3 16,-2-1-1-16,-3 2 0 15,-1-2 0-15,0 1-1 16,-1-2 2-16,-5-1-1 16,-1-3 0-16,-1 0 0 0,2-4 1 15,-3-1 0-15,4 0 0 16,2-8 5-16,3-5-1 16,0-3-4-16,8-4-2 15,8-1 0-15,4 0 0 16,6 0 1-16,0 1-2 0,0 1-37 15,-4 2-70-15,-10 2-180 16</inkml:trace>
  <inkml:trace contextRef="#ctx0" brushRef="#br0" timeOffset="118281.35">12583 9281 259 0,'0'0'134'0,"0"0"-83"0,0 0-23 0,0 0 1 15,0 0 5-15,0 0-5 16,0 0-20-16,0 0-7 15,0 0 4-15,29-16 1 16,-4 9 1-16,2-2-4 16,1 0-1-16,1-1-3 0,-4 2 1 15,0-1-1-15,-3 3-5 16,-1-1-43-16,-4-1-39 16,-2 0-108-16</inkml:trace>
  <inkml:trace contextRef="#ctx0" brushRef="#br0" timeOffset="118529.86">12976 9026 176 0,'0'0'244'0,"0"0"-183"15,0 0-33-15,0 0 7 16,0 0 16-16,-4 43-6 15,4-22-19-15,2 2-12 16,1 2-10-16,1 1-3 0,1-1 1 16,-2-1-3-16,-1-3 1 15,3-2-2-15,-4-5-20 16,2-3-32-16,-3-4-39 16,0-4-107-16</inkml:trace>
  <inkml:trace contextRef="#ctx0" brushRef="#br0" timeOffset="118985.67">13306 8909 297 0,'0'0'79'15,"0"0"-34"-15,0 0-37 16,0 0 48-16,0 0-6 16,-18 28-12-16,7-12-11 15,-5 2-10-15,0 1-3 0,-3 2-3 16,0-2-3-16,1 1-5 15,1-3-2-15,0 0 1 16,5-3-2-16,3-2 1 16,2-4-2-16,3-1 1 15,2-1 0-15,2-2 1 16,2-1-2-16,6-2 1 0,5 0 0 16,6-1 1-16,3 0-1 15,3 0 1-15,0 1 1 16,1-1 0-16,-1-2-1 15,-5 2-1-15,-3 0 0 0,-2 0 0 16,-5 1-34-16,-3 3-70 16,-4-2-147-16</inkml:trace>
  <inkml:trace contextRef="#ctx0" brushRef="#br0" timeOffset="119952.36">14697 8611 193 0,'0'0'24'0,"0"0"39"0,0 0-19 0,0 0-7 16,0 0-15-16,0 0 2 15,0 0 29-15,0 0-25 16,0 0-10-16,0 0-9 16,-27 35-3-16,14-23 1 15,-4 3-3-15,0-1-2 0,-1 2 0 16,-2-1-1-16,1 0 0 16,2 0 0-16,4-2-1 15,0-1 0-15,4-1 1 16,2-1 0-16,4 0-2 15,3-3 1-15,0-1 0 0,0 1 0 16,9-2 1-16,5 0 0 16,4 0 7-16,5-2 8 15,4 1-2-15,3-3 1 16,3 1-2-16,-1 0-7 16,0-1-4-16,-6 2-2 0,-3-1 1 15,-6 2-2-15,-4 0-33 16,-3-2-17-16,-4 1-41 15,-2-3-79-15</inkml:trace>
  <inkml:trace contextRef="#ctx0" brushRef="#br0" timeOffset="120340.42">15069 8731 331 0,'0'0'18'0,"0"0"29"0,0 0-41 0,0 0 27 15,0 0 10-15,0 0-5 16,0 0-16-16,0 0-14 16,42-6 5-16,-22 0 3 0,4 0-3 15,6 0-1-15,0-2-3 16,0 2-4-16,-3 1-3 16,-2 1-2-16,-5 1 1 15,-4 1-1-15,-4 0-2 16,-2 2-28-16,-4 0-12 15,-5 0-24-15,-1-3-54 0,-1 0-19 16</inkml:trace>
  <inkml:trace contextRef="#ctx0" brushRef="#br0" timeOffset="120609.35">15203 8623 251 0,'0'0'10'15,"0"0"54"-15,0 0 7 16,0 0-13-16,0 0-11 0,0 0-12 16,-28-17-17-16,28 27-1 15,0 0 10-15,5 7-6 16,3 1-10-16,1 3-5 16,1 4-5-16,-2 0 0 15,-2 1-1-15,0 0 0 16,-2-2-21-16,0-3-35 0,-1-6-25 15,-2-2-73-15,-1-8-60 16</inkml:trace>
  <inkml:trace contextRef="#ctx0" brushRef="#br0" timeOffset="120905.71">15535 8436 379 0,'0'0'12'0,"0"0"36"16,0 0 2-16,0 0-42 15,0 0 33-15,0 36 6 0,2-13-3 16,0 3-23-16,3 2-11 15,-2 2-5-15,2-2-3 16,1-1-1-16,0 1-1 16,-1-1-1-16,-5-3-43 15,0-4-62-15,0-2-156 0</inkml:trace>
  <inkml:trace contextRef="#ctx0" brushRef="#br0" timeOffset="121668.92">12607 9634 185 0,'0'0'5'0,"0"0"37"0,0 0-10 0,0 0-4 0,0 0 4 16,0 0 10-16,0 0-22 16,0 0-15-16,0 0 19 15,55-12 0-15,-8 1-3 16,15-3 0-16,12-6 1 0,16-1 1 15,14-4-4-15,12-3-5 16,11 0-7-16,9-3 0 16,3-1-4-16,4-2 0 15,1 0 2-15,2-1 0 16,-2 1 4-16,0 1 2 16,-2 3-6-16,-1 2-4 0,-5 2 1 15,-7 3-2-15,-4 3 1 16,-7 0-1-16,-10 3 0 15,-8 4 1-15,-11-1-1 16,-10 3 0-16,-9 3 0 0,-13 1 1 16,-10 3-2-16,-11 1 1 15,-10 2 0-15,-9 1 1 16,-7 0-1-16,-7 1-1 16,-3 3-31-16,-11-4-24 15,-6 0-150-15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47:52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16830 7143 71 0,'0'0'147'0,"0"0"-134"0,0 0-8 16,0 0-1-16,0 0 18 16,-21 42 11-16,10-21 4 0,-1 5-1 15,-2 9 3-15,-3 4-12 16,-4 7 1-16,0 2-14 15,-2 5-6-15,-2 0-5 16,0-2-1-16,1-4-2 16,2-6 2-16,3-6-2 0,3-9 1 15,5-8 0-15,3-5-1 16,4-6 0-16,2-6 0 16,2-1-19-16,6-8-19 15,7-10-35-15,5-8-49 16,4-9-109-16</inkml:trace>
  <inkml:trace contextRef="#ctx0" brushRef="#br0" timeOffset="355.72">16994 7202 291 0,'0'0'40'15,"0"0"-11"-15,-24 43 31 0,5-15-14 16,-2 5-14-16,-7 7-4 16,-1 5-4-16,-1 4-9 15,-2 5-8-15,0 1-1 16,4-1 0-16,1-3 2 0,5-6-2 15,2-4-3-15,2-9-1 16,5-4 0-16,2-5-1 16,2-3-1-16,3-4 1 15,2-6-2-15,3-3-2 16,1-5-29-16,0-2-38 0,3-6-98 16</inkml:trace>
  <inkml:trace contextRef="#ctx0" brushRef="#br0" timeOffset="47346.7">15839 6898 57 0,'-1'0'0'0,"1"0"9"16,0-5-8-16,4 0 1 15,2 1 3-15,0-2-2 16,-1 2 17-16,0-1-4 0,-2 0 41 16,-2 2-41-16,-1-1 20 15,0 3-2-15,0 0 3 16,0 0 1-16,0 1 5 15,-1-1-2-15,-2-1-4 16,-2 1-9-16,1-2-7 0,0 1 0 16,0-1-5-16,-2-2-6 15,0 2-2-15,-3-2-1 16,1-2-2-16,-1 2-3 16,-3-3 0-16,0-2-1 15,-1 0 0-15,-4 0 0 0,2-3 0 16,-2 2 0-16,-1 1 0 15,1-2-1-15,1 1 1 16,-1 1 1-16,3-1 0 16,0 0 0-16,0 1 0 15,1-1-1-15,0-1 1 0,1 2-2 16,-2 0 1-16,1 0-1 16,0 2 1-16,-2 1 1 15,0 1-4-15,-3 3 5 16,-1 1-4-16,-2 1 2 15,-2 0-2-15,2 1 1 0,0 0 0 16,1 0 0-16,0 0 1 16,2 3-1-16,1 1 0 15,-1 3-1-15,-2 2 2 16,2 1-1-16,-2 2-1 16,2 0 1-16,-2 1 0 0,0 0 0 15,0 0 1-15,0 1-1 16,0-1-1-16,1 0 2 15,2 0-1-15,2 2-1 16,0-2 1-16,2 0 0 16,1-1 0-16,2 0 0 0,-1-1 1 15,2 0-2-15,0 1 2 16,0-2-1-16,0 3 0 16,1-1-1-16,-1 1 2 15,2-1-1-15,0-1 0 16,1 1 0-16,2-1 0 15,0 1 0-15,2-1 0 0,2 1 0 16,0-1 0-16,0 2-1 16,0-1 1-16,6 0 0 15,-1 2 0-15,3-2 0 16,-2 1 1-16,1-1-1 0,0-1 1 16,0-2-1-16,0 0 0 15,-1 0 2-15,-1-1-2 16,3-1 1-16,-2 0 0 15,-1-1 1-15,1 1-1 16,-1-1 1-16,2 1 0 16,-3-1 0-16,2 1 1 0,0 0-1 15,2-1 1-15,0 1 1 16,-2 0-2-16,2-1 2 16,0-1-1-16,1 0 1 15,0 0 0-15,-1-1-1 16,0 0 2-16,2-2-3 0,-2 1 0 15,1 0 1-15,0-2-1 16,-1 0 0-16,-1 1 1 16,0 1-3-16,1-3 1 15,-2 2 0-15,0 1 0 16,-1-1-1-16,2 0 1 16,1 1-1-16,-1 0 1 0,1-1 0 15,0 0-1-15,2 1 1 16,-1-2-1-16,1 1 0 15,0 1 0-15,0 0 0 16,0-2 1-16,0 1-1 0,0 0 0 16,2 0 0-16,0 1 1 15,1-1-2-15,1 2 1 16,0 0 1-16,1-2-1 16,1 3 0-16,-1-2 1 15,2 0-2-15,-1 1 2 16,0-2-1-16,2-1 0 0,-3-1 1 15,2 0 0-15,-3 0-1 16,2 0 0-16,-1-2 1 16,0-2-1-16,-1-1 1 15,1 1-2-15,-1-1 2 16,1-1-1-16,1 1 1 0,-3 0-1 16,2 0 0-16,-2 0 0 15,0 1 0-15,-1-2 1 16,2 2-2-16,-2 0 1 15,-1-2 1-15,0 0-1 16,0 1 0-16,0-1 0 0,-1-1 1 16,-1 2-1-16,0-1 0 15,-2 0 0-15,-1 0 0 16,1 1 0-16,-2-2 0 16,0 1 0-16,-1-2 0 15,1 1 0-15,-2-2 0 0,-1 1 1 16,1-3-1-16,0 2 0 15,0-2 0-15,1 1 0 16,1-1 0-16,-3 1 0 16,1 1 1-16,1-1-1 15,-3 1-1-15,0-1 1 0,0 1 0 16,0 0 0-16,0-1 1 16,-1 1-2-16,0 0 1 15,0 0 1-15,0-1-1 16,0 3 0-16,-3-2 0 15,-2 2 0-15,1-1 0 0,-1 1 0 16,-2 0 1-16,0-1-1 16,1 2 0-16,-1-4 0 15,0 3 0-15,2-3 1 16,-2 1-2-16,3-1 1 16,-1 1 0-16,2-1 0 0,0 0 0 15,2 2 1-15,-2 0-1 16,1 3-1-16,1 0 2 15,1 2-1-15,-1 1-1 16,-1 2 1-16,1 0-1 16,-1 0-12-16,0 0-14 0,0 0-12 15,1 2-12-15,1 6-22 16,0 0-31-16,1-3-7 16,3-1-91-16</inkml:trace>
  <inkml:trace contextRef="#ctx0" brushRef="#br0" timeOffset="49378.9">15886 6992 107 0,'-4'4'26'0,"3"-3"-21"16,-1 2 14-16,2-1 36 0,-1 0-13 16,1-2-8-16,0 0 1 15,0 0-5-15,0 0-3 16,0 0 0-16,0 0-7 15,0 0-9-15,1 0-2 16,6 0 1-16,4-4 2 0,4-2 4 16,5-1-4-16,6-2 2 15,5-2 0-15,2-2-1 16,5 0-1-16,4 0 3 16,1-3-4-16,6 1-1 15,1 0 0-15,6 0-2 0,1-2 1 16,5-1-2-16,3 0 0 15,-1 0-3-15,0 1 1 16,1-1-1-16,0-1 0 16,-1 2-1-16,-2-1 0 15,1 1-1-15,-1-2 1 0,-4 2-2 16,-3-1 0-16,-3 1-1 16,-2-1 3-16,-3 0-2 15,0-2-1-15,-3 0 2 16,1-3 1-16,0 1-2 15,-2-2-1-15,0-2 2 0,-1-1-2 16,-3-3 0-16,1 1 1 16,-2-1-1-16,-2-3 0 15,-3 0 0-15,-3 0 0 16,-3-2 0-16,-2 1 1 16,-2-1-2-16,-1-2 1 0,-2 2 1 15,0-3-1-15,2-3 0 16,-2 0 0-16,2-4 1 15,0-1-1-15,0 1 0 16,1-1 0-16,1 0 0 16,-1-2 0-16,0 2 0 15,0-1-1-15,0 0 2 0,0 2-1 16,-1-1 0-16,-1 3-1 16,0 0 2-16,0 0-1 15,-1 0 0-15,-1-2 0 16,-2 1 0-16,-1 1 0 0,-3-2 0 15,-2 1 0-15,0-1 0 16,-4 2 0-16,0-3 0 16,-1 1 0-16,0 0 0 15,-4-1 0-15,1-1 0 16,-1 2 0-16,-1 0 1 0,2 1-1 16,-2 1 0-16,0 0 0 15,1 1 0-15,-1 0 0 16,1 1 0-16,1-1 1 15,-2 0-1-15,2 1 0 16,2-1 0-16,-3-1 0 16,2 1 0-16,0 0 1 0,-2-1-1 15,-1 0 0-15,-1 1 0 16,0-2 1-16,0 3 0 16,-3-1-1-16,-2 0 1 15,0 0-1-15,-3-1 1 16,1 0 0-16,2-3-2 0,-3 2 2 15,1-1 0-15,3-1-2 16,-2-1 2-16,1 0-1 16,-1-1 0-16,0 1 0 15,1-4 0-15,0 1 0 16,-3-1 1-16,3 0-1 0,-1 1 0 16,0-1 0-16,1 0 1 15,-1 3-1-15,0 0 0 16,1 2 1-16,2 0 0 15,-2 1-2-15,2 2 1 16,-1-1 0-16,0 2 1 0,0 1-1 16,0 0 0-16,-2 0 0 15,-1 2 0-15,2 3 0 16,-4 2-1-16,0 0 2 16,0 2-2-16,0 0 2 15,-2 4-1-15,0-2-1 0,-1 3 1 16,0 3 0-16,-4 1-1 15,1 3 0-15,-2 2 2 16,-2 3-2-16,0 0 0 16,-1 3 1-16,0 1 0 15,-2 0-1-15,2 1 1 0,0 1 1 16,1 1-1-16,2 1-1 16,3 1 1-16,-1 1 0 15,2 0 1-15,3 0-1 16,4 3 1-16,0-1-2 15,2 3 1-15,1-2-1 16,1 2-2-16,1 0-3 0,-1 0 1 16,0 0 2-16,-1 0 2 15,1 0 0-15,-1 2 0 16,-4 1 1-16,2 1 0 16,-3-1 0-16,0 0 0 15,-3 1-2-15,0-1 0 0,-1 2 1 16,0-2 2-16,-1 0 0 15,0 1-1-15,-1-1 1 16,2 0-2-16,-1-1 2 16,1-2-2-16,2 2 1 15,3-1 1-15,0 0-1 0,1-1 2 16,1 1-2-16,3-1 0 16,-1 0 0-16,1 0 0 15,2 0 0-15,0 0 0 16,-1 0 0-16,1 0 0 0,-1 0 0 15,0 0 0 1,0 1 0-16,0 0 0 0,-4 0-2 16,1 1 4-16,-2 1-2 15,-1-1 0-15,-1 1-2 16,-1-1 2-16,-1 3-1 16,-2-1 0-16,2 0 0 0,-3 2 2 15,2 0-4-15,-1-1 4 16,2 1-1-16,0-2 1 15,1 0-1-15,2 1 0 16,0-1 1-16,0-2-2 16,2 2 1-16,1-1 1 0,-1 1-2 15,3-2-10-15,-1 1-10 16,0 0-17-16,0 1-10 16,3-1-7-16,-1-3-19 15,1 0-39-15,0 0-47 16</inkml:trace>
  <inkml:trace contextRef="#ctx0" brushRef="#br0" timeOffset="49944.26">17447 1870 144 0,'0'-3'16'0,"0"0"11"0,0 3 13 16,0 0 4-16,0 0-10 15,0 0-17-15,0 0-9 16,-1 0-11-16,-2 2 6 16,-4 6 7-16,-2 2 4 15,-1 2-5-15,-3 4-3 0,1 2-3 16,-1 2 3-16,0 0-1 15,1 0-2-15,0 0-2 16,2-2 2-16,1 0-2 16,0-1 0-16,2-1-23 15,2-3-62-15,-2-4-82 0</inkml:trace>
  <inkml:trace contextRef="#ctx0" brushRef="#br0" timeOffset="50529.92">17272 2138 125 0,'0'0'41'0,"0"0"-20"0,0 0 8 0,0 0 13 15,0 0-3-15,0 0-6 16,0 0-7-16,0 0 2 0,0 0-5 16,0 0-5-16,0 0-7 15,0 2-3-15,0 0-6 16,0-1-2-16,3 3 0 15,4 0 8-15,6 2 4 16,5 2-2-16,5 0 3 0,6 0-4 16,6-1 4-16,2 0-7 15,1-2-3-15,-4-1 1 16,-5-2-2-16,-4 0 1 16,-6-1-1-16,-5 1-1 15,-4-2-1-15,-2 2-23 16,-2-2-30-16,-5 0-43 0,-1 0-77 15</inkml:trace>
  <inkml:trace contextRef="#ctx0" brushRef="#br0" timeOffset="50998.47">17292 2148 128 0,'0'0'43'0,"0"0"5"0,0 0-1 0,0 0-1 16,0 0-7-16,0 0 1 15,0 0-20-15,32-26-15 16,6 11-4-16,14-7 5 16,13-11-16-16,8-11-288 15</inkml:trace>
  <inkml:trace contextRef="#ctx0" brushRef="#br0" timeOffset="55345.73">14838 7534 9 0,'5'-6'2'0,"-2"0"1"0,-2 2-1 0,1-1 3 0,-1 3 2 16,-1-1-7-16,0-1-3 0,0 1 17 16,0-2-13-16,-4 1-4 15,-2 0 5-15,-1 1-2 16,-2 0 0-16,-1 2 1 16,-1 0-26-16</inkml:trace>
  <inkml:trace contextRef="#ctx0" brushRef="#br0" timeOffset="55712.84">14751 7405 34 0,'0'0'10'0,"0"0"17"0,0 0 24 16,0 0-35-16,0 0 9 15,0 0-4-15,0 0-5 16,0 0-5-16,-20 0 14 15,14 15 1-15,1 8-13 0,-2 6-2 16,0 7 6-16,1 8 5 16,-1 4 5-16,-1 4-3 15,2 0-2-15,-3 1-2 16,2 0-4-16,1-5-3 16,-1-4-5-16,1-2-1 15,0-5-3-15,-1-5-1 0,1-6-1 16,-2-1 0-16,0-4-1 15,1-2 0-15,1-4 0 16,3-2 1-16,-1-5 0 16,3-3-18-16,1-5-40 15,0 0-37-15,0-13 10 0,0-10-143 16</inkml:trace>
  <inkml:trace contextRef="#ctx0" brushRef="#br0" timeOffset="56406.02">14681 7490 110 0,'0'0'24'0,"0"0"-20"0,0 0 13 0,39-25 8 16,-23 20-5-16,3-2 2 16,5 2 3-16,4 1-4 15,3 0-7-15,6 4-2 16,3-2-1-16,6 2 4 15,6 0-4-15,8 0-2 0,7 0-1 16,5 0-1-16,5 0-1 16,2 0-3-16,0 2 0 15,1 1-1-15,-1-2-1 16,-2 1 0-16,2-2 2 0,-4 0-2 16,-5 0 1-16,-4 0 0 15,-8-2 1-15,-7-2 0 16,-9 2 5-16,-11-1-2 15,-5 1-2-15,-7-1 0 16,-6 2-2-16,-5 0 1 16,-3 0 8-16,-3 1 14 0,-2 0-4 15,0 0-9-15,0 0-10 16,0 0-1-16,-1 3 0 16,-2 2 0-16,0 3 0 15,2 4 0-15,-2 3 2 16,2 3 3-16,-4 7 0 0,1 5 3 15,-3 6 4-15,-1 3 3 16,0 1-1-16,-2 1-1 16,1 1-1-16,2-3-5 15,0-4-2-15,4-1-3 16,-1-3 1-16,1-2 0 0,-1-6-1 16,-1-1-1-16,0-4-1 15,0-2 0-15,-2-1 0 16,-2-2 1-16,-2-2-9 15,-1-2-48-15,-4-6-41 16,-1-3-124-16</inkml:trace>
  <inkml:trace contextRef="#ctx0" brushRef="#br0" timeOffset="56924.98">14540 8213 126 0,'0'0'13'0,"0"0"19"0,0 0-23 16,0 0 11-16,0 0-6 15,0 0 9-15,13-30 14 16,-3 25-12-16,2 0-3 16,2 2 3-16,5 1-6 0,5 0 1 15,6 0 3-15,11 0-4 16,9-3 4-16,10 0-4 15,9-2-2-15,7 1-3 16,9-1-3-16,3-1-6 16,1 1 0-16,0 2-1 15,-5 1-3-15,-2 0 2 0,-6-1-2 16,-3 2 0-16,-5-4 1 16,-4-1-1-16,-4 1 0 15,-4-3 0-15,-5 2 0 16,-9-2-1-16,-6 3 1 15,-10 0 0-15,-7 2-1 0,-5 1-4 16,-9 2-31-16,-5-2-50 16,-1-2-72-16</inkml:trace>
  <inkml:trace contextRef="#ctx0" brushRef="#br0" timeOffset="59324.65">14501 7874 35 0,'0'0'5'0,"0"0"44"0,0 0-3 16,0 0-23-16,0 0 2 15,0 0-2-15,0 0 7 16,0 0-8-16,0 0-10 15,0 0-1-15,0 0 1 0,0 0-1 16,5 0 0-16,-7 0-2 16,-1 0 0-16,-1 0-4 15,1 0 1-15,-2 0 3 16,1 0 1-16,0 0-2 16,-2 0 1-16,-1 0-3 15,0 0 2-15,-2 0-3 0,-1-1 3 16,-1-1-5-16,-5 0 1 15,-3 1-1-15,-3-1 9 16,-4 1-4-16,-4-1-6 16,-5 0 1-16,-3 1 2 15,-7-1 3-15,-1-1 1 0,-6-1-3 16,-3-1-1-16,-2-1 3 16,-2 1 0-16,-2-5-1 15,0 0-2-15,-3 0-1 16,0-3-3-16,-3 0 1 15,-2-2-1-15,-2 0-1 0,0-1 1 16,-1-1 0-16,-1 0-1 16,0-1 0-16,-1-2 0 15,-1 0 1-15,-1-3-1 16,2 0 1-16,-1-2-1 16,-2-2 1-16,2-2-1 0,1-1 0 15,-1-4 0-15,-4-2 1 16,5-2 0-16,-3-4-1 15,2-2 6-15,2-1 8 16,1-3-7-16,0-1 0 16,2-3 2-16,3-2-4 0,0-1 3 15,6-4-2-15,4-4 0 16,5-3-3-16,4 0 0 16,6-5 0-16,2-6-2 15,4-1 0-15,6 0 0 16,2-4-1-16,4-2 1 0,6 1-1 15,3-3 1-15,3 1-1 16,5 0 0-16,2 1 0 16,3-2 1-16,2 0-1 15,0 3 1-15,0-1 0 16,7-1-1-16,0 1 0 16,2 2 1-16,1-1-1 0,2 1 1 15,-1 6-1-15,2-1 0 16,1 2 0-16,1 3 0 15,0 4 1-15,2 0-1 16,0 0 0-16,5 2-1 0,1 0 1 16,2 0 1-16,5-3-1 15,0 2 0-15,3 1-2 16,3 2 4-16,1 0-3 16,5 2 0-16,5 3 2 15,2 3-1-15,4 1 0 0,1 2 1 16,1 2-1-16,3 3-2 15,1 0 3-15,5 2-5 16,2 1 3-16,4 1 4 16,3 1-4-16,6 2 2 15,-2 3-2-15,4 0 2 16,-2 3-1-16,0 2-1 0,1 5 2 16,2 4-1-16,1 2 0 15,0 2 0-15,-4 2 0 16,0 2 0-16,-2 2 0 15,-5 1 0-15,-4 2 0 0,-1 2-1 16,-4 1 1-16,-2 1 0 16,-5 3-1-16,-2 2 0 15,-5 1 0-15,0 1 1 16,-3 0 0-16,-3 0 0 16,-1 1 0-16,-5 2 0 0,-2 3-1 15,-1 1 2-15,-4 0-2 16,-3 1 1-16,-2-2-1 15,-3 1 2-15,1 1-1 16,1-3 0-16,-3-1 0 16,1-1 0-16,1 0 1 15,0-3-1-15,2 0 1 16,-1-1-1-16,2-6 0 0,0 0 0 16,0-4 1-16,-1-1-1 15,0-1 1-15,0 0 0 16,-2-2-1-16,-2 0 0 15,-1 0 1-15,-3-1-1 0,-3 0 1 16,-3 1 0-16,-2 1-1 16,-1 0 1-16,-4 2 0 15,0 0-2-15,-1 2 1 16,-1 0 1-16,-1 4 0 16,0-1-1-16,-1 2 0 0,0 3 0 15,0 1 0-15,0-1-1 16,0 2 0-16,0 0 1 15,0 0-1-15,0 0-1 16,0 0 1-16,0 0-1 16,0 0 1-16,0 0 1 15,0 2 0-15,0-1 0 0,0 1 0 16,1 0 0-16,-1-1 0 16,0 1 0-16,1-2 0 15,-1 0 0-15,0 0 0 16,0 0 1-16,0 2-1 15,-3-2 1-15,-1 0 0 0,-5 0-1 16,-1 1 0-16,-2 0 0 16,-1 0 1-16,-1-1-1 15,1 0 0-15,0 0 1 16,0 0-1-16,1 0 0 0,3 0 0 16,-1 0 0-16,2 0 0 15,0 0 0-15,-1 0-2 16,1 0-3-16,0 0-1 15,2 0 3-15,-1 0 1 16,3 0 1-16,-1 0 1 0,2 0 0 16,2-1 1-16,1 0-1 15,0 0-1-15,0 1-1 16,0 0-2-16,6-2-1 16,2 2-1-16,4-1 6 15,4 1 1-15,1-1-2 16,2 1 2-16,1-1-1 0,1 1 1 15,1 0-1-15,-2 0 0 16,-1 0 0-16,0 0 1 16,-3 0-2-16,-3 1 1 15,-2 3 0-15,-1-1-1 16,-1 1 0-16,-2 0 0 0,-1 3-2 16,-2-1 1-16,-1 2 0 15,0 3 2-15,-2 0 0 16,-1 4 0-16,2 3 0 15,-2 2 1-15,0 5 0 16,0 1-2-16,0 4-40 0,-4 0-36 16,-4-2-65-16,3-2 26 15</inkml:trace>
  <inkml:trace contextRef="#ctx0" brushRef="#br0" timeOffset="61999.8">12944 2338 138 0,'0'0'11'0,"-2"0"12"0,2 0-9 0,0 0-2 16,0 0-1-16,0 0 4 15,0 0 1-15,0 0-3 16,2 0-4-16,-2 3-1 0,0 1 0 16,0 1-2-16,0 1 0 15,0 4-2-15,0 2 0 16,0 4 4-16,-4 4 6 16,1 5 7-16,-3 5-11 15,2 1 0-15,-3 4-4 16,2-1-2-16,2 0 3 0,0-2-4 15,2-2-2-15,1-2-1 16,0-1 1-16,1-1 0 16,-1-3-1-16,0-3 1 15,0-2-1-15,0-1 1 16,0-3-1-16,0-5 0 0,0 1 1 16,0-3-1-16,0-1 0 15,0-1-1-15,1-2 2 16,1 0-1-16,-2 1 2 15,3-2-1-15,-1 1-1 16,-2-3 0-16,2 3 2 0,1-2 2 16,0 1 0-16,1-2 0 15,1 1-1-15,0 0-1 16,3 1 0-16,2 1-2 16,0-1 3-16,2 1-1 15,0 0-1-15,3 0 0 0,0-1 0 16,3 1 0-16,2 0-1 15,0 1 1-15,4-2 1 16,1 0-1-16,2-1 1 16,3 2-1-16,1-2 1 15,1 0 1-15,-1-1 0 0,4 1-1 16,0-1 0-16,1 0 3 16,3 1-1-16,0-1-1 15,3 0-1-15,-1 1-1 16,3-1 0-16,0 0 1 15,1 0 1-15,0 0-1 16,1 0-1-16,1 0 0 0,-2 0 0 16,1 0 0-16,2 0 1 15,-4 0-1-15,3 0 1 16,-2 0-1-16,0 0 0 16,1 0 0-16,-3 0 1 0,0 0-1 15,1 0 0-15,1 0-1 16,-1 0 2-16,0 0-2 15,1 0 1-15,0 0-1 16,-2 0 0-16,0 0 1 16,-1 0-2-16,-1 1 2 15,-1 0 0-15,-1-1-2 0,1 2 3 16,-1-1-3-16,1 2 2 16,0-3-1-16,1 2 0 15,-1 0 0-15,2 0 0 16,0-1 0-16,1 1 0 15,1-2 0-15,-1 3 0 0,0-3 1 16,0 2-1-16,2-1 0 16,0-1 1-16,-1 0-2 15,1 0 2-15,0 2-1 16,0-2 0-16,1 0 0 16,0 1 0-16,2 1 1 15,-1 0-1-15,0-2 1 0,3 3-1 16,-1-2 1-16,-1-1-1 15,2 1 1-15,1-1 0 16,0 0-1-16,2 0 1 16,-1 0 0-16,1 0 1 15,1 0 1-15,-2 0 0 0,0 0 4 16,-3 0-3-16,0 0 0 16,-1 0 0-16,-2 0-1 15,2 0-1-15,2-1 1 16,-1 0 0-16,0 1-1 0,3-1 0 15,-2 1-1-15,0 0-1 16,-3 0 1-16,-1 0 0 16,-3 0 0-16,-1-2 0 15,0 2 0-15,-2 0 2 16,0 0-1-16,0-1 2 0,0 0-1 16,2 1-1-16,0 0 1 15,-1-1-3-15,0 1 3 16,-1-2-2-16,-3 2-1 15,-3-2 2-15,-5-1 0 16,-4 2-1-16,-2-1 2 16,-4-1 0-16,-3-1 5 0,-2 2 2 15,0-1-2-15,-3 0-1 16,0 0-4-16,-2-1 0 16,0 1-2-16,-1 0 1 15,0 0 0-15,-2-1-1 16,1 1 0-16,-2 1 0 0,0 0 0 15,1-1-1-15,-1-1 1 16,3 1-1-16,-3-1 1 16,2 0-1-16,0 0 0 15,-1 0 0-15,-1-1 0 16,0 2 1-16,-2-2-1 0,1 0-1 16,-3 0 1-16,2-2 4 15,-2-1-3-15,2-3 1 16,0-2 0-16,0-3-1 15,0-3 0-15,2-3 0 16,1-1-1-16,1-3 0 0,2 1 0 16,1-1 1-16,2 2-2 15,-1 1 1-15,1 3 1 16,-1-1-2-16,0 4 2 16,-3 1-1-16,-1 3-1 15,1 1 1-15,-5 4-1 0,1 2 2 16,-1 1-2-16,-1 2 1 15,-2 1 0-15,0 1-1 16,0 1-1-16,0 0 1 16,0 0 0-16,0 0 1 15,0 0 0-15,0 0 0 0,0 0 1 16,0 0-1-16,0 0 0 16,0 0 0-16,0 0 1 15,0 0-1-15,0 0 0 16,0 0 0-16,0 0 1 15,0 0-1-15,-2 0 0 16,-1-2 0-16,0 1 0 0,-1-1 1 16,0-1-1-16,0 0 1 15,2-1-1-15,-3 1 0 16,2 0 1-16,-1 0-1 16,1-1 0-16,0 1 0 15,1 1 0-15,0 0 0 0,-2 1 0 16,0-1 0-16,2 1-1 15,-3-1 1-15,2 0 0 16,-2 1 0-16,1 0 0 16,1-2 0-16,-2 2 0 15,1-1 0-15,-1 0 0 0,1 1 0 16,2 1 0-16,-3 0 0 16,4 0-1-16,-3 0-18 15,2 0-14-15,0 0-41 16,-1 0-52-16</inkml:trace>
  <inkml:trace contextRef="#ctx0" brushRef="#br0" timeOffset="84954.72">18163 5958 42 0,'0'0'-8'0,"0"0"-9"0</inkml:trace>
  <inkml:trace contextRef="#ctx0" brushRef="#br0" timeOffset="85780.04">18452 5632 137 0,'0'0'99'0,"0"0"-64"0,0 0 21 0,-17-32-3 0,11 25-18 16,2 1-12-16,-4 2-4 16,1 0-4-16,-1 2-3 0,-1 2-5 15,-1 0-2-15,-1 3-2 16,-3 4-1-16,0 6 3 15,-2 0-5-15,1 2 1 16,1 1-2-16,4 0 1 16,2 0 1-16,3-2-2 0,5-1 1 15,2 0 0-15,11-2 0 16,2-1 0-16,6 0 0 16,2 0 1-16,2 2 0 15,-3-1 0-15,-1 2-1 16,-2 2-1-16,-7 0 1 0,-3 0 0 15,-5 2-1-15,-4-1 1 16,0-1 1-16,-11 1-1 16,-3-2 1-16,-3-1 0 15,0-2 1-15,-1-1-1 16,-2 0-1-16,1-3 0 16,2-3 1-16,2 0-1 0,4-1 0 15,0-3-4-15,8 0-26 16,3-1-31-16,6-9-88 15</inkml:trace>
  <inkml:trace contextRef="#ctx0" brushRef="#br0" timeOffset="86078.96">18676 5772 299 0,'0'0'52'0,"0"0"9"0,-39-3-17 15,25 3-10-15,2 0-6 16,-2 6-5-16,3 2-3 0,2 2-15 16,3 2-2-16,1 2 0 15,3 1-2-15,2 0-1 16,0-1 0-16,5-1 0 15,5-3 0-15,3 0 0 0,1-2 0 16,3-2 0-16,3-3-22 16,0-2-5-16,0-1-17 15,2 0-40-15,0-6-48 16,-2-4-109-16</inkml:trace>
  <inkml:trace contextRef="#ctx0" brushRef="#br0" timeOffset="86579.22">18911 5784 219 0,'0'0'47'0,"0"0"25"0,-29-17-4 16,16 15-27-16,3 0-8 15,-4 2-4-15,3 0-2 16,0 0-12-16,4 2-5 15,-1 4-5-15,3 3-4 0,1-1 0 16,2 3-1-16,2 1-1 16,0 0 1-16,1 1 0 15,4 0-1-15,3-2 1 16,1-2-1-16,1-2-3 16,1-3-5-16,1-4-2 0,0 0 4 15,-2-7 3-15,0-3 3 16,-3-2 2-16,-1-1-1 15,-3 3 1-15,-3 0-1 16,0 2 0-16,0 0 1 16,-6 3 3-16,3 1 5 15,0 1 7-15,0 3-4 0,2 0-7 16,1 0-7-16,0 3 3 16,4 5-2-16,5-1 1 15,-2 3 1-15,3 0-1 16,1-2-1-16,0 2 1 15,2-3-13-15,-3 0-24 0,3-3-15 16,-1-2-14-16,0-2-22 16,-1-2 21-16,0-9-28 15</inkml:trace>
  <inkml:trace contextRef="#ctx0" brushRef="#br0" timeOffset="86815.76">19092 5597 281 0,'0'0'14'0,"0"0"31"0,0 0-6 16,0 0-32-16,0 0-3 16,0 0 12-16,-10 29 12 15,16-10-6-15,2 4-12 16,-1 2-7-16,-1 1-2 0,1 1-1 15,-2-2 1-15,-2-3-5 16,-1-2-29-16,-2-5-23 16,1-2-27-16,-1-6 2 15</inkml:trace>
  <inkml:trace contextRef="#ctx0" brushRef="#br0" timeOffset="87343.99">19361 5744 279 0,'0'0'54'15,"0"0"26"-15,0 0-31 0,-27-28-18 16,15 26-8-16,-1 2-5 15,1 0-5-15,-1 0-6 16,3 5-3-16,1 3-3 16,4 0 1-16,-1 1-2 15,4 1 0-15,2 1-2 0,0 1 2 16,0-2 0-16,2 0-1 16,4-2-11-16,1-1-9 15,2-3-1-15,1-2-10 16,2-2 0-16,-1-1 9 15,0-6 11-15,-1-2 11 0,-2 0 1 16,-2-1 1-16,-3 2 1 16,-3-1 5-16,0 4 14 15,0-1 7-15,0 2-4 16,0 0-3-16,-1 2-6 16,-1 2 4-16,2 0-6 0,0 0-12 15,0 2-2-15,0 4 1 16,0 2-1-16,4 2 1 15,2 0 1-15,4 3-1 16,0-2 0-16,1 0-1 16,1-3-12-16,2 0-29 15,1-3-20-15,-1-4-44 0,0-1 7 16</inkml:trace>
  <inkml:trace contextRef="#ctx0" brushRef="#br0" timeOffset="87687.66">19528 5721 272 0,'0'0'18'0,"0"0"32"0,0 0-5 0,0 0-20 16,0 0-20-16,0 0-1 15,0 0 18-15,0 0 7 16,0 0-12-16,33 25-11 15,-24-12-3-15,-2 1-1 16,1-2-1-16,-1 0-2 16,-5-4 2-16,0 0 0 0,0-5-1 15,-2-2 0-15,0-1 4 16,0-2 4-16,0-7-7 16,0-4 1-16,2-1-2 15,4-4 0-15,3-1 0 16,6-1 0-16,5 0 0 0,7 2 0 15,3 2-1-15,3 3 1 16,2 6-1-16,-1 3 0 16,-3 1-49-16,0-1-95 15,-6-3-172-15</inkml:trace>
  <inkml:trace contextRef="#ctx0" brushRef="#br0" timeOffset="95442.47">14791 2690 133 0,'-3'-4'1'0,"1"0"-1"0,2 2 1 16,0 2-3-16,0 0-11 15,7 3 5-15,1 2-26 0</inkml:trace>
  <inkml:trace contextRef="#ctx0" brushRef="#br0" timeOffset="97535.85">17107 2925 107 0,'-3'-8'6'0,"-2"1"10"0,3 2 16 0,2 3-25 15,0 2-5-15,9 0-12 16,5 0-47-16</inkml:trace>
  <inkml:trace contextRef="#ctx0" brushRef="#br0" timeOffset="101348.48">13686 8780 176 0,'0'0'28'0,"0"0"15"16,0 0-25-16,0 0-2 0,0 0-5 15,0 0-2-15,0 0-3 16,0 0-2-16,0 0 4 16,0 0 7-16,-23 38 4 15,23-19 9-15,0 6-8 16,0 5-5-16,0 4-2 15,0 6-5-15,0 3 2 0,0 3-2 16,0-1 0-16,0 3-3 16,0-3-1-16,-1-3-1 15,1 0 2-15,0-3 1 16,0-5-1-16,0-4-1 16,3-5-1-16,1-4 6 0,0-5-3 15,1-3-1-15,0-5-2 16,2 0 0-16,-1-4-1 15,0-3 1-15,2-1-1 16,0 0 2-16,2 0-2 16,0-1 0-16,2-2 0 0,0-1 0 15,0-1-1-15,2 0-1 16,1 2 0-16,0 0 0 16,2 1 1-16,4-1-2 15,3 1 2-15,6 1-1 16,5-1 0-16,6 2 1 0,4 0 1 15,6 0 1-15,3 2-2 16,3 2-1-16,2 0 0 16,2-1 1-16,5 0 0 15,2-1 0-15,5 0 0 16,3-2 4-16,7 0-1 0,1 0-2 16,4 1 1-16,3-5-3 15,1 0 1-15,3-3 0 16,0 1 1-16,-3 2-1 15,-4-2 0-15,-3 1 0 16,-3 2 0-16,-4 0 0 0,-6 1 0 16,-4 0 0-16,-3 2-1 15,-6 0 1-15,-4 0-1 16,-10 0 0-16,-4 0 1 16,-9 0-1-16,-5 0-1 15,-6 0 2-15,-6-1-1 16,-3-1 1-16,-3 0-1 0,-2 0 1 15,0-2 0-15,-2-1 1 16,3 1-3-16,-1-3 2 16,2 1 0-16,1 2-2 15,1 0-3-15,1-1-12 16,0 3-13-16,-1 0-21 0,0-2-70 16,-3-3-63-16</inkml:trace>
  <inkml:trace contextRef="#ctx0" brushRef="#br0" timeOffset="102707.68">13593 8765 45 0,'-6'-2'4'0,"2"-1"4"0,-1 1 8 16,3 1 19-16,0 0 2 16,0 0-2-16,2-1-5 15,0 2-5-15,0 0-7 16,2 0-14-16,4 0 0 15,7 0 3-15,4 0 4 0,7 0-4 16,5 0 0-16,9-3 2 16,6-1-3-16,7-2 1 15,8 1 0-15,9-2-2 16,7-1 3-16,4 1 2 0,8 1-3 16,4-1 1-16,4 2-4 15,2 0-2-15,3 0 0 16,3 1-1-16,-2 0 1 15,4-1-1-15,1 0 2 16,0 0-1-16,-1 1 2 0,-1 0 2 16,-4-1 0-16,-2 2-3 15,-4 0 0-15,-4-1-2 16,-6 2 2-16,-3-1 0 16,-5 1-1-16,-5-1-1 15,-5 2 1-15,-4-1 1 0,-3 0 1 16,-6 1-1-16,-2 1 1 15,-3-1 0-15,-7 2-1 16,-2-1 4-16,-5 0 2 16,-2 0-2-16,-2 0 0 15,-6 0-3-15,-3 1-1 16,-1 1-1-16,-3 3 0 0,-3-2-1 16,-3 2 0-16,-1 0 0 15,-3 0 0-15,-1 0-1 16,-2 2 1-16,0-1-1 15,-2 1 0-15,0 1 2 16,-2 0-2-16,0 2 0 0,0 3 1 16,0 1-1-16,0 5 1 15,-1 1 0-15,-2 4 0 16,-1 3 2-16,0 3 1 16,0 2 2-16,2 4 0 15,-3 2-1-15,3 0 0 0,-1 3 0 16,2-1-1-16,0-4-1 15,-1 0 2-15,2-4-2 16,0-4 3-16,0 0 4 16,0-3-1-16,0-1 2 15,3-2-1-15,1 0-2 0,1-2-3 16,-1-2 1-16,0-1-3 16,0-3-1-16,0-1-1 15,-2-3-1-15,0-3 1 16,0-2-1-16,-1-1 1 15,-1-3-1-15,0 0 1 0,0-1 0 16,0 0 1-16,0 0 3 16,0 0-2-16,0 0 0 15,0-2-2-15,0-1 0 16,-1 0-1-16,-1 2 1 16,0-1-1-16,0-1 1 0,-2 2-1 15,-4-2 2-15,-4 3-2 16,-6 0 0-16,-11 0 0 15,-13 0-2-15,-17 5 4 16,-16 0-2-16,-16 5 0 16,-16 1 0-16,-10 2-2 15,-11 3 2-15,2-1-47 0,3-4-67 16,7-9-216-16</inkml:trace>
  <inkml:trace contextRef="#ctx0" brushRef="#br0" timeOffset="110472.36">18289 8707 139 0,'0'0'37'0,"0"0"-1"0,0-2-7 15,0 0-1-15,0-2-4 16,0 1-8-16,2-2 5 16,-1 1-4-16,1-1 2 0,3 0-4 15,-1-1 2-15,3 0-4 16,-1 2-4-16,4 0 0 16,1 1 0-16,0 3 1 15,2 0-3-15,1 0-4 16,-4 10 1-16,0 3-3 15,-2 2 0-15,-3 5-1 0,-4 3 0 16,-1 3 1-16,-2 1-1 16,-7-1 0-16,-3-3 0 15,1-1 0-15,-5-4 0 16,2-3 0-16,0-5 0 0,-1 0 0 16,2-4 0-16,2-4 0 15,0-1 0-15,4-1 0 16,4 0 1-16,3-6 0 15,0-4-1-15,10-2 0 16,5-2 0-16,4-3 1 16,4-1-2-16,2 1 1 15,0-2 0-15,-2 0 0 0,0 0 0 16,-6 2 0-16,-3 2 0 16,-2 2 1-16,-5 0-2 15,-3 2 2-15,-3 1 5 16,-1 1 7-16,0 2-2 0,-1 1 1 15,-5 1-2-15,2 1 0 16,-1 2-2-16,0 2-1 16,-1 0-3-16,1 0-2 15,-1 8-1-15,-1 3 1 16,0 2-1-16,0 5 3 0,2 2 2 16,-1 5 5-16,3 1-4 15,3 1-4-15,0-2-2 16,0-2 0-16,9-3-1 15,3-5 0-15,2-4-1 16,3-1 0-16,3-4 0 0,2-4-13 16,2-2-21-16,-2 0-19 15,-2-5-62-15,1-8-28 16</inkml:trace>
  <inkml:trace contextRef="#ctx0" brushRef="#br0" timeOffset="110875.81">18644 8432 158 0,'0'0'50'0,"0"0"9"0,0 0 4 0,0 0-1 16,0 0-45-16,0 0-7 15,0 0 22-15,0 0-11 16,3 40-11-16,-3-21-7 16,0 3-2-16,0-1 0 15,0-3-2-15,0-2 1 0,0-3-1 16,0-3-12-16,0-1-39 16,-1-4-51-16,-5-4-2 15</inkml:trace>
  <inkml:trace contextRef="#ctx0" brushRef="#br0" timeOffset="111154.89">18499 8429 166 0,'0'0'18'15,"0"0"41"-15,0 0-9 16,0 0-2-16,0 0 12 16,0 0-16-16,0 0-24 15,18-28-8-15,4 23 0 0,2 0-3 16,6 0-6-16,0 0 0 16,2 2-3-16,-3 0 0 15,-4 2 0-15,-5 0-19 16,-3 1-57-16,-5 0-61 15</inkml:trace>
  <inkml:trace contextRef="#ctx0" brushRef="#br0" timeOffset="112285.9">19013 8560 72 0,'0'0'19'0,"0"0"35"0,0 0-12 0,0 0 2 16,0 0-7-16,0 0 2 16,0 0 3-16,0-28 8 15,0 28-15-15,0 0-7 0,-1 0-24 16,-2 3-3-16,1 5 1 15,1 2 0-15,0 5 3 16,1 0-1-16,0 2-3 16,0 2 0-16,4 1 0 15,3-3-1-15,3-1 0 0,1-4-1 16,2-3 2-16,1-3-1 16,0-5 0-16,0-1 0 15,0 0-3-15,-3-5-6 16,-1-6 4-16,0-1-1 15,-3-2 2-15,0-1 1 0,0 1 1 16,-5 1 1-16,0 1 1 16,-1 4 0-16,0 2 1 15,-1 2 0-15,0 4 9 16,0 0 1-16,0 3-11 16,0 8 2-16,0 3 5 0,0 4 2 15,0 4 4-15,1 4-2 16,2 2-3-16,-1 2 0 15,-2 0-4-15,0-1 0 16,-1-2-3-16,-7-4 1 16,-2-3-2-16,-2-3 1 15,-1-3 0-15,-4-5-1 0,-2 1 1 16,-2-4 0-16,-1-2-1 16,-2-1-1-16,0-3 1 15,0 0-3-15,2 0-3 16,3 0-10-16,2 0-15 15,6-3-21-15,3 0-36 0,3-1 0 16,4-1-18-16</inkml:trace>
  <inkml:trace contextRef="#ctx0" brushRef="#br0" timeOffset="112693.23">19452 8474 222 0,'0'0'4'0,"0"0"52"0,0 0 7 0,0 0-16 15,0 0-40-15,0 0 4 16,0 0 30-16,4 45-3 16,-4-15-10-16,-5 7-1 15,1 6-8-15,-1 5-7 16,1 0-5-16,0 1-2 0,1-4-2 16,0-2-2-16,2-7 0 15,-2-8-1-15,0-4 2 16,1-3-4-16,-1-5 2 15,-4-2-2-15,1-4-22 16,-3-3-39-16,-4-7-86 0,0-1-97 16</inkml:trace>
  <inkml:trace contextRef="#ctx0" brushRef="#br0" timeOffset="113225.82">17979 8434 191 0,'0'0'5'0,"0"0"20"0,0 0 30 16,0 0-39-16,0 0-13 15,0 0 12-15,3 40-3 0,-3-9-3 16,0 7-5-16,0 9 16 16,-1 4 21-16,-2 3-1 15,0 1 4-15,1-1-7 16,1-4-13-16,1-6-18 0,0-6-4 15,0-4 0-15,4-5 0 16,1-4-1-16,-4-5-1 16,0-4 0-16,-1-3 0 15,1-6 0-15,0 0-2 16,0-3-22-16,1-1-34 16,-1-3-57-16,1 0-64 0</inkml:trace>
  <inkml:trace contextRef="#ctx0" brushRef="#br0" timeOffset="113768.17">17656 9366 178 0,'0'0'20'0,"0"0"9"16,30-5-7-16,-9 4 12 0,8 0-1 16,11-2 14-16,11 1 3 15,16-2-15-15,14 0-2 16,14-1-14-16,16-3-7 16,14 0-2-16,14-1 1 15,8 1-7-15,6-2 0 0,4 0 0 16,1 0 2-16,-6 0-2 15,-8 1 3-15,-8-1-2 16,-11 1-1-16,-15 1 0 16,-14 2-2-16,-13-1-1 15,-15 3 0-15,-18 0-1 0,-16 2 1 16,-14 2-2-16,-14 0 0 16,-6 0-28-16,-18 3-19 15,-11 0-76-15,-9-3-134 16</inkml:trace>
  <inkml:trace contextRef="#ctx0" brushRef="#br0" timeOffset="114419.12">17807 9567 206 0,'0'0'23'0,"0"0"30"0,0 0-5 0,0 0-38 16,0 0 0-16,2 30 42 0,-2-2-8 15,0 7-9-15,-1 4-9 16,-1 5-12-16,1 2-6 16,-1 3-4-16,0-1-1 15,0-2-2-15,-1-1-1 16,0-6 2-16,0-4-2 0,-1-5 1 16,1-7-1-16,1-3-1 15,0-8 0-15,1-4-14 16,0-6-33-16,1-2-21 15,0-6-14-15,0-10-29 16</inkml:trace>
  <inkml:trace contextRef="#ctx0" brushRef="#br0" timeOffset="114734.03">17954 9615 231 0,'0'0'3'0,"0"0"17"15,0 0 34-15,0 0 2 16,0 0-20-16,0 0-28 0,0 0 15 16,18 30 10-16,-18 0-6 15,0 8-5-15,0 3-10 16,0 7-3-16,-1 3-2 15,-4 2-2-15,0-1-2 16,2-3-2-16,-2-4 0 0,1-4-1 16,-1-5 1-16,2-6 0 15,1-4-2-15,-2-6 2 16,2-6-3-16,0-3-4 16,1-5-35-16,1-2-43 15,0-4-68-15</inkml:trace>
  <inkml:trace contextRef="#ctx0" brushRef="#br0" timeOffset="115879.22">18189 9817 196 0,'0'0'10'0,"0"0"53"15,0 0-28-15,0 0 1 16,0 0 2-16,0 0-8 0,0 0-1 16,20-29-10-16,-12 26-12 15,2 0-5-15,0 3 1 16,2 0-1-16,0 2 0 15,-1 4-1-15,-1 4 0 0,-1 2 0 16,-1 1-1-16,-4 2 0 16,-3 1 1-16,-1 2-1 15,0 0 1-15,-3 1-1 16,-5-2 0-16,0-2 1 16,0-2-1-16,2-3 0 15,-2-3 0-15,1-3 0 0,2-4 2 16,3 0-2-16,-1 0 1 15,3-5 0-15,0-5-1 16,1-2 0-16,6-3 0 16,4-2 1-16,0-2-2 15,2 1 2-15,-1 3-2 0,-2 0 2 16,-4 4-2-16,0 3 2 16,-2 3 4-16,-3 1 19 15,-1 3-5-15,0 1-5 16,0 0-10-16,0 3-2 15,-1 2 0-15,-3 5 3 0,-1 1 4 16,2 2 0-16,1-1-3 16,2 3-3-16,0-2 0 15,3 1-2-15,6 0 1 16,3-1-2-16,4-3 1 16,1-1 1-16,2-4-18 15,2-2-32-15,3-3-14 0,-4 0-40 16,-2-10-66-16</inkml:trace>
  <inkml:trace contextRef="#ctx0" brushRef="#br0" timeOffset="116378.3">18582 9567 185 0,'0'0'39'0,"0"0"26"0,0 0-4 0,0 0-22 16,0 0-31-16,0 0 34 15,13 53 0-15,-12-20-3 16,-1 7-6-16,0 5-9 15,0 6-5-15,0 3-7 0,0 2-6 16,0 0-3-16,0-2-2 16,0-5 0-16,0-5 0 15,0-9-1-15,0-5 1 16,0-10-1-16,0-6-5 0,0-9-16 16,0-5-23-16,0 0 11 15,0-13-37-15,0-6-70 16,0-9-109-16</inkml:trace>
  <inkml:trace contextRef="#ctx0" brushRef="#br0" timeOffset="116714.14">18736 9584 264 0,'0'0'4'16,"0"0"59"-16,0 0 7 16,0 0-55-16,0 0 15 15,0 38 16-15,0-10-3 16,0 9-9-16,0 4-9 0,0 5-9 16,0 5-8-16,0 0-5 15,0 2-1-15,0-1-1 16,0 0 0-16,0-6 1 15,0-4-2-15,-1-6 0 0,-3-8-2 16,2-5-6-16,0-8-19 16,1-5-29-16,0-7-18 15,-1-3-34-15,2-2-46 16</inkml:trace>
  <inkml:trace contextRef="#ctx0" brushRef="#br0" timeOffset="117618.97">19010 9521 151 0,'0'0'14'0,"0"0"19"0,0 0 5 16,0 0-10-16,0 0-12 15,0 0-7-15,0 0-1 16,0 0 19-16,-14 42 16 0,14-9-1 16,-2 6-8-16,1 7-11 15,0 4-7-15,1 3-7 16,0 0-4-16,0-2-3 15,4-3 0-15,0-5 1 16,2-6-2-16,-3-7 1 0,0-8-2 16,-2-6 1-16,2-4-1 15,-2-7-4-15,0-4-21 16,0-1-3-16,0-3-11 16,1-8-65-16,-1-6-23 15</inkml:trace>
  <inkml:trace contextRef="#ctx0" brushRef="#br0" timeOffset="117973.06">19190 9488 208 0,'0'0'1'0,"0"0"3"16,1-33 33-16,-1 26-2 0,0 3 4 16,0 4 12-16,0 0-18 15,0 7-25-15,0 9 10 16,0 7 17-16,0 8-9 16,2 8-4-16,1 6 4 15,0 6-3-15,0 4-8 0,0 4-5 16,1-1-4-16,-3-3-5 15,2-3 1-15,-1-4-2 16,-2-8 1-16,1-8-1 16,-1-7 1-16,0-7-1 0,0-7-5 15,0-6-20-15,0-4-34 16,-3-1 20-16,3-11-66 16,0-7-89-16</inkml:trace>
  <inkml:trace contextRef="#ctx0" brushRef="#br0" timeOffset="118569.4">19428 9635 315 0,'0'0'8'0,"0"0"78"16,0 0-40-16,0 0-30 0,0 0 14 15,0 0-1-15,0 0-7 16,0 28-10-16,6-16-6 16,0 1-2-16,1 0-3 15,4-3 0-15,-3 1 0 16,1-4-1-16,2-2 0 0,1-5-4 15,0 0-7-15,1-6-4 16,-1-5 3-16,-1-1 1 16,-3 0 4-16,-1 2 3 15,-4 0 3-15,-2 4 1 16,-1 4 1-16,0 2 1 0,0 0 4 16,0 2-5-16,0 8 3 15,1 4 9-15,1 4 7 16,2 2-6-16,1 2-4 15,0 3-2-15,2 1-2 16,-3-1-3-16,0-2-1 0,-1-2 0 16,-1-1-2-16,-2-4 0 15,0-4 1-15,-8 1 0 16,-1-4-1-16,-5-3 1 16,1-1 0-16,-3-1 0 15,-1-2-1-15,1-2 0 16,-1 0-1-16,3 0-7 0,-3 0-7 15,4-6-18-15,2 3-16 16,0-4-9-16,4 1-19 16,4-4-30-16,3 1-3 15</inkml:trace>
  <inkml:trace contextRef="#ctx0" brushRef="#br0" timeOffset="118889.91">19789 9486 345 0,'0'0'6'0,"0"0"67"15,0 0-41-15,0 0-6 0,4 32 10 16,-2-4 4-16,1 5-13 15,-2 3-8-15,2 2-8 16,1 3-4-16,-4 3-4 16,0 0-1-16,0 0 0 15,-4 1-2-15,-3-2 1 0,-2-5 0 16,-1-4-1-16,0-6-3 16,1-7-11-16,2-8-15 15,3-5-21-15,-1-6-12 16,4-2 19-16,1-4-24 15,0-10-61-15</inkml:trace>
  <inkml:trace contextRef="#ctx0" brushRef="#br0" timeOffset="119174.24">19960 9481 322 0,'0'0'1'16,"0"0"68"-16,0 0-31 16,0 0 8-16,-6 53 9 15,5-16-11-15,1 5-12 0,0 4-16 16,0 4-5-16,0-2-5 16,0 3-3-16,0-3 0 15,0-3-2-15,0-2 0 16,0-5-5-16,-1-7-25 15,-4-7-55-15,4-10-46 0,-1-10-112 16</inkml:trace>
  <inkml:trace contextRef="#ctx0" brushRef="#br0" timeOffset="119767.72">21115 8952 227 0,'0'0'45'0,"0"0"15"16,0 0-26-16,0 0-29 0,0 0 14 16,-27 14 14-16,7-2-13 15,-3 0-6-15,-3 1-1 16,-3 0-5-16,0 3-1 16,1-2-2-16,-2 0 0 15,5-2-2-15,3-2-1 0,5-2-1 16,3 0 1-16,6-2-1 15,5 0-1-15,3 0 0 16,6-1 2-16,9-1 1 16,9 4 3-16,8-5 5 15,3 3 2-15,7-2-7 16,2 1-1-16,1-2-3 0,-8 1 0 16,-2-1-2-16,-10 0 1 15,-3 1-2-15,-6 0-8 16,-5-1-48-16,-2-3-34 15,0 0-87-15</inkml:trace>
  <inkml:trace contextRef="#ctx0" brushRef="#br0" timeOffset="120343.89">21655 8881 275 0,'0'0'3'0,"0"0"46"0,0 0-19 0,0 0-21 15,0 0 17-15,0 0 2 16,-36 17-7-16,20-8-11 15,1 2-3-15,2 1-2 0,-1-1-3 16,2-1-1-16,3-1 0 16,1-1-1-16,3-2 1 15,3-4-1-15,2-1 0 16,0-1 1-16,1-1 1 16,9-5-1-16,2-4-1 0,4-3 0 15,3-1 0-15,0 1-2 16,-1-1 1-16,-1 1 1 15,-3 2 0-15,-3 1 0 16,-4 4 0-16,-4 2 0 16,0 1 3-16,-3 3 29 0,0 0-10 15,-3 3-9-15,0 5 16 16,0 4-5-16,-2 4-7 16,2 4-7-16,0 2-1 15,2 4-2-15,-2 4-1 16,3 0-3-16,0-1 0 15,0-1-2-15,0-3 0 0,0-2-1 16,0-5 1-16,0-1-7 16,-4-1-23-16,-3-2-30 15,-3-2-41-15,-1-4-70 16</inkml:trace>
  <inkml:trace contextRef="#ctx0" brushRef="#br0" timeOffset="120622.49">21420 9301 250 0,'0'0'38'0,"0"0"11"0,0 0-25 16,0 0 36-16,0 0-4 16,50 0-11-16,-18 0-8 15,6 0-12-15,7-3-4 0,3 0-7 16,4 0-2-16,0-1-1 15,-4 1 0-15,-7 1-6 16,-9-1-1-16,-8 1-2 16,-7-1-1-16,-10 3 0 15,-4-1-1-15,-3 0 0 16,-2 1 0-16,-8 0-6 0,-3 0-34 16,-2 0-52-16,1-4-68 15</inkml:trace>
  <inkml:trace contextRef="#ctx0" brushRef="#br0" timeOffset="122681.05">19985 8061 271 0,'0'0'-7'0,"0"0"12"0,23-34 0 0,-18 27-1 15,-3 0-1-15,-1 2 5 16,-1-1 7-16,0 1-1 15,-3 0 0-15,-6-1-2 16,-3 2-2-16,-4 1-1 0,-2 1-4 16,-6 0-2-16,-4 2 2 15,-5 0-2-15,-6 0-1 16,-6 0 0-16,-4 0 0 16,-4 0 2-16,-4 0-2 15,-5 0 0-15,-1 2-1 0,-4 0 1 16,-3-1-2-16,-4 0 2 15,-4 0 0-15,0 2 1 16,-2 0 0-16,-1-1-1 16,2 4-1-16,-2-1 0 15,2 1-1-15,1 0 0 16,3 1 1-16,2 0-1 0,2-1 0 16,2 2 1-16,0 1-1 15,3 0 1-15,0 3 0 16,1 1 0-16,3 0 3 15,6 4 3-15,5-1-1 0,7 2 0 16,8 1-2-16,4 4-2 16,5 2 0-16,4 3 1 15,1 4-1-15,2 5 0 16,4 7-1-16,0 5 0 16,4 5 0-16,4 7 1 15,2 9 0-15,3 4 2 0,3 7 6 16,0 5-1-16,0 6-1 15,0 4 1-15,0 3-3 16,0 0-4-16,0-3 1 16,-5-1-1-16,0-4 0 15,0-5 0-15,-1-5 0 0,-3-3 1 16,1-3 3-16,1-6 7 16,-1-3-1-16,-1-4-3 15,0-2-4-15,0-5 0 16,0-5-2-16,1-3 1 0,0-2 0 15,1-7 1-15,2-4-2 16,1-4 2-16,2-7 0 16,2-2-2-16,0-4 0 15,8-4-1-15,-1-2-1 16,6-3 1-16,1 1-1 16,4-4 1-16,2 0-2 15,3 0 1-15,1-1-1 0,3 1 1 16,-1-2-1-16,2 2 0 15,3 0 0-15,3-1 0 16,4-1 1-16,7 1-1 16,6-2 0-16,6 1 2 0,5-1 0 15,6 1 0-15,3-1-1 16,4 1 1-16,4-1-1 16,3 1 0-16,5 2 0 15,-1 0 2-15,4 0-2 16,1 2 0-16,1-1 0 15,1 1 1-15,3 0-3 0,0-1 2 16,1 1-1-16,0-1 1 16,2-1-1-16,-2 0 1 15,-1-2-1-15,0-2 0 16,-1 0 0-16,-1-1 0 0,-5 0 1 16,0 0-1-16,-3 0 0 15,-6-2 0-15,-5-1 0 16,-6 0 0-16,-10 0 0 15,-7 0 0-15,-11-1-5 16,-10 0-28-16,-10-7-61 16,-11-8-134-16</inkml:trace>
  <inkml:trace contextRef="#ctx0" brushRef="#br0" timeOffset="123816.79">19861 7999 192 0,'7'-1'-3'0,"0"-5"4"0,2 2 4 0,3 0 10 0,-1 1 7 16,4-1 4-16,0 1 0 15,3 0 1-15,3 0-4 16,3 0-3-16,5 0 1 0,7-3-6 16,2 1-1-16,9-1-1 15,3 0 0-15,1 1-4 16,-5 0-2-16,-3 0-3 16,-6 5-2-16,-8 0-1 15,-8 0 0-15,-4 0 0 0,-3 5 0 16,-3 2 0-16,-3 2-1 15,-2 2 1-15,0 5 3 16,-3 4-4-16,-1 4 5 16,-2 8 2-16,0 6 5 15,-2 8-1-15,-5 5 0 0,1 7 0 16,-2 8-2-16,1 4-1 16,2 4-1-16,3 0-1 15,2 5-4-15,0 1 1 16,2-4-2-16,8 1 0 15,2-1 2-15,2-2-1 0,1-2 2 16,1 0 0-16,1 1-1 16,1-2 1-16,-4 0-2 15,0 0 0-15,-1-2 0 16,-2-2-1-16,-4-3 0 16,-1-2 0-16,-2 0 1 0,-1-2-2 15,-1-4 2-15,-1-2-1 16,0-1 0-16,0-3 2 15,1-1-1-15,-1-3 1 16,2-1-1-16,-2-1 0 16,1-2 0-16,-1-1-1 0,1-2 1 15,-1-2-2-15,1-3 1 16,-1-2-1-16,1-3 1 16,0-2-1-16,1-5 0 15,0-4 0-15,1-2 1 0,-1-4-1 16,-1-2 0-16,0-2 0 15,-2-2 0-15,0 0 1 16,0-3-1-16,0 0 0 16,0-1 1-16,0-1-1 15,-6 1 1-15,0-2-1 16,-3 2 1-16,-1-1-1 0,-3 1 0 16,-2 1 1-16,-2 1-1 15,-1 2 1-15,-2 1-2 16,-2-1 2-16,3 3-1 15,0 0 0-15,3 1 0 16,2 0 0-16,2 2 0 0,4 0-1 16,-1-1-42-16,1-8-86 15,3-3-176-15</inkml:trace>
  <inkml:trace contextRef="#ctx0" brushRef="#br0" timeOffset="126174.06">19047 7090 178 0,'-2'3'13'0,"-4"2"-6"0,4 1-6 16,0 3 2-16,2 1 3 16,0 0 4-16,0-2 9 0,0 2-2 15,1 2-2-15,2-1-2 16,2 2 2-16,-1-1-2 15,2 2 10-15,-1 3 1 16,1 0-7-16,-2 4-1 0,3 3 1 16,-3 0-6-16,0 4-2 15,-3 0-3-15,1 0-2 16,-2 0-2-16,0 1 1 16,0-2-3-16,-3 0 0 15,-2-1 0-15,1-2 0 16,1-1 0-16,1-3 0 0,1-2-1 15,1 0-3-15,0-3 1 16,5-4-30-16,2-4-56 16,1-7-14-16</inkml:trace>
  <inkml:trace contextRef="#ctx0" brushRef="#br0" timeOffset="127220.49">19213 7311 83 0,'-1'0'14'0,"1"-1"15"0,0-2-3 0,0 1 4 0,0 0-10 16,0-1 9-16,0 0-5 15,1 1-11-15,1 0-3 16,-1 0-3-16,-1 1 3 16,0 1 13-16,0 0 3 15,0-2-5-15,0 2-7 16,0 0-4-16,0-1-2 0,0 0 2 16,0 0-3-16,0-1-1 15,0 2 5-15,0 0-4 16,0 0 0-16,0 0-3 15,0 0-2-15,0 0-2 16,0 0 0-16,0 0 1 0,0 0-2 16,0 0 1-16,0-1 0 15,0 1-1-15,0 0-1 16,0 0-17-16,0 0-77 16,0-2 2-16</inkml:trace>
  <inkml:trace contextRef="#ctx0" brushRef="#br0" timeOffset="127895.99">19277 7249 191 0,'0'0'17'0,"0"0"6"0,0 0-5 0,0 0-9 0,0 0 1 16,0 0 14-16,35-11 5 15,-24 9-1-15,2 1-8 16,0 1-4-16,2 0-3 16,-3-1-1-16,1-1-5 15,-2 0-1-15,-2 0-3 0,1-2 1 16,-3-1 0-16,-1-2 3 16,-1-1-1-16,-1-2 1 15,-1-3-1-15,-3 0-1 16,0-2-2-16,0-2 0 15,-5-1-1-15,-4 3 0 0,-1-1 0 16,-3 3 3-16,-2 2 1 16,-1 5 3-16,-1 1 0 15,2 3-2-15,-3 2-2 16,1 0 1-16,2 4 0 16,3 6-3-16,2 4 0 0,0 1 0 15,4 7 0-15,2 3 1 16,3 4 4-16,1 6 5 15,0 3 0-15,5 5-3 16,4 0-2-16,0 2-4 0,1-2-2 16,-1-2-1-16,0-5 0 15,-5-5-1-15,0-3 0 16,-1-5 0-16,-3-5 0 16,0-6-1-16,0-2 0 15,0-5-2-15,0-2-10 16,0-3-21-16,0 0 5 0,0-8-60 15,0-8-94-15</inkml:trace>
  <inkml:trace contextRef="#ctx0" brushRef="#br0" timeOffset="128444.98">19602 6945 237 0,'0'0'3'0,"0"0"15"0,0 0 10 16,0 0-21-16,0 0 9 15,0 0 30-15,20 46 7 16,-14-15-18-16,3 5-4 0,-1 5-8 16,2 6-5-16,1 3-3 15,1 4-4-15,-1-1-4 16,-1-2-1-16,0 0-1 16,-1-7-1-16,-3-5-1 15,0-4-2-15,-3-6 0 0,-2-7 0 16,1-6-1-16,-2-6 0 15,0-3-1-15,0-4-1 16,0-3-14-16,0 0-16 16,0-3-47-16,-2-12-116 15</inkml:trace>
  <inkml:trace contextRef="#ctx0" brushRef="#br0" timeOffset="134143.34">20813 9371 49 0,'0'0'54'0,"0"0"-16"16,0 0 3-16,0 0-12 16,0 0 5-16,0 0 2 0,0 0-6 15,0 0 4-15,0 0 5 16,0 0-10-16,-6-22 0 15,6 21-5-15,0 1-5 16,0-2-8-16,3 2-6 16,7 0-2-16,3 0 0 0,7 2 0 15,5 2 0-15,4 1-1 16,7 1 0-16,-1 2 2 16,3 0 3-16,-2 0 0 15,-3-1 0-15,-2 0-1 16,-6-1 0-16,-3-1-2 0,-4 0-1 15,-6-2-3-15,-2-1 0 16,-2 0 1-16,-5-1-1 16,0-1 0-16,-1 0 0 15,-2 0 1-15,0 0-1 16,0 0 1-16,0 1-1 0,0-1 0 16,0 1-1-16,0-1-1 15,0 3-3-15,-2 2-13 16,-2 0-27-16,2-1-71 15,-2-1-87-15</inkml:trace>
  <inkml:trace contextRef="#ctx0" brushRef="#br0" timeOffset="136970.32">19525 11734 231 0,'-7'0'24'0,"2"-3"25"0,4 2-16 0,1 1-26 16,0 0-7-16,6 0 2 16,6 1 1-16,6 1 1 15,6-2-1-15,7 0 2 16,5 0 1-16,3 0 2 0,1 0 1 16,0-4 0-16,-2 1-1 15,-4 0-1-15,-4 0 0 16,-6 1-1-16,-6-1 0 15,-4 1-2-15,-5 0-2 16,-2 2 0-16,-5-2 0 16,0 2-1-16,-1-1-1 0,-1 1 0 15,0 0 0-15,0 0-11 16,0 0-57-16,0 0-22 16,0-4-40-16</inkml:trace>
  <inkml:trace contextRef="#ctx0" brushRef="#br0" timeOffset="137318.79">20338 11491 248 0,'0'0'6'15,"0"0"53"-15,0 0-37 16,0 0-21-16,0 0-14 0,0 0 9 16,0 0 4-16,5 52 1 15,-4-21 0-15,0 2 1 16,1 3 16-16,-1 1 26 16,1-2-2-16,-1-4-2 15,-1-2-10-15,2-5-8 0,-1-5-15 16,0-4-4-16,1-2-3 15,-1-6 1-15,-1-2-1 16,0-2 0-16,1-1-2 16,0-1-12-16,1-1-38 15,3-2-40-15,4-8-52 0</inkml:trace>
  <inkml:trace contextRef="#ctx0" brushRef="#br0" timeOffset="137930.32">21345 11479 138 0,'0'0'9'0,"0"0"59"0,0 0-19 0,0 0-9 0,0 0 1 15,0 0-21-15,0 0-17 16,0 0 6-16,-35 5 6 16,17 9 1-16,-4 3-1 15,-1-1-6-15,-1 1-3 0,0-1-2 16,1 1-2-16,1-4-1 16,4-1-1-16,3-1 1 15,3-3-1-15,2-1 1 16,5-2-1-16,3 1-1 15,2-2 1-15,2-1 0 16,8 1 1-16,7 0 2 16,3 1 9-16,8 0-2 0,4 0-1 15,4 0-1-15,5 0-2 16,0 2 0-16,0-1 3 16,-4 1-3-16,-5-1-3 15,-7 3-2-15,-5-1 0 0,-5-1-1 16,-6-1 0-16,-4 1-2 15,-3-2-20-15,-2 0-30 16,-6-2-39-16,-7-3-12 16</inkml:trace>
  <inkml:trace contextRef="#ctx0" brushRef="#br0" timeOffset="138317.96">21043 11873 112 0,'0'0'100'0,"0"0"-31"0,0 0-13 16,0 0 8-16,0 0-23 16,0 0-21-16,0 0-9 15,34 5 8-15,-9-1-3 0,6 1-5 16,7-1 0-16,3 1-2 16,1-1-1-16,-2 1-3 15,-2-1-5-15,-2 0 1 16,-5 1-1-16,-6-2 1 15,-5 2-3-15,-3-2-17 0,-8-1-34 16,-6-2-67-16,-3 0-49 16</inkml:trace>
  <inkml:trace contextRef="#ctx0" brushRef="#br0" timeOffset="139144.26">22019 11597 122 0,'0'0'77'0,"0"0"-18"0,0 0-10 0,0 0-9 16,0 0-10-16,0 0-22 15,0 0-2-15,0 0 12 16,0 0 3-16,29-10-3 0,-15 13-4 15,2-1-6-15,0 1 3 16,1-2-4-16,-1-1 0 16,1 0-3-16,0 0 4 15,-3-4-3-15,-1-3-2 16,1-2 0-16,-3-3-2 0,-2-3 0 16,-2-3 1-16,-2-2-2 15,-2-4 1-15,-3 0-1 16,0-1 0-16,-4 1 2 15,-6 1-7-15,-5 3-12 16,-3 2-9-16,-2 5-4 0,-3 3-4 16,-1 6-7-16,0 4 9 15,0 5 16-15,2 13 7 16,3 4 7-16,3 8 2 16,4 4-1-16,2 6 24 15,3 1 26-15,5 4-1 16,2 1-4-16,0-3-2 0,0 2-4 15,5-3-3-15,-2-4-20 16,0-3-12-16,-3-5-2 16,0-2 0-16,-1-6-1 15,-5-6 1-15,0-6-1 0,-1-2 0 16,3-5 0-16,-2-3-1 16,2 0 0-16,0 0 0 15,1-3-20-15,3-5-23 16,0-3-35-16,9-6-88 15</inkml:trace>
  <inkml:trace contextRef="#ctx0" brushRef="#br0" timeOffset="139595.74">22950 11367 242 0,'0'0'2'0,"0"0"18"0,0 0 34 16,0 0-33-16,0 0-4 16,0 0 11-16,-34 14-19 15,13 1-3-15,-3 1-3 16,-1 1 10-16,-1 4 5 0,0-2 0 15,2-1-1-15,1 0-1 16,4-2-5-16,3-1-8 16,3-4-2-16,6-2 1 15,2-1-2-15,5-2 2 16,0-1-2-16,10-1 1 16,9 0 6-16,7 1 1 0,8 1-1 15,5 0-1-15,3-1-4 16,2 2-1-16,-4 0-1 15,-7 1 0-15,-5 0 1 16,-7 0-1-16,-6 1-1 16,-10-1-6-16,-5 0-26 0,0-1-35 15,-11-1-32-15,-9-3-22 16</inkml:trace>
  <inkml:trace contextRef="#ctx0" brushRef="#br0" timeOffset="139891.28">22582 11786 250 0,'0'0'18'0,"0"0"68"0,0 0-38 16,37 6 8-16,-10-3-17 15,3-1-8-15,5 2-7 16,3-1-5-16,0 1-2 15,1 2-6-15,-3 0-5 16,-6 1-4-16,-3 0-2 0,-5-1 1 16,-3 1-1-16,-6-2-1 15,-2-2 1-15,-3-3-1 16,-3 0-4-16,-2 0-17 16,-3 0-12-16,0-4-27 15,0-5-77-15,0-4-36 0</inkml:trace>
  <inkml:trace contextRef="#ctx0" brushRef="#br0" timeOffset="140605.53">23600 11318 256 0,'0'0'5'0,"0"0"39"0,0 0-15 15,0 0-26-15,0 0-2 0,-32 13 1 16,14 4-1-16,-3 1-1 16,-1 0 0-16,0 0 8 15,1 0 12-15,1-4 10 16,5-2-8-16,0-3-12 15,6-2-6-15,3-4-3 16,6-3 1-16,0 0 3 0,0-3 22 16,7-6-23-16,6-4-3 15,3 0-1-15,3-4 1 16,4-1-1-16,-1-1-9 16,2-1-9-16,-4 2-7 0,-4 2-10 15,-3 2 7-15,-4 4 2 16,-3 5 8-16,-4 3 8 15,-2 2 4-15,0 2-7 16,-2 11 4-16,-4 3 10 16,-2 5 1-16,0 4-1 15,-1 4 9-15,0 2 16 0,2 2 12 16,0 2 16-16,0 2-11 16,4 1-5-16,3-1-7 15,0-5-8-15,0-1 3 16,0-7-8-16,0-5-7 0,0-3-8 15,0-5-2-15,0-3 0 16,0 0-1-16,0-1 0 16,-2-1-1-16,0-1-3 15,-3 2-44-15,-1-4-23 16,0 0-85-16,-1-2-54 0</inkml:trace>
  <inkml:trace contextRef="#ctx0" brushRef="#br0" timeOffset="140888.07">23274 11874 239 0,'0'0'13'0,"0"0"39"0,0 0 10 0,0 0-2 16,0 0-5-16,0 0-5 15,0 0-11-15,38 24-8 16,-10-23-12-16,6 1-2 0,5-2-2 15,5 0-4-15,2 0-1 16,0 0-2-16,-3-2-2 16,-3-1-5-16,-7 1 1 15,-6-1-1-15,-8 0 1 16,-6 2-2-16,-6 0 0 0,-6 1 0 16,-1 0-3-16,-9 0-26 15,-8 0-62-15,-2 0-127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50:54.6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14258 5967 142 0,'0'0'12'0,"32"-7"-9"0,-12 2-2 0,4 2 1 15,2 1 0-15,0-1 1 16,4 1-3-16,2 0 0 16,3-1 0-16,-1 2 0 15,5-1 1-15,3 0 0 0,1-1-1 16,5 1 1-16,-1 2 1 16,6-2 0-16,3 2 2 15,-1 0 4-15,7 0-4 16,5 0 1-16,1 4 0 15,7-1-2-15,4-1-1 16,4-2 0-16,4 0 1 0,2 0 0 16,4 0 0-16,1 0-1 15,4 0 0-15,-2-2 1 16,2 1 0-16,2-1 0 16,0 2 1-16,1 0 2 15,1 0-2-15,-1 0 0 0,-1 0 1 16,0 0-2-16,-2 0-1 15,1 0-1-15,1 0 1 16,-1-1-2-16,4-2 1 16,-1 0 1-16,0 0 1 15,-1 0-1-15,-2-2-1 0,-2 2 0 16,-1-1-1-16,-2 1 1 16,-1 1-1-16,0-1 0 15,0 1 1-15,1-1-1 16,1 3 0-16,1-2 1 15,-2 1-2-15,2 0 2 0,1 0-1 16,-1 0 0-16,-1-1 3 16,0 2 0-16,-2-2 1 15,0 1-1-15,-2-1 6 16,-2-1-3-16,1-1-1 16,-2 0 1-16,2 0 10 0,-3-2-9 15,4 1-2-15,-1-1-1 16,1 1 2-16,-2-1 1 15,0 2 1-15,1-2-5 16,-1 3 0-16,-1-1-1 16,-1 1-2-16,2 2 0 0,-3-1 1 15,3 2 1-15,-3 0-1 16,2 0 1-16,0 1-1 16,-3-1 3-16,2 2 0 15,-2-1 4-15,1 1 0 16,1 2 4-16,-2-1 1 0,1 0-4 15,-1 1 0-15,-1 1 0 16,-2-1-1-16,1-2-3 16,-1 1 3-16,-5-1 10 15,2 0-7-15,-7 0-2 16,2-1-2-16,-6 1-4 0,-2-1 2 16,-2-1-2-16,-3 1-1 15,-4 0-1-15,-4-1 0 16,-3 0 1-16,-6 0-1 15,-3 0 1-15,-5 0-1 16,-2 0 0-16,-6 0 0 16,-1 0 0-16,-3-2 0 0,-1 1 0 15,-2-1-1-15,-3-1 2 16,0 3-1-16,-1 0 0 16,-4 0 0-16,0 0-1 15,-2 0-1-15,-2 5 0 16,-2 0 0-16,-1 2-1 0,-3 2 0 15,-3 1-13-15,0 0-34 16,0-2-61-16,-3-8-84 16</inkml:trace>
  <inkml:trace contextRef="#ctx0" brushRef="#br0" timeOffset="1922.51">11752 6626 41 0,'0'0'8'0,"0"0"21"0,0 0-5 0,0 0-2 15,0 0 0-15,0 0-5 16,0 0 0-16,0 0 2 15,0 0-4-15,-10-12-4 0,10 12-5 16,0 0-5-16,-1 0-1 16,1 0 2-16,0 1-1 15,0 2-2-15,0-1 2 16,0 2-1-16,0-2 1 16,6 1 1-16,-1 0-2 0,3-3-1 15,-3 0-54-15</inkml:trace>
  <inkml:trace contextRef="#ctx0" brushRef="#br0" timeOffset="5640.44">7870 8322 13 0,'0'0'29'0,"0"0"7"15,0 0-18-15,0 0-2 16,33-6-1-16,-25 6-1 16,-1 0-1-16,3 0-2 0,-1 0-2 15,1 0-3-15,0 1 0 16,2 2-3-16,1 1-1 16,-1 0-1-16,2 2 2 15,2-1 0-15,1 1-1 16,-1-1 0-16,4 2 2 0,-1-1 1 15,3 1 0-15,-1 0 3 16,3 0 2-16,1 0 0 16,4 0-1-16,1 0-1 15,3-1-1-15,6-1-1 16,5-3-3-16,0 1 1 0,7-1-1 16,1 0 1-16,2-1-1 15,3 2-1-15,-2-1 2 16,2 0-2-16,4 0 2 15,1 1-2-15,1-1 1 16,4 1 0-16,2 0 1 0,3 0 0 16,1 0 0-16,1-1 0 15,2 1 1-15,3 1 0 16,3-3 2-16,1 2-1 16,2-2-2-16,3-1-1 15,-2 0 3-15,4 0-2 0,2 1-2 16,-1-1 1-16,3-1 0 15,0-3-2-15,3 1 1 16,2 0-1-16,2-1 0 16,1 0 0-16,0 0 0 15,4 0 0-15,-1 0 0 16,0 0-1-16,2 0 0 0,0-1 1 16,0 1 0-16,2 1-1 15,-2 0 0-15,1 0 0 16,-3 1 0-16,2 2 1 15,-3-2-1-15,0 2 0 16,0-1 0-16,-2 1 0 0,0 0 0 16,1 0 2-16,0 0-2 15,0 0-2-15,1 0 4 16,-1-1-2-16,0 0 0 16,-1 0 1-16,-1 0-1 15,-3 0 0-15,-1-1 0 16,-1 1 1-16,-2-1-1 0,-1 1 0 15,-1 0 1-15,0 1-1 16,0 0 0-16,-3 0 1 16,2 0-1-16,-1 0 0 15,-1 1 0-15,-1-1 0 0,0 3 0 16,-1 0 1-16,0 0-1 16,-1 0 0-16,-2 0 0 15,3-1 2-15,0 1-4 16,-3-1 1-16,3 0 2 15,-2-2-1-15,-1 2 0 0,0-1 2 16,0-1-2-16,-2 0 0 16,1 1 0-16,0 0-2 15,-1-1 2-15,0 0 2 16,-1 0-2-16,-1 2 0 16,-1-1 0-16,1-1 0 15,-3 2 0-15,-1-1 1 0,-4 2-1 16,-2-2-1-16,2 1 2 15,-2 1-1-15,0-2-1 16,1 2 2-16,0-2-2 16,-4 0 1-16,1 1 0 15,-1-2 0-15,0 0 1 0,0 1-1 16,-1-1 0-16,2 0 0 16,0 0 0-16,-1 0 1 15,1-1-1-15,0-2 0 16,-1 1 0-16,2 0-1 15,-2 1 2-15,1-1-2 0,1 2 2 16,-3-1 0-16,2 0-2 16,-2 0 2-16,-2 0-1 15,3 0 1-15,-3-1-1 16,2-1 0-16,0 2 0 16,-3-1 2-16,0 1 0 0,-2 0 8 15,-4 0-1-15,0 1 0 16,-3-1 3-16,-2 1-6 15,-1-1-1-15,-3 1 0 16,-5 0-3-16,-4 0-1 16,-6 0 0-16,-8 0 0 0,-6 7 0 15,-9-1-5-15,-9-6-76 16,-1-3-136-16</inkml:trace>
  <inkml:trace contextRef="#ctx0" brushRef="#br0" timeOffset="62372.05">8520 9608 216 0,'0'0'-56'0,"0"0"115"16,0 0-53-16,0 0-5 16,0 0 5-16,32 34 12 15,-20-26 6-15,4 3-1 0,3 1-1 16,1 0 7-16,2 3-7 16,1 1-10-16,0 1-3 15,1 1-4-15,-3 1-3 16,-3 1-2-16,-2 0 1 0,-2 2 0 15,-6-2-1-15,1-1 1 16,-5-2-1-16,-2-4-8 16,-1 0-33-16,-1-6-26 15,0-4-16-15</inkml:trace>
  <inkml:trace contextRef="#ctx0" brushRef="#br0" timeOffset="62685.04">8740 9574 256 0,'0'0'0'15,"0"0"29"-15,0 0-15 16,-14 35 17-16,4-11 2 16,-3 2-2-16,-3 4-17 15,2 1-9-15,-3 1-3 16,0 1-1-16,2-1-1 0,2-1 0 16,-1-3 0-16,3-3-15 15,2-5-48-15,1-5-26 16,1-6-103-16</inkml:trace>
  <inkml:trace contextRef="#ctx0" brushRef="#br0" timeOffset="62985.86">8780 9481 275 0,'0'0'4'0,"0"0"53"0,0 0-34 16,0 0-6-16,0 0 16 15,0 0-12-15,-12 38-8 16,3-21-10-16,3 5-3 15,-1 1 1-15,-1 0-5 16,2-2-79-16,-1-3-48 0</inkml:trace>
  <inkml:trace contextRef="#ctx0" brushRef="#br0" timeOffset="63341.01">8973 9557 305 0,'0'0'10'0,"0"0"56"16,0 0-58-16,0 0-3 16,0 0 14-16,31 35 13 15,-17-18-10-15,4 3-9 16,1 3-8-16,1 1-3 16,0-1-1-16,2-1 0 0,-4-2-1 15,-1-5-2-15,-2-4-21 16,-3-4-9-16,-5-4-4 15,-3-1-40-15,-2-2-13 16,-2 0-111-16</inkml:trace>
  <inkml:trace contextRef="#ctx0" brushRef="#br0" timeOffset="63679.09">9128 9571 249 0,'0'0'7'0,"0"0"71"16,0 0-47-16,0 0 0 15,0 0 10-15,-14 30-4 16,5-11-14-16,-2 4-3 0,-3 3-7 16,-1 2-5-16,-2 3-5 15,1 0-2-15,-3 2 0 16,2 0-1-16,2-3-3 16,1-4-29-16,3-3-64 15,1-9-75-15</inkml:trace>
  <inkml:trace contextRef="#ctx0" brushRef="#br0" timeOffset="64053.01">8951 9264 267 0,'0'0'31'0,"0"0"17"0,0 0-41 16,0 0 36-16,0 0-6 15,-5 29-8-15,0-11-18 0,-2 2-7 16,0 2-3-16,-1 2 1 16,-4-1-15-16,-3-3-127 15</inkml:trace>
  <inkml:trace contextRef="#ctx0" brushRef="#br0" timeOffset="64621.28">8191 9579 316 0,'0'0'4'0,"0"0"10"0,-23 48 13 0,17-17 9 16,4 10-4-16,2 6-13 15,3 8-5-15,9 4-5 16,6 2-5-16,6-1-2 0,6-6-2 15,5-5 0-15,7-11 0 16,4-9-10-16,3-11-25 16,4-10-18-16,-1-8-20 15,-2-8-10-15</inkml:trace>
  <inkml:trace contextRef="#ctx0" brushRef="#br0" timeOffset="65020.32">9172 9288 384 0,'0'0'36'16,"0"0"-25"-16,42 50 24 15,-18-11-6-15,2 11-10 16,-2 13-10-16,-1 4-7 15,-5 6-1-15,-4 3 1 0,-4-1-2 16,-8-6-16-16,-2-8-10 16,-8-5-21-16,-8-6-24 15,-8-6-13-15,-7-8-42 16</inkml:trace>
  <inkml:trace contextRef="#ctx0" brushRef="#br0" timeOffset="66186.03">10208 9313 291 0,'0'0'7'0,"5"33"-1"0,-4-2 24 15,3 9 22-15,1 8-14 0,0 10-12 16,-2 2-10-16,1 4-9 16,1 2-5-16,-2-3-1 15,-1-4-1-15,1-8 1 16,-1-8-1-16,-2-12 0 16,0-8-6-16,0-11-8 0,0-7-10 15,-3-5-32-15,-1-5-26 16,-3-13-29-16</inkml:trace>
  <inkml:trace contextRef="#ctx0" brushRef="#br0" timeOffset="66468.1">10235 9553 264 0,'0'0'2'15,"5"-37"29"-15,0 21 7 16,2 4 21-16,3 2-20 0,1 6-8 15,2 2-13-15,1 2-11 16,-2 3-1-16,0 8-3 16,-4 3-1-16,-3 3-1 15,-4 2 1-15,-1 3-1 16,0-1-1-16,-4 0 2 0,-5-2-2 16,-2-3 0-16,-1-1-11 15,-3-4-14-15,0-1-8 16,-1-3-14-16,2-2-17 15,-1-2 0-15,3-3-28 16</inkml:trace>
  <inkml:trace contextRef="#ctx0" brushRef="#br0" timeOffset="66719.31">10488 9412 359 0,'0'0'4'16,"0"0"53"-16,0 0-43 15,0 0 26-15,33 30-15 0,-19-14-6 16,4 1-6-16,2 4-8 16,-1-1-3-16,1 0-1 15,-1-3 0-15,-3-3-4 16,-2-6-39-16,-2-4-27 15,-5-4-35-15,-3-7 1 16</inkml:trace>
  <inkml:trace contextRef="#ctx0" brushRef="#br0" timeOffset="66923.96">10631 9435 293 0,'0'0'20'0,"0"0"-9"16,0 0 13-16,-27 15 21 15,18-5-1-15,-1 2 3 16,1 1-12-16,-2 1-17 16,1 2-9-16,0 2-5 15,1 0-3-15,1 3 0 0,0 1-1 16,1 1-1-16,1-3-30 16,0-2-47-16,2-6-80 15</inkml:trace>
  <inkml:trace contextRef="#ctx0" brushRef="#br0" timeOffset="67182.42">10840 9372 477 0,'0'0'11'0,"0"0"2"16,0 0-8-16,17 35 12 16,-11-10-5-16,1 4 14 15,-2 5-7-15,0 2-11 0,1 5-6 16,0 2-1-16,-3 0-1 16,-1 2-5-16,-1-4-37 15,-1-3-32-15,0-7-43 16,-1-9-30-16</inkml:trace>
  <inkml:trace contextRef="#ctx0" brushRef="#br0" timeOffset="67515.27">10879 9397 410 0,'0'0'5'16,"7"-34"30"-16,0 23-9 0,2 5-7 15,3 6-15-15,0 0 3 16,0 8-1-16,1 7 0 16,-4 2 0-16,-1 4-2 15,-3-1-3-15,-5 1 0 0,0 1 0 16,-5-3 0-1,-5-2-1-15,-3-2-1 0,-1-1-17 16,-3-3-18-16,-1-4-20 16,1-4-29-16,0-3-15 15</inkml:trace>
  <inkml:trace contextRef="#ctx0" brushRef="#br0" timeOffset="68416.19">11898 9253 84 0,'0'0'29'0,"0"0"28"0,35-19-18 16,-28 10 7-16,-1 0-6 16,-5 1 11-16,-1 2 7 15,-2 3-10-15,-8 3-17 0,-7 3-15 16,-3 11 2-16,-2 5 4 16,-2 9-2-16,1 2-2 15,3 3-3-15,4 2-5 16,6-2-3-16,7-2-3 0,3-3-3 15,7-6-1-15,9-6 0 16,3-5 1-16,6-7-1 16,4-4 0-16,2-1-1 15,3-9-21-15,1-5-23 16,0-2-19-16,-1-1-58 0,-2 0-18 16</inkml:trace>
  <inkml:trace contextRef="#ctx0" brushRef="#br0" timeOffset="68888.28">12221 9312 191 0,'0'0'37'16,"0"0"5"-16,0 0 4 15,0 0 3-15,0 0 3 16,-30-16-14-16,18 16-10 0,-1 0-4 15,-1 0 0-15,1 6-6 16,-1 3-2-16,2 1-3 16,1 2-4-16,-1 3 4 15,3 1-7-15,4 0-3 16,0 1-2-16,4-2-1 0,1-2 0 16,0-1 0-16,9-5 0 15,-1-1 0-15,4-5 0 16,1-1-2-16,-1-1-7 15,2-9-6-15,-1-3 7 16,-2-3-1-16,-1-4-2 0,-1 1 6 16,-4 0 3-16,0 2 3 15,-5 5-2-15,0 3 1 16,0 6 2-16,-3 3 6 16,0 1 0-16,1 10-1 15,0 1 6-15,2 4 4 16,0 0-10-16,3 0-3 0,6-1-1 15,1 0-3-15,2-3 1 16,1-1-1-16,2-1 0 16,-1-2-10-16,1-3-40 15,-1-3-25-15,-1-2-63 16,-2-4-20-16</inkml:trace>
  <inkml:trace contextRef="#ctx0" brushRef="#br0" timeOffset="69276.53">12331 9324 355 0,'0'0'2'0,"0"0"48"0,0 0-32 0,0 0 13 16,-11 37-7-16,11-24-1 16,4 0-1-16,-1 1-12 0,1 1-6 15,2-1-2-15,-3 0-1 16,0 0 0-16,-1-1-1 15,0-3 0-15,-2-3 1 16,0-4-2-16,0-3 1 16,0 0 2-16,-2-8-2 15,-1-4 1-15,2-2-2 0,1-1 1 16,0-1 0-16,4 0 0 16,4 3 0-16,5 3 0 15,-2 5 0-15,2 3 0 16,0 2-1-16,1 2 1 15,-2 8 0-15,-2 0 0 0,-1 2 0 16,-2-3 0-16,0 1 0 16,-1-2 0-16,-1 1 0 15,0-2-23-15,0-1-23 16,-5-1-32-16,1-1-38 16,-1-2-33-16</inkml:trace>
  <inkml:trace contextRef="#ctx0" brushRef="#br0" timeOffset="70030.55">12645 9136 424 0,'0'0'8'0,"0"0"18"0,0 0-22 0,0 0-2 16,16 38 14-16,-8-14-1 16,0 5 1-16,1 4-2 15,-2 1-9-15,1 0-4 16,-2 0 0-16,-1-5 0 0,-1-5-1 16,-1-6 0-16,-1-7 0 15,-2-5 0-15,0-6-1 16,0 0 12-16,0-11-3 15,0-4-6-15,0-5-2 16,5-1 0-16,2 0 0 0,3 2 0 16,2 4 0-16,2 7 0 15,0 6 0-15,1 2-1 16,-3 13 1-16,-4 5 0 16,-2 2 0-16,-5 1 0 15,-1-1 0-15,0-1 0 0,-4-3 0 16,-3-3 1-16,-1-1-1 15,0-2 0-15,0-4 0 16,-1-1 0-16,-1-1 0 16,0-3 0-16,1-1 0 15,0 0 0-15,2 0 1 16,2 0-1-16,5-3 1 0,0-1-1 16,3-2 0-16,8 1-1 15,5 1 2-15,2-3-1 16,6-1 0-16,1-1 0 15,2 0 0-15,1-2 0 16,1 1 0-16,-4 0 0 0,-5-1 0 16,-3 2 0-16,-5 1 0 15,-4 2 0-15,-6 1 0 16,-2 1 0-16,0 3 1 16,-5 1 4-16,-3 0 0 15,-3 1 9-15,0 6 7 0,2 1-7 16,1 3-5-16,4 2-4 15,3 1-3-15,1 0-1 16,2 2-1-16,5-3 0 16,4 1 1-16,2-2-1 15,2-3-3-15,1-4-13 0,2 0-22 16,2-5-29-16,1 0-39 16,2-5-101-16</inkml:trace>
  <inkml:trace contextRef="#ctx0" brushRef="#br0" timeOffset="70749.03">13731 9039 193 0,'0'0'91'0,"0"0"-69"0,0 0 48 16,0 0-34-16,-28-15-13 0,15 20 2 15,-3 8 4-15,0 0-7 16,-1 4-7-16,3-1-5 16,3 2-5-16,2-1-4 15,6-2 0-15,3 1 0 16,3-4-1-16,10 1 0 0,6-3 1 16,5 0-1-16,6 0 0 15,1 0 0-15,0 3-1 16,-4 2 2-16,-6 1-1 15,-3 2-1-15,-8-1 1 16,-7 1 0-16,-3-1 0 16,0-1 0-16,-8-1 0 0,-4-3 1 15,0-4-1-15,-4-1 1 16,0-1-1-16,-2-3 0 16,0-2 0-16,1-1 1 15,1 0-1-15,0 0-1 16,4-4 1-16,5-2 1 0,4-3 5 15,3 1 2-15,6-3-7 16,8 0-1-16,5-3 0 16,4-1 0-16,6 0 1 15,0-2 0-15,2 1 2 16,-1 3 7-16,-5 4 4 0,-1 1 0 16,-7 7-4-16,-1 1-4 15,-4 0-3-15,-2 8 1 16,-2 2-2-16,-2 1-2 15,0 2 1-15,-5 1 0 16,0 0-1-16,-1 0 0 0,0-1-25 16,-2 0-44-16,-6-3-39 15,0-5-91-15</inkml:trace>
  <inkml:trace contextRef="#ctx0" brushRef="#br0" timeOffset="70946.6">13886 9139 103 0,'0'0'374'0,"0"-31"-367"0,0 19 22 15,4 4-17-15,2 3-8 16,2 5-4-16,-2 0 0 0,1 0-1 16,2 10-19-16,-4 0-35 15,2 2-68-15,-4-2-48 16</inkml:trace>
  <inkml:trace contextRef="#ctx0" brushRef="#br0" timeOffset="71354">14015 9237 465 0,'0'0'4'0,"0"0"25"16,0 0-29-16,0 0 5 15,0 0 4-15,0 0 0 16,0 0 1-16,27 31-5 16,-22-21-2-16,0 0-1 0,-4 0-1 15,0-2-1-15,-1-1 1 16,0-2 0-16,0-2-2 16,0 0 3-16,-2-1-1 15,0-2 0-15,-3 0 0 16,1 0-1-16,1 0 1 15,-1-2 0-15,3-6-1 0,1 0 0 16,0 0-1-16,0-4 1 16,5 2 0-16,1-1 0 15,2 2 0-15,0 1-1 16,2 3 2-16,-4 4-1 16,1 1 1-16,0 0-1 15,-1 4 0-15,1 3 0 0,0 2 0 16,4-1 0-16,-3 0 0 15,4 0-1-15,-1-1-18 16,1-2-47-16,0-4-75 16,0-1-16-16</inkml:trace>
  <inkml:trace contextRef="#ctx0" brushRef="#br0" timeOffset="71869.27">14380 9209 108 0,'0'0'241'0,"0"0"-215"0,0 0 11 0,0 0-15 15,0 0 6-15,-30-5 6 16,17 5-2-16,-2 5-12 0,3 1-5 16,0 1-5-16,2 3-4 15,2-2-3-15,4 2-1 16,1-3-1-16,2 1-1 15,1-3 0-15,0-2 0 16,4-1 0-16,2-2-1 0,2 0 0 16,2-4-2-16,0-4 0 15,0 0 3-15,-2 3-1 16,1 2 1-16,-3 3 2 16,1 3-2-16,0 14 2 15,0 7 6-15,1 6 7 0,2 6-5 16,-2 6-2-16,-2-1-4 15,0 1-2-15,-4-1-1 16,-2-3 0-16,0-2-1 16,-8-5 1-16,-4-6-1 15,0-5 1-15,-3-5 0 0,0-7 0 16,1-4 1-16,3-4-1 16,-1-4 1-16,2-9 0 15,3-7-2-15,5-4 0 16,2-6-2-16,3 0-7 15,8-3-21-15,7 1-30 16,1 1-27-16,1 3-59 0,-2 0-37 16</inkml:trace>
  <inkml:trace contextRef="#ctx0" brushRef="#br0" timeOffset="72339.13">14476 9239 372 0,'0'0'5'0,"0"0"52"0,0 0-43 0,0 0 10 0,0 0-6 16,0 0 8-16,0 0-2 15,0 0-8-15,0 0-7 16,12 33-4-16,-7-22-2 15,-2-2-2-15,2 0 0 0,-2 1-1 16,1-3 0-16,1-1 0 16,-2-4-2-16,1-2-8 15,3 0-1-15,-1-8 4 16,2-2-2-16,-1-1-1 16,0 0 3-16,0 0 4 0,-3 3 2 15,-1 1 2-15,-2 4-1 16,0 0 5-16,0 2 5 15,0 1 1-15,1 0-6 16,-1 1-1-16,3 5 6 16,2 1 0-16,0 1-3 0,0 1-5 15,3-1 0-15,-1 1-1 16,2-3-1-16,-1-1 0 16,0-1-10-16,0-2-29 15,1-2-11-15,-2 0-14 16,2-7-33-16,-3-4-43 0</inkml:trace>
  <inkml:trace contextRef="#ctx0" brushRef="#br0" timeOffset="72556.07">14720 9072 431 0,'0'0'3'0,"0"0"21"0,0 0-1 15,0 0-9-15,0 0 14 16,0 0 10-16,-13 36-16 0,20-17-8 16,2 2-9-16,2-1-2 15,1 1-3-15,0 2 0 16,-1-1-16-16,-4-1-52 16,-1-3-26-16,-2-5-92 15</inkml:trace>
  <inkml:trace contextRef="#ctx0" brushRef="#br0" timeOffset="73375.16">14992 9196 423 0,'0'0'7'0,"0"0"40"15,0 0-23-15,0 0 5 16,-30-10-12-16,18 11 6 0,0 5 1 16,1 2-11-16,-1 0-7 15,4 2-2-15,-1 1-3 16,4 0-1-16,2 0 1 16,2-1-1-16,1 0 0 0,0-2 0 15,0 0 0-15,7-4-11 16,2-1-9-16,1-3-4 15,2 0 3-15,0-7 1 16,1-3 3-16,0-1 2 16,-1-1 12-16,-5 2 3 15,1 2 1-15,-3 3 9 0,-2 2 13 16,-3 0 1-16,1 2 1 16,-1 1-9-16,2 0-9 15,-1 0-5-15,1 1 1 16,1 5 4-16,1-1-1 15,0 3-3-15,2 0-1 0,0 1-2 16,1-2 1-16,0-1 0 16,2 2-1-16,0-3 1 15,-1-1-2-15,0 0 2 16,1-3-2-16,-1-1 1 16,2 0 0-16,-1-7 0 15,-1-2 0-15,-2-3 0 0,1 0 0 16,-3-2-2-16,-3 1 1 15,-1-1-2-15,0 2 0 16,0 1 1-16,-4 1 1 16,0 1 1-16,-2 1 0 15,2 3 0-15,-2 2 0 0,2 0 1 16,0 1-1-16,1 0 1 16,2 2 2-16,1 0 0 15,0 0-2-15,0 0-1 16,0 0 0-16,4 0 0 15,3 0 0-15,2 0 1 0,-1 0-1 16,5 0 0-16,-1 0-1 16,2 0 1-16,-1 0 1 15,1 0-1-15,0-2 0 16,-1 2 1-16,-2 0 2 16,-1 0 0-16,-1 0 2 0,-2 5 3 15,-1 2 5-15,-1 6 0 16,0 0 0-16,-2 3-3 15,-1 0-5-15,2 2-3 16,-1-2-1-16,1-1 0 16,0 0-2-16,2-6-28 0,1-5-84 15,0-4-205-15</inkml:trace>
  <inkml:trace contextRef="#ctx0" brushRef="#br0" timeOffset="77657.56">8528 10723 130 0,'0'0'62'0,"0"0"-31"16,0 0 13-16,0 0-8 15,-28-37 26-15,23 28-4 0,2 1-7 16,2 5-12-16,1 3-9 16,4 0-19-16,8 8-10 15,2 7 0-15,7 6 1 16,3 5 2-16,2 3-1 15,1 4-2-15,1 1 0 0,-1 1-1 16,0-2 0-16,-5-3 0 16,-5-4 0-16,-1-4 0 15,-6-6-5-15,-4-4-13 16,-3-2-16-16,-3-6-30 16,0-2-52-16,-3-2-15 0</inkml:trace>
  <inkml:trace contextRef="#ctx0" brushRef="#br0" timeOffset="78000.2">8740 10681 206 0,'0'0'6'0,"0"0"9"16,0 0 15-16,0 0-1 16,0 0 9-16,0 0 18 15,0 0-23-15,0 0-21 16,0 0 6-16,-33 19 4 16,19 3-2-16,-5 3-9 0,-3 1-3 15,-1 2-3-15,-4 2-3 16,0-1-1-16,-1 1 0 15,-1 0-1-15,4-2 0 16,2-2 0-16,8-4-1 0,0-5-15 16,7-6-43-16,4-4-67 15,1-7-30-15</inkml:trace>
  <inkml:trace contextRef="#ctx0" brushRef="#br0" timeOffset="78335.17">8862 10527 291 0,'0'0'3'16,"0"0"37"-16,0 0-11 15,0 0-16-15,0 0 19 16,0 0 4-16,-17 31-17 16,12-14-14-16,2 1-3 15,-2 2-2-15,3 1 0 0,0-1-27 16,-1-2-97-16,-2-5-83 15</inkml:trace>
  <inkml:trace contextRef="#ctx0" brushRef="#br0" timeOffset="78670.06">8996 10613 320 0,'0'0'26'0,"0"0"53"15,0 0-34-15,0 0-17 16,0 0-23-16,0 0 4 16,0 0 9-16,30 15-4 15,-18 0-7-15,0 2-4 0,3 0-2 16,-2 3-1-16,-1 2 0 16,0-3-29-16,0-2-54 15,-5-7-82-15</inkml:trace>
  <inkml:trace contextRef="#ctx0" brushRef="#br0" timeOffset="78938.53">9229 10593 303 0,'0'0'10'0,"0"0"56"0,0 0-29 16,0 0-20-16,0 0 26 15,0 0-2-15,-11 45-10 16,2-17-8-16,-1 5-2 16,-3 5-8-16,-1 3-8 0,-2 2-2 15,1 1-2-15,-1 1 0 16,2-2-1-16,1-3 0 16,2-5-2-16,3-6-20 15,2-6-16-15,2-6-24 16,1-9-53-16,3-8-22 0</inkml:trace>
  <inkml:trace contextRef="#ctx0" brushRef="#br0" timeOffset="79246.2">9331 10459 130 0,'0'0'315'16,"0"0"-280"-16,28 10-19 15,-15 14 2-15,-3 7-2 0,2 8-1 16,-6 9 1-16,-1 5-10 15,-5 8-3-15,2 5-1 16,-14 3-2-16,-5 1-11 16,-5-4-44-16,-7-8-54 15,-5-4-38-15</inkml:trace>
  <inkml:trace contextRef="#ctx0" brushRef="#br0" timeOffset="79781.38">8218 10536 235 0,'0'0'3'0,"0"0"35"16,0 0 11-16,0 0-23 0,0 0 1 15,-36 58 26-15,26-9-8 16,1 10-9-16,5 13-9 15,4 6-15-15,0 2-8 16,14-5-4-16,8-7 1 16,7-8-2-16,7-16-6 15,5-13-35-15,0-17-43 0,-2-11-82 16</inkml:trace>
  <inkml:trace contextRef="#ctx0" brushRef="#br0" timeOffset="91331.56">17741 8898 229 0,'0'0'15'0,"0"0"16"0,0 0 3 15,0 0-4-15,0 0-18 16,0 0-10-16,0 0 1 16,0 0 16-16,13 4 3 15,-2 7-1-15,3 4-2 0,3 5-2 16,4 3-6-16,2 4-3 15,2 4 2-15,1 3-4 16,2 0-2-16,-3 2-2 16,2-1-2-16,-3-1 1 15,-2-4 0-15,-3-2-1 0,-2-5 0 16,-5-4 0-16,-4-6 1 16,-1-2-1-16,-4-4-1 15,-3-4-32-15,0 0-30 16,-6-3-30-16,-3-6-27 15</inkml:trace>
  <inkml:trace contextRef="#ctx0" brushRef="#br0" timeOffset="91636.09">18073 8882 248 0,'0'0'2'15,"0"0"9"-15,0 0 12 16,0 0-14-16,-29 25 18 16,8-1 12-16,-3 6 1 15,-3 5-12-15,-2 3-11 16,-2 2-8-16,0-1-6 0,-1 1-1 15,1-4 0-15,2-3-2 16,1-3 0-16,4-3 0 16,4-3-2-16,4-3-6 15,2-6-51-15,4-6-54 16,4-8-66-16</inkml:trace>
  <inkml:trace contextRef="#ctx0" brushRef="#br0" timeOffset="92061.25">17444 8766 214 0,'0'0'12'16,"0"0"-10"-16,0 0 1 15,0 0 0-15,0 0-3 16,0 0 0-16,0 0 1 0,0 0 4 16,0 0 12-16,-14 44 10 15,20-18 11-15,1 8 10 16,-1 11 1-16,1 7-17 15,-2 8-13-15,0 9-4 16,-3 6-5-16,2-1-5 0,1-1-2 16,1-5-2-16,0-2 1 15,1-6-4-15,0-8 2 16,-1-7-11-16,-3-7-25 16,0-9-25-16,-1-9-34 15,-2-11-1-15</inkml:trace>
  <inkml:trace contextRef="#ctx0" brushRef="#br0" timeOffset="92375.99">18410 8705 393 0,'0'0'17'0,"0"0"9"0,9 51-15 0,-5-13 31 15,1 10-16-15,1 9-12 0,-2 5-5 16,3 3-1-16,-1 3-4 15,1 2-4-15,0 0 1 16,-1-6-1-16,-2-5-1 16,-1-4-20-16,-1-9-30 15,-1-11-28-15,-1-11-59 0</inkml:trace>
  <inkml:trace contextRef="#ctx0" brushRef="#br0" timeOffset="92967.35">20440 8641 15 0,'0'0'342'0,"0"0"-336"0,0 0-3 0,8 36 8 0,-7-1 39 16,1 9-12-16,-1 8-8 15,-1 10-6-15,0 4-11 16,0 5-5-16,0-3-6 16,0 1 0-16,0-6-2 15,0-8 0-15,-1-10 1 0,-1-8-5 16,1-9-12-16,-3-9-14 15,1-6-29-15,0-10-71 16,2-3-44-16</inkml:trace>
  <inkml:trace contextRef="#ctx0" brushRef="#br0" timeOffset="93260">20747 8833 203 0,'0'0'150'16,"0"0"-142"-16,0 0 32 15,36-9-11-15,-16 14 1 0,6 7-6 16,0 4-11-16,3 1-6 15,0 1-4-15,-2 5-3 16,-3-1 1-16,-3-1-11 16,-6-1-38-16,-2-7-52 15,-3-5-19-15</inkml:trace>
  <inkml:trace contextRef="#ctx0" brushRef="#br0" timeOffset="93529.62">21154 8840 367 0,'0'0'5'15,"0"0"9"-15,0 0 38 16,0 0-35-16,0 0-5 16,0 0 11-16,-27 15 4 0,13 9-3 15,-2 7-3-15,-2 10-1 16,-3 7-2-16,0 4-8 15,0 4-6-15,0 0-2 16,1-4-2-16,4-5 0 16,2-6 0-16,2-6-1 15,2-10-16-15,3-6-9 0,2-7-12 16,-3-7-22-16,3-5-72 16,3-9-37-16</inkml:trace>
  <inkml:trace contextRef="#ctx0" brushRef="#br0" timeOffset="93841.9">21447 8599 387 0,'0'0'-4'0,"0"0"28"16,19 42-15-16,-16-6 41 15,-1 12-8-15,-2 10-17 16,0 8-2-16,-3 10 0 16,-6 1-12-16,0 1-6 15,-2 2-4-15,-1-3 0 0,-1-8-1 16,-2-6 0-16,1-6 0 15,-3-8-21-15,-1-11-37 16,-1-12-106-16</inkml:trace>
  <inkml:trace contextRef="#ctx0" brushRef="#br0" timeOffset="100423.4">4563 9787 142 0,'-3'0'21'0,"0"-2"1"16,0-1 9-16,3 1-2 0,0 2-10 16,0 0-16-16,5 5-2 15,5 5 2-15,1 5 7 16,3 5 4-16,3 5 3 15,3 4-3-15,0 1 2 16,3 1-3-16,0 1-8 0,0 1-4 16,-1-2-1-16,-4-1 0 15,-1-2-1-15,-5-1-2 16,-4-4 0-16,-3-5-2 16,-3-5-8-16,-2-6-39 15,0-7-13-15,-6-2-47 0</inkml:trace>
  <inkml:trace contextRef="#ctx0" brushRef="#br0" timeOffset="100709.13">4742 9721 198 0,'0'0'26'16,"0"0"8"-16,0 0 12 15,0 0-8-15,0 0-32 0,0 0 0 16,-17 31 20-16,7 2 5 16,0 7-16-16,-2 3-9 15,-4 7-5-15,-3 2 0 16,-4 1-2-16,-1 0 0 16,0-3-2-16,4-6-1 15,0-4-3-15,5-9-55 0,5-10-24 16,2-11-68-16</inkml:trace>
  <inkml:trace contextRef="#ctx0" brushRef="#br0" timeOffset="101243.08">4998 9908 308 0,'0'0'11'15,"0"0"59"-15,0 0-38 16,0 0-20-16,0 0-12 15,0 0 1-15,0 0 0 16,0 0-1-16,0 0 1 16,26 35-1-16,-15-20 0 15,-1-2 0-15,-2-1 0 0,1-2-1 16,-1-1 1-16,-3-2 0 16,-1-4-1-16,-3-3 1 15,3 0 0-15,-3-7 1 16,1-5 0-16,2-2-1 15,-1 0 0-15,2-1 0 0,0 1 1 16,2 1-1-16,-1 1 0 16,2 5 1-16,3-1-1 15,-3 5 0-15,4 2 0 16,-2 1 0-16,-2 0 1 0,1 7-1 16,-3 1 0-16,-1 2 0 15,-3-1-1-15,-2 2 0 16,0 1-1-16,2-1-3 15,-10 1-25-15,-1-1-23 16,-5 0-10-16,-4-2-3 0,-4-2-116 16</inkml:trace>
  <inkml:trace contextRef="#ctx0" brushRef="#br0" timeOffset="101411.14">4879 9746 249 0,'0'0'3'0,"0"0"15"0,-5-30-5 0,5 28-11 16,2 2-4-16,1 0-23 0,-2-1-145 16</inkml:trace>
  <inkml:trace contextRef="#ctx0" brushRef="#br0" timeOffset="101933.97">5411 9724 272 0,'0'0'16'0,"0"0"43"0,0 0-9 0,-32-7-30 0,20 21-7 15,0 3 5-15,2 5 5 16,4 3-8-16,1 2-8 16,5-1-4-16,0 2-2 15,10 0-1-15,5-3 0 16,1-2-1-16,1-6 0 0,5-4-1 16,-1-8-3-16,3-5-39 15,0 0-47-15,-3-15-9 16,0-6-49-16</inkml:trace>
  <inkml:trace contextRef="#ctx0" brushRef="#br0" timeOffset="102282.23">5587 9829 210 0,'0'0'21'16,"0"0"25"-16,0 0-28 0,0 0-1 15,0 0 16-15,-27 32-8 16,27-25-13-16,5 3-7 15,3-3-1-15,6 1-3 16,-1-2 0-16,2-1-1 16,2-3 0-16,-2-2 0 0,0 0 1 15,-4-5-2-15,0-6 2 16,-1-3-1-16,-3-2 2 16,-4-1-4-16,-3 3 2 15,0 0 2-15,-3 1-2 16,-7 3 0-16,-2 3-2 15,-4 2 4-15,0 2-2 0,-1 3 0 16,-1 0 0-16,4 5-3 16,1 5 0-16,1 3-2 15,4 4-13-15,3-2-32 16,0 0-19-16,3-3-95 16</inkml:trace>
  <inkml:trace contextRef="#ctx0" brushRef="#br0" timeOffset="102574.22">5732 9637 353 0,'0'0'1'0,"0"0"9"0,0 0 10 16,0 0-17-16,0 0 6 15,14 44 11-15,-6-19-3 16,1 6-12-16,-1 4-2 0,1 3-2 16,-2 2-1-16,0 0-3 15,-2-4 0-15,0-2-2 16,-1-10-55-16,-4-8-43 15,2-13-55-15</inkml:trace>
  <inkml:trace contextRef="#ctx0" brushRef="#br0" timeOffset="102830.11">5865 9637 361 0,'0'0'6'16,"0"0"9"-16,0 0-5 16,0 0-5-16,3 35 9 15,6-16 4-15,-1 3-10 0,2 2-4 16,0 6-3-16,-2 2-1 16,1 3 0-16,-4 1-3 15,0 0 0-15,-5-3-35 16,2-8-61-16,-2-9-25 15</inkml:trace>
  <inkml:trace contextRef="#ctx0" brushRef="#br0" timeOffset="103043.87">6019 9850 269 0,'0'0'5'0,"0"0"23"15,0 0-18-15,0 0-4 16,0 0 14-16,0 0 7 16,0 0-14-16,23 37-7 0,-17-21-5 15,2 0 0-15,-3 2-1 16,0 0-2-16,-5 1-3 16,0-3-54-16,0-2-25 15,-3-5-114-15</inkml:trace>
  <inkml:trace contextRef="#ctx0" brushRef="#br0" timeOffset="103237.13">5991 9729 333 0,'0'0'-11'16,"0"0"13"-16,0 0-1 15,0 0-2-15,0 0-1 16,0 0-5-16,0 0-30 16,0 0-22-16,13 21-46 0</inkml:trace>
  <inkml:trace contextRef="#ctx0" brushRef="#br0" timeOffset="103713.92">6096 9866 265 0,'0'0'3'0,"0"0"-2"15,0 0 0-15,0 0 0 16,0 0 4-16,29 26 5 16,-22-19 1-16,-3 0-5 0,2-1-3 15,-3 3-1-15,-2-2-1 16,-1 0-1-16,0 0 1 15,0 0 0-15,0-4-1 16,-3 3 0-16,-1-4 1 0,0 0-1 16,2-2 1-16,-2 2 1 15,3-2-2-15,-1 0 1 16,2 0 0-16,0-3 0 16,0-3 2-16,0-2-2 15,2-2 1-15,5 1-1 16,-3-2 4-16,3 0 4 0,-1 1 11 15,1 2 3-15,2 1-11 16,0 2-5-16,1 0-4 16,-2 4-1-16,2 1-1 15,0 0-1-15,-1 0 0 16,-2 7 0-16,1 1-1 0,-1 3-1 16,-1 2 0-16,-2 2-18 15,0 0-30-15,-1 1-8 16,0-2-20-16,1-6-108 15</inkml:trace>
  <inkml:trace contextRef="#ctx0" brushRef="#br0" timeOffset="104061.91">6361 9979 265 0,'0'0'1'0,"0"0"8"0,12-36 13 0,-4 27-6 0,1-1-9 0,-1 0-3 16,2 3-2-16,-1 1-2 16,0 1 1-16,-2 0-1 15,-2 2 0-15,-3 0 3 16,0 1-3-16,-2-1 0 0,0 1 0 16,-7 0 1-16,-3 2-1 15,-4 0 1-15,-1 0 0 16,0 1 10-16,0 3 36 15,3 3-14-15,3 0-8 0,3 2-10 16,5 2-10-16,1 0-4 16,0 2-1-16,8-2 1 15,4-1-1-15,1-3-1 16,3-1 1-16,3-4 0 16,1-1-1-16,2-1 0 15,-1 0-35-15,0-2-33 0,-1-7 0 16,-2-1-1-16</inkml:trace>
  <inkml:trace contextRef="#ctx0" brushRef="#br0" timeOffset="104529.75">6634 9842 0 0,'0'0'304'15,"0"0"-287"-15,-35 9 19 16,23-3 6-16,2 3-11 15,2 1-13-15,-1 2-2 0,5 1-7 16,-1 0-5-16,4-1-1 16,1 1-2-16,0-2-1 15,2-2 0-15,5-3 0 16,0-1 0-16,0-3 0 0,2-2-1 16,1 0-1-1,0-3-1-15,-1-5-22 0,-1-3-2 16,-1 0-20-16,-1 0 4 15,0 0 7-15,-3 2 17 16,-2 1 15-16,1 2 5 16,-2 3 0-16,0 0 0 0,0 1 4 15,0 1 5-15,1-1 0 16,3 2-6-16,0 0 2 16,2 0 5-16,1 0-7 15,1 0-1-15,1 2-3 16,-2 4 0-16,0 2 0 0,0 1 0 15,0 0 0-15,-2 0 0 16,1 2-3-16,-3-1-1 16,0-1-11-16,1-1-7 15,-1-2-14-15,-3-1-12 16,1-3-55-16</inkml:trace>
  <inkml:trace contextRef="#ctx0" brushRef="#br0" timeOffset="104875.84">6757 9926 224 0,'0'0'5'0,"0"0"36"0,0 0-18 16,0 0-17-16,0 0 0 16,0 0 11-16,0 0-8 15,35 5-4-15,-23 1 5 0,-1-1-4 16,1 0-4-16,-4 0-1 15,-1-2-1-15,0 0 0 16,-5-2 0-16,1 1-1 16,-3-1 0-16,0-1-1 15,0 0 3-15,-4 0-2 0,1-2 1 16,-2-6 0-16,3-3 0 16,2-4 1-16,0-4-2 15,9-3 2-15,2 1-1 16,6 0 1-16,0 1-1 15,3 5 0-15,-1 4 0 16,-1 0 0-16,-6 1-68 0,-1-5-216 16</inkml:trace>
  <inkml:trace contextRef="#ctx0" brushRef="#br0" timeOffset="107008.98">9340 9478 78 0,'0'2'21'0,"0"-1"-4"0,0 1 62 15,0 0-7-15,2-2-37 16,1 0-13-16,1-3 20 16,3-3-4-16,2-2-6 15,4-2-11-15,6-1-8 0,1-3-2 16,3-2-5-16,3 0-2 16,-1 1-2-16,2 0 0 15,-4 0-2-15,-3 1 0 16,-1 3 0-16,-5 0 0 15,-3 2 0-15,-2-1-2 16,-3 4-14-16,-3 1-14 0,-3 1-18 16,0 1-29-16,-3 2-30 15</inkml:trace>
  <inkml:trace contextRef="#ctx0" brushRef="#br0" timeOffset="107306.06">9535 9280 184 0,'0'0'4'0,"0"0"9"15,16-28 14-15,-8 19 12 0,-1 0 2 16,3 0 5-16,0 3-4 16,2-1-11-16,1 2-9 15,1 2-8-15,-2 2-5 16,0 1-1-16,2 0-4 15,-2 2-1-15,0 6 0 0,-2 3-1 16,-3 2-1-16,-3 5-1 16,-4 2 2-16,0 6-2 15,-8 1 0-15,-5 4 0 16,-5 1-2-16,-2 1-8 16,-3 0-46-16,1-2-55 15,-1-4-16-15</inkml:trace>
  <inkml:trace contextRef="#ctx0" brushRef="#br0" timeOffset="108920.09">9880 8910 14 0,'0'-4'32'0,"1"-3"16"0,-1-1-5 15,0-3-7-15,0 1 2 16,0-1 2-16,0-1-2 15,-6 2-6-15,0 0-3 16,-2 4 12-16,-2-1-18 16,-2 5-7-16,-1 2-11 0,-2 0-3 15,0 6-1-15,-1 5 0 16,2 1-1-16,2 2 0 16,3 0 0-16,4 1-1 15,4-1 1-15,1-2 0 16,6 1-1-16,6 0 1 0,5 0 0 15,1 1 0-15,2 2 1 16,1 2-1-16,-2 1 0 16,-2 4 0-16,-3-2 0 15,-4 2 0-15,-2-3 0 16,-4 0 0-16,-4-2 1 0,0-3-1 16,0-2 0-16,-7-3 2 15,-1-1-1-15,-4-3-1 16,-2-1 1-16,1-2-1 15,-5-1 1-15,3-2-1 16,-3 0 1-16,4 0-1 0,4-5 1 16,1-2 3-16,6-4 8 15,3-2-7-15,5-1-1 16,9-2-1-16,6-2 3 16,5-2 2-16,-1 0 3 15,5 0 5-15,-2 2 3 16,-2 5-4-16,-5 2-5 0,-1 6-4 15,-4 5-4-15,-4 0 0 16,-2 5-1-16,-2 6-1 16,-3 0 0-16,0 3 0 15,-1-1 0-15,-3 2 0 0,0 0-2 16,0-2-12-16,0 0-32 16,-1-3-35-16,-5-4-51 15,0-5-21-15</inkml:trace>
  <inkml:trace contextRef="#ctx0" brushRef="#br0" timeOffset="109080">9938 8895 310 0,'0'0'3'0,"-3"-36"2"0,3 24 7 0,3 5-9 0,4 4-3 15,3 3 1-15,-2 0-3 16,2 5-12-16,0 2-61 15,0 2-59-15</inkml:trace>
  <inkml:trace contextRef="#ctx0" brushRef="#br0" timeOffset="109462.08">10104 8943 235 0,'0'0'6'16,"0"0"6"-16,0 0 4 15,0 0 17-15,29 15-1 0,-20-7-12 16,-2 0-3-16,2 2-9 16,-2 0-5-16,-1 0-2 15,-1 0 0-15,-1-2 0 16,-3-1-1-16,-1-4 0 16,0-2 0-16,0-1 1 0,0 0 2 15,-3-6-3-15,0-5 0 16,1-4 0-16,2-2 0 15,0 0 0-15,0 0 1 16,7 3 0-16,1 2 20 16,2 6-2-16,-2 4-11 0,2 2-6 15,2 0-1-15,-2 7-1 16,0 3 0-16,2 0 1 16,-2 3-2-16,-1-2 0 15,1 1-4-15,-2-2-48 16,0-4-42-16,-1-4-44 0</inkml:trace>
  <inkml:trace contextRef="#ctx0" brushRef="#br0" timeOffset="109931.53">10455 8893 282 0,'0'0'4'0,"0"0"32"16,0 0-3-16,0 0 8 15,-35-11-7-15,25 11-7 16,0 7-9-16,4-1-9 16,1 4-7-16,3 0-1 0,2-2-1 15,0 2 0-15,3-3-1 16,4-1 1-16,0-1-1 16,3-3 0-16,0-2 0 15,-1 0 0-15,1-8 1 0,-1-1-1 16,1-1 1-16,-1 2 0 15,-2 0 0-15,-2 5 1 16,2 3 0-16,-4 1-1 16,2 11 1-16,0 6 0 15,0 7 3-15,0 3 0 0,0 6 3 16,0 0 3-16,-3 0-5 16,0-1-1-16,-2-1-1 15,0-7-2-15,-3-1 1 16,-3-5 2-16,-4-5-3 15,0-4 0-15,-1-3-1 16,-3-2 0-16,-1-2 0 0,0-3-1 16,2 0 0-16,1 0 0 15,3-5-1-15,3-4-5 16,5-2-23-16,1-4-12 16,5-1-51-16,6-1-11 0,0-5-75 15</inkml:trace>
  <inkml:trace contextRef="#ctx0" brushRef="#br0" timeOffset="110353.24">10585 8917 282 0,'0'0'0'0,"0"0"38"0,0 0 29 16,0 0-9-16,0 0-17 15,0 0-10-15,0 0-17 0,0 0-11 16,0 0 0-16,0 0 0 16,10 4-2-16,0 7 0 15,1 0-1-15,1 0 0 16,-1-2 1-16,2-1-2 16,1-5 1-16,-3-3-1 0,2 0 0 15,-2-11 0-15,-1-2 0 16,-1-2 0-16,-3 1 0 15,-4 3 2-15,-1 3-1 16,-1 3 0-16,0 2 0 16,0 3 1-16,0 0-1 0,-1 2 1 15,1 5-1-15,0 3 0 16,1 0 0-16,5 2 0 16,2-2 0-16,4 0 0 15,-1-2 0-15,4-2 0 16,1-2-14-16,-2-3-42 15,-1-1-38-15,-1-3-22 0,-2-7-54 16</inkml:trace>
  <inkml:trace contextRef="#ctx0" brushRef="#br0" timeOffset="110602.46">10831 8776 309 0,'0'0'4'0,"0"0"8"0,0 0 49 0,0 0-38 0,0 0-12 16,0 0 23-16,0 0-6 15,0 0-10-15,-3 40-6 16,10-22-9-16,1 0-2 16,-1 5 0-16,-2-1-1 15,2 1-1-15,0 0 0 16,-3-2-4-16,3-4-38 0,-1-2-54 15,1-9-18-15,0-4-105 16</inkml:trace>
  <inkml:trace contextRef="#ctx0" brushRef="#br0" timeOffset="111388.98">11058 8887 264 0,'0'0'10'0,"0"0"52"16,0 0-2-16,-28-32-25 15,17 29-6-15,-1 3-3 16,1 0-6-16,-1 2-8 16,1 4-5-16,2 1-2 15,1 3-3-15,6 0-2 0,0 1 1 16,2-1-1-16,0 2 0 15,4 1 0-15,6-3 0 16,-2 2-1-16,1-4 0 16,2-2 0-16,-1-4-3 15,2-2-2-15,-2 0 0 16,-1-5 4-16,-2-3 1 0,-1-1 1 16,-4 0 1-16,-1 1-1 15,-1 2 1-15,0 0-1 16,0 2 1-16,-3 1 0 15,-2 0 0-15,2 2 0 0,1 1 1 16,-1 0 2-16,3 1-2 16,0 6-1-16,0 2 1 15,1 0-1-15,5 1 0 16,4-1-1-16,1 1 1 16,2-3 0-16,1 2-1 0,0-4 0 15,0-2 0-15,2-2 0 16,-2-1 0-16,0-1 0 15,0-8 0-15,-4-2 0 16,-1-1 0-16,-2-3 0 16,-5 1 0-16,-2 0-1 15,0 1 1-15,-4 2 0 0,-4 1 0 16,-2 2 0-16,0 1 0 16,0 2 0-16,2 1 0 15,2 3-1-15,0-1 2 16,6 2-1-16,-2 0 0 0,2 0 0 15,0 0 0-15,7 0 0 16,1 0 0-16,6-1 1 16,0-2 0-16,3-1 0 15,2 0 0-15,0-2 1 16,-2-1 0-16,2 1 0 0,-5 0 1 16,-3 2 2-16,-2 1 10 15,-3 1 4-15,-2 2 1 16,1 0-2-16,-2 3 8 15,2 6-7-15,0 2-6 16,2 1-5-16,-2 4-4 0,3-1-2 16,1 4-2-16,-1 2 0 15,0-1-3-15,1-4-54 16,-1-8-103-16</inkml:trace>
  <inkml:trace contextRef="#ctx0" brushRef="#br0" timeOffset="129689.03">8380 11486 57 0,'3'0'28'0,"-2"0"-16"0,1 0 14 15,-1 0-14-15,2 0 35 16,-2 0-26-16,1 0-6 15,-2 0 2-15,0 0 0 0,0-1-3 16,0-2-2-16,0 0 0 16,0 0 2-16,0-1 0 15,0 0-2-15,0 1-9 16,1 0-1-16,3-1 0 16,2-1 0-16,4 0 4 0,8-1 0 15,6-1 6-15,10-1 11 16,8 0 1-16,9 0-9 15,8 1-7-15,5 3-3 16,3 2-1-16,0 1-2 16,-1 2-2-16,-5-1 1 0,-3 0-1 15,-7 0 1-15,-6 1 0 16,-5-1 0-16,-7-3 0 16,-5 0 0-16,-6-1-1 15,-3 2-2-15,-7-2-29 16,-3 0-45-16,-5-1-53 0</inkml:trace>
  <inkml:trace contextRef="#ctx0" brushRef="#br0" timeOffset="130152.27">8364 11349 109 0,'0'0'118'0,"0"0"-117"0,0 0-1 15,39 9 4-15,-6-9 18 16,11 0 12-16,9-2-4 16,11-8 3-16,8-2-15 0,5-2-6 15,2 2-4-15,-2-1-6 16,-6 6-1-16,-11 2-2 16,-8 1-78-16</inkml:trace>
  <inkml:trace contextRef="#ctx0" brushRef="#br0" timeOffset="133714.04">8780 11710 9 0,'0'-7'27'0,"0"-2"-9"0,0 0 13 16,0 0 18-16,0-1-20 15,1 1 7-15,0 0 0 16,-1 3-5-16,0 1-3 0,0 3 4 15,0 1 8-15,0 1-19 16,0 3-15-16,0 8-6 16,3 6 3-16,0 6 0 15,3 10 16-15,-2 5-10 16,3 6-2-16,-1 3-2 0,0 1 1 16,0 0-3-16,1-4 0 15,0-4-1-15,0-4-1 16,1-6 2-16,-1 0 2 15,1-7 0-15,2-2 4 16,2-3-3-16,1-4-4 0,4-3 0 16,2-2-2-16,4-3 1 15,2-4 0-15,3-2-1 16,1 0 1-16,0-7 0 16,-1-3 0-16,2-3-1 15,-3 1 1-15,-4 0-1 0,-4 3-30 16,-5-1-55-16,-5 4-42 15</inkml:trace>
  <inkml:trace contextRef="#ctx0" brushRef="#br0" timeOffset="133951.18">9159 12063 286 0,'0'0'17'0,"0"0"43"0,33-6-17 0,-14 12-2 16,1 7-12-16,-2 6-15 15,-2 3-7-15,-1 6-3 16,-8-1-1-16,-4 4 0 16,-3-2-2-16,-6-1 0 15,-7-1-1-15,-3-3 1 0,-3 2-3 16,-3-3-20-16,-2 1-51 15,0-3-71-15</inkml:trace>
  <inkml:trace contextRef="#ctx0" brushRef="#br0" timeOffset="135418.37">9769 12000 88 0,'0'-9'44'0,"0"-1"-3"0,0 1-4 0,0-1 3 0,0 2 2 15,0 1 1-15,-3-1 2 16,-2 1-11-16,1 1-9 15,-3 1-2-15,1 0-9 0,-4 3-3 16,-2 2-3-16,-1 0-3 16,-1 7-1-16,-4 5 1 15,3 4 2-15,-1 2 3 16,3 2-3-16,5 0-3 16,4-2-3-16,4 2 0 15,4-4-1-15,9 2 1 0,6-1-1 16,4-1 0-16,5 3 0 15,-1 1 1-15,4 1-1 16,-4 4-1-16,-2 0 1 16,-7 1 0-16,-5-2 0 15,-4-2 0-15,-6-2 0 0,-3-3 0 16,0-1 1-16,-10-4-1 16,-2-2 0-16,-1 0 1 15,-6-3-1-15,1-1 1 16,-2-1 1-16,-4-2 1 15,4-3 0-15,0 0 4 0,4-3 9 16,4-6 1-16,8-4-5 16,4-3-8-16,7-4-2 15,10-2-2-15,7-4 1 16,7-2-1-16,3-2 1 16,-1 5-1-16,-1 2 0 0,-3 6 1 15,-5 6-1-15,-3 8 0 16,-4 3 0-16,-3 0 0 15,0 6 0-15,-4 4 0 16,0 2 0-16,-1 1 0 16,-1-2 1-16,-3 3-1 0,0-1 0 15,-2-1 0-15,1-1-1 16,-4-1-15-16,0 0-35 16,0-2-30-16,0-4-60 15,-6-3-9-15</inkml:trace>
  <inkml:trace contextRef="#ctx0" brushRef="#br0" timeOffset="135560.42">9925 12066 324 0,'0'0'2'0,"-5"-30"2"0,5 21-1 0,0 3-3 0,5 3 0 15,1 3-6-15,1 0-43 16,0 0-50-16</inkml:trace>
  <inkml:trace contextRef="#ctx0" brushRef="#br0" timeOffset="135990.92">10104 12116 325 0,'0'0'13'16,"0"0"25"-16,0 0 0 15,0 0-2-15,0 0-13 16,0 0-5-16,15 35-8 16,-8-27-2-16,-2 0-6 15,2 0 0-15,-3 0-2 0,0-2 1 16,-2 0-1-16,-2-1 0 16,0-3 1-16,0 0 0 15,-2-2 1-15,-2 0-1 16,-2 0 0-16,1-4-1 15,3-4 1-15,1-1-1 16,1-2 0-16,0 0 1 0,3-1 1 16,5 1 4-16,1 2 2 15,1 1-2-15,0 4-4 16,0 3-2-16,0 1 1 16,0 1 0-16,0 3-2 15,0 5 2-15,0 1-1 0,-2 0 0 16,2 1 0-16,0 2-1 15,-1 1-28-15,-1-2-36 16,-1 1-57-16,-1-4-17 16</inkml:trace>
  <inkml:trace contextRef="#ctx0" brushRef="#br0" timeOffset="136552.17">10448 12073 301 0,'0'0'17'0,"0"0"68"0,0 0-33 0,0 0-16 0,-37-18 1 16,25 18-9-16,-1 8-6 16,1 2-4-16,4 2-7 0,1 2-7 15,3 0-1-15,3 2-2 16,1-3-1-16,0 2 0 15,4-3 1-15,4-3-2 16,0-3 0-16,2-5-10 16,0-1-12-16,-2-5 9 0,1-6 2 15,-1-4 7-15,-1-2 3 16,-2 1 3-16,0 4-1 16,-2 5 0-16,-1 3 10 15,1 4 5-15,2 4-10 16,4 12 0-16,-1 7 10 0,4 6-1 15,1 6-8-15,3 3 1 16,-2 3 0-16,0 2-1 16,-2 1-3-16,-4-2-1 15,-3 2 1-15,-3-3-2 16,-2-4-1-16,-6-4 1 16,-5-4 0-16,-3-5 0 0,-4-6 0 15,-2-4 0-15,-1-5 0 16,-2-7 0-16,2-2 0 15,0-6 0-15,4-11-1 16,7-6 0-16,6-8-1 0,4-4 1 16,3-5-4-16,10-3-14 15,5 1-10-15,1 3-11 16,1 6-4-16,-1 4-18 16,-4 4-61-16,-3 3-28 15</inkml:trace>
  <inkml:trace contextRef="#ctx0" brushRef="#br0" timeOffset="136998.29">10536 12160 297 0,'0'0'10'0,"0"0"70"0,0 0-19 0,0 0-12 15,0 0-9-15,0 0-4 16,0 0-6-16,0 0-25 0,0 0-3 16,0 0 0-16,0 0-1 15,16 4 0-15,-8 7-1 16,-2 3 1-16,3 0-1 16,-2 0 0-16,1-3 0 15,0-1-1-15,0-5-13 0,0-3-8 16,-1-2 5-16,-1-2 6 15,1-9 6-15,-3-2 0 16,0-2 1-16,-2 0 4 16,-1 3 0-16,-1 2 1 15,0 3 1-15,0 4 9 16,0 3 1-16,2 0-8 0,0 0-3 16,4 7 2-16,1 1 4 15,0 3-2-15,1-1-3 16,2 0-1-16,0-1-1 15,0-1 1-15,1-2-1 0,-1-2-12 16,-2-1-23-16,1-3-26 16,-4 0-32-16,1-1-35 15,-3-8-46-15</inkml:trace>
  <inkml:trace contextRef="#ctx0" brushRef="#br0" timeOffset="137253.24">10726 11931 414 0,'0'0'2'0,"0"0"44"0,0 0-13 0,0 0-16 16,0 0 14-16,0 0 4 15,16 36-13-15,-3-18-13 16,0 4-6-16,0 1-1 15,-1 3-1-15,-1 3-1 0,-1 0-8 16,-3 3-37-16,-3-3-30 16,-2-5-43-16,-2-5-46 15</inkml:trace>
  <inkml:trace contextRef="#ctx0" brushRef="#br0" timeOffset="138077.01">11078 12081 336 0,'0'0'30'0,"0"0"27"15,0 0-8-15,-32-30-6 16,21 27-10-16,-1 3 7 0,-3 0-10 15,3-1-10-15,0 6-5 16,1 4-7-16,2 3-5 16,2 1-1-16,4 2-1 15,1 1-1-15,2 0 0 16,0 0 1-16,3-1-1 0,2-1-1 16,2-3-1-16,2-2-10 15,-1-2-10-15,1-4-4 16,-1-3-6-16,1 0-5 15,-1-10 7-15,0-3 1 16,-1-2 14-16,-1 2 15 16,0 0 0-16,-3 3 2 0,-2 3 12 15,-1 4 9-15,0 2-3 16,1 1-10-16,0 0-8 16,0 0 0-16,3 4 8 15,-1 1 6-15,1 2 1 0,2 1-9 16,1 0 0-16,0 0-5 15,2 0 0-15,1 1-2 16,1-1 0-16,0-1 0 16,0-2-1-16,1 0 1 15,-4-4-1-15,3-1-1 0,-3 0-4 16,0-8 3-16,-3-3 2 16,-2-4-1-16,0-2 2 15,-3-1-2-15,0-2 1 16,0 2 0-16,-3 1-1 15,-3 1 1-15,2 4 1 0,-1 1-1 16,2 3 1-16,0 1 1 16,0 2 1-16,1 3 3 15,0 1-1-15,2 1 2 16,0-2-1-16,0 2-4 16,0 0-2-16,7-1 1 15,1-1-1-15,5-2 1 0,3 0 0 16,2 0-1-16,-1 0 1 15,-3 2-1-15,0 2 0 16,-3 0 1-16,-3 0 4 16,1 8 11-16,-2 5-2 15,0 2 4-15,-1 2-5 0,1 4-4 16,0-1-4-16,0 2-2 16,-2-2-2-16,1 1-1 15,1-3-1-15,-5-5-48 16,-2-6-99-16,0-7-253 15</inkml:trace>
  <inkml:trace contextRef="#ctx0" brushRef="#br0" timeOffset="156432.96">15386 10497 234 0,'-2'-6'40'0,"-4"-1"10"16,0 3-2-16,3 1-10 15,-1 3-7-15,2 0-6 0,1 0-13 16,1 0-9-16,0 4-2 16,0 2 1-16,0 3 1 15,1-1 2-15,4 2 1 16,-1-2 0-16,3 0-1 16,0-1 0-16,2 0 1 0,1 0-1 15,1 0 2-15,1 0-2 16,3 4 0-16,0-1-1 15,3 5-1-15,2 2-2 16,-1 3 0-16,1 2 0 16,0 0-1-16,-3 2 1 15,-2-1 0-15,-1-1-1 0,-4 0 1 16,-2-4-1-16,-4-1-12 16,0-4-13-16,-4-1-12 15,0-1-28-15,0-6-46 16,-1-1-18-16</inkml:trace>
  <inkml:trace contextRef="#ctx0" brushRef="#br0" timeOffset="156870.93">15612 10497 190 0,'0'0'39'0,"0"0"1"0,0 0-8 15,0 0 3-15,0 0 13 16,0 0-13-16,0 0-17 0,0 0-12 15,0 0-4-15,-30 8 4 16,17 14 16-16,-5 3 0 16,-4 6-3-16,-2 5-4 15,-6 3-5-15,-1 2-3 16,0 0-4-16,-1-1-2 0,2-3 0 16,2-5 0-16,5-6-1 15,3-3 1-15,5-4-1 16,3-6 0-16,6-2-1 15,0-4 0-15,6-2-22 16,0-3-29-16,1-2-28 0,6-4-52 16</inkml:trace>
  <inkml:trace contextRef="#ctx0" brushRef="#br0" timeOffset="160358.6">16727 10638 185 0,'-3'1'39'0,"3"-1"-6"0,-2 0-6 15,0 0 10-15,0 0 16 16,1 0-19-16,0 0-13 16,1 0-6-16,0 0-1 0,0 0 3 15,0 0 0-15,0 0-1 16,-1 0-2-16,1 0 1 15,0-1-7-15,0-4-4 16,1-1-1-16,3-1-1 0,3 0 0 16,0-1 1-16,3 0 0 15,1 1 0-15,-1 2 0 16,1 1 1-16,1 1-2 16,-1 2 0-16,0 1-1 15,0 0 0-15,0 3-2 0,-1 5 2 16,-1 0-1-16,0 2 0 15,-1 3 0-15,-4 1 1 16,2 2-1-16,-5 2 1 16,-1 1-1-16,0 3 0 15,0-1 0-15,-6 0 0 16,-1 0 1-16,0-3-1 0,0-3 0 16,1-1 0-16,-1-5 0 15,2-2 0-15,0-2 1 16,2-3-1-16,-2-2 3 15,2 0 8-15,1-5 5 16,0-4-10-16,2-3-2 0,0-2-3 16,0-4 0-16,6-3-1 15,4-3 0-15,3 1 0 16,2-1 0-16,3 0 1 16,-2 4-1-16,2 3 0 0,-4 4 0 15,0 2 0-15,-4 3 0 16,0 3 0-16,0 0 0 15,-3 3 2-15,0 2-4 16,1 0 4-16,-2 0-2 16,0 2 0-16,-1 4 0 0,1 3 0 15,-1 1 0-15,0 1 0 16,-2 3 0-16,-1 1 0 16,0 1 1-16,0 4-1 15,-2 0 0-15,1 1 0 16,-1-1 0-16,0 0 0 15,0-2 0-15,0-3-12 0,0-2-31 16,0-4-17-16,0-2-33 16,0-4-75-16</inkml:trace>
  <inkml:trace contextRef="#ctx0" brushRef="#br0" timeOffset="160869.04">17274 10633 217 0,'0'0'42'0,"0"0"1"0,0 0-7 0,0 0 3 15,0 0-8-15,0 0-20 16,0 0-9-16,0 0 4 0,0 0 17 16,0 0-1-16,36 36-4 15,-18-19-4-15,5 2-3 16,1-1-6-16,1 2-2 16,2-2-1-16,-3-1-1 15,-3-4 1-15,-3 0-1 16,-3-3-2-16,-5-3-17 0,-5-1-15 15,-1-2-15-15,-4-3-54 16,0-1 15-16,-1 0-71 16</inkml:trace>
  <inkml:trace contextRef="#ctx0" brushRef="#br0" timeOffset="161165.12">17450 10644 200 0,'0'0'23'0,"0"0"33"15,0 0-19-15,0 0 10 0,0 0-3 16,0 0-16-16,0 0-19 15,0 0 2-15,-32 17 12 16,17 4-6-16,-2 3-6 16,-1 3-7-16,2 3-2 15,-2-2-3-15,1 2 1 16,2-4-36-16,-1-4-90 0,3-5-84 16</inkml:trace>
  <inkml:trace contextRef="#ctx0" brushRef="#br0" timeOffset="161562.2">17920 10474 349 0,'0'0'50'16,"0"0"-6"-16,0 0-9 16,0 0-30-16,0 0 3 15,0 0 20-15,0 43-3 16,0-16-3-16,0 6-4 15,0 6-4-15,-3 5-7 16,-1 3-2-16,0 3-3 0,-1-1-1 16,0-1-1-16,0-3 1 15,0-7-1-15,0-5 0 16,1-7-1-16,1-6-8 16,-2-7-16-16,4-6-10 0,-2-4-19 15,0-3-10-15,1-2-58 16,0-9-92-16</inkml:trace>
  <inkml:trace contextRef="#ctx0" brushRef="#br0" timeOffset="161904.96">17919 10656 248 0,'0'0'3'15,"0"0"57"-15,12-37 3 16,-4 25-24-16,2-1 2 0,2 2-4 16,2 1-7-16,2 3-6 15,2 1-7-15,0 5-8 16,0 1-3-16,-2 3-3 15,-2 7-2-15,-4 4 1 16,-5 1-1-16,-2 3 0 0,-3-1 0 16,-4 1 1-16,-9 0-2 15,-5 0 0-15,-2-1-16 16,-1-2-24-16,-4-4-47 16,2-4-83-16</inkml:trace>
  <inkml:trace contextRef="#ctx0" brushRef="#br0" timeOffset="163359.07">19664 10472 319 0,'0'0'2'0,"0"0"40"0,0 0-16 15,0 0-24-15,0 0 5 0,14 42 19 16,0-18 4-16,5 4-9 16,4 2-6-16,0 5-8 15,2 1-4-15,-1-1-2 16,-1 1-1-16,-1-6 2 15,-3-4-5-15,-5-7-14 0,-1-6-21 16,-4-6-39-16,-3-5-27 16,-4-2-86-16</inkml:trace>
  <inkml:trace contextRef="#ctx0" brushRef="#br0" timeOffset="163640.1">19962 10504 259 0,'0'0'18'0,"0"0"18"15,0 0-25-15,-35 31 40 16,17-11-8-16,-4 6-5 15,-4 4-13-15,-1 4-19 0,-2 3-5 16,-2 3 0-16,1 1-1 16,-1-3-26-16,3-3-63 15,1-8-38-15,5-8-120 16</inkml:trace>
  <inkml:trace contextRef="#ctx0" brushRef="#br0" timeOffset="163921.07">20288 10261 285 0,'0'0'9'0,"0"0"20"16,0 0 13-16,0 0-27 15,-30 15 19-15,15 3-3 16,-5 4-18-16,-1 5-8 0,-1 3-3 16,-3 3-2-16,0-1-30 15,-1-3-112-15</inkml:trace>
  <inkml:trace contextRef="#ctx0" brushRef="#br0" timeOffset="166492.04">20849 10481 206 0,'0'-2'5'0,"0"2"41"0,0 0-31 16,0 5-12-16,0 9 2 16,0 4 20-16,0 5 25 15,0 6-9-15,0 5-4 16,0 6-15-16,0 5-8 0,0 3-5 16,0-2-3-16,0 0-5 15,0-5 1-15,0-7-2 16,0-6 1-16,0-5-1 15,0-8 0-15,0-2-22 16,0-8-45-16,-6-5-53 0,-1 0-60 16</inkml:trace>
  <inkml:trace contextRef="#ctx0" brushRef="#br0" timeOffset="166838.04">20819 10633 283 0,'0'0'0'16,"13"-32"5"-16,-1 19 32 16,3 2 17-16,1 4-24 15,1 2-5-15,4 5-6 16,-3 0-8-16,0 4-6 15,-2 7-3-15,-3 2-1 16,-1 3-1-16,-4-1 1 0,-1 0-1 16,-7-1 0-16,0-1 1 15,-2 0-1-15,-8-1-1 16,-3-3 1-16,-3 0-6 16,-3-1-11-16,-1-3-4 15,0 0-10-15,3-2-13 0,1-3-15 16,5 0-5-16,4 0-68 15</inkml:trace>
  <inkml:trace contextRef="#ctx0" brushRef="#br0" timeOffset="167112.7">21283 10519 370 0,'0'0'36'0,"0"0"-13"16,0 0-14-16,33 13 5 0,-18-1 1 15,3 2-2-15,1 0-5 16,0 2-4-16,0-1-1 15,-2 3-2-15,0-2-1 16,-3-1-25-16,-2-3-31 16,-2-4-55-16,-2-6-27 0</inkml:trace>
  <inkml:trace contextRef="#ctx0" brushRef="#br0" timeOffset="167375.15">21464 10518 239 0,'0'0'42'16,"0"0"1"-16,0 0 27 16,0 0-41-16,0 0-19 0,-28-4 10 15,19 15 5-15,-4 2-3 16,0 3-5-16,-1 2-9 15,-4 1-3-15,0 4-5 16,0 1 1-16,0 2 0 0,-2 2-8 16,3-2-41-16,2-6-38 15,0-2-82-15</inkml:trace>
  <inkml:trace contextRef="#ctx0" brushRef="#br0" timeOffset="167859.58">21834 10446 435 0,'0'0'4'16,"0"0"13"-16,0 0-11 0,0 0 2 16,8 31 6-16,-5-17-1 15,3 2 2-15,-3 1-7 16,1-1-4-16,-1-1-3 16,-1 1 0-16,-2-4 1 15,0-2-2-15,0-2 1 0,0-4-1 16,-1-3 0-16,-2-1 2 15,1-3 0-15,-1-7-2 16,2-3 0-16,0-7 0 16,1 0-2-16,5-6 2 15,9-1 0-15,7-1 0 0,4 3 0 16,5 3 1-16,1 8 5 16,-2 6 2-16,-3 8-1 15,-4 0-2-15,-6 13-2 16,-2 5 0-16,-4 5-2 15,-3 2 0-15,-4 3 0 0,-2 0-2 16,-1-2-35-16,-2-4-71 16,-7-4-208-16</inkml:trace>
  <inkml:trace contextRef="#ctx0" brushRef="#br0" timeOffset="168809.73">18696 11448 274 0,'0'0'15'0,"0"0"13"0,0 0-6 0,0 0-17 16,0 0 2-16,34 47 12 16,-13-23 7-16,3 4-4 15,2 4-11-15,0 2-6 16,0 0-3-16,-1-1 0 0,-5-4-1 16,-4-4-2-16,-2-5-21 15,-5-5-34-15,-4-4-21 16,-3-6-5-16</inkml:trace>
  <inkml:trace contextRef="#ctx0" brushRef="#br0" timeOffset="169076.04">18944 11479 277 0,'0'0'0'16,"0"0"45"-16,0 0 23 16,0 0-43-16,0 0-5 15,-37 19 13-15,20 2-2 0,-4 4-9 16,-4 4-12-16,-2 3-7 16,-2 2-2-16,-1 1-1 15,-1 0 0-15,0-1-12 16,1-3-42-16,4-5-54 15,2-6-62-15</inkml:trace>
  <inkml:trace contextRef="#ctx0" brushRef="#br0" timeOffset="169358.28">19120 11329 336 0,'0'0'3'15,"0"0"29"-15,0 0-18 16,-35 24-3-16,22-8-1 15,-1 2-6-15,1 4-3 0,0 1-1 16,-2 0-10-16,1-2-99 16,3-4-183-16</inkml:trace>
  <inkml:trace contextRef="#ctx0" brushRef="#br0" timeOffset="169686.58">19406 11428 383 0,'0'0'29'16,"0"0"27"-16,0 0-33 16,0 0-19-16,0 0-2 15,34 20 2-15,-20-6 3 16,3 2-4-16,0 2-2 0,-2 2 0 16,2 0-2-16,-3 0-23 15,-1-1-35-15,-2-2-65 16,-2-5-27-16</inkml:trace>
  <inkml:trace contextRef="#ctx0" brushRef="#br0" timeOffset="169998.13">19605 11410 346 0,'0'0'18'0,"0"0"41"16,0 0-33-16,-38 12-8 15,24 4 7-15,-1 5-7 16,-1 5-11-16,-1 2-4 15,1 3-3-15,-5 4 1 0,0 0-26 16,-2-3-72-16,1-5-107 16</inkml:trace>
  <inkml:trace contextRef="#ctx0" brushRef="#br0" timeOffset="170388.02">20251 11463 245 0,'0'0'5'0,"0"0"46"15,0 0 17-15,0 0-41 16,27-29-17-16,-13 26-5 15,3 3-1-15,1 0-1 16,-2 0-2-16,-3 4-1 16,-1 3-1-16,-4 1-52 0,-5-1-57 15</inkml:trace>
  <inkml:trace contextRef="#ctx0" brushRef="#br0" timeOffset="170517.32">20206 11575 271 0,'0'0'5'0,"0"0"0"16,0 0-4-16,40 2 0 15,-11-1 0-15,2-1 0 16,7-5-2-16,1-4-73 0</inkml:trace>
  <inkml:trace contextRef="#ctx0" brushRef="#br0" timeOffset="170805.86">21018 11269 444 0,'0'0'1'0,"0"36"5"16,0-8 29-16,-1 6-10 15,0 3-7-15,0 4-7 16,-1 0 3-16,1 3-5 16,-2 1-5-16,0-1-4 15,-4 0 2-15,0-4-5 0,-2-6-30 16,-4-5-14-16,1-8-18 16,-1-7-73-16,3-9-59 15</inkml:trace>
  <inkml:trace contextRef="#ctx0" brushRef="#br0" timeOffset="171101.3">20943 11401 317 0,'0'0'4'0,"22"-43"31"16,-9 28 23-16,4 3-29 15,-3 7-10-15,3 5-6 16,-3 0-4-16,1 7-4 16,-3 6-3-16,-2 4-1 15,-7-1 0-15,-2 2 1 0,-1 0-2 16,-7-1 1-16,-5-1-1 16,-3-1 1-16,-2-2-2 15,0-3-11-15,-1-1-14 16,1-3-12-16,3-2-19 15,3-3-37-15,3-1 10 0,6 0-101 16</inkml:trace>
  <inkml:trace contextRef="#ctx0" brushRef="#br0" timeOffset="171344.11">21275 11290 359 0,'0'0'18'0,"0"0"28"16,0 0-38-16,0 0 4 16,41 25 5-16,-22-9-6 15,1 2-5-15,2-1-2 16,-1 1-3-16,-2-3 0 0,-2 0-2 15,-2-4-38-15,-3-2-51 16,-2-8-78-16</inkml:trace>
  <inkml:trace contextRef="#ctx0" brushRef="#br0" timeOffset="171547.97">21444 11316 366 0,'0'0'14'16,"-31"12"3"-16,15 1 3 0,0 4-7 16,0 2-1-16,1 0-8 15,2 0-2-15,1 1-1 16,-1 2-1-16,0-3-25 16,2-4-89-16,3-5-133 15</inkml:trace>
  <inkml:trace contextRef="#ctx0" brushRef="#br0" timeOffset="171777.06">21657 11210 554 0,'0'0'5'15,"1"39"-9"-15,-1-9 7 16,0 9 0-16,0 2-3 0,0 2 1 16,0-1 0-16,0 0 0 15,0-2-2-15,0 1-27 16,-1-6-35-16,-2-3-54 16,-2-9-127-16</inkml:trace>
  <inkml:trace contextRef="#ctx0" brushRef="#br0" timeOffset="172094.91">21684 11341 421 0,'0'0'0'16,"11"-32"8"-16,-6 21 15 15,3 6-4-15,2 5-15 0,1 0-3 16,1 8 3-16,0 4 0 16,0 5-1-16,-2 1-2 15,-2 3 0-15,-3-3 0 16,-4 1-1-16,-1-3 0 16,-1-3 0-16,-11-1 1 0,-4-4-1 15,-6 0-6-15,-7-4-22 16,-4-3-38-16,-3-1-78 15</inkml:trace>
  <inkml:trace contextRef="#ctx0" brushRef="#br0" timeOffset="173012.41">15101 12359 234 0,'0'0'2'0,"-8"-32"39"0,6 24 17 0,2 6-7 16,0 2-19-16,7 5-29 16,8 10 5-16,5 4 12 15,4 5-1-15,4 6-7 0,0 3-5 16,2 0-5-16,-1-1-2 15,-1-2 1-15,-1-6-15 16,-3-6-33-16,-4-5-21 16,-5-8-14-16,-1-5-10 15</inkml:trace>
  <inkml:trace contextRef="#ctx0" brushRef="#br0" timeOffset="173230.07">15410 12385 241 0,'0'0'2'16,"0"0"58"-16,0 0-45 15,0 0 18-15,-14 41 25 16,6-13-11-16,-3 11-5 16,-1 6-8-16,-2 8-10 0,-2 6-11 15,1 4-8-15,-1 0-4 16,2 0 0-16,3-2-1 15,4-3-1-15,4-8-11 16,1-6-35-16,2-7-39 16,0-13-63-16</inkml:trace>
  <inkml:trace contextRef="#ctx0" brushRef="#br0" timeOffset="174453.93">16313 12617 112 0,'0'0'42'0,"0"0"4"0,0 0-7 15,0 0 1-15,0 0-2 16,0 0 10-16,-31-14-4 15,27 4-6-15,0 0-12 16,2 0-6-16,2 0-5 16,0-1-4-16,7 1-6 15,4 0-1-15,4 4-3 0,2 2 1 16,2 4-2-16,0 0 1 16,-1 5-1-16,-2 7-1 15,-1 4 2-15,0 4 0 16,-7 3-1-16,-1 3 0 0,-2 3 2 15,-4 2-2-15,-1-1 1 16,0 0-1-16,-3-3 0 16,-2-6 0-16,0-5 1 15,0-6-1-15,0-6 1 16,0-4-1-16,1 0 2 16,-1-6-1-16,1-6-1 0,3-4 2 15,1-5 1-15,3-4-1 16,9-4 0-16,5-5-2 15,5 2 0-15,3 1 0 16,-1 5 0-16,-3 8 0 16,-2 6 1-16,-3 10-2 0,-6 2 1 15,-2 9 0-15,0 5 1 16,-2 5 1-16,-1 1 1 16,1 1 2-16,-1 1-3 15,0-1-1-15,2 0 0 16,-1-1-1-16,-1-1-40 0,-2-5-56 15,-1-7-151-15</inkml:trace>
  <inkml:trace contextRef="#ctx0" brushRef="#br0" timeOffset="175201.13">16927 12596 202 0,'-4'-6'41'0,"1"1"21"0,3 2 11 16,0 3-30-16,2 0-28 0,8 5-12 16,5 5 2-16,3 4 5 15,3 1 1-15,2 3-5 16,1 1-2-16,-1 0-2 16,0 1-1-16,-3-2 1 0,-1-3-2 15,-3-1-23-15,-4-5-20 16,-7-2-37-16,0-5-14 15,-5-2-43-15</inkml:trace>
  <inkml:trace contextRef="#ctx0" brushRef="#br0" timeOffset="175454.28">17110 12585 227 0,'0'0'22'0,"0"0"62"16,0 0-9-16,0 0-36 15,-28-2-22-15,20 16 7 16,-1 4 5-16,-1 5-12 0,-1 3-10 16,1 2-6-16,1 3-2 15,0-1 0-15,-1 0-36 16,3-7-74-16,-2-6-116 15</inkml:trace>
  <inkml:trace contextRef="#ctx0" brushRef="#br0" timeOffset="177420.75">17405 12482 112 0,'1'-9'18'0,"1"0"52"0,-1 3-20 0,0 1-5 16,-1 3 20-16,0 2-12 15,0 0-30-15,0 10-20 16,0 3 11-16,0 6 8 0,0 4-4 15,1 2-2-15,1 4-2 16,-1 1 0-16,1 1-5 16,-1 2-5-16,0-1-3 15,1-3 0-15,1-4 0 16,-3-5-1-16,1-5 0 0,0-4-24 16,-1-6-33-16,1-5-36 15,-1-6-94-15</inkml:trace>
  <inkml:trace contextRef="#ctx0" brushRef="#br0" timeOffset="178844.87">18537 12473 133 0,'0'0'5'0,"0"0"23"0,0 0-3 16,0 0-16-16,0 0-8 15,0 0-1-15,0 0-1 16,0 0 2-16,0 1-2 15,0 2 2-15,0 1-1 0,-1-1-2 16,-2-1-36-16</inkml:trace>
  <inkml:trace contextRef="#ctx0" brushRef="#br0" timeOffset="180079.26">18510 12538 46 0,'-3'0'28'0,"-2"-4"34"0,1-1-16 16,-2 0-7-16,3 0 4 15,-1 1-9-15,0 1 15 0,2-1-6 16,0 2-13-16,0 2-11 16,2 0-14-16,0 2-4 15,4 5 1-15,6 1 2 16,7 4 5-16,4 2 6 0,7 4 5 15,5 4-6-15,4 4-6 16,1 3-3-16,1 3-3 16,-5 1 0-16,-4 0 0 15,-2-3 0-15,-5-4-1 16,-6-6-1-16,-2-5-1 16,-5-4-8-16,-1-4-9 0,-5-4-18 15,-4-1-10-15,0-2-39 16,0 0 4-16,-7-10-116 15</inkml:trace>
  <inkml:trace contextRef="#ctx0" brushRef="#br0" timeOffset="180345.16">18834 12466 191 0,'0'0'19'0,"0"0"13"16,0 0 19-16,0 0-14 15,0 0-13-15,-33 7 7 16,20 11 7-16,-4 6-13 0,-3 3-1 16,-4 7-6-16,0 3-7 15,-4 2-5-15,1 1-4 16,0 0-2-16,-1-4 0 15,7-3-22-15,0-6-32 16,4-8-55-16,4-7-13 0</inkml:trace>
  <inkml:trace contextRef="#ctx0" brushRef="#br0" timeOffset="180704.9">19002 12281 293 0,'0'0'4'0,"0"0"40"0,0 0 12 16,0 0-49-16,0 0 4 15,-32 28 8-15,22-10-8 16,0 3-6-16,-2 3-4 16,1 1 1-16,0 1-2 0,-2-1-22 15,2-2-85-15,-1-6-32 16</inkml:trace>
  <inkml:trace contextRef="#ctx0" brushRef="#br0" timeOffset="181187.22">19126 12464 367 0,'0'0'12'15,"0"0"33"-15,0 0-40 16,0 0 1-16,23 33 1 0,-14-20-4 16,1 1 0-16,0-1-1 15,0-3-1-15,1 0 0 16,0-4-1-16,1-3-5 15,-1-3-12-15,0 1 1 16,-1-8 5-16,0-6 7 0,0-2 3 16,-2-2 1-16,2-3 0 15,-5-1 0-15,1 1 5 16,-4 4 18-16,-1 4 6 16,-1 4 9-16,0 6 0 15,0 2-10-15,0 7-25 16,0 8 0-16,0 7 2 0,-3 5 4 15,-2 5-2-15,-1 2-1 16,0 4-2-16,2 0-2 16,-2 2-1-16,2-3-1 15,0-3 0-15,0-2-8 16,-2-6-16-16,1-3-30 0,0-6-3 16,0-6-29-16,2-4-55 15</inkml:trace>
  <inkml:trace contextRef="#ctx0" brushRef="#br0" timeOffset="181732.89">19728 12555 304 0,'0'0'30'0,"0"0"27"0,0 0-7 0,0 0-27 16,0 0-11-16,0 0-2 16,0 0 1-16,38-24 5 15,-22 22-5-15,4 2-4 16,1-2-4-16,2 2-2 15,-2 0 0-15,-3 0-1 0,0 0-22 16,-5 2-36-16,-5-2-58 16,-5 0-114-16</inkml:trace>
  <inkml:trace contextRef="#ctx0" brushRef="#br0" timeOffset="181936">19717 12692 332 0,'0'0'14'16,"0"0"3"-16,33 3 7 0,-5-3-10 15,2-3-6-15,6-4-6 16,2-1 0-16,0-1-3 16,-4-3-48-16,-1 0-119 15</inkml:trace>
  <inkml:trace contextRef="#ctx0" brushRef="#br0" timeOffset="182510.45">20719 12276 291 0,'0'0'34'0,"0"0"37"0,6 33-57 0,-4-5 23 15,3 8-9-15,0 7-3 16,2 4 8-16,-2 2-13 16,1 3-6-16,-2-1-8 15,-1 1-4-15,-1-2-1 0,-2-4 0 16,0-6 0-16,-2-5-1 15,-3-7 0-15,-5-5-2 16,0-7-12-16,0-4-33 16,0-6-15-16,2-6-39 15,-1 0-53-15</inkml:trace>
  <inkml:trace contextRef="#ctx0" brushRef="#br0" timeOffset="182821.94">20739 12476 268 0,'0'0'3'0,"6"-43"48"16,-2 28 7-16,5 0-23 16,2 7-12-16,4 3-5 0,1 3-3 15,3 3-6-15,1 3-4 16,-1 8-2-16,-3 3-1 15,-3 0-1-15,-3 0 0 16,-3-2-1-16,-4 0 1 16,-3-2-1-16,-1-1 0 0,-8-2 2 15,-3-1-2-15,-2-2 0 16,-4 0-14-16,1-2-10 16,1-3-7-16,1 1-20 15,2-1-44-15,6 0 6 16</inkml:trace>
  <inkml:trace contextRef="#ctx0" brushRef="#br0" timeOffset="183078.88">21041 12367 205 0,'0'0'67'0,"0"0"-18"16,0 0 11-16,31-7-38 15,-16 18-5-15,1 2 5 16,3 3-9-16,0 2-4 16,0-1-5-16,-1 1-2 15,-2-2-1-15,-3 1 0 0,-1-2-8 16,-4-4-42-16,-2-3-47 15,0-6-78-15</inkml:trace>
  <inkml:trace contextRef="#ctx0" brushRef="#br0" timeOffset="183335.05">21259 12358 215 0,'0'0'92'0,"0"0"-79"16,0 0 37-16,-31-13-13 0,24 13-18 16,-1 4 6-16,0 6 1 15,2 3-5-15,-1 3-2 16,0 4-7-16,1 2-6 16,0 1-4-16,-1 2 0 15,0 1-1-15,1-1-2 0,-1-1-18 16,0-4-51-16,-1-5-89 15</inkml:trace>
  <inkml:trace contextRef="#ctx0" brushRef="#br0" timeOffset="183810.7">21374 12392 403 0,'0'0'8'16,"0"0"37"-16,0 0-27 0,0 0-10 15,0 0 1-15,30 28 3 16,-21-15-1-16,-2 0-6 15,0 2-2-15,-4-2-2 16,0-1 0-16,-3-1-1 16,0-3 1-16,0-1 0 0,0-2-1 15,-2-5 0-15,-1 0 2 16,-1-2 1-16,2-7-2 16,0-4 0-16,1-3-1 15,1-3 0-15,0-1 1 16,1 2-1-16,7-1 0 0,3 4 0 15,0 3 0-15,3 5 1 16,2 5 1-16,1 2 2 16,1 4-3-16,-1 6 0 15,0 4 0-15,-2 1 0 16,-3 2-1-16,-1-1 0 0,-3 1 0 16,-1-1-2-16,-3-1-27 15,-3 0-27-15,-1-5-52 16,0-2-121-16</inkml:trace>
  <inkml:trace contextRef="#ctx0" brushRef="#br0" timeOffset="184266.18">21885 12314 303 0,'0'0'3'0,"0"0"26"0,0 0 26 0,0 0-18 16,0 0-27-16,0 0-9 16,0 0 2-16,0 0 5 15,0 0 3-15,0 0 2 0,0 0 2 16,44 36 3-16,-21-21-5 15,2 0-6-15,-1 2-3 16,1-1-3-16,-4 0 0 16,0-2 0-16,-8-1-5 15,-1-3-28-15,-3-2-3 0,-5-3-40 16,-1-3-62-16</inkml:trace>
  <inkml:trace contextRef="#ctx0" brushRef="#br0" timeOffset="184604.08">22070 12305 218 0,'0'0'6'15,"0"0"79"-15,0 0-10 16,0 0-14-16,0 0-41 16,0 0 11-16,-37 26 12 15,23-3-20-15,-3 6-13 16,1 4-8-16,1-1-1 15,-1-2-21-15,1-9-146 16</inkml:trace>
  <inkml:trace contextRef="#ctx0" brushRef="#br0" timeOffset="189303.35">22391 12429 137 0,'0'-6'119'0,"0"0"-37"0,0-1-19 0,0 0-11 0,-2 1-9 15,1-1-15-15,1 3-5 16,0 0-6-16,0 0-6 15,0 1-5-15,2 1-3 0,3 2-1 16,1 0-1-16,1 0 1 16,0 2-2-16,1 6 2 15,1 4-1-15,-1 3-1 16,0 4 2-16,-1 0-1 16,-1 2-1-16,-2-1 0 0,-1 1 0 15,-1-4 0-15,-2-2 0 16,0-2 0-16,0-5 1 15,-2-3-1-15,-2-3 0 16,0-2 2-16,0 0 0 16,-1-6 0-16,0-5-1 15,1-4 0-15,2-4 2 0,2-6 2 16,0-3-3-16,4-2 0 16,7 0 0-16,4 4-1 15,0 5 7-15,2 7 0 16,1 7-3-16,1 7-3 15,-1 1-1-15,0 12-1 0,-2 6 0 16,-2 2 0-16,-3 2 0 16,-3 0 0-16,-4 2 0 15,-1-4-1-15,0-1 1 16,-1-2-28-16,-2-2-25 0,0-5-23 16,0-2-84-16,0-4-77 15</inkml:trace>
  <inkml:trace contextRef="#ctx0" brushRef="#br0" timeOffset="189551.36">22860 12425 416 0,'0'0'13'0,"0"0"42"0,0 0-4 0,0 0-21 15,0 0-24-15,32-8 7 16,-19 20 7-16,1 3-11 16,0 2-6-16,0 0-2 15,-1 2-2-15,-2-4 1 16,-1 0-30-16,0-2-26 0,-3-3-31 16,-3-5-58-16,0-4-14 15</inkml:trace>
  <inkml:trace contextRef="#ctx0" brushRef="#br0" timeOffset="189765.9">22965 12403 353 0,'0'0'47'16,"0"0"29"-16,0 0-29 15,0 0-8-15,0 0-5 0,0 0-25 16,0 0-5-16,0 0 1 15,-32 15-2-15,24 5 0 16,-1 5-3-16,0 0 0 16,0 2 0-16,-1 0 0 15,0-2-33-15,0-1-41 0,1-5-93 16,2-8-142-16</inkml:trace>
  <inkml:trace contextRef="#ctx0" brushRef="#br0" timeOffset="190051.09">23156 12309 509 0,'0'0'12'15,"0"0"10"-15,0 0-12 16,0 0-5-16,0 0 3 16,31 43 1-16,-25-16-3 0,-2 2-3 15,0 1-3-15,-2 1 0 16,0-1-10-16,-2-7-54 16,0-3-96-16,0-9-104 15</inkml:trace>
  <inkml:trace contextRef="#ctx0" brushRef="#br0" timeOffset="190268.85">23466 12383 531 0,'0'0'2'16,"33"-16"6"-16,-16 12-4 15,2 4-2-15,-3 0-1 16,-2 3 0-16,-1 3-2 16,-5 1-1-16,-2 1-31 0,-3 0-42 15,-3-2-46-15,0 0 7 16</inkml:trace>
  <inkml:trace contextRef="#ctx0" brushRef="#br0" timeOffset="190422.49">23472 12477 330 0,'0'0'29'16,"0"0"-8"-16,0 0-11 16,33 5 15-16,-12-5-4 15,4 0-14-15,1 0-4 16,-1-2-7-16,0-7-101 0,-2-1-94 16</inkml:trace>
  <inkml:trace contextRef="#ctx0" brushRef="#br0" timeOffset="190620.09">23845 12273 522 0,'0'0'-6'16,"6"39"6"-16,-2-9 2 15,1 7 4-15,-1 6 2 0,-4 3-2 16,0 1-4-16,0 0-1 15,-5-2 1-15,-1-2-3 16,0-5-18-16,-1-7-38 16,0-7-34-16,0-10-18 15,0-7-70-15</inkml:trace>
  <inkml:trace contextRef="#ctx0" brushRef="#br0" timeOffset="190937">23855 12322 450 0,'0'0'4'16,"30"-47"23"-16,-12 31 7 15,4 7-14-15,-1 5-6 0,0 4-2 16,1 1-5-16,-3 11-2 15,-3 2-3-15,-4 2 0 16,-4 3-1-16,-5-1-1 16,-3 0 0-16,0 0 1 15,-8-2-1-15,-3-2 0 0,-2-1 0 16,-1-4-13-16,-2 0-20 16,0-3-19-16,2-3-32 15,-1-3-22-15,2 0-2 16</inkml:trace>
  <inkml:trace contextRef="#ctx0" brushRef="#br0" timeOffset="191182.29">24255 12272 449 0,'0'0'4'16,"0"0"13"-16,0 0-3 16,41 16 1-16,-25 0 1 0,3 4-3 15,0 5-2-15,0-1-7 16,-3 2-2-16,-1 1-2 16,-3 0 0-16,-3-3-23 15,-2-4-48-15,-2-7-64 16,-2-6-20-16</inkml:trace>
  <inkml:trace contextRef="#ctx0" brushRef="#br0" timeOffset="191434.71">24432 12243 521 0,'0'0'4'0,"0"0"7"16,-35-2-9-16,20 16 4 16,-3 4 11-16,-1 3-1 15,-2 2-6-15,0 4-7 16,-1 1-2-16,2 3-1 16,-2-1 0-16,3 0-36 15,3-6-43-15,2-7-109 0</inkml:trace>
  <inkml:trace contextRef="#ctx0" brushRef="#br0" timeOffset="191965.1">24733 12170 529 0,'0'0'-7'0,"0"0"11"0,0 0 3 16,0 0-7-16,0 0 0 15,0 0 1-15,0 0 0 16,-21 28 0-16,14-13 0 16,-1 0-1-16,1 0 1 15,1-1-1-15,1-3 0 0,0-2-1 16,2-5 2-16,2-1-1 16,1-3-1-16,0-3 2 15,3-9-1-15,6-4 1 16,4-4-1-16,1-1 0 15,2-1 0-15,1 1 0 0,-1 2 1 16,-3 3-1-16,-2 5 0 16,-4 5 10-16,-2 6 17 15,-3 1-9-15,-2 11-16 16,0 7 3-16,0 4 6 16,0 6-3-16,-3 3-4 0,1 5-2 15,-2 0-1-15,2 1-1 16,-2 2 0-16,-1-2-9 15,-1-5-63-15,-1-6-74 16,-1-8-106-16</inkml:trace>
  <inkml:trace contextRef="#ctx0" brushRef="#br0" timeOffset="192166.74">24629 12555 579 0,'0'0'15'0,"47"-5"6"0,-11 5-2 0,7 0-11 15,4 2-3-15,2 2-3 16,-2 0-2-16,-6-4-22 0,-7-5-172 16</inkml:trace>
  <inkml:trace contextRef="#ctx0" brushRef="#br0" timeOffset="201800.07">9533 10844 155 0,'0'0'56'0,"0"0"-40"0,1 0-12 16,1 0-4-16,3 0 0 15,-4 0-2-15,2 0 2 0,1 0 0 16,-2 0 0-16,-1 0-1 15,0 0 1-15,1 0 0 16,-2 0 0-16,1 0 0 16,-1 0 1-16,0 0-1 15,0 0 0-15,0 0 0 0,0 0 2 16,-2-2-2-16,0 2 0 16,1-1 0-16,-1-1 0 15,2 2 0-15,0 0 0 16,-1 0 0-16,1 0 0 15,0 0-2-15,0 0 1 16,0 0 1-16,0 0 0 0,0 0 0 16,0 0-1-16,0 0 1 15,0 0 0-15,0 0 1 16,0 0-2-16,3 0 1 16,-1 0-4-16,1 0-81 0</inkml:trace>
  <inkml:trace contextRef="#ctx0" brushRef="#br0" timeOffset="202606.39">9734 10730 238 0,'0'0'4'0,"0"0"22"0,-2-34-2 0,2 27-3 16,0 0 10-16,0 4 0 16,0 1 2-16,0 2-11 15,0 0-19-15,0 7-1 16,5 4-1-16,-1 4 2 16,2 2-1-16,-2 4-2 0,2 1 1 15,1-1-1-15,-2-2 0 16,2-2 0-16,-4-5 0 15,1-2 0-15,2-2 0 16,-3-2 0-16,1-3 0 16,-1-3 0-16,2 0 1 0,2-7 0 15,0-4 0-15,1-5 0 16,2-2-1-16,-1-1 1 16,2 0-1-16,-2 3 0 15,1 1 0-15,-1 5 0 16,0 2 1-16,1 5-1 0,0 3 1 15,0 0 0-15,0 6 2 16,0 4 0-16,0 1 3 16,-1 1-2-16,-1 3-1 15,-2-2-2-15,-2 0-1 16,-1 0 1-16,-3-2-1 16,0 0 1-16,-3-1-1 0,-4 0 0 15,-3-3-1-15,0 1-6 16,0-1-19-16,-2-3-20 15,2 0-34-15,-1-4 2 16</inkml:trace>
  <inkml:trace contextRef="#ctx0" brushRef="#br0" timeOffset="202888.31">9642 10511 337 0,'0'0'5'0,"0"0"6"0,0 0 32 0,-28-21-26 16,27 20-6-16,1 1-8 0,0 0-3 16,1 3-1-16,5 3 0 15,2 2-22-15,0-2-56 16,-2-2-40-16</inkml:trace>
  <inkml:trace contextRef="#ctx0" brushRef="#br0" timeOffset="203764.34">10111 10654 348 0,'0'0'9'15,"0"0"28"-15,0 0-5 0,0 0-1 16,0 0-13-16,0 0-15 15,0 0 1-15,0 0 5 16,0 0 3-16,-15 24-4 16,20-7-4-16,3 0-2 15,1 3-1-15,-1 1 0 0,-2-2-1 16,3 0 0-16,1-2 1 16,-2-2-2-16,1-5 1 15,-1-2 0-15,2-7 0 16,-1-1 0-16,0-6 2 15,0-6-1-15,-1-6-1 0,1-4 1 16,-3-1-2-16,0-1-1 16,-3 2 1-16,-2 2 0 15,-1 3 1-15,0 3 1 16,0 4-1-16,0 4 0 0,-1 2 2 16,-1 1 1-16,-1 3 1 15,1 0-3-15,0 8 0 16,1 2 0-16,1 2-1 15,0 3 1-15,0 2 1 16,7 2-1-16,0-2 0 16,2 2 0-16,3-1-1 0,0-1 0 15,-1-2 0-15,3-4 0 16,-3-3 0-16,0-4-1 16,1-4 2-16,-1-2 0 15,1-10-1-15,0-5 0 16,-2-5 0-16,1-1 0 0,-1-2 0 15,-1 3-2-15,-3 2-1 16,1 4 3-16,-4 5 0 16,3 4 0-16,-3 6-1 15,1 1 0-15,0 0 0 16,1 8 1-16,0 4 0 0,-1 2 0 16,1 1 0-16,-4 1 0 15,1 1 1-15,-2-2-1 16,0-2-1-16,0 0 2 15,-2-3-1-15,-2 0 0 16,-2-2 0-16,0-1-1 0,2 0-6 16,-3-2-20-16,3-2-17 15,-2-1-32-15,2-2-11 16,-1 0-1-16</inkml:trace>
  <inkml:trace contextRef="#ctx0" brushRef="#br0" timeOffset="204262.13">10572 10700 292 0,'0'0'18'0,"0"0"68"0,0 0-43 0,0 0-9 15,0 0-10-15,0 0-6 16,0 0-15-16,0 0-1 16,0 0 0-16,0 0 0 15,0 0-1-15,0 0 0 0,30 38-2 16,-20-26 1-16,2-2 1 15,-2-3-2-15,1-1 1 16,-1-6-1-16,1 0-4 16,0-7 0-16,-1-6 1 15,0-2 0-15,-3 0-1 0,0 2 4 16,-2 3 1-16,-3 5 0 16,-1 2 0-16,-1 3 1 15,1 0-2-15,0 0 0 16,1 3 2-16,1 4 0 15,0 0 2-15,3 2-3 0,-2 0 0 16,5 1 0-16,-2 0 0 16,0 0 0-16,2-1-16 15,1-1-54-15,-1-4-37 16,1-4-4-16</inkml:trace>
  <inkml:trace contextRef="#ctx0" brushRef="#br0" timeOffset="204750.44">10952 10624 245 0,'0'0'47'0,"0"0"6"16,-41-5 6-16,25 5-14 15,1 0-5-15,4 7-15 0,-1 0-13 16,4 3-5-16,2 1-5 16,5 1 0-16,1 1-1 15,0 0-1-15,0 0 1 16,7 1-1-16,-1-3 0 16,2-1-1-16,1-2 1 0,-1-4-3 15,1-4-12-15,-2 0 2 16,1-5 2-16,-1-6 5 15,-3-3 4-15,-2 2 1 16,2-1 1-16,-3 3 0 16,-1 2 0-16,0 3 0 0,0 0 2 15,0 5 1-15,0 0 11 16,0 0-12-16,0 5-2 16,0 3 2-16,3 4-1 15,3-1 0-15,-2 3 0 16,2 0-1-16,1 1 0 15,-1-3 1-15,-1 2-3 0,2-2-34 16,-4-3-73-16,2-5-44 16</inkml:trace>
  <inkml:trace contextRef="#ctx0" brushRef="#br0" timeOffset="204982.49">11021 10454 445 0,'0'0'4'0,"0"0"10"0,0 0-13 16,0 0 1-16,-15 39 10 16,17-17 9-16,6 2-2 15,2 0-9-15,0 2-6 16,3 1-2-16,-2 3-2 0,-2-1 0 15,0-1-1-15,-4-2-22 16,0-5-40-16,-3-5-54 16,-2-8-5-16</inkml:trace>
  <inkml:trace contextRef="#ctx0" brushRef="#br0" timeOffset="205295.16">11143 10477 316 0,'0'0'14'0,"0"0"46"16,0 0-38-16,0 0-19 15,0 0 12-15,0 0 18 0,2 47-6 16,1-23-4-16,1 1-13 15,-1 1-5-15,1 1-3 16,-1-2-2-16,1 1 1 16,0-6-2-16,-1-1 0 15,0-5-14-15,1-4-37 0,1-6-40 16,-1-3-22-16,0-4-111 16</inkml:trace>
  <inkml:trace contextRef="#ctx0" brushRef="#br0" timeOffset="205717.25">11237 10631 361 0,'0'0'11'0,"0"0"48"16,0 0-55-16,0 0 6 16,0 0 13-16,0 0-1 15,29 31-8-15,-22-24-9 0,1-1-3 16,0 1-2-16,-1-2 1 15,0-1-1-15,-2-3-3 16,1-1-13-16,0-3 3 16,2-6 4-16,-3-2 6 15,0-1 2-15,-2 3 0 0,1 2 1 16,-1 3 1-16,1 4 3 16,0 0 5-16,1 9 6 15,2 6 5-15,1 2-4 16,2 6-1-16,1 2 1 15,-1 3 2-15,0 3 1 0,-4-2-8 16,-1 2-4-16,-2-4-4 16,-3 1-2-16,0-5 1 15,-7-3-1-15,-5-2 0 16,-3-3 1-16,-7-2-1 16,-5 0-1-16,-4-1-1 0,-2 0 1 15,-3-1-14-15,2 1-32 16,-1-4-46-16,3-5-106 15</inkml:trace>
  <inkml:trace contextRef="#ctx0" brushRef="#br0" timeOffset="206404.17">11636 10585 199 0,'0'0'16'0,"0"0"58"0,0 0-15 0,0 0 3 16,0 0-36-16,0 0-24 15,0 0 2-15,0 0 10 16,0 0 3-16,17 43-5 0,-9-23-6 16,0 1-4-16,-1 4-2 15,-3-3 2-15,1-2-2 16,-4-4 0-16,1-5 0 15,-2-3 0-15,0-4 0 16,0-4 0-16,-5-1 4 0,-2-10-4 16,0-4 1-16,1-6-1 15,3-4 0-15,3-3 1 16,0 1-1-16,9 4 0 16,5 5 2-16,2 8 1 15,3 7-2-15,1 3-1 16,1 3 0-16,-1 9 0 0,0 0 0 15,-3 2 1-15,-1 1-2 16,-4-1 1-16,-2 2 0 16,-2 0-9-16,-1-1-36 15,-3 0-42-15,-1-3-17 0,-1-5-81 16</inkml:trace>
  <inkml:trace contextRef="#ctx0" brushRef="#br0" timeOffset="206794.01">12010 10654 253 0,'0'0'15'0,"0"0"67"0,0 0-19 16,0 0-24-16,-32-15-4 15,25 17-12-15,2 4-10 0,4 1-4 16,-1 3-2-16,2 1-4 15,2-1 0-15,3 0-1 16,5 0-1-16,1-1 1 16,3-1-1-16,0-3-1 15,0-2 1-15,3-3 0 0,-1 0-1 16,-3-3 0-16,-2-5 2 16,-1-2-2-16,-1-2 1 15,-6 0-1-15,-2-1 2 16,-1 2-1-16,-1 1-1 15,-8 0 0-15,-3 3 0 0,-2 1-1 16,-3 4-1-16,-2 2 0 16,3 0 0-16,-1 0-14 15,2 1-10-15,2 5-21 16,5 0-22-16,2-1-39 16,5-2-13-16</inkml:trace>
  <inkml:trace contextRef="#ctx0" brushRef="#br0" timeOffset="207072.08">12152 10405 429 0,'0'0'5'0,"0"0"15"0,0 0-19 0,-8 30 9 0,8-11 13 16,4 4 2-16,2 4-6 16,2 1-8-16,-1 0-6 15,0 5-3-15,2 1-1 16,-3-1-1-16,-1-3 0 0,-1-2-1 16,-1-6-16-16,-2-5-34 15,-1-6-50-15,0-8-27 16</inkml:trace>
  <inkml:trace contextRef="#ctx0" brushRef="#br0" timeOffset="207290.13">12168 10649 349 0,'0'0'2'0,"0"0"27"16,0 0 18-16,0 0-8 0,0 0-7 15,0 0-10-15,0 0-9 16,0 0-8-16,27-30-2 16,-9 25-2-16,2 1-1 15,3 0 0-15,1-1-1 16,4 0-29-16,-2-3-49 0,-1-3-82 16</inkml:trace>
  <inkml:trace contextRef="#ctx0" brushRef="#br0" timeOffset="207724.97">12563 10476 369 0,'0'0'8'16,"0"0"31"-16,0 0-6 0,0 0-5 15,0 0 3-15,0 0-6 16,-28-2-11-16,21 2-9 15,2 7-4-15,-1 1-1 16,4 1 0-16,1 0 0 16,1 1 0-16,0-2 0 15,6 0 1-15,5-2-2 0,3 0 1 16,4 0 0-16,2-2 0 16,2 3 0-16,0 0 1 15,-4 1-1-15,-4 1-1 16,-3 2 1-16,-2 0-1 15,-7 1 1-15,0-1 0 0,-2 0 0 16,0 1 1-16,-7-2-1 16,-5 1 0-16,-1-1 0 15,-3-1 0-15,-2-1 0 16,0 0 1-16,-2 0-2 16,3-3 1-16,-4 2 0 0,4-1-1 15,1-2 0-15,4 0-2 16,2-2-30-16,5 0-27 15,0-2-55-15,5-1-12 16</inkml:trace>
  <inkml:trace contextRef="#ctx0" brushRef="#br0" timeOffset="207976.13">12527 10529 278 0,'0'0'4'0,"0"0"73"0,0 0-21 15,0 0-29-15,-27 9 3 16,17 10 14-16,-4 6-14 0,0 6-15 16,1 5-10-16,-3 5-5 15,0 2 1-15,2 2-3 16,2 0-22-16,0-2-46 15,0-6-80-15,2-7-107 16</inkml:trace>
  <inkml:trace contextRef="#ctx0" brushRef="#br0" timeOffset="208932.9">12863 10504 400 0,'0'0'-2'0,"0"0"33"16,0 0-19-16,0 0-4 15,-28-3 7-15,17 3 19 16,-3 3-8-16,-2 3-13 0,1 3-7 16,1 2-2-16,0 3-2 15,2 0-2-15,4 0 1 16,3 0-1-16,0 0 0 16,5-1 0-16,0-3 0 15,2 0 0-15,6-5 0 0,2-2-1 16,4-3 0-16,0 0-3 15,1-7-4-15,-1-4 3 16,1-2 2-16,-4-1 1 16,-2 1 2-16,-4 1 2 15,0 1-2-15,-3 6 1 16,-2 2 3-16,0 3 7 0,0 0-5 16,0 5-6-16,0 6 1 15,2 6 4-15,1 4 10 16,2 4 0-16,0 4-1 15,1 3-5-15,1-2-4 16,0 3-3-16,0-3-1 0,1-4 0 16,-4-4-1-16,0-6 0 15,0-5 0-15,-2-6 1 16,3-5-1-16,-2-6 2 16,4-12-2-16,0-9 1 15,1-7-1-15,2-6 0 0,1-3-1 16,0-1 2-16,-1 2-1 15,-1 4 0-15,-2 7-1 16,-2 8 0-16,-1 6 2 16,-3 8 0-16,-1 6 0 15,0 3-1-15,0 6 0 0,0 7 0 16,0 3 1-16,0 2 0 16,-1 2 1-16,1 0-2 15,0-2 0-15,1-1 0 16,5-2 0-16,1-4 0 15,2-1-2-15,0-3 4 0,1-4-4 16,-2-3 2-16,2 0-1 16,0-4 0-16,-2-8 0 15,0-2-4-15,0-1 0 16,-5-3 0-16,0 2 2 16,-1 2 3-16,-2 2 0 15,0 5 0-15,0 0 0 0,0 4 1 16,0 3 2-16,0 0 4 15,0 0-4-15,0 0 2 16,0 6 3-16,2 1 1 16,2 3-2-16,5-2-4 15,1 2-1-15,2 0-2 0,3 0 1 16,0-2-2-16,-1 1 1 16,0-1-16-16,1-1-34 15,-1-3-18-15,1-4-41 16,-1 0-47-16</inkml:trace>
  <inkml:trace contextRef="#ctx0" brushRef="#br0" timeOffset="209417.05">13430 10484 413 0,'0'0'11'0,"0"0"40"0,-38-12-22 0,24 12-9 0,2 0 5 16,-1 0 0-16,3 5-9 16,3 0-8-16,1 1-6 0,4 2-1 15,0 0-1-15,0 0 0 16,2 2 0-16,0 0 0 16,0-2 0-16,0 0 0 15,0-1-2-15,2-2-10 16,1 0-4-16,-1-2-3 0,5-3 3 15,-4 0 3-15,4 0 1 16,-2-5-6-16,1 0-4 16,0-1 7-16,-2-1 10 15,0 0 4-15,1 1 2 16,-4 1-1-16,-1 0 0 0,0 2 1 16,0 1 2-16,0 0 17 15,0 2 3-15,0 0-9 16,2 0-9-16,1 3 0 15,1 3 9-15,1 2-3 16,3 0-6-16,1 0-2 0,1-1-2 16,0 1-1-16,3-2 2 15,-2-2-2-15,1 0-2 16,1-1-13-16,-2-2-19 16,1-1-31-16,-2 0-67 15,-2-5 12-15</inkml:trace>
  <inkml:trace contextRef="#ctx0" brushRef="#br0" timeOffset="209771.12">13574 10461 313 0,'0'0'29'0,"0"0"67"0,0 0-44 0,0 0-34 0,0 0-8 15,0 0 13-15,0 0-6 16,0 0-8-16,20 43-4 15,-8-29-3-15,-1 0 0 16,-2-3-2-16,-1 0 0 0,-3-5 2 16,-3 2-2-16,-1-5 0 15,-1-3 0-15,0 0 0 16,-1-1 2-16,-2-9-1 16,-4-1 0-16,3-5-1 15,0-2-1-15,1-1 1 0,3-1 0 16,0 1 0-16,4 4 0 15,5 0-1-15,4 6 0 16,2 0-7-16,2 3-2 16,1 4-8-16,0-1-12 15,-1 4-14-15,0-2-45 0,-3-2-54 16</inkml:trace>
  <inkml:trace contextRef="#ctx0" brushRef="#br0" timeOffset="210186.03">13846 10449 309 0,'0'0'6'0,"0"0"12"0,0 0-7 15,34-11 23-15,-20 7 12 16,-1-1-15-16,-1-1-10 15,1 1-10-15,0-1-6 16,-3 1-1-16,-3-1 1 16,-1 0 1-16,-4-1 0 0,-1 0 3 15,-1 1 9-15,-2 0-4 16,-6 0 2-16,-3 3-6 16,-1 0 0-16,-3 1 3 15,0 2 0-15,3 0-1 16,-1 3 0-16,0 6-2 15,5 5-5-15,1 4 0 0,0 4 0 16,4 3 5-16,2 0-2 16,1 0-2-16,0-3-1 15,4-1-1-15,6-5-3 16,2-1 1-16,4-5-2 0,2-2 0 16,4-4 1-16,1-3-1 15,0-1-16-15,-2-2-54 16,-3-12-125-16</inkml:trace>
  <inkml:trace contextRef="#ctx0" brushRef="#br0" timeOffset="-197301.72">17334 12539 121 0,'0'0'117'0,"0"0"-88"0,0 0-24 15,0 0-3-15,0 0 1 16,0 0 10-16,1 0 4 0,0 0-3 16,-1 0 4-16,1 0 0 15,-1 1 3-15,0-1-5 16,0 0 0-16,0 0 0 16,0 0 8-16,0 0-3 15,0 0-2-15,2 0-9 0,0-2-4 16,-1-2-2-16,0-1 1 15,0-2 1-15,2 0 3 16,1-2-4-16,-2 0 1 16,3-1-1-16,0-1 0 15,4-2-2-15,0 1 1 16,2-1 0-16,2 2-1 0,2 2-1 16,1 2-1-16,1 4 0 15,1 3 0-15,0 0-1 16,-1 5 2-16,0 7-2 15,-2 1-1-15,-2 0 2 16,-3 4 0-16,-4-1-2 0,-5 1 1 16,-1-2 0-16,-4 3 1 15,-9-2 0-15,-6 1-2 16,-4-1 1-16,-4-1-1 16,1 0-10-16,0-3-20 15,4-4-24-15,5-5-71 0,4-3-75 16</inkml:trace>
  <inkml:trace contextRef="#ctx0" brushRef="#br0" timeOffset="-191999.55">15121 13550 321 0,'0'0'42'0,"0"0"31"15,0 0-28-15,-23-30-15 0,20 22-8 16,3 2 1-16,0-1-11 16,0 3-6-16,1 0-3 15,6 3-2-15,1 1-1 16,1 2 0-16,1 7 0 15,-1 7 0-15,0 3-1 0,-2 9 1 16,-2 4 0-16,-2 4-1 16,-1 3 1-16,-2 1 0 15,0-2 0-15,0-4 0 16,0-5 0-16,-2-6 0 16,0-6 1-16,-1-7-1 0,2-7 0 15,-1-3 2-15,-2-5 1 16,1-11-2-16,1-5 1 15,2-7-2-15,0-6 1 16,2-6 1-16,6 0-2 16,5 0 1-16,-1 4 0 0,2 7 5 15,-1 8 8-15,0 10-7 16,1 6-5-16,-2 6-3 16,-1 5 2-16,2 6-1 15,-2 5 1-15,-1 2 0 16,-2 3-1-16,-1 1 1 0,-3 1-2 15,1 1 2-15,-4 0-1 16,1-2 0-16,-2-2 0 16,0-2 1-16,0-4-1 15,0-4 0-15,0-4 0 16,0-4 1-16,-4-3 2 16,2-3-1-16,-1-9-1 0,0-4 0 15,3-6-1-15,0-6 1 16,0-4-1-16,10 0 0 15,0 2 0-15,1 5 0 16,0 5 1-16,1 9-1 0,-2 7 0 16,0 4 0-16,-3 6 0 15,1 8 0-15,2 1 0 16,-3 5 0-16,1 0 0 16,-2 1 0-16,0-1 0 15,-1 2 0-15,1-1 0 0,1-1 0 16,0 0-1-16,0-2-17 15,0 0-42-15,-2-3-22 16,3-4-71-16,-6-5-30 16</inkml:trace>
  <inkml:trace contextRef="#ctx0" brushRef="#br0" timeOffset="-191230.56">15589 13728 196 0,'0'0'26'0,"0"0"26"0,0 0-11 0,0 0 18 16,0 0 3-16,0-30-16 15,0 27-28-15,0 1 3 16,-2 2-2-16,2 0-15 16,-1 4-6-16,1 4 3 15,0 2 2-15,0 4 3 0,0 1-3 16,0 2-2-16,4-2 2 16,3 2-1-16,2-3-2 15,-2 2 0-15,2-4 1 16,0-3-2-16,1-4 1 15,-3-3 1-15,0-2-1 0,0-7 3 16,-1-7-2-16,-2-2 1 16,0-3-2-16,-2 1 1 15,-2 1-1-15,0 3 0 16,0 4 1-16,0 3 0 16,-2 4 1-16,1 3 9 0,1 0 3 15,0 7-16-15,0 6 2 16,4 0 0-16,4 4 0 15,0-1 1-15,0 0-1 16,4 0 0-16,-2 0 0 16,2-3 0-16,1-3 0 0,0-1-1 15,-1-5 1-15,0-2 0 16,0-2 0-16,-2-10 1 16,-1-6 0-16,-1-7 0 15,0-6 0-15,-2-5 0 16,-1-4-1-16,-2-5 1 15,-1-2-1-15,-2 1-1 0,0 3 1 16,-2 4-1-16,-5 9 1 16,0 7 0-16,-3 9 1 15,1 12 0-15,-1 3-1 16,4 16-1-16,2 9 1 0,1 8 1 16,1 7 1-16,2 3 4 15,2 1 1-15,5-1-3 16,2-2-3-16,2-4 0 15,2-4-2-15,0-5 2 16,1-6-4-16,1-6-30 16,-2-8-31-16,1-11-39 0,1-8-65 15</inkml:trace>
  <inkml:trace contextRef="#ctx0" brushRef="#br0" timeOffset="-190764.77">16062 13429 391 0,'0'0'-1'0,"0"0"9"0,-29 41 31 0,26-21-3 16,1 5-6-16,2 1-9 15,2 4-7-15,5 0-8 16,1 2-1-16,1 1-4 15,0-1 0-15,0 1-1 16,-4-3 0-16,0-4 0 0,-4-5-3 16,0-5-8-16,-1-6-11 15,0-6 3-15,0-4 16 16,-2 0 5-16,-5-9-2 16,2-3 1-16,-1-1 3 15,2-1 11-15,1-2 2 0,3 1 3 16,0 2 5-16,5 2-6 15,5 1-12-15,1 6-2 16,3 3-3-16,1 1-1 16,-1 3 0-16,-1 7-1 0,0 3 0 15,-3 3 1-15,-1 4-1 16,-1-1 0-16,-1 3 2 16,-4-3-2-16,2 2 0 15,-1-3 0-15,0-3-1 16,0-5-30-16,-1 0-30 15,-1-9-43-15,0-1-59 0,-2-6-56 16</inkml:trace>
  <inkml:trace contextRef="#ctx0" brushRef="#br0" timeOffset="-190625.73">16148 13632 412 0,'0'0'3'0,"-13"-30"17"0,13 20-2 15,0 3-17-15,5 4 0 16,4 2-2-16,1-1-7 16,1 2-41-16,-1 0-56 0,1-3-50 15</inkml:trace>
  <inkml:trace contextRef="#ctx0" brushRef="#br0" timeOffset="-190154.22">16362 13604 366 0,'0'0'10'16,"11"60"38"-16,-4-20-5 16,-4 8-14-16,-2 4-4 15,1 2-7-15,-2 1-6 16,1-2-2-16,-1-4-6 0,3-6-3 16,-3-8 1-16,0-10-2 15,0-9 0-15,0-11 0 16,0-5 0-16,-2-10 0 15,-2-12 1-15,0-12 80 16,-1-9-79-16,4-10-1 16,1-8-1-16,0-4 1 0,9 1 0 15,4 8-1-15,3 9-1 16,-2 14 1-16,4 15-1 16,-2 12 1-16,1 6-1 15,0 14 0-15,-2 7 0 16,-2 5-1-16,-4 0 1 0,-4 2 0 15,-4-4 1-15,-1-1 0 16,-1-5-2-16,-8-1-1 16,-1-4-4-16,-3-5-11 15,1-1-4-15,-2-4 2 16,1-3-3-16,0 0 2 0,1-7-12 16,2-4-4-16,4-4 2 15,2-3-25-15,4-2-8 16,0-3-7-16,6-3-47 15</inkml:trace>
  <inkml:trace contextRef="#ctx0" brushRef="#br0" timeOffset="-189967.17">16630 13460 336 0,'0'0'8'0,"0"0"54"0,0 0-44 0,0 0 13 15,12 41 4-15,-9-8-6 16,2 4 1-16,-3 4-11 16,2 3-14-16,2-2-3 15,-3-2-2-15,0-2-1 0,1-7-37 16,-2-5-41-16,-1-9-84 16,-1-9 34-16</inkml:trace>
  <inkml:trace contextRef="#ctx0" brushRef="#br0" timeOffset="-189589.23">16804 13735 450 0,'0'0'8'0,"0"0"17"0,0 0-5 15,0 0 14-15,40-20-4 16,-24 13-12-16,0-3-7 15,0 3-8-15,-2-1-1 16,-2 0-1-16,-2 3-1 16,-5-1 1-16,-3 0 0 15,-2 2 0-15,0 1 1 0,-8 2-1 16,-6 1-1-16,-3 2 0 16,-1 8 1-16,-2 3-1 15,2 5 2-15,4 5 0 16,1 2 1-16,6 1 1 15,5 1 3-15,2 0-5 0,4-3-1 16,9-1-1-16,6-6 1 16,3-6-1-16,4-3-1 15,0-6 1-15,1-2-10 16,0 0-37-16,-2-7 25 16,-4-6-73-16,-1-7-118 0</inkml:trace>
  <inkml:trace contextRef="#ctx0" brushRef="#br0" timeOffset="-189247.66">17248 13546 542 0,'0'0'-3'16,"0"0"7"-16,0 0-1 0,0 0 0 15,0 0 6-15,27 37 4 16,-13-11 1-16,-3 0-7 16,1 6-3-16,-4-1-4 15,-1 0 0-15,-4-2 2 16,-1-5-3-16,-2-4 1 0,0-6 1 16,0-6-1-16,-3-7 0 15,0-1 4-15,0-10-1 16,2-8-1-16,1-7 1 15,0-6-1-15,8-5-1 16,6-2-1-16,6 1 0 0,2 3-27 16,2 4-36-16,-4 5-79 15,-1 5-56-15</inkml:trace>
  <inkml:trace contextRef="#ctx0" brushRef="#br0" timeOffset="-188685.66">17561 13722 463 0,'0'0'50'15,"0"0"-47"-15,0 0-3 0,39-22 1 16,-23 8 2-16,-1-1 1 16,0-2 5-16,-3 0-1 15,-4 2-4-15,-2 2-2 16,-3 1 0-16,-3 3-1 15,0 0 2-15,-7 4 6 0,-4 3-1 16,-3 2 3-16,0 0 4 16,-1 10 1-16,3 7-4 15,0 5-5-15,3 4-5 16,5 2 0-16,1 1-1 16,3-1-1-16,1-4 1 15,8-3-1-15,6-5 0 0,1-4 0 16,3-7 0-16,2-3 0 15,1-2-1-15,2-6 1 16,0-9 0-16,2-4 1 16,2-7 0-16,0-2 0 0,2-2-2 15,-4 5 2-15,-2 3-1 16,-4 7 1-16,-3 8-1 16,-4 7-1-16,-4 5 1 15,-4 11 1-15,-5 4-3 16,0 2 3-16,0 2-1 0,-8-1 1 15,-4-3-2-15,1-2 2 16,-2-3 0-16,0-5-2 16,1-1 3-16,2-5-2 15,1-2-1-15,3-2 2 16,-1 0-2-16,4 0-1 0,0-1-10 16,2-4-20-16,1-2-13 15,2-1-14-15,7-4-30 16,4-4-64-16</inkml:trace>
  <inkml:trace contextRef="#ctx0" brushRef="#br0" timeOffset="-188195.08">18125 13586 607 0,'0'0'-1'0,"0"0"-2"0,0 53 3 0,0-19 1 15,2 6 1-15,-2 4 1 16,0 1 2-16,0 0 2 16,0-1-4-16,0-1-2 15,-4-3 1-15,0-5-2 16,0-5 0-16,-2-8 0 0,2-7 0 16,-1-8 1-16,1-7 0 15,0-5 4-15,0-15 1 16,1-10 2-16,3-8-4 15,0-11-1-15,4-6-2 16,7-4-1-16,6 1 0 16,1 5 1-16,1 11-1 0,-1 9 0 15,-1 12 0-15,-7 12 0 16,0 8-1-16,-5 2-1 16,-2 10 0-16,-3 4 2 15,0 5-1-15,-6 0 2 0,-4 1-1 16,-1-1 0-16,0 0 0 15,-1-4-1-15,0 1-3 16,-2-4-4-16,2-2-7 16,0-2-7-16,-3-3-2 15,2-2-5-15,1-3-1 0,2-1-7 16,4 0-27-16,5-4-24 16,1-5-4-16,7-3-110 15</inkml:trace>
  <inkml:trace contextRef="#ctx0" brushRef="#br0" timeOffset="-186870.87">18391 13674 407 0,'0'0'9'0,"0"0"8"0,0 0-7 0,0 0 25 15,-22 32 5-15,12-17-9 16,1 0-5-16,2 3-14 15,1-3-5-15,3 2-4 16,3-3-1-16,1-2-2 16,9-3 0-16,3-3 1 15,2-3 0-15,2-3-2 0,0 0 0 16,1-5-2-16,-2-4-3 16,-3-2 0-16,-5 0-2 15,-3-1 4-15,-5-1 4 16,0 0 1-16,-6 0-2 0,-4 1 3 15,-4-1 2-15,0 3 1 16,-2 0-1-16,4 2 3 16,-1-1-2-16,4 1 0 15,3 1 0-15,4-2 2 16,2 2-4-16,3-3-1 16,9 3-2-16,4-2-1 0,4 4 2 15,2 1-1-15,1 2 0 16,-3 2 0-16,-2 3 0 15,-3 5-1-15,0 7 1 16,-7 2 0-16,-1 2 0 16,-2 1 0-16,-1 0 1 0,-3 0-1 15,-1-2 1-15,0-2-1 16,0-4 0-16,0-3 0 16,0-4 0-16,1-3 0 15,0-2 1-15,2 0 3 16,-1-10 20-16,5-4-15 0,0-5-4 15,4-5 1-15,5-3 2 16,0 2-2-16,0 2-4 16,0 3-1-16,-3 8-1 15,-3 4 0-15,-3 7 0 16,0 1 0-16,-2 3 0 0,-1 9 0 16,0 2 0-16,-1 3 1 15,-1 4 0-15,-1-2-1 16,-1-1 1-16,1-1-1 15,1-4-1-15,2-3 1 16,-1-3 0-16,4-3 0 0,4-4 0 16,-1 0 1-16,4-4 1 15,2-9-2-15,2-3 0 16,3-4 0-16,-1-3 0 16,-1 2 0-16,-1 1 0 15,-3 5 0-15,-1 2 0 0,-3 8 0 16,-5 3-2-16,0 2 2 15,-3 3 0-15,-1 7 0 16,-2 2-1-16,0 2 1 16,-5 1 0-16,-4 1 0 15,0-1 0-15,0-1-2 0,-1-2-11 16,3-2-1-16,0-2-8 16,4-2-3-16,-2-2-1 15,3-1 1-15,2-3 11 16,0 0 13-16,0 0 1 15,0 0 1-15,7 0-1 16,3-3 0-16,5-1 5 0,5 0 6 16,4-2-4-16,4-1-5 15,1-3 0-15,0-2 0 16,-2-1-2-16,-2-2 2 16,-6 0-2-16,-4 0 1 15,-4 1 4-15,-7 0 16 0,-4 2 1 16,0 1-7-16,-7 3 1 15,-4 3-3-15,-1 3 1 16,-1 2-8-16,1 2-4 16,2 9-1-16,2 2-1 15,3 4 1-15,1 2-1 0,3 1 0 16,1-1 0-16,0-1 0 16,7 0 1-16,3-3-4 15,2-3 1-15,3-6-5 16,3-2 2-16,2-4 2 15,4-4 2-15,3-11 0 0,2-4 0 16,0-2-1-16,0-1 1 16,-3 2 1-16,-1 3 0 15,-5 7 0-15,-5 7 0 16,-1 3 0-16,-4 0 0 16,-3 9 1-16,-3 4 3 0,-2 0-2 15,-2 0 3-15,-2 0-3 16,-6 0 2-16,-4-3-3 15,-4 0-1-15,-3-3 2 16,-5-4-21-16,-6-3-91 16,-3-12-245-16</inkml:trace>
  <inkml:trace contextRef="#ctx0" brushRef="#br0" timeOffset="-186122.71">9163 12863 404 0,'0'0'26'0,"0"0"-12"0,0 0-12 0,27 38-1 16,-3-11 0-16,6 5 3 16,2 3 2-16,6 1-2 15,0 0-2-15,1-5-2 0,1-4 1 16,0-9-1-16,-4-5-2 15,-4-8-20-15,-5-3-41 16,-6-2-33-16,-7-14-51 16</inkml:trace>
  <inkml:trace contextRef="#ctx0" brushRef="#br0" timeOffset="-185906.17">9643 12879 325 0,'0'0'66'0,"0"0"-43"16,0 0-8-16,-12 46 22 16,4-13 3-16,-2 10-8 15,-5 10-4-15,-2 8-3 16,-2 7-6-16,0 1-11 16,0 1-5-16,1-2-2 0,1-4 0 15,1-7-1-15,4-5 0 16,2-8 0-16,3-6-17 15,0-6-49-15,2-11-53 16,1-11-90-16</inkml:trace>
  <inkml:trace contextRef="#ctx0" brushRef="#br0" timeOffset="-184827.98">10266 13024 332 0,'-9'-6'4'0,"1"-3"40"0,2 3 31 0,5 4-43 0,1 2-20 16,0 2-13-16,0 4 1 16,1 7 1-16,4 1-1 15,0 1-7-15,-1 1-48 16,-1 1-57-16,-3-3-24 0</inkml:trace>
  <inkml:trace contextRef="#ctx0" brushRef="#br0" timeOffset="-184669.11">10270 13432 430 0,'0'0'9'16,"0"0"5"-16,0 0 9 15,0 0-13-15,0 0-9 16,0 0-1-16,0 0-2 0,0 0-63 15,10-16-91-15</inkml:trace>
  <inkml:trace contextRef="#ctx0" brushRef="#br0" timeOffset="-179765.27">11082 12922 370 0,'0'-9'87'0,"-4"2"-46"0,-1 1-9 15,1 0-8-15,-3 2-1 16,0 1-5-16,-5 3-11 0,-3 0-4 15,0 0-2-15,-7 10-1 16,-1 0 1-16,0 6-1 16,0 0 0-16,5 1 0 15,4-2 0-15,7 2-1 16,7-2 1-16,3-2-1 0,13-3 0 16,7 1 0-16,4 0 1 15,4-1 0-15,0-1 0 16,0 4-4-16,-6-1-4 15,-2 3 0-15,-6 1 4 0,-6 1 1 16,-4 1 3 0,-5 0 0-16,-2 1 0 0,-8 0 0 15,-3-2 1-15,-7-1 0 16,1-1-1-16,-4-2 2 16,-4-1 1-16,1-1 2 15,-4-2-1-15,2-1-2 0,2-3-2 16,3-2 0-16,6-3-2 15,3 0 2-15,9-10-17 16,3-5-45-16,3-4-90 16,7-5-56-16</inkml:trace>
  <inkml:trace contextRef="#ctx0" brushRef="#br0" timeOffset="-178830.71">11308 13021 265 0,'0'0'4'0,"0"0"17"0,3-32 10 15,-3 22 25-15,-1 2 12 0,-6 2-20 16,-3 3-16-16,-2 3-2 15,-3 0-12-15,-2 6-5 16,0 9 3-16,-1 3-6 16,4 3-4-16,1 0-4 15,6 1-2-15,3-2 0 0,4-2 0 16,0-3 0-16,7-2 0 16,3-4 0-16,3-3-1 15,3-3 0-15,-3-3-1 16,3-1-5-16,-3-11-1 15,-3-1 3-15,-3-2 4 0,-2-1 1 16,-5 3 0-16,1 1 1 16,-1 6 1-16,0 4 14 15,0 2-1-15,1 6-12 16,4 9-3-16,-2 7 1 16,2 7 1-16,2 3 3 0,2 6 3 15,0 2-5-15,0 2-1 16,1 3-2-16,-2-2 0 15,-1 0 1-15,-1-5-1 16,0-5 0-16,-2-6 0 16,-1-8 0-16,0-9 0 0,-2-6 0 15,1-4 0-15,-1-15 2 16,1-11-1-16,0-10-1 16,3-12 0-16,2-8 1 15,2-5-1-15,1-2 0 16,2 3 2-16,-1 10-2 0,-1 10 0 15,-2 12 0-15,-4 13 0 16,-1 10 0-16,-3 5 1 16,0 10-2-16,0 8 3 15,0 3-2-15,0 5 3 16,3 2 1-16,0-1-1 0,4-1-1 16,1-1-1-16,1-4 0 15,4-3-1-15,-1-5 0 16,1-7 0-16,2-5 0 15,-1-1 0-15,3-12-1 16,-4-9 2-16,-2-4-2 0,0-4 1 16,-3-3 1-16,-3 1-2 15,-3 2 1-15,-2 6 1 16,0 5-1-16,-4 7 1 16,-1 4 0-16,1 7 0 15,1 0 2-15,2 10-1 16,1 3-2-16,0 4 3 0,2 1 0 15,7 0 0-15,2 0-3 16,4-3 1-16,1 1-1 16,1-4-1-16,2-2 1 15,1-2-4-15,-3-3-29 0,2-5-42 16,-3 2-40-16,-1-9-115 16</inkml:trace>
  <inkml:trace contextRef="#ctx0" brushRef="#br0" timeOffset="-178342.62">11991 13027 231 0,'0'0'116'0,"0"0"-12"0,-32-3-55 0,20 3-9 15,-2 0-4-15,1 7 1 0,-1 4-13 16,-1 4-8-16,0 2-7 16,4 2-4-16,1 1-1 15,4 0-3-15,5 0 0 16,1-3 0-16,1 0-1 15,9-3 0-15,0-3 0 0,5-4-1 16,-2-5 1-16,1-2-4 16,1-5-9-16,-3-9 0 15,-1-5 2-15,-1-1 6 16,-3-3 1-16,-4 0 3 16,-2 3 1-16,-1 3 0 0,0 4 2 15,-1 7 14-15,0 5 4 16,-2 1-9-16,3 7-10 15,0 5 0-15,1 3-1 16,6 3 1-16,2-1-1 16,4 0 0-16,0-2 0 0,4 0 0 15,-2-2-1-15,2-4-17 16,-3-3-50-16,1-6-27 16,-4 0-94-16</inkml:trace>
  <inkml:trace contextRef="#ctx0" brushRef="#br0" timeOffset="-178042.66">12125 13019 413 0,'0'0'41'16,"0"0"18"-16,0 0-50 0,0 0 0 16,0 0 13-16,0 28 0 15,10-10-7-15,1 1-3 16,-1 0-7-16,1 1-4 15,-3-3 0-15,0 1 0 16,-5-3-1-16,1-4 1 16,-4-4 0-16,0-4-1 0,0-3 2 15,0-1 2-15,-3-12-1 16,1-6 1-16,2-7 0 16,0-8-2-16,6-3-1 15,7-1-1-15,2 2 0 0,3 4-22 16,0 8-50-16,-5 7-69 15,-2 5-116-15</inkml:trace>
  <inkml:trace contextRef="#ctx0" brushRef="#br0" timeOffset="-177659.62">12421 13036 410 0,'0'0'33'16,"0"0"-34"-16,0 0 1 16,34-14 1-16,-20 6 6 15,-2-2 31-15,0 0-15 16,-2-2-17-16,0 2-3 16,-3 0-2-16,-4 1 1 15,-3 1-1-15,0 3 12 0,-9 3 14 16,-5 1-12-16,-5 1 2 15,-1 1 9-15,-2 10 7 16,0 5-7-16,5 5-7 16,4 5-2-16,5 3-7 0,5 3-2 15,3-1 0-15,7-2-4 16,10-5-2-16,5-5-2 16,7-6 1-16,3-8-1 15,3-5 1-15,4-5-2 16,1-13-20-16,-2-10-70 15,-4-10-127-15</inkml:trace>
  <inkml:trace contextRef="#ctx0" brushRef="#br0" timeOffset="-169240.6">8322 13047 289 0,'0'0'51'0,"0"0"-6"0,0 0-32 15,0 0-8-15,0 0 3 16,0 0 10-16,0 0 0 15,4 33 7-15,14-13-5 16,4 5 4-16,5 3 3 16,3 4-15-16,3 2-1 15,1 2-2-15,1 1-1 0,-1-2-3 16,-3-2-2-16,-2-3-2 16,-3-4-1-16,-5-3 2 15,-3-7-2-15,-6-3 1 16,-2-6-1-16,-3-2-1 15,-4-2 1-15,-3-3-5 0,0 0-13 16,0-3-7-16,-5-5-41 16,-3-7-68-16,-2-5-28 15</inkml:trace>
  <inkml:trace contextRef="#ctx0" brushRef="#br0" timeOffset="-168948.59">8612 13040 234 0,'0'0'9'16,"0"0"46"-16,0 0-14 16,0 0-12-16,0 0 19 15,-32 17-10-15,22 6-8 16,-1 7-8-16,-4 6-7 0,-1 7-5 15,-2 2-6-15,-2 3-3 16,-2 1 0-16,0-1-1 16,-1-2 0-16,1-3 0 15,4-5-1-15,3-8-11 16,10-7-30-16,1-10-38 0,4-11-58 16</inkml:trace>
  <inkml:trace contextRef="#ctx0" brushRef="#br0" timeOffset="-168607.82">8742 12840 262 0,'0'0'73'0,"0"0"-39"0,0 0-11 16,0 0 20-16,-29 37-6 15,22-17-13-15,0 3-9 0,2 3-9 16,0 3-3-16,2 1-2 16,0-2-1-16,1 0-1 15,2-5-10-15,-2-7-89 16,-1-4-123-16</inkml:trace>
  <inkml:trace contextRef="#ctx0" brushRef="#br0" timeOffset="-168139.49">8113 12747 338 0,'0'0'2'0,"-52"59"8"0,28-14 37 0,2 10-14 15,3 10 7-15,6 7-10 16,9 14-9-16,4 6-6 16,4 2-9-16,18-2-3 15,8-6-3-15,9-9 0 16,8-14 1-16,10-12-1 0,5-14 1 15,5-12-1-15,4-15 0 16,0-10-28-16,0-10-55 16,-4-18-87-16</inkml:trace>
  <inkml:trace contextRef="#ctx0" brushRef="#br0" timeOffset="-167571.71">9643 12782 237 0,'0'0'6'0,"0"0"48"0,0 0 2 0,0 0-10 15,0 0-35-15,0 0 31 0,39 26 1 16,-19 0-6-16,3 12-7 15,1 11-10-15,1 11-5 16,-3 13-5-16,-6 9-5 16,-6 4-3-16,-6 2-1 15,-4-3-1-15,-10-4-1 0,-6-4 1 16,-7-6 0-16,-3-4-2 16,-6-10-57-16,-4-13-139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56:52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19902 8202 78 0,'0'0'21'0,"0"0"85"0,0 0-87 16,0 0 4-16,0 0-12 15,0 0 3-15,0 0 11 16,0 0 8-16,0 0-9 16,0 0 3-16,17-1-5 15,-9 0 1-15,2-1-1 0,4 2-3 16,1-2-8-16,4 1 1 16,2-1-2-16,4-1 3 15,7-1-1-15,4-2-1 16,7 1-1-16,9-2 3 15,8-1-1-15,9-2-1 0,7 2 2 16,6-2-1-16,8 2 0 16,6 0-2-16,5-2-2 15,6 1 2-15,3 1-1 16,2-1-3-16,-1 0 1 16,-3 2-2-16,-5 0 1 0,-7 0-3 15,-8 3 0-15,-8-1 0 16,-9 3-1-16,-6-1-2 15,-9 2 2-15,-8-1-2 16,-7 2 0-16,-11 0 0 16,-8 0-4-16,-12 0-20 15,-10 0-31-15,-10 0-45 0,-14 0-23 16,-11 0-153-16</inkml:trace>
  <inkml:trace contextRef="#ctx0" brushRef="#br0" timeOffset="509.67">19949 8425 250 0,'0'0'29'0,"0"0"-5"0,53 0-2 0,-9 0 25 0,13 0 2 16,18-4-12-16,15-2 9 16,12-3-10-16,15 0-15 15,11-3-3-15,8 0-1 16,4-2-1-16,1-1 3 0,1 0-4 16,-7-1-1-16,-10 1-4 15,-11-1 0-15,-11 0-3 16,-13 1-1-16,-12 2-5 15,-15 1 0-15,-13 1-1 16,-14 3 1-16,-12 1 0 0,-10 2-4 16,-11 1-15-16,-3 3-29 15,0-4-40-15,-6-2-125 16</inkml:trace>
  <inkml:trace contextRef="#ctx0" brushRef="#br0" timeOffset="11346.17">12019 10791 33 0,'0'0'14'0,"0"-1"10"0,0-1-1 16,0 0-7-16,-1 1-2 15,1 0-5-15,0 0-5 16,0 0-1-16,0 0-2 0,0 1 0 16,0 0 1-16,0-1-2 15,0 1 0-15,0 0 0 16,3 0 0-16,0 0 0 16,0 0 0-16,1 1 0 15,0 2 0-15,1-1 0 16,-1 1 0-16,0-1 0 0,2 1 0 15,0 0-2-15,0-1 4 16,-1 0-4-16,3 0 2 16,0 0 0-16,0 1 2 15,2 0 5-15,2 0-4 0,0 0 1 16,0-1 6-16,-1 2-5 16,3 0-5-16,1-2 1 15,1 2-1-15,1-1 1 16,4 0-1-16,-1 2 0 15,2-3 1-15,5 1 1 0,0 0 2 16,1-2 2-16,4 1 2 16,1 0-1-16,1 0 2 15,1-1-3-15,0 1-1 16,2 0-1-16,-1 1 0 16,2-1 1-16,2-1-2 15,-2 1 0-15,3 2 2 0,1-1-3 16,1 1 1-16,4 0-2 15,2 0 1-15,2 0-1 16,4 0 0-16,1 0-1 16,0 0 1-16,2-1 0 0,3 0-1 15,2-2 2-15,1 0-2 16,6-1 0-16,1 0 3 16,4 0 0-16,4 0 9 15,2-2-2-15,2-1-5 16,3 0-1-16,4 1 0 15,4-1 0-15,2 1-1 0,3 0 0 16,0 0-2-16,5 1 2 16,1 0-2-16,2-1 1 15,6 0-1-15,3-1-1 16,4 0 1-16,4-1-2 0,2 0 3 16,2 0-2-1,3-2 0-15,0 1 1 0,0 1-1 16,2-1 0-16,2 1 1 15,0 0-1-15,-1-1 0 16,0 2 0-16,1-1 0 16,1 1 0-16,-3 1 0 0,-1-1 0 15,5 2 0-15,-2-1 1 16,0-1-1-16,-1 2 0 16,0-1 1-16,1 1 0 15,-3 0-1-15,-2 2 3 16,0-1-3-16,-2 0 0 0,-3 0 0 15,-1 0 0-15,0 2 1 16,0 1-1-16,0-1 0 16,-3-2 0-16,0 3-1 15,2-1 2-15,1 0-1 16,-1-1-1-16,-1 2 1 16,1-1 0-16,2 2 2 0,-3-1 6 15,1 0 0-15,-3 1-5 16,2 0 3-16,-2 1 0 15,1 0-4-15,0 1 1 16,-2-2-1-16,2 3-1 0,0-1 0 16,0-1 2-16,-1-1-3 15,1 2 1-15,1-3-1 16,2-1 1-16,0 1-1 16,0-3 0-16,0 1 0 15,0-1 0-15,0 1 1 0,-5-1-1 16,0 0 1-16,-2-1 1 15,-1-2 2-15,-4 2 2 16,-1-2-1-16,-8 0-2 16,-3-1-2-16,-6 1 2 15,-9-2-2-15,-6 0 1 16,-10-2 0-16,-6 1 1 0,-9-1 0 16,-11 1 0-16,-9-1 0 15,-9 2-2-15,-10 0 2 16,-5 4-2-16,-9-1 1 15,-1 2 0-15,-14 0-28 0,-8-5-112 16</inkml:trace>
  <inkml:trace contextRef="#ctx0" brushRef="#br0" timeOffset="12697.87">3141 12025 177 0,'0'0'-37'0,"0"0"60"0,0 0-19 0,0 0-3 15,0 0 6-15,36-8-3 16,-20 8 2-16,3 0-1 0,2 0-2 16,6 0 0-16,4 0-1 15,3 0 4-15,7 0 3 16,4 0-4-16,4 0-1 15,3 1-3-15,4-1 3 16,5 0 5-16,2 0-7 0,6 3-1 16,2-1 0-16,5 0-1 15,5-2 0-15,4 2 0 16,6-2 0-16,4 0 1 16,5-4-1-16,3 1 1 15,4-2 1-15,4 2 7 16,5-1 3-16,5 1-6 0,6 2 2 15,2 0 5-15,5 1-3 16,4-1-4-16,0-1-5 16,3 2 0-16,2-3 0 15,7 0-1-15,0-3 2 16,6 1 2-16,2-3 13 0,2-1-3 16,3 0-8-16,2 1 4 15,-1 0 0-15,0 0-4 16,1 1-1-16,-5 2 0 15,1 0 1-15,-5 1 2 16,-2 1-1-16,-4 3-2 0,-3-1-3 16,-4 1-1-16,-3 0 1 15,-4 0 0-15,-4-2-1 16,-5 0 0-16,-6-1 0 16,0-2 0-16,-7-1 1 15,-4-3-2-15,-3 0 0 0,-8-2 0 16,-2 0 0-16,-7-2 1 15,-4 0-2-15,-6 1 3 16,-5 0 6-16,-2 1 0 16,-8 2-5-16,-5 2-1 15,-8 1 0-15,-5 3 0 0,-8 2-1 16,-6 1-1-16,-8 0 1 16,-3 8 1-16,-7 2 0 15,-1 3 2-15,-6-2-3 16,-2-3-64-16,-6-8-158 15</inkml:trace>
  <inkml:trace contextRef="#ctx0" brushRef="#br0" timeOffset="15498.74">20551 11251 188 0,'0'0'18'16,"0"0"7"-16,0 0-16 0,0 0 7 0,0 0 0 15,0 0-8-15,0 0 42 16,0 0-42-16,0 0-5 15,-3-31 3-15,-2 25-2 16,-2 0 0-16,-2 0 6 0,1-1-5 16,-5-2 0-16,1 1-2 15,-3-1-2-15,-2-2 0 16,-3 0 0-16,-2-1-2 16,-2-2 0-16,-6 0 1 15,-2-3-1-15,-4 0 0 0,-4 0-4 16,-4 2 13-16,-2 0-10 15,-4 1 3-15,-3 1 0 16,-4 3-1-16,-3 1 1 16,-3 1-1-16,-1 2 0 15,-1 1 0-15,0 0 1 0,0 2 0 16,-1-2-1-16,-2 4 1 16,2-1-1-16,-5 2-1 15,-2 0 2-15,-1 0-1 16,0 0 0-16,0 3 1 15,2 4-1-15,1-1 0 0,5 2 0 16,3 0 0-16,2 0 1 16,2 1-1-16,3 1 0 15,2 0 0-15,-1 4 1 16,3 0-2-16,0 1 2 16,3 3-1-16,2 0-1 0,-1 1 0 15,4 0 2-15,2 3-2 16,2 1 2-16,4 2-2 15,-1 3 1-15,2 3 0 16,0 4 0-16,0 3 0 16,-1 2 0-16,3 3 0 15,2 2 0-15,-1 0 0 0,3 3 0 16,2-1 0-16,1-1 0 16,2-2 0-16,0-1-1 15,4-2 0-15,2-3 1 16,1 0 0-16,3-2 0 15,3-2-1-15,2-1 1 0,1-2-1 16,7-2 1-16,1-2-1 16,5-1 2-16,10-2-1 15,9-1 3-15,10-5 5 16,8-1 0-16,6-3 5 0,10-5 0 16,5-1-1-16,6-3 0 15,5 0-2-15,8-1 3 16,3-1 0-16,4-1-2 15,5 1 1-15,1 0-7 16,6-2-2-16,-2 1-1 0,4-1-1 16,-1 0 0-16,0-1 0 15,0 0-1-15,-1-2 1 16,-6-6 0-16,0-1 0 16,-2-2 2-16,-3-5-2 15,-4-1 1-15,-3-3 2 16,-1-4 0-16,-4-1-1 0,-6-3 1 15,-6-2-1-15,-2-3 1 16,-4-3-1-16,-2-1 0 16,-5 0 2-16,-2 0 2 15,-5 0 3-15,-5 1 0 16,-3 3-3-16,-6-3-2 0,-4 1-3 16,-4-3 1-16,-5 0-1 15,-6-2-2-15,-7 0 2 16,-6-2-2-16,-6-1 0 15,-16-1 2-15,-11-1 1 16,-10 0-2-16,-15 3-1 0,-7 3 1 16,-7 6-20-16,0 6-15 15,2 6-24-15,10 3-12 16,12-4-53-16</inkml:trace>
  <inkml:trace contextRef="#ctx0" brushRef="#br0" timeOffset="24451.55">6710 13131 217 0,'0'0'33'0,"0"0"1"0,0 0-8 0,0 0-6 16,0 0-3-16,0 0 0 15,0 0 2-15,0 0-4 16,0 0-6-16,-26-19-5 0,18 19-2 16,-2 0 0-16,-2 2-1 15,-3 4-1-15,-2 2 0 16,-2 2 0-16,0 0 0 15,1 0 0-15,2-1 0 16,3-2 0-16,1-1 0 0,5-2 1 16,1 1-1-16,4-1 0 15,-1 1 0-15,3 5 0 16,0 4-1-16,0 6 1 16,0 8 0-16,0 9 0 15,1 11 1-15,2 9 1 0,3 10 3 16,-2 5 0-16,0 3-3 15,1 2 0-15,-1-2-1 16,-3-4 0-16,-1-3-1 16,0-5 1-16,-4-6-1 15,-2-8 1-15,-1-6 0 0,3-7-1 16,-3-9 0-16,4-6 0 16,-1-7 4-16,3-5-1 15,1-4 0-15,0-4 1 16,2-1-2-16,5 0-1 15,3-4 0-15,4-4 0 0,3 1-1 16,0-2 3-16,4 0-3 16,3-1 2-16,3 0-2 15,1 0 0-15,2 0 0 16,0 2 0-16,-3-1 0 16,-2 3 1-16,-4 1 0 0,-3 1 0 15,-4-4-1-15,-5-3 1 16,-2-6-2-16,-5-7-32 15</inkml:trace>
  <inkml:trace contextRef="#ctx0" brushRef="#br0" timeOffset="24716.67">6849 13151 316 0,'0'0'2'0,"0"0"10"0,0 32-12 0,3-12 0 16,2 4 0-16,-2 0 0 15,-2 0-33-15,1-2-114 16</inkml:trace>
  <inkml:trace contextRef="#ctx0" brushRef="#br0" timeOffset="24978.76">6890 13579 226 0,'0'0'97'16,"0"0"-11"-16,0 0-88 15,0 0 2-15,4 31 0 16,-2-17-28-16,-2 2-41 0,1-3-41 16</inkml:trace>
  <inkml:trace contextRef="#ctx0" brushRef="#br0" timeOffset="25246.67">6908 13913 323 0,'0'0'8'0,"0"43"-8"16,0-12 3-16,-5 4 5 15,3 4-3-15,-3-1-5 0,2-8-5 16,1-8 5-16,1-11 0 16,1-9 0-16,0-7-91 15</inkml:trace>
  <inkml:trace contextRef="#ctx0" brushRef="#br0" timeOffset="25704.13">7087 12993 277 0,'0'0'-2'0,"0"0"31"0,0-28 13 0,3 28-19 16,4 1-21-16,1 12 6 15,4 4 6-15,2 5-6 16,4 1-5-16,0 3-1 0,4 1-1 15,-2-4-28-15,-1-5-74 16,-4-7-93-16</inkml:trace>
  <inkml:trace contextRef="#ctx0" brushRef="#br0" timeOffset="25923.59">7226 13006 332 0,'0'0'3'0,"0"0"0"15,-29 40 4-15,21-19 5 16,-1 3 2-16,3 3-8 16,-1 1-5-16,4-1-1 15,-2 2 0-15,5-3-32 0,-2-5-53 16,1-5-87-16</inkml:trace>
  <inkml:trace contextRef="#ctx0" brushRef="#br0" timeOffset="26163.94">7343 13150 324 0,'0'0'31'0,"0"0"12"16,0 0-40-16,2 38 0 15,-2-20 0-15,0 2-2 16,0 1-2-16,5 1 1 16,-2-1-5-16,-1-1-66 15,1-5-29-15</inkml:trace>
  <inkml:trace contextRef="#ctx0" brushRef="#br0" timeOffset="26344.08">7429 13234 316 0,'0'0'24'0,"0"0"14"16,0 0-36-16,0 0 8 15,3 34-1-15,0-20-7 16,1 0-1-16,-1 0 0 0,1-1-60 16,-1-4-93-16</inkml:trace>
  <inkml:trace contextRef="#ctx0" brushRef="#br0" timeOffset="26799.73">7563 13027 204 0,'0'0'6'0,"0"0"55"0,0 0 1 0,0 0-8 15,0 0-51-15,0 0 1 16,0 0 9-16,41 33-4 16,-20-14-5-16,3 1-3 15,-1-2 1-15,-1-2-14 0,-2-3-95 16,-2-7-36-16</inkml:trace>
  <inkml:trace contextRef="#ctx0" brushRef="#br0" timeOffset="27082.9">7738 13006 225 0,'0'0'29'0,"0"0"34"16,0 0-6-16,0 0-15 16,0 0-13-16,-30-3-16 15,24 20-6-15,-2 5-3 0,-1 6-3 16,1 3 0-16,0 3 0 15,1-3-5-15,-2-6-137 16</inkml:trace>
  <inkml:trace contextRef="#ctx0" brushRef="#br0" timeOffset="27531.97">7930 13198 317 0,'0'0'9'0,"0"0"-4"0,0 39-2 16,0-17-2-16,2 2 0 16,0 3 0-16,1-1-1 0,-1-2-30 15,-2-6-63-15</inkml:trace>
  <inkml:trace contextRef="#ctx0" brushRef="#br0" timeOffset="27844.55">7976 13272 277 0,'0'0'2'0,"0"0"43"16,0 0-18-16,0 0-6 15,0 0 1-15,0 0-6 16,0 0-7-16,25 35-3 16,-25-15-2-16,0-1-3 15,0 0 0-15,0-2-1 16,0-2 1-16,0-4-2 0,0-1-5 16,0-4-4-16,0-3 2 15,3-1 2-15,2-2 4 16,4 0 3-16,4-5 0 15,0-4-1-15,4-2 0 16,0-1 0-16,2-1-1 0,0-1-66 16,-2 0-48-16</inkml:trace>
  <inkml:trace contextRef="#ctx0" brushRef="#br0" timeOffset="28079.92">8214 13238 368 0,'0'0'15'0,"0"0"-11"15,0 0-4-15,0 0-8 0,0 0-59 16,0 0-21-16</inkml:trace>
  <inkml:trace contextRef="#ctx0" brushRef="#br0" timeOffset="28250.91">8371 13213 359 0,'0'0'4'0,"0"0"-13"0,0 0-64 16,0 0-88-16</inkml:trace>
  <inkml:trace contextRef="#ctx0" brushRef="#br0" timeOffset="28393.9">8518 13199 378 0,'0'0'-8'0,"0"0"-101"0</inkml:trace>
  <inkml:trace contextRef="#ctx0" brushRef="#br0" timeOffset="29138.1">7218 14022 365 0,'0'0'13'0,"0"0"32"0,0 0-44 15,0 0 0-15,31 12 0 16,-10 0 3-16,0 0-1 15,3 2-2-15,1 0 0 16,-3 3-1-16,-2-2-3 16,-5-2 3-16,-4-5 0 15,-4-5 0-15,-4-3-67 0,-2-11-44 16</inkml:trace>
  <inkml:trace contextRef="#ctx0" brushRef="#br0" timeOffset="29387.02">7383 13959 264 0,'0'0'30'16,"0"0"62"-16,0 0-37 15,0 0-29-15,-31 18-13 16,22 3 0-16,-1 6-2 15,0 6-7-15,0 2-3 16,2 0-2-16,3-5 1 16,-1-10 0-16,2-13 0 0,1-7-8 15,2-18-108-15,1-12-199 16</inkml:trace>
  <inkml:trace contextRef="#ctx0" brushRef="#br0" timeOffset="29844.61">7484 14172 374 0,'0'0'10'16,"0"28"-10"-16,0-13 1 16,5-2 0-16,-3-1-1 15,1-2 0-15,0-2 0 0,-1-2 0 16,0-4-1-16,-2-2-21 15,0-2-16-15,2-9 10 16,1-1 2-16,-1-3 21 16,1 1 7-16,2 0-1 15,-2 4 1-15,3 2 4 0,-2 3 7 16,3 2 6-16,0 3-2 16,1 0-8-16,-1 3-6 15,1 6-3-15,-3 2 1 16,1 3-1-16,-2 0 0 15,-2 0-1-15,-2-4 2 0,2-5-2 16,0-5-18-16,-2-1-33 16,0-10-64-16</inkml:trace>
  <inkml:trace contextRef="#ctx0" brushRef="#br0" timeOffset="30039.74">7649 14256 326 0,'0'0'0'0,"0"0"-3"0,0 0 5 16,0 0-2-16,0 0 0 16,0 0-28-16,0 0-96 15</inkml:trace>
  <inkml:trace contextRef="#ctx0" brushRef="#br0" timeOffset="30477.85">7989 13905 429 0,'0'0'-5'0,"0"0"33"16,0 0-28-16,-2 42 0 15,14-21 1-15,3 2 0 16,-1-2 0-16,5-1-1 15,-2-2 0-15,2 0-3 16,-5-4-70-16,-2-7-41 0,-3-5-82 16</inkml:trace>
  <inkml:trace contextRef="#ctx0" brushRef="#br0" timeOffset="30708.9">8113 13906 323 0,'0'0'23'0,"0"0"29"16,0 0-26-16,-34 28-7 15,26-8 2-15,0 6 0 0,-1 2-13 16,2 1-5-16,1 1-2 16,-1 2-1-16,0 0-2 15,1-4 2-15,-3-5 0 16,4-11 0-16,2-11-28 15,1-4-109-15,2-18-80 16</inkml:trace>
  <inkml:trace contextRef="#ctx0" brushRef="#br0" timeOffset="31068.74">8176 14089 403 0,'0'0'5'0,"0"0"-6"16,-10 35 1-16,10-25 0 15,0 2 0-15,0-4 0 0,0-1 0 16,4-1 0-16,-1-3-3 16,2-1 2-16,-3 0 1 15,0-2-4-15,-1 0-24 16,1-7 1-16,0-3 6 15,1-3 7-15,-2 1 10 0,1 1-2 16,0 1 5-16,1 5 35 16,0 2-22-16,3 3-9 15,-2 0-2-15,2 5 0 16,-1 5 2-16,3 1-3 16,-3 1 0-16,2-1 0 0,-2-4 1 15,1-4 0-15,0-3-2 16,-3 0-42-16,1-11-76 15</inkml:trace>
  <inkml:trace contextRef="#ctx0" brushRef="#br0" timeOffset="31346.88">8322 14114 482 0,'0'0'11'0,"0"0"-8"0,0 0-1 0,0 0-4 16,0 0 2-16,0 0 0 15,3 39 0-15,1-25 0 16,1-1 0-16,0-1-1 15,1-4-20-15,0 0-17 16,-1-6-47-16,2 0 25 0,-1-2-18 16,-1 0-56-16</inkml:trace>
  <inkml:trace contextRef="#ctx0" brushRef="#br0" timeOffset="31642.98">8597 14129 486 0,'0'0'24'0,"0"0"-10"15,0 0-15-15,0 0-5 16,0 0-34-16,4-45-43 16</inkml:trace>
  <inkml:trace contextRef="#ctx0" brushRef="#br0" timeOffset="32470.81">8589 13079 297 0,'0'0'6'0,"0"0"17"0,-15-35-1 16,15 27-5-1,6 1-10-15,3 1 1 0,4 2 6 16,2 0-4-16,3 2-4 15,1 2-4-15,0 0 0 16,-4 6-1-16,3 6 0 16,-5 6 0-16,1 7 1 0,-2 9 3 15,-2 11 4-15,3 10-3 16,0 9 6-16,4 9 3 16,2 9-1-16,4 2-3 15,0 2-6-15,3-3-2 16,-3-3-2-16,0-6 0 15,-4-7 1-15,0-6-1 0,-6-7-1 16,-2-4 2-16,-2-6-1 16,-6-5 0-16,-3-5-1 15,0-4 0-15,-8-3 0 16,-6-5 1-16,-4-3 0 0,-5-12 0 16,-2-7 2-16,-6 0 19 15,-2 0-2-15,-3 0-1 16,2 0-6-16,2 0-10 15,5 0-2-15,6 0-1 16,5 0-8-16,5-35-61 0,5-33-101 16,6-12-53-16</inkml:trace>
  <inkml:trace contextRef="#ctx0" brushRef="#br0" timeOffset="35671.83">10321 14072 280 0,'0'0'-4'16,"0"0"-56"-16,0 0-153 15</inkml:trace>
  <inkml:trace contextRef="#ctx0" brushRef="#br0" timeOffset="45352.97">21766 12149 279 0,'0'0'18'0,"0"0"22"0,0 0-32 15,0 0-6-15,-34-5-1 16,18 5 3-16,-5 0 7 16,1 0-5-16,-1 0 1 0,2 0 0 15,3 0 6-15,2 0 3 16,4 0 1-16,2 0-4 15,3 0-4-15,1 3-6 16,3 9-3-16,0 6 1 16,1 8 1-16,0 9 10 15,0 8 2-15,-1 10-2 0,0 7-8 16,-4 6 1-16,1 6-3 16,0 1 0-16,0 1 4 15,1-3 9-15,0-6 6 16,-1-3-1-16,1-2 2 0,-2-4-7 15,-1-5-4-15,-1 0-2 16,1-3-5-16,-3-2 0 16,0-5-2-16,0-3 0 15,1-3 1-15,0-2-1 16,1-3 3-16,1-2 1 16,2-3-1-16,1-2-1 0,3-5 0 15,0 0-1-15,0-3-2 16,6 0 0-16,2-2 0 15,2 2 0-15,1 0 0 16,-1-2-1-16,0 2 0 0,0 2 0 16,-1 1 1-16,-3 0-1 15,-2 2 0-15,0-1 0 16,-2 1 0-16,-1 0 0 16,2 0 0-16,0 1 0 15,0 0 1-15,2 0-1 16,2 2 1-16,1 0-1 0,2 0 0 15,-1 0 0-15,2 0 0 16,-2-1 0-16,2-2 1 16,-1-2-1-16,1-3 0 15,0-3 0-15,2-3 0 16,3-5 1-16,4-4 1 0,3 0 4 16,7-9 6-16,8-6-1 15,7-3-7-15,3-3-3 16,0 0 0-16,0 0-1 15,-4 3-9-15,-7 0-22 0,-7 1-45 16,-7-4-97-16</inkml:trace>
  <inkml:trace contextRef="#ctx0" brushRef="#br0" timeOffset="46066.85">21965 12302 325 0,'0'0'10'0,"0"0"68"0,0 0-14 0,0 0-46 0,0 0-16 15,0 0 8-15,0 0 9 16,3 35-8-16,-3-18-7 16,0 1-2-16,6-2-1 0,1-2-1 15,1-3 0-15,2-6 0 16,3-5 0-16,1 0 0 16,-2-12-4-16,3-5-1 15,0-2 1-15,-5-2 2 16,0 1 1-16,0 2 1 0,-6 4 0 15,-1 4 0-15,-2 4 1 16,-1 6 3-16,0 0 2 16,2 11-5-16,-1 5 3 15,2 6 5-15,0 3 3 16,1 2-6-16,2 2-2 0,-1-2-2 16,2-2-1-16,-2-4 1 15,-2-4-2-15,2-6 1 16,-5-1-1-16,0-5 0 15,-6 0 1-15,-5-1 0 16,-1-2-1-16,-6 0 0 16,0 0 0-16,-3-2 0 0,3 0 0 15,-2 0-3-15,0 0-4 16,4 0-8-16,4 0-7 16,5 0-3-16,2 0-11 15,5 0-12-15,0 0-73 16,3 0 49-16,7 0-76 0</inkml:trace>
  <inkml:trace contextRef="#ctx0" brushRef="#br0" timeOffset="46270.84">22289 12459 354 0,'0'0'27'0,"0"0"34"0,0 0-50 0,0 0 16 16,0 0-12-16,11 35-6 0,-10-23-4 16,0 1-5-16,-1 0 1 15,2 0-1-15,0-3-28 16,-2-1-62-16,2-3-51 16</inkml:trace>
  <inkml:trace contextRef="#ctx0" brushRef="#br0" timeOffset="46442.94">22366 12474 317 0,'0'0'74'16,"0"0"-42"-16,0 0 20 0,0 0-21 16,15 30-13-16,-8-18-12 15,-2 2-4-15,1 0-2 16,-1-1-28-16,-1-3-105 15</inkml:trace>
  <inkml:trace contextRef="#ctx0" brushRef="#br0" timeOffset="47096.82">21944 12803 403 0,'0'0'17'0,"0"0"45"0,0 0-45 16,0 0 4-1,-6 38-4-15,6-23-9 0,1 0-4 16,4-2-2-16,5-2-2 15,-3 0 0-15,3-2 0 16,0-1-8-16,0-3-18 16,1-5-17-16,0 0 0 0,2-4 23 15,-3-7 16-15,-2-5 4 16,-2 0 0-16,-1 1 1 16,-3 2 16-16,0 3 14 15,-2 1 4-15,0 7-4 16,0 2-9-16,0 1-17 0,1 10-3 15,0 2 1-15,1 5-1 16,0 1 3-16,1 2-3 16,0 1-1-16,-3-1 0 15,0 2-1-15,0-5 0 16,-3-1 2-16,-5-2-1 0,-1-3 0 16,-1-4-1-16,-1-2 0 15,-3-2 1-15,0-3-1 16,-2 1-1-16,1-2-1 15,0 0-14-15,3 0-4 16,1 0-8-16,5 1-30 0,3-1-53 16,3 0-13-16</inkml:trace>
  <inkml:trace contextRef="#ctx0" brushRef="#br0" timeOffset="47392.66">22222 13009 264 0,'0'0'26'0,"0"0"88"16,0 0-41-16,0 0-26 15,0 0-37-15,0 0 1 0,0 0 8 16,0 34-13-16,2-16-5 16,0-1-1-16,-2 0 1 15,0-2-15-15,0-2-37 16,0-5-55-16,0-6-68 16</inkml:trace>
  <inkml:trace contextRef="#ctx0" brushRef="#br0" timeOffset="47735.87">22299 13064 286 0,'0'0'19'0,"0"0"60"16,0 0-29-16,0 0-10 15,0 0-1-15,31-18-13 16,-28 15-12-16,2 2-6 15,-2 1-8-15,2 0 2 0,-4 0-2 16,2 0 0-16,-3 0 0 16,1 2 0-16,-1 4 0 15,0-2 0-15,0 4 0 16,0-1 0-16,0 1 0 16,0 0-1-16,0 0 0 0,0 0-5 15,0-2 2-15,0 0-1 16,3-2 2-16,3-1 3 15,2-2 0-15,4 0 0 16,3-1 1-16,2 1-2 16,1-1-13-16,0 0-20 0,-3-1-45 15,-3-3-105-15</inkml:trace>
  <inkml:trace contextRef="#ctx0" brushRef="#br0" timeOffset="48160.79">22048 13252 320 0,'0'0'86'0,"0"0"-30"0,0 0-34 16,0 0-16-16,0 0-5 15,0 0 0-15,0 0-2 16,0 0 2-16,0 0-20 0,0 0-45 16,12 13-64-16,-12-13-127 15</inkml:trace>
  <inkml:trace contextRef="#ctx0" brushRef="#br0" timeOffset="49187.54">22202 13115 90 0,'0'0'45'0,"0"0"6"0,0 0-19 0,0 0-5 15,0 0-4-15,0 0-5 16,0 0 3-16,0 0 2 16,-30-14-5-16,29 12 4 15,1-2 7-15,0-1-9 0,0-1-3 16,0 0 3-16,1-2-1 15,3 0-12-15,2 2-1 16,4 0-1-16,-3 2-1 16,1 1 3-16,1 2-1 15,1 1 1-15,-1 0-5 16,0 6 1-16,-3 5-2 0,1 1 0 16,-3 4 0-16,-3 0-1 15,-1 1 1-15,0 1-1 16,-5 1 2-16,-3 0-2 15,1-4 1-15,-1 1-1 16,0-5 0-16,4-2 1 0,1-4-1 16,3-3 0-16,0-2 1 15,5 0-1-15,8 0 0 16,4-4 1-16,1 0-1 16,5-3 0-16,1 2 0 15,1-1 0-15,-1 0-2 0,-4 1-20 16,0-2-36-16,-6-2-66 15,-3 1-22-15</inkml:trace>
  <inkml:trace contextRef="#ctx0" brushRef="#br0" timeOffset="49446.83">22399 13051 298 0,'0'0'43'0,"0"0"69"0,0 0-78 0,0 0-17 0,0 0 18 16,-5 39-9-16,6-20-8 16,2 2-11-16,-2 1-3 0,0 0-3 15,-1 1-1-15,0-2-7 16,0-5-68-16,0-3-141 15</inkml:trace>
  <inkml:trace contextRef="#ctx0" brushRef="#br0" timeOffset="49780.91">22068 13426 487 0,'0'0'27'16,"0"0"29"-16,0 0-36 15,0 0-18-15,0 0 0 16,0 0-2-16,0 0-2 16,0 0-32-16,0 0-52 15,20-2-96-15</inkml:trace>
  <inkml:trace contextRef="#ctx0" brushRef="#br0" timeOffset="50008.77">22080 13566 107 0,'0'0'358'0,"0"0"-357"16,0 0-18-16,0 0-58 15,0 0-44-15,0 0-94 16</inkml:trace>
  <inkml:trace contextRef="#ctx0" brushRef="#br0" timeOffset="50181.71">22078 13767 462 0,'0'0'1'15,"0"0"-7"-15,0 0-154 16</inkml:trace>
  <inkml:trace contextRef="#ctx0" brushRef="#br0" timeOffset="50988.33">22896 12290 191 0,'0'0'28'0,"0"0"30"0,0-32-9 0,0 27 6 0,0 1 3 16,0 4-5-16,-2 1-35 15,-1 9-13-15,1 4 9 16,1 3-1-16,1 4-6 0,0-1-5 15,0 3-1-15,0 0 0 16,4-2-1-16,0-2 0 16,4-4 0-16,-1-7-6 15,3-3-8-15,1-5 2 16,1 0 4-16,-2-13 2 0,1 0 2 16,-2-4 1-16,-2-1 3 15,0-2 0-15,-3 4 0 16,-2 2 0-16,0 3 1 15,-2 4 2-15,0 4 12 0,1 3-1 16,0 3-11-16,1 8-2 16,0 6 3-16,2 4 1 15,0 3 0-15,1 2-3 16,-1-1-1-16,-1-1 0 16,-1-3-1-16,-2-5 1 15,0-2-1-15,0-5 0 0,-5-2 2 16,-5-2 1-16,-3-2-3 15,-2-1 0-15,1-2 0 16,-3 0 0-16,1 0-14 16,2 0-17-16,3 0-23 15,3 0-47-15,4-3-21 0</inkml:trace>
  <inkml:trace contextRef="#ctx0" brushRef="#br0" timeOffset="51856.88">23120 12535 145 0,'1'-4'47'0,"-1"-1"29"0,0 1-11 16,0 1 11-16,1 1-16 16,-1 2-14-16,0 0-19 15,0 3-23-15,1 4-1 0,-1 4 3 16,2 1 0-16,-1 2-5 15,2 2 0-15,-1-2-1 16,1 0 0-16,1-1-1 16,-1-3-42-16,0-3-59 15,0-6-94-15</inkml:trace>
  <inkml:trace contextRef="#ctx0" brushRef="#br0" timeOffset="52218.35">23292 12549 168 0,'0'0'162'0,"0"0"-67"16,0 0-38-16,31-22-22 15,-24 20-11-15,-3 2-9 0,-1 0-10 16,-1 2-5-16,-1 3 1 15,-1 3-1-15,0-1 1 16,0 3-1-16,-2-2-1 16,-3 1-6-16,-2-1-10 15,1 0 3-15,-2-2 5 0,-1 1 1 16,2-2 1-16,1 2 4 16,3-3 1-16,2 1-3 15,1-1-1-15,4-1 2 16,6 1 4-16,7-1 0 15,3-2 0-15,5-1 0 0,2 0-14 16,0 0-36-16,-3 0-40 16,-3 0-53-16</inkml:trace>
  <inkml:trace contextRef="#ctx0" brushRef="#br0" timeOffset="52747.79">22857 12920 489 0,'0'0'20'0,"0"0"13"0,0 0-33 0,0 0 2 15,7 27-1-15,2-17 0 16,2-1-1-16,-1 0 2 16,0-2-2-16,0-3 0 15,0-1-8-15,0-3-11 16,-2-3-4-16,0-5-1 0,-1-5 19 16,-3 0 4-16,-2-1 2 15,-1 3-1-15,-1 1 2 16,0 3 18-16,0 3 9 15,0 3-6-15,0 1-16 16,1 5-8-16,4 6 2 0,1 3-1 16,-3 4 0-16,1 4 1 15,-2 1-2-15,-2 1 1 16,0 1 1-16,-4-3 0 16,-3-3-2-16,-3-3 3 15,0-5-2-15,0-2 1 0,0-4-2 16,-1-2 2-16,2-3 0 15,2 0-2-15,1 0-8 16,2 0-16-16,3-4-41 16,1-4-66-16,1-3-77 15</inkml:trace>
  <inkml:trace contextRef="#ctx0" brushRef="#br0" timeOffset="53044.69">23079 13070 364 0,'0'0'17'16,"0"0"29"-16,0 0-7 0,0 0-4 16,33-12-6-16,-29 12-8 15,-1 4-7-15,-2 3-10 16,0 4-3-16,1-1 0 16,-2 2-1-16,0 1 0 15,0-1 0-15,0-1-8 0,-3 0-13 16,-1-1 3-16,0-2 6 15,-1-1 7-15,2-1 2 16,1-2 3-16,2-1 0 16,0-1 0-16,0-2-1 15,10 0 1-15,4 0 0 0,3 0-2 16,4-5-9-16,1-1-35 16,0-1-74-16,-1-3-39 15</inkml:trace>
  <inkml:trace contextRef="#ctx0" brushRef="#br0" timeOffset="53353.92">23319 13090 291 0,'0'0'125'16,"0"0"-71"-16,0 0-15 16,0 0-20-16,0 0-9 0,32-23 2 15,-26 23-6-15,-2 7-3 16,-3 1-1-16,0 2-2 15,-1-1 0-15,0 2-2 16,0-2-10-16,-3 1-13 16,-3-2-4-16,1-1 1 0,-1 0 5 15,2-1 16-15,-1-2 7 16,3 1 0-16,2-3 0 16,0 0-1-16,5-2 1 15,6 0 2-15,5 0-1 16,4 0 1-16,5-3 0 15,-1 0-1-15,2 0-1 0,-2-2 0 16,-5 0-86-16,-6 0-170 16</inkml:trace>
  <inkml:trace contextRef="#ctx0" brushRef="#br0" timeOffset="53826.97">23007 13364 411 0,'0'0'26'0,"0"0"46"0,11-34-35 0,-6 31-21 0,0 3-15 16,0 1 0-16,0 6-1 15,-2 3-5-15,-1-1-58 16,-2-2-109-16</inkml:trace>
  <inkml:trace contextRef="#ctx0" brushRef="#br0" timeOffset="54011.62">23038 13566 467 0,'0'0'7'0,"0"0"1"15,0 0-8-15,0 0 0 16,0 0-26-16,0 0-111 16,0 0-108-16</inkml:trace>
  <inkml:trace contextRef="#ctx0" brushRef="#br0" timeOffset="54168.87">23078 13670 451 0,'0'0'13'0,"0"0"20"16,0 0-23-16,0 0-8 15,32 0-2-15,-28 0-14 16,-2 0-143-16</inkml:trace>
  <inkml:trace contextRef="#ctx0" brushRef="#br0" timeOffset="54754.14">22764 13801 517 0,'0'0'6'15,"0"0"-5"-15,0 0 1 16,7 40 5-16,2-26-3 16,2 1-3-16,0-3 0 15,1 0 0-15,1-3-1 16,-1-4 0-16,2-4-9 0,-2-1-19 16,-1-3 3-16,0-10 11 15,-1-2 7-15,-2-2 6 16,-4 0 2-16,1 2-1 15,-5 0 6-15,0 5 20 16,0 3 7-16,0 5-4 0,0 2-1 16,1 4-25-16,2 8-1 15,0 6 0-15,2 3 3 16,-1 5-1-16,0 2-3 16,-1 1 2-16,-3 0-1 15,0-1 0-15,0-3-1 0,-4-5 0 16,-3-3 0-16,0-4 0 15,-3-5-1-15,0-2 0 16,-3-3-10-16,-1-2-23 16,-3-1-10-16,0 0-20 15,1-1-36-15,0-2-25 0</inkml:trace>
  <inkml:trace contextRef="#ctx0" brushRef="#br0" timeOffset="55732.05">23046 14067 380 0,'0'0'14'0,"0"0"42"0,0 0-22 0,0 0-26 0,0 0-7 15,0 0-2-15,0 0 4 16,0 0 8-16,0 0-4 16,0 0-4-16,0 0 0 15,0 0 0-15,0 0 5 16,-1 34-1-16,2-24-2 0,0-2-1 16,0 2-2-16,-1-2-1 15,2-1-1-15,-2-1 0 16,2-3 1-16,-1 0-2 15,0-2 2-15,-1 0-1 16,0-1 0-16,0 0 0 0,0 0 0 16,0 0 0-16,0-3 1 15,0-3 7-15,0-2-6 16,0-2-2-16,0-2 0 16,0 1 0-16,0-2 0 15,1 0 0-15,3 0 0 0,1 0 0 16,0 3 0-16,2 1 1 15,0 1-1-15,1 2 0 16,0 2 0-16,2 0 0 16,-2 4 0-16,1 0 0 15,1 0-1-15,-1 0 1 0,-1 0 0 16,0 3 0-16,-3 1 1 16,0-1-1-16,-2 2-1 15,0 2 2-15,-1 0 0 16,1 1 2-16,-1 1-3 15,0 0 0-15,1 0 0 0,1-1-2 16,-1-4-54-16,0-2-104 16</inkml:trace>
  <inkml:trace contextRef="#ctx0" brushRef="#br0" timeOffset="56496.35">23316 14058 222 0,'0'0'64'0,"0"0"14"0,0 0-16 16,0 0-22-16,0 0-15 15,-6-31-8-15,14 24 0 16,2 0-4-16,1 3-6 0,0 2-3 16,0 2-3-16,-3 0-1 15,-2 1 1-15,-2 7-2 16,-4 3 1-16,0 1 0 16,0 2-1-16,-6 0 1 15,0 2 1-15,0-3-1 0,0 0-1 16,2-2 0-16,3-3-2 15,1-2 3-15,0-3-2 16,9-3-1-16,6 0 3 16,5 0 1-16,5-6-9 15,4-6-41-15,4-3-67 0,1-5-219 16</inkml:trace>
  <inkml:trace contextRef="#ctx0" brushRef="#br0" timeOffset="57636.18">22120 13901 261 0,'0'0'51'0,"0"0"51"15,0 0-67-15,0 0-2 16,-30 32-16-16,30-16-1 0,0 1-7 15,2-2-3-15,6-2-4 16,2-2-1-16,1-3 0 16,-1-3 0-16,0-5-1 15,1 0 1-15,-1-7-8 16,0-5-7-16,-1-5 5 0,-2-3 1 16,0-1 6-16,-3 3 2 15,-1 4 1-15,-3 3-1 16,0 4 7-16,0 5 10 15,1 2-2-15,1 9-14 16,1 6 0-16,1 6 4 0,-1 6-1 16,-1 4-2-16,-1 2-1 15,-1 2 0-15,0-2-1 16,-5-3 1-16,-2-4-1 16,-1-6 1-16,-2-5-1 15,2-4 0-15,-4-6 0 0,1-3 0 16,1-2 1-16,0 0 0 15,3 0 0-15,-3-6 1 16,6 0-9-16,1-2-5 16,3 1-3-16,0-2-21 15,6-1-31-15,5-2-24 16</inkml:trace>
  <inkml:trace contextRef="#ctx0" brushRef="#br0" timeOffset="57996.42">22284 14188 298 0,'0'0'114'0,"0"0"-99"0,0 0-5 0,0 0 37 16,0 0-22-16,0 0-2 0,0 0-9 15,0 0-9-15,0 0-3 16,0 0-1-16,14 20 0 15,-14-20-1-15,0-4 3 16,0-3 0-16,1-1-2 16,2-2-1-16,1 0 0 0,1 0-1 15,1 3 1-15,0 1 2 16,1 2-2-16,0 3 1 16,-1 1-1-16,1 0 0 15,-1 9-1-15,-1-1 1 16,0 3 0-16,-1 0 0 0,-1 0 0 15,0-3 0-15,-1-4-1 16,-2-4-12-16,3 0-55 16,1-6-87-16,-1-6-76 15</inkml:trace>
  <inkml:trace contextRef="#ctx0" brushRef="#br0" timeOffset="58172.05">22444 14144 418 0,'0'0'67'0,"0"0"-34"0,0 0 0 16,0 0-8-16,0 0-3 15,19 39-22-15,-15-24 0 16,0 0 0-16,0-3 6 16,1-6-5-16,0-6-1 15,2-4-23-15,5-13-69 0,7-10-193 16</inkml:trace>
  <inkml:trace contextRef="#ctx0" brushRef="#br0" timeOffset="59129">23365 12131 321 0,'0'0'4'0,"0"0"13"16,0 0 7-16,34-14-13 15,-10 11 4-15,4-2 4 0,7 2-5 16,2 0-7-16,-2 1-5 16,0 0-2-16,-2 2 1 15,-4 0-1-15,-3 0 1 16,-5 0-1-16,-3 0 0 0,-2 4 3 15,-2 7 5-15,-3 7-1 16,1 9 2-16,0 9-1 16,-1 14 2-16,0 14 1 15,0 15 0-15,-3 14 0 16,1 15-6-16,-1 10-2 16,2 11 0-16,0 6-3 0,-2 4 1 15,1-3 1-15,-4-5 0 16,-3-6 0-16,-2-10-2 15,-1-11 2-15,-8-15-2 16,-3-8 1-16,-2-15-1 16,-1-10 2-16,1-9 0 0,-2-10 8 15,2-7 5-15,3-9-5 16,-1-5-2-16,4-8-8 16,3-1 0-16,1-5 0 15,1-2 8-15,-2 0 4 16,1 0 8-16,-5-3 6 0,-1-1-3 15,-6 2-14-15,-5 2-4 16,-6 0-3-16,-7 0 0 16,-8-3-2-16,-1-13 0 15,-3-13-10-15,4-12-78 16</inkml:trace>
  <inkml:trace contextRef="#ctx0" brushRef="#br0" timeOffset="60619.66">20711 12973 16 0,'0'0'37'0,"-32"0"0"0,20-10 20 0,0-4-15 16,4-3-6-16,1 2 11 15,2 1 2-15,1 3 30 16,3 3-14-16,1 6-17 16,5 2-14-16,7 12-32 15,6 7 0-15,4 10 0 0,4 6 0 16,2 6-1-16,1 2-1 15,0 1 0-15,-2-3-1 16,-2-6-25-16,-3-9-79 16,-3-12-61-16,-3-11-76 15</inkml:trace>
  <inkml:trace contextRef="#ctx0" brushRef="#br0" timeOffset="60798.48">20989 12991 315 0,'0'0'-8'15,"0"-39"99"-15,0 34-6 0,-4 6-21 16,-4 19-55-16,-5 16 0 16,-1 11 24-16,-5 10-8 15,-1 8-14-15,0 7-4 16,0 0-6-16,3-1 0 16,3-4-2-16,3-4 0 15,1-10-35-15,0-13-43 0,3-14-37 16,4-13-84-16</inkml:trace>
  <inkml:trace contextRef="#ctx0" brushRef="#br0" timeOffset="61125.69">21131 12761 366 0,'0'0'12'0,"-1"-29"42"15,0 21-2-15,1 4-20 16,0 1-9-16,0 3-1 0,0 0-9 16,0 0-10-16,0 0-2 15,2 0-1-15,2 3 1 16,1 0-1-16,1-1 0 15,2-2 1-15,2 0-1 16,2 0 0-16,4 0 1 16,0-2-2-16,2 1-7 0,1 1-32 15,0 0-25-15,-3 0-76 16,-2 0-55-16</inkml:trace>
  <inkml:trace contextRef="#ctx0" brushRef="#br0" timeOffset="61672.94">21123 13275 349 0,'0'0'41'0,"0"0"15"0,0 0-6 0,4-28-31 0,6 23-14 15,4 0-3-15,4 0 1 16,-1 0-2-16,3 2-1 16,-2 0 2-16,1-2-4 15,-5 1-21-15,2-2-43 0,-6-3-59 16,-1-4-22-16</inkml:trace>
  <inkml:trace contextRef="#ctx0" brushRef="#br0" timeOffset="62349.73">17929 13384 267 0,'0'0'1'0,"-37"-23"19"0,29 18 28 0,5 5 8 15,3 0-22-15,6 7-31 16,8 7-1-16,7 3 3 16,3 3-2-16,5-1 0 15,1 3-2-15,0-2-1 0,0-2 1 16,-5-1-1-16,-2 0 0 15,-5-1-17-15,-2-3-58 16,-8-6-9-16,-2-6-73 16</inkml:trace>
  <inkml:trace contextRef="#ctx0" brushRef="#br0" timeOffset="62832.77">18054 13354 268 0,'0'0'6'0,"0"0"50"0,0 0 5 0,0 0-53 0,0 0 14 16,-31 39 19-16,16-8-20 0,-2 4-12 15,-3 5-6-15,3 2-3 16,4 4 0-16,2-3-2 15,3-5-68-15,3-10-114 16</inkml:trace>
  <inkml:trace contextRef="#ctx0" brushRef="#br0" timeOffset="63216.93">18221 13449 316 0,'0'0'15'16,"0"0"1"-16,0 0 47 16,0 0-16-16,0 0-19 15,0 0-18-15,0 0-8 16,-2-29-1-16,17 29-1 0,2 0 0 15,3 0 0-15,-2 1-10 16,-3 3-54-16,-5-2-72 16,-5 0-49-16</inkml:trace>
  <inkml:trace contextRef="#ctx0" brushRef="#br0" timeOffset="63360.77">18213 13566 268 0,'0'0'-1'0,"0"0"1"15,0 0 0-15,0 0 1 16,28 13 5-16,-4-22-2 0,5-3-3 16,2-2 0-16,2-5-23 15,-1-6-125-15</inkml:trace>
  <inkml:trace contextRef="#ctx0" brushRef="#br0" timeOffset="63857.68">18765 13084 368 0,'0'0'-1'15,"0"0"3"-15,-8-32 14 16,-2 27-5-16,-1 4-8 15,-4 1-2-15,-1 0 0 16,-4 0 0-16,0 6-1 0,0 4 0 16,0 2 1-16,2 4 0 15,4 6 5-15,3 6 1 16,2 12 1-16,4 13 5 16,1 13 6-16,1 13-6 0,0 13 0 15,-2 4-7-15,2 5-5 16,0-2-1-16,0-3 1 15,0-9-1-15,1-8 1 16,-3-8 0-16,-2-11-1 16,-3-9 0-16,-1-8 0 0,-1-10 0 15,3-31 2-15,2-2-2 16,6 0 0-16,1 0 0 16,8 0 1-16,10 0-1 15,6 0 0-15,8 0 0 16,1 0 2-16,2-13 0 15,-2-4-1-15,-4 2 1 0,-3 0-2 16,-6 1 0-16,-5-3-5 16,-1-4-52-16,-5-5-65 15,1-7-5-15</inkml:trace>
  <inkml:trace contextRef="#ctx0" brushRef="#br0" timeOffset="64106.79">18853 13237 424 0,'0'0'-17'0,"0"0"25"0,0 0 12 16,0 0-20-16,0 0 1 15,0 0 0-15,0 0-1 16,12 35 0-16,-7-15 0 16,0-1-8-16,-1-2-88 15,-2-4-39-15</inkml:trace>
  <inkml:trace contextRef="#ctx0" brushRef="#br0" timeOffset="64359.69">18873 13617 303 0,'0'0'27'16,"0"0"78"-16,0 0-49 15,0 0-28-15,0 0-21 0,0 0-4 16,0 0-3-16,19 33 1 15,-17-19-1-15,0 2-8 16,0-1-54-16,-2 0-100 16</inkml:trace>
  <inkml:trace contextRef="#ctx0" brushRef="#br0" timeOffset="64534.69">18888 13873 216 0,'0'0'86'16,"0"0"-18"-16,0 0-42 15,0 0 3-15,25 30-10 16,-18-13-13-16,-5 4-4 16,2 2-1-16,-2 3 0 0,-2-3-58 15,2-4-100-15</inkml:trace>
  <inkml:trace contextRef="#ctx0" brushRef="#br0" timeOffset="65308.58">18999 13146 206 0,'0'0'23'0,"0"0"46"16,0 0 0-16,0 0-21 15,0 0-28-15,31-15-4 0,-6 22 2 16,4 4-7-16,0 3-5 16,4 4-5-16,-4 2-1 15,-1 0 2-15,-3-3-21 16,-6-3-58-16,-4-5-41 15,-5-6-11-15</inkml:trace>
  <inkml:trace contextRef="#ctx0" brushRef="#br0" timeOffset="65558.53">19227 13125 264 0,'0'0'16'15,"0"0"48"-15,0 0-12 16,0 0-32-16,0 0-7 16,-34 7 5-16,26 7-3 15,-2 3-10-15,0 3-3 0,-2 3-2 16,2 1 1-16,-2 1-1 16,1 2-5-16,2-4-58 15,1-1-49-15,1-6-38 16</inkml:trace>
  <inkml:trace contextRef="#ctx0" brushRef="#br0" timeOffset="65794.13">19326 13252 307 0,'0'0'14'0,"0"0"62"16,0 0-56-16,0 0 11 16,0 0-6-16,0 0-12 0,18 32-9 15,-15-18-3-15,2 1 1 16,-2 2-2-16,1-4-10 16,-1 0-65-16,0-6-78 15</inkml:trace>
  <inkml:trace contextRef="#ctx0" brushRef="#br0" timeOffset="65968.67">19428 13287 278 0,'0'0'33'0,"0"0"-11"15,0 0 41-15,0 0-13 16,0 0-24-16,36 23-18 15,-28-13-7-15,1 3 1 16,-1 0-4-16,-4-1-73 0,-1-2-104 16</inkml:trace>
  <inkml:trace contextRef="#ctx0" brushRef="#br0" timeOffset="66377">19227 13534 301 0,'0'0'14'0,"0"0"63"0,0 0-22 0,0 0-50 16,0 0-3-16,0 0 1 16,34 31 0-16,-15-14-3 15,-3 1 2-15,1-1-22 0,-5-2-116 16,0-7-120-16</inkml:trace>
  <inkml:trace contextRef="#ctx0" brushRef="#br0" timeOffset="66625.92">19354 13530 271 0,'0'0'12'0,"0"0"55"15,0 0 13-15,0 0-32 16,0 0-13-16,0 0-22 15,0 0-8-15,0 0 0 16,-32 11 0-16,23 6-4 16,0 4 0-16,1-1-1 0,2 4-1 15,0-2-43-15,2-4-88 16,-1-7-146-16</inkml:trace>
  <inkml:trace contextRef="#ctx0" brushRef="#br0" timeOffset="67574.22">19422 13624 259 0,'0'0'51'0,"0"0"23"0,0 0-31 0,4-27-8 15,2 20-8-15,2 3-6 16,3 0-14-16,1 4-3 16,0 0-3-16,-1 2 0 0,-4 9-1 15,-2 3 0-15,-4 3 0 16,-1 2 0-16,0 2 0 15,-4-2-1-15,-2 0-6 16,-1-2-9-16,-2-5-1 16,4-1-1-16,-1-4 7 0,3-4 5 15,3-1 6-15,0-2 1 16,5 0-1-16,7-3 0 16,4-4 0-16,5-1 1 15,1-2-2-15,4-2-9 16,-1 1-68-16,-1-2-15 15,-4-2-65-15</inkml:trace>
  <inkml:trace contextRef="#ctx0" brushRef="#br0" timeOffset="67722.77">19642 13597 279 0,'0'0'42'15,"0"0"47"-15,0 0-58 16,0 0-24-16,0 0 8 15,0 0-1-15,7 38-9 16,3-23-3-16,-1 1-1 0,-2-4-44 16,-1-2-141-16</inkml:trace>
  <inkml:trace contextRef="#ctx0" brushRef="#br0" timeOffset="68355.91">19536 13299 347 0,'0'0'24'0,"0"0"42"0,0 0-29 15,0 0-33-15,0 0-5 16,0 0 1-16,0 0-1 16,0 0-38-16,0 0-78 15,0 0-59-15</inkml:trace>
  <inkml:trace contextRef="#ctx0" brushRef="#br0" timeOffset="68546.8">19766 13219 413 0,'0'0'3'0,"0"0"64"16,0 0-24-16,0 0-25 16,0 0-16-16,0 0-4 0,0 0 0 15,0 0-34-15,12-2-80 16,-5 2-55-16</inkml:trace>
  <inkml:trace contextRef="#ctx0" brushRef="#br0" timeOffset="68704.45">19903 13237 425 0,'0'0'-5'16,"0"0"14"-16,0 0-5 0,0 0-3 15,32 0-2-15,-25 5-73 16,-3 0-117-16</inkml:trace>
  <inkml:trace contextRef="#ctx0" brushRef="#br0" timeOffset="68962.8">19788 13710 519 0,'0'0'5'0,"0"0"-5"16,0 0-4-16,0 0-35 15,0 0-58-15,0 0-48 16</inkml:trace>
  <inkml:trace contextRef="#ctx0" brushRef="#br0" timeOffset="69163.58">19985 13633 308 0,'0'0'191'16,"0"0"-161"-16,0 0 10 15,0 0-31-15,0 0-11 16,0 0 2-16,0 0-6 16,0 0-54-16,4 7-114 15</inkml:trace>
  <inkml:trace contextRef="#ctx0" brushRef="#br0" timeOffset="69475.11">19250 14214 581 0,'0'0'5'15,"0"0"-3"-15,0 0-13 16,0 0-1-16,0 0-5 15,28 1 4-15,-24-8-16 16,-4-6-78-16,3-5-67 16</inkml:trace>
  <inkml:trace contextRef="#ctx0" brushRef="#br0" timeOffset="69646.27">19644 14091 524 0,'0'0'5'0,"0"0"-6"15,0 0-2-15,0 0 0 16,0 0-66-16,0 0-64 0,0 0-128 16</inkml:trace>
  <inkml:trace contextRef="#ctx0" brushRef="#br0" timeOffset="69803.13">19782 14113 480 0,'0'0'3'16,"0"0"-4"-16,0 0-5 15,30-30-86-15,-20 16-39 16</inkml:trace>
  <inkml:trace contextRef="#ctx0" brushRef="#br0" timeOffset="70349.84">19906 13071 408 0,'0'0'11'15,"0"0"22"-15,19-40-1 0,-1 33-17 16,2 2-3-16,2 2-4 15,0 3-1-15,-2 0-3 16,-3 0-3-16,-3 11-1 16,-1 3 1-16,-4 3 0 15,1 5 0-15,-1 6 0 0,-2 10 3 16,-1 10 1-16,1 13 1 16,-3 12 5-16,2 15-2 15,2 8 0-15,0 7-1 16,4 3-4-16,2 0 0 15,0 1-3-15,1-7 0 0,-2-8 0 16,-6-8 0-16,-4-10-1 16,-3-70 0-16,-4-4 0 15,-6 0 0-15,-8 0 1 16,-2 0-1-16,-4 0 1 16,-4 0 1-16,-4 0 2 0,-5 0 20 15,-4 0 6-15,0 0-8 16,2 0-12-16,2 0-8 15,10 0-1-15,10 0-2 16,13 0-70-16,10-93-151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58:19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18601 9785 37 0,'0'0'344'0,"-5"28"-339"0,8-6-6 0,12 9 13 0,9 6 12 0,6 6 1 16,8 4 10-16,2 4 2 16,2 2-17-16,1 0-6 15,-2-2-7-15,-3-3-4 0,-6-3-1 16,-2-9-1-16,-8-5 1 15,-4-7-2-15,-4-6-1 16,-5-6-18-16,-4-8-44 16,-4-4-76-16,-1-10-72 15</inkml:trace>
  <inkml:trace contextRef="#ctx0" brushRef="#br0" timeOffset="231.96">19041 9774 378 0,'0'0'-9'0,"0"0"88"15,-45 22-34-15,22 12-1 16,-5 12-1-16,-4 9-10 16,-7 9-10-16,-3 7-9 15,-3 0-9-15,-1 0-2 0,1 1-3 16,2-5 2-16,5-6-8 15,6-10-33-15,9-9-23 16,6-13-28-16,7-14-108 16</inkml:trace>
  <inkml:trace contextRef="#ctx0" brushRef="#br0" timeOffset="464.05">19265 9611 423 0,'0'0'12'0,"-28"12"49"16,5 10-39-16,-2 8-1 0,-3 4-8 15,1 4-6-15,2 0-5 16,4 0 0-16,7-1-2 15,5-5-4-15,5-5-59 16,3-7-177-16</inkml:trace>
  <inkml:trace contextRef="#ctx0" brushRef="#br0" timeOffset="698.8">19396 9848 271 0,'0'0'224'16,"0"0"-176"-16,0 0-30 15,34 44-12-15,-18-20 12 16,4 2-6-16,-1 1-8 0,0 0-1 16,0 2-1-16,-2 0-1 15,1 1 0-15,-2 0-6 16,-1-2-33-16,-1-8-61 15,-1-6-85-15</inkml:trace>
  <inkml:trace contextRef="#ctx0" brushRef="#br0" timeOffset="918.97">19751 9863 484 0,'0'0'1'15,"-37"-3"54"-15,17 4-3 16,-2 16-10-16,-1 9 3 16,-3 7-11-16,-4 7-6 15,1 9-6-15,0 1-14 0,0 3-4 16,1 1-3-16,3 1-1 16,1-4-40-16,1-6-54 15,-2-15-119-15</inkml:trace>
  <inkml:trace contextRef="#ctx0" brushRef="#br0" timeOffset="1457.22">20701 9711 374 0,'0'0'33'0,"-47"13"22"0,11 14-36 0,-1 17 1 16,-4 9-5-16,3 5-5 16,4 2 17-16,9 0-2 0,12-5-12 15,13-7-5-15,4-9-6 16,20-7 2-16,10-11 0 16,8-12-2-16,8-9-2 15,3-12-30-15,5-13-75 16,-2-11-85-16</inkml:trace>
  <inkml:trace contextRef="#ctx0" brushRef="#br0" timeOffset="2187.33">21099 9883 297 0,'0'0'16'0,"0"0"70"15,-22-33-12-15,10 28-24 16,-4 3-4-16,-2 2-8 0,-3 7-9 16,0 6-8-16,-3 8-6 15,3 3-5-15,0 3-5 16,3 2-2-16,4 0-2 16,4 1 1-16,4-5-2 15,6-2 3-15,0-3-3 16,3-7-1-16,10-5-3 0,-1-8-9 15,6 0 5-15,0-16-2 16,2-6 0-16,1-6-2 16,0-5 4-16,-1 0 2 15,-4 2-3-15,-5 3-35 0,-2 8 36 16,-8 7 18-16,-1 8 28 16,0 5-14-16,-1 6-19 15,-4 9 8-15,1 3 5 16,3 5-1-16,-1 2-4 15,2 1-3-15,0 0 0 16,6-2-2-16,3-2 0 0,2-4-4 16,3-3-3-16,2-7-5 15,2-8-7-15,-1 0 1 16,1-12 10-16,3-7 1 16,-2-4-2-16,1-1 1 15,0 0-2-15,-3 4 1 0,-2 5-4 16,-3 7 0-16,-5 6 3 15,-2 2 0-15,-5 7 2 16,0 6 1-16,0 0 1 16,-1 2 1-16,-3 1-1 15,-2-1 0-15,2-1 0 0,2-2 0 16,-2-5-1-16,3 0-1 16,1-5 1-16,0-2-1 15,3-2 1-15,4-10 1 16,4-3-1-16,3-4-1 15,2-3-1-15,3-1-4 0,1 2-3 16,0 4-4-16,0 8 5 16,-3 5 7-16,-3 4 1 15,-4 10-1-15,-5 6 2 16,1 1 2-16,-3 1 1 16,1 0 1-16,-1-1-8 0,3-4-28 15,2-3-20-15,1-5-47 16,1-5-96-16</inkml:trace>
  <inkml:trace contextRef="#ctx0" brushRef="#br0" timeOffset="2724.87">21861 9509 478 0,'0'0'-5'0,"0"0"32"0,0 0 6 0,0 0-24 16,-10 29 24-16,10 5 3 15,-4 9-12-15,1 4-7 16,0 5-6-16,2 1-5 16,1 0-3-16,0-2 1 0,0-7 0 15,0-9-1-15,1-8-3 16,1-11 2-16,0-10-4 15,0-6 0-15,3-10 6 16,2-10-6-16,6-8-2 16,2-5-1-16,5 0 4 0,0 1 1 15,-1 6 0-15,-3 7 0 16,-4 8-1-16,-5 6 1 16,-1 5 0-16,-2 0-2 15,0 10 0-15,-1 2 2 16,-1 1-1-16,-1 2 2 0,-1-2 2 15,-2 2-1-15,-6-1 0 16,-2-1 0-16,-2 1-2 16,0-1-3-16,-1-1-7 15,-2 1-1-15,0-3 0 16,1-1 4-16,1-2 1 0,2 0-2 16,3-3-1-16,3-1-3 15,3 0-16-15,2-1 0 16,0-1 12-16,7-1-12 15,2 0-28-15,0 0-54 0,3-2-140 16</inkml:trace>
  <inkml:trace contextRef="#ctx0" brushRef="#br0" timeOffset="3081.31">22188 9924 445 0,'0'0'3'0,"14"-30"-1"0,-3 13 25 15,3-2-1-15,6-3 6 0,1-2-11 16,1-1-6-16,-1 0-10 16,-4 4-4-16,-5 4 2 15,-5 2 0-15,-7 5 0 16,-1 4 7-16,-12 6 6 15,-6 0-7-15,-6 11 1 0,0 4 6 16,-2 5 3-16,3 5-6 16,3 3-4-16,7 2-2 15,7-1-4-15,7-1 0 16,2-4-1-16,15-6 1 16,6-4 0-16,6-7-5 15,3-7-20-15,1 0-21 0,2-8-45 16,2-10-55-16,2-7-110 15</inkml:trace>
  <inkml:trace contextRef="#ctx0" brushRef="#br0" timeOffset="4252.16">22658 9699 432 0,'0'0'3'16,"-33"11"50"-16,16 0 2 15,1 5-13-15,3 0 0 16,4 0-17-16,3 2-5 15,6 0-13-15,0 0-2 0,7-1-2 16,7-1 0-16,2-4 0 16,2-2-2-16,3-7-15 15,0-3-9-15,1-5-4 16,1-9 0-16,0-5-2 16,-3 2 6-16,-4 0 14 0,-4 4 7 15,-5 4 1-15,-5 7-1 16,-2 2 1-16,-1 6 8 15,-4 5 12-15,-2 2 1 16,2 2 5-16,4 0-8 16,1-1-8-16,0-3-2 0,7 0-1 15,4-4-3-15,4-4 0 16,2 0-1-16,2-3 0 16,-1-2 2-16,-1-6-4 15,-3-5 0-15,-4-1-3 16,-3-2 1-16,-4-2-2 0,-3 0 1 15,0 0-1-15,-6 2 1 16,-4 2 1-16,-3 3-1 16,-3 1-4-16,-1 2-1 15,3 1 0-15,1 2-2 16,3-1 7-16,6 0 9 0,3 2 0 16,1-1-1-16,5 0-2 15,7 1-1-15,4 1 1 16,3 1-1-16,1 2-1 15,-1 0 3-15,0 0-3 16,-2 9 2-16,-3 0 1 0,-2 2 0 16,-2 2 3-16,-3 1-3 15,0 1-2-15,-4 0-1 16,1 0 1-16,-3-2-2 16,-1 0 1-16,0-2-1 15,0-3 1-15,0-2 0 16,0-3 0-16,0-3-1 0,-1 0 2 15,1-6 0-15,0-7-1 16,3-2 0-16,6-5-4 16,5-3-2-16,5 2 5 15,0 1 1-15,0 5 5 16,-2 5 2-16,-1 6 0 0,-6 4-6 16,-4 4-2-16,-2 9 2 15,-2 2 2-15,-2 2 2 16,0 1 1-16,1-2 0 15,-1 1 1-15,0-4-2 16,0-1-1-16,0-3 0 0,1-4-5 16,1-5 1-16,2 0 2 15,3-3-1-15,1-9 0 16,3-2-2-16,3-3 1 16,1-4-2-16,3 1-2 15,2-2-1-15,0 4-1 0,-1 4-2 16,-4 4-1-16,-1 6 5 15,-6 4 2-15,-5 3-2 16,-2 7 2-16,-1 3 2 16,0-1 2-16,0 2 1 15,0 0 0-15,0-2 0 0,0-2 0 16,3-1 1-16,4-3-2 16,2 0 0-16,1-4 1 15,6-2-4-15,0 0 1 16,4-2-2-16,2-8-1 15,2-1 0-15,1-4-3 0,0-3 2 16,2-3-1-16,-2-3-1 16,-4 2-2-16,-5 2-1 15,-6 1 4-15,-5 6 0 16,-5 4-1-16,-14 9 2 16,-4 0 4-16,-7 9 5 15,-1 8 11-15,1 4 1 0,4 1 0 16,8 1-5-16,9-4-3 15,4-1 0-15,14-3-3 16,12-5-3-16,10-2-1 16,9-2 0-16,5-2-4 15</inkml:trace>
  <inkml:trace contextRef="#ctx0" brushRef="#br0" timeOffset="5047.42">20879 10847 371 0,'-28'5'40'0,"-8"5"-8"0,-5 12-12 16,-3 7-3-16,-4 5-7 15,1 2 0-15,5 0 1 16,8-4-3-16,11-6-3 15,14-8 0-15,12-5-2 16,21-5 2-16,18-2-1 0,12 0 0 16,8 1-3-16,1 6-1 15,-5 5 0-15,-8 10 1 16,-15 5 1-16,-15 5 0 16,-11 2 0-16,-9 1-1 15,-7-3 4-15,-10-7-2 0,-5-4 1 16,-4-8 2-16,-3-6 22 15,-1-5-1-15,-2-3-12 16,-1-4-6-16,2-1-7 16,1-1-1-16,4-10-1 15,6-6 1-15,10-7 0 16,10-7 0-16,20-8 0 0,18-3-1 16,15-1 0-16,14 0 0 15,7 5 0-15,1 9 0 16,-5 7 0-16,-10 10 2 15,-12 8 5-15,-13 4-3 16,-12 6-2-16,-8 6 2 0,-7 1 0 16,-5 2 1-16,-1-2-3 15,-2 0-4-15,-2 2-21 16,-6-2-20-16,-2-1-51 16,-3-4-35-16,-1-5-81 0</inkml:trace>
  <inkml:trace contextRef="#ctx0" brushRef="#br0" timeOffset="5203.85">21109 10951 386 0,'0'-34'10'0,"0"4"42"0,0 9-24 0,0 4-15 16,5 9-7-16,4 3-5 15,2 5 3-15,4 0-22 16,0 8-93-16,3-3-124 15</inkml:trace>
  <inkml:trace contextRef="#ctx0" brushRef="#br0" timeOffset="6821.01">22606 10971 462 0,'-20'-8'3'0,"-2"0"40"15,1 6 14-15,0 2-10 16,-1 0-21-16,0 5-14 16,5 5-5-16,3 6-4 15,2 1-3-15,5 1 1 16,-1 2 0-16,7 0-1 0,1-4-19 15,0-4-21-15,9-5-9 16,3-7-7-16,2 0 11 16,2-10 7-16,0-5 24 15,0-1 13-15,-6 2 0 16,-3 3 2-16,-2 5 28 0,-3 3 26 16,-2 3-22-1,0 3-28-15,0 7 16 0,0 2 6 16,-3-2-2-16,3 3-12 15,0-5-5-15,0-1 0 0,1-3-1 16,8-4-1-16,2 0-2 16,1-2 1-16,3-5-4 15,0-4 0-15,-2-1-2 16,0-1-8-16,-3 0-15 16,-2 1-22-16,-2-1-26 15,-5 3-26-15,-1-2-62 0</inkml:trace>
  <inkml:trace contextRef="#ctx0" brushRef="#br0" timeOffset="7614.75">21315 11087 269 0,'0'0'19'0,"12"-38"86"0,-4 28-23 0,2 10-25 16,1 3-34-16,0 12-2 0,0 5 6 15,2 6-7-15,-2-1-8 16,0 2-6-16,-4-2-4 16,0-1 3-16,-4-2-1 15,-2-6 2-15,-1-3-4 16,0-8 0-16,0-5-1 15,2-5 4-15,4-11-3 0,-1-6-4 16,4-6 2-16,2-5-3 16,7-2-2-16,-1 2 2 15,0 5 2-15,0 10 1 16,-3 11-1-16,-3 7 0 0,-2 12-1 16,-2 10 3-16,1 2-1 15,0 1 0-15,5-2 3 16,1-2 6-16,4-4-3 15,4-4-15-15,3-3-30 16,0-8-58-16,-4-2-87 0,1-2-114 16</inkml:trace>
  <inkml:trace contextRef="#ctx0" brushRef="#br0" timeOffset="8098.58">21916 11014 367 0,'0'0'3'0,"0"0"44"16,-39-30 31-16,20 27-9 16,1 3-10-16,-4 0-26 15,2 3-9-15,1 7-9 16,1 3-9-16,4 2-2 0,3 2-2 16,4 1 3-16,5-1 1 15,2-2-1-15,3-3-2 16,7-5-6-16,4-5-10 15,2-2 2-15,2-5 2 16,-1-5 2-16,0-1 0 0,-3 0 5 16,-3 5 1-16,-1 5 0 15,-3 1 2-15,-3 11-3 16,1 9 1-16,-1 6 6 16,-2 10 1-16,1 6 1 15,-3 4-1-15,0 6-2 0,-3 3-2 16,-2 0 0-16,-3 0 0 15,-2-1 0-15,-3-5-1 16,-4-4 0-16,0-8 0 16,-4-7-1-16,-3-10 1 15,3-8 1-15,-1-8-1 0,3-4 0 16,3-10 0-16,5-9-1 16,4-12 1-16,7-7-3 15,0-8-4-15,12-6-13 16,9-2-10-16,5-1-25 15,5 1-36-15,3 3-55 0,-2 5-119 16</inkml:trace>
  <inkml:trace contextRef="#ctx0" brushRef="#br0" timeOffset="8642.89">21975 11034 381 0,'0'0'11'0,"0"0"44"0,0 0 5 0,0 0-8 16,-28 10-5-16,28 2-24 15,0 2-9-15,7 1-5 0,0 0-4 16,6 0 0-16,-2-2-1 16,2-3-3-16,-2-2 1 15,2-4-3-15,1-4-10 16,0-2-3-16,0-11 6 15,0-4 2-15,-2-1 1 0,-3 1 0 16,-4 4 1-16,-3 4 0 16,-2 7 2-16,0 2-1 15,0 6 2-15,0 6 3 16,0 3 1-16,0 0 3 16,0-3 0-16,5 0-1 0,3-3-3 15,3-4 2-15,-1-3-1 16,4-2 0-16,0 0-1 15,1-6-1-15,1-7-7 16,-1-5-10-16,3-5-1 16,-3-5-1-16,2-5-3 0,0-7 3 15,1-5 9-15,1-6 4 16,1-3-8-16,-1 3-3 16,-5 2 6-16,0 5 3 15,-7 9 4-15,-5 12 16 16,-2 9 17-16,-6 7 13 0,-6 7-16 15,-5 8-14-15,-2 15-3 16,-1 7 5-16,1 8 5 16,3 8 1-16,5 5-5 15,5 5-5-15,6 2-1 0,0 0-3 16,11-4-2-16</inkml:trace>
  <inkml:trace contextRef="#ctx0" brushRef="#br0" timeOffset="11359.86">22658 11037 200 0,'0'0'-5'0,"0"0"80"0,-32 15-56 0,25-11 12 16,2 0-7-16,0 0-4 15,5-1-1-15,0-1-12 16,0-2-1-16,7 0 13 16,3 0 1-16,5-7-4 0,1-4-5 15,3-5-8-15,0-3-1 16,0-3 0-16,-1-1 1 15,-2 0-2-15,-5 2 0 16,-6 3-1-16,-4 4 0 16,-1 6-1-16,-8 3-1 0,-4 5-2 15,-1 0 0-15,4 1 7 16,2 3 0-16,6 2-2 16,1-3-5-16,9-1 3 15,7-2 2-15,5 0 3 16,1 0-3-16,2 0 1 0,-1 2 0 15,-4 3 1-15,-4 5 2 16,-3 5 4-16,-5 3 6 16,-5 8 1-16,-2 3 2 15,0 4 2-15,0 1-4 16,-2-1-6-16,1-3-8 0,1-2 0 16,2-8-1-16,8-5 3 15,5-5-1-15,6-5 1 16,4-2 0-16,7-3-1 15,4-5-25-15,2-11-104 16,3-8-270-16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58:37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3508 7316 4 0,'0'0'6'0,"20"-48"-1"0,-12 27 4 16,1 1-2-16,-1 3 8 15,-3 4 2-15,-1 3-5 16,-3 2 2-16,-1 3 74 15,0 2-57-15,-7 0-5 0,0 1-6 16,-2 0 4-16,-2-1-4 16,0 1-2-16,-4-1-1 15,0 0 2-15,-2-1-8 16,-3 1-8-16,-2-2 1 16,-3 1 3-16,-3-2-2 0,-4 1-4 15,-4-3 2-15,2 0-2 16,-5-2 3-16,0 0-1 15,-3-2 4-15,-1 2 3 16,-2 1-5-16,-1 2-3 16,0 1 0-16,-2 5-4 0,2 1 4 15,0 0 2-15,0 5-3 16,1 5 1-16,2 4-2 16,1 3 3-16,-1 4-1 15,1 3-1-15,0 4 0 16,2 4 0-16,-1 2-1 0,4 4-1 15,2 1 1-15,5 0 1 16,3 3-1-16,4-3 0 16,2 0 0-16,3 1 0 15,2 2 1-15,2-1-2 16,6 0 1-16,1-2-1 0,4 1 1 16,3 1-1-16,0 1 0 15,6 4 1-15,6 0 1 16,5 4-1-16,1 1 6 15,4 0 2-15,5 1-2 16,5-2-1-16,1-3-1 16,4-1-2-16,4-4 0 0,4 0 0 15,1-4-1-15,5-1 0 16,2-2 0-16,3-3 3 16,0-2 2-16,2-7-1 15,1-3 0-15,-1-5-1 0,-1-7 1 16,-2-2 2-16,-1-5-5 15,-4-1 1-15,-3-3-1 16,-3-7 0-16,-4-5-1 16,-5-2 1-16,-3-4 0 15,-5-3 1-15,-5-5 4 16,-4-3 3-16,-5-3 8 0,-1-5 1 16,-2-6-2-16,-1-7-3 15,-2-6-8-15,-1-3-2 16,1-7-1-16,-4-1 3 15,1 3 5-15,-1 2 1 0,-2 5 2 16,-1 4-1-16,0 2 2 16,-1 9-3-16,-6 3-3 15,-1 2-6-15,-2 3-1 16,-2 1-2-16,-3 2 1 16,-2 0 0-16,-5 0-1 15,-3 0 1-15,-6 0-1 0,-3-1 1 16,-4 3-1-16,-4 3 0 15,-4 3-3-15,-1 6-4 16,-1 5-9-16,3 3-16 16,3 4-28-16,3-2-50 15,2-6-149-15</inkml:trace>
  <inkml:trace contextRef="#ctx0" brushRef="#br0" timeOffset="2110.26">3813 8115 170 0,'0'0'92'0,"0"0"-89"16,0 0 3-16,0 0 12 15,0 0-10-15,0 0-7 0,0 0-5 16,0 0 3-16,0 0 2 15,0 0-2-15,0 0 2 16,43 16-1-16,-21-15 3 16,4-1-2-16,2 0 4 15,3 0 1-15,4-5 5 0,3 0 3 16,4-3-7-16,3 0 9 16,2 3 1-16,4-2-11 15,2 4 0-15,5-1-2 16,3 1 3-16,2 2 3 15,5-1-1-15,6 1 0 0,1-2-3 16,1-1 2-16,4-1 5 16,2 0 8-16,0-2-17 15,0 1 7-15,1 0-1 16,0 0 1-16,-4 1-6 16,0-1-2-16,0 0-2 15,1 1 1-15,-3 0 1 0,2 0 0 16,0 2 7-16,-2 0 1 15,-1 3 0-15,-1 0-2 16,-3 7-5-16,-2 2 1 16,-1 1-1-16,0 3 1 15,-6 1-1-15,-1-2-1 0,-4 1 0 16,-3-2-1-16,-2-1-1 16,-1-2-2-16,-3-1 5 15,-2-5 2-15,0-2 0 16,0 0-1-16,-2-7-2 15,2-3-1-15,-2-2-2 0,0-1 1 16,1 2 0-16,-4 1-3 16,-2 3-6-16,-5 5-65 15,-6 1-90-15</inkml:trace>
  <inkml:trace contextRef="#ctx0" brushRef="#br0" timeOffset="12658.57">1369 10396 50 0,'0'0'28'0,"0"0"22"0,0 0-33 16,0 0-8-16,0 0-6 16,0 0-5-16,0 0 4 15,0 0-1-15,0 0 1 0,15 2-1 16,-8 2-1-16,1-3 0 16,2 1 0-16,3-2 0 15,0 0-1-15,2 0 0 16,0-3-4-16,3-3-1 15,2 1-4-15,2-2 8 0,2 0 0 16,2 0 2-16,1 2 0 16,4-2-1-16,0 1 2 15,3 1-2-15,-1 0 1 16,4 0 1-16,0 2 0 16,3 1 0-16,2 0 0 0,3-1-1 15,2 3 0-15,0 0 1 16,4 0-1-16,1 0 1 15,0 0-1-15,-1 0 2 16,3 0 1-16,-1 2-2 16,1-2 0-16,0 0 0 15,0-4 2-15,2 1 2 0,2-2 2 16,2-1-2-16,1 0-1 16,-1 1 0-16,4-1 0 15,-1 1 1-15,2 2 1 16,-1 0 2-16,-2 3-2 15,0 0 0-15,-2 2-4 0,1 3-1 16,-4 4-1-16,1 2 0 16,1 1 1-16,-1 1 0 15,-2 1 2-15,1 1 3 16,2-1 1-16,1 1-2 0,1-1-1 16,1 0-1-16,1-2 2 15,2-1-4-15,3-1 0 16,-1-1 0-16,1-1 2 15,1-1 5-15,2-1-3 16,-1 0-2-16,-1 1-1 16,1-3 0-16,1 0 1 0,-1-2 2 15,-2-1 5-15,5 0-3 16,0-1-2-16,1 0 3 16,-1-5 5-16,5-2-2 15,-2 1-1-15,-3-1 0 16,1 2-1-16,-2 3-2 0,0-1-2 15,-2 2-1-15,-1 2 6 16,0-1 1-16,-1 0-2 16,1 0 0-16,0 0 2 15,0 0-4-15,3-3 6 16,1-2-7-16,2-2 0 0,3-3-2 16,0-1 1-16,0-4-2 15,-1 0 2-15,0 0-1 16,-1-1 0-16,-4 1-2 15,0 1 0-15,-3 1 1 16,-1 2-2-16,-4 0 1 0,0 2-2 16,-4 1 0-16,1 1 0 15,-3 0 0-15,-1 0 1 16,0 1-1-16,-3-1 0 16,-2 0 0-16,-3 0 0 15,-3 0 1-15,-4 0-1 0,0-1 0 16,-5 0 0-16,-1 1 1 15,-3-1-1-15,-1 1 0 16,-5 1 0-16,-1-2 0 16,-4 3 2-16,-3 0-2 15,-5 0 0-15,-1 3 1 0,-3 2 1 16,-1 0-4-16,1 0 4 16,-1 2-2-16,-8 3-42 15,-1-5-142-15</inkml:trace>
  <inkml:trace contextRef="#ctx0" brushRef="#br0" timeOffset="16285.41">11155 10552 262 0,'0'-7'68'0,"0"-1"-67"16,-1 0 6-16,-1 3-1 0,0 0-4 16,-1 1-2-16,-2-1 6 15,0-3 17-15,-4 0 1 16,1-2-3-16,-5 0-6 16,-2-3-2-16,-2 0-4 15,-2-2 1-15,-6-3-3 16,-2-1 1-16,-4 0 0 0,-4-1 1 15,-3 2 1-15,-2 1-5 16,-2 4-2-16,0 3 0 16,-3 3-3-16,0 4 1 15,-2 3 0-15,3-1-1 0,-1 5 0 16,-1 5 0-16,1 1 0 16,0 3 0-16,0-1 1 15,1 2-2-15,1 3 1 16,-1 0 0-16,1 2 0 15,-1 3 0-15,0 2 0 0,1 1 0 16,-1 0 0-16,1 1 0 16,1 1-1-16,2 0 1 15,1 0 0-15,1 0 1 16,0 1-1-16,2 0 0 16,2 1-1-16,2-2 2 0,3 0-2 15,3 0 1-15,0 1-1 16,2-3 1-16,2 5 0 15,2-2 0-15,2 6 0 16,5 1-1-16,3 2 1 16,4 1 1-16,5 1 2 15,1 1 0-15,4 0 1 0,9 0-1 16,5 1-1-16,5 0 0 16,1 0-1-16,4-1-1 15,2-2 1-15,3 0 0 16,1-4 0-16,4-3 1 15,4-2 3-15,2-3 1 0,1-4 4 16,4-5 0-16,5-3 2 16,-1-4 2-16,2 0-2 15,6-6-2-15,-1 0-2 16,4-3-1-16,-1-1-2 16,0-1 1-16,2-7-3 0,-1-5 2 15,-1 1-1-15,1-1 0 16,-3 0-2-16,0 0 0 15,0 1 0-15,-5 0 0 16,-1 0 0-16,-3 0-1 16,-5-2 0-16,-1-2 0 0,-4-2 0 15,-1-4 0-15,-3-2 0 16,-1-3 0-16,-5-1 0 16,-2-4 0-16,-7-3 0 15,-1 0-1-15,-4 0 1 16,-2-1-1-16,-5 1 0 0,0 0 1 15,-4 1-2-15,-1-1 2 16,-1 0-1-16,0 1 0 16,-3 2 0-16,1 4 3 15,0 0-3-15,1 6-1 16,-1 1 1-16,0 1 0 0,1 3 0 16,-4 1 0-16,0 0-1 15,0 0 1-15,0-1-1 16,-8-3 0-16,-4-1 1 15,-5-3-1-15,-8-1 2 16,-7-3-3-16,-12-1 2 0,-12-1-1 16,-8-1 0-16,-9-2-12 15,-10 1-11-15,0 2-11 16,1 2-16-16,5 2-15 16,5 0-72-16,7-6-76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0:59:08.4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6954 9196 8 0,'29'0'18'0,"-2"0"-4"0,-1 0-6 16,1 0 41-16,-3-2-43 16,1 0 4-16,-2 1 3 15,3-1 0-15,0 2-1 16,3-1-3-16,1 1-2 15,2 0-2-15,3 0-3 16,-2 0 0-16,4 0-1 0,2 0 0 16,0 0 0-16,2 0 0 15,2 0-1-15,0 1 2 16,2-1-2-16,2 2 0 16,1-2 0-16,1 1 1 15,3-1 0-15,2 1-1 0,2 0 1 16,1-1 1-16,3 2 4 15,0-2 0-15,2 1 3 16,3 0-2-16,6 0-3 16,-1-1 2-16,4 3-3 15,1-1 0-15,4 2 1 0,0 0-1 16,0-1 0-16,3 1 1 16,0 2 1-16,0-2 0 15,1-1 2-15,1 1-1 16,2 0 2-16,1-2-2 15,1 1-2-15,1-3 2 0,3 0-1 16,1 0-3-16,1 0 2 16,2-2 0-16,0-2 1 15,-1-1 4-15,0 1 0 16,1 1 0-16,-3 1 0 16,-2 1-2-16,-2 1 1 0,-3 0-4 15,0 0-1-15,-7 3 1 16,-4 2-1-16,-5 3-2 15,-3-1 0-15,-3 0 0 16,-2 1 0-16,-5-2-1 0,-2 1 1 16,-2-1-1-16,-1-2 1 15,-3-1-1-15,-7-3-4 16,-6-15-140-16</inkml:trace>
  <inkml:trace contextRef="#ctx0" brushRef="#br0" timeOffset="1884.41">12135 8147 128 0,'0'0'149'0,"0"0"-133"0,0 0 21 16,0 0-2-16,0 0-32 15,0 0-2-15,0 0 5 16,29 1 5-16,-12 14 1 16,3 4 1-16,3 5-1 15,3 5-4-15,3 2-2 16,1 5-4-16,1 2 0 0,0 0-2 15,0 2 0-15,-1-2-2 16,-1-3 1-16,-6-3-4 16,-2-7-32-16,-2-5-32 15,-6-9 4-15,-3-8-30 0</inkml:trace>
  <inkml:trace contextRef="#ctx0" brushRef="#br0" timeOffset="2161">12536 8013 283 0,'0'0'7'0,"0"0"7"0,0 0-5 16,0 0-7-16,0 0 6 15,-29 19 23-15,15 5-3 16,-5 8 0-16,-3 9-15 16,-6 5-10-16,-3 4-2 15,-3 4-1-15,-5 0-1 0,-1-2-1 16,-1-4-9-16,2-4-60 16,0-7-1-16,3-9-19 15</inkml:trace>
  <inkml:trace contextRef="#ctx0" brushRef="#br0" timeOffset="2488.3">12823 7785 243 0,'0'0'22'16,"0"0"51"-16,0 0-39 15,0 0-31-15,0 0 1 16,-20 36 2-16,5-7 3 15,-2 2-7-15,-1 4-2 0,-1 1-2 16,2 0-1-16,-1-3-32 16,2-6-47-16,2-4-92 15</inkml:trace>
  <inkml:trace contextRef="#ctx0" brushRef="#br0" timeOffset="2779.14">12939 7960 229 0,'0'0'43'15,"0"0"11"-15,0 0 11 0,0 0-30 16,0 0-10-16,0 0-22 15,0 0-1-15,0 0 2 16,41 28-1-16,-22-5-2 16,1 2-1-16,-1 2-2 15,-1 1 0-15,1-4-39 16,-1-5-55-16,2-9-6 0,-2-9-116 16</inkml:trace>
  <inkml:trace contextRef="#ctx0" brushRef="#br0" timeOffset="2965.66">13278 7952 295 0,'0'0'53'0,"0"0"42"15,0 0-42-15,0 0-23 16,0 0-27-16,0 0 2 16,-36 25 10-16,23 5 3 15,-2 8-10-15,-3 6-5 0,-1 6-3 16,2 2 0-16,0 4-2 15,-2-1-6-15,5-2-31 16,-2-5-25-16,4-7-52 16,2-8-4-16</inkml:trace>
  <inkml:trace contextRef="#ctx0" brushRef="#br0" timeOffset="3407.36">13653 8142 297 0,'0'0'7'16,"0"0"55"-16,0 0-51 15,0 0 13-15,12 33-4 16,-9-12-2-16,-1 0-5 16,0 0-5-16,2-1-6 15,0-4-1-15,2-1 0 0,-2-7-1 16,4-3 0-16,1-5 0 16,1 0 0-16,4-10 1 15,3-8 1-15,4-5-1 16,0-2 0-16,3-1-1 15,-3 3 2-15,-2 5 12 0,-3 7 11 16,-2 8-11-16,-2 3-7 16,-2 5-4-16,-3 8-2 15,-3 4 1-15,0 3-2 16,-4 1 0-16,0 1 0 16,-7 0-3-16,-3-2-30 0,-4-3-62 15,-4-4-87-15</inkml:trace>
  <inkml:trace contextRef="#ctx0" brushRef="#br0" timeOffset="3579.25">13641 7965 478 0,'0'0'-26'15,"-2"-48"43"-15,2 33-10 16,0 7-5-16,2 7-4 0,5 1-1 15,-2 5-49-15,0 3-60 16,-4 0-72-16</inkml:trace>
  <inkml:trace contextRef="#ctx0" brushRef="#br0" timeOffset="4106.42">14370 8414 84 0,'0'0'48'16,"0"0"87"-16,0 0-69 15,0 0 2-15,0-49-26 16,2 24-11-16,5-6-5 0,7-9 7 16,5-1-27-16,8-7-1 15,9 3-2-15,5 1 1 16,2 9-1-16,0 9 1 15,-4 11-1-15,-7 11-3 16,-6 4 0-16,-8 10 1 0,-6 8-1 16,-4 2-1-16,-3 3 2 15,-5 1-1-15,0 2 0 16,-10-2 0-16,-2 0-1 16,-5-2 1-16,-4-1-2 15,-1-5-4-15,-3-1-12 0,-3-3-8 16,-1-2-12-16,1-2-17 15,5-3-16-15,6-1 16 16,8-3 3-16,6-1-12 16</inkml:trace>
  <inkml:trace contextRef="#ctx0" brushRef="#br0" timeOffset="4917.97">15143 8018 186 0,'0'0'35'0,"0"0"24"16,0 0-1-16,10-32 2 15,-20 27-17-15,-6 1-16 16,-4 2-10-16,-4 2-5 16,-3 3 1-16,0 7-2 0,-2 4 3 15,2 2-6-15,3 2-2 16,6 2-2-16,5-2-1 15,5 0 0-15,7-3-3 16,1-1 2-16,9-5-4 16,3-4 2-16,5-5 0 15,1 0 0-15,4-13 0 0,1-6 0 16,-1-3-1-16,1 0 2 16,-6 2-1-16,-3 4 0 15,-5 6 2-15,-4 6-2 16,-5 4 7-16,0 4-4 15,-2 12-2-15,-3 6 1 0,-3 7 2 16,1 5 7-16,0 2 1 16,0 2-4-16,4 0-4 15,0-2-2-15,3-3 0 16,0-4-2-16,0-6 0 0,5-7 0 16,4-6 0-16,1-7-1 15,4-3 1-15,4-13 1 16,2-7-2-16,4-9 0 15,3-8 1-15,0-5-1 16,0-2 1-16,-4 2-1 0,-3 5 2 16,-6 6-1-16,-6 11 1 15,-3 7-1-15,-5 10 2 16,0 3-2-16,0 6 0 16,-4 7 2-16,-1 6-2 15,2 4 1-15,-1 1 0 0,2 2-1 16,2-1 1-16,0 0-1 15,3-3 0-15,4-6 0 16,2-2-1-16,1-6 0 16,2-5 1-16,1-3 0 15,3-7-1-15,1-10 2 16,1-5-2-16,2-4 0 0,-2-2 1 16,-3 1 0-16,-2 5-1 15,-5 6 2-15,-3 5-1 16,-3 6 0-16,-2 5 1 15,0 0-1-15,-1 8 0 0,-3 5 1 16,-2 4 0-16,3 2 0 16,3 1 0-16,0 1-1 15,4-1-1-15,8-2 1 16,4-2-1-16,0-2 0 16,7-4-27-16,1-2-27 15,4-6-18-15,2-2-79 0,3-6-37 16</inkml:trace>
  <inkml:trace contextRef="#ctx0" brushRef="#br0" timeOffset="5372.2">15907 8061 451 0,'0'0'11'0,"-33"-22"26"0,14 16-3 16,-2 6-9-16,-4 0-7 15,1 8-6-15,1 5 3 0,1 4-6 16,5-1-5-16,2 3-2 16,7 1-1-16,3 0-1 15,5-1 0-15,0-1 0 16,3-1-1-16,5-5 1 16,4-4-2-16,3-5-1 0,0-3-4 15,2-5 0-15,1-7-2 16,1-7-6-16,-3-3 1 15,0 2 6-15,-5-1 6 16,-4 3 2-16,-1 4 1 16,-3 6 0-16,-2 1 5 15,-1 5 8-15,0 2-4 0,0 0-9 16,2 3 1-16,-1 6 1 16,4 1 4-16,3 4-2 15,2 2-2-15,2-1-2 16,4 3-1-16,-1-1 0 15,3-1 0-15,2-1-2 0,-1-3-27 16,1-4-21-16,-1-5-54 16,1-3-34-16,-2-8 16 15</inkml:trace>
  <inkml:trace contextRef="#ctx0" brushRef="#br0" timeOffset="5641.99">16137 8071 311 0,'0'0'9'16,"0"0"70"-16,-11-31-5 15,9 30-26-15,2 1-24 16,0 4-20-16,0 7 1 0,5 6 15 16,3 4-2-16,3 4-8 15,-1 3-6-15,1 0-2 16,-2-3-1-16,-1-3-1 16,-3-4 0-16,-2-7 1 15,-1-6-1-15,-2-5 0 16,0-1 2-16,0-13 0 0,0-7-2 15,0-7-1-15,2-5 1 16,10-4-1-16,4 1 1 16,4 6-1-16,2 4-1 15,-2 8-10-15,2 8-14 16,-1 7-21-16,-2 3-26 0,-3 3-47 16,1 7-10-16</inkml:trace>
  <inkml:trace contextRef="#ctx0" brushRef="#br0" timeOffset="5992.3">16444 8207 333 0,'0'0'8'0,"0"0"52"16,32-17-25-16,-12 4-7 16,5-2-1-16,2-3-8 15,1-1-5-15,-1 0 0 0,0 1-6 16,-5 2-1-16,-2 0-1 15,-10 3-3-15,-3 0 2 16,-7 3 6-16,0 1 5 16,-14 3-7-16,-3 1-5 15,-6 5 1-15,-2 0 10 16,1 7 6-16,-1 8-7 0,2 6-6 16,5 3-5-16,4 5 0 15,5 1-1-15,8 1-1 16,1 0-1-16,10-3 1 15,13-3-1-15,11-3 0 0,11-6 0 16,12-6-1-16,12-7-18 16,13-3-68-16,10-18-144 15</inkml:trace>
  <inkml:trace contextRef="#ctx0" brushRef="#br0" timeOffset="14342.1">10800 9972 130 0,'0'0'12'0,"0"0"23"0,0 0-11 16,0 0-4-16,0 0-10 15,0 0 9-15,0 0-17 0,0 0 0 16,0 0 6-16,37-13 4 15,-1 14 11-15,8 1 0 16,13-2-4-16,9 0-6 16,6 0-2-16,5 0-4 15,0 0-3-15,0 2 0 0,-5 0-2 16,-5 2 1-16,-8 1-2 16,-7 2 0-16,-9 3 1 15,-7-1-2-15,-6 3 2 16,-7 2-1-16,-7 0-1 15,-6-3-4-15,-10-1-51 16,-1-5-90-16</inkml:trace>
  <inkml:trace contextRef="#ctx0" brushRef="#br0" timeOffset="14824.14">10724 10215 96 0,'0'0'65'0,"0"0"-42"0,-30-26 9 16,23 20-4-16,6 3-3 0,1 2-1 15,4 1-7-15,16 0-12 16,12 5 15-16,17 2 2 15,13-1 2-15,13-1 4 16,14-1-11-16,8-2-8 16,3-2-3-16,-4 2-1 0,-3-2-1 15,-7-8 1-15,-10-1-2 16,-8-1 1-16,-13 1-3 16,-8 2 0-16,-10 1 0 15,-9 4-18-15,-11 0-33 16,-11 0-63-16,-6-2-121 15</inkml:trace>
  <inkml:trace contextRef="#ctx0" brushRef="#br0" timeOffset="15206.47">10781 9808 135 0,'0'0'6'0,"0"0"28"0,0 0 4 0,0 0-20 0,0 0-14 16,0 0 2-16,37-9 10 15,-6 15 9-15,10-3 5 16,20-3-4-16,16 0 2 16,13 1-7-16,11-8-12 0,4-2-3 15,-1 1-1-15,-6-1-2 16,-10 3 1-16,-10 3 0 15,-11 1-2-15,-13 3-1 16,-11-1-2-16,-11 0-89 0</inkml:trace>
  <inkml:trace contextRef="#ctx0" brushRef="#br0" timeOffset="16589.98">12246 10136 85 0,'0'0'11'0,"0"0"7"0,37-5 1 15,-16 5-4-15,4 0 0 0,6 0 0 16,6 0-3-16,5 0-2 16,6 0 1-16,8 0-1 15,4 0-4-15,6-5-1 16,9 0 1-16,6-1-2 16,6 0 2-16,5-1-1 15,5-2 0-15,4 0 1 0,3 0-3 16,3-1-1-16,4-1 3 15,-1 1 2-15,6-1 1 16,2 1-2-16,2-1 2 16,1 1-2-16,-3 1 1 15,3-1-1-15,0 2-2 0,-1-1 4 16,-2 2-1-16,-1 0-1 16,4 2-3-16,-3 1-2 15,0 2 1-15,0-2 0 16,-3 3-1-16,2-1 0 15,0-1 1-15,-3 0-1 0,-5 1 2 16,1-1-2-16,-4-1 1 16,-4 1 0-16,-2-2 1 15,-6 0 6-15,-3 0 8 16,-7-2-2-16,-8 2-3 16,-8 0-5-16,-11 2-3 0,-7 0-2 15,-11 1-1-15,-9 2-1 16,-12 0-1-16,-6 0-6 15,-10 0-86-15,-2 0-16 16</inkml:trace>
  <inkml:trace contextRef="#ctx0" brushRef="#br0" timeOffset="17214.21">12050 10479 100 0,'0'0'2'0,"0"0"7"16,0 0 22-16,0 0-8 0,0 0-14 16,46-31 2-16,7 22 4 15,19-2 7-15,15-1-3 0,16-1-7 16,14 1-4-16,12 1-5 16,11-1 1-16,4 1-3 15,9 1 4-15,7 0 0 16,8 0 9-16,6-1 1 15,5 0 1-15,8 0-1 16,3 0-5-16,3-1-4 0,2-1-1 16,-1-2-1-16,0-2 0 15,-5-2-2-15,-2-1 4 16,-3-2 7-16,-4 3 2 16,-10-1-6-16,-6 3-4 15,-8 3-2-15,-9 3-1 0,-13 1 0 16,-11 4-1-16,-11 3-1 15,-14 2 0-15,-15 1 0 16,-15 0 0-16,-12 1-15 16,-18-1-93-16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00:20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7548 2574 61 0,'0'0'2'0,"0"0"5"0,0 0 5 0,0 0 5 15,0 0-15-15,0 0 0 16,0 0 4-16,0 0-1 16,0 0 1-16,0 0-4 15,0 0-1-15,0 0 0 16,0 0 1-16,29 17-1 15,-23-10-1-15,2 1 0 0,1 0 0 16,2 2 1-16,2-2-1 16,2-1 1-16,1 3-1 15,2-4 1-15,3 1 2 16,2 0-1-16,2-1 0 0,3-1 3 16,5 0 4-16,0 0 5 15,3-2-5-15,3 1-5 16,2 2 1-16,2-2-2 15,3 0-1-15,-1-1-1 16,4 1-1-16,-1-2 1 0,2 1 0 16,1-3 1-16,1 0 1 15,1 2 1-15,0-1 5 16,0-1 1-16,-3 0 2 16,2 3 2-16,-3-2-4 15,1 2-1-15,-1 2-1 16,-2 1 1-16,1 0-1 15,-2 2 2-15,2 1-3 0,1 1-3 16,3 0-2-16,1 0 1 16,1-1-1-16,4-1-1 15,3-3 0-15,4-3 1 16,6-3-1-16,1 0 1 0,3-8 0 16,6-4 2-16,-2-1-4 15,1-3 2-15,-1-1-1 16,3 0 0-16,-5-1 1 15,1 1 2-15,2 2 2 16,-4 1-2-16,-1 1 2 0,0 3 1 16,0 1-5-16,1 0 1 15,1 3 0-15,0-1 4 16,2 0-1-16,-3 2-4 16,0-3 2-16,0 1-2 15,-1 0 2-15,1-1-3 0,-3 0 0 16,2-1 0-16,-2 1 0 15,-1 0 2-15,-3 1 1 16,-1 2-2-16,1 1 0 16,-4 1-1-16,1 2 0 15,-3 1 0-15,-1 1-1 0,-1 0 0 16,-1 0 1-16,-1 1-1 16,0 1 0-16,1-1 0 15,0 0 1-15,0 1 0 16,-1-2-1-16,0-1 3 15,-3 1-2-15,0 0 2 16,-2 0-1-16,-2 0 1 0,1 0-2 16,-1 1 0-16,-1-1 0 15,1 0-1-15,0 0 1 16,3 0-1-16,-1 0 1 16,1-2 1-16,0-3 0 15,1-1 1-15,1 0-1 0,2-1 0 16,2 0-2-16,-2 1 2 15,0-1-2-15,1-1 0 16,2 1 1-16,-1 1 0 16,-1-1-1-16,2 1 1 0,0 1-1 15,0 1 0-15,0 1 0 16,0 3 0-16,3 0 0 16,2-2 0-16,-3 2 0 15,0 0 1-15,3 0-1 16,-2 2-1-16,1 1 1 15,2 0 0-15,2-2 0 0,5 0 0 16,0-1 0-16,4 2 0 16,4-2 0-16,1 0 0 15,3 2-1-15,1 0 1 16,2-1-1-16,-3 1 1 0,2 1-1 16,-2-2 1-16,3 1 0 15,0-2 0-15,0 0-1 16,2 0 2-16,-1 0-1 15,1 0 0-15,-2 2-1 16,1-1 1-16,-3-1-2 16,0 2-8-16,-4-2-16 0,-4 0-32 15,-3-5-1-15,-6-7-70 16</inkml:trace>
  <inkml:trace contextRef="#ctx0" brushRef="#br0" timeOffset="11639.32">12935 3479 74 0,'0'0'78'0,"35"-16"-73"0,-11 8-5 15,3 1 2-15,4 2-2 16,7 0 0-16,5 0 0 15,7 1 0-15,5-2 1 16,11 1 0-16,3 0 0 0,6 0-1 16,2 2 1-16,2 1-1 15,0 2 2-15,0 0 0 16,-2 0 3-16,0 0 5 16,-3 0 0-16,-2 0 0 15,-2-1-4-15,-2-3-1 0,-6-4-1 16,-2-2 2-16,-5-3 2 15,-3-2 4-15,-6-1 3 16,-5-1-5-16,-6 3-3 16,-6 1-4-16,-7 4-1 15,-6 1-1-15,-6 4-1 0,-6 3 0 16,-4 1-2-16,-10 0-9 16,-12 3 1-16,-9 5-32 15,-12-3-72-15</inkml:trace>
  <inkml:trace contextRef="#ctx0" brushRef="#br0" timeOffset="12026.68">13268 3486 241 0,'39'-10'-3'0,"10"-3"4"0,9 0-1 16,11-1 1-16,12 0 0 15,5 0 0-15,6 0 0 0,3 0 0 16,1 1-1-16,-2 3 1 16,-5-1-1-16,-2 1 0 15,-9 0 0-15,-6 3-1 16,-6-1 0-16,-9 2 0 16,-5 0-1-16,-5 0-6 0,-7-1-89 15</inkml:trace>
  <inkml:trace contextRef="#ctx0" brushRef="#br0" timeOffset="12435.95">13140 3694 352 0,'56'-26'4'0,"19"-6"1"0,23-2-3 0,17 2-2 0,17 2 2 15,10 4-1-15,10 5-1 0,7 4-1 16,-2 2 1-16,2 5-2 15,-1 1-1-15,-10 0-21 16,-6-4-145-16</inkml:trace>
  <inkml:trace contextRef="#ctx0" brushRef="#br0" timeOffset="12974.78">15591 3405 279 0,'52'-10'2'0,"15"-3"0"0,13 1 5 0,12 3 12 16,12-1-5-16,10 1-7 0,6 1-7 16,4 1 1-16,1 1 0 15,0-1-1-15,-2-1 1 16,-6 2-1-16,-10 0 0 15,-10 0 0-15,-11 1-2 16,-12 1 1-16,-17 1-8 0,-15 0-46 16,-17 0-39-1</inkml:trace>
  <inkml:trace contextRef="#ctx0" brushRef="#br0" timeOffset="13183.86">15747 3524 298 0,'45'0'42'0,"22"-5"-41"15,24-3 3-15,21 1-4 16,15 1 3-16,12 2-4 15,8 1-1-15,8-2-7 16,1-5-86-16</inkml:trace>
  <inkml:trace contextRef="#ctx0" brushRef="#br0" timeOffset="18155.88">12667 6527 8 0,'64'0'3'0,"-4"1"-2"0,-6 1-2 16,-3 0 1-16,-5 0-3 0,-6 0-2 15</inkml:trace>
  <inkml:trace contextRef="#ctx0" brushRef="#br0" timeOffset="20681.21">7903 8694 3 0,'0'0'7'0,"0"0"4"0,0 0-8 16,0 0 17-16,0 0-8 15,0 0 3-15,0 0-10 16,12-32 2-16,-10 28 1 0,-2 2 1 16,0-2 1-16,1 3-3 15,-1-1 3-15,0 2-5 16,0 0-4-16,2 0-1 15,-1 0 0-15,1 0 1 16,0 0 0-16,3 2 0 16,0-1 0-16,2 1 1 0,3-2 1 15,1 2 2-15,1-1 0 16,5-1-2-16,-1 0 1 16,4 1-2-16,1-1-1 15,3 2 2-15,0-2-3 16,5 2 1-16,3-2 1 0,1 0 1 15,4 0 0-15,5 0 0 16,3 0 0-16,4-4 0 16,5 0-1-16,3-1-2 15,3 0 2-15,4 0-1 16,1-1 1-16,-1-1-1 0,6 2 1 16,2 0 3-16,0-1-2 15,2 1 2-15,4 1-1 16,0-1-1-16,2 2 0 15,3 0-1-15,0 1 1 16,3-1-2-16,3 0 0 0,0 1 1 16,-1 0-1-16,1-1-1 15,-3 0 0-15,4 1 1 16,-2-1-1-16,0 1 0 16,0-1 0-16,-1-1 1 15,0 2-1-15,2-1 0 0,-2 1 1 16,0 0 1-16,0-2-1 15,-2 1 2-15,0-1 0 16,-3-2 0-16,-5 2 0 16,2-3 2-16,-4 1-1 15,-3 0-2-15,-5-1 0 0,-3 0-1 16,-4-1-1-16,-3 3 1 16,-4-1-1-16,-4 2 0 15,-3 1 2-15,-5 1-2 16,-4-2-4-16,-6-5-77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01:11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11927 10737 0 0,'0'0'2'0,"0"0"9"0,0 0 18 16,0 0-19-16,0 0-6 0,0 0 0 15,0 0 12-15,38 20 12 16,-25-19-2-16,2-1-14 15,4 0-6-15,1 0-4 16,3 0 1-16,2 0 2 16,0-1 2-16,1 1-1 15,1 0-2-15,1 0 0 0,1 0-1 16,3 3-1-16,4 0 1 16,2-1 3-16,3-1 2 15,4 0 3-15,4-1-1 16,2 0-3-16,2 0-1 15,2 0 0-15,-1 0-2 0,3-1-1 16,0 1-1-16,0 0-1 16,0 0 0-16,3 0 1 15,0 1 0-15,5 1-1 16,-2-1 10-16,2 0 4 16,2-1-12-16,2 0 1 0,0 0-3 15,2 0 1-15,2 0-1 16,4 0 2-16,-3 0-3 15,-2 1 2-15,1-1 3 16,2 0-1-16,-2 1-1 0,3 0 1 16,0 1-1-16,0 2-1 15,1 0 0-15,0-1 0 16,2 1-1-16,-2-1 0 16,2-1 0-16,3 1 2 15,0-1-1-15,1-2-1 16,2 0 0-16,2 0 1 0,-1 0 2 15,0 0-4-15,2 0 1 16,-2 0 0-16,-3-2-1 16,-2 0 2-16,-1 0-2 15,-5 0 0-15,-3 0 1 16,-3 2 1-16,-4-2-1 16,-6 2 1-16,-7-1 0 0,-7 1 0 15,-5 0 0-15,-5 1-1 16,-8-1 1-16,-4 0-1 15,-3 0-1-15,-2 0 0 16,-3 0 0-16,0 0 1 16,-2 0-1-16,0-2-1 0,-2 0-4 15,-3-5-56-15,-2-4-119 16</inkml:trace>
  <inkml:trace contextRef="#ctx0" brushRef="#br0" timeOffset="1804.94">16239 9744 48 0,'-2'2'15'0,"1"-2"16"0,1 0 7 0,0 0-31 16,0 0-1-16,0 0-4 15,0 0 2-15,0 0 2 16,0 0 3-16,0 0 13 15,0 0 8-15,0-2 3 0,1-1-10 16,2-2-13-16,5-2-3 16,2-3-1-16,4-3-2 15,9-5-1-15,6-7-1 16,9-6 1-16,7-7 1 16,10-5 2-16,4-4 1 0,6-4 2 15,2-1 1-15,2 0-2 16,-5 4 2-16,-6 2-1 15,-6 8 2-15,-8 10-3 16,-9 4-5-16,-7 8-1 16,-7 5-2-16,-8 4 0 0,-3 1 0 15,-5 5 1-15,-2 0-2 16,-3-1-2-16,0 2 3 16,0 0 0-16,-3 0-3 15,-4 0 2-15,3 0-2 16,-5 4 1-16,1-1-19 0,2 3-35 15,0-4-36-15</inkml:trace>
  <inkml:trace contextRef="#ctx0" brushRef="#br0" timeOffset="2354.27">16796 9065 189 0,'0'0'6'0,"0"0"-3"0,0 0-3 16,0 0-3-16,0 0 8 15,0 0 4-15,0 0 3 16,0 0 8-16,50 2 3 0,-20-10-2 16,5-3-1-16,5-4-4 15,4 1-4-15,-2-1-5 16,-1 2-2-16,-5 3-1 15,-3 0-2-15,-8 6 0 16,-5 3 1-16,-4 1 1 0,-6 0-1 16,-6 5-2-16,-4 8 5 15,0 4 8-15,-5 7 1 16,-12 5 6-16,-2 4 0 16,-4 3-5-16,-1 4-6 15,0-2-2-15,3 0-5 0,4-3 0 16,3-2-1-16,4-4-1 15,3-4 0-15,2-4-1 16,4-4-1-16,1-4-15 16,0-8-83-16,2-5-66 15</inkml:trace>
  <inkml:trace contextRef="#ctx0" brushRef="#br0" timeOffset="2894.88">17669 8583 396 0,'0'0'5'0,"0"0"-3"16,0 0-5-16,0 0 5 0,0 0 2 15,46 38 0-15,-17-20 10 16,6 1 9-16,3 2 3 15,3 0-15-15,0 1-5 16,1 2-5-16,-4 0 0 16,-4-1 0-16,-4-4-1 0,-7 0 2 15,-4-6-2-15,-3 0-2 16,-4-5-11-16,-4-2-32 16,-2-5-35-16,-6-1-24 15,0-6-127-15</inkml:trace>
  <inkml:trace contextRef="#ctx0" brushRef="#br0" timeOffset="3178.31">18013 8472 288 0,'0'0'5'15,"0"0"-4"-15,-32-28 8 16,18 28 25-16,-2 12-20 0,-1 11 1 16,-2 5 18-16,-1 7-5 15,0 6-9-15,2 4-8 16,0 2-5-16,2 3-3 16,2-2-3-16,0 1 1 15,1-2-1-15,-1-4 1 16,4-4-3-16,0-4-20 0,5-6-55 15,0-8-45-15</inkml:trace>
  <inkml:trace contextRef="#ctx0" brushRef="#br0" timeOffset="3691.97">18693 8353 361 0,'0'0'-5'0,"0"0"4"16,-40-5 2-16,18 11 3 15,-1 7-3-15,-2 1 1 16,2 1-1-16,3 0 1 16,4-1 0-16,7-1-1 15,5 0 0-15,4 0-1 16,3-1-1-16,9-1 1 0,4-1 1 16,3 3 3-16,2-2 0 15,0 0-1-15,-2 2-1 16,-1 0-2-16,-5 2 2 15,-7 0 0-15,-2 0 1 0,-4-2 1 16,-6 3 1-16,-10-1 4 16,-5-1 2-16,-7 0 0 15,-2 1-4-15,-2-2-2 16,-1-1-2-16,3-2-1 16,2 0-1-16,5-2-2 15,4-2 1-15,7-2-1 0,2-2-1 16,8-2-3-16,2 0-8 15,3-6-43-15,11-6-82 16,7-3-47-16</inkml:trace>
  <inkml:trace contextRef="#ctx0" brushRef="#br0" timeOffset="4281.91">18882 8464 272 0,'0'0'12'0,"0"0"41"0,-43-3-24 16,25 10 5-16,1 5-1 15,0 2-2-15,1 2-6 16,4-1-13-16,3 3-3 16,4 1-6-16,4 0-1 0,1 1 0 15,3 0-1-15,8-2 0 16,4-5-1-16,4-1-1 15,6-7 0-15,4-5-7 16,4-2-12-16,0-9-13 16,-1-6-22-16,-3 0 6 0,-8 0 43 15,-6 2 7-15,-9 4 0 16,-5 3 1-16,-1 3 8 16,-4 4 9-16,-5 1 9 15,0 0 2-15,0 3 5 16,1 5-8-16,1 2-12 15,2 0-6-15,3 3 4 0,1 1-7 16,1 0-2-16,0 0-1 16,6-1-1-16,1 0-1 15,3-2 0-15,1-4 1 16,5-3-2-16,-1-4 4 0,5-2-2 16,2-11-1-16,1-2-1 15,-2-4-4-15,-5 1-6 16,-5-1 1-16,-7 2 1 15,-4 4 1-15,-6 1 3 16,-9 5-1-16,-4 0-2 0,-5 3-2 16,-1 2 3-16,-1 2-1 15,3 0-1-15,1 0-10 16,5 5-31-16,5 1-21 16,4-2-10-16,5 0-36 15</inkml:trace>
  <inkml:trace contextRef="#ctx0" brushRef="#br0" timeOffset="4582.1">19265 8529 348 0,'0'0'8'0,"0"0"37"0,0 0-31 16,0 0-9-16,0 0 5 15,0 0 3-15,0 0 6 16,27 32-7-16,-27-20-6 0,0 3-4 16,0-2-1-16,-4 2 0 15,0-2-2-15,-2-1 2 16,2-2-1-16,0-3 0 16,0-3 0-16,4-4 1 15,0 0 0-15,6-8 2 0,5-5-4 16,8-7-1-16,3-3-8 15,5-2-2-15,0 0-8 16,1 4-17-16,-4 1-29 16,-5 4-53-16</inkml:trace>
  <inkml:trace contextRef="#ctx0" brushRef="#br0" timeOffset="4959.16">19499 8639 274 0,'0'0'6'16,"31"-15"5"-16,-11 4 1 16,-2-1 4-16,2-1 0 15,-2 0 4-15,-1-3 1 0,-6 2-7 16,-1-1-3-16,-6 2 3 15,-4 3 3-15,0 3 4 16,-8 4-5-16,-6 3-10 16,-4 0 0-16,-2 5 0 15,-2 8 2-15,2 1 0 0,2 2 3 16,3 3-2-16,6-2-4 16,4 0-2-16,5-1 0 15,0-1-1-15,7-3 1 16,7-1 0-16,6-3-1 15,8-3 0-15,6-2-1 0,6-3 0 16,3 0-15-16,5-7-39 16,0-8-87-16</inkml:trace>
  <inkml:trace contextRef="#ctx0" brushRef="#br0" timeOffset="5778.42">20139 8466 336 0,'0'0'6'0,"0"0"7"0,0 0-11 0,0 0 2 16,1 46-1-16,-3-26 0 0,-5 0 4 16,1 1 0-16,0-3-1 15,0-1-2-15,2-4-1 16,0-3-1-16,2-5 0 16,2-4 0-16,0-1 15 15,8-9 37-15,6-7-51 0,5-5-2 16,7-6-1-16,3-5 0 15,-1 2 0-15,1 2 0 16,-3 6 0-16,-6 8 0 16,-6 8 1-16,-4 6-1 15,-5 6-2-15,-2 9 2 16,-3 4 0-16,0 1 3 0,0 2 1 16,-4 1-2-16,-2-3-1 15,2-1 0-15,-1-4 0 16,3-1-1-16,-2-4 0 15,4-4 1-15,0-1-1 16,0-5 1-16,2 0 0 0,7-2 2 16,4-9 0-16,3-6-3 15,3-1-2-15,5-7 2 16,0 2 0-16,0-3 0 16,-2 4 0-16,-2 2 2 15,-5 4-2-15,-3 8 4 0,-6 4 13 16,-5 4-10-16,-1 6-5 15,-3 7 4-15,-5 4 3 16,-2 0-1-16,-1 5-2 16,1-1-4-16,3 1 0 15,-1-1-1-15,6 1 1 0,2-1-2 16,0-1-7-16,8-2-47 16,6-7-78-16,6-6-84 15</inkml:trace>
  <inkml:trace contextRef="#ctx0" brushRef="#br0" timeOffset="6230.94">20811 8513 380 0,'0'0'6'0,"-29"-22"20"0,12 18 3 0,-4 4-8 0,-1 0-3 16,0 5-3-16,2 5 13 15,3 1-11-15,1 4-12 16,4 2-2-16,4 1-3 16,4 0 2-16,1 2-2 15,3-2 1-15,0-3-1 0,3-2 0 16,4-3-1-16,6-5 0 16,0-3 2-16,6-2-1 15,1-6 1-15,1-5 0 16,2-4-1-16,-2-1 1 15,-3 0-1-15,-5 2 1 0,-5 1-1 16,-2 6 1-16,-5 1 0 16,-1 1 1-16,0 5-1 15,0 0 3-15,0 0 0 16,0 1-4-16,-2 7 1 0,2 0 0 16,0 3-1-16,0 2 1 15,2-2 0-15,5 2-1 16,3-1 2-16,1-1-2 15,6-3-4-15,0-2-11 16,1-3-28-16,5-3-13 16,3-6-50-16,2-9-66 0</inkml:trace>
  <inkml:trace contextRef="#ctx0" brushRef="#br0" timeOffset="6868.95">21143 8302 378 0,'0'0'-6'0,"0"0"12"15,0 0 0-15,0 0-7 16,0 0 2-16,0 0 2 0,-26 35 9 16,22-9 7-16,0 4-6 15,2 2-7-15,0 0-2 16,-1 0-1-16,0-4-1 15,1-2 0-15,-1-4-1 16,1-4-1-16,1-5 1 0,-1-3-1 16,2-5 1-16,0-2-1 15,0-3-1-15,2 0 5 16,5-8 0-16,4-2-4 16,0-4 2-16,4 0-2 15,1-2 0-15,0 2 2 0,-1 1-2 16,0 3 0-16,-1 4 1 15,-3 4 3-15,-2 1 2 16,0 1 4-16,-3 0-3 16,-1 7-2-16,-1 0-2 15,-1 2 2-15,0 0 1 16,-1 2-4-16,0 0 1 0,1-1-3 16,0 0 2-16,0-2-1 15,0-1 0-15,0-2-1 16,1-2 1-16,0 0-1 15,2-3 2-15,3 0-1 16,3 0 2-16,2-7-2 0,3-2-1 16,2-2 0-16,-1-2 0 15,-2 2 0-15,-1-1 0 16,-3 3 2-16,-4 2-2 16,-2 2 2-16,-3 2 6 15,0 3 1-15,-2 0-7 0,1 0-2 16,-1 6 1-16,0 3 0 15,1 2 1-15,-1 4 0 16,1 1-1-16,-1 2 4 16,-1-1-8-16,0 0-27 15,0-6-69-15,0-6-119 0</inkml:trace>
  <inkml:trace contextRef="#ctx0" brushRef="#br0" timeOffset="7038.85">21539 8312 370 0,'0'0'10'0,"0"0"-3"16,-3-28-2-16,8 28-6 0,1 0 1 15,1 5-2-15,0 2-13 16,0 2-116-16</inkml:trace>
  <inkml:trace contextRef="#ctx0" brushRef="#br0" timeOffset="7273.23">21629 8581 352 0,'0'0'19'0,"0"0"29"16,48-36-16-16,-26 21-6 16,3 0-11-16,1 0-1 15,-1-1-1-15,0 1-6 16,-2 0-3-16,1 4-3 0,-4 0-2 16,-3 2-5-16,-6 0-53 15,-4 0-131-15</inkml:trace>
  <inkml:trace contextRef="#ctx0" brushRef="#br0" timeOffset="7465.33">21764 8403 339 0,'0'0'25'0,"0"0"13"16,0 0-10-16,0 0-11 15,-3 33 6-15,13-15 2 16,4 2 1-16,3 3-11 0,3 0-9 15,2 2-1-15,2 1-2 16,2-6-14-16,0-9-148 16</inkml:trace>
  <inkml:trace contextRef="#ctx0" brushRef="#br0" timeOffset="8897.34">16975 10621 175 0,'0'0'35'0,"0"0"-21"0,0 0 5 0,0 0-15 16,0 0-3-16,0 0 1 15,0 0 4-15,40-5 4 0,-21 5-2 16,5 0-3-16,3 0-2 15,1 0-1-15,0-2 0 16,-1-1 1-16,-4 1-2 16,-4-1 0-16,-1 2-1 15,-6-1 1-15,-5 2 0 0,-3 0-2 16,-4 0-24-16,0 0-85 16</inkml:trace>
  <inkml:trace contextRef="#ctx0" brushRef="#br0" timeOffset="9116.07">16942 10800 203 0,'0'0'12'0,"0"0"9"15,0 0-9-15,0 0 9 16,0 0 5-16,40-2 1 15,-19-5-4-15,9-2-12 16,4-2-4-16,5 1-5 16,1-1 0-16,-1 3-1 0,0-1 1 15,-3 3-2-15,-4-1-17 16,-4-1-177-16</inkml:trace>
  <inkml:trace contextRef="#ctx0" brushRef="#br0" timeOffset="9536.45">17695 10740 77 0,'0'0'102'0,"0"0"-83"0,0 0 17 16,33-25-12-16,-14 20-11 16,4 1-2-16,4 0 0 15,3-1 0-15,4 0-3 16,-2 0-3-16,-1 3-4 0,-4 2 0 16,-6 0 0-16,-6 0-1 15,-7 1-5-15,-7 3-60 16,-1-2-127-16</inkml:trace>
  <inkml:trace contextRef="#ctx0" brushRef="#br0" timeOffset="9741.99">17687 10872 175 0,'0'0'12'0,"28"2"2"15,-4-2 8-15,8-4 5 16,7-4-3-16,8-2-6 16,6-4-2-16,1 3-6 15,0-1-5-15,-4 3-1 0,-5-1 0 16,-5 0-71-16</inkml:trace>
  <inkml:trace contextRef="#ctx0" brushRef="#br0" timeOffset="10391.87">19038 10733 139 0,'0'0'31'0,"0"0"-11"0,0 0 14 16,23-29-18-16,-6 24-9 0,3 0-4 15,5 1 1-15,4 0 0 16,1 0 2-16,1 1-3 16,-2 1-1-16,-1 2-1 15,-8 0 0-15,-4 0-1 16,-5 0 0-16,-4 0-7 0,-7 0-66 16</inkml:trace>
  <inkml:trace contextRef="#ctx0" brushRef="#br0" timeOffset="10767.22">18997 10847 154 0,'0'0'54'0,"0"0"-27"16,0 0 2-16,44-11 2 15,-16 3-4-15,6-1-9 16,2 1-3-16,4-2-5 0,-1 3-5 16,-3 1-4-16,-4 2 2 15,-5 2-3-15,-6 0-3 16,-8 0-67-16,-6-3-210 16</inkml:trace>
  <inkml:trace contextRef="#ctx0" brushRef="#br0" timeOffset="12253.99">20999 10735 99 0,'0'0'18'0,"0"0"11"0,29-11-8 16,-17 9-3-16,5 2-2 0,4 0 2 15,7 0 3-15,5 0-3 16,11-3 2-16,12-1-5 16,11 1 3-16,14-3 2 15,11 0-2-15,7 0-1 16,12-1-1-16,8 2-5 0,4 0-6 15,4-1 3-15,3 1-1 16,4 0 4-16,0-2 1 16,-2 4-3-16,-2-3-2 15,-2 2-1-15,-2-1 1 16,-4 0-1-16,-9 0 0 0,-4-1-1 16,-8 0-1-16,-9 1 0 15,-6-1-1-15,-9-1 0 16,-4 2 1-16,-7 0-3 15,-10 0 1-15,-5 1-1 16,-9 0-1-16,-10 1 2 0,-10 1-2 16,-8 2 0-16,-11 0 0 15,-4 0-6-15,-18 0-8 16,-9 4-27-16,-9-1-65 16,-10-5-107-16</inkml:trace>
  <inkml:trace contextRef="#ctx0" brushRef="#br0" timeOffset="12818.87">21109 10864 34 0,'0'0'35'0,"0"0"5"0,45 0-10 0,-18-1 1 16,7-2 1-16,11-1 0 15,12 0 0-15,13-2-5 0,13-1 0 16,12 0-1-16,13-1-1 16,11 1 1-16,10 0-9 15,7-1-2-15,4 1-5 16,9 0-3-16,2-1-2 15,1 1-1-15,1-3-1 0,2 2 1 16,-4-1-1-16,-9 0-1 16,-7-1 0-16,-8 2-1 15,-13-1 0-15,-13 1-1 16,-15 1 1-16,-14-1 0 16,-16 3-1-16,-16 0 0 0,-13 2 1 15,-13 1-1-15,-11 2 0 16,-3 0-5-16,-10 0-15 15,-8 0-68-15,-2 0-110 16</inkml:trace>
  <inkml:trace contextRef="#ctx0" brushRef="#br0" timeOffset="19583.3">16474 12443 11 0,'0'0'12'0,"0"0"22"0,7-32 22 0,-6 22-25 16,-1-1 3-16,0 4-4 15,0 2 0-15,0 5-3 16,0 0-10-16,0 7-16 0,0 8-1 16,0 3 3-16,2 5 4 15,0 7 1-15,-2 1-2 16,0 3-1-16,0 2-1 16,0 0-2-16,0-1 2 15,0-2 12-15,0-4-2 16,-4-4-5-16,1-3 2 0,1-6-3 15,0-3-4-15,1-6-13 16,1-1-45-16,0-6-32 16,0 0-8-16</inkml:trace>
  <inkml:trace contextRef="#ctx0" brushRef="#br0" timeOffset="19924.63">16331 12489 185 0,'0'0'4'0,"0"0"7"0,0 0 11 16,0 0-2-16,-26-28-3 15,26 22-5-15,7-3-2 16,6-2-1-16,4-2 0 16,5-2 3-16,6-2-2 15,2 0-1-15,3 2-5 0,2 1-2 16,1 2 0-16,-6 6-1 16,-1 1 1-16,-4 4 2 15,-5 1-4-15,-6 0-22 16,0 2-24-16,-4 0-18 15,-4 0-48-15</inkml:trace>
  <inkml:trace contextRef="#ctx0" brushRef="#br0" timeOffset="20162.14">16718 12446 40 0,'0'0'107'16,"0"0"-102"-16,33-6 11 16,-20 1 4-16,1 0-5 15,1 3 4-15,-2 0-10 0,1 2-6 16,-3 0-1-16,-1 5 0 16,-3 2 0-16,-4 3-1 15,-2-2-31-15,-1 0-111 16</inkml:trace>
  <inkml:trace contextRef="#ctx0" brushRef="#br0" timeOffset="20333.54">16729 12625 206 0,'0'0'5'16,"0"0"16"-16,0 0-13 0,35-6-1 15,-13 0-2-15,6 0-3 16,-1 2 0-16,0 1 0 15,-1-1 1-15,-2-3-46 16</inkml:trace>
  <inkml:trace contextRef="#ctx0" brushRef="#br0" timeOffset="21362.06">17851 12108 81 0,'0'0'-42'0,"0"0"126"0,0 0-74 16,0 0 3-16,0 0-5 15,-28-3-2-15,20 3-1 16,-4 4 0-16,-2 1-1 16,0 0 0-16,-6 0-2 15,-1 2 2-15,0-2-2 0,-1-1-1 16,2 0 1-16,1 1-1 16,4-2 2-16,4 0 3 15,4-1 0-15,1 4-1 16,3-1-4-16,2 1-1 15,1 3 1-15,0 6-1 0,-2 2 1 16,1 7 1-16,0 6-2 16,-1 8 9-16,-1 10 14 15,-1 10-2-15,0 10-3 16,1 10-3-16,-4 7 15 0,4 4-4 16,-3 1-7-16,3 4-12 15,-3-5-3-15,1-3 0 16,-2-4 1-16,-1-2-3 15,1-7 1-15,-3-6-1 16,-2-6 1-16,-1-5-1 16,-1-6 0-16,-2-8 0 0,0-5 0 15,3-8 0-15,0-7 0 16,3-7-2-16,4-6 2 16,1-3-1-16,2-4 2 15,3-1 2-15,4-1 2 16,9 0-1-16,10-2-2 0,9-4 6 15,11-2 9-15,11 1-7 16,8-1-9-16,8 3 3 16,8-1 6-16,1 1-5 15,0 1-11-15,-3-6-77 16,-3-10-102-16</inkml:trace>
  <inkml:trace contextRef="#ctx0" brushRef="#br0" timeOffset="22553.06">19289 12140 201 0,'0'-8'4'0,"1"2"-6"0,5 1 1 0,4 1 1 16,2 1 0-16,4 1 2 15,4-4 3-15,3 1 4 16,6-3 8-16,7-1 1 16,6-1 1-16,4-1-6 0,6 1-5 15,-4-1-4-15,1 2 0 16,-4 0-1-16,-6 3-2 15,-4-1 0-15,-10 3 3 16,-4 0 1-16,-5 1-2 16,-5 2 0-16,-2 1 1 0,-5 0 4 15,0 0-4-15,-2 4-1 16,-1 8-1-16,-1 6 0 16,-1 7-2-16,-7 13 2 15,-3 6 1-15,-4 10 1 16,-1 9 4-16,-2 7 3 15,1 6 4-15,-2 5-1 0,1 3-4 16,-2 2-2-16,2-3 2 16,0-5-2-16,3-3 4 15,3-4 1-15,3-8-6 16,4-6-2-16,2-2 2 0,1-6-3 16,2-5 1-16,0-5 0 15,0-4-2-15,0-7 0 16,0-3 0-16,0-3 1 15,1-3-2-15,0-5 0 16,0-3 0-16,0-1-1 0,-1-3 0 16,1-4 0-16,-1-3 0 15,1 2 0-15,-1-1 0 16,0-1 1-16,0 0-1 16,0 0 0-16,0 0-1 15,0 3 0-15,0-2 0 16,0 0-1-16,0 4 1 0,2-3-1 15,-2 4 1-15,0 0 0 16,0 0-1-16,-6 2 2 16,-8 1-1-16,-10 3 4 15,-12 4 1-15,-17 3-3 16,-16 4-1-16,-19 4 2 0,-16 3 1 16,-10 1 0-16,-3-6-38 15,6-14-83-15,12-15-164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2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43 1505,'0'0'6786,"-5"-6"-6018,-2-1-435,-14-22 2441,21 28-2432,0 30-283,7 75 771,-3-82-1073,-2 1 1,0 0-1,-2-1 1,0 1-1,-2 0 0,0 0 1,-11 42-1,7-52-1833,-1-5-385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3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9225,'0'0'1938,"9"-8"-1287,-3 4-552,-1 0 1,1 0-1,0 0 1,0 0-1,0 1 1,1 0 0,-1 0-1,1 1 1,0 0-1,-1 0 1,1 0-1,0 1 1,11-1-1,1 2 21,0 0-1,0 2 1,0 0-1,-1 1 1,1 1-1,-1 0 1,20 8-1,-26-6-96,0-1-1,0 2 0,-1 0 0,1 0 1,-1 1-1,-1 0 0,0 1 0,0 0 1,0 1-1,15 20 0,-19-22-13,-1 0 0,0 0 0,0 1 0,-1-1 0,0 1-1,0 0 1,-1 1 0,0-1 0,-1 0 0,3 19 0,-5-21 29,0-1 0,0 0 0,0 1 0,-1-1 1,0 0-1,0 0 0,-1 1 0,0-1 0,0 0 1,0 0-1,-1-1 0,0 1 0,0 0 0,0-1 0,-1 0 1,1 0-1,-8 8 0,-3 1 42,-1 0 0,-1-1 0,1-1 0,-2 0 0,0-2 0,0 1-1,-1-2 1,0-1 0,0 0 0,-1-1 0,-32 7 0,29-9-1157,-1-1 1,0-2-1,-26 0 1,41-3-1818,3-3-1221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10602,'0'0'1180,"7"0"-908,11 0-27,0-1 0,0-2-1,-1 1 1,1-2 0,18-6 0,-31 9-177,0-1 0,1 1 0,-1-1 0,0 0 0,-1-1 0,1 1 0,0-1 0,-1 0 0,1 0 0,-1-1 0,0 1 0,0-1 0,0 0 0,-1 0-1,1 0 1,-1-1 0,0 1 0,0-1 0,-1 1 0,1-1 0,-1 0 0,2-8 0,-3 11-25,-1 1 0,0-1 0,1 1 0,-1-1 0,0 0 0,0 1 0,0-1 0,-1 0 0,1 1 0,0-1 0,-1 1 0,1-1 0,-1 1 0,1-1 0,-1 1 0,0-1 0,1 1 0,-1-1 0,0 1 0,0 0 0,0-1 0,0 1 0,0 0 0,0 0 0,-1 0 0,1 0 0,0 0 0,-1 0 0,1 0 0,0 0 0,-1 1 0,1-1 0,-1 0 0,1 1 0,-1-1 0,1 1 0,-1 0 0,0-1 0,1 1 0,-1 0 0,0 0 0,1 0 0,-1 0 0,1 0 0,-1 1 0,0-1 0,1 0 0,-1 1 0,1-1 0,-1 1 0,1-1 0,-1 1 0,-1 1 0,1 0-40,0 0-1,0 0 0,0 0 0,1 0 0,-1 0 0,1 0 0,-1 0 0,1 1 0,0-1 1,0 0-1,0 1 0,0-1 0,0 1 0,1-1 0,-1 1 0,1 0 0,-1-1 1,1 1-1,0 3 0,2 52 4,-1-52-6,0-1 0,1 1 0,0 0 0,0-1 0,0 1 1,1-1-1,0 0 0,0 0 0,0 0 0,1 0 0,0 0 1,0-1-1,0 0 0,0 0 0,1 0 0,-1 0 0,1-1 1,0 1-1,0-1 0,7 3 0,-9-5 4,1 1 1,0 0-1,0-1 0,0 1 1,0-1-1,1 0 0,-1-1 1,0 1-1,0-1 0,0 0 0,1 0 1,-1 0-1,0 0 0,0-1 1,1 0-1,-1 0 0,0 0 0,0 0 1,0 0-1,0-1 0,0 0 1,-1 0-1,1 0 0,0 0 0,-1-1 1,0 1-1,1-1 0,3-4 1,4-6 8,0 0 1,-1-1 0,-1 1 0,0-2 0,-1 1-1,0-1 1,-1-1 0,-1 1 0,-1-1 0,0 0-1,3-19 1,-10 28-51,-4 15 0,-3 16 4,9-21 31,-1 0 0,1-1 0,0 1 0,0 0 0,1 0 0,-1 0 0,0-1 0,1 1 0,0 0-1,0-1 1,0 1 0,0 0 0,0-1 0,0 1 0,0-1 0,1 0 0,-1 1 0,1-1 0,3 3 0,1 0-6,0 0 0,1-1 1,-1 0-1,1 0 0,11 5 1,-2-2 4,-7-2 6,0-1 0,-1 2 0,0-1 0,15 13 1,-21-16-4,0-1 1,-1 1 0,1 0-1,0 0 1,-1 0-1,1 0 1,-1 0 0,0 0-1,1 0 1,-1 0 0,0 1-1,-1-1 1,1 0 0,0 1-1,-1-1 1,1 1 0,-1-1-1,0 1 1,1-1-1,-1 1 1,0-1 0,-1 1-1,1-1 1,-1 4 0,0-4 0,-1 0 1,1 0 0,0 0-1,-1 0 1,0-1 0,1 1-1,-1 0 1,0-1-1,0 0 1,0 1 0,1-1-1,-2 0 1,1 0 0,0 0-1,0 0 1,0 0 0,-5 0-1,-41 10 33,44-10-33,-8 1 24,0 0 0,0-1-1,-1-1 1,1 0 0,-18-2 0,30 2-20,-1 0-1,0 0 0,1 0 1,-1-1-1,0 1 0,1 0 1,-1-1-1,0 1 0,1 0 1,-1-1-1,1 1 0,-1-1 1,1 1-1,-1-1 1,1 1-1,-1-1 0,1 1 1,-1-1-1,1 1 0,0-1 1,-1 0-1,1 1 0,0-1 1,-1 0-1,1 1 0,0-1 1,0 0-1,0 1 1,0-1-1,0 0 0,0 0 1,0 1-1,0-1 0,0 0 1,0 1-1,0-1 0,0 0 1,0 0-1,1 1 0,-1-1 1,0 0-1,0 1 1,1-1-1,-1 1 0,0-1 1,1 0-1,-1 1 0,1-2 1,22-27 144,-6 17-76,-1 1 0,1 1 0,0 0 1,1 1-1,1 1 0,-1 1 0,1 1 0,0 0 0,0 1 0,1 1 0,0 1 0,36-1 0,-53 4-45,-1 1 0,0-1 0,1 1 0,-1-1 0,0 1 1,0 0-1,1 0 0,-1 0 0,0 0 0,0 0 0,0 1 0,0-1 0,0 0 0,-1 1 0,1 0 0,0-1 0,-1 1 0,1 0 0,-1 0 0,1 0 0,-1 0 0,0 0 0,0 0 0,2 4 0,7 27-1161,-7-2-5615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4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12107,'0'0'3171,"43"-46"-15150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4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9993,'0'0'1746,"8"3"-860,-1-1-768,0 1 0,-1 0-1,1 1 1,-1-1 0,0 1 0,0 0-1,0 1 1,0 0 0,-1 0 0,1 0-1,-1 0 1,-1 1 0,1 0-1,-1 0 1,0 0 0,0 0 0,-1 1-1,5 12 1,-1-4 864,-8-32 1245,0-13-2105,3 23-224,-1-1-1,1 1 1,0-1 0,1 1-1,0 0 1,0 0 0,1 0-1,0 0 1,0 1 0,0-1-1,6-5 1,36-37-7003,-26 32 1537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10 375 5381,'0'0'4847,"9"0"-3405,2 1-1267,54 1-163,-62-2 81,1 0 0,0-1 0,0 1 1,0-1-1,0 0 0,0 0 0,0 0 1,-1 0-1,1 0 0,0-1 0,-1 0 1,1 0-1,-1 0 0,4-3 0,-6 5 4,-1-1-1,1 1 1,-1 0-1,0-1 1,1 1-1,-1-1 1,0 1-1,1 0 1,-1-1-1,0 1 1,1-1-1,-1 1 1,0-1-1,0 1 1,0-1-1,1 1 1,-1-1-1,0 1 1,0-1-1,0 1 1,0-1-1,0 1 1,0-1-1,0 1 1,0-1-1,0 1 1,0-1-1,0 1 1,-1-1-1,1 1 1,0-1-1,-1 0 1,-16-7 1202,-24 5-637,36 4-658,0 0 0,0 0 0,0 1-1,0-1 1,1 1 0,-1 0-1,1 1 1,-1-1 0,1 1-1,0-1 1,0 1 0,0 1 0,0-1-1,1 0 1,-1 1 0,1 0-1,0 0 1,0 0 0,0 0 0,1 0-1,-1 1 1,1-1 0,0 1-1,0 0 1,1-1 0,-1 1-1,1 0 1,0 0 0,0 0 0,1 0-1,0 0 1,0 0 0,0 0-1,0 0 1,2 7 0,-1-9-6,0-1 0,0 1-1,1-1 1,-1 0 0,1 1 0,0-1 0,-1 0 0,1 0-1,0 0 1,0-1 0,0 1 0,0 0 0,1-1-1,-1 1 1,0-1 0,1 0 0,-1 0 0,1 0 0,-1 0-1,1 0 1,0 0 0,-1-1 0,1 1 0,0-1 0,2 0-1,12 2-67,0-1-1,29-3 0,-38 2 25,21-4 0,-1 0 1,0-2-1,0-1 0,-1-2 1,0 0-1,0-2 0,-1-1 1,35-21-1,-60 32 149,-10 5 123,-14 14 112,1 20-300,21-37-60,0 1-1,0 0 1,1-1 0,-1 1-1,0 0 1,1 0 0,-1 0-1,1-1 1,0 1 0,0 0-1,0 0 1,0 0-1,0 0 1,0-1 0,0 1-1,0 0 1,1 0 0,-1 0-1,1 0 1,-1-1 0,2 3-1,-1-3 7,-1 0-1,1-1 1,-1 1-1,1-1 1,0 0-1,0 1 1,-1-1-1,1 1 1,0-1-1,-1 0 1,1 0-1,0 1 1,0-1-1,0 0 1,-1 0-1,1 0 1,0 0-1,0 0 1,0 0-1,0 0 1,-1 0-1,1 0 1,0-1-1,0 1 1,-1 0-1,1 0 1,0-1-1,0 1 1,-1 0-1,1-1 1,0 1-1,-1-1 1,1 1-1,0-1 1,-1 1-1,1-1 1,-1 1-1,1-1 1,-1 0-1,1 1 1,0-2-1,20-29 48,-10 6-12,-1-1-1,0 1 1,-2-2-1,-2 1 0,0-1 1,3-38-1,-4 5 155,-7-109 1,-4 145 501,1 21-251,2 15-450,-3 183-45,7-167-234,1-1 0,2 1 0,0-1 0,2 0 0,10 29 0,-14-51-422,-1 0 0,1 0-1,1-1 1,-1 1 0,1 0 0,0-1 0,0 0-1,3 5 1,10 2-4579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6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7719,'0'0'2835,"-4"11"-2643,-20 65 1120,4 2 0,-16 121 0,23-118-1228,-12 87 39,-34 157-1474,51-302-3736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7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8 150 9513,'0'0'4079,"0"10"-4026,-1 8 88,-3 24 102,1 1 0,3 0 0,2-1 0,9 60 0,-11-168 2141,1 25-2377,0-129 95,-1 169-93,-1 0 0,1 1 0,0-1 0,0 0 0,0 1 0,0-1 0,0 0 0,1 0 0,-1 1 1,0-1-1,0 0 0,0 1 0,1-1 0,-1 0 0,0 1 0,1-1 0,-1 1 0,0-1 0,1 1 0,-1-1 0,1 0 0,-1 1 0,1-1 1,-1 1-1,1 0 0,-1-1 0,1 1 0,0-1 0,-1 1 0,2-1 0,18 10 8,20 34-149,-37-39 158,31 37-26,47 52 24,-72-84-23,0-1 0,1 0 0,0 0 0,0-1 0,1 0 0,0-1 0,17 7 0,-26-12 4,0 0 1,0 0-1,0-1 0,0 1 1,0-1-1,1 1 0,-1-1 1,0 0-1,0 0 0,1 0 0,-1 0 1,0 0-1,0 0 0,1-1 1,1 0-1,-3 1 4,0-1-1,1 0 1,-1 0 0,0 1 0,0-1 0,0 0-1,0 0 1,0 0 0,0 0 0,0 0-1,-1 0 1,1 0 0,0 0 0,0-1 0,-1 1-1,1 0 1,-1 0 0,1-3 0,1-4 31,-1 0 1,-1 0 0,1 1-1,-1-1 1,-1 0-1,1 0 1,-3-9 0,-3-10 71,-1 0 0,-19-48 0,18 57-101,1-1-1,0 0 1,2 0 0,0-1-1,1 0 1,1 0 0,-1-25-1,4 45-76,1-1 0,-1 1-1,0-1 1,0 1 0,0-1 0,0 1-1,1-1 1,-1 1 0,0-1-1,0 1 1,1-1 0,-1 1-1,0 0 1,1-1 0,-1 1 0,1 0-1,-1-1 1,1 1 0,-1 0-1,0-1 1,1 1 0,-1 0-1,1 0 1,-1-1 0,1 1 0,-1 0-1,1 0 1,-1 0 0,1 0-1,0 0 1,0 0 0,22-1-4718,-15 2 2016,8-1-2463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7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22 9033,'0'0'4457,"-8"7"-4115,0 0-206,0 1 0,0 0 0,1 1 0,0 0 0,0 0-1,1 0 1,0 1 0,1 0 0,0 0 0,1 0 0,0 1 0,0-1 0,1 1 0,-3 19 0,6-26-131,-1 0 1,1 0-1,0 1 0,0-1 1,1 0-1,-1 0 0,1 0 1,0 0-1,0-1 1,0 1-1,1 0 0,-1 0 1,1 0-1,0-1 0,3 5 1,-3-6 3,1 0 0,-1 0 1,1 0-1,-1-1 1,1 1-1,0-1 0,0 1 1,0-1-1,0 0 1,-1 0-1,2 0 0,-1-1 1,0 1-1,0-1 1,0 0-1,0 0 0,0 0 1,0 0-1,0 0 1,5-1-1,-2-1 23,0 1 1,0-1-1,0 1 0,-1-2 1,1 1-1,-1-1 0,1 0 0,-1 0 1,0 0-1,0 0 0,-1-1 1,1 0-1,-1 0 0,1-1 1,-1 1-1,-1-1 0,1 0 1,-1 0-1,1 0 0,-1 0 1,-1-1-1,1 1 0,-1-1 1,0 1-1,2-11 0,-3 12-17,1-1 0,-1 0 0,0 0 0,-1 0 0,1-1 0,-1 1 0,0 0-1,0 0 1,-1 0 0,0 0 0,1 0 0,-2 0 0,1 0 0,-1 0 0,1 1 0,-1-1 0,0 0 0,-1 1 0,1-1-1,-1 1 1,0 0 0,0 0 0,-1 0 0,1 0 0,-1 1 0,1-1 0,-1 1 0,0 0 0,-1 0 0,-5-3 0,0 2-467,0 0 0,0 1 0,0 1 1,-18-3-1,13 3-1806,-8-3-4820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49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34 7271,'0'0'6155,"-4"10"-5856,-1 14 79,0 0 1,2 0-1,1 1 1,1 47-1,2-41-218,-2 0-1,-1 0 1,-10 45-1,12-75-131,0-1-1,0 1 1,0-1-1,0 1 1,0-1-1,0 0 1,0 1 0,0-1-1,0 0 1,-1 1-1,1-1 1,0 1-1,0-1 1,-1 0-1,1 1 1,0-1-1,0 0 1,-1 0-1,1 1 1,0-1-1,-1 0 1,1 0-1,0 1 1,-1-1-1,1 0 1,0 0-1,-1 0 1,1 0-1,-1 1 1,1-1-1,0 0 1,-1 0 0,1 0-1,-1 0 1,1 0-1,0 0 1,-1 0-1,1 0 1,-1 0-1,1 0 1,0 0-1,-1-1 1,1 1-1,-1 0 1,1 0-1,0 0 1,-1 0-1,1-1 1,0 1-1,-1 0 1,1 0-1,0-1 1,-1 1-1,1 0 1,0-1-1,0 1 1,-1 0-1,1-1 1,0 1 0,0 0-1,-1-1 1,1 1-1,0 0 1,0-1-1,-16-23 186,8 6-201,1 0 1,1 0-1,1-1 0,0 0 0,1 1 0,2-2 0,0 1 0,0 0 0,2 0 1,2-23-1,-2 41-11,0-1 0,0 1 0,0 0 0,0 0 1,1-1-1,-1 1 0,0 0 0,0 0 0,1-1 0,-1 1 0,1 0 1,-1 0-1,1 0 0,-1 0 0,1 0 0,0 0 0,0 0 1,-1 0-1,1 0 0,0 0 0,0 0 0,0 0 0,0 1 1,0-1-1,0 0 0,2 0 0,-1 0 0,0 1 0,1 0 0,-1 0 0,0-1 0,0 2 0,0-1 0,1 0 0,-1 0 0,0 1 0,0-1 0,0 1 0,0 0 0,4 1 0,7 5 16,0 0-1,-1 0 1,17 14 0,-26-19-6,118 95 214,40 29-162,-158-124-62,-1 0-1,1 0 1,0-1 0,0 1 0,0-1-1,0 1 1,0-1 0,0 0 0,0 0 0,1-1-1,4 2 1,-7-3 16,0 1 1,0 0-1,0 0 0,0 0 0,0-1 1,0 1-1,0-1 0,0 1 0,0-1 0,0 1 1,0-1-1,0 1 0,0-1 0,0 0 1,0 0-1,0 1 0,-1-1 0,1 0 1,0 0-1,-1 0 0,1 0 0,0 0 1,-1 0-1,1 0 0,-1 0 0,0 0 1,1 0-1,-1 0 0,0 0 0,0 0 1,1 0-1,-1 0 0,0-1 0,0 1 0,0-2 1,0-23 166,-1 0 1,0 1-1,-2-1 1,-1 0 0,-12-41-1,8 38-323,1-1-1,2 0 1,-2-45 0,14 78-6774,1 10 2311,-2 1-1078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49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35 9929,'0'0'4020,"-8"2"-3059,0 1-840,0 1 1,0-1-1,1 1 0,-1 1 0,1 0 1,0 0-1,0 0 0,1 1 0,-1 0 0,1 0 1,1 0-1,-1 1 0,1 0 0,0 0 1,0 0-1,1 1 0,0 0 0,1-1 1,0 1-1,0 1 0,0-1 0,1 0 0,0 1 1,1-1-1,0 1 0,0-1 0,1 1 1,0 0-1,1-1 0,2 18 0,-2-23-120,0 0 1,0 0-1,1 0 0,-1 0 0,1 0 0,-1-1 0,1 1 0,0 0 0,0-1 0,0 1 0,0-1 1,1 0-1,-1 1 0,1-1 0,-1 0 0,1-1 0,0 1 0,0 0 0,-1-1 0,1 0 0,0 1 0,1-1 1,-1 0-1,0-1 0,0 1 0,0 0 0,0-1 0,1 0 0,-1 0 0,5 0 0,-2 0 7,0-1-1,0 0 1,0 0-1,0 0 0,-1-1 1,1 1-1,0-1 1,-1-1-1,1 1 1,-1-1-1,0 0 0,0 0 1,0-1-1,0 1 1,-1-1-1,5-4 0,-4 1 9,0 0 0,0 1 0,0-2-1,-1 1 1,0 0 0,-1-1 0,0 0-1,0 0 1,0 0 0,-1 0 0,0 0-1,-1 0 1,0 0 0,0-1 0,-1 1-1,0-1 1,0 1 0,-1 0 0,0-1-1,-3-11 1,2 15-40,0-1 1,0 0-1,-1 1 0,1 0 1,-1-1-1,0 1 0,-1 0 1,1 1-1,-1-1 0,0 1 1,0-1-1,0 1 1,-1 0-1,1 1 0,-1-1 1,0 1-1,0 0 0,-1 0 1,1 0-1,0 1 0,-1 0 1,0 0-1,1 0 0,-1 1 1,0 0-1,0 0 0,0 0 1,0 1-1,-7 0 0,8 0-523,-1 0-1,1 0 0,0 1 0,-1-1 0,1 1 0,-1 1 0,-9 3 1,-6 6-4872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0 385 7815,'13'27'5801,"24"40"-4332,-28-52-1537,1-1 0,1 0 0,14 14 0,-21-24 116,0 0 0,0 0 0,0-1 0,1 1 0,-1-1 1,1 0-1,0 0 0,0-1 0,0 1 0,1-1 0,9 2 1,-8-3 69,1-1 1,-1 0 0,0 0 0,1-1 0,-1 1 0,0-2 0,0 1 0,1-1 0,-1 0-1,0-1 1,-1 0 0,1 0 0,0 0 0,-1-1 0,0 0 0,11-8 0,8-9 139,-1-1 1,34-40-1,-18 18-17,167-157 562,-163 162-731,2 2 0,97-58 1,-89 71 629,-24 19-2759,-5 10-8210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2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43 11627,'0'0'294,"1"9"-337,7 26 500,45 231 1014,-45-209-1384,-2 0 0,-3 105 0,-3-160-80,0-1 1,-1 1 0,1-1-1,0 1 1,0-1-1,-1 1 1,1-1 0,0 1-1,-1-1 1,0 1 0,1-1-1,-1 0 1,0 0 0,0 1-1,1-1 1,-1 0-1,0 0 1,0 0 0,-1 0-1,1 0 1,0 0 0,0 0-1,0 0 1,-1 0 0,1 0-1,0-1 1,-1 1-1,1-1 1,0 1 0,-1-1-1,1 1 1,-1-1 0,1 0-1,-1 0 1,1 1 0,-1-1-1,1 0 1,-1-1-1,1 1 1,-3 0 0,0-1-26,1 0 0,-1 1-1,1-1 1,0-1 0,-1 1 0,1 0 0,0-1 0,0 0 0,0 0 0,0 0 0,0 0-1,0 0 1,0 0 0,1-1 0,-1 1 0,-3-6 0,1-1-126,1 0 1,0-1-1,1 1 1,-1-1-1,2 0 1,-1 0-1,2 0 1,-1 0-1,1-13 1,3-97-18,-1 99 171,2-11-27,1 1-1,1-1 0,2 1 0,11-33 0,-13 48 97,1 1 1,0 0-1,1 0 1,1 1-1,0 0 0,1 0 1,0 1-1,2 0 1,21-21-1,-29 31-49,0 0-1,1 1 0,-1-1 1,1 1-1,-1 0 0,1 0 1,0 0-1,0 1 0,0 0 1,0-1-1,0 1 0,0 0 1,0 1-1,0-1 0,1 1 1,-1 0-1,0 0 1,0 0-1,0 1 0,0-1 1,1 1-1,-1 0 0,0 0 1,0 1-1,0-1 0,-1 1 1,1 0-1,0 0 0,4 3 1,-2-1-41,-1 0-1,0 0 1,0 0 0,-1 1-1,1 0 1,-1 0 0,0 0 0,0 1-1,-1-1 1,1 1 0,-1 0 0,-1 0-1,1 0 1,-1 0 0,0 1 0,0-1-1,1 13 1,-2-12 8,-1 0 0,0 0 0,0-1 1,0 1-1,-1 0 0,0 0 0,0 0 0,-1 0 0,0-1 0,0 1 0,-1-1 1,0 1-1,0-1 0,0 0 0,-5 6 0,1-3 12,-1 0 0,0-1 0,-1 0 0,0 0 1,-1-1-1,1 0 0,-22 11 0,4-5 12,20-10-17,0 0 1,0 1-1,1-1 0,0 1 1,0 1-1,-7 5 1,11-8-10,0 0 0,1 0 0,-1 0 0,1 0 1,0 1-1,-1-1 0,1 0 0,0 1 0,1-1 1,-1 1-1,0-1 0,1 1 0,-1-1 0,1 1 1,0-1-1,0 1 0,0 0 0,0-1 0,0 1 1,1-1-1,-1 1 0,2 3 0,2 7 3,0 0 0,1-1 0,0 1 0,1-1 0,1 0 0,0-1 0,0 0 0,1 0-1,1 0 1,0-1 0,0 0 0,1-1 0,0 0 0,0-1 0,1 0 0,0 0 0,15 7 0,-15-10 14,-1 0 0,1 0 0,0-1 0,0 0 0,0-1 0,1 0 0,-1 0 0,1-2 0,0 1 0,-1-2 0,1 1 0,0-2 0,0 1 0,-1-2 0,1 1 0,-1-2 0,1 0 0,-1 0 0,22-10 0,-19 6 14,1-1 1,-2-1-1,1-1 1,-1 0-1,-1 0 1,0-1-1,13-16 1,-20 21 61,0 0 0,0-1 0,-1 0 0,0 0 0,0 0 0,0 0 0,-1 0 0,0-1 0,-1 0 0,1 1 0,-2-1 0,1 0 0,-1 0 0,0 0 0,0-1 0,-2-10 0,1 17-57,0 1-1,-1 0 0,1-1 0,0 1 1,-1 0-1,1-1 0,-1 1 1,0 0-1,1-1 0,-1 1 0,0 0 1,0 0-1,0 0 0,0 0 1,0 0-1,0 0 0,0 0 0,0 0 1,0 0-1,-1 0 0,1 1 1,0-1-1,0 0 0,-1 1 1,1-1-1,0 1 0,-1 0 0,1-1 1,-1 1-1,1 0 0,0 0 1,-1 0-1,1 0 0,-1 0 0,1 0 1,-1 0-1,1 0 0,-3 1 1,1 0-24,-1-1-1,1 1 1,0 0 0,-1 0 0,1 0 0,0 1 0,0-1 0,0 1 0,0 0 0,0-1 0,0 1-1,0 1 1,0-1 0,1 0 0,-4 4 0,2 2-2,-1 0 0,1 0 0,1 1 0,0-1 0,0 1 0,0 0 0,1 0 0,1 0 0,-1 0 0,2 0 0,-1 0 0,1 0 0,0 0-1,1 1 1,0-1 0,1 0 0,0 0 0,3 9 0,-4-12 0,1-1-1,1 1 1,-1-1-1,1 1 1,0-1-1,0 0 1,1 0-1,-1 0 1,1 0-1,0-1 1,0 0-1,1 1 1,-1-1-1,1-1 1,0 1-1,0-1 1,0 0-1,0 0 0,1 0 1,-1-1-1,1 0 1,0 0-1,0 0 1,-1-1-1,1 0 1,0 0-1,0 0 1,7-1-1,-9 0 7,1-1-1,-1 0 0,1 0 0,-1 0 1,0-1-1,1 1 0,-1-1 1,0 0-1,0 0 0,0-1 0,0 1 1,-1-1-1,1 0 0,-1 0 1,1 0-1,3-5 0,9-11 19,-1 1 0,13-23 1,5-5 22,-30 42-12,0 0-1,1 0 1,-1 0-1,1 1 1,0-1-1,1 1 0,-1 0 1,0 0-1,1 1 1,-1-1-1,1 1 1,0 0-1,0 1 1,0-1-1,0 1 0,0 0 1,7-1-1,-9 2-34,1 0-1,-1 1 1,1 0-1,-1-1 1,1 1 0,-1 0-1,0 1 1,1-1-1,-1 1 1,0-1-1,0 1 1,0 0-1,0 0 1,0 0 0,-1 1-1,1-1 1,0 1-1,-1-1 1,0 1-1,0 0 1,0 0-1,0 0 1,0 0-1,-1 0 1,1 0 0,1 5-1,-2-5-33,1 0 0,0 0 0,-1 1-1,0-1 1,0 1 0,0-1 0,0 1 0,-1-1 0,1 1 0,-1 0-1,0-1 1,0 1 0,0-1 0,-1 1 0,1 0 0,-1-1 0,0 1-1,0-1 1,-2 6 0,1-7-162,0 1-1,0-1 1,-1 1-1,1-1 1,-1 0 0,1 0-1,-1 0 1,0 0-1,1-1 1,-1 1 0,0-1-1,0 0 1,0 0-1,0 0 1,0 0 0,-1 0-1,1 0 1,0-1-1,0 0 1,-1 1 0,-5-2-1,-47 0-5952,40-3 2962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30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231 111 6086,'-9'-6'984,"-1"0"0,1 1 0,-1 0 0,-1 0 0,1 1 0,-1 1 0,-16-4 0,23 7-861,-1 0 1,1-1-1,0 2 0,0-1 0,-1 0 0,1 1 0,0 0 0,0 0 0,0 0 0,0 1 0,0-1 0,0 1 0,0 0 1,1 0-1,-1 0 0,1 0 0,-1 1 0,1 0 0,0-1 0,0 1 0,0 1 0,-4 4 0,2-1-105,0-1-1,0 1 1,1 0-1,0 1 1,1-1-1,0 1 1,0-1-1,0 1 1,1 0-1,0 0 1,1 0-1,0 1 1,0-1-1,0 0 1,1 0-1,1 0 1,1 12-1,-2-19-15,0 0-1,1 0 1,-1 0 0,0 1-1,1-1 1,0 0 0,-1 0-1,1 0 1,-1 0 0,1 0-1,0 0 1,0 0-1,0 0 1,0-1 0,0 1-1,-1 0 1,1 0 0,1-1-1,-1 1 1,0 0 0,0-1-1,0 1 1,0-1 0,0 1-1,0-1 1,1 0-1,-1 0 1,0 1 0,0-1-1,0 0 1,1 0 0,-1 0-1,0 0 1,0-1 0,1 1-1,-1 0 1,0 0-1,0-1 1,0 1 0,0 0-1,1-1 1,-1 0 0,1 0-1,4-1 10,-1 0 0,1-1 0,-1 0 0,1 0 0,-1 0 0,0-1 0,7-5 0,44-56-108,-51 59 349,0-1 0,-1 1 0,0-1 0,0 0 0,-1 0 1,0 0-1,0 0 0,0 0 0,1-9 0,-4 21-203,1 1 0,0-1 0,0 0 0,0 1 0,1-1 0,0 0 0,0 0 0,0 0 0,0 0 0,1 0 0,0-1 0,0 1 0,4 4 0,1 1-57,0 0 0,0-1 0,1 0 0,19 16 0,-24-23 14,0 1 0,0-1-1,1 0 1,-1 0 0,1 0 0,0-1 0,-1 1 0,1-1 0,0 0 0,0 0-1,0-1 1,-1 0 0,1 0 0,0 0 0,0 0 0,0-1 0,0 1-1,0-1 1,-1-1 0,1 1 0,0-1 0,-1 1 0,1-1 0,-1-1-1,1 1 1,5-5 0,10-7 32,0-2 0,0 0-1,-2-2 1,18-20 0,2-1-22,-30 32-14,5-7 0,2 1 1,0 1-1,0 0 1,31-18-1,-43 28-8,0 1-1,1-1 1,-1 1-1,1-1 1,-1 1-1,1 0 1,0 0 0,-1 1-1,1-1 1,0 1-1,-1 0 1,1 0-1,0 0 1,0 0-1,-1 1 1,1-1 0,0 1-1,-1 0 1,1 0-1,-1 0 1,1 1-1,-1-1 1,1 1-1,-1 0 1,0 0-1,0 0 1,0 0 0,0 1-1,0-1 1,-1 1-1,5 4 1,-3-1 13,1 0 0,-1 1 0,0-1 0,0 1 1,0 0-1,-1 0 0,0 0 0,3 13 0,-6-19-37,1 1 0,-1 0 0,0-1 0,1 1 0,-1 0 0,0 0 0,0 0 0,0-1 0,-1 1 0,1 0 0,0 0 0,-1-1 0,1 1 0,-1 0 0,1-1 0,-1 1 0,0 0 0,1-1 0,-1 1 0,0-1 0,0 1 0,0-1 0,-1 0 0,1 1 0,0-1 0,0 0 0,-1 0 0,1 0 0,-1 0 0,1 0 0,-1 0 0,1 0 0,-1 0 0,1-1 0,-1 1 0,0 0 0,0-1 0,1 0 0,-1 1 0,0-1 0,-3 0 0,-76 6-4271,74-6 3375,0-1 1,0 1-1,-1-1 1,1 0-1,0-1 1,0 1-1,0-1 1,-12-6-1,11 2-2197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31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75 135 14189,'0'0'977,"-8"5"-854,3-2-109,0 1 1,0 0-1,0 0 0,1 1 0,-1-1 1,1 1-1,0 0 0,1 0 0,-1 1 0,1-1 1,0 1-1,0 0 0,1-1 0,-1 1 1,1 0-1,1 1 0,-1-1 0,1 0 1,0 0-1,0 1 0,1-1 0,0 0 1,1 10-1,-1-15-17,1 1 0,-1-1 0,0 1 0,1 0 0,0-1 1,-1 0-1,1 1 0,0-1 0,0 1 0,0-1 0,0 0 0,0 0 1,0 1-1,0-1 0,0 0 0,0 0 0,1 0 0,-1 0 0,0 0 0,1-1 1,1 2-1,1 0-15,1-1 0,-1 1 1,1-1-1,0 0 1,-1 0-1,1 0 0,6 0 1,-1-1-16,-1 0 0,0-1 1,1 0-1,-1 0 1,1-1-1,17-6 0,-19 4 58,0 0 0,0-1 0,0 0 0,-1-1 0,1 0 0,-1 0 0,-1 0 0,1-1 0,-1 0 0,0 0 0,-1-1 0,6-8 0,-9 13 15,-1 0 0,1 0 0,-1 0 0,1 0-1,-1 0 1,0 0 0,0-1 0,-1 1 0,1 0 0,-1-1-1,1 1 1,-1 0 0,0-1 0,0 1 0,-1-1 0,1 1 0,-1 0-1,1-1 1,-1 1 0,0 0 0,-1 0 0,1 0 0,0 0-1,-1 0 1,0 0 0,1 0 0,-1 0 0,0 0 0,-1 1 0,1-1-1,0 1 1,-1 0 0,1-1 0,-1 1 0,0 0 0,-3-2-1,-4-1-26,0 0 0,0 1 0,-1 0-1,1 0 1,-1 1 0,0 0-1,-20-2 1,26 4-16,1 1 1,0-1-1,-1 1 0,1 0 0,0 0 0,-1 0 1,1 0-1,-1 1 0,1 0 0,0 0 0,0 0 1,0 0-1,0 1 0,-1 0 0,2 0 0,-1 0 1,0 0-1,0 0 0,1 1 0,-1 0 0,1-1 1,-5 7-1,7-9 0,0 1 1,1 0-1,-1 0 0,0 0 1,1 0-1,-1 0 1,1 0-1,-1 0 0,1 0 1,-1 0-1,1 0 1,0 0-1,0 0 0,-1 0 1,1 0-1,0 0 1,0 0-1,0 0 1,0 0-1,0 0 0,0 0 1,1 0-1,-1 0 1,0 0-1,0 1 0,1-1 1,-1 0-1,1 0 1,0 1-1,0-1 5,1 0-1,0 0 1,-1 0-1,1 0 1,0 0-1,0 0 1,0-1-1,0 1 1,0-1-1,-1 1 1,1-1-1,0 1 1,0-1 0,3 0-1,10 0 33,-1-1-1,0 0 1,18-4 0,46-14 460,-54 12-179,0 1 0,1 1 1,-1 1-1,1 1 1,48 1-1,-67 4-310,0-1-1,-1 1 1,1 0-1,0 0 1,-1 1-1,1 0 0,-1 0 1,0 0-1,0 0 1,0 1-1,0 0 1,-1 0-1,0 0 1,0 0-1,0 1 1,0 0-1,0 0 1,-1 0-1,0 0 1,0 0-1,-1 1 1,1-1-1,-1 1 1,0 0-1,-1 0 1,1-1-1,-1 1 0,0 0 1,-1 0-1,1 9 1,-2-39 273,0 18-265,1 1 0,-1 0 0,1-1 1,1 1-1,-1-1 0,1 1 0,0 0 0,0 0 0,0-1 0,1 1 1,0 0-1,0 0 0,0 0 0,4-4 0,0-1-4,2 0 0,-1 1 0,1 0 1,1 0-1,-1 1 0,1 0 0,1 1 0,0 0 0,0 0 0,0 1 0,0 1 0,1-1 1,0 2-1,1-1 0,-1 2 0,0-1 0,1 2 0,0-1 0,0 2 0,0-1 1,0 2-1,0 0 0,17 1 0,-23 1 2,-1 0-1,1 0 1,0 0 0,-1 1 0,1 0-1,-1 0 1,0 0 0,0 1-1,0 0 1,0-1 0,-1 2 0,1-1-1,-1 0 1,0 1 0,4 7 0,8 11-108,-2 1 1,13 30-1,-8-16-826,-13-29-2419,1-7-3288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8040,'6'18'609,"1"-1"0,0 1 0,1-1 1,1-1-1,0 1 0,2-1 0,0-1 1,0 0-1,1-1 0,16 15 1,0-3-635,1-1 0,1-1 0,1-2 0,34 19-1,-61-39-288,7 4-1182,-3-4-2523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6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 8488,'0'0'6246,"-54"34"-5958,32-2-64,-4 3-63,-2 5-129,1-1-64,0 0 64,3 0-385,0-6-1633,4-6-2017,4-10-3653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6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12139,'0'0'1698,"-21"61"-1794,6-33 96,-1 1 0,-2 5-96,-1-2-1506,4-3-1152,-4-5-1410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7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15567,'0'0'192,"53"36"-96,-35-17-32,3 2-32,-1 2 0,-1-1-32,-2-1 0,1 0 32,-3-2-512,1-4-1250,0-7-1761,0-7 192,-1-1-3588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7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 9769,'0'0'4645,"-56"28"-4261,41-6-32,0 6-192,-4 3-95,-1 3-65,-2 5 0,1-1 32,-1-2-417,4-4-1441,3-7-1793,5-7 320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13869,'0'0'1986,"43"13"-1826,-29 14 353,-2 5-225,-5 8-32,-4 3-160,-3 7-32,-9 0-64,-13 4 64,-8-1-128,-7-2-1121,-7-8-1666,-4-9-1889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8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6726,'0'0'935,"-9"2"234,1 1-852,-1 0 0,0 0 0,1 1 0,0 0 0,-1 1 0,2 0 0,-1 0 0,1 0 1,-1 1-1,1 0 0,1 1 0,-1-1 0,1 1 0,-6 10 0,2-2-109,1 1 0,0 0 1,1 0-1,1 1 0,1 0 0,0 0 0,1 1 0,1-1 0,0 1 1,2 0-1,0 0 0,1 24 0,1-32-204,0 0 0,1 0 0,0 0 0,1-1 0,0 1 0,0 0 0,1 0 0,1-1 0,-1 0 0,1 1 0,1-2 0,0 1 0,0 0 1,1-1-1,0 0 0,0 0 0,1-1 0,0 0 0,1 0 0,-1 0 0,1-1 0,0 0 0,13 6 0,-5-4-131,2-2 0,-1 0 1,0 0-1,1-2 0,0 0 1,0-1-1,24 0 0,-15-2-1359,1-1 0,30-5 0,23-11-3345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9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10282,'0'0'1217,"9"0"-577,8 0-607,4 0-33,5 0 32,0 0-32,3 1 0,-2-1 0,3 0 0,-5 0-897,1 0-1185,-6-3-1378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2:59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3427,'0'0'10250,"8"47"-9641,-4-25 95,0 2-384,3 2-159,-4 2-97,1 0-32,-2-2 0,-2-6-1890,0-4-3811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46 11499,'0'0'2125,"-9"-8"-956,5 4-1113,0 1 0,-1-1 0,0 1 0,0 0 0,0 0 0,0 0 0,0 0 0,0 1 0,-1 0 0,1 0 0,-1 1 0,1-1 0,-1 1 0,0 1 0,1-1 1,-1 1-1,0 0 0,0 0 0,-7 1 0,12-1-58,0 0 0,0 1-1,0-1 1,0 0 0,0 1 0,0-1 0,0 0 0,0 1 0,0-1 0,0 1 0,0 0 0,1-1 0,-1 1-1,0 0 1,0-1 0,1 1 0,-1 0 0,0 0 0,1-1 0,-1 1 0,1 0 0,-1 0 0,1 0-1,-1 0 1,1 0 0,0 0 0,-1 0 0,1 0 0,0 0 0,0 0 0,0 0 0,0 0 0,0 0 0,0 0-1,0 0 1,0 0 0,0 0 0,0 0 0,1 2 0,0 0 0,0 0-1,0 0 1,1 0 0,-1 0-1,1 0 1,-1 0-1,1 0 1,0-1 0,0 1-1,0-1 1,3 4 0,39 26-2,-27-21-9,-1 1-1,0 0 1,18 20-1,-31-29 12,0 0 0,0 1 0,0-1 0,-1 1 0,1 0 0,-1 0 1,0 0-1,0 0 0,0 1 0,-1-1 0,1 0 0,-1 1 0,0-1 0,0 1 0,-1 0 0,1-1 0,-1 1 0,0-1 0,-1 8 1,0-11 7,0 1 0,0 0 0,0-1 0,0 1 0,-1-1 0,1 1 1,0-1-1,-1 1 0,1-1 0,-1 0 0,1 0 0,-1 0 1,0 0-1,1 0 0,-1 0 0,0 0 0,0-1 0,0 1 1,0-1-1,1 1 0,-1-1 0,0 1 0,0-1 0,0 0 1,-2 0-1,-51 0 282,53-1-239,0 1 1,1 0-1,-1-1 1,0 1-1,1-1 0,-1 1 1,1-1-1,-1 0 1,1 0-1,-1 0 0,1 0 1,-1 0-1,1 0 1,0 0-1,-1 0 0,1 0 1,0-1-1,0 1 1,0 0-1,0-1 0,0 1 1,0-1-1,1 1 1,-1-1-1,0 0 0,1 1 1,-1-1-1,1 0 1,0 1-1,-1-1 0,1 0 1,0 1-1,0-1 1,0 0-1,0 0 0,0 1 1,1-1-1,0-2 1,0 0-13,0-1 0,0 1 1,0 0-1,1 0 1,-1 0-1,1 0 0,0 0 1,1 0-1,-1 1 1,1-1-1,-1 1 0,1-1 1,0 1-1,4-3 1,0 1-6,0 0 0,0 1 0,1 0 0,0 0 0,-1 1 0,1 0 0,1 0 0,-1 1 0,0 0 0,0 1 0,1 0 0,-1 0 0,1 0 0,-1 1 0,1 1 0,-1-1 0,1 1 0,-1 1 0,1-1 0,-1 2 0,0-1 0,0 1 0,14 7 0,-13-5-421,0 0 0,0 1 0,-1 0 0,0 0 0,0 1 0,0 0 0,7 10 0,-8-10-3332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00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9289,'0'0'7207,"50"20"-15087,-35-1 4549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01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15887,'0'0'897,"6"5"-865,-2-2 5,0 1 0,0 0 0,-1 0 0,0 0 0,0 1 0,0-1 0,0 1 0,0 0 0,-1 0-1,0-1 1,0 2 0,1 4 0,-2-15 11,-1 0 0,1 1 1,0-1-1,0 0 0,1 0 0,0 1 0,3-9 0,-5 13-42,1-1 1,-1 0 0,0 0-1,0 1 1,1-1-1,-1 0 1,0 1-1,1-1 1,-1 1 0,1-1-1,-1 1 1,1-1-1,-1 0 1,1 1 0,-1 0-1,1-1 1,0 1-1,-1-1 1,1 1-1,0 0 1,-1-1 0,1 1-1,0 0 1,-1 0-1,1-1 1,0 1 0,-1 0-1,1 0 1,0 0-1,0 0 1,-1 0-1,1 0 1,0 0 0,0 0-1,-1 0 1,1 1-1,0-1 1,-1 0 0,1 0-1,0 1 1,-1-1-1,1 0 1,0 1-1,-1-1 1,1 0 0,0 1-1,-1-1 1,1 1-1,-1-1 1,1 1-1,-1 0 1,1-1 0,-1 1-1,0-1 1,1 1-1,-1 0 1,0-1 0,1 1-1,-1 1 1,5 5-9,0 0 0,0 0 0,0 0 0,1-1 0,0 1 0,1-1 0,-1-1 0,12 8 0,-15-11-34,1 0 0,-1-1 1,1 1-1,0-1 0,-1 0 1,1 0-1,0 0 1,-1-1-1,1 0 0,0 1 1,0-1-1,0 0 0,-1-1 1,1 1-1,0-1 0,0 1 1,-1-1-1,1 0 0,0-1 1,-1 1-1,1-1 0,4-2 1,2-2 42,-1 1 0,0-2 1,0 1-1,0-1 0,-1 0 1,0-1-1,-1 0 0,0 0 1,0-1-1,-1 0 0,1 0 1,-2 0-1,0-1 0,0 0 1,4-12-1,-11 40 207,1 0 1,1 0-1,2 19 1,0 14-11,-2-7-202,2-7 8,-2 0-1,-2-1 1,-1 1 0,-1-1-1,-3 1 1,-13 47 0,17-79 31,1 0-1,-1 0 1,1 0 0,-1 0 0,-1-1-1,1 1 1,-1-1 0,1 0-1,-1 0 1,0 0 0,-1-1 0,1 1-1,-1-1 1,1 0 0,-1 0 0,0-1-1,0 1 1,0-1 0,-1 0 0,1-1-1,0 1 1,-1-1 0,1 0 0,-1 0-1,1-1 1,-1 0 0,-6 0-1,3 0-38,0-1-1,0 0 1,0 0-1,0-1 0,1 0 1,-1-1-1,1 0 0,-1 0 1,1-1-1,0 0 0,0 0 1,1-1-1,-1 0 1,1 0-1,0-1 0,-9-9 1,14 13-164,0 0 1,1-1-1,-1 1 1,1 0-1,-1-1 1,1 1 0,0-1-1,0 1 1,0-1-1,1 1 1,-1-1-1,1 0 1,-1-4 0,1 4-302,0 0-1,0 0 1,1 0 0,-1 0 0,1 0 0,-1 0 0,1 0 0,0 0 0,1 1 0,-1-1 0,0 0 0,4-4 0,16-20-4342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01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16047,'0'0'764,"-1"8"-599,1-7-135,-1 58 242,1-57-263,1 1 0,-1-1-1,0 0 1,1 0-1,0 0 1,-1 0-1,1 0 1,0 0 0,0 0-1,0 0 1,0-1-1,3 4 1,-4-5-5,1 1-1,0-1 1,0 1-1,0-1 1,0 1-1,0-1 1,-1 0 0,1 1-1,0-1 1,0 0-1,0 0 1,0 1 0,0-1-1,0 0 1,0 0-1,0 0 1,0 0-1,0-1 1,0 1 0,0 0-1,0 0 1,0 0-1,0-1 1,0 1 0,0-1-1,0 1 1,0 0-1,1-2 1,2-1 8,0 0 0,0-1 0,0 1 0,-1-1 1,1 0-1,-1 0 0,0 0 0,0 0 0,0 0 0,4-10 1,19-25 397,-25 40-387,1 1 0,0-1 0,-1 0 0,0 1 0,1-1 0,-1 1 0,0-1 0,0 1 0,0-1 0,0 1 0,0 0 0,0 0 0,0 0 0,0-1 0,0 5 0,3 1 47,-1-1-55,1 0 0,0 0 0,0-1-1,1 0 1,0 0 0,-1 0 0,2 0 0,-1-1 0,1 1 0,-1-2-1,1 1 1,9 4 0,-12-7-157,0 0 1,0 0-1,0 0 1,0 0-1,0 0 1,0-1-1,0 0 0,1 1 1,-1-1-1,0 0 1,0-1-1,0 1 0,1 0 1,-1-1-1,0 0 1,0 0-1,0 0 1,0 0-1,0 0 0,0 0 1,0-1-1,-1 0 1,1 1-1,0-1 0,-1 0 1,1 0-1,-1-1 1,4-3-1,0-2-1079,0-1-1,-1 1 0,0-1 1,0 0-1,4-10 1,8-22-4347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0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11627,'0'0'4132,"-11"47"-3235,11-16 0,0 1-129,0 3-319,3 1-257,3 0-96,-1 2-96,-1-1 32,1-5-160,-4-4-1249,3-8-898,1-6-1600,2-11 31,0-3-3267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02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21 10218,'0'0'6011,"-8"-3"-5477,6 2-492,-1 0 0,0 0 0,-1 0 0,1 0 0,0 0 0,0 0 0,0 1 1,0-1-1,-1 1 0,1 0 0,0 0 0,0 0 0,0 1 0,-1-1 0,1 1 1,0 0-1,0 0 0,0 0 0,0 0 0,0 0 0,0 1 0,0-1 1,0 1-1,1 0 0,-1 0 0,1 0 0,-1 0 0,1 0 0,0 0 0,0 1 1,0-1-1,0 1 0,0 0 0,0-1 0,1 1 0,-2 4 0,1-3-39,0-1 0,0 1 0,1 0-1,0 0 1,0 1 0,0-1 0,0 0-1,1 0 1,-1 0 0,1 1 0,0-1 0,1 0-1,0 5 1,-1-8-5,0 1 1,1-1-1,-1 0 1,0 0-1,1 0 0,-1 0 1,1 0-1,0 0 1,-1 0-1,1 0 0,0 0 1,-1 0-1,1 0 1,0 0-1,0-1 0,0 1 1,0 0-1,0-1 0,2 2 1,-1-1-5,0-1 0,0 0 0,-1 1 0,1-1 0,0 0 0,0 0 0,0 0 0,0 0 0,0 0 0,0-1-1,0 1 1,0-1 0,0 1 0,-1-1 0,1 0 0,2-1 0,34-24-175,-36 24 298,0 0 1,0 0-1,1 0 1,-1 0-1,-1-1 1,1 1-1,0 0 0,0-1 1,-1 1-1,1-1 1,-1 0-1,0 1 1,1-5-1,2 13-116,0 0 1,0 0 0,0 0-1,1-1 1,-1 0-1,12 9 1,-13-11 0,0 0-1,1 0 1,0 0 0,0 0 0,-1-1 0,1 0 0,1 1 0,-1-2 0,0 1 0,0 0 0,1-1-1,-1 0 1,1 0 0,0 0 0,-1 0 0,1-1 0,-1 0 0,1 0 0,0 0 0,-1-1 0,1 1-1,-1-1 1,1 0 0,-1 0 0,1-1 0,-1 1 0,0-1 0,0 0 0,1 0 0,-1-1-1,-1 1 1,1-1 0,0 0 0,-1 0 0,1 0 0,-1 0 0,0-1 0,0 1 0,0-1 0,-1 0-1,1 0 1,-1 0 0,0 0 0,2-6 0,5-11-92,-8 15 70,1 0 0,0 0 1,0 0-1,1 1 1,0-1-1,0 1 0,0 0 1,6-7-1,-8 11 14,0 1-1,-1 0 1,1-1-1,0 1 1,-1 0 0,1 0-1,0-1 1,-1 1-1,1 0 1,0 0 0,-1 0-1,1 0 1,0 0-1,0 0 1,-1 0 0,1 0-1,0 0 1,-1 0-1,1 1 1,0-1 0,-1 0-1,1 0 1,0 1-1,-1-1 1,1 0-1,0 1 1,-1-1 0,1 1-1,-1-1 1,1 0-1,-1 1 1,1 0 0,-1-1-1,1 1 1,-1-1-1,0 1 1,1-1 0,-1 1-1,1 1 1,15 30-51,-14-26 125,5 9 77,0 0 0,0 0 1,1-1-1,1 0 1,12 13-1,-18-23-204,0-1 0,0 0 1,1 0-1,-1 0 0,1 0 0,0-1 1,0 0-1,0 1 0,0-1 0,5 1 1,-5-2-206,-1 0 0,0 0 0,1-1 0,-1 0 0,0 0-1,1 0 1,-1 0 0,0 0 0,1-1 0,-1 1 0,0-1 0,1 0 0,-1 0 0,0 0 0,5-3 0,22-18-9884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1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11307,'1'30'2258,"10"51"1,33 104-1657,-42-179-598,1 1 0,-1-1 0,1 1 0,0-1 0,0 0 0,1 0 0,0 0-1,6 7 1,-9-11 0,1-1 1,-1 0-1,1 0 0,-1 0 0,1 0 0,-1 0 0,1 0 0,-1 0 1,1-1-1,0 1 0,-1 0 0,1-1 0,0 0 0,0 1 0,-1-1 0,1 0 1,0 0-1,0 0 0,0 0 0,-1 0 0,1 0 0,0 0 0,0-1 1,0 1-1,-1-1 0,1 1 0,0-1 0,-1 0 0,1 0 0,-1 0 0,1 0 1,-1 0-1,1 0 0,-1 0 0,1 0 0,-1 0 0,2-2 0,11-12-48,0 0-1,0-1 1,-2 0-1,0-1 1,-1 0-1,0-1 1,13-33-1,-7 10-87,-2 0 0,15-68 0,-28 252 1338,-5 256 908,3-391-2094,0 0 1,-1 0-1,0-1 0,0 1 1,-1 0-1,0-1 0,0 1 0,-1-1 1,0 0-1,0 0 0,-1 0 1,0 0-1,0-1 0,-8 11 0,4-10 5,0 0 0,0 0 0,0-1-1,-1 0 1,0-1 0,0 0 0,-1 0-1,1-1 1,-1 0 0,-13 4 0,-1-1-194,-1 0 0,-1-2 1,1-1-1,-48 2 0,72-6 41,1 0-1,-1 0 0,1 0 0,-1 0 1,1 0-1,0 0 0,-1 0 0,1 0 1,-1-1-1,1 1 0,0 0 1,-1 0-1,1 0 0,-1-1 0,1 1 1,0 0-1,-1-1 0,1 1 0,0 0 1,0-1-1,-1 1 0,1 0 1,0-1-1,0 1 0,-1-1 0,1 1 1,0 0-1,0-1 0,0 1 0,0-1 1,0 1-1,-1-1 0,1 1 1,0 0-1,0-1 0,0 1 0,0-1 1,0 1-1,1-1 0,-1 1 1,0-1-1,0 1 0,0 0 0,0-1 1,0 1-1,1-1 0,-1 1 0,0 0 1,0-1-1,0 1 0,1 0 1,0-1-1,7-18-5210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 10826,'0'0'2034,"9"-3"-753,16-6-284,0-1 0,0-1 1,42-26-1,-52 28-937,-1-1 0,0 0 0,0-1 0,-1-1 0,-1 0 0,0 0 0,16-23 0,-27 34-52,0-1 0,0 1 0,0 0 0,0 0 0,-1 0 0,1 0 0,0 0 0,-1-1 0,1 1 0,-1 0 0,0-1 0,1 1 0,-1 0 0,0-1 0,0 1 0,1 0 0,-1-1 0,-1 1 0,1 0 0,0-1 0,0 1 0,0-1 0,-1 1 0,1 0 0,0 0 0,-1-1 0,0-1 0,-1 2 15,1 0 0,-1 0-1,0-1 1,1 1-1,-1 0 1,0 1 0,0-1-1,0 0 1,0 0-1,0 1 1,1-1 0,-1 1-1,0 0 1,0-1-1,0 1 1,-3 0 0,-2 0 31,0 0 0,-1 1 1,1-1-1,0 1 1,0 1-1,0 0 0,0 0 1,0 0-1,-11 5 1,12-2-46,1 1 1,-1-1 0,1 1-1,0-1 1,0 1 0,1 1 0,-1-1-1,2 1 1,-1 0 0,1 0-1,0 0 1,0 0 0,0 0-1,1 1 1,1-1 0,-1 1-1,1-1 1,0 14 0,0-16-5,1 1 0,0-1-1,1 0 1,-1 1 0,1-1 0,0 0 0,0 1 0,1-1 0,-1 0-1,1 0 1,0 0 0,1 0 0,-1-1 0,1 1 0,0-1 0,0 1 0,0-1-1,1 0 1,-1 0 0,1 0 0,0-1 0,0 1 0,1-1 0,-1 0-1,1 0 1,-1-1 0,6 3 0,-1-2-3,-1-1 1,1 0-1,-1 0 1,1-1-1,0 0 1,0-1-1,0 0 1,0 0-1,0 0 1,-1-2-1,1 1 1,0-1-1,-1 0 1,1-1-1,-1 0 1,1 0-1,-1-1 1,0 0-1,-1 0 1,1-1-1,-1 0 1,12-10-1,-2 0 7,0-1-1,-1-1 0,-1 0 0,-1-1 0,0 0 0,-2-2 1,18-33-1,-12 11 0,-17 40-4,0 0-1,0 0 1,-1 0-1,1 0 1,-1 0 0,1-1-1,-1 1 1,0 0-1,1 0 1,-1-1 0,-1 1-1,1 0 1,0 0-1,0-1 1,-1 1 0,-1-3-1,2 4-2,0 0 0,-1 1 0,1 0 0,0-1 0,-1 1 0,1-1 0,0 1 0,-1-1 0,1 1 0,-1 0 0,1-1 0,-1 1 0,1 0 0,-1-1 0,1 1 0,-1 0 0,0 0 0,1 0 0,-1-1 0,1 1 0,-1 0 0,0 0 0,1 0 0,-1 0 0,1 0 0,-1 0 0,0 0 0,1 0 0,-1 0 0,1 1 0,-1-1 0,1 0 0,-1 0 0,0 0 0,1 1 0,-1-1 0,1 0 0,-1 1 0,1-1 0,-1 0 0,1 1 0,0-1 0,-1 1 0,1-1 0,-1 0 0,1 1 0,0-1 0,-1 1 0,1-1 0,0 1 0,0 0 0,-1 0 0,-10 30-22,11-26 22,0 0-1,0-1 1,1 1-1,0 0 1,0-1-1,0 1 1,0-1-1,1 1 1,0-1-1,0 0 1,0 0-1,0 0 1,1 0 0,4 6-1,4 2 4,-1-2 0,2 1-1,14 10 1,-15-13-2,-1 1 0,1 0 0,-2 0-1,13 15 1,-22-23 0,1 0-1,-1 0 1,1 0-1,-1 0 1,1 0-1,-1 0 0,0 0 1,1 0-1,-1 0 1,0 0-1,0 0 1,0 0-1,0 0 1,0 0-1,0 0 1,0 0-1,0 0 1,0 0-1,-1 0 0,1 0 1,0 0-1,-1 0 1,1 0-1,0 0 1,-1 0-1,0 0 1,1-1-1,-1 1 1,1 0-1,-1 0 1,0 0-1,1-1 0,-1 1 1,0 0-1,0-1 1,0 1-1,0-1 1,0 1-1,1-1 1,-1 1-1,0-1 1,0 0-1,0 1 1,0-1-1,0 0 0,-2 0 1,-56 16-31,49-14-32,-81 15-5331,64-17 267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6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8232,'1'-3'163,"0"0"0,0 0 0,0 1 0,0-1 0,1 0 0,-1 1 0,1-1 0,0 1 0,0-1 0,0 1 0,0 0 0,0 0 0,0 0 0,0 0 0,1 0 0,-1 1 0,1-1 0,-1 1 0,1-1 1,0 1-1,0 0 0,-1 0 0,1 0 0,0 1 0,0-1 0,0 0 0,0 1 0,0 0 0,0 0 0,0 0 0,0 0 0,0 0 0,0 1 0,0-1 0,0 1 0,3 1 0,-3-1-136,1 1 0,-1-1-1,1 1 1,-1-1 0,0 1-1,0 0 1,0 0 0,0 1-1,0-1 1,0 1 0,-1-1-1,1 1 1,-1 0 0,0 0-1,0 0 1,0 0 0,0 1-1,0-1 1,-1 0 0,1 1-1,-1-1 1,0 1 0,1 6-1,3 11 75,-1-1-1,2 39 1,-6-56-98,2 15 30,2 46-18,-4-60-8,0-1 0,0 1 0,-1-1 0,1 1 0,-1-1 1,1 1-1,-1-1 0,0 0 0,-1 0 0,1 1 0,0-1 0,-1 0 1,0 0-1,-2 3 0,4-6 11,0 1 1,-1 0 0,1-1-1,-1 1 1,0-1-1,1 1 1,-1-1 0,1 1-1,-1-1 1,0 1-1,1-1 1,-1 0-1,0 1 1,1-1 0,-1 0-1,0 0 1,0 0-1,1 1 1,-1-1 0,0 0-1,0 0 1,1 0-1,-1 0 1,0 0 0,0 0-1,1 0 1,-1-1-1,0 1 1,0 0-1,-1-1 1,1 0 23,0 0 1,-1 0-1,1-1 0,0 1 1,0 0-1,0-1 0,0 1 1,0-1-1,0 1 0,1-1 1,-1 1-1,-1-4 0,-7-48 332,9 48-303,1-1 0,-1 1 1,1 0-1,0 0 0,1-1 0,-1 1 1,1 0-1,0 0 0,0 1 0,0-1 0,1 0 1,0 1-1,0-1 0,0 1 0,0 0 1,1 0-1,-1 0 0,1 1 0,7-6 1,-8 7-51,0 0 0,1 0 0,-1 0 0,0 1 0,1-1 0,-1 1 0,1 0 0,0 0 0,-1 0 0,1 0 0,0 1 0,0 0 0,-1-1 0,1 1 0,0 1 0,0-1 0,-1 0 0,1 1 0,0 0 0,0 0 0,-1 0 0,1 0 0,-1 1 0,1 0 0,-1-1 0,0 1 0,0 0 0,5 4 0,-2-1-18,0 0 1,0 1 0,0 0-1,0 0 1,-1 0-1,0 1 1,-1 0-1,1 0 1,-1 0-1,0 0 1,-1 0 0,0 1-1,0 0 1,-1 0-1,0 0 1,0 0-1,1 15 1,-4-23 0,1 0 0,0 1 0,0-1 0,-1 1 0,1-1-1,0 0 1,0 1 0,-1-1 0,1 0 0,-1 1 0,1-1 0,0 0 0,-1 0 0,1 1 0,-1-1 0,1 0-1,0 0 1,-1 0 0,1 1 0,-1-1 0,1 0 0,-1 0 0,1 0 0,-1 0 0,1 0 0,-1 0 0,1 0 0,0 0-1,-1 0 1,1 0 0,-1 0 0,1 0 0,-1-1 0,1 1 0,-1 0 0,0-1 0,-19-6 38,17 5-38,-1-1 1,1 0-1,0 0 1,0 0-1,0 0 0,1-1 1,-1 1-1,1-1 1,-1 1-1,1-1 1,1 0-1,-1 0 0,0 0 1,1 0-1,0 0 1,0 0-1,0-1 1,0 1-1,1 0 0,0-1 1,0-6-1,0 8 17,1 0 0,0 0-1,-1 0 1,1 0-1,0 1 1,1-1 0,-1 0-1,0 1 1,1-1-1,-1 0 1,1 1 0,0 0-1,0-1 1,0 1 0,0 0-1,0 0 1,1 0-1,-1 0 1,1 1 0,-1-1-1,1 0 1,0 1 0,-1 0-1,1 0 1,0 0-1,0 0 1,0 0 0,0 0-1,0 1 1,5-1-1,-3 0-7,0 1 0,0-1 0,-1 1-1,1 0 1,0 1 0,0-1-1,-1 1 1,1-1 0,0 2-1,-1-1 1,1 0 0,-1 1-1,1 0 1,-1 0 0,0 0 0,7 5-1,-4 0-25,0 0 0,-1 0 0,0 1 0,-1-1 0,0 1 0,0 1 1,5 11-1,-4-8-508,4 8-1800,-2-9-3144,-4-8 917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7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50 13293,'0'0'4639,"-3"9"-4255,2-3-322,-2 4 17,0 0 1,1 1-1,0-1 0,1 1 1,0 12-1,1-21-74,0 0 0,0 0 0,0 0-1,1 0 1,-1 0 0,0 0 0,1 0 0,-1 0-1,1 0 1,0 0 0,0 0 0,0 0 0,0 0-1,0-1 1,0 1 0,0 0 0,1-1 0,-1 1-1,0-1 1,1 0 0,-1 1 0,1-1 0,0 0-1,-1 0 1,1 0 0,0 0 0,0 0 0,0 0-1,0 0 1,0-1 0,0 1 0,0-1 0,0 0-1,0 1 1,0-1 0,0 0 0,3 0 0,3-1 10,-1 0 0,0-1-1,1 1 1,-1-1 0,0-1 0,0 0 0,0 0 0,0 0 0,-1 0 0,1-1 0,-1 0 0,11-10 0,-13 11-10,-1 0 0,1 0 0,0 0 0,-1-1 0,0 0 0,0 1 0,0-1 0,-1 0 0,1 0 0,-1-1 0,0 1 0,0 0 0,0-1 0,0 1 0,-1-1 0,0 0 0,0 1 0,0-1 0,-1 0 0,0 0 0,0-5 0,-1 8-3,0-1 1,0 1-1,0 0 0,-1-1 0,1 1 1,-1 0-1,0 0 0,1 0 1,-1 0-1,0 0 0,0 0 0,-1 0 1,1 1-1,0-1 0,0 1 1,-1 0-1,1-1 0,-1 1 0,1 0 1,-1 1-1,0-1 0,1 0 0,-4 0 1,-7-2-29,0 1 0,0 0 1,-19 0-1,30 2-117,-43 3-808,25 6-1843,9 8-4096,10-10 425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7719,'0'0'9481,"8"-6"-8328,1-2-738,0-1 0,0 1-1,0-2 1,-2 1-1,13-19 1,-16 22-356,0 1 0,0 0-1,1 0 1,0 0 0,0 0 0,0 1 0,1 0-1,-1 0 1,1 0 0,7-3 0,-12 6-60,0 1 0,1-1 0,-1 0 1,1 1-1,0-1 0,-1 1 0,1 0 0,-1 0 1,1-1-1,0 1 0,-1 0 0,1 0 0,0 1 1,-1-1-1,1 0 0,-1 0 0,1 1 0,2 0 0,-2 0 1,-1 1-1,1-1 1,-1 0-1,0 1 1,0-1-1,0 1 0,0-1 1,0 1-1,0-1 1,0 1-1,0 0 1,0-1-1,-1 1 0,1 0 1,-1 0-1,1 0 1,-1-1-1,0 1 0,0 0 1,0 4-1,0-4-69,0 57-522,-8-29-1666,7-28 1918,1-1 1,-1 0-1,0 0 0,1 0 0,-1 0 1,0 1-1,0-1 0,0 0 0,0-1 0,0 1 1,0 0-1,0 0 0,0 0 0,-1 0 1,1-1-1,-2 2 0,-6-1-4256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15503,'0'0'1281,"0"68"-1057,0-25 128,0 2-31,0 3-33,1 0-160,0-3-32,2-2-128,-1-3 64,-1-5-64,0-7-1121,-1-8-1377,0-8-1186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10954,'0'0'3652,"62"-43"-3364,-36 35-160,3-2-64,5 0-32,0 2 0,4-3-32,-3-3-1409,2-2-3075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9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257 431 12396,'0'0'2301,"-9"-2"-769,-5-1-1211,0 1-1,0 0 1,0 1 0,0 1 0,-1 0 0,1 1 0,0 0 0,-26 7 0,35-7-249,0 0 1,0 1-1,0 0 1,1 0-1,-1 0 1,1 0-1,-1 0 1,1 1-1,0 0 1,0 0-1,0 0 1,0 1-1,0-1 1,1 1-1,0 0 1,0 0-1,0 0 1,0 0-1,0 1 1,1-1-1,0 1 1,0-1-1,0 1 1,1 0-1,-1 0 1,1 0-1,0 0 1,1 0-1,-1 0 1,1 6-1,0-9-73,0 0 0,0 0-1,1 0 1,-1 0 0,1 0-1,-1 0 1,1 0 0,0 0-1,0 0 1,0-1 0,0 1-1,0 0 1,0 0 0,0-1-1,1 1 1,-1-1 0,1 1-1,-1-1 1,1 1 0,-1-1-1,1 0 1,0 0 0,0 0-1,-1 0 1,1 0 0,0 0-1,0-1 1,0 1 0,0 0-1,0-1 1,0 0 0,0 1-1,0-1 1,3 0 0,0 0-6,0 1 1,0-1 0,0-1 0,1 1 0,-1-1-1,0 0 1,0 0 0,0 0 0,0-1 0,-1 1-1,1-1 1,0 0 0,6-5 0,4-5-96,0-1 0,-1-1 1,-1 0-1,-1-1 0,0 0 0,0-1 0,-2 0 1,0-1-1,8-18 0,-1-3-256,-2-2 0,-1 1 0,10-47-1,-19 67 347,-1 0-1,-1 0 0,0 0 1,-1 0-1,-2-1 0,0 1 1,-3-27-1,3 45 23,0-1 0,-1 1 0,1-1 0,-1 1 1,1-1-1,-1 1 0,1-1 0,-1 1 0,0 0 0,1-1 0,-1 1 0,0 0 1,0 0-1,0-1 0,-2-1 0,2 3 2,0 0 0,1 0 1,-1 0-1,1-1 0,-1 1 0,0 0 1,1 0-1,-1 0 0,1 0 0,-1 0 1,0 0-1,1 0 0,-1 0 0,0 0 0,1 0 1,-1 1-1,1-1 0,-1 0 0,0 0 1,1 1-1,-1-1 0,1 0 0,-1 0 1,1 1-1,-2 0 0,0 1 4,-1 1 0,1 0 0,-1-1 0,1 1 0,0 0 0,0 0 0,0 1 0,0-1 1,1 0-1,-1 1 0,0 3 0,-4 16 42,1 1 1,1 0 0,1 0-1,1 0 1,1 1 0,1-1-1,1 0 1,5 27 0,-2-31-49,0 0 0,1 0 0,1-1 1,1 1-1,1-1 0,0-1 0,1 0 1,1 0-1,1 0 0,13 15 0,-20-29-27,-1 0 0,0-1 0,1 1 0,0-1 0,0 0 0,0 0 0,0 0-1,1-1 1,-1 0 0,1 1 0,-1-1 0,1-1 0,0 1 0,-1-1 0,1 0 0,0 0-1,0 0 1,0-1 0,0 1 0,0-1 0,0 0 0,0-1 0,0 1 0,0-1 0,0 0 0,0-1-1,0 1 1,0-1 0,-1 0 0,1 0 0,-1 0 0,1 0 0,-1-1 0,0 0 0,0 0 0,0 0-1,0-1 1,-1 1 0,1-1 0,-1 0 0,0 1 0,0-2 0,0 1 0,-1 0 0,1-1 0,-1 1-1,0-1 1,-1 1 0,1-1 0,-1 0 0,0 0 0,0 0 0,1-9 0,-2 12 18,0-1 0,-1 1 0,1-1 0,0 1 0,-1 0 0,0-1 0,1 1 0,-1 0 0,0 0 0,0-1 0,0 1 0,-1 0 0,1 0 0,0 0 0,-1 0 0,0 1 0,1-1 1,-1 0-1,0 1 0,0-1 0,0 1 0,0-1 0,0 1 0,-2-1 0,1 0 6,0 0 0,0 1 0,0 0 0,-1 0 1,1 0-1,0 0 0,0 1 0,-1-1 0,1 1 0,-1 0 0,1 0 1,0 0-1,-1 0 0,1 0 0,0 1 0,-1 0 0,-2 0 1,3 1 0,1-1 0,1 1 1,-1 0-1,0-1 1,0 1-1,0 0 1,1 0-1,-1 0 0,1 0 1,0 0-1,0 1 1,-1-1-1,1 0 1,1 1-1,-1-1 1,0 0-1,0 1 0,1-1 1,0 1-1,-1-1 1,1 1-1,0-1 1,0 1-1,1 3 1,-1-1-4,0 0 1,0 0-1,1 0 1,0 0-1,0 0 1,0 0-1,1 0 1,-1 0-1,1 0 1,0 0 0,3 4-1,0-3-2,0-1 0,-1-1 1,2 1-1,-1-1 0,0 0 0,1 0 0,0 0 0,0-1 0,0 0 0,0 0 1,0 0-1,1-1 0,12 3 0,-14-4 0,-1 0-1,1-1 0,0 0 1,-1 1-1,1-1 1,0-1-1,0 1 1,-1-1-1,1 0 1,0 0-1,-1 0 1,1-1-1,-1 0 1,0 1-1,1-2 1,-1 1-1,0 0 1,0-1-1,0 0 1,5-5-1,39-51 29,-42 49-30,0 0 0,1 1 0,0 0 0,0 1 0,1-1 0,0 1 0,1 1 0,0 0 0,0 0 0,0 0 0,16-6 0,-24 12-1,1 0 0,0 1 0,-1-1 0,1 1 0,0 0 0,-1 0 0,1-1 0,0 1 0,0 0 0,0 0 0,-1 1 0,1-1 0,0 0 0,0 1 0,-1-1 0,1 1 0,0-1 0,-1 1 0,1 0 0,-1 0 0,1 0 0,-1 0 0,1 0 0,-1 0 0,3 2 0,-2 0 1,1 1 0,0 0-1,-1 0 1,0 0 0,0 0 0,0 0 0,0 1 0,0-1 0,1 8 0,1 10 4,-1-1-1,-1 1 0,-1 25 1,-4-32 0,-2-15 6,-4-25 5,10 20-15,-1 1 1,0-1-1,1 1 1,0 0 0,0-1-1,0 1 1,1 0 0,-1 0-1,1 0 1,0 0-1,0 0 1,0 0 0,1 1-1,-1-1 1,1 1-1,0-1 1,0 1 0,0 0-1,1 0 1,-1 0 0,1 1-1,-1-1 1,1 1-1,0 0 1,0 0 0,0 0-1,0 0 1,0 1-1,0 0 1,1 0 0,-1 0-1,0 0 1,1 1-1,-1-1 1,1 1 0,-1 0-1,1 1 1,-1-1 0,0 1-1,1 0 1,-1 0-1,4 1 1,-5-1-41,0 0 0,0 0-1,-1 1 1,1-1 0,-1 1 0,1-1 0,-1 1 0,0 0-1,0 0 1,1-1 0,-1 2 0,0-1 0,-1 0 0,1 0-1,0 1 1,2 4 0,1 15-6214,-5-17 803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9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12876,'0'0'5541,"0"-44"-4612,0 41-480,0 1-225,1 2-160,1 0-64,2 0-64,1 8-96,-1 5-1218,-1-2-864,2 1-2434,-2-4-3139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19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14862,'0'0'1345,"7"1"-896,0 2-390,-1 0 0,1 0 0,-1 0 1,0 0-1,-1 1 0,1 0 0,0 0 1,-1 1-1,0-1 0,0 1 0,-1 0 1,1 1-1,-1-1 0,0 1 0,0 0 0,-1 0 1,0 0-1,0 0 0,0 1 0,1 8 1,-1-2-43,3 7 127,-2-21-67,2-12-27,-2 2 18,0 1 1,1-1-1,0 1 1,0 1-1,1-1 1,0 1-1,1 0 1,8-9-1,-5 9-925,0-1 0,0 2 0,1-1 0,1 2 0,0-1 0,0 2 1,0-1-1,0 2 0,21-7 0,-5 4-541,0 1 0,0 2 0,47-4 0,25 6 7309,-111 3-4762,-1 1 0,1 1 1,0 0-1,-12 3 0,12-2-684,0 1-1,1 0 1,-1 1 0,-15 9 0,21-12-443,1 1 1,1-1 0,-1 1 0,0-1 0,0 1 0,1 1-1,0-1 1,0 0 0,0 1 0,0-1 0,0 1 0,1 0 0,-1 0-1,1 0 1,0 0 0,0 0 0,1 1 0,-1-1 0,1 1-1,0-1 1,0 1 0,0-1 0,1 1 0,0-1 0,0 1 0,0 0-1,0-1 1,1 1 0,1 4 0,-2-8-49,0 1 1,1-1-1,-1 0 0,1 0 1,-1 0-1,1 0 0,0 0 1,0 0-1,-1 0 0,1 0 0,0 0 1,0 0-1,0 0 0,0-1 1,0 1-1,0 0 0,0-1 1,0 1-1,0-1 0,0 1 1,0-1-1,1 1 0,-1-1 1,0 0-1,0 1 0,0-1 1,1 0-1,-1 0 0,0 0 1,0 0-1,1 0 0,-1 0 1,0 0-1,0-1 0,0 1 0,1 0 1,-1-1-1,0 1 0,0-1 1,2 0-1,3-1-129,-1-1 1,0 1-1,0-1 0,0 0 1,0-1-1,0 1 0,5-5 1,55-82 469,-64 98-275,0-1 0,0 0 0,0 0 0,1 0 0,0 0 0,1 0 0,-1-1 1,1 1-1,1-1 0,-1 1 0,8 9 0,-9-13-253,1 0-1,0 0 1,0 0 0,0 0 0,0 0-1,0-1 1,0 1 0,1-1-1,7 4 1,-9-5-303,1-1-1,0 1 1,-1 0-1,1-1 1,-1 1-1,1-1 1,0 0 0,0 0-1,-1 0 1,1 0-1,0 0 1,-1-1-1,1 1 1,0-1-1,-1 0 1,5-1 0,10-10-4785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0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10442,'0'0'4719,"-5"8"-4164,-1 9-350,1 0-1,0 0 1,1 0-1,1 0 1,1 1-1,0 0 0,2-1 1,0 1-1,2 19 1,-1-20-179,0 0 1,1-1 0,1 1 0,0-1-1,1 0 1,8 18 0,-12-33-25,0-1 0,0 1 0,1-1 1,-1 0-1,0 1 0,0-1 0,1 1 0,-1-1 1,0 0-1,0 1 0,1-1 0,-1 0 1,1 1-1,-1-1 0,0 0 0,1 0 0,-1 1 1,1-1-1,-1 0 0,0 0 0,1 0 1,-1 0-1,1 0 0,-1 1 0,1-1 0,-1 0 1,1 0-1,-1 0 0,1 0 0,-1 0 1,0 0-1,1-1 0,-1 1 0,1 0 0,-1 0 1,1 0-1,-1 0 0,1 0 0,-1-1 1,0 1-1,1 0 0,-1 0 0,1-1 0,-1 1 1,0 0-1,1-1 0,-1 1 0,0 0 1,1-1-1,-1 1 0,0-1 0,18-23 169,-14 18-148,1-1-18,0 0-1,1 1 1,0-1-1,1 1 1,-1 1-1,1-1 1,9-5-1,-14 10-6,-1 0 0,0 0 0,1 0 0,-1 0-1,1 1 1,-1-1 0,1 0 0,-1 1 0,1-1 0,0 1 0,-1 0 0,1 0 0,-1-1 0,1 1 0,0 0-1,-1 0 1,1 0 0,-1 1 0,1-1 0,0 0 0,-1 1 0,1-1 0,-1 1 0,1-1 0,-1 1-1,1 0 1,-1 0 0,1-1 0,-1 1 0,0 0 0,1 0 0,-1 0 0,0 1 0,0-1 0,0 0-1,0 0 1,0 1 0,0-1 0,0 0 0,0 1 0,-1-1 0,1 1 0,-1-1 0,2 3 0,0 1-5,-1-1 1,1 1 0,-1 0 0,0-1 0,0 1-1,0 0 1,0 0 0,-1 0 0,0 0 0,0 0 0,0-1-1,-1 1 1,1 0 0,-1 0 0,-3 8 0,2-10-149,1 0 1,-1 0 0,0 0 0,0-1-1,0 1 1,0-1 0,0 0-1,-1 0 1,1 1 0,-1-1 0,0-1-1,1 1 1,-1 0 0,0-1 0,0 1-1,0-1 1,0 0 0,0 0-1,0 0 1,0 0 0,-1-1 0,1 1-1,0-1 1,-5 0 0,2 1-465,0-1 1,-1 1 0,1-1-1,0 0 1,-1-1 0,1 0-1,0 0 1,0 0 0,0-1-1,0 1 1,-8-5-1,-1-6-2199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0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13357,'0'0'3171,"-4"49"-2563,2-21-287,2 2-161,0 1-96,0 2 0,4-1-32,-1 2-32,1-5 0,-3-5-641,-1-4-704,0-5-897,0-6-1217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0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7431,'0'0'1922,"8"-3"-182,16-5-689,52-18 1945,-72 24-2824,0 1 0,0-1 1,0 0-1,-1 0 0,1-1 0,-1 1 0,1-1 0,-1 1 0,0-1 0,0 0 1,0 0-1,0-1 0,-1 1 0,1-1 0,2-3 0,-5 6-143,0 0 0,0 0 0,1 1 1,-1-1-1,0 0 0,0 0 0,0 1 0,0-1 0,0 0 0,0 0 0,0 0 0,0 1 0,0-1 0,0 0 0,0 0 0,0 1 0,-1-1 0,1 0 0,0 0 1,-1 1-1,1-1 0,0 0 0,-1 1 0,1-1 0,-1 0 0,1 1 0,-1-1 0,1 1 0,-2-1 0,-24-8 427,21 8-409,0 1 1,0 0 0,0 0-1,0 0 1,0 1 0,0 0-1,0 0 1,0 0 0,-7 3 0,9-2-40,0 0 0,1-1 0,-1 1 0,1 0 0,-1 1 0,1-1 0,0 0 0,0 1 0,0-1 1,0 1-1,0-1 0,1 1 0,-1 0 0,1 0 0,0 0 0,-1 0 0,1 0 0,1 0 0,-1 0 0,0 0 1,1 0-1,0 0 0,-1 1 0,1-1 0,0 0 0,1 0 0,0 6 0,0-5-4,0 0 0,1 0 0,-1-1 0,1 1 0,0 0 0,0-1 0,0 1 0,0-1 0,1 0 0,-1 1 0,1-1 0,0 0 0,0-1 0,0 1 0,0 0 1,1-1-1,-1 0 0,1 0 0,-1 0 0,1 0 0,4 1 0,9 2-189,-1 0 0,2-2 1,-1 0-1,0-1 1,29 0-1,-33-2-1031,0-1 1,0 0-1,-1-1 1,23-6-1,3-10-6007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1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 19154,'0'0'481,"-13"62"-449,10-14 64,1 11 224,-2 7-128,1 2-32,-4 1 0,0-2-63,-1-4-33,-1-2-64,-4-7 32,0-5-96,-2-11-1057,-2-8-1314,0-13-1344,1-10-1538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1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122 103 14125,'4'-11'246,"-1"4"-243,17-43 1016,-19 48-903,1 0-1,-1-1 1,0 1-1,1 0 1,-1 0-1,1 0 1,0 0-1,0 0 1,-1 1-1,1-1 1,0 0 0,1 1-1,-1 0 1,0-1-1,0 1 1,1 0-1,-1 0 1,0 0-1,1 0 1,4 0 0,-6 1-95,0 0 1,1 0-1,-1 0 1,0 0-1,0 0 1,1 1-1,-1-1 1,0 0-1,0 1 1,1-1-1,-1 1 1,0-1-1,0 1 1,0 0-1,0-1 1,0 1-1,0 0 1,0 0-1,0 0 1,0 0-1,0 0 1,1 2-1,0 0 26,0 0-1,-1 1 1,1-1-1,-1 1 1,0-1-1,0 1 1,0 0-1,0 3 1,0 6 72,0-1-1,-1 1 1,-2 24 0,0-28-120,-1-1 1,0 1 0,0 0-1,-1-1 1,0 0 0,0 1-1,-1-2 1,0 1 0,0 0-1,-1-1 1,0 0 0,-1 0-1,1-1 1,-1 0 0,0 0-1,-1-1 1,1 0 0,-1 0-1,0 0 1,-1-1 0,-10 4 0,12-6-384,0 1 1,0-1 0,0 0 0,0-1 0,-1 0 0,1 0 0,-1-1-1,1 1 1,-15-3 0,22 2 175,-1-1 0,0 1 0,1-1-1,-1 1 1,0-1 0,1 0 0,-1 1 0,1-1-1,-1 0 1,1 0 0,-1 1 0,1-1 0,-1 0-1,1 0 1,0 0 0,-1 1 0,1-1 0,0 0-1,0 0 1,0 0 0,0 0 0,-1 0 0,1 1-1,1-1 1,-1 0 0,0 0 0,0 0 0,0 0-1,0 0 1,0 0 0,1 1 0,-1-1 0,0 0 0,1 0-1,-1 0 1,1 1 0,-1-1 0,1 0 0,17-19-4992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12556,'0'0'2941,"2"10"-2006,27 114 1760,-29-124-2663,9-24 129,-2 8-199,1 0 1,0 0-1,1 1 1,1 0 0,16-19-1,-23 30 52,1 0 0,-1-1 0,1 1 1,0 1-1,1-1 0,-1 0 0,1 1 0,-1 0 0,1 0 0,0 1 0,0-1 0,0 1 0,0 0 0,1 0 0,-1 1 1,1-1-1,-1 1 0,1 0 0,-1 1 0,1-1 0,6 2 0,-10-1-11,0 1 0,0 0 0,0 0 0,-1 0 0,1 0 1,0 0-1,0 1 0,0-1 0,-1 0 0,1 1 0,-1 0 0,1-1 0,-1 1 0,0 0 0,1 0 0,-1-1 0,0 1 0,0 0 1,-1 0-1,2 3 0,15 49 94,-13-37-35,-2-13-57,-1 1 1,1-1-1,0 0 0,0 0 0,0 1 1,0-2-1,1 1 0,-1 0 0,1 0 1,0-1-1,0 1 0,1-1 0,-1 0 1,8 5-1,-9-7-3,0 0 0,0 0-1,0-1 1,0 1 0,1 0 0,-1-1-1,0 1 1,1-1 0,-1 0 0,0 1-1,1-1 1,-1-1 0,0 1 0,1 0-1,-1 0 1,0-1 0,0 1 0,1-1 0,-1 0-1,0 0 1,0 0 0,0 0 0,0 0-1,0 0 1,0 0 0,0-1 0,0 1-1,0-1 1,-1 1 0,4-4 0,-1 0-7,0 0-1,0 0 1,0 0 0,-1 0 0,1 0 0,-1 0 0,-1-1 0,1 0 0,-1 0-1,0 1 1,0-1 0,0 0 0,-1-1 0,0 1 0,0 0 0,-1 0 0,0 0-1,-1-12 1,1 15 2,-1-1-1,0 1 1,0-1-1,-1 1 0,1 0 1,-1 0-1,1-1 1,-1 1-1,0 0 1,0 0-1,-1 1 0,1-1 1,0 0-1,-1 1 1,0-1-1,1 1 1,-1 0-1,0 0 0,0 0 1,0 0-1,-1 0 1,1 1-1,0 0 1,-1-1-1,1 1 0,-1 1 1,1-1-1,-1 0 1,1 1-1,-1 0 1,0-1-1,1 1 0,-4 1 1,-11-1-221,41 1 192,38 1 58,-56-2 1,1 0 0,0 0-1,-1 1 1,1 0 0,-1 0-1,1 0 1,-1 1 0,1 0-1,-1 0 1,0 0 0,0 0 0,0 1-1,0 0 1,0 0 0,-1 1-1,0-1 1,1 1 0,-1 0-1,0 0 1,-1 0 0,1 1-1,-1-1 1,0 1 0,0 0 0,0 0-1,0 0 1,-1 0 0,3 9-1,6 29 554,-2 0 0,-2 1-1,-2 0 1,-2 0 0,-2 62 0,0-14-450,1-51-110,0-22-61,-1 1 0,-1 0 0,-5 36 0,5-54-63,-1 0 0,1-1 0,0 1 0,-1-1 0,0 1 0,1-1 0,-1 1 0,0-1 0,1 0 0,-1 1 0,0-1 0,0 0 0,0 1 0,0-1 0,-1 0 0,1 0 0,0 0 0,0 0 0,-1 0 0,1 0 0,-1 0 0,1-1 0,0 1 0,-1 0 0,1-1 0,-1 1 0,0-1 0,1 0 0,-1 1 0,-2-1 0,2 0-294,-1 0-1,1 0 1,0-1-1,-1 1 1,1-1-1,0 1 1,0-1-1,0 0 1,-1 0-1,1 0 1,0 0 0,0 0-1,0 0 1,1-1-1,-1 1 1,0-1-1,0 1 1,1-1-1,-1 0 1,1 0-1,-2-1 1,-16-35-9211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10922,'0'0'4004,"24"-44"-3908,-11 27 0,2 8-64,1 6-32,-3 3 0,-1 0-32,0 4-352,-1 9-1089,-3 1-1090,2 5-127,-4 2-3716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87 8264,'0'0'1153,"10"-1"-219,-10 1-933,14-1 229,0-1 1,-1-1-1,18-5 0,-28 7-60,0 1-1,-1-1 1,1 0-1,0 0 0,-1 0 1,1 0-1,-1 0 1,1-1-1,-1 1 0,0-1 1,1 0-1,-1 0 1,0 0-1,0 0 0,0 0 1,-1 0-1,1 0 1,0 0-1,-1-1 0,0 1 1,1-1-1,-1 1 1,0-1-1,0 1 0,0-1 1,-1 0-1,1 0 1,0-2-1,-2 4-105,1 0 1,-1 0-1,0 0 1,1 0-1,-1 0 1,0 0-1,1 1 1,-1-1-1,0 0 1,0 1-1,0-1 1,0 0-1,0 1 1,0-1-1,0 1 1,0 0-1,0-1 0,0 1 1,0 0-1,0-1 1,0 1-1,0 0 1,0 0-1,0 0 1,0 0-1,0 0 1,0 0-1,-2 1 1,-35 1 734,29 0-673,0 1-1,0 0 1,1 0 0,0 1-1,0 0 1,0 0-1,0 1 1,0 0-1,1 0 1,0 1 0,0 0-1,-6 7 1,8-8-81,0 1-1,0-1 1,0 1 0,1 0 0,0 1-1,0-1 1,1 1 0,0-1 0,0 1-1,0 0 1,1 0 0,0 1 0,0-1 0,1 0-1,-1 8 1,2-13-44,0-1 1,1 1-1,-1-1 1,0 1-1,0-1 0,1 1 1,-1-1-1,1 0 0,-1 1 1,1-1-1,0 0 1,-1 1-1,1-1 0,0 0 1,0 0-1,0 1 0,0-1 1,0 0-1,0 0 1,0 0-1,3 1 0,0 0 4,-1 0-1,1 0 0,0-1 1,0 1-1,0-1 1,1 0-1,6 1 0,8 0-375,0-1 0,31-3-1,-44 2 97,7-1-580,-1-1-1,1-1 1,0 1-1,-1-2 1,21-8-1,27-18-6476,-31 12 910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3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87 184 4933,'0'0'5578,"-8"1"-3453,3 0-1833,-1 1 1,1-1 0,-1 1-1,1 0 1,0 1-1,-1-1 1,1 1-1,-5 3 1,8-4-202,0-1 0,1 1 1,-1 0-1,0-1 0,0 1 1,1 0-1,-1 0 0,1 0 1,-1 0-1,1 0 0,0 0 1,0 1-1,0-1 0,0 0 1,0 1-1,0-1 0,1 0 1,-1 1-1,1-1 0,0 1 1,0-1-1,0 1 0,0-1 1,0 1-1,1 3 0,0-4-84,-1-1-1,1 0 1,0 0 0,-1 1-1,1-1 1,0 0-1,0 0 1,0 0-1,0 0 1,0 0 0,0 0-1,1 0 1,-1-1-1,0 1 1,0 0-1,0-1 1,1 1 0,-1 0-1,0-1 1,1 0-1,-1 1 1,1-1-1,-1 0 1,0 0 0,3 0-1,41 2-179,-36-2 10,-4 0 39,1-1 0,-1 1 1,0-1-1,0 0 0,0-1 0,0 1 1,0-1-1,0 0 0,0 0 1,0 0-1,-1-1 0,1 0 0,7-6 1,-4 2 2,0-1-1,0 0 1,-1 0 0,0-1 0,-1 0 0,8-13 0,-3 0 247,0 0 1,-1-1 0,-2-1-1,0 0 1,5-29-1,-10 32 1645,-6 26-371,-5 33-604,7-31-669,-2 15 102,0 0 0,2 28 0,1-44-223,1-1 0,-1 0 0,1 0 0,0 0 1,0 0-1,0 0 0,1 0 0,0 0 0,0 0 1,0-1-1,0 1 0,1-1 0,0 1 0,0-1 1,6 6-1,-8-8-3,1-1 1,0 1-1,-1-1 1,1 0-1,0 0 1,0 0 0,0 0-1,0 0 1,0 0-1,0-1 1,0 1-1,0 0 1,1-1-1,-1 0 1,0 1-1,0-1 1,0 0 0,0 0-1,1-1 1,-1 1-1,0 0 1,0-1-1,0 1 1,0-1-1,0 0 1,0 1-1,0-1 1,0 0 0,0 0-1,0-1 1,0 1-1,0 0 1,2-3-1,7-6 21,0 0 0,-1 0 0,-1-1 0,10-15 0,4-1-3,-23 26-17,1 1 0,-1-1 0,0 1 0,1-1 0,0 1-1,-1-1 1,1 1 0,-1 0 0,1-1 0,-1 1 0,1 0-1,0-1 1,-1 1 0,1 0 0,0 0 0,-1 0 0,1 0-1,0 0 1,-1 0 0,1 0 0,0 0 0,0 0 0,-1 0-1,1 0 1,0 0 0,-1 0 0,1 0 0,0 1 0,-1-1-1,1 0 1,-1 0 0,1 1 0,0-1 0,-1 0 0,1 1-1,-1-1 1,1 1 0,-1-1 0,1 1 0,-1-1 0,1 1-1,-1-1 1,0 1 0,1-1 0,-1 1 0,0 0 0,1-1-1,-1 1 1,0 0 0,0-1 0,1 2 0,15 46-16,-12-32 33,-2-13-101,15 31-1108,0-19-4735,-7-14-622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3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81 10826,'0'0'3395,"-24"-58"-2113,24 47-578,0 3-576,14 4-128,7 4-96,5 0-1313,3 0-1762,3 4-2018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23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24 114 13100,'0'0'2520,"-5"8"-1639,2-4-703,1 1-1,0 0 1,-1 0 0,2 0 0,-1 0-1,1 0 1,-1 0 0,1 0 0,1 0-1,-1 8 1,1-11-159,0 0 0,0 0 0,1 0 0,-1 0 0,1 0 0,0 0 0,-1 0 0,1-1 0,0 1 0,0 0-1,0-1 1,0 1 0,1 0 0,-1-1 0,0 1 0,1-1 0,-1 0 0,0 1 0,1-1 0,0 0 0,-1 0 0,1 0 0,0 0-1,-1 0 1,1-1 0,0 1 0,0 0 0,0-1 0,0 1 0,0-1 0,0 0 0,0 0 0,0 0 0,0 0 0,0 0 0,-1 0 0,5-1-1,-5 2-32,1-1-1,0 0 0,0 0 0,-1 0 0,1 0 1,0 0-1,0-1 0,-1 1 0,1 0 0,0-1 1,0 1-1,-1-1 0,1 0 0,-1 1 0,1-1 1,-1 0-1,1 0 0,-1 0 0,1 0 0,-1 0 1,0 0-1,1-1 0,-1 1 0,0 0 0,0-1 1,0 1-1,0-1 0,0 1 0,0-1 0,-1 1 1,1-1-1,0 0 0,-1 1 0,0-1 0,1 0 1,-1 0-1,0 1 0,1-3 0,-2-1 16,1 1 0,-1 0-1,0 0 1,0-1 0,0 1 0,0 0-1,-1 0 1,0 0 0,0 0 0,0 0 0,0 0-1,0 1 1,-1-1 0,-5-5 0,6 7 45,0 1 0,0-1 0,1 1 0,-1-1 0,1 0 0,-1 0 0,1 0 0,0 0 0,0 0 0,0 0 0,0 0 0,0 0 0,0 0 0,0 0 0,1 0 0,-1-1 0,1 1 0,0 0 0,-1 0 1,1-1-1,1-3 0,0 5-21,0-1 0,0 1 1,0-1-1,0 1 0,0-1 1,1 1-1,-1 0 0,1 0 1,-1 0-1,1 0 1,-1 0-1,1 0 0,0 0 1,-1 1-1,1-1 0,0 0 1,0 1-1,-1 0 0,1-1 1,0 1-1,0 0 0,0 0 1,0 0-1,-1 0 1,1 0-1,2 1 0,3-1-14,-1 0-1,0 1 0,0 0 1,0 0-1,0 1 0,0 0 1,0 0-1,0 0 0,-1 1 1,1 0-1,-1 0 0,0 0 1,8 7-1,-2-1-6,-1 0-1,0 1 0,-1 1 1,-1 0-1,9 12 1,-7-60 113,-7 27-113,1 0 0,0 1 1,0-1-1,1 1 0,0 0 0,1 0 0,0 1 0,13-15 0,-17 20 6,1 1-1,-1 0 0,0 0 1,1 0-1,0 0 1,-1 0-1,1 1 0,0-1 1,0 1-1,0 0 0,0 0 1,0 0-1,0 0 0,4-1 1,-5 3 0,0-1 1,1 0 0,-1 0-1,0 1 1,1-1-1,-1 1 1,0 0 0,0 0-1,1 0 1,-1 0 0,0 0-1,0 0 1,0 0-1,0 1 1,-1-1 0,1 1-1,0-1 1,-1 1-1,1 0 1,-1 0 0,3 3-1,30 54 160,-28-46-226,0-1-1,1 0 1,1 0 0,10 12-1,-3-12-2276,1-10-3219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3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32 5349,'0'0'11205,"-8"-7"-11146,5 5-57,0 0-1,1 0-1,-1 0 0,0 0 1,0 0-1,0 0 0,0 0 1,0 1-1,0-1 0,0 1 0,-1 0 1,1 0-1,-1 0 0,1 0 1,0 1-1,-1-1 0,1 1 1,-1 0-1,1 0 0,-1 0 1,1 1-1,-1-1 0,1 1 1,-1 0-1,1 0 0,-6 2 1,-177 70-1,184-72 0,1 0 0,-1 1 0,1-1 0,0 0 0,-1 1 0,1 0 0,0-1 0,0 1 0,0-1 0,0 1 0,1 0 0,-1 0 0,0 0 0,1-1 0,-1 1 0,1 0 0,-1 0 0,1 0 0,0 0 0,0 0 0,0 2 0,2 53 0,-1-36 0,16 351 57,0 0 121,-18-355-114,-1 0 1,0 1-1,-1-1 1,-6 17-1,4-17 85,1 0 0,1 0 0,-2 32 0,6-47-146,-1 0 1,1 1-1,0-1 1,-1 0-1,1 0 1,0 0-1,0 0 1,0 0-1,1 0 1,-1 0-1,0 0 1,1 0-1,-1 0 1,1-1-1,0 1 1,-1 0-1,1-1 0,0 0 1,0 1-1,0-1 1,0 0-1,0 0 1,0 0-1,1 0 1,-1-1-1,4 2 1,6 1-2,-1 0 0,1 0-1,22 1 1,-28-4-126,41 3 450,51-3-1,-25-11-1595,-64 9 289,1-1 0,-1 0-1,0-1 1,0 0 0,9-6 0,7-7-3605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3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9161,'0'0'2653,"-4"13"-1372,-6 27-217,1 1 0,3 0 0,-2 47 0,8 140-313,0-224-747,0 0 0,1-1-1,-1 1 1,1 0 0,0 0-1,0 0 1,0-1-1,0 1 1,1-1 0,-1 1-1,1-1 1,0 1-1,0-1 1,0 0 0,1 0-1,-1 0 1,1 0-1,-1 0 1,1-1 0,0 1-1,7 3 1,-6-4-36,0 0-1,0-1 1,0 0 0,0 0 0,1 0-1,-1-1 1,0 1 0,1-1-1,-1 0 1,1 0 0,-1 0 0,0-1-1,1 0 1,-1 0 0,0 0 0,0 0-1,0 0 1,1-1 0,4-3 0,1 0-980,0 0 0,0-1 0,-1-1 0,0 0 0,0 0 0,14-15 0,-3-2-3099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4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7175,'0'0'5125,"64"-53"-4229,-32 33-447,5 2-353,1-1-32,-3 5-64,2-1-352,-4 2-3588,-4-1-2914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4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7847,'0'0'4004,"0"59"-1922,0-31-544,-1 5-802,0 3-319,-1 0-257,2 1-128,0-1 0,2-3-64,-2-4-993,0-6-2082,-4-9-2626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21 12043,'0'0'2899,"-8"-5"-1954,3 1-846,3 3-76,0-1 0,1 1-1,-1 0 1,0 0-1,0 0 1,0 0 0,0 0-1,0 1 1,0-1-1,0 0 1,-3 0 0,4 2-8,0-1 1,0 1-1,0-1 1,0 1 0,0-1-1,0 1 1,0 0-1,0 0 1,0-1 0,0 1-1,1 0 1,-1 0-1,0 0 1,1 0 0,-1 0-1,0 0 1,1 0-1,-1 0 1,1 0 0,-1 0-1,1 0 1,0 0-1,-1 0 1,1 0 0,0 1-1,0-1 1,0 0-1,0 0 1,0 0 0,0 2-1,-6 42 413,2 0 0,2 1 0,2-1 0,2 1-1,2-1 1,19 90 0,-20-124-420,0 1 0,1-1-1,1 0 1,0 0 0,0 0 0,9 12-1,-13-21-77,1 0-1,-1 0 0,1 0 0,0 0 1,0 0-1,0 0 0,0 0 1,0 0-1,1-1 0,-1 1 0,1-1 1,-1 0-1,0 1 0,1-1 0,0-1 1,-1 1-1,1 0 0,0 0 1,-1-1-1,1 0 0,0 1 0,0-1 1,-1 0-1,1 0 0,0-1 1,0 1-1,-1-1 0,1 1 0,0-1 1,-1 0-1,1 0 0,4-2 1,3-3-835,0-1 0,-1 1 0,0-2 0,0 1 0,-1-1 0,0 0 1,0-1-1,-1 0 0,11-17 0,-2-1-3243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5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1 202 8808,'0'0'1826,"25"-46"-705,-1 25-320,8 1-225,6-3-223,0 1-193,3 1-128,-1 4 32,1 3-192,-7 5-2915,-5 0-1762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5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11403,'0'0'6609,"5"1"-6364,0 1-242,-1-1-1,0 1 0,1 0 0,-1 1 1,0-1-1,0 1 0,0 0 1,0-1-1,-1 2 0,1-1 0,-1 0 1,0 1-1,0 0 0,0-1 1,-1 1-1,1 0 0,-1 0 0,0 1 1,0-1-1,3 9 0,-2 2-299,0 0-1,0 0 0,-2 1 0,0-1 0,-1 18 1,0-26 279,0-7 16,1 1-1,0 0 1,-1-1 0,1 1 0,0 0-1,-1-1 1,1 1 0,0-1 0,0 1-1,-1-1 1,1 1 0,0-1 0,0 0 0,0 1-1,0-1 1,0 0 0,0 0 0,-1 0-1,1 1 1,0-1 0,0 0 0,0 0-1,0 0 1,0-1 0,0 1 0,0 0-1,1 0 1,29-4 6,-20 0-418,0 0 1,-1-1-1,1 0 0,17-13 0,36-32-5877,-37 23 227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5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12684,'0'0'3780,"26"14"-12300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5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12716,'0'0'1954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10698,'0'0'6278,"18"-11"-10410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6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13837,'0'0'2306,"1"11"-2028,-2 114 373,1 41 771,2-139-1264,0-1 0,2 0-1,1 0 1,10 30-1,-14-52-322,0 1 1,1-1-1,0 0 0,0 1 0,0-1 0,1 0 0,-1 0 0,1-1 1,0 1-1,0 0 0,0-1 0,0 0 0,1 0 0,0 0 0,-1 0 1,1 0-1,0-1 0,0 0 0,0 0 0,6 2 0,-6-3-70,0 0-1,0-1 0,0 0 1,0 0-1,0 0 0,0 0 1,-1 0-1,1-1 0,0 0 1,0 0-1,0 0 0,0 0 1,0-1-1,-1 1 0,1-1 1,-1 0-1,1 0 0,-1 0 1,0-1-1,0 1 0,0-1 1,0 1-1,5-7 0,8-10-4259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6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9865,'0'0'3748,"56"-33"-2947,-25 21-225,2 0-352,2 0-160,0 3-32,-1-2-32,-7-1-1729,-6 0-3716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25 4740,'0'0'11697,"1"-3"-11345,0 2-339,-1 1-1,0-1 1,0 1-1,1-1 1,-1 1 0,0-1-1,0 1 1,0-1-1,1 1 1,-1-1-1,0 1 1,0-1-1,0 0 1,0 1 0,0-1-1,0 1 1,0-1-1,0 1 1,-1-1-1,1 1 1,0-1-1,0 1 1,0-1-1,0 1 1,-1-1 0,1 1-1,0-1 1,-1 1-1,1-1 1,0 1-1,-1-1 1,1 1-1,0 0 1,-1-1 0,1 1-1,-1 0 1,1-1-1,-1 1 1,1 0-1,-2-1 1,0 1 64,-1-1-1,0 1 1,0-1 0,0 1-1,0 0 1,0 0-1,0 1 1,0-1 0,-5 2-1,3-1-25,-1 1 0,1 0 0,0 1 1,0-1-1,0 1 0,1 0 0,-1 0 0,0 0 0,1 1 0,0-1 0,0 1 0,0 0 0,1 1 0,-1-1 0,1 1 0,0-1 0,0 1 0,0 0 0,1 0 0,0 0 0,-2 6 0,-1 2 60,1 0 0,1 0 1,0 0-1,1 0 0,0 1 0,1-1 1,1 23-1,0-34-110,0 0-1,0 0 1,0 0 0,0 0 0,0 0-1,0 0 1,1 0 0,-1 0 0,1 0-1,-1 0 1,1-1 0,0 1 0,0 0-1,0 0 1,0-1 0,0 1 0,0 0-1,0-1 1,1 1 0,-1-1 0,0 0-1,1 1 1,-1-1 0,1 0 0,0 0-1,-1 0 1,1 0 0,0 0 0,0 0-1,-1 0 1,1-1 0,0 1 0,0-1-1,0 1 1,0-1 0,0 0 0,0 0-1,0 0 1,0 0 0,0 0 0,0 0-1,2-1 1,1 0 1,0 0 0,0-1 0,0 0 1,0 0-1,0 0 0,0-1 0,0 1 0,-1-1 0,0 0 0,1 0 1,-1-1-1,0 0 0,0 1 0,5-8 0,-4 3-5,0 0 1,-1 0-1,0 0 0,0-1 1,0 1-1,-1-1 0,-1 0 1,0 0-1,0 0 0,0 0 1,-1-11-1,2 21-4,-1 1 0,1-1 0,-1 0 1,0 1-1,1 0 0,-1-1 0,0 1 0,0 0 0,0 0 1,-1 0-1,3 4 0,4 1-7,-2-1-514,1-1 0,0 0 0,0 0 0,1 0 0,-1-1 0,1 0 0,0 0-1,0-1 1,1 0 0,-1-1 0,15 3 0,0-4-4890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3:38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68 11179,'0'0'3833,"10"-6"-3631,18-6-57,1 2-1,0 0 0,0 2 0,1 1 0,0 2 0,0 0 0,52 0 0,-79 6-137,0-1 0,1 1-1,-1 0 1,0 0 0,1 0-1,-1 0 1,0 0-1,0 1 1,0 0 0,0-1-1,0 1 1,0 0-1,-1 0 1,1 1 0,-1-1-1,1 0 1,-1 1-1,0 0 1,0-1 0,0 1-1,0 0 1,-1 0 0,1 0-1,-1 0 1,2 5-1,4 11 65,-1 0 0,0 0 0,2 24-1,-5-27 9,19 112 505,9 218-1,-29 134-218,-2-432-375,0-30 23,1 5 1,-1-1 1,-1 1-1,-1 0 0,-1-1 1,-1 0-1,-1 1 1,-13 35-1,16-55 21,0 0 1,0 0-1,-1-1 1,1 1-1,-1-1 1,0 1-1,1-1 0,-1 0 1,0 0-1,0 0 1,0 0-1,-1-1 1,1 1-1,0-1 1,-1 0-1,1 0 1,-1 0-1,1-1 0,-1 1 1,1-1-1,-1 1 1,1-1-1,-6-1 1,-13 0 317,0-1 0,-36-7 0,39 5-293,-25-4-376,-84-17-5251,69 7-3049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0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49 168 6887,'0'0'7003,"-6"10"-6837,0 1-90,1 0 1,0 0-1,0 0 0,1 1 1,1 0-1,0 0 0,0 0 1,2 0-1,-2 21 0,0 156 1910,4-281-1752,-4-126 1465,3 218-1686,0-1 0,0 1 1,0 0-1,0 0 1,0 0-1,0 0 0,0-1 1,0 1-1,0 0 0,0 0 1,0 0-1,0 0 0,0 0 1,1-1-1,-1 1 1,0 0-1,0 0 0,0 0 1,0 0-1,0 0 0,0-1 1,0 1-1,0 0 0,0 0 1,1 0-1,-1 0 1,0 0-1,0 0 0,0 0 1,0 0-1,0 0 0,0-1 1,1 1-1,-1 0 1,0 0-1,0 0 0,0 0 1,0 0-1,1 0 0,-1 0 1,0 0-1,0 0 0,0 0 1,0 0-1,0 0 1,1 0-1,-1 0 0,0 0 1,0 0-1,0 0 0,0 1 1,0-1-1,1 0 0,-1 0 1,0 0-1,0 0 1,0 0-1,0 0 0,0 0 1,17 11 204,21 23-349,-31-28 213,65 63-12,-37-34-26,1-1 0,3-2 0,44 30 0,-79-59-35,0-1 1,0 0 0,0 0-1,0 0 1,1 0-1,-1-1 1,0 1-1,1-1 1,-1 0 0,1-1-1,7 1 1,-11-1-7,1 0 0,0-1 0,-1 1 1,1-1-1,-1 0 0,1 1 0,-1-1 0,1 0 1,-1 0-1,1 0 0,-1 0 0,0 0 1,1 0-1,-1 0 0,0 0 0,0-1 0,0 1 1,0 0-1,0-1 0,0 1 0,0-1 0,-1 1 1,1-1-1,0 1 0,-1-1 0,1 1 1,-1-1-1,0 0 0,0 1 0,1-1 0,-1 0 1,0 1-1,0-3 0,1-41 4,-2 0 0,-2 0 0,-2 0 0,-2 0 0,-18-63 0,5 19-102,19 85 112,-1-14-1271,1 18 1084,1 0-1,0 0 1,1-1 0,-1 1-1,0 0 1,0 0 0,0-1-1,0 1 1,0 0 0,0 0 0,0-1-1,0 1 1,0 0 0,0 0-1,1-1 1,-1 1 0,0 0 0,0 0-1,0 0 1,0 0 0,1-1-1,-1 1 1,0 0 0,0 0-1,0 0 1,1 0 0,-1 0 0,0-1-1,0 1 1,1 0 0,-1 0-1,0 0 1,0 0 0,1 0 0,-1 0-1,0 0 1,0 0 0,1 0-1,-1 0 1,0 0 0,0 0-1,1 0 1,-1 0 0,0 0 0,0 0-1,1 1 1,-1-1 0,0 0-1,0 0 1,0 0 0,1 0-1,-1 0 1,0 0 0,0 1 0,0-1-1,1 0 1,10 8-4175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09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87 8392,'0'0'6502,"-8"-4"-5493,3 2-840,1 0 0,-1 0 0,0 0 0,0 1 0,1 0 0,-1 0 0,0 0 0,0 0 0,-6 0 1,8 2-105,1-1 1,0 1 0,0 0-1,-1-1 1,1 1 0,0 0 0,0 0-1,0 0 1,0 1 0,0-1-1,0 0 1,0 1 0,0-1-1,1 1 1,-1 0 0,1-1 0,-1 1-1,1 0 1,-1 0 0,1 0-1,0 0 1,0 0 0,0 0 0,0 1-1,1-1 1,-2 4 0,0-1-52,0 0 0,1 0 0,0 0 0,0 0 1,0 0-1,0 1 0,1-1 0,0 0 0,0 0 0,0 1 1,1-1-1,0 0 0,0 0 0,0 0 0,0 0 0,1 0 1,0 0-1,0 0 0,0-1 0,1 1 0,-1 0 0,7 6 1,-5-6-6,1-1 0,0 0 0,0 0 0,0 0 1,1 0-1,-1-1 0,1 0 0,0 0 0,0-1 0,0 1 1,0-1-1,1 0 0,-1-1 0,1 0 0,-1 0 0,0 0 1,12-1-1,-11 0 0,1-1-1,-1 1 1,0-2 0,1 1 0,-1-1 0,0 0 0,0 0-1,0-1 1,-1 0 0,1 0 0,-1-1 0,1 0 0,-1 0-1,0 0 1,0-1 0,-1 0 0,6-6 0,-7 7-6,-1 0 1,0-1 0,0 1-1,0-1 1,0 0 0,-1 1-1,0-1 1,0 0 0,0-1-1,-1 1 1,0 0 0,0 0-1,0-1 1,0 1 0,-1-1 0,0 1-1,0 0 1,0-1 0,-1 1-1,0 0 1,0-1 0,0 1-1,-1 0 1,-3-8 0,2 7 10,-1 0 1,1 0 0,-2 1-1,1-1 1,0 1 0,-1 0 0,0 0-1,0 1 1,0-1 0,-1 1-1,0 1 1,0-1 0,0 1-1,0 0 1,0 0 0,0 0 0,-9-1-1,6 1-250,1 0 1,0 1-1,-1 1 0,0 0 0,0 0 0,1 0 0,-1 1 0,0 0 0,0 1 1,1 0-1,-1 0 0,0 1 0,-8 3 0,-3 4-4504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5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84 239 8456,'0'0'1057,"-2"8"-534,-6 34 654,2 0 0,2 1 0,2 0 0,4 69-1,0-22-905,0-26-150,0-41-100,-1 1-1,-1 0 1,-1 0 0,-1 0 0,-7 31 0,9-54-13,0 0 0,-1 1 1,1-1-1,-1 0 0,1 1 0,-1-1 1,1 0-1,-1 0 0,0 0 0,1 0 1,-1 0-1,0 0 0,0 0 0,0 0 1,0 0-1,0 0 0,-2 1 0,3-2 20,-1 0-1,0 1 0,1-1 0,-1 0 0,0 0 0,1 0 0,-1-1 0,1 1 0,-1 0 0,0 0 0,1 0 1,-1 0-1,0-1 0,1 1 0,-1 0 0,1 0 0,-1-1 0,1 1 0,-1-1 0,1 1 0,-1 0 0,1-1 1,-1 1-1,1-1 0,-1 0 0,-2-2 52,1-1 1,0 0 0,0 1-1,0-1 1,0 0 0,0 0-1,1 0 1,-1 0 0,0-6-1,-3-36-7,2 0-1,1 0 0,8-66 0,28-139-108,-26 198 51,2-15-32,-6 27 1,3 0 0,15-53 0,-22 93 14,0-1 0,1 1 0,-1-1 1,1 1-1,-1 0 0,1-1 0,0 1 0,-1 0 1,1-1-1,0 1 0,0 0 0,0 0 1,0 0-1,0 0 0,0-1 0,0 1 0,0 1 1,0-1-1,1 0 0,-1 0 0,0 0 1,1 1-1,-1-1 0,0 1 0,1-1 0,-1 1 1,1-1-1,-1 1 0,1 0 0,-1 0 1,1 0-1,-1 0 0,1 0 0,-1 0 0,1 0 1,-1 0-1,1 0 0,-1 1 0,1-1 1,-1 1-1,0-1 0,1 1 0,-1-1 1,0 1-1,1 0 0,-1 0 0,0 0 0,0 0 1,2 2-1,6 3-20,-1 1 0,0 0-1,0 1 1,-1 0 0,10 13 0,-10-10-40,0 0 1,-1 0-1,0 0 1,-1 0-1,0 1 1,-1 0-1,0 0 0,2 13 1,-5-21 27,0 1 1,0-1-1,-1 1 0,0-1 1,0 1-1,0-1 1,0 0-1,-1 1 0,0-1 1,0 1-1,0-1 1,0 0-1,-1 0 0,1 0 1,-1 1-1,0-2 1,0 1-1,-1 0 0,1 0 1,-1-1-1,0 1 1,0-1-1,0 0 1,0 0-1,-7 5 0,-1-2-593,0-1 0,-1 0 0,1-1 0,-1 0 0,0-1-1,0 0 1,0-1 0,0 0 0,0-1 0,-1 0 0,-17-2 0,27 0-718,3-2-1120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6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52 3587,'0'0'5259,"3"-8"-3135,6-21 209,-9 28-2261,0 0-1,0 1 1,0-1-1,0 0 1,-1 1-1,1-1 1,0 1-1,0-1 1,0 1-1,-1-1 1,1 0-1,0 1 0,-1-1 1,1 1-1,0-1 1,-1 1-1,1-1 1,0 1-1,-1 0 1,1-1-1,-1 1 1,1 0-1,-1-1 1,1 1-1,-1 0 1,0-1-1,1 1 1,-1 0-1,1 0 1,-1 0-1,1-1 1,-1 1-1,0 0 1,1 0-1,-1 0 1,0 0-1,1 0 1,-1 0-1,0 1 0,-24 0 989,18 1-962,-1 1 0,1 0 0,1 0 0,-1 0 0,0 1 0,1 0 0,0 0 0,0 1 0,0-1 0,0 1 0,1 1 0,0-1 0,0 1 0,0 0 0,1 0 0,0 0 0,0 0 0,1 1 0,-1 0 0,-3 11 0,3-7-87,0 1-1,0 0 1,1 0-1,1 0 0,0 0 1,0 0-1,1 1 0,1-1 1,0 0-1,1 1 1,4 22-1,-4-29-45,1 0 1,1 0-1,-1 0 1,1 0-1,0 0 0,1-1 1,-1 0-1,1 1 1,0-1-1,1-1 0,-1 1 1,1 0-1,0-1 1,0 0-1,0 0 0,0-1 1,1 1-1,0-1 1,-1-1-1,1 1 0,0-1 1,0 0-1,1 0 1,8 1-1,-6-1-500,0-1 0,0 0 1,0 0-1,0-1 0,1-1 0,-1 1 1,0-1-1,0-1 0,-1 0 0,1 0 1,0-1-1,-1 0 0,1 0 0,-1-1 0,0 0 1,14-10-1,25-30-3976,-29 17 4751,-12-4 4132,-6 31-4285,0-1-1,0 1 0,0 0 0,0 0 1,0 0-1,0-1 0,0 1 0,0 0 1,0 0-1,0 0 0,0-1 0,0 1 1,0 0-1,-1 0 0,1 0 0,0-1 1,0 1-1,0 0 0,0 0 0,0 0 1,-1 0-1,1 0 0,0-1 0,0 1 1,0 0-1,0 0 0,-1 0 0,1 0 1,0 0-1,0 0 0,-1 0 0,1 0 1,0 0-1,0 0 0,0 0 0,-1 0 1,1 0-1,0 0 0,0 0 0,0 0 1,-1 0-1,1 0 0,0 0 0,0 0 1,0 0-1,-1 0 0,1 0 0,0 0 1,0 0-1,0 0 0,-1 1 0,1-1 1,0 0-1,0 0 0,0 0 0,0 0 1,-1 1-1,1-1 0,0 0 0,0 0 1,0 0-1,0 0 0,0 1 0,0-1 1,0 0-1,-1 1 0,-10 12 696,8 0-577,0 0 0,1 0-1,1 0 1,0 1 0,0-1-1,1 0 1,1 1 0,0-1-1,1 0 1,6 22 0,-3-13-151,-2 0-1,2 31 1,-6-62-7,0 1 0,-1-1 1,0 1-1,0-1 0,-6-10 0,-6-28-26,9 17-12,2 0 0,-1-44 0,4 64-9,0 0 1,1 0-1,0 0 1,1 1-1,0-1 1,0 1-1,1-1 1,1 1-1,-1 0 1,1 0-1,9-14 1,-12 22-4,0-1 1,0 0 0,1 0-1,-1 1 1,1-1 0,-1 1-1,1-1 1,0 1 0,0-1-1,-1 1 1,1 0 0,0 0-1,0 0 1,0 0 0,0 0-1,0 1 1,1-1 0,-1 1-1,0-1 1,0 1 0,0 0-1,1 0 1,-1-1 0,3 2-1,-1 0 1,0 0 0,1 0 1,-1 1-1,0 0 0,0 0 0,0 0 0,0 0 0,0 1 0,-1-1 0,1 1 0,3 4 0,9 10 1,-1 0 0,-1 0 0,19 32 0,-32-48 1,11 18 148,0 1 1,9 23-1,-8 2-2061,-12-40 712,0 0 1,-1 0 0,0 0-1,0 0 1,0 0 0,-2 8-1,-1-5-5589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6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10634,'0'0'3555,"44"-39"-3266,-10 27 127,8-2-96,4-3-224,2 3 1,-3 0-226,-8-4-3938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80 13261,'2'-7'322,"0"-1"0,1 1 1,0-1-1,0 1 0,0 0 1,6-8-1,-7 13-285,-1 0 0,1 1 0,-1-1 0,1 1 0,0-1 0,-1 1 0,1 0 0,0-1 0,0 1 1,0 0-1,0 0 0,0 1 0,0-1 0,0 0 0,1 1 0,-1-1 0,0 1 0,0 0 0,0-1 0,1 1 0,-1 0 0,0 1 0,0-1 0,0 0 0,1 0 0,-1 1 0,3 1 0,-4-2-35,1 1 0,0-1 0,0 1 0,-1 0-1,1 0 1,0 0 0,-1 0 0,1 0 0,-1 0 0,1 0-1,-1 0 1,1 1 0,-1-1 0,0 1 0,0-1 0,0 1-1,0-1 1,0 1 0,0 0 0,0-1 0,0 1-1,-1 0 1,1 0 0,-1 0 0,1 0 0,-1-1 0,0 1-1,0 0 1,0 0 0,0 0 0,0 0 0,0 0 0,0 0-1,-1 2 1,0 0 0,0 0-1,0 0 0,0 0 1,0 0-1,-1-1 0,1 1 1,-1 0-1,0-1 0,0 1 1,0-1-1,-1 1 0,1-1 1,-1 0-1,0 0 0,-4 3 1,-7 1-16,0 0-1,0-1 1,0-1 0,-1 0 0,0-1-1,0 0 1,0-1 0,-1-1 0,1-1-1,0 0 1,-29-2 0,41 1-144,0 0-1,0 0 1,1 1 0,-1-2 0,0 1-1,0 0 1,0-1 0,1 1 0,-1-1-1,0 0 1,1 0 0,-1 0 0,0 0-1,1 0 1,0 0 0,-1-1 0,1 1-1,0-1 1,-1 0 0,1 0 0,0 0-1,0 0 1,1 0 0,-1 0-1,0 0 1,1-1 0,-1 1 0,1-1-1,0 1 1,-2-5 0,-3-28-4743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8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72 12588,'0'0'374,"8"-5"565,-1 1-766,0 1 1,0 0-1,0 0 0,0 0 0,1 1 1,-1 0-1,15-2 0,-21 4-163,1-1-1,0 1 1,0 0-1,0 0 1,0 0-1,-1 0 1,1 0 0,0 0-1,0 1 1,0-1-1,0 0 1,-1 1-1,1 0 1,0-1-1,0 1 1,-1 0 0,1 0-1,-1 0 1,1 0-1,-1 0 1,1 0-1,-1 0 1,1 1 0,-1-1-1,0 0 1,0 1-1,0-1 1,0 1-1,0 0 1,0-1-1,0 1 1,0 0 0,-1-1-1,1 1 1,0 0-1,-1 0 1,0-1-1,1 1 1,-1 0-1,0 0 1,0 0 0,0 0-1,0 0 1,0-1-1,-1 4 1,0-3-7,1-1 0,-1 1 0,0 0 0,0 0 0,0-1 0,0 1-1,0 0 1,0-1 0,0 1 0,0-1 0,-1 1 0,1-1 0,0 0 0,-1 0 0,0 1 0,1-1 0,-1 0 0,0 0 0,1 0 0,-1-1 0,0 1 0,0 0 0,0-1-1,1 1 1,-1-1 0,0 0 0,0 1 0,-3-1 0,-64 4 47,60-4-57,5 0 10,0-1 0,0 1 0,-1-1-1,1 1 1,0-1 0,0 0 0,0-1 0,0 1 0,0-1-1,0 0 1,1 0 0,-1 0 0,0 0 0,1-1 0,-1 1-1,1-1 1,0 0 0,-3-3 0,5 4-101,0 1 0,0-1 0,0 0 0,0 0 0,0 1 0,0-1 0,1 0 0,-1 0 0,0 0 0,1 0 0,0 0 0,-1 0 0,1 0 0,0 0 0,0 0 0,1-3 0,-1 3-249,1-1 0,0 0 1,0 0-1,0 1 0,0-1 1,1 1-1,-1-1 1,1 1-1,-1-1 0,1 1 1,0 0-1,0 0 0,0 0 1,3-2-1,25-20-5301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8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86 7591,'6'-9'6780,"0"1"-6461,-1 0 0,1 0 0,1 1 0,0 0 1,0 0-1,8-6 0,-12 11-301,0 0 0,0 0 0,0 0 0,1 0 0,-1 0 1,0 1-1,1 0 0,-1-1 0,1 2 0,0-1 0,-1 0 0,1 1 1,0-1-1,0 1 0,-1 0 0,1 0 0,0 1 0,-1-1 0,1 1 1,0-1-1,-1 1 0,1 1 0,3 0 0,-5-1-16,1 0-1,-1 1 1,0-1 0,0 0-1,1 1 1,-1 0 0,-1-1-1,1 1 1,0 0-1,0 0 1,-1 0 0,1 0-1,-1 0 1,1 0 0,-1 1-1,0-1 1,0 0 0,0 1-1,0-1 1,0 1-1,-1-1 1,1 1 0,-1-1-1,0 1 1,1-1 0,-1 1-1,0-1 1,0 1 0,-1 0-1,0 4 1,0-2 0,0 0 0,-1 0 1,0 0-1,1 0 0,-2 0 1,1-1-1,0 1 0,-1-1 1,0 1-1,0-1 0,0 0 1,-1 0-1,0 0 0,-4 3 1,2-2-32,-1-1 1,0 0-1,0 0 1,-1 0-1,1-1 1,-1 0-1,1 0 1,-1-1-1,0 0 1,0-1-1,0 0 1,0 0-1,0 0 1,-16-2-1,22 1-86,0-1-1,1 1 0,-1-1 0,1 0 1,-1 1-1,1-1 0,-1 0 0,1 0 0,0 0 1,-1 0-1,1 0 0,0 0 0,0 0 0,0-1 1,0 1-1,0 0 0,0-1 0,0 1 0,0 0 1,0-1-1,1 1 0,-1-1 0,1 1 0,-1-1 1,1 0-1,-1 1 0,1-1 0,0 1 0,0-1 1,0 0-1,0 1 0,0-1 0,0 0 1,0 1-1,1-1 0,-1 0 0,0 1 0,1-1 1,0 1-1,-1-1 0,2-1 0,12-23-3872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8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7335,'0'0'5723,"10"-7"-4154,-4 2-1462,51-32 1265,-54 36-1301,0-1 1,0 1-1,1-1 1,-1 1 0,0 0-1,1 0 1,-1 0-1,0 1 1,1-1-1,-1 1 1,1 0-1,-1 0 1,1 0-1,-1 0 1,0 1-1,1-1 1,-1 1 0,1 0-1,4 2 1,-7-2-67,1 0 0,-1 0-1,0 0 1,0 0 0,1 0 0,-1 0 0,0 0 0,0 1 0,0-1 0,0 0 0,-1 1 0,1-1 0,0 1 0,0-1 0,-1 1 0,1-1 0,-1 1 0,0-1 0,1 1 0,-1-1 0,0 1 0,0 0 0,0-1 0,0 1 0,0-1 0,0 1 0,0 0 0,-1-1-1,1 1 1,0-1 0,-1 1 0,-1 2 0,1-1-9,0 0-1,0-1 0,-1 1 1,1 0-1,-1-1 0,1 0 1,-1 1-1,0-1 1,0 0-1,0 0 0,0 0 1,-1 0-1,1 0 0,0 0 1,-1-1-1,0 1 0,-2 1 1,4-3-57,0 1 1,-1-1-1,1 1 1,0-1-1,0 1 1,0-1 0,0 0-1,-1 1 1,1-1-1,0 0 1,0 0-1,-1 0 1,1 0-1,0 0 1,0 0 0,-1 0-1,1-1 1,0 1-1,0 0 1,0-1-1,-1 1 1,1 0-1,0-1 1,0 0 0,0 1-1,0-1 1,0 0-1,0 1 1,0-1-1,0 0 1,0 0-1,0 0 1,1 0 0,-1 0-1,0 0 1,1 0-1,-2-2 1,2 0-294,-1 1 1,1-1-1,0 0 1,0 1-1,0-1 1,0 0-1,1 1 1,-1-1-1,1 0 1,0 1-1,-1-1 1,1 1-1,0-1 1,1 1-1,-1-1 1,3-4-1,15-18-4728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14574,'0'0'224,"10"-5"486,-6 4-618,3-3 35,0 0 0,1 1 0,0 0 0,0 0-1,13-2 1,-20 5-120,1-1 1,0 1-1,-1 0 1,1 0-1,0 0 0,-1 0 1,1 0-1,0 0 0,0 1 1,-1-1-1,1 0 0,-1 1 1,1-1-1,0 1 1,-1 0-1,1 0 0,-1-1 1,1 1-1,-1 0 0,0 0 1,1 0-1,-1 1 1,0-1-1,0 0 0,0 0 1,0 1-1,0-1 0,0 1 1,0-1-1,0 1 0,0-1 1,-1 1-1,1-1 1,-1 1-1,1-1 0,-1 1 1,0 0-1,1-1 0,-1 4 1,0-2-7,1-1 1,-1 1 0,0 0 0,0 0-1,0 0 1,-1 0 0,1 0 0,0 0-1,-1-1 1,0 1 0,0 0 0,0 0-1,0-1 1,0 1 0,-1-1 0,1 1-1,-1-1 1,1 1 0,-1-1 0,0 0-1,0 0 1,-3 3 0,1-2 0,0-1-1,0 1 1,0-1 0,0 0-1,0 0 1,-1 0 0,1-1 0,0 0-1,-1 0 1,1 0 0,-1 0-1,1 0 1,-8-1 0,11 0-8,0 0 1,0 0 0,0-1-1,0 1 1,1 0-1,-1-1 1,0 1-1,0 0 1,0-1 0,1 1-1,-1-1 1,0 1-1,1-1 1,-1 1-1,0-1 1,1 0 0,-1 1-1,1-1 1,-1 0-1,1 1 1,-1-1-1,1 0 1,-1 0 0,1 1-1,0-1 1,-1 0-1,1 0 1,0 0-1,0 0 1,0 1 0,0-1-1,0 0 1,0 0-1,0 0 1,0 0-1,0 0 1,0 0 0,0 1-1,0-1 1,0 0-1,1 0 1,-1 0 0,0 1-1,1-1 1,0-1-1,0-2-76,0 0 0,0 0 0,1 0 0,0 0 0,0 0 0,0 0 0,0 1 0,4-6 0,5 0-1139,0 0 0,0 1 0,17-9 0,10-6-3125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33 13773,'0'0'358,"8"-2"880,-1 0-1000,0-1 107,0 1-1,0 1 0,0-1 0,0 1 1,13 0-1,-18 1-320,0 0-1,-1 0 1,1 1 0,-1-1 0,1 0-1,-1 1 1,1-1 0,-1 1-1,0-1 1,1 1 0,-1 0 0,1 0-1,-1-1 1,0 1 0,0 0 0,0 0-1,1 0 1,-1 0 0,0 1-1,0-1 1,0 0 0,-1 0 0,1 1-1,0-1 1,0 0 0,-1 1 0,1-1-1,-1 1 1,1-1 0,-1 1-1,1-1 1,-1 1 0,0-1 0,0 1-1,0-1 1,0 4 0,0-1-25,0 1 1,-1-1-1,0 1 1,1-1-1,-2 1 1,1-1-1,0 0 1,-1 1 0,0-1-1,0 0 1,0 0-1,0 0 1,-1 0-1,1-1 1,-1 1-1,0-1 1,0 0-1,-1 1 1,1-1-1,0-1 1,-1 1-1,0 0 1,0-1-1,0 0 1,0 0-1,0 0 1,0 0-1,0-1 1,-1 0-1,1 1 1,-1-2-1,-4 2 1,8-2-18,0-1 0,-1 1 0,1 0 0,0-1 0,0 1 0,0-1 0,0 1 0,-1-1 0,1 1 0,0-1 0,0 0 0,0 0 0,0 1 0,0-1 0,0 0 0,1 0 0,-1 0 0,0 0 0,0 0 0,1 0 0,-1 0 0,0 0 0,1-1 0,-1 1 0,1 0 0,0 0 0,-1 0 0,1-1 0,0 1 0,0 0 0,0 0 0,0-1 0,0 1 0,0 0 0,0 0 0,0-1 0,0 1 0,0 0 0,1 0 0,-1-1 0,1 0 0,0-3-111,0-1-1,0 1 1,1-1-1,-1 1 0,1 0 1,1 0-1,-1 0 1,5-7-1,1 3-1466,0 0 0,1 0 0,15-11-1,7 0-5012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9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52 15375,'0'0'2108,"1"8"-1745,0-6-335,0 0 0,-1 0-1,1 0 1,-1 1 0,0-1 0,0 0-1,0 0 1,0 0 0,0 1-1,0-1 1,-1 0 0,1 0 0,-1 0-1,1 1 1,-1-1 0,0 0-1,0 0 1,0 0 0,-1 2-1,-2 0 25,1-1 0,-1 1 0,0-1 0,0 0 0,0 0 0,0 0 0,0 0-1,-1-1 1,-7 4 0,3-2-39,-1 0-1,1-1 1,-1 0 0,1 0-1,-1-1 1,0 0 0,0-1-1,0 0 1,0-1-1,-13 0 1,22-1-13,0 1 0,1 0-1,-1 0 1,0-1 0,1 1 0,-1 0-1,0-1 1,1 1 0,-1-1 0,1 1 0,-1-1-1,0 1 1,1-1 0,-1 1 0,1-1 0,0 0-1,-1 1 1,1-1 0,0 0 0,-1 1-1,1-1 1,0 0 0,0 0 0,-1 1 0,1-1-1,0 0 1,0 1 0,0-1 0,0 0-1,0 0 1,0 1 0,0-1 0,0 0 0,0 0-1,1 1 1,-1-1 0,0 0 0,0 0-1,1 1 1,-1-1 0,0 0 0,1 1 0,-1-1-1,1 1 1,0-2 0,20-31-193,-8 21-529,1 1-1,0 0 1,1 1-1,0 0 1,26-12-1,8-2-4220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1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14478,'0'0'1121,"8"0"-235,-2 0-805,-1 0 1,0 1 0,0-1-1,1 1 1,-1 0-1,0 1 1,0-1-1,8 4 1,-11-4-29,0 1 0,1-1-1,-1 1 1,0-1 0,0 1 0,0 0 0,0 0-1,0 0 1,-1 0 0,1 0 0,0 1 0,-1-1-1,0 0 1,1 1 0,-1-1 0,0 1 0,0-1-1,-1 1 1,1 0 0,0-1 0,-1 1 0,1 4-1,-1-4-35,1 1 0,-1 0 0,0 0-1,0 0 1,0-1 0,0 1-1,0 0 1,-1 0 0,0 0-1,0-1 1,0 1 0,0-1 0,0 1-1,-1 0 1,0-1 0,0 0-1,0 1 1,0-1 0,0 0-1,0 0 1,-1 0 0,0-1 0,1 1-1,-1-1 1,0 1 0,0-1-1,0 0 1,-1 0 0,1 0-1,-1 0 1,1-1 0,-1 1 0,1-1-1,-1 0 1,0 0 0,1-1-1,-1 1 1,-7 0 0,10-1-20,0 0 0,0-1 1,0 1-1,0 0 0,0 0 0,0-1 1,0 1-1,0 0 0,0-1 1,0 1-1,0-1 0,0 1 1,1-1-1,-1 1 0,0-1 0,0 0 1,0 1-1,1-1 0,-1 0 1,0 0-1,1 0 0,-1 1 0,1-1 1,-1 0-1,1 0 0,-1-1 1,-7-29-1644,5 17-340,-4-11-2760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21 15759,'-7'0'347,"2"0"-269,1 0 1,-1 0-1,0 0 1,1 1 0,-1 0-1,1 0 1,-1 0-1,1 0 1,-1 1-1,1 0 1,0-1-1,0 2 1,0-1-1,0 0 1,0 1-1,0 0 1,0 0-1,1 0 1,0 0-1,0 1 1,0-1-1,0 1 1,0 0 0,0 0-1,1 0 1,0 0-1,0 0 1,0 0-1,1 1 1,-2 5-1,2-7-65,1 1 0,-1 0 0,1-1 0,0 1 0,1-1 0,-1 1 0,0-1 0,1 1 0,0-1 0,0 1 0,0-1 0,0 0 0,1 1 0,-1-1 0,1 0 0,0 0 0,0 0-1,0 0 1,0 0 0,0-1 0,1 1 0,-1 0 0,1-1 0,0 0 0,0 0 0,0 0 0,5 3 0,-2-2-11,1 0-1,-1 0 1,0-1-1,1 0 1,0 0-1,-1-1 1,1 0-1,0 0 1,0 0-1,0-1 1,-1 0-1,1-1 1,13-1 0,-18 1-16,0 0 0,0 1 1,0-1-1,0 0 1,0 0-1,-1 0 1,1 0-1,0 0 0,-1 0 1,1 0-1,-1-1 1,1 1-1,-1-1 1,1 1-1,-1-1 1,0 0-1,0 1 0,0-1 1,0 0-1,0 0 1,0 1-1,-1-1 1,1 0-1,0 0 0,-1 0 1,0 0-1,1 0 1,-1 0-1,0 0 1,0 0-1,-1-4 0,1 1-17,0 1-1,-1-1 1,1 0 0,-1 1-1,-1-1 1,1 1-1,-1-1 1,1 1-1,-1 0 1,-1 0-1,1-1 1,-5-5-1,-3 1 15,0 0 1,-1 0-1,0 1 1,0 1-1,-1 0 0,0 0 1,0 1-1,0 1 1,-1 0-1,0 0 0,0 1 1,0 1-1,-1 1 1,1 0-1,-1 0 0,1 1 1,-18 1-1,23 2-1103,12 1-383,15 2-999,20-4-1224,12 0-1297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0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127 160 14894,'-9'4'449,"-4"0"-242,-49 21 1824,59-23-1924,0-1 0,0 1 1,0-1-1,1 1 0,-1 0 0,0 0 1,1 0-1,0 1 0,-1-1 0,1 1 1,0-1-1,0 1 0,0 0 0,1-1 1,-1 1-1,1 0 0,-1 0 0,0 4 1,2-5-99,0-1 0,0 0 1,1 1-1,-1-1 1,0 1-1,1-1 1,-1 1-1,1-1 0,-1 0 1,1 1-1,0-1 1,-1 0-1,1 0 1,0 0-1,0 1 0,0-1 1,0 0-1,0 0 1,0 0-1,0 0 1,0-1-1,1 1 0,-1 0 1,0 0-1,0-1 1,1 1-1,-1-1 1,3 1-1,45 15 178,-44-15-183,11 3-53,1-1 1,-1 0-1,1-1 1,-1-1-1,1-1 1,0 0-1,18-4 1,-30 4 29,-1-1 0,0 0 0,0 0 0,0 0 1,0 0-1,0-1 0,0 1 0,-1-1 0,1 0 1,0 0-1,-1 0 0,1-1 0,-1 0 0,0 1 1,0-1-1,0 0 0,0 0 0,-1-1 0,1 1 1,-1 0-1,0-1 0,0 0 0,0 1 0,0-1 0,0 0 1,-1 0-1,0 0 0,0 0 0,0 0 0,0 0 1,-1-1-1,1-7 0,-2 4-32,0 0-1,-1 0 1,1 1-1,-2-1 1,1 0-1,-1 1 1,0 0-1,0 0 1,-1 0-1,0 0 1,0 0-1,-1 1 1,0-1-1,0 1 1,0 1-1,-1-1 1,0 1-1,-11-9 1,7 7 41,0-1 0,-1 2-1,1 0 1,-1 0 0,-1 1 0,1 0 0,-1 1 0,0 0 0,0 1 0,0 0-1,-17-1 1,16 6-2499,20 5-196,21 6-1054,13-6-373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0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159 131 11851,'-10'3'2525,"-19"3"-1541,16-5-386,0 1 0,1 1 1,-1 0-1,1 1 1,-1 0-1,1 1 1,-13 8-1,25-13-592,-1 0-1,1 0 1,0 0-1,-1 1 1,1-1-1,0 0 1,-1 0-1,1 1 1,-1-1-1,1 0 1,0 1-1,0-1 1,-1 0 0,1 1-1,0-1 1,0 1-1,-1-1 1,1 0-1,0 1 1,0-1-1,0 1 1,0-1-1,0 1 1,-1-1-1,1 0 1,0 1 0,0-1-1,0 1 1,0-1-1,0 1 1,1-1-1,-1 1 1,0-1-1,0 0 1,0 1-1,0-1 1,0 1-1,1-1 1,-1 1-1,0-1 1,0 0 0,1 1-1,-1-1 1,0 0-1,0 1 1,1-1-1,-1 0 1,0 1-1,1-1 1,-1 0-1,1 0 1,-1 1-1,0-1 1,1 0-1,-1 0 1,1 0 0,-1 0-1,1 1 1,-1-1-1,1 0 1,32 9 13,-30-9 3,124 18-39,-114-17-163,0 0 0,0-1 0,0-1 0,0 0 0,0-1 0,0 0 0,22-7 0,-33 8 137,0 0 0,1 1-1,-1-1 1,0 0 0,0 0 0,0 0 0,0 0 0,0-1 0,-1 1 0,1 0 0,0-1 0,0 0 0,-1 1 0,1-1-1,-1 0 1,0 0 0,1 1 0,-1-1 0,0 0 0,0 0 0,0-1 0,0 1 0,-1 0 0,1 0 0,0 0 0,-1-1-1,0 1 1,1 0 0,-1 0 0,0-1 0,0 1 0,0 0 0,-1 0 0,1-1 0,-1 1 0,1 0 0,-1 0 0,0-1-1,1 1 1,-2-2 0,-2-3 12,1 1-1,-1-1 0,-1 1 1,1 0-1,-1 0 1,0 0-1,0 1 1,-1-1-1,0 2 0,-10-8 1,1 3 25,-1 0 1,0 2 0,0 0-1,0 0 1,-1 2 0,-30-7-1,-17 6-2439,60 7-1153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135 121 14029,'-11'2'726,"-4"0"-388,2-1 238,0 1 1,1 0-1,-1 1 0,0 0 1,1 1-1,-17 7 0,29-11-566,-1 0 0,1 0 0,0 0 0,0 0 0,0 1 0,-1-1 0,1 0-1,0 0 1,0 0 0,0 0 0,-1 1 0,1-1 0,0 0 0,0 0 0,0 0 0,0 1-1,0-1 1,-1 0 0,1 0 0,0 1 0,0-1 0,0 0 0,0 0 0,0 1-1,0-1 1,0 0 0,0 0 0,0 1 0,0-1 0,0 0 0,0 0 0,0 1 0,0-1-1,0 0 1,0 0 0,0 1 0,1-1 0,-1 0 0,0 0 0,0 1 0,0-1 0,0 0-1,0 0 1,1 0 0,-1 1 0,0-1 0,0 0 0,0 0 0,1 0 0,-1 0-1,0 0 1,0 1 0,0-1 0,1 0 0,-1 0 0,0 0 0,0 0 0,1 0 0,-1 0-1,0 0 1,0 0 0,1 0 0,-1 0 0,0 0 0,0 0 0,1 0 0,-1 0-1,0 0 1,21 4 8,16 2-133,0-1-1,0-3 1,1-1 0,-1-1 0,0-2 0,38-8 0,-69 9 11,-1-1 0,1 0-1,-1 0 1,1 0 0,-1-1 0,0 0 0,0 0 0,-1 0 0,1 0 0,0-1 0,4-5 0,-8 8 77,0-1 1,0 1-1,0 0 1,0-1-1,0 0 1,0 1-1,-1-1 0,1 1 1,0-1-1,-1 0 1,0 0-1,1 1 1,-1-1-1,0 0 0,0 0 1,0 1-1,0-1 1,0 0-1,0 0 1,0 1-1,-1-1 0,1 0 1,-1 0-1,1 1 1,-1-1-1,1 0 1,-1 1-1,0-1 0,0 1 1,0-1-1,0 1 1,0 0-1,0-1 0,-1 1 1,1 0-1,0 0 1,-1-1-1,1 1 1,-1 0-1,-1-1 0,-11-7-15,0 1-1,-1 0 0,0 1 1,0 0-1,0 1 0,-1 1 0,0 1 1,0 0-1,0 1 0,-1 1 1,1 0-1,0 1 0,-1 1 1,1 0-1,-18 4 0,34-4-51,0-1 0,0 1 0,-1 0 0,1 0 0,0 0 0,-1 0 0,1 0 0,0 0 0,-1 1-1,1-1 1,0 0 0,0 0 0,-1 0 0,1 0 0,0 0 0,0 0 0,-1 0 0,1 1 0,0-1 0,0 0 0,-1 0 0,1 0 0,0 1 0,0-1-1,-1 0 1,1 0 0,0 0 0,0 1 0,0-1 0,0 0 0,0 0 0,-1 1 0,1-1 0,0 0 0,0 1 0,0-1 0,0 0 0,0 1 0,0-1-1,0 0 1,0 0 0,0 1 0,0-1 0,0 0 0,0 1 0,0-1 0,0 0 0,0 0 0,0 1 0,1-1 0,-1 0 0,0 1 0,0-1 0,0 0-1,0 0 1,1 1 0,-1-1 0,16 7-3338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0 190 8360,'0'0'10495,"2"8"-10244,-2-6-242,0-1-1,0 1 1,1 0-1,-1 0 0,1-1 1,0 1-1,-1 0 1,1-1-1,0 1 1,0 0-1,0-1 1,0 1-1,0-1 1,0 0-1,0 1 1,1-1-1,-1 0 1,1 0-1,-1 1 1,3 0-1,2 0 4,0 0 0,-1-1-1,1 0 1,0 0 0,0 0 0,-1-1 0,9 0-1,6 0 2,1 0-1,-1-2 0,0 0 0,0-1 1,0-1-1,33-11 0,-47 13-24,-1 0-1,0 0 1,0-1-1,0 0 1,0 0-1,0 0 1,-1 0-1,0-1 1,1 1-1,-1-1 0,0 0 1,-1-1-1,1 1 1,-1-1-1,0 1 1,0-1-1,0 0 1,-1 0-1,0 0 1,0-1-1,0 1 0,0-1 1,-1 1-1,0-1 1,0 1-1,0-1 1,-1 1-1,-1-12 1,1 14 7,0 0 0,0 1 0,-1-1 0,0 0 1,1 1-1,-1-1 0,0 1 0,0-1 0,0 1 0,-1-1 1,1 1-1,-1 0 0,1-1 0,-1 1 0,0 0 0,0 0 0,0 0 1,-4-3-1,1 2 1,0 0 1,0 0-1,-1 0 1,1 1-1,-1 0 1,0 0-1,0 0 1,-7 0-1,-7-1-34,-1 1 0,1 1-1,-1 1 1,-22 2 0,36-1-123,-1 0 1,1 1 0,0-1-1,0 1 1,0 1-1,-7 2 1,-9 12-2446,22-15 2098,-1-1 1,1 1-1,0 0 0,0-1 0,0 1 1,1 0-1,-1-1 0,0 1 0,1 0 0,-1 0 1,1 0-1,-1 3 0,1 10-7179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197 155 12748,'0'0'4842,"-6"7"-4052,-17 26-347,23-33-436,0 1 0,-1-1 0,1 1-1,0-1 1,0 1 0,0-1 0,0 1 0,-1-1 0,1 1-1,0-1 1,0 1 0,0-1 0,0 1 0,0-1 0,0 1-1,0-1 1,0 1 0,1-1 0,-1 1 0,0-1-1,0 1 1,0-1 0,1 1 0,-1-1 0,0 1 0,0-1-1,1 0 1,-1 1 0,0-1 0,1 1 0,-1-1 0,0 0-1,1 1 1,-1-1 0,1 0 0,-1 1 0,1-1-1,-1 0 1,0 0 0,1 0 0,-1 1 0,1-1 0,-1 0-1,1 0 1,-1 0 0,1 0 0,0 0 0,28 5 60,-26-4-40,27 2 16,1 0 1,53-3 0,-75-1-41,0 1-1,0-2 1,0 1 0,0-1 0,0 0 0,-1-1 0,1 0 0,-1-1-1,1 0 1,-1 0 0,0 0 0,-1-1 0,12-10 0,-16 13-2,-1 1 1,0-1-1,0 0 1,-1 0-1,1 0 1,0-1-1,-1 1 1,1 0 0,-1-1-1,0 1 1,0-1-1,0 1 1,0-1-1,0 1 1,0-1-1,-1 0 1,1 1-1,-1-1 1,0 0-1,0 0 1,0 1 0,0-1-1,0 0 1,-1 0-1,1 1 1,-1-1-1,0 0 1,0 1-1,0-1 1,0 1-1,0-1 1,0 1-1,-1 0 1,1-1 0,-1 1-1,0 0 1,1 0-1,-5-4 1,-2-1 4,0 0-1,0 1 1,-1 0 0,0 0 0,0 1-1,0 0 1,-1 0 0,-18-6 0,7 6-224,0 1 0,0 0 1,-1 1-1,-40 1 0,-87 12-3570,128-8 2995,-52 5-7396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2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44 14638,'-16'6'176,"-8"4"-7,0 1 0,0 1 0,1 0 0,1 2 0,-34 27 0,53-38-130,-60 61 428,58-59-415,1 0 1,0 1 0,0 0-1,0 0 1,1 0-1,0 0 1,0 1-1,1-1 1,-1 1-1,-1 11 1,4-17-44,0 1 0,0-1 0,0 0 0,0 1 0,0-1 0,0 1 0,0-1 0,0 1 0,1-1 0,-1 1 0,1-1 0,-1 0 0,1 1 0,-1-1 0,1 0 0,0 0 0,0 1 0,0-1 0,0 0 0,-1 0 0,1 0 0,1 0 0,-1 0 0,1 1 0,2 0 3,-1 0 0,1 0 0,0 0-1,0-1 1,0 0 0,0 0 0,-1 0-1,9 1 1,2-1 6,0 0 0,0-1 0,1 0 1,17-4-1,-23 2-12,-1 0 1,1-1-1,-1 0 1,0 0-1,0-1 1,0 0-1,-1 0 0,1-1 1,-1 0-1,0 0 1,-1-1-1,1 0 1,-1 0-1,0 0 1,-1-1-1,1 0 1,8-15-1,-11 17-5,-1 0 0,1-1 0,-1 1 0,0-1 0,0 0 0,0 0 0,-1 0 0,0 0 0,0 0 0,-1 0 0,0 0 0,0 0 1,0 0-1,0 0 0,-1 0 0,0 0 0,-1 0 0,1 1 0,-1-1 0,0 0 0,0 0 0,-1 1 0,0 0 0,0-1 0,0 1 0,-7-8 0,5 7-120,0-1 1,-1 1 0,0 0-1,-1 0 1,1 1 0,-1-1-1,0 1 1,0 1-1,0 0 1,-1 0 0,0 0-1,0 1 1,0 0-1,0 0 1,0 1 0,-10-2-1,17 4 15,1 0 0,0 0 0,0 0 0,0 0 0,-1 1 0,1-1 0,0 0 0,0 0 0,0 0 0,-1 0 0,1 0 0,0 0 0,0 0-1,0 0 1,0 0 0,-1 0 0,1 1 0,0-1 0,0 0 0,0 0 0,0 0 0,0 0 0,-1 0 0,1 1 0,0-1 0,0 0 0,0 0 0,0 0 0,0 0-1,0 1 1,0-1 0,0 0 0,0 0 0,0 0 0,0 1 0,0-1 0,0 0 0,0 0 0,0 0 0,0 1 0,0-1 0,0 0 0,0 0 0,0 0 0,0 1 0,0-1-1,0 0 1,0 0 0,0 0 0,0 0 0,0 1 0,0-1 0,1 0 0,-1 0 0,0 0 0,0 0 0,0 1 0,0-1 0,0 0 0,1 0 0,-1 0 0,0 0 0,0 0-1,0 0 1,1 0 0,-1 0 0,0 0 0,0 1 0,18 11-6612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2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112 145 15471,'-11'1'336,"3"-1"-177,0 0 165,0-1 0,0 1 0,1 1 1,-1 0-1,0 0 0,0 0 0,0 1 0,1 0 0,-16 7 1,52-2 192,-14-6-508,17 1 39,57-3 0,-82 1-60,1-1 0,-1 0 1,0 0-1,0-1 1,0 0-1,0 0 0,0-1 1,0 1-1,0-2 0,-1 1 1,0-1-1,1 0 0,9-9 1,-14 12-15,-1 0 1,0 0 0,0 0 0,0 0 0,0-1 0,0 1 0,0 0 0,0-1-1,-1 1 1,1-1 0,0 1 0,-1-1 0,1 1 0,-1-1 0,0 0-1,1 1 1,-1-1 0,0 0 0,0 1 0,0-1 0,0 1 0,0-1 0,-1-3-1,0 3 3,-1-1-1,1 1 0,0-1 0,-1 1 1,0 0-1,1-1 0,-1 1 0,0 0 1,0 0-1,0 0 0,-1 0 0,-3-2 0,-5-2 2,0 0-1,0 0 1,-1 1-1,-22-7 1,-55-5 51,55 16-2744,96 0-4716,-11-4 475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2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138 199 14221,'0'0'449,"-8"8"175,2-2-377,2-2-50,0 0 1,0-1-1,0 2 1,0-1-1,1 0 1,0 1-1,0-1 0,0 1 1,0 0-1,1 0 1,-4 11-1,6-16-172,0 1 0,0-1-1,0 1 1,0-1 0,0 1-1,1-1 1,-1 1-1,0-1 1,0 1 0,0-1-1,1 1 1,-1-1 0,0 0-1,0 1 1,1-1 0,-1 1-1,0-1 1,1 0 0,-1 1-1,1-1 1,-1 0-1,0 1 1,1-1 0,-1 0-1,1 0 1,-1 1 0,1-1-1,-1 0 1,1 0 0,-1 0-1,1 0 1,-1 0 0,1 1-1,-1-1 1,2 0 0,22 0 106,-17 0-61,9 0-53,1-2-1,-1 1 0,1-2 0,-1 0 0,0-1 1,0-1-1,0 0 0,19-10 0,-29 12-82,1 0-1,-1-1 1,0 1-1,0-1 0,0-1 1,-1 1-1,1-1 1,-1 0-1,0 0 1,-1 0-1,1-1 0,-1 0 1,0 0-1,-1 0 1,1 0-1,-1 0 1,0-1-1,-1 0 0,0 1 1,0-1-1,2-12 1,-4 15 19,1-1 0,-2 1 0,1 0 0,0 0 0,-1 0 0,0 0 0,0 0 0,0 0 0,0 0 0,-1 0 0,1 0 0,-1 0 0,0 0 0,0 1 0,-1-1 0,1 1 0,-1 0 0,0 0 0,1 0 0,-1 0 0,-1 0 0,1 0-1,0 1 1,-1-1 0,1 1 0,-1 0 0,0 0 0,0 1 0,1-1 0,-1 1 0,-6-2 0,-10-2 61,1 0 1,-2 2-1,1 0 0,0 1 0,-22 1 0,39 1-17,-16-1 99,0 2 1,0 0-1,-22 4 0,38-4-78,-1-1-1,1 1 1,0-1-1,0 1 1,0 0 0,0 0-1,0 0 1,0 1 0,0-1-1,0 1 1,0-1-1,1 1 1,-1 0 0,0 0-1,1 0 1,0 1-1,-1-1 1,1 0 0,0 1-1,0 0 1,1-1 0,-1 1-1,0 0 1,1 0-1,0 0 1,0 0 0,-2 4-1,4-4-17,-1-1 1,0 1-1,1-1 0,-1 1 0,1-1 0,0 1 0,0-1 0,0 0 0,0 1 1,0-1-1,1 0 0,-1 0 0,1 0 0,-1 0 0,1 0 0,0 0 1,-1 0-1,1 0 0,0-1 0,0 1 0,1-1 0,-1 0 0,0 1 1,0-1-1,1 0 0,2 1 0,10 4-209,1 0-1,27 7 1,17-1-2130,4-5-2769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3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124 110 13677,'0'0'2594,"-7"1"-1942,-24 7-60,27-3 17,14 0-453,15 1-125,-1-2-214,0-2 0,38 0 0,-56-2 52,-1 0 0,1 0 0,-1-1 0,0 1 0,1-1 0,-1-1 0,0 1 0,0-1 0,0 0 0,0 0 0,0 0 0,0-1 0,0 1 0,-1-1 0,1-1 0,-1 1 0,0 0 0,4-6 0,-7 8 100,0 0-1,0 0 1,0 0 0,0-1-1,-1 1 1,1 0-1,0-1 1,-1 1 0,1-1-1,-1 1 1,1-1 0,-1 1-1,0-1 1,0 1-1,0-1 1,1 1 0,-1-1-1,-1 1 1,1-1 0,0 1-1,0-1 1,-1 1-1,1-1 1,0 1 0,-1 0-1,0-1 1,-1-2 0,0 1 19,-1 1 0,1-1 1,-1 0-1,0 1 0,0-1 1,0 1-1,-1 0 0,1 0 1,0 1-1,-8-4 0,-8-1 291,0 0-1,0 1 0,-23-2 1,1 2 826,0 3 0,-44 1 0,85 1-1099,-1 0 0,0 0-1,0 0 1,1-1 0,-1 1 0,0 0-1,1 0 1,-1 0 0,0 0 0,0 0-1,1 1 1,-1-1 0,0 0 0,0 0-1,1 0 1,-1 1 0,0-1 0,1 0-1,-1 0 1,0 1 0,1-1 0,-1 1-1,1-1 1,-1 1 0,1-1 0,-1 1-1,1-1 1,-1 1 0,1-1 0,-1 1-1,1 0 1,0-1 0,-1 1 0,1-1-1,0 1 1,-1 1 0,2-1-10,-1 1 1,1-1-1,0 0 1,0 0 0,-1 0-1,1 0 1,0 0-1,0 0 1,0 0-1,0 0 1,0 0 0,1-1-1,-1 1 1,0 0-1,0-1 1,0 1-1,1 0 1,-1-1 0,3 1-1,14 4-918,2 0-1,-1-2 0,0 0 1,1-1-1,28-1 0,17-1-5365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3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74 12139,'-9'2'1218,"-20"3"-338,13-4-275,0 2 0,0 0 1,0 1-1,1 0 0,-1 1 1,1 1-1,-18 10 0,32-16-600,1 0 1,-1 1-1,1-1 0,0 0 0,-1 0 0,1 1 0,0-1 0,-1 0 0,1 1 0,0-1 0,0 0 0,-1 1 0,1-1 0,0 0 0,0 1 1,0-1-1,-1 0 0,1 1 0,0-1 0,0 1 0,0-1 0,0 1 0,0-1 0,0 0 0,0 1 0,0-1 0,0 1 0,0-1 0,0 1 1,0-1-1,0 0 0,0 1 0,0-1 0,1 1 0,-1-1 0,0 0 0,0 1 0,1 0 0,17 10 139,26 1-27,-39-11-120,10 3-168,1-1 0,0 0 0,0-1 0,0-1 0,1-1 0,-1 0 0,22-3 0,-36 2 152,-1 1 1,0 0 0,0-1 0,0 1-1,0-1 1,0 1 0,0-1 0,0 0 0,0 1-1,0-1 1,0 0 0,0 0 0,0 0 0,0 1-1,0-1 1,-1 0 0,1 0 0,0 0 0,-1 0-1,1 0 1,-1-1 0,1 1 0,-1 0 0,1 0-1,-1 0 1,0 0 0,1-1 0,-1 1-1,0 0 1,0 0 0,0 0 0,0-1 0,0 1-1,0 0 1,-1 0 0,1 0 0,0-1 0,-1 1-1,0-2 1,0-1 10,-1 0 1,1 1-1,-1-1 0,0 0 0,0 0 1,-1 1-1,1-1 0,-1 1 0,-5-6 0,-14-6 14,-1 1-1,-1 1 0,0 1 0,-32-12 0,24 13-2641,62 11-396,9 0-1607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3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35 13677,'-8'4'320,"-15"6"266,-58 30 2584,74-36-2917,-1 0-1,1 1 0,0 0 1,0 0-1,1 1 0,-1-1 1,1 2-1,-6 7 0,11-13-246,1 0 0,-1 0 0,0 1 0,1-1 0,-1 0 0,0 1 0,1-1-1,0 1 1,-1-1 0,1 0 0,0 1 0,0-1 0,-1 1 0,1-1 0,0 1 0,1-1 0,-1 1-1,0-1 1,0 1 0,1-1 0,-1 0 0,0 1 0,1-1 0,0 0 0,-1 1 0,1-1 0,0 0-1,0 1 1,-1-1 0,1 0 0,0 0 0,0 0 0,0 0 0,0 0 0,1 0 0,-1 0 0,0 0-1,0-1 1,1 1 0,-1 0 0,0-1 0,1 1 0,-1-1 0,0 1 0,3-1 0,5 4 1,2-1 1,-1 0 0,0-1-1,19 2 1,-14-2-99,0-2 1,0 0-1,-1 0 0,1-2 1,0 0-1,-1 0 1,18-6-1,-29 7 56,0 0-1,0 0 1,0 0-1,0 0 1,0-1 0,0 1-1,0-1 1,-1 0-1,1 0 1,-1 0 0,1 0-1,-1 0 1,0-1-1,0 1 1,0-1 0,0 1-1,0-1 1,-1 0 0,1 1-1,-1-1 1,1 0-1,-1 0 1,0 0 0,0 0-1,-1-1 1,1 1-1,-1 0 1,1 0 0,-1 0-1,0-1 1,0 1-1,0 0 1,-1 0 0,1 0-1,-1 0 1,0-1-1,0 1 1,0 0 0,-3-5-1,2 2 19,-1 1 0,0 0 0,-1 0 0,1 0-1,-1 0 1,0 1 0,0 0 0,-1-1 0,1 1 0,-1 1-1,0-1 1,0 1 0,0 0 0,0 0 0,-1 0 0,1 1-1,-1 0 1,-10-3 0,-2 0 3,0 1 0,0 0 1,-1 2-1,-33-1 0,52 3-10,0 0-1,0 0 1,0 1-1,-1-1 0,1 0 1,0 0-1,0 0 1,0 1-1,0-1 1,0 0-1,0 0 1,0 0-1,0 1 1,0-1-1,0 0 1,0 0-1,0 0 0,0 1 1,0-1-1,0 0 1,0 0-1,0 1 1,0-1-1,0 0 1,0 0-1,0 0 1,0 1-1,0-1 1,0 0-1,0 0 0,0 0 1,1 1-1,-1-1 1,0 0-1,0 0 1,0 0-1,0 0 1,0 1-1,1-1 1,-1 0-1,0 0 0,0 0 1,0 0-1,1 0 1,-1 0-1,0 1 1,0-1-1,0 0 1,1 0-1,-1 0 1,0 0-1,0 0 1,1 0-1,-1 0 0,0 0 1,1 0-1,13 10-1021,53 14-3753,-25-13 971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4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72 10890,'0'0'3358,"-7"4"-2087,-2 0-838,-40 16 1624,47-19-1962,-1 0-1,1 0 1,0 1 0,0-1-1,0 0 1,0 1 0,0-1-1,0 1 1,0 0 0,0 0-1,0 0 1,1-1 0,-1 2 0,1-1-1,-1 0 1,0 3 0,2-4-91,0 1 1,0-1 0,0 0 0,0 0 0,1 0-1,-1 0 1,1 0 0,-1 0 0,0 0 0,1 0-1,0 0 1,-1 0 0,1 0 0,0 0 0,-1 0-1,1 0 1,0 0 0,0-1 0,0 1-1,0 0 1,0-1 0,0 1 0,0 0 0,0-1-1,0 1 1,0-1 0,2 1 0,35 10 5,-34-10-5,22 4-115,-1-1 1,1-1-1,31-1 1,-43-2-70,-1 0 0,1-1 0,0-1 1,-1 0-1,1-1 0,-1-1 0,21-8 1,-31 11 151,-1 0 1,1 0-1,-1-1 1,1 1-1,-1 0 1,0-1 0,0 0-1,0 1 1,0-1-1,0 0 1,0 0-1,0 0 1,0 0 0,-1-1-1,1 1 1,-1 0-1,0-1 1,0 1-1,0-1 1,0 1 0,0-1-1,1-4 1,-2 4 28,-1 1 0,1-1 0,-1 1 0,1-1 0,-1 1 0,0-1 0,0 1 0,0 0 0,0 0-1,0-1 1,-1 1 0,1 0 0,-1 0 0,1 0 0,-1 0 0,0 1 0,0-1 0,0 0 0,0 1 0,0-1 0,0 1 0,0 0 0,-4-2 0,-16-8 216,1 2 1,-1 1-1,-1 1 0,1 0 0,-1 2 1,-1 0-1,1 2 0,-47-1 1,65 7-340,11 3-115,13 4-491,-7-6-661,1-2 0,0 0 0,-1 0 0,18-1 0,22-1-9668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124 109 14125,'0'0'3518,"0"8"-3075,0-5-408,0-1-1,1 1 0,-1 0 0,1 0 0,-1 0 1,1-1-1,0 1 0,0 0 0,0-1 0,0 1 1,0-1-1,1 1 0,-1-1 0,4 4 0,-1-3-10,-1 0 0,1 0 0,0 0-1,-1-1 1,1 1 0,0-1 0,1 0-1,-1-1 1,0 1 0,9 1 0,-8-1-15,1-1 0,-1 1 0,1-1 0,-1-1 1,1 1-1,0-1 0,-1 0 0,1-1 1,0 1-1,-1-1 0,7-2 0,-11 3-5,1-1 0,-1 1 0,0-1 0,1 0 0,-1 1 0,0-1 0,0 0 0,0 0 0,0 0 0,1 0 0,-1 0 0,0 0 0,-1 0 0,1-1 0,0 1 0,0 0-1,0 0 1,0-3 0,0 2 2,-1-1-1,1 0 1,-1 1-1,0-1 0,0 0 1,0 1-1,0-1 1,0 0-1,-1 0 0,1 1 1,-1-1-1,0 1 1,-1-5-1,-2 0 0,1 0-1,-1 1 1,-1-1-1,1 1 1,-1 0-1,0 0 1,0 0-1,-1 1 1,0 0-1,0 0 1,0 0 0,-1 1-1,-10-6 1,5 4-11,0-1 1,-1 2 0,1 0 0,-1 0-1,0 1 1,-27-4 0,-7 6-262,17 3-4340,23 2-2589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6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32 9673,'0'0'518,"-4"10"699,1-2-955,-3 5 289,1 0 0,0 1 0,1-1 0,-2 17 0,5-26-466,0-1 1,1 1 0,0-1-1,0 1 1,0 0-1,0-1 1,0 1 0,1 0-1,-1-1 1,1 1-1,0-1 1,0 1 0,1-1-1,-1 0 1,1 1 0,-1-1-1,1 0 1,0 0-1,0 0 1,1 0 0,-1 0-1,0-1 1,1 1-1,3 2 1,3 0-13,1 0 1,-1 0-1,1-1 0,1 0 1,-1 0-1,0-1 1,1-1-1,-1 0 0,1 0 1,0-1-1,0-1 0,17 0 1,-19 0-66,-1-1 0,1 0 0,-1 0 0,1-1-1,-1 0 1,0 0 0,1-1 0,-1 0 0,-1 0 0,1-1 0,0 0 0,-1 0 0,0-1 0,0 0 0,0 0 0,7-9 0,-11 12-5,-1-1-1,0 0 0,0 0 1,0 0-1,0 0 1,0-1-1,-1 1 1,1 0-1,-1-1 1,0 1-1,0-1 1,0 1-1,-1-1 1,1 0-1,-1 1 1,0-1-1,0 0 1,0 1-1,0-1 0,-1 0 1,1 1-1,-1-1 1,0 1-1,0-1 1,-1 1-1,1 0 1,-1-1-1,1 1 1,-1 0-1,0 0 1,0 0-1,-1 0 1,1 0-1,0 0 1,-1 1-1,-5-5 1,-1 0-21,0-1 1,0 2 0,-1-1 0,0 1 0,0 1 0,-1 0 0,1 0 0,-1 1 0,0 0 0,-17-3 0,24 7-45,-58-6-43,60 6-1,1-1 0,-1 1-1,1 0 1,-1 0 0,1 0-1,-1 0 1,1 1 0,-1-1 0,1 0-1,-1 0 1,1 1 0,0-1-1,-1 1 1,1 0 0,0-1 0,-1 1-1,1 0 1,0 0 0,0-1-1,0 1 1,-1 0 0,1 0 0,0 1-1,0-1 1,1 0 0,-1 0-1,0 0 1,0 1 0,0-1 0,1 0-1,-1 0 1,1 1 0,-1-1-1,1 1 1,-1 1 0,1-2-57,1 0 0,-1 0-1,0 1 1,1-1 0,-1 0 0,1 0 0,-1 0 0,1 0-1,-1 0 1,1 0 0,0 0 0,-1-1 0,1 1 0,0 0 0,0 0-1,0 0 1,0-1 0,0 1 0,0 0 0,0-1 0,0 1-1,0-1 1,0 1 0,0-1 0,0 0 0,0 1 0,0-1 0,0 0-1,0 0 1,1 0 0,0 0 0,32 7-2992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6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72 8584,'0'0'8590,"-9"2"-7368,3-1-1045,0 1-1,0 1 0,0-1 1,1 1-1,-1 0 1,0 1-1,1-1 1,0 1-1,0 0 1,-5 6-1,7-8-152,1 0 0,0 0 1,0 1-1,1-1 0,-1 1 0,0 0 0,1-1 1,0 1-1,-1 0 0,1 0 0,0 0 0,1 0 1,-1 0-1,0 0 0,1 0 0,0 0 0,-1 0 0,1 0 1,1 0-1,-1 0 0,0 0 0,1 0 0,-1 0 1,1 0-1,0 0 0,0 0 0,0 0 0,2 3 1,0-2-23,0 0 0,1-1 0,-1 1 0,1-1 0,0 1 0,-1-1 0,1-1 0,1 1 0,-1 0 0,0-1 0,1 0 0,-1 0 0,1 0 0,0-1 0,-1 0 0,1 0 1,0 0-1,0 0 0,0-1 0,8 1 0,-6-1-13,0 0 0,0 0 1,0 0-1,0 0 0,-1-1 0,1 0 1,0-1-1,0 0 0,-1 0 1,1 0-1,-1-1 0,0 0 1,0 0-1,9-6 0,-12 6-7,0 0 1,0 0-1,-1 0 0,1-1 1,-1 1-1,1-1 0,-1 0 1,0 1-1,-1-1 1,1 0-1,-1 0 0,1 0 1,-1-1-1,0 1 0,-1 0 1,1 0-1,-1-1 0,0 1 1,0 0-1,0 0 0,0-1 1,-1 1-1,0 0 0,-1-5 1,0 3-23,0 0 1,0 0-1,-1 0 1,0 1-1,0-1 1,-1 1-1,1-1 1,-1 1-1,0 0 1,0 1-1,-1-1 1,0 1 0,1 0-1,-1 0 1,-9-5-1,3 4-285,1 0 0,-1 1 0,0 1 0,0-1 0,0 2-1,-1-1 1,1 2 0,-1 0 0,-21 0 0,39 1-4339,2 2 2133,9 0 229,20-2-4702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6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67 12043,'0'0'1645,"-7"7"-396,-6 5-621,0-2 0,-1 0-1,0 0 1,-1-1 0,-20 8 0,-47 31 1157,80-46-1755,-1 0 0,0 0 1,1 1-1,0-1 0,-1 1 0,1-1 1,0 1-1,0 0 0,0-1 1,1 1-1,-1 0 0,1 0 1,-3 6-1,4-8-28,0 1-1,0-1 1,0 1 0,0-1-1,0 0 1,0 1 0,0-1 0,0 0-1,0 1 1,1-1 0,-1 0-1,1 1 1,-1-1 0,1 0 0,-1 0-1,1 1 1,0-1 0,-1 0-1,1 0 1,0 0 0,0 0 0,0 0-1,0 0 1,0 0 0,0 0-1,0-1 1,0 1 0,0 0 0,1 0-1,-1-1 1,0 1 0,0-1-1,1 1 1,-1-1 0,2 1 0,9 2-97,1 0 1,0-1 0,0 0 0,0 0-1,0-2 1,0 0 0,1 0 0,-1-1-1,0-1 1,0 0 0,-1-1 0,19-6-1,-25 8 33,0-1 0,0 0-1,0-1 1,0 1-1,-1-1 1,1 0-1,-1-1 1,0 1-1,0-1 1,0 0 0,-1 0-1,1-1 1,-1 1-1,0-1 1,0 0-1,0 0 1,-1 0-1,0-1 1,0 1 0,0-1-1,-1 0 1,0 0-1,0 0 1,0 0-1,-1 0 1,0 0-1,1-10 1,-2 12 58,0 0 0,-1 0-1,1 1 1,-1-1 0,0 0 0,0 0-1,0 1 1,-1-1 0,1 1 0,-1-1 0,0 1-1,0-1 1,0 1 0,0 0 0,0 0-1,-1 0 1,-3-3 0,0 1-7,0 0 1,-1 0-1,0 1 1,0 0-1,0 0 1,0 0-1,-14-4 1,-2 2-9,1 1-1,-1 0 1,0 2 0,-43-2 0,50 4 11,11 0 3,1 1-1,0-1 0,-1 1 1,1 0-1,-1 0 0,1 1 1,0-1-1,-1 1 0,-5 2 1,10-3-25,0 1 1,-1-1-1,1 1 1,0-1 0,1 1-1,-1-1 1,0 1-1,0-1 1,0 1-1,0-1 1,0 1 0,0-1-1,1 1 1,-1-1-1,0 1 1,0-1-1,1 1 1,-1-1 0,0 1-1,1-1 1,-1 0-1,0 1 1,1-1-1,-1 1 1,1-1 0,-1 0-1,0 0 1,1 1-1,-1-1 1,1 0-1,-1 0 1,1 1 0,-1-1-1,1 0 1,-1 0-1,1 0 1,0 0-1,-1 0 1,1 0 0,24 10-1426,14 1-915,10-3-1725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213 132 1537,'0'0'13047,"-8"6"-12027,-12 7-417,10-7-238,0 0-1,0 0 1,1 1-1,0 0 1,1 1 0,-11 11-1,18-18-360,0 0 0,1 0 0,-1-1 0,1 1 0,-1 0 0,1 0 0,0 0 0,-1 0 0,1 0 0,0 0 0,0 0 0,0 0 0,0 0-1,0 0 1,-1-1 0,2 1 0,-1 0 0,0 0 0,0 0 0,0 0 0,0 0 0,1 0 0,-1 0 0,0 0 0,1 0 0,-1 0 0,1-1 0,-1 1 0,1 0 0,-1 0 0,2 0 0,0 1-1,0 0 0,1 0 0,-1-1 0,1 1 0,0-1 1,-1 0-1,1 1 0,0-1 0,0-1 0,4 2 0,8 1-3,1-1 0,27 0-1,-30-2-74,-1 0 0,0-2 1,1 1-1,-1-1 0,0-1 0,0 0 0,19-9 0,-28 11 69,1 0 0,-1-1 0,0 1 0,0-1 0,0 0 0,-1 0 0,1 0 0,0 0 0,-1 0 1,1-1-1,-1 1 0,0-1 0,0 0 0,0 1 0,0-1 0,0 0 0,-1 0 0,1 0 0,-1-1 0,0 1 0,0 0 0,0 0 0,0-1 0,-1 1 0,1 0 0,-1-1 0,0 1 1,0-1-1,0 1 0,0-1 0,-1 1 0,-1-7 0,0 5 7,0 0 0,-1 0 1,1 0-1,-1 0 0,0 0 1,-1 0-1,1 1 0,-1 0 1,0-1-1,0 1 0,0 1 1,-1-1-1,1 1 0,-1-1 1,0 1-1,0 1 0,0-1 1,0 1-1,-9-3 0,-9-3-18,0 1 0,0 1-1,-31-3 1,-59-8-3036,50 3-2046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97 9929,'2'-7'347,"0"-1"219,0 1-1,0 0 1,1-1-1,0 1 1,0 0-1,9-12 1,-11 17-460,1 0 1,0 0-1,0 0 1,0 0-1,0 0 1,1 0-1,-1 1 1,0-1-1,1 1 0,-1 0 1,1-1-1,-1 1 1,1 0-1,0 1 1,-1-1-1,1 0 1,0 1-1,0-1 1,0 1-1,-1 0 0,1 0 1,0 0-1,0 0 1,0 1-1,5 1 1,-6-2-98,1 1 0,0 1 0,-1-1 0,1 0 0,-1 1 0,1-1 0,-1 1-1,0-1 1,0 1 0,0 0 0,0 0 0,0 0 0,0 1 0,0-1 0,-1 0 0,1 1 0,-1-1 0,0 1 0,0-1 0,0 1 0,0-1 0,0 1 0,0 0 0,0 0 0,-1-1 0,0 1 0,0 0 0,1 0 0,-2 3 0,2-1-4,-1 1 1,-1-1-1,1 0 1,-1 1 0,0-1-1,0 0 1,0 0-1,-1 0 1,1 0-1,-1 0 1,-1 0-1,1 0 1,-1-1 0,-5 9-1,0-6-4,0 0 1,-1-1-1,1 0 0,-1 0 1,-1-1-1,1 0 0,-1 0 1,-16 5-1,18-7-1,1-1 1,-1 0-1,0 0 0,0-1 1,0 0-1,0-1 0,0 1 1,0-1-1,0-1 0,1 0 0,-1 0 1,-10-2-1,17 2-26,0 1-1,0 0 1,-1-1-1,1 1 1,0 0 0,0-1-1,0 1 1,0-1-1,0 0 1,0 1-1,0-1 1,0 0-1,0 0 1,0 0 0,0 0-1,1 0 1,-1 0-1,0 0 1,1 0-1,-1 0 1,0 0 0,1 0-1,-1 0 1,1 0-1,0 0 1,-1 0-1,1-1 1,0 1 0,0 0-1,-1 0 1,1-1-1,0 1 1,0 0-1,1 0 1,-1 0 0,0-1-1,0 1 1,1 0-1,-1 0 1,0 0-1,1 0 1,-1-1 0,1 1-1,0 0 1,-1 0-1,1 0 1,0 0-1,-1 0 1,1 0 0,2-1-1,2-5-435,1 1 0,0 0 0,0 0-1,1 0 1,13-8 0,25-11-3547,9 0-2317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43 9577,'0'0'454,"8"-5"1329,4-1-958,-1 0-1,1 1 1,0 0 0,1 1 0,21-5 0,-30 8-698,-1 0 1,0 1-1,0 0 1,0 0 0,1 0-1,-1 0 1,0 0-1,0 0 1,1 1 0,-1 0-1,0 0 1,0 0-1,0 0 1,4 2-1,-5-2-126,0 1 0,-1 0 0,1-1 0,-1 1-1,1 0 1,-1 0 0,0 0 0,0 0-1,0 0 1,0 0 0,0 0 0,0 0 0,0 0-1,-1 1 1,1-1 0,-1 0 0,1 0-1,-1 1 1,0-1 0,0 0 0,0 1-1,0-1 1,-1 4 0,0-3 2,-1 1-1,1-1 1,0 0 0,-1 0 0,0 0-1,0 0 1,0 0 0,0-1-1,0 1 1,-1 0 0,1-1 0,-1 0-1,1 1 1,-1-1 0,0 0-1,0-1 1,0 1 0,0 0-1,0-1 1,-1 0 0,1 1 0,0-1-1,-1-1 1,-5 2 0,-7 2-2,-1 0 1,1-2 0,-30 2 0,38-4 9,1 0 1,-1-1-1,1 1 1,0-2 0,-12-2-1,18 4-30,0-1 0,0 1 0,0 0-1,0-1 1,0 1 0,0-1 0,0 0 0,0 1 0,1-1-1,-1 0 1,0 1 0,0-1 0,1 0 0,-1 0-1,0 0 1,1 0 0,-1 1 0,0-1 0,0-2 0,1 2-60,0-1 0,0 1 0,0 0 0,0-1 0,1 1 1,-1 0-1,0-1 0,0 1 0,1 0 0,-1-1 0,1 1 0,0 0 1,-1-1-1,1 1 0,0 0 0,-1 0 0,1 0 0,0 0 1,0 0-1,2-1 0,3-5-1146,1 1 0,1 1 0,-1-1 0,12-5 0,-13 8 261,33-20-6633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8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27 9769,'0'0'443,"10"0"956,1 0-896,1-1 165,1 1 1,-1 1 0,0 0-1,14 3 1,-23-4-616,-1 0 1,0 1 0,1 0 0,-1-1 0,0 1 0,1 0 0,-1 0-1,0 0 1,0 0 0,1 1 0,-1-1 0,0 1 0,-1-1 0,1 1-1,0 0 1,0 0 0,-1-1 0,1 1 0,-1 0 0,1 1-1,-1-1 1,0 0 0,0 0 0,0 0 0,0 1 0,0-1 0,-1 1-1,1-1 1,0 3 0,-2-3-50,1 0 0,-1 0 0,0 0 0,0 0 0,0 0 0,0 0 0,0 0-1,0 0 1,0 0 0,-1-1 0,1 1 0,0 0 0,-1-1 0,0 1 0,1-1 0,-1 0 0,0 1 0,0-1-1,1 0 1,-1 0 0,0 0 0,0 0 0,0-1 0,0 1 0,-1 0 0,1-1 0,0 0 0,0 1 0,-2-1-1,-67 9 3,62-8-33,0-1 0,0 0 1,0-1-1,0 0 0,1 0 0,-1-1 1,-10-3-1,17 4 16,1 0 0,-1 0-1,0 0 1,0 0 0,0 0 0,1 0 0,-1 0 0,0-1 0,1 1 0,-1 0 0,1-1 0,0 0 0,-1 1-1,1-1 1,0 0 0,0 1 0,0-1 0,0 0 0,0 0 0,1 0 0,-1 0 0,0 0 0,1 0 0,0 0-1,-1 0 1,1 0 0,0 0 0,0 0 0,0 0 0,0 0 0,1 0 0,-1-1 0,0 1 0,1 0 0,-1 0-1,3-3 1,-2 2-207,1 0 0,1 0-1,-1 0 1,0 0-1,1 1 1,-1-1 0,1 1-1,0-1 1,0 1-1,0 0 1,0 0 0,0 0-1,0 0 1,1 1-1,-1 0 1,1-1 0,-1 1-1,1 0 1,4 0 0,-1-1-449,32-10-3694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11723,'0'0'1164,"9"3"-278,-3-1-744,1 1 1,-1 0-1,0 1 0,0-1 1,0 1-1,0 0 1,8 9-1,-12-11-110,0-1 0,-1 1 1,1 0-1,-1 0 0,1-1 1,-1 1-1,0 0 0,0 1 1,0-1-1,0 0 0,0 0 0,0 0 1,-1 0-1,1 1 0,-1-1 1,1 0-1,-1 1 0,0-1 0,0 0 1,0 1-1,0-1 0,0 0 1,-1 1-1,1-1 0,-1 0 0,1 0 1,-1 1-1,0-1 0,0 0 1,0 0-1,0 0 0,0 0 1,-3 2-1,1 1-22,-1-2 0,0 1 0,0 0 0,0-1 0,0 1 0,-1-1 0,1-1 0,-1 1 0,0 0 0,0-1 0,0 0 0,0 0 0,0-1 0,-6 2 0,-5 0-12,-1 0 1,1-2-1,-23 1 1,38-2-8,0 0 0,-1 1 1,1-1-1,0 0 0,0 0 0,0 0 1,0 0-1,0 0 0,0 0 0,0 0 1,0-1-1,0 1 0,0 0 0,0 0 0,0-1 1,0 1-1,0-1 0,0 1 0,0-1 1,1 1-1,-1-1 0,0 0 0,0 1 1,0-1-1,1 0 0,-1 1 0,0-1 1,1 0-1,-1 0 0,0 0 0,1 0 0,-1 0 1,1 0-1,0 0 0,-1 0 0,1 0 1,0 0-1,0 0 0,-1 0 0,1 0 1,0 0-1,0 0 0,0 0 0,0 0 1,0 0-1,0 0 0,1 0 0,-1-1 0,2-3-376,0-1-1,0 1 0,0 1 0,1-1 0,0 0 0,0 0 0,0 1 0,7-7 1,24-24-5589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29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4644,'0'0'5018,"-1"10"-4313,-11 83 1865,2 180 0,8-146-1656,22 954 1979,13-677-1886,-24 455-1,-15-411-1145,6-448 61,0 0 1,0 0-1,0 0 1,0-1-1,0 1 0,-1 0 1,1 0-1,0 0 0,0 0 1,0 0-1,0 0 1,0 0-1,0 0 0,0 0 1,-1 0-1,1 0 0,0 0 1,0 0-1,0 0 1,0 0-1,0 0 0,0 0 1,0 0-1,-1 0 1,1 0-1,0 0 0,0 0 1,0 0-1,0 0 0,0 0 1,0 0-1,0 0 1,0 0-1,-1 1 0,1-1 1,0 0-1,0 0 0,0 0 1,0 0-1,0 0 1,0 0-1,0 0 0,0 0 1,0 0-1,0 0 0,0 1 1,0-1-1,0 0 1,0 0-1,0 0 0,0 0 1,0 0-1,0 0 1,0 1-1,-7-13-3105,-6-17-4563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3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0 293 7399,'0'0'1868,"8"-5"-1462,1-1-346,-1 1 0,1 0 0,0 1-1,0 0 1,0 0 0,1 1 0,0 0-1,-1 1 1,15-2 0,1222-88 4149,2 49-378,-146 26-2526,904-35-971,-1970 50-329,17 0 4,0-2 0,61-14 0,-94 11 45,-18 2-175,-33 0-4494,15 5-1620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3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53 1505,'-3'-3'753,"-16"-29"5122,16 15 128,30 34-5453,7 5-258,1-2 0,56 23 0,36 21 257,-109-45-2483,-18-19 1856,0 1 0,0-1 0,1 1-1,-1-1 1,0 0 0,0 1 0,0-1 0,0 1-1,0-1 1,0 1 0,0-1 0,0 1-1,0-1 1,0 1 0,0-1 0,0 1-1,0-1 1,0 0 0,0 1 0,-1-1-1,1 1 1,0-1 0,0 1 0,0-1 0,-1 0-1,1 1 1,0-1 0,-1 0 0,1 1-1,0-1 1,-1 0 0,1 1 0,0-1-1,-1 0 1,1 0 0,0 1 0,-1-1 0,1 0-1,-1 0 1,1 0 0,-1 1 0,1-1-1,-1 0 1,1 0 0,0 0 0,-1 0-1,1 0 1,-1 0 0,0 0 0,-14 1-4551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33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 6278,'0'0'8808,"-45"35"-8423,16-15-161,-1 4-128,-6 5-32,-3 2-64,-3 3 0,2 1-64,2-6-1698,8-7-3331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3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87 147 1858,'1'-3'391,"-1"0"0,0 1 0,-1-1 1,1 0-1,-1 0 0,1 0 0,-1 0 0,0 1 0,0-1 1,0 0-1,0 1 0,0-1 0,-1 1 0,1-1 1,-4-3-1,-6-10 1261,-46-67 1546,57 96-2952,-4 1021 3805,5-996-4592,5 116 1477,3-55-8009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37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5221,'0'0'4265,"0"8"-3128,-6 272 4440,-18 148-3929,4-102-1426,18-284-179,-1-21-24,2-1 1,0 1 0,1 0-1,1-1 1,7 33 0,-8-51-12,1 0 1,0 0 0,0 0 0,0 0 0,1 0 0,-1 0 0,0 0 0,1-1 0,-1 1 0,1 0-1,-1-1 1,4 3 0,8 9-973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4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782 138 641,'3'-1'105,"-1"-1"1,0 0-1,1 0 1,-1 0-1,0 0 1,0-1-1,0 1 1,-1-1-1,1 1 1,0-1 0,-1 1-1,0-1 1,2-5-1,3-14 9132,-6 22-9013,-1 1-112,0 0 1,1 0-1,-1 0 1,0-1-1,0 1 1,1 0-1,-1 0 1,0-1-1,0 1 1,0-1-1,0 1 1,0-1-1,0 1 1,0-1-1,0 1 1,0-1-1,0 0 1,0 0-1,0 1 1,0-1-1,0 0 1,0 0-1,0 0 1,0 0-1,0 0 1,0 0-1,0-1 1,-1 1-1,1 0 1,0 0-1,0-1 1,0 1-1,0-1 1,0 1-1,1-1 0,-1 1 1,-1-2-1,-35-35 486,12 11-361,16 22-230,1 1 1,-1 0-1,1 0 0,-1 1 1,0 0-1,0 0 0,0 1 1,0 0-1,-1 1 0,1 0 1,0 0-1,0 1 1,0 0-1,0 1 0,0 0 1,0 0-1,0 1 0,1 0 1,-1 1-1,1 0 0,0 0 1,0 1-1,0 0 0,1 0 1,-1 1-1,1 0 1,1 0-1,-7 7 0,2 2-3,0 0-1,2 0 1,0 1-1,0 0 0,2 0 1,0 1-1,0 0 0,2 1 1,0-1-1,-3 30 1,1 13 115,3 112 1,5-117-2,0-22 32,2-1 0,8 37 0,-5-37 11,-1 0 1,0 36 0,-6-53-125,0 0 1,-1 1 0,0-1 0,-1 0 0,-1-1 0,-1 1 0,0-1 0,0 0-1,-2 0 1,0 0 0,0-1 0,-1 0 0,-1 0 0,0-1 0,-20 20-1,20-23-21,-1 0-1,0 0 0,-1-1 1,0-1-1,0 0 0,-1 0 1,0-1-1,0 0 0,0-1 1,0-1-1,-1 0 0,0-1 1,0 0-1,0-1 0,0 0 0,0-1 1,-1 0-1,-21-3 0,33 2-13,-1-1 0,1 0-1,0 0 1,0 0-1,0-1 1,0 1-1,0 0 1,0-1-1,0 1 1,0-1-1,0 0 1,1 0-1,-1 1 1,1-1 0,0 0-1,-1 0 1,1 0-1,0-1 1,0 1-1,0 0 1,0 0-1,1-1 1,-1 1-1,0 0 1,1-1 0,-1-4-1,-4-68 37,5 71-37,0 3-2,0 1 1,0-1 0,0 0 0,0 1 0,0-1 0,1 1 0,-1-1 0,0 1 0,0-1 0,1 1 0,-1-1 0,0 1 0,0-1 0,1 1-1,-1-1 1,0 1 0,1 0 0,-1-1 0,1 1 0,-1-1 0,1 1 0,-1 0 0,1-1 0,-1 1 0,1 0 0,-1 0 0,1 0 0,-1-1-1,1 1 1,-1 0 0,1 0 0,-1 0 0,1 0 0,0 0 0,-1 0 0,1 0 0,-1 0 0,1 0 0,-1 0 0,1 0 0,-1 0 0,1 0-1,0 1 1,-1-1 0,1 0 0,-1 0 0,1 1 0,-1-1 0,1 0 0,-1 1 0,0-1 0,1 0 0,-1 1 0,1-1 0,-1 0 0,1 1-1,29 23-11,-8 6 31,-2 2 0,-1 0 0,-2 1 0,-1 1 0,-1 1-1,-2 0 1,16 71 0,-11-16 6,-5 1-1,3 99 1,-15-66 31,-2-69 25,7 67 1,-5-118-42,-1-1 0,1 1 0,0 0 1,0-1-1,0 1 0,1-1 0,-1 0 1,1 1-1,0-1 0,0 0 1,0 0-1,0 0 0,0 0 0,1-1 1,-1 1-1,1-1 0,0 1 0,-1-1 1,1 0-1,0 0 0,1 0 1,-1 0-1,0-1 0,1 1 0,-1-1 1,0 0-1,1 0 0,6 1 0,8 1 161,0-2-1,0 0 1,-1-1-1,31-3 0,-41 2-229,14-1 43,0-2 0,-1 0 1,1-1-1,-1-1 0,0-1 0,0 0 0,-1-2 0,0 0 0,-1-2 0,0 0 0,0 0 1,-1-2-1,27-25 0,-35 25 22,-11 8 59,1 5-97,0 0-1,0 1 1,0-1-1,0 0 1,0 1-1,1-1 1,-1 1-1,0-1 1,0 1 0,0 0-1,1-1 1,-1 1-1,0 0 1,1 0-1,-1-1 1,0 1-1,1 0 1,-1 0-1,1 0 1,-1 0-1,1 0 1,0 0-1,-1 0 1,1 1-1,-1-1-355,-3 9-513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4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5 153 512,'-5'-20'6288,"7"-23"-1755,-1 38-4365,1 0 0,0 1 0,0-1 0,1 1 0,-1-1-1,1 1 1,0 0 0,0 0 0,0 0 0,1 0 0,-1 1 0,1 0-1,0-1 1,0 1 0,0 0 0,0 1 0,0-1 0,1 1 0,0 0-1,-1 0 1,1 0 0,0 1 0,0 0 0,7-2 0,-1 1-127,0 0 1,1 0-1,0 1 1,-1 1 0,1 0-1,-1 0 1,1 1 0,0 1-1,18 5 1,-24-6-33,0 2 0,0-1 0,0 1 0,0 0 0,0 0 0,0 0 0,-1 1 0,0 0 0,0 0 0,0 1-1,0-1 1,0 1 0,-1 0 0,0 0 0,0 1 0,-1-1 0,1 1 0,-1 0 0,0 0 0,-1 0 0,1 0 0,-1 0 0,-1 0 0,1 1 0,-1-1 0,0 1 0,0-1 0,-1 1 0,0-1 0,-1 11 0,-1 7 110,-2-1 1,0 0-1,-2 1 0,0-2 1,-2 1-1,0-1 1,-13 24-1,12-30 53,1 1 0,0 0 0,1 0 1,1 1-1,1 0 0,0 0 0,2 1 0,0-1 0,1 1 1,0-1-1,2 22 0,1-36-154,1 1 0,-1-1 0,1 1 0,0-1 0,0 0 0,0 0 0,1 0 0,0 0 0,-1 0 0,1 0 0,1-1 0,-1 1 0,0-1 0,1 0 0,0 0 0,0 0 0,0-1 0,0 1 0,0-1 0,0 0 0,0 0 0,1 0 0,-1-1 0,1 0 0,6 2 0,10 2 30,0-1-1,0-1 0,1-1 0,25-1 1,-36-1-45,7 1 15,0-2 0,0 0 0,27-5 0,-42 5-13,1 1-1,-1-1 1,1 0-1,-1 0 1,0 0-1,0-1 1,0 1-1,1-1 0,-2 0 1,1 0-1,0 0 1,0 0-1,0 0 1,-1 0-1,1-1 1,-1 0-1,0 1 1,0-1-1,0 0 1,0 0-1,0 0 1,-1 0-1,1 0 1,-1 0-1,1-5 1,-2 8-5,0 0 0,0 0 1,0-1-1,0 1 0,0 0 0,0 0 1,0 0-1,0-1 0,0 1 1,0 0-1,0 0 0,0-1 0,0 1 1,-1 0-1,1 0 0,0 0 1,0-1-1,0 1 0,0 0 0,0 0 1,-1 0-1,1 0 0,0 0 1,0-1-1,0 1 0,-1 0 0,1 0 1,0 0-1,0 0 0,0 0 1,-1 0-1,1 0 0,0 0 0,0 0 1,-1 0-1,1 0 0,0 0 1,0 0-1,-1 0 0,1 0 0,0 0 1,0 0-1,-1 0 0,1 0 1,0 0-1,0 0 0,0 0 0,-1 0 1,1 0-1,0 1 0,0-1 1,-1 0-1,-12 8-10,7 6 12,2-1-1,0 1 0,0 0 1,1 0-1,1 0 1,0 0-1,1 1 1,2 19-1,-3 6 39,-12 275 869,-15 161-584,28-460-246,-1 0 1,-1 0 0,-1-1-1,0 1 1,-1-1 0,-9 19 0,12-29-50,-2 1 1,1-1-1,0-1 1,-1 1-1,0 0 1,0-1-1,-1 0 1,1 0 0,-1 0-1,0 0 1,0-1-1,0 0 1,0 0-1,0 0 1,-1-1-1,1 0 1,-1 0 0,0 0-1,-10 1 1,-7 1-89,1-1 0,-1-1 0,0-1-1,0-1 1,0-1 0,1-1 0,-37-7 0,56 8-219,0 0-1,1 0 0,-1 0 1,1 0-1,-1 0 1,1 0-1,-1-1 1,1 1-1,0-1 0,-1 0 1,1 0-1,0 0 1,0 0-1,0 0 0,1 0 1,-3-3-1,-7-24-5738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51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52 4036,'0'0'4580,"0"-7"-3512,-1-1-670,0 6-233,1-1 1,-1 1 0,1-1-1,0 1 1,0-1 0,0 1 0,0-1-1,0 1 1,1-1 0,-1 1-1,2-4 1,1 5-20,1 1 0,-1-1 1,1 1-1,-1-1 0,1 1 0,-1 0 0,1 0 1,-1 0-1,1 1 0,-1-1 0,1 1 0,4 1 1,16 6-61,0 2 0,0 0 0,-1 1 0,-1 1 0,0 1 0,-1 1 0,0 1 0,27 26 0,-35-19-434,-11-5-7403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51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5157,'0'0'9289,"-51"56"-9129,32-25-32,-2 2-128,0 3 64,1 2-128,-2-2-417,1-7-2113,3-10-3203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5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15 352,'0'-1'4,"0"1"0,0-1 0,0 1-1,0 0 1,0-1 0,0 1 0,0-1-1,0 1 1,0-1 0,0 1 0,0-1-1,0 1 1,0-1 0,0 1 0,-1-1 0,1 1-1,0-1 1,0 1 0,-1 0 0,1-1-1,0 1 1,0-1 0,-1 1 0,1 0-1,0-1 1,-1 1 0,1 0 0,-1-1-1,1 1 1,0 0 0,-1 0 0,1-1 0,-1 1-1,-16 7-139,-15 26-203,30-32 334,-146 185 2055,148-185-2034,-1-1-1,1 1 1,-1 0 0,1-1 0,-1 1 0,1 0-1,-1-1 1,0 1 0,1-1 0,-1 1-1,0-1 1,1 1 0,-1-1 0,0 1-1,0-1 1,1 0 0,-1 1 0,0-1-1,0 0 1,0 0 0,0 1 0,1-1-1,-2 0 1,0-16 262,15-26-635,-1 17-599,1-3-437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5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1 384,'0'0'865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4:52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356 223 4004,'0'0'630,"-4"-9"-470,-44-101 2183,48 109-2277,-1 0-1,1 0 1,0 0 0,-1 0-1,1 0 1,-1 0-1,0 1 1,1-1-1,-1 0 1,0 0-1,1 1 1,-1-1-1,0 0 1,0 1-1,0-1 1,0 1-1,1-1 1,-1 1-1,0-1 1,0 1 0,0 0-1,0 0 1,0-1-1,0 1 1,0 0-1,-2 0 1,1 0-10,0 1 0,0 0-1,0-1 1,0 1 0,1 0 0,-1 0 0,0 0 0,0 0 0,1 0 0,-1 0 0,1 1 0,-3 2-1,-5 5 167,1 2 0,0-1 0,-8 16-1,12-21 96,-33 59 366,25-41-647,-1 0 1,-2 0 0,1-2 0,-2 0-1,-1 0 1,-1-2 0,-24 21 0,42-39-35,-1 0 0,1-1 0,-1 1 1,1-1-1,-1 1 0,0-1 0,1 1 0,-1-1 1,0 1-1,1-1 0,-1 0 0,0 0 0,1 1 1,-1-1-1,0 0 0,0 0 0,1 0 0,-1 0 1,0 1-1,0-1 0,0 0 0,1 0 0,-1-1 1,0 1-1,0 0 0,1 0 0,-1 0 0,0 0 1,-1-1-1,1 0 1,1-1 0,-1 1 1,0 0-1,1 0 0,-1 0 1,1-1-1,0 1 1,-1 0-1,1 0 0,0-1 1,0 1-1,-1 0 0,1-1 1,0 1-1,1-2 0,9-52 43,1 20-44,2 0-1,1 1 1,2 1-1,2 0 0,27-39 1,-25 45 1277,31-34 1,-50 60-1201,0-1-1,0 1 1,1-1-1,-1 1 1,1 0-1,-1 0 1,1 0 0,0 0-1,-1 0 1,1 0-1,0 0 1,0 0-1,-1 1 1,1-1-1,0 1 1,0-1 0,0 1-1,0 0 1,0 0-1,0 0 1,-1 0-1,1 0 1,0 0 0,0 0-1,0 0 1,0 1-1,0-1 1,0 1-1,-1 0 1,1-1-1,0 1 1,0 0 0,-1 0-1,1 0 1,-1 0-1,1 1 1,1 0-1,6 7-13,0 0 0,0 1 0,-1 0-1,12 19 1,-3-4 37,12 13-119,23 29-1342,-13-26-3713,-11-18-4388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5:20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13196,'0'0'257,"8"11"-417,26 44 643,42 94 1,-64-124-517,-9-19 40,4 10 5,1-1-1,1 0 1,0-1 0,16 20-1,-24-32-2,1 0-1,-1 0 1,1 0-1,0 0 1,0 0-1,-1-1 1,1 1-1,0-1 1,1 1-1,-1-1 1,0 0-1,0 0 1,1 0-1,-1 0 1,0 0-1,1 0 1,-1-1-1,1 1 1,-1-1-1,1 0 1,-1 0-1,1 0 1,-1 0-1,1 0 1,-1 0-1,1-1 1,-1 1-1,0-1 1,1 1-1,-1-1 1,1 0-1,-1 0 1,0 0-1,0-1 1,0 1-1,1 0 1,-1-1-1,-1 1 1,4-3 0,8-10 5,-1 0 1,0 0 0,-1-1-1,-1-1 1,0 0 0,-1 0-1,11-28 1,37-126 1688,-53 154-1128,1-3 1745,-7 32-1425,-55 178-618,20-80-73,-9 62-523,6 2 1,-16 193-1,43-289-4811,8-59 774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5:20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1 347 16143,'0'0'502,"3"-8"112,9-9-238,1 0 1,0 0-1,2 2 1,-1 0-1,29-22 1,-39 33-362,8-6 17,8-7 1,0-1 0,-1-1 1,-1-1-1,24-33 0,-41 51-27,0 1 0,0-1 0,0 0 0,0 1 0,0-1 0,0 0 0,0 0 0,-1 1 0,1-1 0,-1 0 0,1 0 0,-1 0 0,0 0 0,0 0 0,1 0 0,-1 0 0,-1 0 0,1 1 0,0-1 0,0 0 0,-1 0 0,0-3 0,-1 4 11,1-1 1,0 0-1,-1 1 1,1 0-1,-1-1 0,1 1 1,-1 0-1,0 0 0,1 0 1,-1 0-1,0 0 1,0 0-1,0 0 0,0 1 1,1-1-1,-1 0 0,-4 1 1,-1-2 30,-1 2 0,0-1 1,0 1-1,1 0 0,-1 1 0,0 0 1,0 0-1,1 1 0,-1 0 1,-8 3-1,8 0-22,0 0 0,0 0 0,0 1 0,1 0 1,0 1-1,0-1 0,1 1 0,0 1 0,0-1 0,1 1 0,0 0 0,0 0 0,-7 17 1,7-14-1,1-1 0,0 1-1,1 1 1,0-1 0,1 0 0,0 1 0,1 0 0,0-1 0,1 1 0,2 23 0,-2-33-22,1 1-1,0 0 0,0-1 0,0 1 1,1-1-1,-1 1 0,1-1 1,-1 0-1,1 1 0,0-1 0,0 0 1,0 0-1,0 0 0,0 0 1,0-1-1,0 1 0,1-1 1,-1 1-1,1-1 0,-1 0 0,1 0 1,-1 0-1,1 0 0,0 0 1,0-1-1,-1 1 0,1-1 1,0 1-1,0-1 0,-1 0 0,1 0 1,0-1-1,4 0 0,4 0 15,0 0 0,0-1 0,-1 0 0,1-1 0,0 0 0,-1-1 0,14-6 0,35-26 38,74-57-1,-91 60-52,2 2 0,1 2 0,72-34 0,-109 59 29,-1 1 0,1 0 0,0 1 0,0 0 0,0 0 0,0 1 0,0-1-1,0 2 1,0-1 0,0 1 0,10 2 0,-15-2 0,1 1 0,0 1 0,-1-1 0,1 1 0,-1-1-1,1 1 1,-1 0 0,0 0 0,0 0 0,0 1 0,0-1 0,0 1 0,-1 0-1,1 0 1,-1 0 0,1 0 0,-1 0 0,0 0 0,0 0 0,-1 1 0,1-1 0,-1 1-1,0-1 1,1 1 0,-1 4 0,2 1-13,0 1 0,-1 0 0,-1 0 0,0-1 1,0 1-1,-1 0 0,0 0 0,0 0 0,-1 0 0,-1 0 0,0 0 0,-4 11 0,4-14-11,-1-1-1,-1 1 1,1-1 0,-1 0-1,0 0 1,0 0-1,-1 0 1,0-1-1,0 0 1,0 0-1,-1 0 1,1-1 0,-1 0-1,0 0 1,0 0-1,-1-1 1,-10 5-1,2-2-468,-1-1-1,0-1 0,0 0 0,-1-1 1,1-1-1,-1 0 0,-23-1 0,-16-2-5762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5:2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1 609,'0'0'5797,"2"7"-5829,-2 1 64,0 0 0,-4 0 0,3-1-384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5:50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1313,'0'0'1217,"0"-2"-1121,0-2-63,0 3-1,0 0 0,2 1 0,0 0-32,1 2-32,0-2-1794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6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64 2530,'0'0'4058,"-5"-8"-2702,3 4-930,-19-26 794,2 8 4629,27 29-5711,249 250-14,-167-164-98,-78-81-25,32 31-92,-3 2 0,65 90 0,-101-124-993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7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0 6534,'0'0'5205,"-8"7"-4345,-14 17-397,0 0 0,2 2 0,1 1 1,1 0-1,-19 41 0,-14 18-61,-109 141 221,20-31-472,133-185-146,0-1 0,1 1 0,0 0-1,-6 19 1,7 4-3680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10025,'0'0'3716,"12"-1"-3161,144-11 1034,209-12 153,5 21-3605,-369 3 1299,4 0 2,-3-8-8246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5 8200,'0'0'8680,"1"0"-8671,0-1 1,-1 1-1,1 0 1,-1-1-1,1 1 1,0-1-1,0 1 1,-1 0-1,1 0 1,0-1-1,0 1 1,-1 0-1,1 0 0,0 0 1,0 0-1,-1 0 1,1 0-1,0 0 1,0 0-1,-1 0 1,2 1-1,8 3 70,0 0 1,-1 1-1,0 1 0,0 0 0,0 0 0,0 1 1,10 10-1,0-1 13,5 3 6,-3-3-55,0 1-1,28 30 1,-45-43-41,0 0-1,-1 0 1,0 1 0,1-1-1,-2 1 1,1 0-1,0-1 1,-1 1 0,0 0-1,0 1 1,0-1-1,-1 0 1,0 0-1,0 1 1,0-1 0,-1 1-1,0-1 1,0 9-1,-1-9 14,-1-1 0,1 0 0,-1 0 0,0 0 0,0-1 0,0 1 0,-1 0 0,1-1 0,-1 1 0,0-1 0,0 0 0,0 0 0,-6 4 0,-54 36 544,41-30-361,-68 43 65,-101 68-1183,155-100-1760,10-10-3059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9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7976,'0'202'7808,"0"152"-7555,0-352-206,0-1-169,0-1 0,1 0 0,-1 1 1,0-1-1,0 1 0,0-1 0,0 1 0,0-1 0,0 1 0,0-1 1,0 1-1,0-1 0,0 1 0,0-1 0,0 1 0,0-1 0,-1 1 1,1-1-1,0 1 0,0-1 0,0 1 0,-1-1 0,1 0 0,0 1 0,-1-1 1,1 1-1,0-1 0,-1 0 0,1 1 0,0-1 0,-1 0 0,1 1 1,-1-1-1,1 0 0,0 0 0,-1 0 0,1 1 0,-1-1 0,1 0 0,-1 0 1,1 0-1,-1 0 0,1 0 0,-1 0 0,1 0 0,-1 0 0,-11 0-3860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9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47 123 9161,'0'0'608,"-9"-1"273,-24-7 251,28 4 1879,13-2-2333,9-1-705,-7 4 19,219-64 875,-188 58-1510,-1 2 0,1 2-1,73-1 1,-85 9-3136,-10 4-1271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19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11371,'0'0'4196,"0"58"-3492,-2-30-351,-1 7-257,1 2-64,1-1 0,0-1-32,1-3-417,0-5-1761,0-11-2626,0-8-2275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1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10 865,'0'0'6950,"-4"-10"-100,-12 37-6148,1 0 0,2 0 0,1 2 1,1-1-1,1 2 0,-7 39 0,-23 186 356,37-231-914,-13 202 668,16-189-598,1 1-1,2-1 0,16 74 1,-18-108-210,-1-1 0,1 1 0,0 0 0,0-1 1,0 1-1,0-1 0,0 1 0,1-1 0,-1 1 0,1-1 0,-1 0 1,1 0-1,0 0 0,0 0 0,0 0 0,0 0 0,0 0 0,1-1 0,-1 1 1,0-1-1,1 0 0,-1 1 0,1-1 0,4 1 0,-2-2-1,0 1 0,0-1-1,0 0 1,0 0 0,0-1 0,1 1-1,-1-1 1,0 0 0,0-1 0,0 1-1,-1-1 1,8-4 0,150-76-1592,-60 19-5300,-67 38 1012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1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7015,'0'0'4911,"11"-2"-3587,285-51 458,51-8-414,-284 57-2076,-26 1-2168,62-10 0,-52-1-3829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0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10025,'0'0'5125,"2"51"-4292,-2-15-256,0 3-353,0 5-96,0 0-96,0 1-32,0-2 32,1 1-64,-4-6-384,-2-5-1154,-3-10-1537,-3-9-800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0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11147,'0'0'4612,"47"-56"-4100,-4 37-63,8 0-129,10-1-160,5-1-96,1 4-32,-3 0 0,0 4-32,-10 5-608,-7 1-2147,-11 1-2850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10314,'0'0'6288,"8"-5"-5284,-6 3-926,7-4 138,0 1-1,0 0 1,0 0 0,15-4-1,-23 8-202,0 1-1,1-1 1,-1 1 0,0-1-1,1 1 1,-1 0-1,0-1 1,1 1-1,-1 0 1,1 0 0,-1 0-1,0 0 1,1 0-1,-1 0 1,1 0-1,-1 1 1,0-1 0,1 0-1,-1 1 1,0-1-1,0 1 1,1 0-1,-1-1 1,0 1 0,0 0-1,0 0 1,1 0-1,-1-1 1,0 1-1,0 0 1,-1 1 0,1-1-1,0 0 1,0 0-1,0 0 1,-1 0-1,1 1 1,-1-1 0,1 0-1,-1 1 1,1-1-1,-1 0 1,0 1-1,1-1 1,-1 0 0,0 1-1,0-1 1,0 3-1,0 2-486,0 1-1,0-1 0,-1 1 0,1-1 0,-2 1 1,1-1-1,-4 11 0,4-15 261,0 0 0,1 0 0,-1 0 0,0 0 0,-1 0 0,1-1 0,0 1 0,0 0 0,-1-1 0,1 1 0,-1-1 0,0 0 0,1 1 0,-1-1 0,0 0 0,0 0 0,0 0 0,1 0 0,-1 0 0,0 0 0,0-1 0,-1 1 0,1-1 0,0 1 0,0-1 0,0 0 0,-2 0 0,-10 0-4409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45 7303,'0'0'245,"2"-7"663,3-21 1163,-3 18 670,-5 25-1515,-33 162 2181,-26 152-1663,52-253-1735,3 1 0,4 104 0,4-175-5,-1 0 0,1 1 0,0-1 0,0 0 0,0 0 1,1 0-1,0 0 0,5 11 0,-6-15-4,1 0 0,-1 0 0,1 0 0,0 0 0,0 0 0,0 0 0,0 0 0,0 0 0,0-1 0,0 1 0,0-1 0,1 0 0,-1 1 0,1-1 0,-1 0 0,1-1 0,-1 1 0,1 0 0,-1-1 0,1 1 0,0-1 0,-1 0 0,4 0 0,11 0-182,1-2 0,-1 1 0,0-2-1,0-1 1,0 0 0,-1-1 0,1-1 0,26-12-1,10-15-3415,-9-8-3303,-26 16 388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2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9353,'0'0'6214,"58"-57"-5734,-7 40-63,10-5-225,9 3-128,4-1-32,-1 4 0,-4 3-32,-10 2-1826,-11-3-4035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3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11050,'0'0'5387,"1"-8"-4239,1 1-856,-1 0 1,1 0-1,1 1 1,-1-1-1,1 0 1,5-8-1,-6 12-267,0 1 0,-1 0 1,1 0-1,0 0 0,0 0 0,0 0 1,0 0-1,0 1 0,1-1 0,-1 1 1,0-1-1,1 1 0,-1 0 0,1 0 1,-1 0-1,1 0 0,0 1 0,-1-1 1,1 1-1,0-1 0,0 1 0,-1 0 1,6 0-1,-7 1-25,1-1 0,-1 1 0,1 0 0,-1-1 1,0 1-1,1 0 0,-1 0 0,0 0 0,0 0 0,1 0 0,-1 0 1,0 0-1,0 0 0,0 0 0,0 1 0,0-1 0,-1 0 0,1 1 1,0-1-1,0 1 0,-1-1 0,1 1 0,-1-1 0,0 1 0,1-1 0,-1 1 1,0-1-1,0 1 0,0 2 0,1 58 2,-1-48-3,-2 5-19,0-1 0,-1 1 0,-1-1 0,0 0 0,-10 22 0,8-23-29,1 1 0,0-1-1,1 1 1,1 0-1,-2 24 1,5-41 48,0 0 0,0 0 1,1 0-1,-1 0 0,0 0 1,0 0-1,0 0 0,1 0 1,-1 0-1,1 0 0,-1 0 1,1 0-1,-1 0 0,1 0 1,-1 0-1,1 0 0,0-1 1,-1 1-1,1 0 0,0 0 0,0-1 1,0 1-1,0 0 0,-1-1 1,1 1-1,0-1 0,1 1 1,2 0-3,0 0 1,-1 0 0,1 0-1,0-1 1,-1 0 0,1 1-1,0-1 1,4-1 0,8-1-6,-1 0 0,29-9 0,-12 2-192,-4 1-1269,0-1 0,38-18 0,-39 12-4719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7239,'0'0'7463,"4"9"-7009,18 41-140,-9-16-77,2-1 0,1-1 0,2 0 1,31 43-1,-47-73-234,-1 0 0,1 0 0,0 0-1,0 0 1,0-1 0,0 1 0,0 0 0,0-1 0,0 0 0,0 1 0,1-1 0,-1 0 0,1 0 0,-1 0 0,1 0 0,-1-1 0,3 1-1,-3-1 5,0 0 0,0 0 0,0-1-1,0 1 1,0-1 0,0 1 0,-1-1-1,1 0 1,0 0 0,0 1 0,-1-1-1,1 0 1,-1-1 0,1 1 0,-1 0-1,1 0 1,2-4 0,3-5 31,1-1 0,-2 0 0,1-1 1,-1 0-1,6-18 0,-6 16-25,2-8-197,37-74 354,-41 89-735,1 0-1,0 0 0,0 0 1,0 1-1,0 0 1,1 0-1,0 0 1,1 1-1,-1-1 0,10-4 1,3 1-3065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5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19 8360,'0'0'1057,"-8"-2"528,-7-3-664,-1 2 0,1-1 0,-1 2 0,0 1 0,0 0 0,-16 1 0,27 0-862,1 1 0,-1-1 0,1 1 0,0 0 0,0 0 0,-1 1 0,1-1 0,0 1 0,0 0 0,0 0 0,1 1 0,-1-1 0,1 1 0,-1-1 0,1 1 0,0 0 0,0 1 0,0-1 0,0 0 0,0 1 0,1 0 0,0-1 0,-1 1 0,1 0 0,1 0 0,-1 0 0,1 0 0,-2 7-1,1-3-50,0 1-1,1-1 1,0 0-1,1 1 1,-1-1-1,2 1 0,-1-1 1,1 0-1,3 15 1,-3-20-26,0-1 0,0 1 1,0 0-1,0-1 0,0 1 0,1 0 1,-1-1-1,1 0 0,0 1 1,-1-1-1,1 0 0,0 0 0,0 0 1,1 0-1,-1 0 0,0 0 0,1-1 1,-1 1-1,1-1 0,-1 1 1,1-1-1,0 0 0,0 0 0,-1-1 1,1 1-1,0 0 0,0-1 1,0 0-1,0 1 0,5-2 0,-5 1 3,-1-1 0,1 0-1,-1 0 1,0-1 0,1 1-1,-1 0 1,0-1 0,0 1-1,0-1 1,0 0 0,0 0-1,0 0 1,0 0 0,0 0-1,-1 0 1,2-3 0,-2 3 44,0 1 0,0 0 0,0 0 0,0 0 0,0-1 0,-1 1 0,1 0 0,0 0 0,-1-1 0,1 1 1,-1-1-1,0 1 0,1-1 0,-1 1 0,0 0 0,0-1 0,0 1 0,0-1 0,0 1 0,0-1 0,0 1 0,-1-1 0,1 1 0,0-1 1,-1 1-1,1 0 0,-1-1 0,0 1 0,1 0 0,-3-3 0,6 9 161,0 0 1,1 0-1,-1 0 1,1-1-1,9 8 0,-2-4-188,0-2 0,0 0 0,1 0-1,13 4 1,-21-8 0,1 0-1,0-1 1,0 0-1,-1 0 1,1 0-1,0 0 1,0-1-1,0 0 1,0 0 0,0 0-1,0-1 1,0 0-1,0 0 1,4-1-1,-6 0 2,0 0-1,-1-1 0,1 1 0,-1 0 0,1-1 0,-1 0 0,0 1 0,0-1 0,-1 0 0,1 0 1,0 0-1,-1 0 0,1-4 0,0 3 3,-1 0 0,1 1 0,0-1-1,0 1 1,0-1 0,1 1 0,-1 0 0,6-6 0,-7 9-5,1-1 1,-1 1 0,0 0 0,1-1-1,-1 1 1,0 0 0,1 0-1,-1 0 1,0 0 0,1 0-1,-1 0 1,1 0 0,-1 0-1,0 0 1,1 1 0,-1-1-1,0 0 1,0 1 0,1 0 0,-1-1-1,0 1 1,0 0 0,0-1-1,0 1 1,1 0 0,-1 0-1,0 0 1,-1 0 0,1 0-1,0 0 1,0 0 0,1 2-1,6 6 0,0 2 0,0-1 0,11 20 0,-13-18 0,1-2 0,0 1 0,15 16 0,-21-26 0,0 0 0,0 0 0,0 0-1,1-1 1,-1 1 0,0 0-1,0 0 1,0-1 0,0 1 0,1-1-1,-1 1 1,0-1 0,1 0-1,-1 1 1,0-1 0,1 0 0,-1 0-1,0 0 1,1 0 0,-1 0-1,0 0 1,1 0 0,-1-1 0,0 1-1,1 0 1,-1-1 0,0 1-1,1-1 1,-1 1 0,0-1-1,0 0 1,0 0 0,0 1 0,0-1-1,0 0 1,2-1 0,4-6-4,1 1 1,-2-1-1,1-1 1,5-8 0,5-7-2,-14 21 7,0 0-1,0 0 1,0 0-1,0 0 1,0 0-1,1 1 1,-1-1-1,1 1 1,0 0-1,7-3 0,-10 5 0,1 0 0,0 0-1,0 0 1,0 0-1,0 0 1,-1 1-1,1-1 1,0 1 0,0-1-1,-1 1 1,1-1-1,0 1 1,-1 0-1,1 0 1,-1 0 0,1 0-1,-1 0 1,1 0-1,-1 1 1,0-1-1,1 0 1,-1 1 0,0-1-1,0 1 1,0-1-1,0 1 1,1 1-1,29 47-2188,-26-40 1065,1 0-1,-2 0 1,1 0-1,-2 1 1,1 0 0,1 11-1,-4-14-7049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8456,'0'0'160,"1"-56"-96,11 48-32,4 3-32,4 2-608,7 3-1923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5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2 9129,'-9'0'646,"-23"0"1204,6-1 152,0 1 1,-25 4 0,50-4-1992,0 0 1,0 1-1,0-1 1,0 0-1,0 1 1,0-1-1,0 0 1,0 1-1,0-1 1,0 1-1,0-1 1,0 1-1,1 0 0,-1-1 1,0 1-1,0 0 1,1 0-1,-1-1 1,0 1-1,1 0 1,-1 0-1,1 0 1,-1 0-1,1 0 1,0 0-1,-1 0 1,1 0-1,0 0 1,0 0-1,-1 0 1,1 0-1,0 0 1,0 0-1,0 0 1,0 0-1,0 0 1,1 0-1,-1 0 1,0 0-1,0 0 1,1 0-1,-1 0 1,0 0-1,1 0 1,-1 0-1,1-1 1,-1 1-1,1 0 0,0 0 1,-1 0-1,1-1 1,0 1-1,0 0 1,-1-1-1,1 1 1,0 0-1,0-1 1,0 1-1,0-1 1,0 1-1,0-1 1,0 0-1,0 1 1,0-1-1,1 0 1,4 1-12,-1 0 0,1 0 0,0 0 0,-1-1 0,1 0 0,-1 0 0,1-1 0,0 0 0,-1 0 0,1 0 0,-1 0 0,1-1 0,-1 0 0,0 0 0,0 0 0,0-1 0,9-6 0,-15 10 7,0 0 0,0 0 1,0-1-1,1 1 0,-1 0 1,0 0-1,1 0 0,-1 0 0,1 0 1,-1 0-1,1 0 0,-1 0 1,1 0-1,0 0 0,-1 0 1,1 0-1,0 0 0,0 0 1,0 0-1,0 0 0,0 0 0,0 0 1,0 0-1,0 0 0,0 1 1,1 0-1,0 1-1,0-1-1,1 1 1,-1-1 0,1 0-1,-1 1 1,1-1 0,0 0-1,0 0 1,0 0 0,4 3 0,1-1-14,-1 1 1,1-1 0,1 0 0,-1 0 0,1-1 0,-1 0 0,14 3 0,33-1-1876,-19-12-2432,-15-7 183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6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10730,'0'0'5515,"1"11"-4832,2 7-478,1 0 0,1-1 0,1 1 0,10 23 0,-5-13-139,12 44 0,-13-39-54,-10-32-11,0-1 0,0 0 0,1 0 0,-1 0 0,0 1 0,1-1 0,-1 0 1,0 0-1,1 0 0,-1 1 0,1-1 0,-1 0 0,0 0 0,1 0 0,-1 0 0,0 0 0,1 0 0,-1 0 0,1 0 0,-1 0 0,0 0 0,1 0 0,-1 0 0,0 0 0,1 0 0,-1-1 1,1 1-1,-1 0 0,0 0 0,1 0 0,-1 0 0,0-1 0,1 1 0,-1 0 0,0 0 0,0-1 0,1 1 0,-1 0 0,0-1 0,1 0 0,22-17 78,-6 5-41,-14 11-38,1 0 0,-1 1 0,0 0 0,1 0 0,-1 0 0,1 0 0,0 1 0,-1-1 0,1 1 0,0 0 0,-1 0 0,1 0 0,-1 0 0,1 1 0,0 0 0,-1-1 0,6 3 0,-7-2 0,-1 0 0,1 0 0,0 0 0,-1 1 0,1-1 0,-1 0 0,0 1 0,0-1 0,1 0 0,-1 1 0,0 0 0,0-1 0,0 1 0,0 0 0,-1-1 0,1 1 0,0 0 0,-1 0 0,1 0 0,-1 0 0,0-1 0,1 1 0,-1 0 0,0 0 0,0 0 0,0 0 0,0 0 0,-1 0 0,1 0 0,-1 0 0,1-1 0,-1 1 0,1 0 0,-1 0 0,-1 2 0,-2 2-90,1 0 0,-1 0-1,0 0 1,0 0 0,-1-1-1,0 1 1,0-1 0,0-1 0,0 1-1,-1-1 1,-10 6 0,3-1-210,-1-1 0,0-1 0,0 0 0,-19 5-1,-9-3-2406,39-8 2191,0-1 0,1 0-1,-1 0 1,0 1-1,0-2 1,0 1-1,0 0 1,0-1-1,0 1 1,1-1 0,-6-2-1,0-8-3081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6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12043,'0'0'5451,"3"10"-5072,21 55-126,63 117 1,-86-181-254,0 1 1,0 0-1,0 0 1,1-1-1,-1 1 1,0-1-1,1 1 1,0-1-1,-1 1 0,1-1 1,0 0-1,-1 0 1,1 0-1,0 0 1,0 0-1,0 0 0,3 0 1,-5-1 0,1 0 1,0 0-1,0 0 0,0-1 1,0 1-1,0 0 0,-1 0 1,1-1-1,0 1 0,0 0 1,0-1-1,-1 1 0,1-1 1,0 1-1,-1-1 0,1 1 1,0-1-1,-1 0 0,1 1 1,-1-1-1,1 0 0,-1 1 1,1-1-1,-1 0 0,1 0 1,-1 1-1,0-1 0,1 0 1,-1 0-1,0 0 0,0 0 1,0 1-1,1-1 0,-1 0 1,0 0-1,0 0 0,0 0 1,-1 0-1,1 0 0,0 1 1,-1-3-1,1 1-2,-1 1 0,0-1 0,0 0 0,-1 1 0,1-1 0,0 1 0,-1 0 0,1-1 0,0 1 0,-1 0-1,0 0 1,1-1 0,-1 1 0,0 1 0,1-1 0,-1 0 0,0 0 0,0 1 0,0-1 0,0 1 0,0-1 0,1 1 0,-1 0 0,0 0 0,0 0 0,-3 0 0,3-1 0,0 1 1,0 0 0,0-1 0,0 1 0,0 0 0,0 0 0,0 0 0,0 0-1,0 0 1,0 1 0,0-1 0,0 1 0,0-1 0,0 1 0,0 0-1,0-1 1,1 1 0,-1 0 0,0 0 0,0 0 0,1 1 0,-1-1 0,1 0-1,-1 1 1,1-1 0,-2 2 0,3 0 2,-1-1 0,1 1-1,-1-1 1,1 1 0,0 0-1,0-1 1,0 1 0,1-1 0,-1 1-1,0 0 1,1-1 0,0 1 0,-1-1-1,1 1 1,0-1 0,1 0 0,-1 1-1,0-1 1,0 0 0,1 0-1,0 0 1,3 4 0,-1-3 0,0 0-1,0 0 1,1 0-1,0-1 1,-1 0 0,1 0-1,0 0 1,0 0-1,0-1 1,0 1 0,6-1-1,1 1 3,0-1 0,0 0-1,0-1 1,0 0 0,0-1-1,0-1 1,0 0 0,0 0-1,19-7 1,-8-3 1,-17 9-5,-1-1 0,1 1 0,0 1 0,-1-1 0,2 1 0,-1 0 0,0 0 0,0 1 0,0 0 0,1 0 1,11 0-1,-17 2-1,0-1 0,0 1 0,0 0 0,-1 0 0,1 0 0,0-1 0,-1 1 0,1 0 0,0 0 0,-1 0 0,1 0 0,-1 0 0,1 0 0,-1 0 1,0 0-1,0 0 0,1 1 0,-1-1 0,0 0 0,0 0 0,0 0 0,0 0 0,0 0 0,0 0 0,0 0 0,-1 1 0,1-1 0,0 0 0,-1 1 0,-10 36-147,6-30-265,0 0-1,-1-1 1,0 1-1,-10 8 0,13-13-578,0 0-1,0-1 0,-1 0 1,1 1-1,-1-1 0,1 0 1,-8 2-1,-1-2-5701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55 12460,'0'0'3721,"-5"14"-3422,0 10-173,0 0 0,1 1 0,1-1 0,2 1 0,0 0 0,2 0 0,6 42 1,37 127 38,-55-247-16,-2-11-69,-6-79 0,18 125-77,0 0 0,2 0 1,0 0-1,0 0 0,2 0 0,0 0 1,2 0-1,-1 1 0,11-24 1,-14 39-4,0-1 0,0 1 0,0 0 0,1 0 0,-1-1 0,1 1 0,-1 0 0,1 0 0,0 0 1,0 0-1,0 1 0,0-1 0,0 0 0,0 1 0,0 0 0,0-1 0,1 1 0,-1 0 0,1 0 0,-1 0 0,1 0 1,-1 1-1,1-1 0,-1 1 0,1 0 0,0-1 0,-1 1 0,1 0 0,-1 0 0,1 1 0,0-1 0,-1 1 0,1-1 1,-1 1-1,1 0 0,-1 0 0,1 0 0,-1 0 0,0 0 0,1 0 0,-1 1 0,0-1 0,0 1 0,0 0 0,0 0 1,0-1-1,-1 1 0,1 0 0,0 0 0,-1 1 0,0-1 0,1 0 0,-1 1 0,0-1 0,0 0 0,0 1 0,0-1 1,-1 1-1,1-1 0,-1 1 0,0 0 0,1-1 0,-1 4 0,0 0-156,0-1-1,0 1 1,-1 0 0,1-1-1,-1 1 1,0-1 0,-1 1-1,1-1 1,-1 0-1,0 1 1,0-1 0,-1 0-1,0 0 1,0 0 0,0-1-1,0 1 1,-1-1 0,-7 8-1,-1-2-416,1-1 0,-1-1 0,0 1 0,-1-2 0,0 0 0,-14 6-1,33-15-2661,15-10 737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7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10378,'0'0'3454,"-3"7"-1842,0 0-1357,0 1 1,1 0-1,-1 0 1,2-1-1,-1 1 1,1 1-1,0-1 1,1 0-1,0 0 1,0 0-1,1 0 1,0 0-1,4 14 1,3 5 39,1-1 0,23 45 0,-22-54-293,-2 1 0,0 0 0,-1 1 0,0 0-1,-2 0 1,0 0 0,-1 0 0,1 23 0,-5-41-1,0 0 0,0-1 0,0 1 0,0 0 1,-1 0-1,1 0 0,0-1 0,-1 1 0,1 0 0,0 0 1,-1-1-1,1 1 0,-1 0 0,1-1 0,-1 1 0,0 0 0,1-1 1,-1 1-1,0-1 0,1 1 0,-1-1 0,0 1 0,1-1 1,-1 0-1,-1 1 0,3-1 30,10-1-28,280-52-1482,-270 48-384,1-1 0,29-12 0,-8-3-3497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7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38 11979,'0'0'609,"-7"-6"1302,1 2-1560,0 1-1,1-1 1,-1 1-1,0-1 1,-1 2 0,1-1-1,0 1 1,-13-3-1,16 4-255,-1 1-1,0 0 1,0-1 0,0 1-1,0 1 1,0-1-1,1 0 1,-1 1-1,0 0 1,0 0-1,0 0 1,1 0-1,-1 1 1,1 0 0,-1-1-1,1 1 1,0 0-1,0 1 1,-1-1-1,-2 4 1,0 0-88,0 1 0,0 0-1,1 0 1,0 0 0,1 0 0,0 1 0,0 0 0,0 0-1,1 0 1,0 0 0,1 1 0,0-1 0,0 1 0,1-1-1,0 1 1,0 15 0,1-16-4,1-1 0,0 1 0,0 0 0,0-1 0,1 1 0,0-1 0,0 0 0,1 1 0,0-1 0,1 0 0,-1-1 0,1 1 0,0-1 0,1 1 0,0-1 0,0-1 0,0 1 0,0-1 0,7 5 0,2-1-30,0-1 0,0-1 1,1 0-1,0-1 0,23 6 0,-20-6-2,0 0 0,0 1 0,17 10-1,-34-17 30,-1 0-1,1 1 0,-1-1 0,1 0 0,-1 0 0,1 1 0,-1-1 0,1 0 0,-1 1 0,1-1 0,-1 0 0,0 1 0,1-1 0,-1 1 0,1-1 0,-1 1 0,0-1 0,0 1 0,1-1 0,-1 1 0,0-1 0,0 1 0,0-1 0,1 1 0,-1-1 0,0 1 0,0-1 0,0 1 0,0 0 0,0-1 0,0 1 0,0-1 1,0 1-1,0-1 0,0 1 0,-1 0 0,-18 16-105,-36 4-297,53-21 366,-173 45-5318,101-32-47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8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 11627,'0'0'2765,"-8"14"-1884,4-6-732,-2 2 49,0 0-1,1 1 1,1 0-1,-1 0 1,2 0 0,0 0-1,0 1 1,-2 18-1,4 76 699,23 197 0,-16-251-830,-3 27-29,-19-131 124,10-11-150,3 1 0,2-1 1,4 1-1,2-1 0,2 1 1,4 0-1,21-71 0,-30 125-13,0 0-1,1 0 0,0 1 1,1-1-1,4-7 0,-8 14 3,1 1-1,-1-1 1,1 0-1,-1 1 1,1-1 0,-1 1-1,1-1 1,-1 0-1,1 1 1,0-1-1,-1 1 1,1-1-1,0 1 1,0 0-1,-1-1 1,1 1-1,0 0 1,0 0 0,-1-1-1,1 1 1,0 0-1,0 0 1,1 0-1,-1 0 1,1 1 0,-1 0-1,0 0 1,1 0 0,-1 0 0,0-1-1,0 2 1,0-1 0,0 0 0,0 0-1,0 0 1,0 0 0,0 0 0,-1 1-1,1-1 1,0 0 0,-1 1 0,1 2-1,6 13-2,-1 0-1,-1 1 1,-1 0 0,-1 0-1,0 0 1,-1 0-1,-1 1 1,-1-1 0,0 0-1,-6 33 1,5-45-87,-1-1 1,0 1-1,0-1 0,0 0 1,0 0-1,-1 0 0,0 0 1,0 0-1,-1-1 1,1 0-1,-1 1 0,-5 3 1,7-5-49,0-1 0,-1 0 0,1 0 0,-1-1 0,0 1 1,1 0-1,-1-1 0,0 0 0,0 1 0,0-1 0,0-1 1,0 1-1,0 0 0,0-1 0,0 1 0,0-1 0,0 0 0,0 0 1,-1 0-1,1 0 0,0-1 0,0 1 0,-3-2 0,5 2 33,0-1-1,0 0 1,1 1-1,-1-1 1,0 1 0,1-1-1,-1 0 1,1 0-1,-1 1 1,0-1-1,1 0 1,0 0-1,-1 0 1,1 0-1,-1 1 1,1-1-1,0 0 1,0 0-1,0 0 1,-1 0-1,1 0 1,0 0 0,0 0-1,0 0 1,0 0-1,0 0 1,1 0-1,-1 1 1,0-1-1,0 0 1,1 0-1,-1 0 1,1-1-1,15-31-3285,8 7 49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8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10090,'0'0'774,"-10"8"800,-3 3-976,-11 8 1428,-32 35-1,49-47-1845,1 0-1,0 0 1,1 1 0,0 0-1,0 0 1,1 0 0,0 0-1,0 1 1,1 0 0,-4 14-1,6-14-158,0 1-1,0 0 0,1-1 0,0 1 1,1 0-1,0-1 0,1 1 0,-1-1 1,2 1-1,0-1 0,0 0 0,0 0 1,1 0-1,0 0 0,1-1 1,0 0-1,1 0 0,-1 0 0,1 0 1,1-1-1,0 0 0,0 0 0,0-1 1,0 0-1,10 5 0,-6-4-307,0 0-1,0-1 1,1-1-1,0 0 1,0 0-1,0-1 1,1-1-1,14 3 1,-15-5-627,0 0 0,0 0 0,0-1 0,-1 0 0,1-1 0,0-1 0,0 0 0,-1 0 0,14-6 0,12-8-5604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9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29 362 8072,'0'0'6924,"0"9"-6343,1-1-435,0-1 21,0 1 1,-1 0 0,0 0-1,0 0 1,-1 0-1,-1 11 1,-11-53 1049,6-4-1156,3-1 0,1 1 0,2-50-1,1 72-54,2 1-1,-1 0 0,2 0 0,0 0 0,1 0 0,0 0 0,1 0 0,1 1 0,1 0 0,-1 0 0,11-14 0,-16 27-4,0 0 0,0 0 0,0-1-1,0 1 1,-1 0 0,2 0 0,-1 0-1,0 0 1,0 0 0,0 1 0,0-1-1,1 0 1,-1 0 0,0 1 0,0-1-1,1 1 1,-1-1 0,1 1-1,-1 0 1,0-1 0,1 1 0,-1 0-1,1 0 1,-1 0 0,1 0 0,-1 0-1,1 0 1,-1 1 0,0-1 0,1 0-1,-1 1 1,1-1 0,-1 1 0,0 0-1,1-1 1,-1 1 0,0 0-1,0 0 1,0-1 0,0 1 0,1 0-1,-1 0 1,0 0 0,1 3 0,7 6 5,-1 0 1,0 1-1,-1 0 1,7 13-1,-2-4 46,34 45-31,-29-43-223,0 1 0,-2 1 0,-1 0 0,0 1 0,10 28 0,-23-50-533,0 0-1,0 0 1,0 1-1,-1-1 0,1 0 1,-1 0-1,0 1 0,0-1 1,0 4-1,-4 2-5921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29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11787,'0'0'4933,"23"-47"-4004,7 33-321,11-1-159,13-1-129,2 0-224,4 2-96,-8 3 0,-10-3-2050,-16-5-4932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11563,'0'0'3246,"12"8"-3092,32 24 8,-2 3-1,-1 1 0,-2 2 0,49 60 0,-50-53-308,2-1 0,2-2 0,2-2-1,70 50 1,-81-73-4759,-30-17 1249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0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14 9385,'0'0'64,"-53"-14"1185,28 14 929,-2 14-736,3 17-225,-1 7-192,1 8-128,1 7-193,3 4-384,3 3-223,3 3-65,0 0 0,3 1-32,6-4-193,1-9-1632,2-15-2531,-1-14-3748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0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13901,'0'0'1442,"10"4"-861,17 4-355,1-2 0,-1-1 0,1-1 0,0-2-1,0 0 1,0-2 0,48-6 0,206-42-186,-262 44-55,-11 3-66,1-1 1,-1 0-1,-1 0 0,1-1 0,0 0 1,-1-1-1,1 0 0,12-7 0,-21 10 77,1 0 0,0 1-1,-1-1 1,1 0-1,-1 1 1,1-1 0,-1 0-1,1 0 1,-1 0 0,1 1-1,-1-1 1,0 0-1,1 0 1,-1 0 0,0 0-1,0 0 1,0 0-1,0 1 1,0-1 0,0 0-1,0 0 1,0 0-1,0 0 1,0 0 0,0 0-1,-1 0 1,1 0 0,0 1-1,-1-1 1,1 0-1,0 0 1,-1 0 0,1 1-1,-1-1 1,1 0-1,-1 0 1,0 1 0,-1-2-1,-31-26-93,25 22 90,5 4 8,0 0 19,-1 0-1,1 0 0,0-1 1,1 1-1,-1-1 0,0 1 1,1-1-1,-1 0 0,1 0 1,0-1-1,0 1 0,0 0 1,0-1-1,1 1 0,-2-4 0,4 6 8,-1 0-1,1 0 0,-1 0 0,1 0 1,0 1-1,-1-1 0,1 0 0,0 1 1,0-1-1,-1 0 0,1 1 0,0-1 1,0 1-1,0-1 0,0 1 0,0-1 1,0 1-1,0 0 0,0 0 0,0-1 1,0 1-1,0 0 0,0 0 0,0 0 1,0 0-1,0 0 0,0 0 0,0 0 1,0 1-1,0-1 0,0 0 0,1 1 1,39 6 96,-31-4-109,0 2 1,0-1-1,-1 1 0,1 1 1,-1 0-1,-1 0 0,1 1 1,-1 0-1,0 0 0,-1 1 1,0 0-1,0 0 1,0 1-1,8 16 0,-11-20-7,-1 1 0,0 0 0,-1 0 0,1 0-1,-1 0 1,-1 0 0,1 1 0,-1-1 0,0 1 0,0-1 0,-1 1-1,1-1 1,-2 1 0,1-1 0,-1 1 0,0-1 0,0 0 0,-1 1-1,1-1 1,-2 0 0,1 0 0,0 0 0,-1 0 0,-1 0 0,-5 7-1,-5 5-723,-1-2-1,-1 0 1,-1-1 0,0-1-1,-1 0 1,-1-1-1,0-1 1,0-1-1,-1-1 1,-1-1-1,-28 10 1,11-11-5459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1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18 5349,'-8'0'251,"-27"-6"567,-46-6 3633,80 12-4408,15 0-203,337 1 3197,-349-1-3004,0 0-1,0 0 0,1 0 1,-1 0-1,0 0 1,0 1-1,1-1 1,-1 1-1,0-1 1,0 1-1,0 0 1,0 0-1,0 0 1,0 0-1,0 0 1,0 0-1,0 1 0,-1-1 1,3 3-1,-3-2-3,0-1-1,0 1 0,-1 0 0,1 0 0,-1 0 0,1 0 1,-1 0-1,0 0 0,0 0 0,0 0 0,0 0 0,0 0 1,0 0-1,0 0 0,-1-1 0,1 1 0,-1 0 0,1 0 1,-1 0-1,0 0 0,0 0 0,-2 2 0,-10 19 330,-1-2-1,0 0 0,-25 25 1,-7 12 252,31-38-373,-88 131 703,93-133-911,1-1 1,0 2-1,1-1 0,1 1 1,1 0-1,-8 37 0,14-54-26,-1-1 0,1 0 0,0 1 0,0-1 0,-1 0-1,1 1 1,0-1 0,0 0 0,0 1 0,0-1 0,0 0 0,1 1 0,-1-1-1,0 0 1,1 1 0,-1-1 0,1 0 0,-1 1 0,1-1 0,0 0 0,-1 0-1,1 0 1,0 0 0,0 0 0,0 0 0,0 0 0,0 0 0,0 0 0,0 0-1,0 0 1,2 1 0,1-2 47,0 1-1,1-1 1,-1 1-1,0-1 1,1 0-1,-1-1 1,0 1-1,1-1 1,5-1-1,46-13 202,-1-2 0,61-28-1,15-4-212,-126 47-66,15-5-87,1 0 1,-1 1-1,1 2 1,0 0 0,26-1-1,-47 6-103,0-1 0,-1 1 0,1 0-1,0-1 1,0 1 0,-1-1 0,1 1-1,0 0 1,-1-1 0,1 1 0,-1-1 0,1 1-1,-1-1 1,1 1 0,-1-1 0,1 1 0,-1-1-1,1 0 1,-1 1 0,0-1 0,1 0 0,-1 1-1,0-1 1,-23 7-3278,-6-1-791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1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 7911,'0'0'1602,"0"-50"-97,19 30-351,8-3-162,9-1 1,8-3-256,8 3-224,1 1-257,0 7-192,-1 5-32,-5 7-32,-2 4-449,-6 0-1697,-6 0-1857,-4 0-1250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8616,'0'0'1794,"0"64"512,-1-36-1185,1 0-448,0 3-289,0 1-256,0 1-64,4 1-64,-2-2 0,-2-1-736,0-5-2403,0-8-1089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7303,'0'0'7783,"1"62"-7334,-1-28-193,-6 4-160,-1 6-64,-5 2 0,-2-1-32,-6-1-897,-2-7-2434,-4-9-1890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73 11499,'0'0'229,"-1"-9"578,1 7-756,-1 0 5,1 0 1,-1 1-1,1-1 1,0 0 0,-1 0-1,1 1 1,0-1-1,0 0 1,0 0-1,1 0 1,-1 1-1,0-1 1,1 0-1,-1 0 1,1 1-1,-1-1 1,1 1-1,0-1 1,0 0 0,0 1-1,0-1 1,0 1-1,0 0 1,0-1-1,0 1 1,0 0-1,1-1 1,-1 1-1,1 0 1,-1 0-1,1 0 1,-1 1 0,1-1-1,-1 0 1,1 0-1,0 1 1,-1-1-1,1 1 1,0 0-1,0-1 1,-1 1-1,4 0 1,64-6 365,129 6-1,-195 0-419,0 0 0,0 0 0,0 0 0,0 1 0,0-1 0,-1 1-1,1 0 1,0-1 0,0 1 0,0 1 0,-1-1 0,1 0 0,0 1 0,-1-1 0,1 1-1,-1 0 1,0 0 0,0 0 0,1 0 0,-1 0 0,-1 0 0,4 5 0,-3-4 5,-2 0 0,1 1 1,0-1-1,0 0 0,-1 1 1,0-1-1,0 0 0,0 0 1,0 1-1,0-1 0,-1 0 1,1 1-1,-1-1 0,0 0 1,0 0-1,0 0 0,-1 0 1,1 0-1,-1 0 1,-2 4-1,-18 26 257,0-2 1,-46 48-1,-19 25 581,77-90-776,0 0-1,1 1 1,1 0 0,1 0-1,-10 29 1,16-41-69,0 0 1,0 1 0,1-1-1,-1 0 1,1 0 0,-1 1-1,1-1 1,0 0 0,1 0-1,0 4 1,-1-6 0,0 1 0,1-1 0,-1 0 0,1 0-1,-1 0 1,1 0 0,0 0 0,-1 0 0,1 0 0,0 0 0,0 0 0,0 0 0,-1 0-1,1 0 1,0 0 0,0-1 0,0 1 0,3 1 0,2-1 3,1 1 0,0-1 0,0 0 1,0 0-1,-1-1 0,1 1 0,13-3 0,-14 2-2,31-4-45,0-1 1,-1-2-1,1-1 1,50-19 0,6-10-4674,-78 29 702,-8-1-567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3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0 199 10154,'0'0'2690,"8"-52"-1377,21 35-896,8-2-33,10-2 33,7 1-193,6 2-160,1 5-32,-3 1-32,-4 4-1121,-7 0-2851,-8-2-2402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06:3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5765,'0'0'3748,"7"9"-3203,-5-6-523,1 0 29,-1 0 0,1 1 0,0-1 0,-1 1 0,0 0 0,0 0-1,0 0 1,0 0 0,-1 0 0,1 0 0,-1 1 0,0-1 0,0 0 0,-1 1-1,1-1 1,-1 0 0,0 1 0,0-1 0,-1 1 0,1-1 0,-1 0 0,0 1-1,-2 4 1,-46 87 56,35-72-80,1 0 0,-16 43-1,29-67-17,0 1 0,0-1 1,0 1-1,-1-1 0,1 1 0,0-1 0,0 1 0,0-1 0,0 1 0,0-1 1,0 1-1,0-1 0,0 1 0,0-1 0,0 1 0,0-1 0,0 1 0,1-1 1,-1 1-1,0-1 0,0 1 0,0-1 0,1 0 0,-1 1 0,0-1 0,1 1 1,-1-1-1,0 0 0,1 1 0,-1-1 0,0 0 0,1 1 0,0 0 0,20 1 606,26-13 83,-9-1-810,74-27 533,-41 6-2983,-50 20-2979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B0ABE-FC85-4BE2-8D13-8943A0F954D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72375-7C0F-448A-9AA2-D4EF30BB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9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43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39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9"/>
            <a:ext cx="7772400" cy="1132284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09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58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33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68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67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57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5"/>
            <a:ext cx="2743200" cy="871538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53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831850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7" y="4019551"/>
            <a:ext cx="155575" cy="1174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4665664"/>
            <a:ext cx="4762500" cy="4778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90"/>
            <a:ext cx="2209800" cy="163449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4"/>
            <a:ext cx="609600" cy="274637"/>
          </a:xfrm>
        </p:spPr>
        <p:txBody>
          <a:bodyPr/>
          <a:lstStyle>
            <a:lvl1pPr>
              <a:defRPr smtClean="0"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21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7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2"/>
            <a:ext cx="2057400" cy="3908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2"/>
            <a:ext cx="6019800" cy="3908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77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4762"/>
            <a:ext cx="9163050" cy="7810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4763"/>
            <a:ext cx="4762500" cy="4778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50976"/>
            <a:ext cx="82296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4637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fld id="{FA7F876A-8D22-4A02-9D2C-4A4EF0784A46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4"/>
            <a:ext cx="3352800" cy="274637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4"/>
            <a:ext cx="762000" cy="274637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152401"/>
            <a:ext cx="9180513" cy="485775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.png"/><Relationship Id="rId21" Type="http://schemas.openxmlformats.org/officeDocument/2006/relationships/image" Target="../media/image35.png"/><Relationship Id="rId42" Type="http://schemas.openxmlformats.org/officeDocument/2006/relationships/customXml" Target="../ink/ink31.xml"/><Relationship Id="rId63" Type="http://schemas.openxmlformats.org/officeDocument/2006/relationships/image" Target="../media/image56.png"/><Relationship Id="rId84" Type="http://schemas.openxmlformats.org/officeDocument/2006/relationships/customXml" Target="../ink/ink52.xml"/><Relationship Id="rId138" Type="http://schemas.openxmlformats.org/officeDocument/2006/relationships/customXml" Target="../ink/ink79.xml"/><Relationship Id="rId159" Type="http://schemas.openxmlformats.org/officeDocument/2006/relationships/image" Target="../media/image104.png"/><Relationship Id="rId170" Type="http://schemas.openxmlformats.org/officeDocument/2006/relationships/customXml" Target="../ink/ink95.xml"/><Relationship Id="rId191" Type="http://schemas.openxmlformats.org/officeDocument/2006/relationships/image" Target="../media/image120.png"/><Relationship Id="rId205" Type="http://schemas.openxmlformats.org/officeDocument/2006/relationships/image" Target="../media/image127.png"/><Relationship Id="rId226" Type="http://schemas.openxmlformats.org/officeDocument/2006/relationships/customXml" Target="../ink/ink123.xml"/><Relationship Id="rId107" Type="http://schemas.openxmlformats.org/officeDocument/2006/relationships/image" Target="../media/image78.png"/><Relationship Id="rId11" Type="http://schemas.openxmlformats.org/officeDocument/2006/relationships/image" Target="../media/image30.png"/><Relationship Id="rId32" Type="http://schemas.openxmlformats.org/officeDocument/2006/relationships/customXml" Target="../ink/ink26.xml"/><Relationship Id="rId53" Type="http://schemas.openxmlformats.org/officeDocument/2006/relationships/image" Target="../media/image51.png"/><Relationship Id="rId74" Type="http://schemas.openxmlformats.org/officeDocument/2006/relationships/customXml" Target="../ink/ink47.xml"/><Relationship Id="rId128" Type="http://schemas.openxmlformats.org/officeDocument/2006/relationships/customXml" Target="../ink/ink74.xml"/><Relationship Id="rId149" Type="http://schemas.openxmlformats.org/officeDocument/2006/relationships/image" Target="../media/image99.png"/><Relationship Id="rId5" Type="http://schemas.openxmlformats.org/officeDocument/2006/relationships/image" Target="../media/image27.png"/><Relationship Id="rId95" Type="http://schemas.openxmlformats.org/officeDocument/2006/relationships/image" Target="../media/image72.png"/><Relationship Id="rId160" Type="http://schemas.openxmlformats.org/officeDocument/2006/relationships/customXml" Target="../ink/ink90.xml"/><Relationship Id="rId181" Type="http://schemas.openxmlformats.org/officeDocument/2006/relationships/image" Target="../media/image115.png"/><Relationship Id="rId216" Type="http://schemas.openxmlformats.org/officeDocument/2006/relationships/customXml" Target="../ink/ink118.xml"/><Relationship Id="rId22" Type="http://schemas.openxmlformats.org/officeDocument/2006/relationships/customXml" Target="../ink/ink21.xml"/><Relationship Id="rId43" Type="http://schemas.openxmlformats.org/officeDocument/2006/relationships/image" Target="../media/image46.png"/><Relationship Id="rId64" Type="http://schemas.openxmlformats.org/officeDocument/2006/relationships/customXml" Target="../ink/ink42.xml"/><Relationship Id="rId118" Type="http://schemas.openxmlformats.org/officeDocument/2006/relationships/customXml" Target="../ink/ink69.xml"/><Relationship Id="rId139" Type="http://schemas.openxmlformats.org/officeDocument/2006/relationships/image" Target="../media/image94.png"/><Relationship Id="rId85" Type="http://schemas.openxmlformats.org/officeDocument/2006/relationships/image" Target="../media/image67.png"/><Relationship Id="rId150" Type="http://schemas.openxmlformats.org/officeDocument/2006/relationships/customXml" Target="../ink/ink85.xml"/><Relationship Id="rId171" Type="http://schemas.openxmlformats.org/officeDocument/2006/relationships/image" Target="../media/image110.png"/><Relationship Id="rId192" Type="http://schemas.openxmlformats.org/officeDocument/2006/relationships/customXml" Target="../ink/ink106.xml"/><Relationship Id="rId206" Type="http://schemas.openxmlformats.org/officeDocument/2006/relationships/customXml" Target="../ink/ink113.xml"/><Relationship Id="rId227" Type="http://schemas.openxmlformats.org/officeDocument/2006/relationships/customXml" Target="../ink/ink124.xml"/><Relationship Id="rId12" Type="http://schemas.openxmlformats.org/officeDocument/2006/relationships/customXml" Target="../ink/ink16.xml"/><Relationship Id="rId33" Type="http://schemas.openxmlformats.org/officeDocument/2006/relationships/image" Target="../media/image41.png"/><Relationship Id="rId108" Type="http://schemas.openxmlformats.org/officeDocument/2006/relationships/customXml" Target="../ink/ink64.xml"/><Relationship Id="rId129" Type="http://schemas.openxmlformats.org/officeDocument/2006/relationships/image" Target="../media/image89.png"/><Relationship Id="rId54" Type="http://schemas.openxmlformats.org/officeDocument/2006/relationships/customXml" Target="../ink/ink37.xml"/><Relationship Id="rId75" Type="http://schemas.openxmlformats.org/officeDocument/2006/relationships/image" Target="../media/image62.png"/><Relationship Id="rId96" Type="http://schemas.openxmlformats.org/officeDocument/2006/relationships/customXml" Target="../ink/ink58.xml"/><Relationship Id="rId140" Type="http://schemas.openxmlformats.org/officeDocument/2006/relationships/customXml" Target="../ink/ink80.xml"/><Relationship Id="rId161" Type="http://schemas.openxmlformats.org/officeDocument/2006/relationships/image" Target="../media/image105.png"/><Relationship Id="rId182" Type="http://schemas.openxmlformats.org/officeDocument/2006/relationships/customXml" Target="../ink/ink101.xml"/><Relationship Id="rId217" Type="http://schemas.openxmlformats.org/officeDocument/2006/relationships/image" Target="../media/image133.png"/><Relationship Id="rId6" Type="http://schemas.openxmlformats.org/officeDocument/2006/relationships/customXml" Target="../ink/ink13.xml"/><Relationship Id="rId23" Type="http://schemas.openxmlformats.org/officeDocument/2006/relationships/image" Target="../media/image36.png"/><Relationship Id="rId119" Type="http://schemas.openxmlformats.org/officeDocument/2006/relationships/image" Target="../media/image84.png"/><Relationship Id="rId44" Type="http://schemas.openxmlformats.org/officeDocument/2006/relationships/customXml" Target="../ink/ink32.xml"/><Relationship Id="rId65" Type="http://schemas.openxmlformats.org/officeDocument/2006/relationships/image" Target="../media/image57.png"/><Relationship Id="rId86" Type="http://schemas.openxmlformats.org/officeDocument/2006/relationships/customXml" Target="../ink/ink53.xml"/><Relationship Id="rId130" Type="http://schemas.openxmlformats.org/officeDocument/2006/relationships/customXml" Target="../ink/ink75.xml"/><Relationship Id="rId151" Type="http://schemas.openxmlformats.org/officeDocument/2006/relationships/image" Target="../media/image100.png"/><Relationship Id="rId172" Type="http://schemas.openxmlformats.org/officeDocument/2006/relationships/customXml" Target="../ink/ink96.xml"/><Relationship Id="rId193" Type="http://schemas.openxmlformats.org/officeDocument/2006/relationships/image" Target="../media/image121.png"/><Relationship Id="rId207" Type="http://schemas.openxmlformats.org/officeDocument/2006/relationships/image" Target="../media/image128.png"/><Relationship Id="rId228" Type="http://schemas.openxmlformats.org/officeDocument/2006/relationships/image" Target="../media/image138.png"/><Relationship Id="rId13" Type="http://schemas.openxmlformats.org/officeDocument/2006/relationships/image" Target="../media/image31.png"/><Relationship Id="rId109" Type="http://schemas.openxmlformats.org/officeDocument/2006/relationships/image" Target="../media/image79.png"/><Relationship Id="rId34" Type="http://schemas.openxmlformats.org/officeDocument/2006/relationships/customXml" Target="../ink/ink27.xml"/><Relationship Id="rId55" Type="http://schemas.openxmlformats.org/officeDocument/2006/relationships/image" Target="../media/image52.png"/><Relationship Id="rId76" Type="http://schemas.openxmlformats.org/officeDocument/2006/relationships/customXml" Target="../ink/ink48.xml"/><Relationship Id="rId97" Type="http://schemas.openxmlformats.org/officeDocument/2006/relationships/image" Target="../media/image73.png"/><Relationship Id="rId120" Type="http://schemas.openxmlformats.org/officeDocument/2006/relationships/customXml" Target="../ink/ink70.xml"/><Relationship Id="rId141" Type="http://schemas.openxmlformats.org/officeDocument/2006/relationships/image" Target="../media/image95.png"/><Relationship Id="rId7" Type="http://schemas.openxmlformats.org/officeDocument/2006/relationships/image" Target="../media/image28.png"/><Relationship Id="rId162" Type="http://schemas.openxmlformats.org/officeDocument/2006/relationships/customXml" Target="../ink/ink91.xml"/><Relationship Id="rId183" Type="http://schemas.openxmlformats.org/officeDocument/2006/relationships/image" Target="../media/image116.png"/><Relationship Id="rId218" Type="http://schemas.openxmlformats.org/officeDocument/2006/relationships/customXml" Target="../ink/ink119.xml"/><Relationship Id="rId24" Type="http://schemas.openxmlformats.org/officeDocument/2006/relationships/customXml" Target="../ink/ink22.xml"/><Relationship Id="rId45" Type="http://schemas.openxmlformats.org/officeDocument/2006/relationships/image" Target="../media/image47.png"/><Relationship Id="rId66" Type="http://schemas.openxmlformats.org/officeDocument/2006/relationships/customXml" Target="../ink/ink43.xml"/><Relationship Id="rId87" Type="http://schemas.openxmlformats.org/officeDocument/2006/relationships/image" Target="../media/image68.png"/><Relationship Id="rId110" Type="http://schemas.openxmlformats.org/officeDocument/2006/relationships/customXml" Target="../ink/ink65.xml"/><Relationship Id="rId131" Type="http://schemas.openxmlformats.org/officeDocument/2006/relationships/image" Target="../media/image90.png"/><Relationship Id="rId152" Type="http://schemas.openxmlformats.org/officeDocument/2006/relationships/customXml" Target="../ink/ink86.xml"/><Relationship Id="rId173" Type="http://schemas.openxmlformats.org/officeDocument/2006/relationships/image" Target="../media/image111.png"/><Relationship Id="rId194" Type="http://schemas.openxmlformats.org/officeDocument/2006/relationships/customXml" Target="../ink/ink107.xml"/><Relationship Id="rId208" Type="http://schemas.openxmlformats.org/officeDocument/2006/relationships/customXml" Target="../ink/ink114.xml"/><Relationship Id="rId229" Type="http://schemas.openxmlformats.org/officeDocument/2006/relationships/customXml" Target="../ink/ink125.xml"/><Relationship Id="rId14" Type="http://schemas.openxmlformats.org/officeDocument/2006/relationships/customXml" Target="../ink/ink17.xml"/><Relationship Id="rId35" Type="http://schemas.openxmlformats.org/officeDocument/2006/relationships/image" Target="../media/image42.png"/><Relationship Id="rId56" Type="http://schemas.openxmlformats.org/officeDocument/2006/relationships/customXml" Target="../ink/ink38.xml"/><Relationship Id="rId77" Type="http://schemas.openxmlformats.org/officeDocument/2006/relationships/image" Target="../media/image63.png"/><Relationship Id="rId100" Type="http://schemas.openxmlformats.org/officeDocument/2006/relationships/customXml" Target="../ink/ink60.xml"/><Relationship Id="rId8" Type="http://schemas.openxmlformats.org/officeDocument/2006/relationships/customXml" Target="../ink/ink14.xml"/><Relationship Id="rId98" Type="http://schemas.openxmlformats.org/officeDocument/2006/relationships/customXml" Target="../ink/ink59.xml"/><Relationship Id="rId121" Type="http://schemas.openxmlformats.org/officeDocument/2006/relationships/image" Target="../media/image85.png"/><Relationship Id="rId142" Type="http://schemas.openxmlformats.org/officeDocument/2006/relationships/customXml" Target="../ink/ink81.xml"/><Relationship Id="rId163" Type="http://schemas.openxmlformats.org/officeDocument/2006/relationships/image" Target="../media/image106.png"/><Relationship Id="rId184" Type="http://schemas.openxmlformats.org/officeDocument/2006/relationships/customXml" Target="../ink/ink102.xml"/><Relationship Id="rId219" Type="http://schemas.openxmlformats.org/officeDocument/2006/relationships/image" Target="../media/image134.png"/><Relationship Id="rId230" Type="http://schemas.openxmlformats.org/officeDocument/2006/relationships/image" Target="../media/image139.png"/><Relationship Id="rId25" Type="http://schemas.openxmlformats.org/officeDocument/2006/relationships/image" Target="../media/image37.png"/><Relationship Id="rId46" Type="http://schemas.openxmlformats.org/officeDocument/2006/relationships/customXml" Target="../ink/ink33.xml"/><Relationship Id="rId67" Type="http://schemas.openxmlformats.org/officeDocument/2006/relationships/image" Target="../media/image58.png"/><Relationship Id="rId116" Type="http://schemas.openxmlformats.org/officeDocument/2006/relationships/customXml" Target="../ink/ink68.xml"/><Relationship Id="rId137" Type="http://schemas.openxmlformats.org/officeDocument/2006/relationships/image" Target="../media/image93.png"/><Relationship Id="rId158" Type="http://schemas.openxmlformats.org/officeDocument/2006/relationships/customXml" Target="../ink/ink89.xml"/><Relationship Id="rId20" Type="http://schemas.openxmlformats.org/officeDocument/2006/relationships/customXml" Target="../ink/ink20.xml"/><Relationship Id="rId41" Type="http://schemas.openxmlformats.org/officeDocument/2006/relationships/image" Target="../media/image45.png"/><Relationship Id="rId62" Type="http://schemas.openxmlformats.org/officeDocument/2006/relationships/customXml" Target="../ink/ink41.xml"/><Relationship Id="rId83" Type="http://schemas.openxmlformats.org/officeDocument/2006/relationships/image" Target="../media/image66.png"/><Relationship Id="rId88" Type="http://schemas.openxmlformats.org/officeDocument/2006/relationships/customXml" Target="../ink/ink54.xml"/><Relationship Id="rId111" Type="http://schemas.openxmlformats.org/officeDocument/2006/relationships/image" Target="../media/image80.png"/><Relationship Id="rId132" Type="http://schemas.openxmlformats.org/officeDocument/2006/relationships/customXml" Target="../ink/ink76.xml"/><Relationship Id="rId153" Type="http://schemas.openxmlformats.org/officeDocument/2006/relationships/image" Target="../media/image101.png"/><Relationship Id="rId174" Type="http://schemas.openxmlformats.org/officeDocument/2006/relationships/customXml" Target="../ink/ink97.xml"/><Relationship Id="rId179" Type="http://schemas.openxmlformats.org/officeDocument/2006/relationships/image" Target="../media/image114.png"/><Relationship Id="rId195" Type="http://schemas.openxmlformats.org/officeDocument/2006/relationships/image" Target="../media/image122.png"/><Relationship Id="rId209" Type="http://schemas.openxmlformats.org/officeDocument/2006/relationships/image" Target="../media/image129.png"/><Relationship Id="rId190" Type="http://schemas.openxmlformats.org/officeDocument/2006/relationships/customXml" Target="../ink/ink105.xml"/><Relationship Id="rId204" Type="http://schemas.openxmlformats.org/officeDocument/2006/relationships/customXml" Target="../ink/ink112.xml"/><Relationship Id="rId220" Type="http://schemas.openxmlformats.org/officeDocument/2006/relationships/customXml" Target="../ink/ink120.xml"/><Relationship Id="rId225" Type="http://schemas.openxmlformats.org/officeDocument/2006/relationships/image" Target="../media/image137.png"/><Relationship Id="rId15" Type="http://schemas.openxmlformats.org/officeDocument/2006/relationships/image" Target="../media/image32.png"/><Relationship Id="rId36" Type="http://schemas.openxmlformats.org/officeDocument/2006/relationships/customXml" Target="../ink/ink28.xml"/><Relationship Id="rId57" Type="http://schemas.openxmlformats.org/officeDocument/2006/relationships/image" Target="../media/image53.png"/><Relationship Id="rId106" Type="http://schemas.openxmlformats.org/officeDocument/2006/relationships/customXml" Target="../ink/ink63.xml"/><Relationship Id="rId127" Type="http://schemas.openxmlformats.org/officeDocument/2006/relationships/image" Target="../media/image88.png"/><Relationship Id="rId10" Type="http://schemas.openxmlformats.org/officeDocument/2006/relationships/customXml" Target="../ink/ink15.xml"/><Relationship Id="rId31" Type="http://schemas.openxmlformats.org/officeDocument/2006/relationships/image" Target="../media/image40.png"/><Relationship Id="rId52" Type="http://schemas.openxmlformats.org/officeDocument/2006/relationships/customXml" Target="../ink/ink36.xml"/><Relationship Id="rId73" Type="http://schemas.openxmlformats.org/officeDocument/2006/relationships/image" Target="../media/image61.png"/><Relationship Id="rId78" Type="http://schemas.openxmlformats.org/officeDocument/2006/relationships/customXml" Target="../ink/ink49.xml"/><Relationship Id="rId94" Type="http://schemas.openxmlformats.org/officeDocument/2006/relationships/customXml" Target="../ink/ink57.xml"/><Relationship Id="rId99" Type="http://schemas.openxmlformats.org/officeDocument/2006/relationships/image" Target="../media/image74.png"/><Relationship Id="rId101" Type="http://schemas.openxmlformats.org/officeDocument/2006/relationships/image" Target="../media/image75.png"/><Relationship Id="rId122" Type="http://schemas.openxmlformats.org/officeDocument/2006/relationships/customXml" Target="../ink/ink71.xml"/><Relationship Id="rId143" Type="http://schemas.openxmlformats.org/officeDocument/2006/relationships/image" Target="../media/image96.png"/><Relationship Id="rId148" Type="http://schemas.openxmlformats.org/officeDocument/2006/relationships/customXml" Target="../ink/ink84.xml"/><Relationship Id="rId164" Type="http://schemas.openxmlformats.org/officeDocument/2006/relationships/customXml" Target="../ink/ink92.xml"/><Relationship Id="rId169" Type="http://schemas.openxmlformats.org/officeDocument/2006/relationships/image" Target="../media/image109.png"/><Relationship Id="rId185" Type="http://schemas.openxmlformats.org/officeDocument/2006/relationships/image" Target="../media/image117.png"/><Relationship Id="rId4" Type="http://schemas.openxmlformats.org/officeDocument/2006/relationships/customXml" Target="../ink/ink12.xml"/><Relationship Id="rId9" Type="http://schemas.openxmlformats.org/officeDocument/2006/relationships/image" Target="../media/image29.png"/><Relationship Id="rId180" Type="http://schemas.openxmlformats.org/officeDocument/2006/relationships/customXml" Target="../ink/ink100.xml"/><Relationship Id="rId210" Type="http://schemas.openxmlformats.org/officeDocument/2006/relationships/customXml" Target="../ink/ink115.xml"/><Relationship Id="rId215" Type="http://schemas.openxmlformats.org/officeDocument/2006/relationships/image" Target="../media/image132.png"/><Relationship Id="rId26" Type="http://schemas.openxmlformats.org/officeDocument/2006/relationships/customXml" Target="../ink/ink23.xml"/><Relationship Id="rId231" Type="http://schemas.openxmlformats.org/officeDocument/2006/relationships/customXml" Target="../ink/ink126.xml"/><Relationship Id="rId47" Type="http://schemas.openxmlformats.org/officeDocument/2006/relationships/image" Target="../media/image48.png"/><Relationship Id="rId68" Type="http://schemas.openxmlformats.org/officeDocument/2006/relationships/customXml" Target="../ink/ink44.xml"/><Relationship Id="rId89" Type="http://schemas.openxmlformats.org/officeDocument/2006/relationships/image" Target="../media/image69.png"/><Relationship Id="rId112" Type="http://schemas.openxmlformats.org/officeDocument/2006/relationships/customXml" Target="../ink/ink66.xml"/><Relationship Id="rId133" Type="http://schemas.openxmlformats.org/officeDocument/2006/relationships/image" Target="../media/image91.png"/><Relationship Id="rId154" Type="http://schemas.openxmlformats.org/officeDocument/2006/relationships/customXml" Target="../ink/ink87.xml"/><Relationship Id="rId175" Type="http://schemas.openxmlformats.org/officeDocument/2006/relationships/image" Target="../media/image112.png"/><Relationship Id="rId196" Type="http://schemas.openxmlformats.org/officeDocument/2006/relationships/customXml" Target="../ink/ink108.xml"/><Relationship Id="rId200" Type="http://schemas.openxmlformats.org/officeDocument/2006/relationships/customXml" Target="../ink/ink110.xml"/><Relationship Id="rId16" Type="http://schemas.openxmlformats.org/officeDocument/2006/relationships/customXml" Target="../ink/ink18.xml"/><Relationship Id="rId221" Type="http://schemas.openxmlformats.org/officeDocument/2006/relationships/image" Target="../media/image135.png"/><Relationship Id="rId37" Type="http://schemas.openxmlformats.org/officeDocument/2006/relationships/image" Target="../media/image43.png"/><Relationship Id="rId58" Type="http://schemas.openxmlformats.org/officeDocument/2006/relationships/customXml" Target="../ink/ink39.xml"/><Relationship Id="rId79" Type="http://schemas.openxmlformats.org/officeDocument/2006/relationships/image" Target="../media/image64.png"/><Relationship Id="rId102" Type="http://schemas.openxmlformats.org/officeDocument/2006/relationships/customXml" Target="../ink/ink61.xml"/><Relationship Id="rId123" Type="http://schemas.openxmlformats.org/officeDocument/2006/relationships/image" Target="../media/image86.png"/><Relationship Id="rId144" Type="http://schemas.openxmlformats.org/officeDocument/2006/relationships/customXml" Target="../ink/ink82.xml"/><Relationship Id="rId90" Type="http://schemas.openxmlformats.org/officeDocument/2006/relationships/customXml" Target="../ink/ink55.xml"/><Relationship Id="rId165" Type="http://schemas.openxmlformats.org/officeDocument/2006/relationships/image" Target="../media/image107.png"/><Relationship Id="rId186" Type="http://schemas.openxmlformats.org/officeDocument/2006/relationships/customXml" Target="../ink/ink103.xml"/><Relationship Id="rId211" Type="http://schemas.openxmlformats.org/officeDocument/2006/relationships/image" Target="../media/image130.png"/><Relationship Id="rId232" Type="http://schemas.openxmlformats.org/officeDocument/2006/relationships/image" Target="../media/image140.png"/><Relationship Id="rId27" Type="http://schemas.openxmlformats.org/officeDocument/2006/relationships/image" Target="../media/image38.png"/><Relationship Id="rId48" Type="http://schemas.openxmlformats.org/officeDocument/2006/relationships/customXml" Target="../ink/ink34.xml"/><Relationship Id="rId69" Type="http://schemas.openxmlformats.org/officeDocument/2006/relationships/image" Target="../media/image59.png"/><Relationship Id="rId113" Type="http://schemas.openxmlformats.org/officeDocument/2006/relationships/image" Target="../media/image81.png"/><Relationship Id="rId134" Type="http://schemas.openxmlformats.org/officeDocument/2006/relationships/customXml" Target="../ink/ink77.xml"/><Relationship Id="rId80" Type="http://schemas.openxmlformats.org/officeDocument/2006/relationships/customXml" Target="../ink/ink50.xml"/><Relationship Id="rId155" Type="http://schemas.openxmlformats.org/officeDocument/2006/relationships/image" Target="../media/image102.png"/><Relationship Id="rId176" Type="http://schemas.openxmlformats.org/officeDocument/2006/relationships/customXml" Target="../ink/ink98.xml"/><Relationship Id="rId197" Type="http://schemas.openxmlformats.org/officeDocument/2006/relationships/image" Target="../media/image123.png"/><Relationship Id="rId201" Type="http://schemas.openxmlformats.org/officeDocument/2006/relationships/image" Target="../media/image125.png"/><Relationship Id="rId222" Type="http://schemas.openxmlformats.org/officeDocument/2006/relationships/customXml" Target="../ink/ink121.xml"/><Relationship Id="rId17" Type="http://schemas.openxmlformats.org/officeDocument/2006/relationships/image" Target="../media/image33.png"/><Relationship Id="rId38" Type="http://schemas.openxmlformats.org/officeDocument/2006/relationships/customXml" Target="../ink/ink29.xml"/><Relationship Id="rId59" Type="http://schemas.openxmlformats.org/officeDocument/2006/relationships/image" Target="../media/image54.png"/><Relationship Id="rId103" Type="http://schemas.openxmlformats.org/officeDocument/2006/relationships/image" Target="../media/image76.png"/><Relationship Id="rId124" Type="http://schemas.openxmlformats.org/officeDocument/2006/relationships/customXml" Target="../ink/ink72.xml"/><Relationship Id="rId70" Type="http://schemas.openxmlformats.org/officeDocument/2006/relationships/customXml" Target="../ink/ink45.xml"/><Relationship Id="rId91" Type="http://schemas.openxmlformats.org/officeDocument/2006/relationships/image" Target="../media/image70.png"/><Relationship Id="rId145" Type="http://schemas.openxmlformats.org/officeDocument/2006/relationships/image" Target="../media/image97.png"/><Relationship Id="rId166" Type="http://schemas.openxmlformats.org/officeDocument/2006/relationships/customXml" Target="../ink/ink93.xml"/><Relationship Id="rId187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6.xml"/><Relationship Id="rId28" Type="http://schemas.openxmlformats.org/officeDocument/2006/relationships/customXml" Target="../ink/ink24.xml"/><Relationship Id="rId49" Type="http://schemas.openxmlformats.org/officeDocument/2006/relationships/image" Target="../media/image49.png"/><Relationship Id="rId114" Type="http://schemas.openxmlformats.org/officeDocument/2006/relationships/customXml" Target="../ink/ink67.xml"/><Relationship Id="rId60" Type="http://schemas.openxmlformats.org/officeDocument/2006/relationships/customXml" Target="../ink/ink40.xml"/><Relationship Id="rId81" Type="http://schemas.openxmlformats.org/officeDocument/2006/relationships/image" Target="../media/image65.png"/><Relationship Id="rId135" Type="http://schemas.openxmlformats.org/officeDocument/2006/relationships/image" Target="../media/image92.png"/><Relationship Id="rId156" Type="http://schemas.openxmlformats.org/officeDocument/2006/relationships/customXml" Target="../ink/ink88.xml"/><Relationship Id="rId177" Type="http://schemas.openxmlformats.org/officeDocument/2006/relationships/image" Target="../media/image113.png"/><Relationship Id="rId198" Type="http://schemas.openxmlformats.org/officeDocument/2006/relationships/customXml" Target="../ink/ink109.xml"/><Relationship Id="rId202" Type="http://schemas.openxmlformats.org/officeDocument/2006/relationships/customXml" Target="../ink/ink111.xml"/><Relationship Id="rId223" Type="http://schemas.openxmlformats.org/officeDocument/2006/relationships/image" Target="../media/image136.png"/><Relationship Id="rId18" Type="http://schemas.openxmlformats.org/officeDocument/2006/relationships/customXml" Target="../ink/ink19.xml"/><Relationship Id="rId39" Type="http://schemas.openxmlformats.org/officeDocument/2006/relationships/image" Target="../media/image44.png"/><Relationship Id="rId50" Type="http://schemas.openxmlformats.org/officeDocument/2006/relationships/customXml" Target="../ink/ink35.xml"/><Relationship Id="rId104" Type="http://schemas.openxmlformats.org/officeDocument/2006/relationships/customXml" Target="../ink/ink62.xml"/><Relationship Id="rId125" Type="http://schemas.openxmlformats.org/officeDocument/2006/relationships/image" Target="../media/image87.png"/><Relationship Id="rId146" Type="http://schemas.openxmlformats.org/officeDocument/2006/relationships/customXml" Target="../ink/ink83.xml"/><Relationship Id="rId167" Type="http://schemas.openxmlformats.org/officeDocument/2006/relationships/image" Target="../media/image108.png"/><Relationship Id="rId188" Type="http://schemas.openxmlformats.org/officeDocument/2006/relationships/customXml" Target="../ink/ink104.xml"/><Relationship Id="rId71" Type="http://schemas.openxmlformats.org/officeDocument/2006/relationships/image" Target="../media/image60.png"/><Relationship Id="rId92" Type="http://schemas.openxmlformats.org/officeDocument/2006/relationships/customXml" Target="../ink/ink56.xml"/><Relationship Id="rId213" Type="http://schemas.openxmlformats.org/officeDocument/2006/relationships/image" Target="../media/image131.png"/><Relationship Id="rId2" Type="http://schemas.openxmlformats.org/officeDocument/2006/relationships/image" Target="../media/image25.png"/><Relationship Id="rId29" Type="http://schemas.openxmlformats.org/officeDocument/2006/relationships/image" Target="../media/image39.png"/><Relationship Id="rId40" Type="http://schemas.openxmlformats.org/officeDocument/2006/relationships/customXml" Target="../ink/ink30.xml"/><Relationship Id="rId115" Type="http://schemas.openxmlformats.org/officeDocument/2006/relationships/image" Target="../media/image82.png"/><Relationship Id="rId136" Type="http://schemas.openxmlformats.org/officeDocument/2006/relationships/customXml" Target="../ink/ink78.xml"/><Relationship Id="rId157" Type="http://schemas.openxmlformats.org/officeDocument/2006/relationships/image" Target="../media/image103.png"/><Relationship Id="rId178" Type="http://schemas.openxmlformats.org/officeDocument/2006/relationships/customXml" Target="../ink/ink99.xml"/><Relationship Id="rId61" Type="http://schemas.openxmlformats.org/officeDocument/2006/relationships/image" Target="../media/image55.png"/><Relationship Id="rId82" Type="http://schemas.openxmlformats.org/officeDocument/2006/relationships/customXml" Target="../ink/ink51.xml"/><Relationship Id="rId199" Type="http://schemas.openxmlformats.org/officeDocument/2006/relationships/image" Target="../media/image124.png"/><Relationship Id="rId203" Type="http://schemas.openxmlformats.org/officeDocument/2006/relationships/image" Target="../media/image126.png"/><Relationship Id="rId19" Type="http://schemas.openxmlformats.org/officeDocument/2006/relationships/image" Target="../media/image34.png"/><Relationship Id="rId224" Type="http://schemas.openxmlformats.org/officeDocument/2006/relationships/customXml" Target="../ink/ink122.xml"/><Relationship Id="rId30" Type="http://schemas.openxmlformats.org/officeDocument/2006/relationships/customXml" Target="../ink/ink25.xml"/><Relationship Id="rId105" Type="http://schemas.openxmlformats.org/officeDocument/2006/relationships/image" Target="../media/image77.png"/><Relationship Id="rId126" Type="http://schemas.openxmlformats.org/officeDocument/2006/relationships/customXml" Target="../ink/ink73.xml"/><Relationship Id="rId147" Type="http://schemas.openxmlformats.org/officeDocument/2006/relationships/image" Target="../media/image98.png"/><Relationship Id="rId168" Type="http://schemas.openxmlformats.org/officeDocument/2006/relationships/customXml" Target="../ink/ink94.xml"/><Relationship Id="rId51" Type="http://schemas.openxmlformats.org/officeDocument/2006/relationships/image" Target="../media/image50.png"/><Relationship Id="rId72" Type="http://schemas.openxmlformats.org/officeDocument/2006/relationships/customXml" Target="../ink/ink46.xml"/><Relationship Id="rId93" Type="http://schemas.openxmlformats.org/officeDocument/2006/relationships/image" Target="../media/image71.png"/><Relationship Id="rId189" Type="http://schemas.openxmlformats.org/officeDocument/2006/relationships/image" Target="../media/image119.png"/><Relationship Id="rId3" Type="http://schemas.openxmlformats.org/officeDocument/2006/relationships/image" Target="../media/image26.png"/><Relationship Id="rId214" Type="http://schemas.openxmlformats.org/officeDocument/2006/relationships/customXml" Target="../ink/ink117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8.xml"/><Relationship Id="rId21" Type="http://schemas.openxmlformats.org/officeDocument/2006/relationships/image" Target="../media/image148.png"/><Relationship Id="rId42" Type="http://schemas.openxmlformats.org/officeDocument/2006/relationships/customXml" Target="../ink/ink146.xml"/><Relationship Id="rId47" Type="http://schemas.openxmlformats.org/officeDocument/2006/relationships/image" Target="../media/image161.png"/><Relationship Id="rId63" Type="http://schemas.openxmlformats.org/officeDocument/2006/relationships/image" Target="../media/image169.png"/><Relationship Id="rId68" Type="http://schemas.openxmlformats.org/officeDocument/2006/relationships/customXml" Target="../ink/ink159.xml"/><Relationship Id="rId16" Type="http://schemas.openxmlformats.org/officeDocument/2006/relationships/customXml" Target="../ink/ink133.xml"/><Relationship Id="rId11" Type="http://schemas.openxmlformats.org/officeDocument/2006/relationships/image" Target="../media/image143.png"/><Relationship Id="rId32" Type="http://schemas.openxmlformats.org/officeDocument/2006/relationships/customXml" Target="../ink/ink141.xml"/><Relationship Id="rId37" Type="http://schemas.openxmlformats.org/officeDocument/2006/relationships/image" Target="../media/image156.png"/><Relationship Id="rId53" Type="http://schemas.openxmlformats.org/officeDocument/2006/relationships/image" Target="../media/image164.png"/><Relationship Id="rId58" Type="http://schemas.openxmlformats.org/officeDocument/2006/relationships/customXml" Target="../ink/ink154.xml"/><Relationship Id="rId74" Type="http://schemas.openxmlformats.org/officeDocument/2006/relationships/customXml" Target="../ink/ink162.xml"/><Relationship Id="rId79" Type="http://schemas.openxmlformats.org/officeDocument/2006/relationships/image" Target="../media/image177.png"/><Relationship Id="rId5" Type="http://schemas.openxmlformats.org/officeDocument/2006/relationships/image" Target="../media/image141.png"/><Relationship Id="rId61" Type="http://schemas.openxmlformats.org/officeDocument/2006/relationships/image" Target="../media/image168.png"/><Relationship Id="rId82" Type="http://schemas.openxmlformats.org/officeDocument/2006/relationships/customXml" Target="../ink/ink166.xml"/><Relationship Id="rId19" Type="http://schemas.openxmlformats.org/officeDocument/2006/relationships/image" Target="../media/image147.png"/><Relationship Id="rId14" Type="http://schemas.openxmlformats.org/officeDocument/2006/relationships/customXml" Target="../ink/ink132.xml"/><Relationship Id="rId22" Type="http://schemas.openxmlformats.org/officeDocument/2006/relationships/customXml" Target="../ink/ink136.xml"/><Relationship Id="rId27" Type="http://schemas.openxmlformats.org/officeDocument/2006/relationships/image" Target="../media/image151.png"/><Relationship Id="rId30" Type="http://schemas.openxmlformats.org/officeDocument/2006/relationships/customXml" Target="../ink/ink140.xml"/><Relationship Id="rId35" Type="http://schemas.openxmlformats.org/officeDocument/2006/relationships/image" Target="../media/image155.png"/><Relationship Id="rId43" Type="http://schemas.openxmlformats.org/officeDocument/2006/relationships/image" Target="../media/image159.png"/><Relationship Id="rId48" Type="http://schemas.openxmlformats.org/officeDocument/2006/relationships/customXml" Target="../ink/ink149.xml"/><Relationship Id="rId56" Type="http://schemas.openxmlformats.org/officeDocument/2006/relationships/customXml" Target="../ink/ink153.xml"/><Relationship Id="rId64" Type="http://schemas.openxmlformats.org/officeDocument/2006/relationships/customXml" Target="../ink/ink157.xml"/><Relationship Id="rId69" Type="http://schemas.openxmlformats.org/officeDocument/2006/relationships/image" Target="../media/image172.png"/><Relationship Id="rId77" Type="http://schemas.openxmlformats.org/officeDocument/2006/relationships/image" Target="../media/image176.png"/><Relationship Id="rId8" Type="http://schemas.openxmlformats.org/officeDocument/2006/relationships/customXml" Target="../ink/ink129.xml"/><Relationship Id="rId51" Type="http://schemas.openxmlformats.org/officeDocument/2006/relationships/image" Target="../media/image163.png"/><Relationship Id="rId72" Type="http://schemas.openxmlformats.org/officeDocument/2006/relationships/customXml" Target="../ink/ink161.xml"/><Relationship Id="rId80" Type="http://schemas.openxmlformats.org/officeDocument/2006/relationships/customXml" Target="../ink/ink165.xml"/><Relationship Id="rId3" Type="http://schemas.openxmlformats.org/officeDocument/2006/relationships/image" Target="../media/image26.png"/><Relationship Id="rId12" Type="http://schemas.openxmlformats.org/officeDocument/2006/relationships/customXml" Target="../ink/ink131.xml"/><Relationship Id="rId17" Type="http://schemas.openxmlformats.org/officeDocument/2006/relationships/image" Target="../media/image146.png"/><Relationship Id="rId25" Type="http://schemas.openxmlformats.org/officeDocument/2006/relationships/image" Target="../media/image150.png"/><Relationship Id="rId33" Type="http://schemas.openxmlformats.org/officeDocument/2006/relationships/image" Target="../media/image154.png"/><Relationship Id="rId38" Type="http://schemas.openxmlformats.org/officeDocument/2006/relationships/customXml" Target="../ink/ink144.xml"/><Relationship Id="rId46" Type="http://schemas.openxmlformats.org/officeDocument/2006/relationships/customXml" Target="../ink/ink148.xml"/><Relationship Id="rId59" Type="http://schemas.openxmlformats.org/officeDocument/2006/relationships/image" Target="../media/image167.png"/><Relationship Id="rId67" Type="http://schemas.openxmlformats.org/officeDocument/2006/relationships/image" Target="../media/image171.png"/><Relationship Id="rId20" Type="http://schemas.openxmlformats.org/officeDocument/2006/relationships/customXml" Target="../ink/ink135.xml"/><Relationship Id="rId41" Type="http://schemas.openxmlformats.org/officeDocument/2006/relationships/image" Target="../media/image158.png"/><Relationship Id="rId54" Type="http://schemas.openxmlformats.org/officeDocument/2006/relationships/customXml" Target="../ink/ink152.xml"/><Relationship Id="rId62" Type="http://schemas.openxmlformats.org/officeDocument/2006/relationships/customXml" Target="../ink/ink156.xml"/><Relationship Id="rId70" Type="http://schemas.openxmlformats.org/officeDocument/2006/relationships/customXml" Target="../ink/ink160.xml"/><Relationship Id="rId75" Type="http://schemas.openxmlformats.org/officeDocument/2006/relationships/image" Target="../media/image175.png"/><Relationship Id="rId83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8.xml"/><Relationship Id="rId15" Type="http://schemas.openxmlformats.org/officeDocument/2006/relationships/image" Target="../media/image145.png"/><Relationship Id="rId23" Type="http://schemas.openxmlformats.org/officeDocument/2006/relationships/image" Target="../media/image149.png"/><Relationship Id="rId28" Type="http://schemas.openxmlformats.org/officeDocument/2006/relationships/customXml" Target="../ink/ink139.xml"/><Relationship Id="rId36" Type="http://schemas.openxmlformats.org/officeDocument/2006/relationships/customXml" Target="../ink/ink143.xml"/><Relationship Id="rId49" Type="http://schemas.openxmlformats.org/officeDocument/2006/relationships/image" Target="../media/image162.png"/><Relationship Id="rId57" Type="http://schemas.openxmlformats.org/officeDocument/2006/relationships/image" Target="../media/image166.png"/><Relationship Id="rId10" Type="http://schemas.openxmlformats.org/officeDocument/2006/relationships/customXml" Target="../ink/ink130.xml"/><Relationship Id="rId31" Type="http://schemas.openxmlformats.org/officeDocument/2006/relationships/image" Target="../media/image153.png"/><Relationship Id="rId44" Type="http://schemas.openxmlformats.org/officeDocument/2006/relationships/customXml" Target="../ink/ink147.xml"/><Relationship Id="rId52" Type="http://schemas.openxmlformats.org/officeDocument/2006/relationships/customXml" Target="../ink/ink151.xml"/><Relationship Id="rId60" Type="http://schemas.openxmlformats.org/officeDocument/2006/relationships/customXml" Target="../ink/ink155.xml"/><Relationship Id="rId65" Type="http://schemas.openxmlformats.org/officeDocument/2006/relationships/image" Target="../media/image170.png"/><Relationship Id="rId73" Type="http://schemas.openxmlformats.org/officeDocument/2006/relationships/image" Target="../media/image174.png"/><Relationship Id="rId78" Type="http://schemas.openxmlformats.org/officeDocument/2006/relationships/customXml" Target="../ink/ink164.xml"/><Relationship Id="rId81" Type="http://schemas.openxmlformats.org/officeDocument/2006/relationships/image" Target="../media/image178.png"/><Relationship Id="rId4" Type="http://schemas.openxmlformats.org/officeDocument/2006/relationships/customXml" Target="../ink/ink127.xml"/><Relationship Id="rId9" Type="http://schemas.openxmlformats.org/officeDocument/2006/relationships/image" Target="../media/image142.png"/><Relationship Id="rId13" Type="http://schemas.openxmlformats.org/officeDocument/2006/relationships/image" Target="../media/image144.png"/><Relationship Id="rId18" Type="http://schemas.openxmlformats.org/officeDocument/2006/relationships/customXml" Target="../ink/ink134.xml"/><Relationship Id="rId39" Type="http://schemas.openxmlformats.org/officeDocument/2006/relationships/image" Target="../media/image157.png"/><Relationship Id="rId34" Type="http://schemas.openxmlformats.org/officeDocument/2006/relationships/customXml" Target="../ink/ink142.xml"/><Relationship Id="rId50" Type="http://schemas.openxmlformats.org/officeDocument/2006/relationships/customXml" Target="../ink/ink150.xml"/><Relationship Id="rId55" Type="http://schemas.openxmlformats.org/officeDocument/2006/relationships/image" Target="../media/image165.png"/><Relationship Id="rId76" Type="http://schemas.openxmlformats.org/officeDocument/2006/relationships/customXml" Target="../ink/ink163.xml"/><Relationship Id="rId7" Type="http://schemas.openxmlformats.org/officeDocument/2006/relationships/image" Target="../media/image86.png"/><Relationship Id="rId71" Type="http://schemas.openxmlformats.org/officeDocument/2006/relationships/image" Target="../media/image173.png"/><Relationship Id="rId2" Type="http://schemas.openxmlformats.org/officeDocument/2006/relationships/image" Target="../media/image25.png"/><Relationship Id="rId29" Type="http://schemas.openxmlformats.org/officeDocument/2006/relationships/image" Target="../media/image152.png"/><Relationship Id="rId24" Type="http://schemas.openxmlformats.org/officeDocument/2006/relationships/customXml" Target="../ink/ink137.xml"/><Relationship Id="rId40" Type="http://schemas.openxmlformats.org/officeDocument/2006/relationships/customXml" Target="../ink/ink145.xml"/><Relationship Id="rId45" Type="http://schemas.openxmlformats.org/officeDocument/2006/relationships/image" Target="../media/image160.png"/><Relationship Id="rId66" Type="http://schemas.openxmlformats.org/officeDocument/2006/relationships/customXml" Target="../ink/ink15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D0CB-DBEE-CDA8-2B65-10FCC13D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EC798EF-6F61-BA8B-FF3B-50AE4646A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196" y="123478"/>
            <a:ext cx="7851648" cy="67554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Mid-Term Feedback</a:t>
            </a:r>
            <a:endParaRPr lang="en-IN" sz="32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55CED-E76B-E091-7C3E-D98BFE5BD153}"/>
              </a:ext>
            </a:extLst>
          </p:cNvPr>
          <p:cNvSpPr txBox="1"/>
          <p:nvPr/>
        </p:nvSpPr>
        <p:spPr>
          <a:xfrm>
            <a:off x="467544" y="987574"/>
            <a:ext cx="84249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lphaUcPeriod"/>
            </a:pPr>
            <a:r>
              <a:rPr lang="en-US" b="1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 (1 Unclear -10 Very Clear):  9</a:t>
            </a:r>
          </a:p>
          <a:p>
            <a:pPr marL="342900" indent="-342900">
              <a:lnSpc>
                <a:spcPct val="200000"/>
              </a:lnSpc>
              <a:buFontTx/>
              <a:buAutoNum type="alphaUcPeriod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(1 Unclear -10 Very Clear):     9</a:t>
            </a:r>
          </a:p>
          <a:p>
            <a:pPr marL="342900" indent="-342900">
              <a:lnSpc>
                <a:spcPct val="200000"/>
              </a:lnSpc>
              <a:buAutoNum type="alphaUcPeriod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  (1  Very Difficult – 10 Very Easy):  5.5 Moderate</a:t>
            </a:r>
          </a:p>
          <a:p>
            <a:pPr marL="342900" indent="-342900">
              <a:lnSpc>
                <a:spcPct val="200000"/>
              </a:lnSpc>
              <a:buAutoNum type="alphaUcPeriod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        (1  Very less  -  10 Plenty):   6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MCQ for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endsem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negative marking, home preferred, cheat sheet not allowed, discuss answers, partial marking, self brought calculator</a:t>
            </a:r>
          </a:p>
          <a:p>
            <a:pPr>
              <a:lnSpc>
                <a:spcPct val="200000"/>
              </a:lnSpc>
            </a:pPr>
            <a:endParaRPr lang="en-IN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04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D42CD-9C72-CD11-A477-9C690DD7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845DB2F9-633E-8FC8-AEB0-9B19A288C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196" y="123478"/>
            <a:ext cx="7851648" cy="67554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Mid-Term Feedback</a:t>
            </a:r>
            <a:endParaRPr lang="en-IN" sz="32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80BC6-3AD1-E4CA-45CC-81CB561BEC23}"/>
              </a:ext>
            </a:extLst>
          </p:cNvPr>
          <p:cNvSpPr txBox="1"/>
          <p:nvPr/>
        </p:nvSpPr>
        <p:spPr>
          <a:xfrm>
            <a:off x="467544" y="987574"/>
            <a:ext cx="84249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lphaUcPeriod"/>
            </a:pPr>
            <a:r>
              <a:rPr lang="en-US" b="1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 (1 Unclear -10 Very Clear):  9</a:t>
            </a:r>
          </a:p>
          <a:p>
            <a:pPr marL="342900" indent="-342900">
              <a:lnSpc>
                <a:spcPct val="200000"/>
              </a:lnSpc>
              <a:buFontTx/>
              <a:buAutoNum type="alphaUcPeriod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(1 Unclear -10 Very Clear):     9</a:t>
            </a:r>
          </a:p>
          <a:p>
            <a:pPr marL="342900" indent="-342900">
              <a:lnSpc>
                <a:spcPct val="200000"/>
              </a:lnSpc>
              <a:buAutoNum type="alphaUcPeriod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  (1  Very Difficult – 10 Very Easy):  5.5 Moderate</a:t>
            </a:r>
          </a:p>
          <a:p>
            <a:pPr marL="342900" indent="-342900">
              <a:lnSpc>
                <a:spcPct val="200000"/>
              </a:lnSpc>
              <a:buAutoNum type="alphaUcPeriod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        (1  Very less  -  10 Plenty):   6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MCQ for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endsem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negative marking, home preferred, cheat sheet not allowed, discuss answers, partial marking, self brought calculator</a:t>
            </a:r>
          </a:p>
          <a:p>
            <a:pPr>
              <a:lnSpc>
                <a:spcPct val="200000"/>
              </a:lnSpc>
            </a:pPr>
            <a:endParaRPr lang="en-IN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33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467544" y="1347614"/>
            <a:ext cx="85689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Sir if p &gt;&gt; n, the matrix is not square.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how can we comment on it being singular?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sir one of the reason it could if rows/columns is become linearly dependent when P is large kind of over-parameterize . then it can become singular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5576" y="123478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Singling Out on the Singular Matrix 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12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251520" y="705480"/>
            <a:ext cx="8640960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0000FF"/>
              </a:buClr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singular matrix is one for which inverse does not exist</a:t>
            </a:r>
          </a:p>
          <a:p>
            <a:pPr marL="342900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 singularity applies only to square matrices</a:t>
            </a:r>
          </a:p>
          <a:p>
            <a:pPr marL="342900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definition, a matrix is singular if 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(A)=0. </a:t>
            </a:r>
          </a:p>
          <a:p>
            <a:pPr marL="342900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the inverse of a matrix requires dividing by its determinant (A</a:t>
            </a:r>
            <a:r>
              <a:rPr lang="en-US" sz="17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−1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=​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(A)/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(A)), division by zero is undefined, making it impossible for an inverse to exist.</a:t>
            </a:r>
          </a:p>
          <a:p>
            <a:pPr algn="just">
              <a:lnSpc>
                <a:spcPct val="150000"/>
              </a:lnSpc>
              <a:buClr>
                <a:srgbClr val="0000FF"/>
              </a:buClr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Singularity applies only to square matrices</a:t>
            </a:r>
          </a:p>
          <a:p>
            <a:pPr marL="342900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Concepts of determinants &amp; standard matrix inverses are strictly defined only for square matrices (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n×n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342900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non-square matrices do not have a determinant, they cannot be classified as singular or non-singular</a:t>
            </a: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9572" y="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Singling Out on the Singular Matrix 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10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024" y="51470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can a Rectangular Matrix Be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(come)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Singular?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71550"/>
            <a:ext cx="7704856" cy="375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1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024" y="51470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can a Rectangular Matrix Be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(come)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Singular?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59582"/>
            <a:ext cx="732428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6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03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can a Rectangular Matrix Be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(come)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Singular?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553259"/>
            <a:ext cx="6820852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03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can a Rectangular Matrix Be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(come)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Singular?</a:t>
            </a:r>
            <a:endParaRPr lang="en-I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11" y="642668"/>
            <a:ext cx="7011378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48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683568" y="915566"/>
            <a:ext cx="7848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"On the 'Demonstration of Variance-Covariance Principles' slide (Slide No. 2 of VarCovProblems_pyLinks.pptx), the sample problem lists a correlation coefficient value of '1.03'. If the correlation coefficient is equal to or greater than 1 ((&gt;=1)), it should form a straight line rather than an ellipse, right? Could you kindly check this sample problem from the shared slide? Thanks in advance”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5616" y="123478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Much Correlation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3736AE-FE23-D7E5-8178-4F8374075A6F}"/>
                  </a:ext>
                </a:extLst>
              </p14:cNvPr>
              <p14:cNvContentPartPr/>
              <p14:nvPr/>
            </p14:nvContentPartPr>
            <p14:xfrm>
              <a:off x="5465008" y="1517523"/>
              <a:ext cx="874080" cy="44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3736AE-FE23-D7E5-8178-4F8374075A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0688" y="1513203"/>
                <a:ext cx="88272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2EDBCD-8FD8-E72C-D88C-79299C4E853E}"/>
                  </a:ext>
                </a:extLst>
              </p14:cNvPr>
              <p14:cNvContentPartPr/>
              <p14:nvPr/>
            </p14:nvContentPartPr>
            <p14:xfrm>
              <a:off x="1792080" y="2839680"/>
              <a:ext cx="5830920" cy="1692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2EDBCD-8FD8-E72C-D88C-79299C4E85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2720" y="2830320"/>
                <a:ext cx="5849640" cy="171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806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82" y="513705"/>
            <a:ext cx="8495105" cy="4629796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298058" y="1"/>
            <a:ext cx="8678352" cy="441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34290" rIns="0" bIns="0" numCol="1" anchor="b" anchorCtr="0" compatLnSpc="1">
            <a:prstTxWarp prst="textNoShape">
              <a:avLst/>
            </a:prstTxWarp>
            <a:normAutofit fontScale="90000" lnSpcReduction="100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6667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3200" b="1" dirty="0">
                <a:solidFill>
                  <a:srgbClr val="9900CC"/>
                </a:solidFill>
                <a:latin typeface="Arial" pitchFamily="34" charset="0"/>
                <a:cs typeface="Arial" pitchFamily="34" charset="0"/>
              </a:rPr>
              <a:t>Demonstration of Variance-Covariance Principles</a:t>
            </a:r>
            <a:endParaRPr lang="en-IN" sz="3200" b="1" dirty="0">
              <a:solidFill>
                <a:srgbClr val="9900CC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277B0D-2FAC-F0C5-96E0-84EBB42F7AB3}"/>
                  </a:ext>
                </a:extLst>
              </p14:cNvPr>
              <p14:cNvContentPartPr/>
              <p14:nvPr/>
            </p14:nvContentPartPr>
            <p14:xfrm>
              <a:off x="4529880" y="1579680"/>
              <a:ext cx="4613400" cy="1888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277B0D-2FAC-F0C5-96E0-84EBB42F7A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0520" y="1570320"/>
                <a:ext cx="4632120" cy="19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8842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23478"/>
            <a:ext cx="4091556" cy="47294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05D4CA-8C16-2764-EE33-92B0C3208DBC}"/>
                  </a:ext>
                </a:extLst>
              </p14:cNvPr>
              <p14:cNvContentPartPr/>
              <p14:nvPr/>
            </p14:nvContentPartPr>
            <p14:xfrm>
              <a:off x="4070520" y="671040"/>
              <a:ext cx="4473360" cy="3624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05D4CA-8C16-2764-EE33-92B0C3208D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1160" y="661680"/>
                <a:ext cx="4492080" cy="36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73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539552" y="1131590"/>
            <a:ext cx="813690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Doubt :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Sir,  when we say we need to maximize the covariance of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(with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in-order to find latent variable(s)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here  are we ignoring the collinearity in PLS as collinearity will be high in this case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5616" y="123478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 and Collinearity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74AEB9-0014-AC2C-AF06-DA749F208C47}"/>
                  </a:ext>
                </a:extLst>
              </p14:cNvPr>
              <p14:cNvContentPartPr/>
              <p14:nvPr/>
            </p14:nvContentPartPr>
            <p14:xfrm>
              <a:off x="1625040" y="2093400"/>
              <a:ext cx="7365600" cy="2997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74AEB9-0014-AC2C-AF06-DA749F208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5680" y="2084040"/>
                <a:ext cx="7384320" cy="301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3070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395536" y="627534"/>
            <a:ext cx="84969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Rephrasing the question: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maximizing covariance between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(scores),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becomes strongly related to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hence </a:t>
            </a:r>
            <a:r>
              <a:rPr lang="en-IN" sz="2000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‘collinear’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Does this mean we are ignoring collinearity between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collinearity will be high in this case?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IN" sz="20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unchanged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There may be strong collinearity within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makes linear regression infeasible.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in linear regression, </a:t>
            </a: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strength of linear relationship (correlation) between </a:t>
            </a: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welcomed so that a good fit is achieved.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put all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one matrix but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separate matrices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5616" y="0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 and Collinearity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3365AE-551C-07C8-977B-89EB8FEF35D0}"/>
                  </a:ext>
                </a:extLst>
              </p14:cNvPr>
              <p14:cNvContentPartPr/>
              <p14:nvPr/>
            </p14:nvContentPartPr>
            <p14:xfrm>
              <a:off x="1130760" y="2891880"/>
              <a:ext cx="7476840" cy="225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3365AE-551C-07C8-977B-89EB8FEF35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1400" y="2882520"/>
                <a:ext cx="7495560" cy="227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185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47368"/>
            <a:ext cx="6270004" cy="50964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DA5545-CF40-E58A-3CAA-AA178CC796DB}"/>
                  </a:ext>
                </a:extLst>
              </p14:cNvPr>
              <p14:cNvContentPartPr/>
              <p14:nvPr/>
            </p14:nvContentPartPr>
            <p14:xfrm>
              <a:off x="6671880" y="3423240"/>
              <a:ext cx="1828080" cy="79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DA5545-CF40-E58A-3CAA-AA178CC79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2520" y="3413880"/>
                <a:ext cx="1846800" cy="81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47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0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 and Collinearity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7534"/>
            <a:ext cx="6630325" cy="39820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EE6C98-EDC3-51A6-0E04-CDA657948702}"/>
                  </a:ext>
                </a:extLst>
              </p14:cNvPr>
              <p14:cNvContentPartPr/>
              <p14:nvPr/>
            </p14:nvContentPartPr>
            <p14:xfrm>
              <a:off x="492840" y="2536200"/>
              <a:ext cx="3626640" cy="165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EE6C98-EDC3-51A6-0E04-CDA6579487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480" y="2526840"/>
                <a:ext cx="3645360" cy="167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399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67494"/>
            <a:ext cx="7373379" cy="46679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39952" y="4835723"/>
            <a:ext cx="52565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https://chatgpt.com/c/6a5e3f65-a90c-83ee-88d0-f7041512dfa4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ABAC26-838A-B177-E7C3-6C45676D354C}"/>
                  </a:ext>
                </a:extLst>
              </p14:cNvPr>
              <p14:cNvContentPartPr/>
              <p14:nvPr/>
            </p14:nvContentPartPr>
            <p14:xfrm>
              <a:off x="2503440" y="2802600"/>
              <a:ext cx="3623040" cy="97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ABAC26-838A-B177-E7C3-6C45676D35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4080" y="2793240"/>
                <a:ext cx="3641760" cy="9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229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39502"/>
            <a:ext cx="7563906" cy="42487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29026" y="0"/>
            <a:ext cx="65344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https://chatgpt.com/c/6a5e3f65-a90c-83ee-88d0-f7041512dfa4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02E397-3433-97A7-DB1F-3B92496698AD}"/>
                  </a:ext>
                </a:extLst>
              </p14:cNvPr>
              <p14:cNvContentPartPr/>
              <p14:nvPr/>
            </p14:nvContentPartPr>
            <p14:xfrm>
              <a:off x="2717280" y="865440"/>
              <a:ext cx="3519000" cy="2264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02E397-3433-97A7-DB1F-3B92496698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7920" y="856080"/>
                <a:ext cx="3537720" cy="22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8973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467544" y="1059582"/>
            <a:ext cx="84969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IN" sz="20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unchanged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There may be strong collinearity within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makes linear regression infeasible. In PLS we are talking about (</a:t>
            </a:r>
            <a:r>
              <a:rPr lang="en-I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)relationship </a:t>
            </a:r>
            <a:r>
              <a:rPr lang="en-IN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told in class we are finding relation between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i.e., we express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terms of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be </a:t>
            </a:r>
            <a:r>
              <a:rPr lang="en-I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collinear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components of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,t</a:t>
            </a:r>
            <a:r>
              <a:rPr lang="en-IN" sz="2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,…t</a:t>
            </a:r>
            <a:r>
              <a:rPr lang="en-IN" sz="2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are </a:t>
            </a:r>
            <a:r>
              <a:rPr lang="en-IN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Hence the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does not suffer from singularity issues when you related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 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5616" y="0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 and Collinearity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439A97-764D-B496-160C-73B6785C3585}"/>
                  </a:ext>
                </a:extLst>
              </p14:cNvPr>
              <p14:cNvContentPartPr/>
              <p14:nvPr/>
            </p14:nvContentPartPr>
            <p14:xfrm>
              <a:off x="4293720" y="2982240"/>
              <a:ext cx="4357800" cy="195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439A97-764D-B496-160C-73B6785C35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4360" y="2972880"/>
                <a:ext cx="4376520" cy="197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461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67494"/>
            <a:ext cx="4772691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92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83518"/>
            <a:ext cx="868267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99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7494"/>
            <a:ext cx="8352625" cy="26642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147814"/>
            <a:ext cx="8703702" cy="115212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07904" y="123478"/>
            <a:ext cx="4896241" cy="2880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661E99-89B4-B4BD-56C9-E30D7B690F82}"/>
              </a:ext>
            </a:extLst>
          </p:cNvPr>
          <p:cNvGrpSpPr/>
          <p:nvPr/>
        </p:nvGrpSpPr>
        <p:grpSpPr>
          <a:xfrm>
            <a:off x="4625848" y="239523"/>
            <a:ext cx="1308960" cy="573840"/>
            <a:chOff x="4625848" y="239523"/>
            <a:chExt cx="1308960" cy="57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D028993-BF3F-357B-1360-918C5D25E9E1}"/>
                    </a:ext>
                  </a:extLst>
                </p14:cNvPr>
                <p14:cNvContentPartPr/>
                <p14:nvPr/>
              </p14:nvContentPartPr>
              <p14:xfrm>
                <a:off x="4669408" y="370203"/>
                <a:ext cx="17640" cy="136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D028993-BF3F-357B-1360-918C5D25E9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63288" y="364083"/>
                  <a:ext cx="29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690DF88-B8DA-13C9-6098-A6719A00B37D}"/>
                    </a:ext>
                  </a:extLst>
                </p14:cNvPr>
                <p14:cNvContentPartPr/>
                <p14:nvPr/>
              </p14:nvContentPartPr>
              <p14:xfrm>
                <a:off x="4625848" y="350763"/>
                <a:ext cx="165600" cy="182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690DF88-B8DA-13C9-6098-A6719A00B3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19728" y="344643"/>
                  <a:ext cx="177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68B04E-07DF-E359-6430-94F108D8A2AD}"/>
                    </a:ext>
                  </a:extLst>
                </p14:cNvPr>
                <p14:cNvContentPartPr/>
                <p14:nvPr/>
              </p14:nvContentPartPr>
              <p14:xfrm>
                <a:off x="4779208" y="419163"/>
                <a:ext cx="272160" cy="95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68B04E-07DF-E359-6430-94F108D8A2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73088" y="413043"/>
                  <a:ext cx="284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AA5A26-1CD4-C480-7A12-4D85ECD7B63B}"/>
                    </a:ext>
                  </a:extLst>
                </p14:cNvPr>
                <p14:cNvContentPartPr/>
                <p14:nvPr/>
              </p14:nvContentPartPr>
              <p14:xfrm>
                <a:off x="4996288" y="381003"/>
                <a:ext cx="15840" cy="1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AA5A26-1CD4-C480-7A12-4D85ECD7B6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90168" y="374883"/>
                  <a:ext cx="28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68FD67-2754-67BE-E5D5-AF372D694B7C}"/>
                    </a:ext>
                  </a:extLst>
                </p14:cNvPr>
                <p14:cNvContentPartPr/>
                <p14:nvPr/>
              </p14:nvContentPartPr>
              <p14:xfrm>
                <a:off x="5093128" y="407643"/>
                <a:ext cx="81720" cy="7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68FD67-2754-67BE-E5D5-AF372D694B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7008" y="401523"/>
                  <a:ext cx="93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3B09B7-8948-B3CD-158B-F93A4FD74CB7}"/>
                    </a:ext>
                  </a:extLst>
                </p14:cNvPr>
                <p14:cNvContentPartPr/>
                <p14:nvPr/>
              </p14:nvContentPartPr>
              <p14:xfrm>
                <a:off x="5218048" y="306843"/>
                <a:ext cx="195120" cy="18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3B09B7-8948-B3CD-158B-F93A4FD74CB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11928" y="300723"/>
                  <a:ext cx="207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61BE9DE-ADC2-B304-005F-8390DAAE881D}"/>
                    </a:ext>
                  </a:extLst>
                </p14:cNvPr>
                <p14:cNvContentPartPr/>
                <p14:nvPr/>
              </p14:nvContentPartPr>
              <p14:xfrm>
                <a:off x="5447008" y="239523"/>
                <a:ext cx="68760" cy="346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61BE9DE-ADC2-B304-005F-8390DAAE88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40888" y="233403"/>
                  <a:ext cx="810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13A743-255B-D02E-4FB2-C9B19147351A}"/>
                    </a:ext>
                  </a:extLst>
                </p14:cNvPr>
                <p14:cNvContentPartPr/>
                <p14:nvPr/>
              </p14:nvContentPartPr>
              <p14:xfrm>
                <a:off x="5562208" y="293163"/>
                <a:ext cx="129600" cy="162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13A743-255B-D02E-4FB2-C9B1914735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56088" y="287043"/>
                  <a:ext cx="141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34E0B0-40E8-906D-D0F5-78F55D987C90}"/>
                    </a:ext>
                  </a:extLst>
                </p14:cNvPr>
                <p14:cNvContentPartPr/>
                <p14:nvPr/>
              </p14:nvContentPartPr>
              <p14:xfrm>
                <a:off x="5707648" y="359403"/>
                <a:ext cx="72720" cy="99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34E0B0-40E8-906D-D0F5-78F55D987C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01528" y="353283"/>
                  <a:ext cx="84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7C96D6-344F-027D-D694-26F6598672CB}"/>
                    </a:ext>
                  </a:extLst>
                </p14:cNvPr>
                <p14:cNvContentPartPr/>
                <p14:nvPr/>
              </p14:nvContentPartPr>
              <p14:xfrm>
                <a:off x="5173768" y="672243"/>
                <a:ext cx="169560" cy="141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7C96D6-344F-027D-D694-26F659867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67648" y="666123"/>
                  <a:ext cx="181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A67CC5-6B4A-A87D-CFF9-67CAEA2E7DA5}"/>
                    </a:ext>
                  </a:extLst>
                </p14:cNvPr>
                <p14:cNvContentPartPr/>
                <p14:nvPr/>
              </p14:nvContentPartPr>
              <p14:xfrm>
                <a:off x="5396248" y="695283"/>
                <a:ext cx="82080" cy="11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A67CC5-6B4A-A87D-CFF9-67CAEA2E7D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90128" y="689163"/>
                  <a:ext cx="94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2B2E32-F42C-E46D-84BF-2562E60F5EF3}"/>
                    </a:ext>
                  </a:extLst>
                </p14:cNvPr>
                <p14:cNvContentPartPr/>
                <p14:nvPr/>
              </p14:nvContentPartPr>
              <p14:xfrm>
                <a:off x="5575888" y="554523"/>
                <a:ext cx="358920" cy="21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2B2E32-F42C-E46D-84BF-2562E60F5E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69768" y="548403"/>
                  <a:ext cx="37116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9CA7358-CED0-F152-CFBE-B1B5B25E0AEA}"/>
              </a:ext>
            </a:extLst>
          </p:cNvPr>
          <p:cNvGrpSpPr/>
          <p:nvPr/>
        </p:nvGrpSpPr>
        <p:grpSpPr>
          <a:xfrm>
            <a:off x="6960448" y="220443"/>
            <a:ext cx="1036080" cy="584640"/>
            <a:chOff x="6960448" y="220443"/>
            <a:chExt cx="1036080" cy="58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4B177F-28EF-8848-A4BE-8D1A701CE66B}"/>
                    </a:ext>
                  </a:extLst>
                </p14:cNvPr>
                <p14:cNvContentPartPr/>
                <p14:nvPr/>
              </p14:nvContentPartPr>
              <p14:xfrm>
                <a:off x="6960448" y="220443"/>
                <a:ext cx="376200" cy="242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4B177F-28EF-8848-A4BE-8D1A701CE6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54328" y="214323"/>
                  <a:ext cx="388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F7A8CC-F774-32D1-2C93-848F1CE59BCE}"/>
                    </a:ext>
                  </a:extLst>
                </p14:cNvPr>
                <p14:cNvContentPartPr/>
                <p14:nvPr/>
              </p14:nvContentPartPr>
              <p14:xfrm>
                <a:off x="7261408" y="368403"/>
                <a:ext cx="298080" cy="10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F7A8CC-F774-32D1-2C93-848F1CE59B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55288" y="362283"/>
                  <a:ext cx="310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C0B0A5-654F-3335-6B5A-10FD8988A3C4}"/>
                    </a:ext>
                  </a:extLst>
                </p14:cNvPr>
                <p14:cNvContentPartPr/>
                <p14:nvPr/>
              </p14:nvContentPartPr>
              <p14:xfrm>
                <a:off x="7653088" y="330243"/>
                <a:ext cx="343440" cy="11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C0B0A5-654F-3335-6B5A-10FD8988A3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46968" y="324123"/>
                  <a:ext cx="355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54BBFF-3EB8-71B2-8A1A-622A9523BAE1}"/>
                    </a:ext>
                  </a:extLst>
                </p14:cNvPr>
                <p14:cNvContentPartPr/>
                <p14:nvPr/>
              </p14:nvContentPartPr>
              <p14:xfrm>
                <a:off x="7259968" y="656043"/>
                <a:ext cx="117360" cy="122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54BBFF-3EB8-71B2-8A1A-622A9523BA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53848" y="649923"/>
                  <a:ext cx="129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D0EFAF-B76C-FF35-CF02-A643F9DBE318}"/>
                    </a:ext>
                  </a:extLst>
                </p14:cNvPr>
                <p14:cNvContentPartPr/>
                <p14:nvPr/>
              </p14:nvContentPartPr>
              <p14:xfrm>
                <a:off x="7260328" y="666843"/>
                <a:ext cx="96840" cy="120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D0EFAF-B76C-FF35-CF02-A643F9DBE3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54208" y="660723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EB9309-7CBE-72F5-0675-C299A53362A1}"/>
                    </a:ext>
                  </a:extLst>
                </p14:cNvPr>
                <p14:cNvContentPartPr/>
                <p14:nvPr/>
              </p14:nvContentPartPr>
              <p14:xfrm>
                <a:off x="7406128" y="584043"/>
                <a:ext cx="44280" cy="85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EB9309-7CBE-72F5-0675-C299A53362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00008" y="577923"/>
                  <a:ext cx="56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D53435-F764-BF3C-5893-9035404DD396}"/>
                    </a:ext>
                  </a:extLst>
                </p14:cNvPr>
                <p14:cNvContentPartPr/>
                <p14:nvPr/>
              </p14:nvContentPartPr>
              <p14:xfrm>
                <a:off x="7525648" y="623643"/>
                <a:ext cx="87840" cy="74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D53435-F764-BF3C-5893-9035404DD3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19528" y="617523"/>
                  <a:ext cx="100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95FD86-C88A-A87C-9139-975AFFC8654D}"/>
                    </a:ext>
                  </a:extLst>
                </p14:cNvPr>
                <p14:cNvContentPartPr/>
                <p14:nvPr/>
              </p14:nvContentPartPr>
              <p14:xfrm>
                <a:off x="7534288" y="620403"/>
                <a:ext cx="83880" cy="11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95FD86-C88A-A87C-9139-975AFFC865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28168" y="614283"/>
                  <a:ext cx="9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CA57EDA-4425-E1DD-1C79-FA8E90E72AEA}"/>
                    </a:ext>
                  </a:extLst>
                </p14:cNvPr>
                <p14:cNvContentPartPr/>
                <p14:nvPr/>
              </p14:nvContentPartPr>
              <p14:xfrm>
                <a:off x="7671448" y="560643"/>
                <a:ext cx="68760" cy="17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A57EDA-4425-E1DD-1C79-FA8E90E72A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65328" y="554523"/>
                  <a:ext cx="81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425E886-D44E-6A27-0E5E-88E2338382F0}"/>
                    </a:ext>
                  </a:extLst>
                </p14:cNvPr>
                <p14:cNvContentPartPr/>
                <p14:nvPr/>
              </p14:nvContentPartPr>
              <p14:xfrm>
                <a:off x="7031008" y="594843"/>
                <a:ext cx="172800" cy="210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425E886-D44E-6A27-0E5E-88E2338382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24888" y="588723"/>
                  <a:ext cx="185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3DA1C0-E654-2D3E-E44F-723AE2EB74E1}"/>
                    </a:ext>
                  </a:extLst>
                </p14:cNvPr>
                <p14:cNvContentPartPr/>
                <p14:nvPr/>
              </p14:nvContentPartPr>
              <p14:xfrm>
                <a:off x="7760728" y="526803"/>
                <a:ext cx="92520" cy="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3DA1C0-E654-2D3E-E44F-723AE2EB74E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54608" y="520683"/>
                  <a:ext cx="1047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9F6E5E-10A7-427D-995B-F19A9290982B}"/>
                    </a:ext>
                  </a:extLst>
                </p14:cNvPr>
                <p14:cNvContentPartPr/>
                <p14:nvPr/>
              </p14:nvContentPartPr>
              <p14:xfrm>
                <a:off x="7903648" y="467043"/>
                <a:ext cx="11880" cy="85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9F6E5E-10A7-427D-995B-F19A929098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97528" y="460923"/>
                  <a:ext cx="241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F6BA5F-F485-E432-8CA3-2D79F8DD1AEF}"/>
              </a:ext>
            </a:extLst>
          </p:cNvPr>
          <p:cNvGrpSpPr/>
          <p:nvPr/>
        </p:nvGrpSpPr>
        <p:grpSpPr>
          <a:xfrm>
            <a:off x="8186248" y="518523"/>
            <a:ext cx="787320" cy="265320"/>
            <a:chOff x="8186248" y="518523"/>
            <a:chExt cx="78732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BD667C-219C-0380-4FF2-0F08D74289E4}"/>
                    </a:ext>
                  </a:extLst>
                </p14:cNvPr>
                <p14:cNvContentPartPr/>
                <p14:nvPr/>
              </p14:nvContentPartPr>
              <p14:xfrm>
                <a:off x="8186248" y="570003"/>
                <a:ext cx="134640" cy="10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BD667C-219C-0380-4FF2-0F08D74289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80128" y="563883"/>
                  <a:ext cx="146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A2E692-2B39-3072-35ED-AEE44CE22D1A}"/>
                    </a:ext>
                  </a:extLst>
                </p14:cNvPr>
                <p14:cNvContentPartPr/>
                <p14:nvPr/>
              </p14:nvContentPartPr>
              <p14:xfrm>
                <a:off x="8311168" y="528963"/>
                <a:ext cx="23760" cy="1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A2E692-2B39-3072-35ED-AEE44CE22D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05048" y="522843"/>
                  <a:ext cx="36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34A3C74-1D98-9627-148C-8B21C7890875}"/>
                    </a:ext>
                  </a:extLst>
                </p14:cNvPr>
                <p14:cNvContentPartPr/>
                <p14:nvPr/>
              </p14:nvContentPartPr>
              <p14:xfrm>
                <a:off x="8381008" y="577923"/>
                <a:ext cx="131760" cy="205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34A3C74-1D98-9627-148C-8B21C78908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74888" y="571803"/>
                  <a:ext cx="144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CE44DF-CC98-5DEC-5326-F5656A8DABB7}"/>
                    </a:ext>
                  </a:extLst>
                </p14:cNvPr>
                <p14:cNvContentPartPr/>
                <p14:nvPr/>
              </p14:nvContentPartPr>
              <p14:xfrm>
                <a:off x="8545888" y="609603"/>
                <a:ext cx="124560" cy="47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CE44DF-CC98-5DEC-5326-F5656A8DAB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39768" y="603483"/>
                  <a:ext cx="136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613595D-8400-7ED7-A9E6-7D990CF66664}"/>
                    </a:ext>
                  </a:extLst>
                </p14:cNvPr>
                <p14:cNvContentPartPr/>
                <p14:nvPr/>
              </p14:nvContentPartPr>
              <p14:xfrm>
                <a:off x="8683408" y="518523"/>
                <a:ext cx="17280" cy="14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613595D-8400-7ED7-A9E6-7D990CF666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77288" y="512403"/>
                  <a:ext cx="29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F3E1A7E-8A58-AF64-42EE-3E57375AAA9E}"/>
                    </a:ext>
                  </a:extLst>
                </p14:cNvPr>
                <p14:cNvContentPartPr/>
                <p14:nvPr/>
              </p14:nvContentPartPr>
              <p14:xfrm>
                <a:off x="8756488" y="607803"/>
                <a:ext cx="217080" cy="6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F3E1A7E-8A58-AF64-42EE-3E57375AAA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50368" y="601683"/>
                  <a:ext cx="2293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4C60535-3B97-3D2B-8357-1D085DBEA7FA}"/>
              </a:ext>
            </a:extLst>
          </p:cNvPr>
          <p:cNvGrpSpPr/>
          <p:nvPr/>
        </p:nvGrpSpPr>
        <p:grpSpPr>
          <a:xfrm>
            <a:off x="5253328" y="1174083"/>
            <a:ext cx="408240" cy="272520"/>
            <a:chOff x="5253328" y="1174083"/>
            <a:chExt cx="40824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298FF8-9BC3-25BE-4DE9-1903F5BDC683}"/>
                    </a:ext>
                  </a:extLst>
                </p14:cNvPr>
                <p14:cNvContentPartPr/>
                <p14:nvPr/>
              </p14:nvContentPartPr>
              <p14:xfrm>
                <a:off x="5253328" y="1174083"/>
                <a:ext cx="122760" cy="272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298FF8-9BC3-25BE-4DE9-1903F5BDC6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47208" y="1167963"/>
                  <a:ext cx="1350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DA5C3E-7657-CCE4-B869-C3C0A3AB3ADE}"/>
                    </a:ext>
                  </a:extLst>
                </p14:cNvPr>
                <p14:cNvContentPartPr/>
                <p14:nvPr/>
              </p14:nvContentPartPr>
              <p14:xfrm>
                <a:off x="5429008" y="1282443"/>
                <a:ext cx="232560" cy="114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DA5C3E-7657-CCE4-B869-C3C0A3AB3A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22888" y="1276323"/>
                  <a:ext cx="24480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41DF53B-A742-BC9A-7EC1-08A9481F8F4B}"/>
              </a:ext>
            </a:extLst>
          </p:cNvPr>
          <p:cNvGrpSpPr/>
          <p:nvPr/>
        </p:nvGrpSpPr>
        <p:grpSpPr>
          <a:xfrm>
            <a:off x="7047928" y="1004163"/>
            <a:ext cx="1873800" cy="556200"/>
            <a:chOff x="7047928" y="1004163"/>
            <a:chExt cx="187380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D3F4D7-C4C0-074F-4591-BF7F78747B78}"/>
                    </a:ext>
                  </a:extLst>
                </p14:cNvPr>
                <p14:cNvContentPartPr/>
                <p14:nvPr/>
              </p14:nvContentPartPr>
              <p14:xfrm>
                <a:off x="7047928" y="1147803"/>
                <a:ext cx="178920" cy="115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D3F4D7-C4C0-074F-4591-BF7F78747B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41808" y="1141683"/>
                  <a:ext cx="191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73A5AC4-372B-C6F8-095F-1881A560FE67}"/>
                    </a:ext>
                  </a:extLst>
                </p14:cNvPr>
                <p14:cNvContentPartPr/>
                <p14:nvPr/>
              </p14:nvContentPartPr>
              <p14:xfrm>
                <a:off x="7270048" y="1194603"/>
                <a:ext cx="72720" cy="68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73A5AC4-372B-C6F8-095F-1881A560FE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63928" y="1188483"/>
                  <a:ext cx="84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AFCF8D3-A573-6924-BCA9-14C18CCC0A76}"/>
                    </a:ext>
                  </a:extLst>
                </p14:cNvPr>
                <p14:cNvContentPartPr/>
                <p14:nvPr/>
              </p14:nvContentPartPr>
              <p14:xfrm>
                <a:off x="7364368" y="1198923"/>
                <a:ext cx="66240" cy="54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AFCF8D3-A573-6924-BCA9-14C18CCC0A7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58248" y="1192803"/>
                  <a:ext cx="78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DC091D-1187-4141-F5E6-2483857F66EA}"/>
                    </a:ext>
                  </a:extLst>
                </p14:cNvPr>
                <p14:cNvContentPartPr/>
                <p14:nvPr/>
              </p14:nvContentPartPr>
              <p14:xfrm>
                <a:off x="7478488" y="1079403"/>
                <a:ext cx="3960" cy="171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DC091D-1187-4141-F5E6-2483857F66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72368" y="1073283"/>
                  <a:ext cx="16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DF431F-1C72-BE3E-EF25-FA52DE25D278}"/>
                    </a:ext>
                  </a:extLst>
                </p14:cNvPr>
                <p14:cNvContentPartPr/>
                <p14:nvPr/>
              </p14:nvContentPartPr>
              <p14:xfrm>
                <a:off x="7465528" y="1164003"/>
                <a:ext cx="106560" cy="43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DF431F-1C72-BE3E-EF25-FA52DE25D27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59408" y="1157883"/>
                  <a:ext cx="118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39AF8E6-3392-E700-1222-F6A3F5304D8B}"/>
                    </a:ext>
                  </a:extLst>
                </p14:cNvPr>
                <p14:cNvContentPartPr/>
                <p14:nvPr/>
              </p14:nvContentPartPr>
              <p14:xfrm>
                <a:off x="7655608" y="1004163"/>
                <a:ext cx="382680" cy="214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39AF8E6-3392-E700-1222-F6A3F5304D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49488" y="998043"/>
                  <a:ext cx="394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C9579C2-B552-AD0C-1EE2-44642E440199}"/>
                    </a:ext>
                  </a:extLst>
                </p14:cNvPr>
                <p14:cNvContentPartPr/>
                <p14:nvPr/>
              </p14:nvContentPartPr>
              <p14:xfrm>
                <a:off x="8015968" y="1056003"/>
                <a:ext cx="10080" cy="19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C9579C2-B552-AD0C-1EE2-44642E4401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09848" y="1049883"/>
                  <a:ext cx="22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7872BEC-1B0D-5FE2-37FA-1F40F7358F49}"/>
                    </a:ext>
                  </a:extLst>
                </p14:cNvPr>
                <p14:cNvContentPartPr/>
                <p14:nvPr/>
              </p14:nvContentPartPr>
              <p14:xfrm>
                <a:off x="8095528" y="1085883"/>
                <a:ext cx="243000" cy="81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7872BEC-1B0D-5FE2-37FA-1F40F7358F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89408" y="1079763"/>
                  <a:ext cx="255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FBA1A9A-533C-B837-A588-CDF81C325536}"/>
                    </a:ext>
                  </a:extLst>
                </p14:cNvPr>
                <p14:cNvContentPartPr/>
                <p14:nvPr/>
              </p14:nvContentPartPr>
              <p14:xfrm>
                <a:off x="8365168" y="1026483"/>
                <a:ext cx="72000" cy="144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FBA1A9A-533C-B837-A588-CDF81C32553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59048" y="1020363"/>
                  <a:ext cx="84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D01D4F-8E62-3101-214C-30F5BD09C277}"/>
                    </a:ext>
                  </a:extLst>
                </p14:cNvPr>
                <p14:cNvContentPartPr/>
                <p14:nvPr/>
              </p14:nvContentPartPr>
              <p14:xfrm>
                <a:off x="8495848" y="1036203"/>
                <a:ext cx="4680" cy="120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8D01D4F-8E62-3101-214C-30F5BD09C2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89728" y="1030083"/>
                  <a:ext cx="16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5758B7-406A-4257-682F-CD87ACA8D5AE}"/>
                    </a:ext>
                  </a:extLst>
                </p14:cNvPr>
                <p14:cNvContentPartPr/>
                <p14:nvPr/>
              </p14:nvContentPartPr>
              <p14:xfrm>
                <a:off x="8526808" y="1089123"/>
                <a:ext cx="127440" cy="63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5758B7-406A-4257-682F-CD87ACA8D5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20688" y="1083003"/>
                  <a:ext cx="139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DDE4545-227A-15DA-85F2-9D002EEC713B}"/>
                    </a:ext>
                  </a:extLst>
                </p14:cNvPr>
                <p14:cNvContentPartPr/>
                <p14:nvPr/>
              </p14:nvContentPartPr>
              <p14:xfrm>
                <a:off x="7963408" y="1268763"/>
                <a:ext cx="53280" cy="27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DDE4545-227A-15DA-85F2-9D002EEC71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7288" y="1262643"/>
                  <a:ext cx="65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B50050-E280-3C6F-F7E1-1E97E60BEF18}"/>
                    </a:ext>
                  </a:extLst>
                </p14:cNvPr>
                <p14:cNvContentPartPr/>
                <p14:nvPr/>
              </p14:nvContentPartPr>
              <p14:xfrm>
                <a:off x="7984648" y="1284603"/>
                <a:ext cx="84960" cy="10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B50050-E280-3C6F-F7E1-1E97E60BEF1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78528" y="1278483"/>
                  <a:ext cx="97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880153E-7250-FC1B-0B4B-8C3B59627C56}"/>
                    </a:ext>
                  </a:extLst>
                </p14:cNvPr>
                <p14:cNvContentPartPr/>
                <p14:nvPr/>
              </p14:nvContentPartPr>
              <p14:xfrm>
                <a:off x="8113528" y="1306923"/>
                <a:ext cx="207360" cy="253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880153E-7250-FC1B-0B4B-8C3B59627C5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7408" y="1300803"/>
                  <a:ext cx="2196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4DCB79-ABFD-41F3-AFB2-A3467F94E761}"/>
                    </a:ext>
                  </a:extLst>
                </p14:cNvPr>
                <p14:cNvContentPartPr/>
                <p14:nvPr/>
              </p14:nvContentPartPr>
              <p14:xfrm>
                <a:off x="8324848" y="1247163"/>
                <a:ext cx="50760" cy="26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F4DCB79-ABFD-41F3-AFB2-A3467F94E76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728" y="1241043"/>
                  <a:ext cx="63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592F50-BC91-D254-50A7-44D197355D1A}"/>
                    </a:ext>
                  </a:extLst>
                </p14:cNvPr>
                <p14:cNvContentPartPr/>
                <p14:nvPr/>
              </p14:nvContentPartPr>
              <p14:xfrm>
                <a:off x="8364088" y="1312323"/>
                <a:ext cx="120960" cy="81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592F50-BC91-D254-50A7-44D197355D1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57968" y="1306203"/>
                  <a:ext cx="133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817735-E06B-98FB-99DB-8EBDB61BFC43}"/>
                    </a:ext>
                  </a:extLst>
                </p14:cNvPr>
                <p14:cNvContentPartPr/>
                <p14:nvPr/>
              </p14:nvContentPartPr>
              <p14:xfrm>
                <a:off x="8465608" y="1284603"/>
                <a:ext cx="196920" cy="104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817735-E06B-98FB-99DB-8EBDB61BFC4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59488" y="1278483"/>
                  <a:ext cx="209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D807CD1-9AD3-1FCF-4051-4BEF93CF996F}"/>
                    </a:ext>
                  </a:extLst>
                </p14:cNvPr>
                <p14:cNvContentPartPr/>
                <p14:nvPr/>
              </p14:nvContentPartPr>
              <p14:xfrm>
                <a:off x="8638768" y="1251843"/>
                <a:ext cx="44280" cy="29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D807CD1-9AD3-1FCF-4051-4BEF93CF996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2648" y="1245723"/>
                  <a:ext cx="56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AEFBAC-93DC-3869-B4BF-626254E20A66}"/>
                    </a:ext>
                  </a:extLst>
                </p14:cNvPr>
                <p14:cNvContentPartPr/>
                <p14:nvPr/>
              </p14:nvContentPartPr>
              <p14:xfrm>
                <a:off x="8734888" y="1269123"/>
                <a:ext cx="186840" cy="81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AEFBAC-93DC-3869-B4BF-626254E20A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28768" y="1263003"/>
                  <a:ext cx="1990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ECB9F35-EF39-7F97-A335-FC256FDB6907}"/>
              </a:ext>
            </a:extLst>
          </p:cNvPr>
          <p:cNvGrpSpPr/>
          <p:nvPr/>
        </p:nvGrpSpPr>
        <p:grpSpPr>
          <a:xfrm>
            <a:off x="2911888" y="1714443"/>
            <a:ext cx="284400" cy="434160"/>
            <a:chOff x="2911888" y="1714443"/>
            <a:chExt cx="284400" cy="4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5E1317-E14C-C3E9-932B-D7115CD9CA83}"/>
                    </a:ext>
                  </a:extLst>
                </p14:cNvPr>
                <p14:cNvContentPartPr/>
                <p14:nvPr/>
              </p14:nvContentPartPr>
              <p14:xfrm>
                <a:off x="2911888" y="1714443"/>
                <a:ext cx="154800" cy="434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5E1317-E14C-C3E9-932B-D7115CD9CA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05768" y="1708323"/>
                  <a:ext cx="1670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3328012-60E3-2F64-3DF8-D841D9E07460}"/>
                    </a:ext>
                  </a:extLst>
                </p14:cNvPr>
                <p14:cNvContentPartPr/>
                <p14:nvPr/>
              </p14:nvContentPartPr>
              <p14:xfrm>
                <a:off x="3054808" y="1767723"/>
                <a:ext cx="84240" cy="193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3328012-60E3-2F64-3DF8-D841D9E0746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48688" y="1761603"/>
                  <a:ext cx="96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70726B0-6DFB-CB5A-5DE4-529EEDEB02CA}"/>
                    </a:ext>
                  </a:extLst>
                </p14:cNvPr>
                <p14:cNvContentPartPr/>
                <p14:nvPr/>
              </p14:nvContentPartPr>
              <p14:xfrm>
                <a:off x="3023128" y="1867083"/>
                <a:ext cx="110160" cy="60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70726B0-6DFB-CB5A-5DE4-529EEDEB02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17008" y="1860963"/>
                  <a:ext cx="122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0EB2BF3-642C-F356-D6C9-78128D70E6AB}"/>
                    </a:ext>
                  </a:extLst>
                </p14:cNvPr>
                <p14:cNvContentPartPr/>
                <p14:nvPr/>
              </p14:nvContentPartPr>
              <p14:xfrm>
                <a:off x="3193408" y="1884003"/>
                <a:ext cx="2880" cy="131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0EB2BF3-642C-F356-D6C9-78128D70E6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87288" y="1877883"/>
                  <a:ext cx="151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2C62E31-C534-0646-3BD1-B41167CE68B4}"/>
              </a:ext>
            </a:extLst>
          </p:cNvPr>
          <p:cNvGrpSpPr/>
          <p:nvPr/>
        </p:nvGrpSpPr>
        <p:grpSpPr>
          <a:xfrm>
            <a:off x="3388528" y="1579083"/>
            <a:ext cx="931680" cy="520560"/>
            <a:chOff x="3388528" y="1579083"/>
            <a:chExt cx="93168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18EAF1-9C2C-55EC-68C0-C084245A62A5}"/>
                    </a:ext>
                  </a:extLst>
                </p14:cNvPr>
                <p14:cNvContentPartPr/>
                <p14:nvPr/>
              </p14:nvContentPartPr>
              <p14:xfrm>
                <a:off x="3411568" y="1765923"/>
                <a:ext cx="95400" cy="200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18EAF1-9C2C-55EC-68C0-C084245A62A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05448" y="1759803"/>
                  <a:ext cx="107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3792A9-1002-B9E5-85AA-85045FD1BC00}"/>
                    </a:ext>
                  </a:extLst>
                </p14:cNvPr>
                <p14:cNvContentPartPr/>
                <p14:nvPr/>
              </p14:nvContentPartPr>
              <p14:xfrm>
                <a:off x="3388528" y="1835403"/>
                <a:ext cx="123840" cy="72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3792A9-1002-B9E5-85AA-85045FD1BC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82408" y="1829283"/>
                  <a:ext cx="136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03AA9B-F33D-477B-A383-F279A12EFC67}"/>
                    </a:ext>
                  </a:extLst>
                </p14:cNvPr>
                <p14:cNvContentPartPr/>
                <p14:nvPr/>
              </p14:nvContentPartPr>
              <p14:xfrm>
                <a:off x="3553048" y="1930803"/>
                <a:ext cx="110880" cy="72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03AA9B-F33D-477B-A383-F279A12EFC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46928" y="1924683"/>
                  <a:ext cx="123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8F2EE1-3E64-1EA3-892F-8C3C64DA584A}"/>
                    </a:ext>
                  </a:extLst>
                </p14:cNvPr>
                <p14:cNvContentPartPr/>
                <p14:nvPr/>
              </p14:nvContentPartPr>
              <p14:xfrm>
                <a:off x="3741688" y="1859883"/>
                <a:ext cx="9720" cy="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8F2EE1-3E64-1EA3-892F-8C3C64DA584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35568" y="1853763"/>
                  <a:ext cx="219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0E72EF0-CC0B-07AF-0EBF-3AFDD52ECF7C}"/>
                    </a:ext>
                  </a:extLst>
                </p14:cNvPr>
                <p14:cNvContentPartPr/>
                <p14:nvPr/>
              </p14:nvContentPartPr>
              <p14:xfrm>
                <a:off x="3836008" y="1854123"/>
                <a:ext cx="36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0E72EF0-CC0B-07AF-0EBF-3AFDD52ECF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9888" y="18480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572A77-DAD6-C54C-4719-BE0AE5CDD65A}"/>
                    </a:ext>
                  </a:extLst>
                </p14:cNvPr>
                <p14:cNvContentPartPr/>
                <p14:nvPr/>
              </p14:nvContentPartPr>
              <p14:xfrm>
                <a:off x="3935008" y="1837923"/>
                <a:ext cx="6480" cy="4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572A77-DAD6-C54C-4719-BE0AE5CDD6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28888" y="1831803"/>
                  <a:ext cx="187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6C25F49-7C34-6346-7301-0BDC6277B661}"/>
                    </a:ext>
                  </a:extLst>
                </p14:cNvPr>
                <p14:cNvContentPartPr/>
                <p14:nvPr/>
              </p14:nvContentPartPr>
              <p14:xfrm>
                <a:off x="4043368" y="1705803"/>
                <a:ext cx="73440" cy="194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6C25F49-7C34-6346-7301-0BDC6277B66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37248" y="1699683"/>
                  <a:ext cx="85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AEC7742-14F4-3AD0-68DD-62EF90110ACE}"/>
                    </a:ext>
                  </a:extLst>
                </p14:cNvPr>
                <p14:cNvContentPartPr/>
                <p14:nvPr/>
              </p14:nvContentPartPr>
              <p14:xfrm>
                <a:off x="4021408" y="1798323"/>
                <a:ext cx="98280" cy="41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AEC7742-14F4-3AD0-68DD-62EF90110AC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15288" y="1792203"/>
                  <a:ext cx="110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05FC164-9CC8-3494-1766-7E260F1FE628}"/>
                    </a:ext>
                  </a:extLst>
                </p14:cNvPr>
                <p14:cNvContentPartPr/>
                <p14:nvPr/>
              </p14:nvContentPartPr>
              <p14:xfrm>
                <a:off x="4105288" y="1893003"/>
                <a:ext cx="119880" cy="96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05FC164-9CC8-3494-1766-7E260F1FE6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99168" y="1886883"/>
                  <a:ext cx="132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2C995E0-4BE4-07E2-1812-0F821BFF9D36}"/>
                    </a:ext>
                  </a:extLst>
                </p14:cNvPr>
                <p14:cNvContentPartPr/>
                <p14:nvPr/>
              </p14:nvContentPartPr>
              <p14:xfrm>
                <a:off x="4153168" y="1579083"/>
                <a:ext cx="167040" cy="52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2C995E0-4BE4-07E2-1812-0F821BFF9D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47048" y="1572963"/>
                  <a:ext cx="179280" cy="53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3E9256B-BEF1-DCC2-269B-8E8F608F5BBC}"/>
              </a:ext>
            </a:extLst>
          </p:cNvPr>
          <p:cNvGrpSpPr/>
          <p:nvPr/>
        </p:nvGrpSpPr>
        <p:grpSpPr>
          <a:xfrm>
            <a:off x="5305888" y="1701843"/>
            <a:ext cx="339480" cy="181800"/>
            <a:chOff x="5305888" y="1701843"/>
            <a:chExt cx="33948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848664-23B9-1682-2026-117D73F60514}"/>
                    </a:ext>
                  </a:extLst>
                </p14:cNvPr>
                <p14:cNvContentPartPr/>
                <p14:nvPr/>
              </p14:nvContentPartPr>
              <p14:xfrm>
                <a:off x="5305888" y="1701843"/>
                <a:ext cx="153360" cy="181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848664-23B9-1682-2026-117D73F6051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99768" y="1695723"/>
                  <a:ext cx="165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F73B884-086D-3DFA-156D-525E780534A4}"/>
                    </a:ext>
                  </a:extLst>
                </p14:cNvPr>
                <p14:cNvContentPartPr/>
                <p14:nvPr/>
              </p14:nvContentPartPr>
              <p14:xfrm>
                <a:off x="5537368" y="1732803"/>
                <a:ext cx="108000" cy="101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F73B884-086D-3DFA-156D-525E780534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31248" y="1726683"/>
                  <a:ext cx="1202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DD971D6-B83F-ED2B-E81F-6774A80E690F}"/>
              </a:ext>
            </a:extLst>
          </p:cNvPr>
          <p:cNvGrpSpPr/>
          <p:nvPr/>
        </p:nvGrpSpPr>
        <p:grpSpPr>
          <a:xfrm>
            <a:off x="4971088" y="4272243"/>
            <a:ext cx="408240" cy="316440"/>
            <a:chOff x="4971088" y="4272243"/>
            <a:chExt cx="40824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F1C2EEC-D590-EC57-337F-F6D464FB2A89}"/>
                    </a:ext>
                  </a:extLst>
                </p14:cNvPr>
                <p14:cNvContentPartPr/>
                <p14:nvPr/>
              </p14:nvContentPartPr>
              <p14:xfrm>
                <a:off x="4971088" y="4272243"/>
                <a:ext cx="93960" cy="316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F1C2EEC-D590-EC57-337F-F6D464FB2A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64968" y="4266123"/>
                  <a:ext cx="1062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515FA4-360C-8F64-E887-BD98034F0092}"/>
                    </a:ext>
                  </a:extLst>
                </p14:cNvPr>
                <p14:cNvContentPartPr/>
                <p14:nvPr/>
              </p14:nvContentPartPr>
              <p14:xfrm>
                <a:off x="5148928" y="4343883"/>
                <a:ext cx="210960" cy="191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515FA4-360C-8F64-E887-BD98034F00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42808" y="4337763"/>
                  <a:ext cx="223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19B4187-DF7E-3760-9277-482932BC7B48}"/>
                    </a:ext>
                  </a:extLst>
                </p14:cNvPr>
                <p14:cNvContentPartPr/>
                <p14:nvPr/>
              </p14:nvContentPartPr>
              <p14:xfrm>
                <a:off x="5272408" y="4436043"/>
                <a:ext cx="106920" cy="46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19B4187-DF7E-3760-9277-482932BC7B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66288" y="4429923"/>
                  <a:ext cx="1191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0384C54-9B12-889E-24B3-73880CCA684D}"/>
              </a:ext>
            </a:extLst>
          </p:cNvPr>
          <p:cNvGrpSpPr/>
          <p:nvPr/>
        </p:nvGrpSpPr>
        <p:grpSpPr>
          <a:xfrm>
            <a:off x="5729608" y="3980283"/>
            <a:ext cx="2211840" cy="1186920"/>
            <a:chOff x="5729608" y="3980283"/>
            <a:chExt cx="2211840" cy="11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802A09-4497-0324-F3EA-AA683500CF54}"/>
                    </a:ext>
                  </a:extLst>
                </p14:cNvPr>
                <p14:cNvContentPartPr/>
                <p14:nvPr/>
              </p14:nvContentPartPr>
              <p14:xfrm>
                <a:off x="6014008" y="4475643"/>
                <a:ext cx="115200" cy="58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802A09-4497-0324-F3EA-AA683500CF5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007888" y="4469523"/>
                  <a:ext cx="127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CB579C6-D1F9-D2DD-1F5A-A0EB5E0A6FA7}"/>
                    </a:ext>
                  </a:extLst>
                </p14:cNvPr>
                <p14:cNvContentPartPr/>
                <p14:nvPr/>
              </p14:nvContentPartPr>
              <p14:xfrm>
                <a:off x="6171328" y="4384923"/>
                <a:ext cx="75240" cy="47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CB579C6-D1F9-D2DD-1F5A-A0EB5E0A6F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65208" y="4378803"/>
                  <a:ext cx="87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1E10AD8-D2A8-847A-69E4-46599EC282DF}"/>
                    </a:ext>
                  </a:extLst>
                </p14:cNvPr>
                <p14:cNvContentPartPr/>
                <p14:nvPr/>
              </p14:nvContentPartPr>
              <p14:xfrm>
                <a:off x="6410368" y="4362603"/>
                <a:ext cx="73440" cy="67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1E10AD8-D2A8-847A-69E4-46599EC282D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04248" y="4356483"/>
                  <a:ext cx="85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B1D2E7F-9931-023F-F953-625517E63160}"/>
                    </a:ext>
                  </a:extLst>
                </p14:cNvPr>
                <p14:cNvContentPartPr/>
                <p14:nvPr/>
              </p14:nvContentPartPr>
              <p14:xfrm>
                <a:off x="6582808" y="4392483"/>
                <a:ext cx="59400" cy="36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B1D2E7F-9931-023F-F953-625517E6316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76688" y="4386363"/>
                  <a:ext cx="71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8EE7510-12B6-3FE9-A0DF-2090D87C4E16}"/>
                    </a:ext>
                  </a:extLst>
                </p14:cNvPr>
                <p14:cNvContentPartPr/>
                <p14:nvPr/>
              </p14:nvContentPartPr>
              <p14:xfrm>
                <a:off x="6835888" y="4370883"/>
                <a:ext cx="48600" cy="49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8EE7510-12B6-3FE9-A0DF-2090D87C4E1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29768" y="4364763"/>
                  <a:ext cx="60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6168EAA-E58A-011B-4B87-DCE41FA15DE7}"/>
                    </a:ext>
                  </a:extLst>
                </p14:cNvPr>
                <p14:cNvContentPartPr/>
                <p14:nvPr/>
              </p14:nvContentPartPr>
              <p14:xfrm>
                <a:off x="7127128" y="4393563"/>
                <a:ext cx="43920" cy="58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6168EAA-E58A-011B-4B87-DCE41FA15D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21008" y="4387443"/>
                  <a:ext cx="56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90EB90-A060-E8F4-AF90-B4C69FF65469}"/>
                    </a:ext>
                  </a:extLst>
                </p14:cNvPr>
                <p14:cNvContentPartPr/>
                <p14:nvPr/>
              </p14:nvContentPartPr>
              <p14:xfrm>
                <a:off x="7313608" y="4407603"/>
                <a:ext cx="68400" cy="58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90EB90-A060-E8F4-AF90-B4C69FF6546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07488" y="4401483"/>
                  <a:ext cx="80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5A2390-1BE5-B7A7-FB2C-65AA28F0D07F}"/>
                    </a:ext>
                  </a:extLst>
                </p14:cNvPr>
                <p14:cNvContentPartPr/>
                <p14:nvPr/>
              </p14:nvContentPartPr>
              <p14:xfrm>
                <a:off x="7499368" y="4445763"/>
                <a:ext cx="46080" cy="61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5A2390-1BE5-B7A7-FB2C-65AA28F0D0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93248" y="4439643"/>
                  <a:ext cx="58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656BF80-0E8B-47C6-5BCD-BD8E610184A0}"/>
                    </a:ext>
                  </a:extLst>
                </p14:cNvPr>
                <p14:cNvContentPartPr/>
                <p14:nvPr/>
              </p14:nvContentPartPr>
              <p14:xfrm>
                <a:off x="6175648" y="4573923"/>
                <a:ext cx="97200" cy="75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656BF80-0E8B-47C6-5BCD-BD8E610184A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69528" y="4567803"/>
                  <a:ext cx="109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3EE48F3-508F-B2B6-BCF8-AF87CD363E77}"/>
                    </a:ext>
                  </a:extLst>
                </p14:cNvPr>
                <p14:cNvContentPartPr/>
                <p14:nvPr/>
              </p14:nvContentPartPr>
              <p14:xfrm>
                <a:off x="6420088" y="4487163"/>
                <a:ext cx="115560" cy="109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3EE48F3-508F-B2B6-BCF8-AF87CD363E7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13968" y="4481043"/>
                  <a:ext cx="127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DD9D2A7-C50C-9BBB-2F9D-15421C2569CD}"/>
                    </a:ext>
                  </a:extLst>
                </p14:cNvPr>
                <p14:cNvContentPartPr/>
                <p14:nvPr/>
              </p14:nvContentPartPr>
              <p14:xfrm>
                <a:off x="6607648" y="4499043"/>
                <a:ext cx="122400" cy="80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DD9D2A7-C50C-9BBB-2F9D-15421C2569C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01528" y="4492923"/>
                  <a:ext cx="134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078FEE2-3B79-1BF3-F4B4-0FF5A6EB4579}"/>
                    </a:ext>
                  </a:extLst>
                </p14:cNvPr>
                <p14:cNvContentPartPr/>
                <p14:nvPr/>
              </p14:nvContentPartPr>
              <p14:xfrm>
                <a:off x="6790528" y="4519203"/>
                <a:ext cx="145080" cy="6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078FEE2-3B79-1BF3-F4B4-0FF5A6EB457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84408" y="4513083"/>
                  <a:ext cx="157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041CB82-0AE4-1EEB-5C4A-B321102F51F6}"/>
                    </a:ext>
                  </a:extLst>
                </p14:cNvPr>
                <p14:cNvContentPartPr/>
                <p14:nvPr/>
              </p14:nvContentPartPr>
              <p14:xfrm>
                <a:off x="7091128" y="4484283"/>
                <a:ext cx="123120" cy="86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041CB82-0AE4-1EEB-5C4A-B321102F51F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85008" y="4478163"/>
                  <a:ext cx="135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68FA14A-DE70-4BAB-0551-4679D058BCF4}"/>
                    </a:ext>
                  </a:extLst>
                </p14:cNvPr>
                <p14:cNvContentPartPr/>
                <p14:nvPr/>
              </p14:nvContentPartPr>
              <p14:xfrm>
                <a:off x="7253488" y="4511283"/>
                <a:ext cx="183960" cy="81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68FA14A-DE70-4BAB-0551-4679D058BCF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47368" y="4505163"/>
                  <a:ext cx="196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FE75F61-0B43-E78A-6078-A5EFDD26A9C5}"/>
                    </a:ext>
                  </a:extLst>
                </p14:cNvPr>
                <p14:cNvContentPartPr/>
                <p14:nvPr/>
              </p14:nvContentPartPr>
              <p14:xfrm>
                <a:off x="5938768" y="4593723"/>
                <a:ext cx="109080" cy="124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FE75F61-0B43-E78A-6078-A5EFDD26A9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32648" y="4587603"/>
                  <a:ext cx="121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5EAEF2-3714-9820-8AAC-BCF472C47C47}"/>
                    </a:ext>
                  </a:extLst>
                </p14:cNvPr>
                <p14:cNvContentPartPr/>
                <p14:nvPr/>
              </p14:nvContentPartPr>
              <p14:xfrm>
                <a:off x="6200848" y="4681203"/>
                <a:ext cx="102960" cy="61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5EAEF2-3714-9820-8AAC-BCF472C47C4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94728" y="4675083"/>
                  <a:ext cx="115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06872C2-09CC-8CA8-C14F-8D12ACAF49C1}"/>
                    </a:ext>
                  </a:extLst>
                </p14:cNvPr>
                <p14:cNvContentPartPr/>
                <p14:nvPr/>
              </p14:nvContentPartPr>
              <p14:xfrm>
                <a:off x="6408928" y="4638723"/>
                <a:ext cx="140040" cy="104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06872C2-09CC-8CA8-C14F-8D12ACAF49C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02808" y="4632603"/>
                  <a:ext cx="152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78BF16F-85BB-5008-E39D-A1A6B8C0BB48}"/>
                    </a:ext>
                  </a:extLst>
                </p14:cNvPr>
                <p14:cNvContentPartPr/>
                <p14:nvPr/>
              </p14:nvContentPartPr>
              <p14:xfrm>
                <a:off x="6611248" y="4650603"/>
                <a:ext cx="120600" cy="51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78BF16F-85BB-5008-E39D-A1A6B8C0BB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05128" y="4644483"/>
                  <a:ext cx="132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574D4CF-6386-F4F1-B6E7-57AE4B18F453}"/>
                    </a:ext>
                  </a:extLst>
                </p14:cNvPr>
                <p14:cNvContentPartPr/>
                <p14:nvPr/>
              </p14:nvContentPartPr>
              <p14:xfrm>
                <a:off x="6878728" y="4631523"/>
                <a:ext cx="87480" cy="63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574D4CF-6386-F4F1-B6E7-57AE4B18F45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72608" y="4625403"/>
                  <a:ext cx="99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6C53E87-D311-4A86-6426-085C008017C1}"/>
                    </a:ext>
                  </a:extLst>
                </p14:cNvPr>
                <p14:cNvContentPartPr/>
                <p14:nvPr/>
              </p14:nvContentPartPr>
              <p14:xfrm>
                <a:off x="7049368" y="4631163"/>
                <a:ext cx="104760" cy="77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6C53E87-D311-4A86-6426-085C008017C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43248" y="4625043"/>
                  <a:ext cx="11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4687F8A-32F6-5883-BFD8-EB5815AE6A34}"/>
                    </a:ext>
                  </a:extLst>
                </p14:cNvPr>
                <p14:cNvContentPartPr/>
                <p14:nvPr/>
              </p14:nvContentPartPr>
              <p14:xfrm>
                <a:off x="7239448" y="4652763"/>
                <a:ext cx="132480" cy="65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4687F8A-32F6-5883-BFD8-EB5815AE6A3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33328" y="4646643"/>
                  <a:ext cx="1447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71746E3-AD26-7511-D5CB-6E71B1A1AF62}"/>
                    </a:ext>
                  </a:extLst>
                </p14:cNvPr>
                <p14:cNvContentPartPr/>
                <p14:nvPr/>
              </p14:nvContentPartPr>
              <p14:xfrm>
                <a:off x="7457608" y="4625403"/>
                <a:ext cx="104040" cy="69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71746E3-AD26-7511-D5CB-6E71B1A1AF6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51488" y="4619283"/>
                  <a:ext cx="116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B754A23-3ED1-77DB-6D64-EED45F712034}"/>
                    </a:ext>
                  </a:extLst>
                </p14:cNvPr>
                <p14:cNvContentPartPr/>
                <p14:nvPr/>
              </p14:nvContentPartPr>
              <p14:xfrm>
                <a:off x="6235408" y="4830243"/>
                <a:ext cx="125640" cy="92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B754A23-3ED1-77DB-6D64-EED45F71203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29288" y="4824123"/>
                  <a:ext cx="137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E0BC045-2001-E822-C037-3832F22F24C4}"/>
                    </a:ext>
                  </a:extLst>
                </p14:cNvPr>
                <p14:cNvContentPartPr/>
                <p14:nvPr/>
              </p14:nvContentPartPr>
              <p14:xfrm>
                <a:off x="6560848" y="4802523"/>
                <a:ext cx="88920" cy="88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E0BC045-2001-E822-C037-3832F22F24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54728" y="4796403"/>
                  <a:ext cx="101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098D174-B15D-38DE-508E-5C4402C4CFDC}"/>
                    </a:ext>
                  </a:extLst>
                </p14:cNvPr>
                <p14:cNvContentPartPr/>
                <p14:nvPr/>
              </p14:nvContentPartPr>
              <p14:xfrm>
                <a:off x="6821488" y="4776603"/>
                <a:ext cx="116280" cy="101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098D174-B15D-38DE-508E-5C4402C4CF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15368" y="4770483"/>
                  <a:ext cx="128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E1EDB19-71FD-6A8F-E7B4-1BE7D27D3152}"/>
                    </a:ext>
                  </a:extLst>
                </p14:cNvPr>
                <p14:cNvContentPartPr/>
                <p14:nvPr/>
              </p14:nvContentPartPr>
              <p14:xfrm>
                <a:off x="7120288" y="4752483"/>
                <a:ext cx="140040" cy="94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E1EDB19-71FD-6A8F-E7B4-1BE7D27D315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14168" y="4746363"/>
                  <a:ext cx="152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B43473F-4425-28FB-0E3D-C5EFD149BA55}"/>
                    </a:ext>
                  </a:extLst>
                </p14:cNvPr>
                <p14:cNvContentPartPr/>
                <p14:nvPr/>
              </p14:nvContentPartPr>
              <p14:xfrm>
                <a:off x="6593608" y="4266123"/>
                <a:ext cx="93240" cy="80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B43473F-4425-28FB-0E3D-C5EFD149BA5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587488" y="4260003"/>
                  <a:ext cx="105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3FD09E2-613D-1E5E-ACA1-030938422BAE}"/>
                    </a:ext>
                  </a:extLst>
                </p14:cNvPr>
                <p14:cNvContentPartPr/>
                <p14:nvPr/>
              </p14:nvContentPartPr>
              <p14:xfrm>
                <a:off x="6793768" y="4290603"/>
                <a:ext cx="85680" cy="47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3FD09E2-613D-1E5E-ACA1-030938422BA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87648" y="4284483"/>
                  <a:ext cx="97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88FE849-E166-36E0-27E9-3E1299326192}"/>
                    </a:ext>
                  </a:extLst>
                </p14:cNvPr>
                <p14:cNvContentPartPr/>
                <p14:nvPr/>
              </p14:nvContentPartPr>
              <p14:xfrm>
                <a:off x="6969808" y="4295283"/>
                <a:ext cx="83880" cy="47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88FE849-E166-36E0-27E9-3E129932619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63688" y="4289163"/>
                  <a:ext cx="96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E4FD1F7-5830-990A-4F53-F0EF1E117358}"/>
                    </a:ext>
                  </a:extLst>
                </p14:cNvPr>
                <p14:cNvContentPartPr/>
                <p14:nvPr/>
              </p14:nvContentPartPr>
              <p14:xfrm>
                <a:off x="7218568" y="4305363"/>
                <a:ext cx="74160" cy="60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E4FD1F7-5830-990A-4F53-F0EF1E11735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212448" y="4299243"/>
                  <a:ext cx="86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E131BF4-872E-7B78-E04B-00585E5E9BD7}"/>
                    </a:ext>
                  </a:extLst>
                </p14:cNvPr>
                <p14:cNvContentPartPr/>
                <p14:nvPr/>
              </p14:nvContentPartPr>
              <p14:xfrm>
                <a:off x="6743368" y="3980283"/>
                <a:ext cx="22680" cy="1186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E131BF4-872E-7B78-E04B-00585E5E9BD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37248" y="3974163"/>
                  <a:ext cx="3492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EBA466C-E768-8DBA-B89B-B2E1E97C3DFC}"/>
                    </a:ext>
                  </a:extLst>
                </p14:cNvPr>
                <p14:cNvContentPartPr/>
                <p14:nvPr/>
              </p14:nvContentPartPr>
              <p14:xfrm>
                <a:off x="5729608" y="4582185"/>
                <a:ext cx="2158200" cy="10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EBA466C-E768-8DBA-B89B-B2E1E97C3DF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23488" y="4576065"/>
                  <a:ext cx="2170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BC1C56E-63A9-0E86-7853-79A24C74DB3E}"/>
                    </a:ext>
                  </a:extLst>
                </p14:cNvPr>
                <p14:cNvContentPartPr/>
                <p14:nvPr/>
              </p14:nvContentPartPr>
              <p14:xfrm>
                <a:off x="7821208" y="4545465"/>
                <a:ext cx="120240" cy="73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BC1C56E-63A9-0E86-7853-79A24C74DB3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15088" y="4539345"/>
                  <a:ext cx="132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4548CC-83A3-04F2-1C80-06B7F5AB8965}"/>
                    </a:ext>
                  </a:extLst>
                </p14:cNvPr>
                <p14:cNvContentPartPr/>
                <p14:nvPr/>
              </p14:nvContentPartPr>
              <p14:xfrm>
                <a:off x="7811128" y="4612425"/>
                <a:ext cx="118800" cy="93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4548CC-83A3-04F2-1C80-06B7F5AB896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05008" y="4606305"/>
                  <a:ext cx="131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7C63CDC-199F-8985-1898-47382BEA6B4C}"/>
                    </a:ext>
                  </a:extLst>
                </p14:cNvPr>
                <p14:cNvContentPartPr/>
                <p14:nvPr/>
              </p14:nvContentPartPr>
              <p14:xfrm>
                <a:off x="5949568" y="4635105"/>
                <a:ext cx="31680" cy="482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7C63CDC-199F-8985-1898-47382BEA6B4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943448" y="4628985"/>
                  <a:ext cx="43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9B95A8-9DB5-10EA-8EB0-0B09893D3CB9}"/>
                    </a:ext>
                  </a:extLst>
                </p14:cNvPr>
                <p14:cNvContentPartPr/>
                <p14:nvPr/>
              </p14:nvContentPartPr>
              <p14:xfrm>
                <a:off x="7535008" y="4578585"/>
                <a:ext cx="20880" cy="460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9B95A8-9DB5-10EA-8EB0-0B09893D3C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528888" y="4572465"/>
                  <a:ext cx="331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33FD72D-39E6-5AA0-2E29-82E904EE2487}"/>
                    </a:ext>
                  </a:extLst>
                </p14:cNvPr>
                <p14:cNvContentPartPr/>
                <p14:nvPr/>
              </p14:nvContentPartPr>
              <p14:xfrm>
                <a:off x="6380128" y="4207785"/>
                <a:ext cx="293760" cy="771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33FD72D-39E6-5AA0-2E29-82E904EE248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74008" y="4201665"/>
                  <a:ext cx="30600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551094-C979-59E6-6488-87416DCB657F}"/>
                    </a:ext>
                  </a:extLst>
                </p14:cNvPr>
                <p14:cNvContentPartPr/>
                <p14:nvPr/>
              </p14:nvContentPartPr>
              <p14:xfrm>
                <a:off x="6772528" y="4264305"/>
                <a:ext cx="224640" cy="662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551094-C979-59E6-6488-87416DCB657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66408" y="4258185"/>
                  <a:ext cx="236880" cy="67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E232CC6-0D8C-7CB9-E37C-07DA23239BE8}"/>
              </a:ext>
            </a:extLst>
          </p:cNvPr>
          <p:cNvGrpSpPr/>
          <p:nvPr/>
        </p:nvGrpSpPr>
        <p:grpSpPr>
          <a:xfrm>
            <a:off x="6633568" y="5076105"/>
            <a:ext cx="169920" cy="100800"/>
            <a:chOff x="6633568" y="5076105"/>
            <a:chExt cx="16992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8D64095-3334-168A-7D8D-D265A2EBF4D8}"/>
                    </a:ext>
                  </a:extLst>
                </p14:cNvPr>
                <p14:cNvContentPartPr/>
                <p14:nvPr/>
              </p14:nvContentPartPr>
              <p14:xfrm>
                <a:off x="6633568" y="5094105"/>
                <a:ext cx="107280" cy="64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8D64095-3334-168A-7D8D-D265A2EBF4D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27448" y="5087985"/>
                  <a:ext cx="119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5410465-FCFE-9AB3-9CEA-04F3D2C0DEF4}"/>
                    </a:ext>
                  </a:extLst>
                </p14:cNvPr>
                <p14:cNvContentPartPr/>
                <p14:nvPr/>
              </p14:nvContentPartPr>
              <p14:xfrm>
                <a:off x="6733648" y="5076105"/>
                <a:ext cx="69840" cy="100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5410465-FCFE-9AB3-9CEA-04F3D2C0DEF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727528" y="5069985"/>
                  <a:ext cx="820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ABEC8A9-B6E4-0745-62A4-47A10FAA8D76}"/>
              </a:ext>
            </a:extLst>
          </p:cNvPr>
          <p:cNvGrpSpPr/>
          <p:nvPr/>
        </p:nvGrpSpPr>
        <p:grpSpPr>
          <a:xfrm>
            <a:off x="6634648" y="4014700"/>
            <a:ext cx="174600" cy="153720"/>
            <a:chOff x="6634648" y="4014700"/>
            <a:chExt cx="17460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C39DFF1-61A3-1F33-B10D-57195366EAB8}"/>
                    </a:ext>
                  </a:extLst>
                </p14:cNvPr>
                <p14:cNvContentPartPr/>
                <p14:nvPr/>
              </p14:nvContentPartPr>
              <p14:xfrm>
                <a:off x="6650488" y="4014825"/>
                <a:ext cx="81360" cy="86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C39DFF1-61A3-1F33-B10D-57195366EAB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44368" y="4008705"/>
                  <a:ext cx="93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9E9F0D-978A-E432-CB06-3C3A6C741827}"/>
                    </a:ext>
                  </a:extLst>
                </p14:cNvPr>
                <p14:cNvContentPartPr/>
                <p14:nvPr/>
              </p14:nvContentPartPr>
              <p14:xfrm>
                <a:off x="6771808" y="4083225"/>
                <a:ext cx="360" cy="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9E9F0D-978A-E432-CB06-3C3A6C74182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65688" y="407710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D4F67B2-E184-E7C5-C804-8285BBEDCA52}"/>
                    </a:ext>
                  </a:extLst>
                </p14:cNvPr>
                <p14:cNvContentPartPr/>
                <p14:nvPr/>
              </p14:nvContentPartPr>
              <p14:xfrm>
                <a:off x="6634648" y="4014700"/>
                <a:ext cx="174600" cy="153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D4F67B2-E184-E7C5-C804-8285BBEDCA5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628528" y="4008580"/>
                  <a:ext cx="1868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608964A-6896-2464-5CCA-73D4D5699DA5}"/>
              </a:ext>
            </a:extLst>
          </p:cNvPr>
          <p:cNvGrpSpPr/>
          <p:nvPr/>
        </p:nvGrpSpPr>
        <p:grpSpPr>
          <a:xfrm>
            <a:off x="5261248" y="2236660"/>
            <a:ext cx="449640" cy="407160"/>
            <a:chOff x="5261248" y="2236660"/>
            <a:chExt cx="44964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9046172-4BFC-0857-BFBF-C42C69D550AB}"/>
                    </a:ext>
                  </a:extLst>
                </p14:cNvPr>
                <p14:cNvContentPartPr/>
                <p14:nvPr/>
              </p14:nvContentPartPr>
              <p14:xfrm>
                <a:off x="5261248" y="2236660"/>
                <a:ext cx="160560" cy="40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9046172-4BFC-0857-BFBF-C42C69D550A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255128" y="2230540"/>
                  <a:ext cx="1728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CA9E7A-09B9-AA22-DE27-411355A6DD2A}"/>
                    </a:ext>
                  </a:extLst>
                </p14:cNvPr>
                <p14:cNvContentPartPr/>
                <p14:nvPr/>
              </p14:nvContentPartPr>
              <p14:xfrm>
                <a:off x="5420008" y="2405860"/>
                <a:ext cx="290880" cy="125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CA9E7A-09B9-AA22-DE27-411355A6DD2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413888" y="2399740"/>
                  <a:ext cx="303120" cy="13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07017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7494"/>
            <a:ext cx="8352625" cy="26642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147814"/>
            <a:ext cx="8703702" cy="11521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181C12-3AA5-02A1-1605-9DE9887E8D43}"/>
                  </a:ext>
                </a:extLst>
              </p14:cNvPr>
              <p14:cNvContentPartPr/>
              <p14:nvPr/>
            </p14:nvContentPartPr>
            <p14:xfrm>
              <a:off x="8370208" y="978243"/>
              <a:ext cx="2160" cy="1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181C12-3AA5-02A1-1605-9DE9887E8D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64088" y="972123"/>
                <a:ext cx="144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79DE0D-67C6-C51F-A2DE-DA32D0CFB660}"/>
                  </a:ext>
                </a:extLst>
              </p14:cNvPr>
              <p14:cNvContentPartPr/>
              <p14:nvPr/>
            </p14:nvContentPartPr>
            <p14:xfrm>
              <a:off x="2204488" y="2798043"/>
              <a:ext cx="3960" cy="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79DE0D-67C6-C51F-A2DE-DA32D0CFB6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98368" y="2791923"/>
                <a:ext cx="16200" cy="1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357469E-B873-B7DE-AE11-84C024D93BCB}"/>
              </a:ext>
            </a:extLst>
          </p:cNvPr>
          <p:cNvGrpSpPr/>
          <p:nvPr/>
        </p:nvGrpSpPr>
        <p:grpSpPr>
          <a:xfrm>
            <a:off x="3578968" y="4269723"/>
            <a:ext cx="765000" cy="295560"/>
            <a:chOff x="3578968" y="4269723"/>
            <a:chExt cx="76500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78C3C7-F504-AC82-2DF6-013A18FF5F2B}"/>
                    </a:ext>
                  </a:extLst>
                </p14:cNvPr>
                <p14:cNvContentPartPr/>
                <p14:nvPr/>
              </p14:nvContentPartPr>
              <p14:xfrm>
                <a:off x="3622888" y="4269723"/>
                <a:ext cx="203040" cy="217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78C3C7-F504-AC82-2DF6-013A18FF5F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16768" y="4263603"/>
                  <a:ext cx="2152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954225-778E-BFA3-E19A-C3A5506CF9B6}"/>
                    </a:ext>
                  </a:extLst>
                </p14:cNvPr>
                <p14:cNvContentPartPr/>
                <p14:nvPr/>
              </p14:nvContentPartPr>
              <p14:xfrm>
                <a:off x="3578968" y="4270083"/>
                <a:ext cx="194760" cy="29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954225-778E-BFA3-E19A-C3A5506CF9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72848" y="4263963"/>
                  <a:ext cx="207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2E0B37-DFA0-949F-C8C2-184AB2C50C50}"/>
                    </a:ext>
                  </a:extLst>
                </p14:cNvPr>
                <p14:cNvContentPartPr/>
                <p14:nvPr/>
              </p14:nvContentPartPr>
              <p14:xfrm>
                <a:off x="3972448" y="4391763"/>
                <a:ext cx="328320" cy="17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2E0B37-DFA0-949F-C8C2-184AB2C50C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66328" y="4385643"/>
                  <a:ext cx="340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1E03A9-04B8-96E6-31E0-8F663C950FD2}"/>
                    </a:ext>
                  </a:extLst>
                </p14:cNvPr>
                <p14:cNvContentPartPr/>
                <p14:nvPr/>
              </p14:nvContentPartPr>
              <p14:xfrm>
                <a:off x="4175488" y="4327683"/>
                <a:ext cx="168480" cy="217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1E03A9-04B8-96E6-31E0-8F663C950F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69368" y="4321563"/>
                  <a:ext cx="18072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C278FE-E679-243E-7324-271173EA2420}"/>
              </a:ext>
            </a:extLst>
          </p:cNvPr>
          <p:cNvGrpSpPr/>
          <p:nvPr/>
        </p:nvGrpSpPr>
        <p:grpSpPr>
          <a:xfrm>
            <a:off x="4577248" y="4062723"/>
            <a:ext cx="324360" cy="516600"/>
            <a:chOff x="4577248" y="4062723"/>
            <a:chExt cx="324360" cy="5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0D30EE-3623-FB90-1F1A-19352A965596}"/>
                    </a:ext>
                  </a:extLst>
                </p14:cNvPr>
                <p14:cNvContentPartPr/>
                <p14:nvPr/>
              </p14:nvContentPartPr>
              <p14:xfrm>
                <a:off x="4794688" y="4212483"/>
                <a:ext cx="9000" cy="20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0D30EE-3623-FB90-1F1A-19352A9655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88568" y="4206363"/>
                  <a:ext cx="21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C78B53-1630-8FAC-1988-A1236A47CBC3}"/>
                    </a:ext>
                  </a:extLst>
                </p14:cNvPr>
                <p14:cNvContentPartPr/>
                <p14:nvPr/>
              </p14:nvContentPartPr>
              <p14:xfrm>
                <a:off x="4670128" y="4165323"/>
                <a:ext cx="197640" cy="44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C78B53-1630-8FAC-1988-A1236A47CB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64008" y="4159203"/>
                  <a:ext cx="209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702B39-A0F9-D575-1D15-9786F43682C3}"/>
                    </a:ext>
                  </a:extLst>
                </p14:cNvPr>
                <p14:cNvContentPartPr/>
                <p14:nvPr/>
              </p14:nvContentPartPr>
              <p14:xfrm>
                <a:off x="4847968" y="4466643"/>
                <a:ext cx="3600" cy="11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702B39-A0F9-D575-1D15-9786F43682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41848" y="4460523"/>
                  <a:ext cx="15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3E62E9-F9F7-6F49-27F4-7AF0634DC39B}"/>
                    </a:ext>
                  </a:extLst>
                </p14:cNvPr>
                <p14:cNvContentPartPr/>
                <p14:nvPr/>
              </p14:nvContentPartPr>
              <p14:xfrm>
                <a:off x="4728808" y="4062723"/>
                <a:ext cx="159120" cy="36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3E62E9-F9F7-6F49-27F4-7AF0634DC3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2688" y="4056603"/>
                  <a:ext cx="171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4D4C89-AE54-1383-4191-0433434907AF}"/>
                    </a:ext>
                  </a:extLst>
                </p14:cNvPr>
                <p14:cNvContentPartPr/>
                <p14:nvPr/>
              </p14:nvContentPartPr>
              <p14:xfrm>
                <a:off x="4577248" y="4185483"/>
                <a:ext cx="324360" cy="54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4D4C89-AE54-1383-4191-0433434907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71128" y="4179363"/>
                  <a:ext cx="3366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5BA8EC-F6A1-3BC2-220B-9D18E3202E42}"/>
              </a:ext>
            </a:extLst>
          </p:cNvPr>
          <p:cNvGrpSpPr/>
          <p:nvPr/>
        </p:nvGrpSpPr>
        <p:grpSpPr>
          <a:xfrm>
            <a:off x="5091328" y="4037163"/>
            <a:ext cx="288720" cy="455400"/>
            <a:chOff x="5091328" y="4037163"/>
            <a:chExt cx="28872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ADD0CE-0C34-C185-9EBB-E476C74BC6AD}"/>
                    </a:ext>
                  </a:extLst>
                </p14:cNvPr>
                <p14:cNvContentPartPr/>
                <p14:nvPr/>
              </p14:nvContentPartPr>
              <p14:xfrm>
                <a:off x="5204368" y="4205643"/>
                <a:ext cx="10080" cy="163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ADD0CE-0C34-C185-9EBB-E476C74BC6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98248" y="4199523"/>
                  <a:ext cx="22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3EDC24-E42C-5280-E108-03407583E01E}"/>
                    </a:ext>
                  </a:extLst>
                </p14:cNvPr>
                <p14:cNvContentPartPr/>
                <p14:nvPr/>
              </p14:nvContentPartPr>
              <p14:xfrm>
                <a:off x="5104648" y="4132563"/>
                <a:ext cx="216360" cy="7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3EDC24-E42C-5280-E108-03407583E0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8528" y="4126443"/>
                  <a:ext cx="228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89DDEF-FA58-5BD9-7D23-2E8ED467252F}"/>
                    </a:ext>
                  </a:extLst>
                </p14:cNvPr>
                <p14:cNvContentPartPr/>
                <p14:nvPr/>
              </p14:nvContentPartPr>
              <p14:xfrm>
                <a:off x="5278888" y="4348923"/>
                <a:ext cx="42840" cy="47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89DDEF-FA58-5BD9-7D23-2E8ED467252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72768" y="4342803"/>
                  <a:ext cx="55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443D35-1EAC-1CBD-9FE4-D5D8873C1267}"/>
                    </a:ext>
                  </a:extLst>
                </p14:cNvPr>
                <p14:cNvContentPartPr/>
                <p14:nvPr/>
              </p14:nvContentPartPr>
              <p14:xfrm>
                <a:off x="5178088" y="4037163"/>
                <a:ext cx="132120" cy="342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443D35-1EAC-1CBD-9FE4-D5D8873C12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1968" y="4031043"/>
                  <a:ext cx="1443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ABADA4-6E17-FA67-E2A5-98517F41F663}"/>
                    </a:ext>
                  </a:extLst>
                </p14:cNvPr>
                <p14:cNvContentPartPr/>
                <p14:nvPr/>
              </p14:nvContentPartPr>
              <p14:xfrm>
                <a:off x="5091328" y="4146603"/>
                <a:ext cx="203040" cy="68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ABADA4-6E17-FA67-E2A5-98517F41F66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85208" y="4140483"/>
                  <a:ext cx="215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839BA-2524-A1ED-5942-3AB546FAD179}"/>
                    </a:ext>
                  </a:extLst>
                </p14:cNvPr>
                <p14:cNvContentPartPr/>
                <p14:nvPr/>
              </p14:nvContentPartPr>
              <p14:xfrm>
                <a:off x="5249008" y="4346403"/>
                <a:ext cx="131040" cy="146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839BA-2524-A1ED-5942-3AB546FAD1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42888" y="4340283"/>
                  <a:ext cx="14328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515D60-8059-1FF5-8FDD-ABF333885756}"/>
              </a:ext>
            </a:extLst>
          </p:cNvPr>
          <p:cNvGrpSpPr/>
          <p:nvPr/>
        </p:nvGrpSpPr>
        <p:grpSpPr>
          <a:xfrm>
            <a:off x="5595328" y="4166403"/>
            <a:ext cx="804960" cy="167760"/>
            <a:chOff x="5595328" y="4166403"/>
            <a:chExt cx="80496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2916D2-54F5-2AD8-9906-B1F4069A0A14}"/>
                    </a:ext>
                  </a:extLst>
                </p14:cNvPr>
                <p14:cNvContentPartPr/>
                <p14:nvPr/>
              </p14:nvContentPartPr>
              <p14:xfrm>
                <a:off x="5595328" y="4192683"/>
                <a:ext cx="146520" cy="114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2916D2-54F5-2AD8-9906-B1F4069A0A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89208" y="4186563"/>
                  <a:ext cx="158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58CC4D-B102-BEB1-C3AB-9FE5C3800BF1}"/>
                    </a:ext>
                  </a:extLst>
                </p14:cNvPr>
                <p14:cNvContentPartPr/>
                <p14:nvPr/>
              </p14:nvContentPartPr>
              <p14:xfrm>
                <a:off x="5730688" y="4207803"/>
                <a:ext cx="26244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58CC4D-B102-BEB1-C3AB-9FE5C3800B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24568" y="4201683"/>
                  <a:ext cx="274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27F819-AE0B-6872-941D-0BA489732A37}"/>
                    </a:ext>
                  </a:extLst>
                </p14:cNvPr>
                <p14:cNvContentPartPr/>
                <p14:nvPr/>
              </p14:nvContentPartPr>
              <p14:xfrm>
                <a:off x="5968648" y="4217163"/>
                <a:ext cx="27720" cy="2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27F819-AE0B-6872-941D-0BA489732A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62528" y="4211043"/>
                  <a:ext cx="39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5DC1C6-6F4B-8A2D-B5B1-B64EBAEBE43C}"/>
                    </a:ext>
                  </a:extLst>
                </p14:cNvPr>
                <p14:cNvContentPartPr/>
                <p14:nvPr/>
              </p14:nvContentPartPr>
              <p14:xfrm>
                <a:off x="6019048" y="4282323"/>
                <a:ext cx="115560" cy="45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5DC1C6-6F4B-8A2D-B5B1-B64EBAEBE43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12928" y="4276203"/>
                  <a:ext cx="127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C43906-50C8-5DA2-B8FB-19BEFF98B5D5}"/>
                    </a:ext>
                  </a:extLst>
                </p14:cNvPr>
                <p14:cNvContentPartPr/>
                <p14:nvPr/>
              </p14:nvContentPartPr>
              <p14:xfrm>
                <a:off x="6135328" y="4182243"/>
                <a:ext cx="90000" cy="145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C43906-50C8-5DA2-B8FB-19BEFF98B5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29208" y="4176123"/>
                  <a:ext cx="102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4A9993F-1E74-4204-CFD6-86C20797F0BB}"/>
                    </a:ext>
                  </a:extLst>
                </p14:cNvPr>
                <p14:cNvContentPartPr/>
                <p14:nvPr/>
              </p14:nvContentPartPr>
              <p14:xfrm>
                <a:off x="6254848" y="4166403"/>
                <a:ext cx="145440" cy="151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4A9993F-1E74-4204-CFD6-86C20797F0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48728" y="4160283"/>
                  <a:ext cx="15768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975E3B6-9722-119F-3AFB-29E344180773}"/>
              </a:ext>
            </a:extLst>
          </p:cNvPr>
          <p:cNvGrpSpPr/>
          <p:nvPr/>
        </p:nvGrpSpPr>
        <p:grpSpPr>
          <a:xfrm>
            <a:off x="6811768" y="4084683"/>
            <a:ext cx="506520" cy="203040"/>
            <a:chOff x="6811768" y="4084683"/>
            <a:chExt cx="50652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EE1F51-CA15-5A36-9F2A-580DFDCE2A6D}"/>
                    </a:ext>
                  </a:extLst>
                </p14:cNvPr>
                <p14:cNvContentPartPr/>
                <p14:nvPr/>
              </p14:nvContentPartPr>
              <p14:xfrm>
                <a:off x="6811768" y="4101603"/>
                <a:ext cx="56880" cy="181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EE1F51-CA15-5A36-9F2A-580DFDCE2A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05648" y="4095483"/>
                  <a:ext cx="69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A793246-2D92-FA71-D99A-AD35EA237ABF}"/>
                    </a:ext>
                  </a:extLst>
                </p14:cNvPr>
                <p14:cNvContentPartPr/>
                <p14:nvPr/>
              </p14:nvContentPartPr>
              <p14:xfrm>
                <a:off x="6992128" y="4084683"/>
                <a:ext cx="195480" cy="167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A793246-2D92-FA71-D99A-AD35EA237A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86008" y="4078563"/>
                  <a:ext cx="207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999E91F-0958-0DE6-B07B-8600D68C91DE}"/>
                    </a:ext>
                  </a:extLst>
                </p14:cNvPr>
                <p14:cNvContentPartPr/>
                <p14:nvPr/>
              </p14:nvContentPartPr>
              <p14:xfrm>
                <a:off x="7200568" y="4103403"/>
                <a:ext cx="117720" cy="184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999E91F-0958-0DE6-B07B-8600D68C91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94448" y="4097283"/>
                  <a:ext cx="12996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F1666C-7720-33DE-9EAC-8939AD97F122}"/>
              </a:ext>
            </a:extLst>
          </p:cNvPr>
          <p:cNvGrpSpPr/>
          <p:nvPr/>
        </p:nvGrpSpPr>
        <p:grpSpPr>
          <a:xfrm>
            <a:off x="6807448" y="4618923"/>
            <a:ext cx="449280" cy="247320"/>
            <a:chOff x="6807448" y="4618923"/>
            <a:chExt cx="44928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BE9857-9CE2-FCAF-1227-1DE5245B6FEF}"/>
                    </a:ext>
                  </a:extLst>
                </p14:cNvPr>
                <p14:cNvContentPartPr/>
                <p14:nvPr/>
              </p14:nvContentPartPr>
              <p14:xfrm>
                <a:off x="6807448" y="4618923"/>
                <a:ext cx="55440" cy="24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BE9857-9CE2-FCAF-1227-1DE5245B6F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01328" y="4612803"/>
                  <a:ext cx="67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A663EE-AD82-F326-5671-C94DACC7AD62}"/>
                    </a:ext>
                  </a:extLst>
                </p14:cNvPr>
                <p14:cNvContentPartPr/>
                <p14:nvPr/>
              </p14:nvContentPartPr>
              <p14:xfrm>
                <a:off x="6955768" y="4649883"/>
                <a:ext cx="141840" cy="16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A663EE-AD82-F326-5671-C94DACC7AD6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49648" y="4643763"/>
                  <a:ext cx="154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CEBD63-CF9B-6037-09A3-B976F5FCFD4D}"/>
                    </a:ext>
                  </a:extLst>
                </p14:cNvPr>
                <p14:cNvContentPartPr/>
                <p14:nvPr/>
              </p14:nvContentPartPr>
              <p14:xfrm>
                <a:off x="7110568" y="4653483"/>
                <a:ext cx="117360" cy="160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CEBD63-CF9B-6037-09A3-B976F5FCFD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04448" y="4647363"/>
                  <a:ext cx="129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70AAD29-F5FB-B083-E2D2-6FEE22E400B9}"/>
                    </a:ext>
                  </a:extLst>
                </p14:cNvPr>
                <p14:cNvContentPartPr/>
                <p14:nvPr/>
              </p14:nvContentPartPr>
              <p14:xfrm>
                <a:off x="7117768" y="4715763"/>
                <a:ext cx="138960" cy="60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70AAD29-F5FB-B083-E2D2-6FEE22E400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11648" y="4709643"/>
                  <a:ext cx="1512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CF653EF-FE45-699F-1ECA-1E31DE5FE23C}"/>
              </a:ext>
            </a:extLst>
          </p:cNvPr>
          <p:cNvGrpSpPr/>
          <p:nvPr/>
        </p:nvGrpSpPr>
        <p:grpSpPr>
          <a:xfrm>
            <a:off x="3528568" y="4801803"/>
            <a:ext cx="568800" cy="237240"/>
            <a:chOff x="3528568" y="4801803"/>
            <a:chExt cx="56880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573BF0-5153-9A77-6B6E-3C779A6BB61E}"/>
                    </a:ext>
                  </a:extLst>
                </p14:cNvPr>
                <p14:cNvContentPartPr/>
                <p14:nvPr/>
              </p14:nvContentPartPr>
              <p14:xfrm>
                <a:off x="3528568" y="4822323"/>
                <a:ext cx="209520" cy="189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573BF0-5153-9A77-6B6E-3C779A6BB6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22448" y="4816203"/>
                  <a:ext cx="221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AAD124-6A04-F58E-D7D7-769F54C47278}"/>
                    </a:ext>
                  </a:extLst>
                </p14:cNvPr>
                <p14:cNvContentPartPr/>
                <p14:nvPr/>
              </p14:nvContentPartPr>
              <p14:xfrm>
                <a:off x="3581488" y="4801803"/>
                <a:ext cx="104760" cy="237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AAD124-6A04-F58E-D7D7-769F54C472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5368" y="4795683"/>
                  <a:ext cx="117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421052-FCCB-8327-31BF-9FEEDDD086EC}"/>
                    </a:ext>
                  </a:extLst>
                </p14:cNvPr>
                <p14:cNvContentPartPr/>
                <p14:nvPr/>
              </p14:nvContentPartPr>
              <p14:xfrm>
                <a:off x="3802528" y="4839243"/>
                <a:ext cx="294840" cy="168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421052-FCCB-8327-31BF-9FEEDDD086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96408" y="4833123"/>
                  <a:ext cx="3070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3FC4D58-68EA-463A-8BDB-BC23776C2851}"/>
              </a:ext>
            </a:extLst>
          </p:cNvPr>
          <p:cNvGrpSpPr/>
          <p:nvPr/>
        </p:nvGrpSpPr>
        <p:grpSpPr>
          <a:xfrm>
            <a:off x="4407328" y="4750323"/>
            <a:ext cx="781200" cy="291240"/>
            <a:chOff x="4407328" y="4750323"/>
            <a:chExt cx="78120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3F8F71-4EA9-8B3C-C362-5C64A517548F}"/>
                    </a:ext>
                  </a:extLst>
                </p14:cNvPr>
                <p14:cNvContentPartPr/>
                <p14:nvPr/>
              </p14:nvContentPartPr>
              <p14:xfrm>
                <a:off x="4407328" y="4750323"/>
                <a:ext cx="243000" cy="219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3F8F71-4EA9-8B3C-C362-5C64A517548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01208" y="4744203"/>
                  <a:ext cx="255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E39C7A-CC45-6F42-DA95-D34C9913A394}"/>
                    </a:ext>
                  </a:extLst>
                </p14:cNvPr>
                <p14:cNvContentPartPr/>
                <p14:nvPr/>
              </p14:nvContentPartPr>
              <p14:xfrm>
                <a:off x="4428208" y="4833843"/>
                <a:ext cx="190800" cy="80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E39C7A-CC45-6F42-DA95-D34C9913A39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22088" y="4827723"/>
                  <a:ext cx="203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054ABB3-6774-7298-326B-3F33273E1015}"/>
                    </a:ext>
                  </a:extLst>
                </p14:cNvPr>
                <p14:cNvContentPartPr/>
                <p14:nvPr/>
              </p14:nvContentPartPr>
              <p14:xfrm>
                <a:off x="4676248" y="4888923"/>
                <a:ext cx="2880" cy="12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054ABB3-6774-7298-326B-3F33273E10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70128" y="4882803"/>
                  <a:ext cx="151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AC6A5B8-2203-6BB5-05ED-2AAED6708E22}"/>
                    </a:ext>
                  </a:extLst>
                </p14:cNvPr>
                <p14:cNvContentPartPr/>
                <p14:nvPr/>
              </p14:nvContentPartPr>
              <p14:xfrm>
                <a:off x="4772728" y="4905123"/>
                <a:ext cx="39240" cy="136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AC6A5B8-2203-6BB5-05ED-2AAED6708E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66608" y="4899003"/>
                  <a:ext cx="51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2863BB-330F-E9D4-9081-AE0F379C868B}"/>
                    </a:ext>
                  </a:extLst>
                </p14:cNvPr>
                <p14:cNvContentPartPr/>
                <p14:nvPr/>
              </p14:nvContentPartPr>
              <p14:xfrm>
                <a:off x="4892248" y="4764723"/>
                <a:ext cx="193680" cy="192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2863BB-330F-E9D4-9081-AE0F379C86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86128" y="4758603"/>
                  <a:ext cx="205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9E5D514-FB1F-FBC4-1B4E-654DE4F0678F}"/>
                    </a:ext>
                  </a:extLst>
                </p14:cNvPr>
                <p14:cNvContentPartPr/>
                <p14:nvPr/>
              </p14:nvContentPartPr>
              <p14:xfrm>
                <a:off x="4868488" y="4849323"/>
                <a:ext cx="178200" cy="71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9E5D514-FB1F-FBC4-1B4E-654DE4F0678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62368" y="4843203"/>
                  <a:ext cx="190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C68CA8-BB0F-C087-4002-F5556D9383B0}"/>
                    </a:ext>
                  </a:extLst>
                </p14:cNvPr>
                <p14:cNvContentPartPr/>
                <p14:nvPr/>
              </p14:nvContentPartPr>
              <p14:xfrm>
                <a:off x="5074408" y="4906563"/>
                <a:ext cx="114120" cy="124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C68CA8-BB0F-C087-4002-F5556D9383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68288" y="4900443"/>
                  <a:ext cx="126360" cy="13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7951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467544" y="441117"/>
            <a:ext cx="813690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Rephrasing the question: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maximizing covariance between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(scores),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becomes strongly related to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hence collinear with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Does this mean we are ignoring collinearity between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collinearity will be high in this case?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PLS we want to find suitable directions for the factors/latent variables/components.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maximize covariance between the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scores. 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T=</a:t>
            </a:r>
            <a:r>
              <a:rPr lang="en-IN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Xw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U=</a:t>
            </a:r>
            <a:r>
              <a:rPr lang="en-IN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Yq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find (principal) components in PCA that maximize the variance in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alone.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PLS we find the components by maximizing the covariance involving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PCA you have no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PLS and PCA you find directions of maximum variance or covariance.  IN PLS the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 of the latent variables (factors) identified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based on maximizing covariance between 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gives PLS its predictive power.  </a:t>
            </a:r>
          </a:p>
          <a:p>
            <a:pPr algn="just">
              <a:lnSpc>
                <a:spcPct val="150000"/>
              </a:lnSpc>
            </a:pP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5616" y="0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 and Collinearity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15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627534"/>
            <a:ext cx="8229600" cy="3292475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015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ADC24-E129-D6F7-8B6E-BE34D3513C03}"/>
              </a:ext>
            </a:extLst>
          </p:cNvPr>
          <p:cNvSpPr txBox="1"/>
          <p:nvPr/>
        </p:nvSpPr>
        <p:spPr>
          <a:xfrm>
            <a:off x="467544" y="441117"/>
            <a:ext cx="813690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Rephrasing the question: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how and where does PLS2 maximize the covariance between X and Y ? 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Taking a step back we find (principal) components in PCA that maximize the variance in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alone.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PLS we find the components by maximizing the covariance involving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PCA you have no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 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PLS and PCA you find directions of maximum variance or covariance.  IN PLS the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 of the latent variables (factors) identified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based on maximizing covariance between 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gives PLS its predictive power.  </a:t>
            </a:r>
          </a:p>
          <a:p>
            <a:pPr algn="just">
              <a:lnSpc>
                <a:spcPct val="150000"/>
              </a:lnSpc>
            </a:pP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5616" y="0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 and Collinearity</a:t>
            </a:r>
            <a:endParaRPr lang="en-IN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901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</Template>
  <TotalTime>12565</TotalTime>
  <Words>995</Words>
  <Application>Microsoft Office PowerPoint</Application>
  <PresentationFormat>On-screen Show (16:9)</PresentationFormat>
  <Paragraphs>69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Constantia</vt:lpstr>
      <vt:lpstr>Wingdings</vt:lpstr>
      <vt:lpstr>Wingdings 2</vt:lpstr>
      <vt:lpstr>Theme1</vt:lpstr>
      <vt:lpstr>Mid-Term Feedback</vt:lpstr>
      <vt:lpstr>Mid-Term Feedback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Kannan.A</dc:creator>
  <cp:lastModifiedBy>NPTEL Office9</cp:lastModifiedBy>
  <cp:revision>624</cp:revision>
  <dcterms:created xsi:type="dcterms:W3CDTF">2012-10-01T16:47:02Z</dcterms:created>
  <dcterms:modified xsi:type="dcterms:W3CDTF">2026-07-27T11:07:20Z</dcterms:modified>
</cp:coreProperties>
</file>