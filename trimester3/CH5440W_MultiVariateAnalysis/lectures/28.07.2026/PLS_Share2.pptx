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notesSlides/notesSlide13.xml" ContentType="application/vnd.openxmlformats-officedocument.presentationml.notesSlide+xml"/>
  <Override PartName="/ppt/ink/ink5.xml" ContentType="application/inkml+xml"/>
  <Override PartName="/ppt/notesSlides/notesSlide1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5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18.xml" ContentType="application/vnd.openxmlformats-officedocument.presentationml.notesSlide+xml"/>
  <Override PartName="/ppt/ink/ink39.xml" ContentType="application/inkml+xml"/>
  <Override PartName="/ppt/notesSlides/notesSlide19.xml" ContentType="application/vnd.openxmlformats-officedocument.presentationml.notesSlide+xml"/>
  <Override PartName="/ppt/ink/ink40.xml" ContentType="application/inkml+xml"/>
  <Override PartName="/ppt/notesSlides/notesSlide20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notesSlides/notesSlide21.xml" ContentType="application/vnd.openxmlformats-officedocument.presentationml.notesSlide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notesSlides/notesSlide24.xml" ContentType="application/vnd.openxmlformats-officedocument.presentationml.notesSlide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notesSlides/notesSlide25.xml" ContentType="application/vnd.openxmlformats-officedocument.presentationml.notesSlide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notesSlides/notesSlide26.xml" ContentType="application/vnd.openxmlformats-officedocument.presentationml.notesSlide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notesSlides/notesSlide27.xml" ContentType="application/vnd.openxmlformats-officedocument.presentationml.notesSlide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434.xml" ContentType="application/inkml+xml"/>
  <Override PartName="/ppt/ink/ink435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1018" r:id="rId2"/>
    <p:sldId id="1019" r:id="rId3"/>
    <p:sldId id="849" r:id="rId4"/>
    <p:sldId id="1017" r:id="rId5"/>
    <p:sldId id="852" r:id="rId6"/>
    <p:sldId id="1012" r:id="rId7"/>
    <p:sldId id="1011" r:id="rId8"/>
    <p:sldId id="853" r:id="rId9"/>
    <p:sldId id="854" r:id="rId10"/>
    <p:sldId id="855" r:id="rId11"/>
    <p:sldId id="1020" r:id="rId12"/>
    <p:sldId id="953" r:id="rId13"/>
    <p:sldId id="946" r:id="rId14"/>
    <p:sldId id="947" r:id="rId15"/>
    <p:sldId id="948" r:id="rId16"/>
    <p:sldId id="949" r:id="rId17"/>
    <p:sldId id="954" r:id="rId18"/>
    <p:sldId id="950" r:id="rId19"/>
    <p:sldId id="1021" r:id="rId20"/>
    <p:sldId id="1043" r:id="rId21"/>
    <p:sldId id="964" r:id="rId22"/>
    <p:sldId id="966" r:id="rId23"/>
    <p:sldId id="967" r:id="rId24"/>
    <p:sldId id="955" r:id="rId25"/>
    <p:sldId id="1044" r:id="rId26"/>
    <p:sldId id="1030" r:id="rId27"/>
    <p:sldId id="971" r:id="rId28"/>
    <p:sldId id="973" r:id="rId29"/>
    <p:sldId id="963" r:id="rId30"/>
    <p:sldId id="974" r:id="rId31"/>
    <p:sldId id="978" r:id="rId32"/>
    <p:sldId id="979" r:id="rId33"/>
    <p:sldId id="980" r:id="rId34"/>
    <p:sldId id="888" r:id="rId35"/>
    <p:sldId id="983" r:id="rId36"/>
    <p:sldId id="984" r:id="rId37"/>
    <p:sldId id="985" r:id="rId38"/>
    <p:sldId id="987" r:id="rId39"/>
    <p:sldId id="981" r:id="rId40"/>
    <p:sldId id="836" r:id="rId41"/>
    <p:sldId id="993" r:id="rId4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FF00FF"/>
    <a:srgbClr val="0033CC"/>
    <a:srgbClr val="0000FF"/>
    <a:srgbClr val="990099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2037" autoAdjust="0"/>
  </p:normalViewPr>
  <p:slideViewPr>
    <p:cSldViewPr>
      <p:cViewPr varScale="1">
        <p:scale>
          <a:sx n="129" d="100"/>
          <a:sy n="129" d="100"/>
        </p:scale>
        <p:origin x="1230" y="1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15:21.9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12483 4302 165 0,'0'0'35'0,"0"0"35"0,0 0-47 0,0 0 3 15,0 0 1-15,0 0-3 16,0 0-5-16,0 0 0 15,0 0 2-15,0 0-2 0,0 0-5 16,4-11-1-16,-3 8 2 16,1-2 3-16,-2-3-4 15,1-3 0-15,1-1-2 16,-2-6 1-16,0-3-4 16,2-5-1-16,-2-4-6 0,2-3-1 15,-2-1-2-15,0 0 1 16,1 2-1-16,1 2-1 15,-2 5-1-15,1 3 1 16,-1 7 1-16,0 2-1 16,2 3 1-16,-2 4 0 0,0 1-1 15,0 2 1-15,0 2 0 16,0-1-1-16,0 2 0 16,0-1 1-16,0 1-1 15,0 0 1-15,0 0-3 16,0 0 1-16,0 0-1 0,0 0 1 15,0 0 1-15,0 0 0 16,2 0 1-16,3 1 0 16,-1-1 1-16,3 0 1 15,3 0 1-15,0 0 0 16,4-2 0-16,0-1 0 0,2-2 0 16,-1 1-1-16,2-1 0 15,-4 3 1-15,1-3-3 16,-1 4 1-16,-3 0 0 15,-1 1 0-15,1-1 0 16,-4 1 0-16,1 0 0 0,-3 0 0 16,2 0-2-16,-3 0-17 15,1 0-38-15,-1 0-10 16,-1-4-49-16,0-1-75 16</inkml:trace>
  <inkml:trace contextRef="#ctx0" brushRef="#br0" timeOffset="523.76">12690 3724 147 0,'0'0'39'0,"0"0"-15"0,0 0 4 0,0 0-5 15,0 0-12-15,0 0 8 16,0 0-3-16,0 0-12 16,0 0 7-16,0 0 17 15,0 0 0-15,0 0-4 16,39 5-6-16,-26 0-2 0,0 0-7 16,0-2-3-16,0 3-1 15,-4-1-1-15,-1-1-1 16,-3 2 1-16,2-1-1 15,-6 2 4-15,-1 2 4 0,0 1 2 16,0 2 2-16,-8 2-7 16,-2-1-1-16,-2 2-3 15,-1 0-2-15,-3-2-1 16,3 0-1-16,0-3 0 16,3 0 1-16,3-4-1 0,1 1-9 15,3-4-54-15,2-1-44 16,1-2-55-16</inkml:trace>
  <inkml:trace contextRef="#ctx0" brushRef="#br0" timeOffset="1101.3">12918 3654 253 0,'0'0'29'0,"0"0"20"0,0 0-27 0,0 0-23 0,0 0-1 16,0 0 9-16,0 0 21 16,33 34 2-16,-20-20-4 15,2 3-11-15,3 0-9 16,-1 1-1-16,1-2-2 16,1-1-1-16,-2 0-1 0,-2-3 0 15,0-1 1-15,-3-3-1 16,-2-1-1-16,-2-1 3 15,-2-2-3-15,0-1 1 16,-3 0-1-16,-1 0 0 0,-2-3-9 16,0 0-14-16,0 0-19 15,-1 0-1-15,-6 0-56 16,1 0-72-16</inkml:trace>
  <inkml:trace contextRef="#ctx0" brushRef="#br0" timeOffset="2166.12">19316 3101 211 0,'0'0'46'0,"0"0"-48"0,0 0 2 0,0 41 3 16,0-21 11-16,0 5 7 15,-3 3 26-15,2 5-4 16,-2 2-15-16,1 3-4 16,1-2-2-16,-1-1-6 0,2-4-6 15,-1-3-6-15,1-6-1 16,0-3-1-16,0-3 1 16,0-3-3-16,0-3 1 15,0-3 0-15,0-3 0 0,0-2-15 16,0-2-69-16,-4-6-17 15,0-9-195-15</inkml:trace>
  <inkml:trace contextRef="#ctx0" brushRef="#br0" timeOffset="2520.59">19056 3114 288 0,'0'0'4'0,"0"0"11"16,0 0 18-16,0 0-4 15,0 0-2-15,0 0-10 0,0 0-1 16,0 0 5-16,30-24 3 15,4 17 2-15,8-3-7 16,6 0-6-16,2-1-7 16,-1 1-3-16,-4 2-1 15,-8 1-1-15,-2 4-1 0,-10 1 0 16,-3 2-12-16,-4 0-51 16,-3 0-52-16,-5 0-89 15</inkml:trace>
  <inkml:trace contextRef="#ctx0" brushRef="#br0" timeOffset="2797.22">19613 3271 360 0,'0'0'50'0,"0"0"-6"16,0 0-18-16,0 0-2 0,0 0 1 15,39 0-12-15,-25 0-6 16,2-1-4-16,1 1-2 16,0 0 0-16,1 0-1 15,-6 1-19-15,-1 4-49 16,-5 0-46-16,-3 0-37 15</inkml:trace>
  <inkml:trace contextRef="#ctx0" brushRef="#br0" timeOffset="2952.1">19617 3395 270 0,'0'0'61'0,"0"0"-40"0,0 0-2 15,0 0 22-15,0 0-3 16,43 8-11-16,-14-8-19 15,8-4-9-15,3-6-3 16,2-3-96-16,0-4-261 16</inkml:trace>
  <inkml:trace contextRef="#ctx0" brushRef="#br0" timeOffset="3460.16">20385 2962 304 0,'0'0'5'0,"0"0"-1"0,0 0-10 0,16 27 8 16,-5-7 11-16,4 5 11 16,6 4 7-16,2 5-2 15,5 0-16-15,3 2-3 16,1 1-6-16,-1-4-1 15,-1-4 0-15,-2-3 0 0,-6-4-2 16,-4-7 1-16,-3-3-4 16,-5-6-23-16,-1-5-44 15,-4-1-54-15</inkml:trace>
  <inkml:trace contextRef="#ctx0" brushRef="#br0" timeOffset="3744.77">20720 2943 258 0,'0'0'73'0,"0"0"-67"15,0 0 8-15,-31-7-2 16,20 19-9-16,-3 6 8 0,-3 9 21 15,-2 7-2-15,-4 7-3 16,-3 5-15-16,-2 3-5 16,0 2-4-16,0-1-1 15,1-5 0-15,6-7-2 16,2-5-6-16,7-6-31 16,3-11-61-16,4-7-32 0</inkml:trace>
  <inkml:trace contextRef="#ctx0" brushRef="#br0" timeOffset="4207.24">21298 2911 412 0,'0'0'2'0,"0"0"-3"16,-44 0 5-16,21 7-6 16,-6 4 5-16,3 1 5 15,2 1-4-15,5-1-1 16,5-1 2-16,8 1-2 0,6 1-6 16,1 1 2-16,14 0 5 15,0 3 3-15,4 0-4 16,2 0 4-16,-2 0-3 15,-1-1-4-15,-6-1 0 16,-1-1 0-16,-5-2 0 16,-3-1 0-16,-3-2 0 0,-2 0-2 15,-6-1 0-15,-4-1 1 16,-3-1 6-16,0-1-4 16,-3-1 2-16,-2-1-3 15,1-2 1-15,4 1 0 16,-1-1 0-16,5 0-1 0,3-1 1 15,3 0-1-15,4 0 0 16,1 0-1-16,0 0-8 16,6 0-60-16,7 0-11 15,4-7-118-15</inkml:trace>
  <inkml:trace contextRef="#ctx0" brushRef="#br0" timeOffset="4805.92">21551 3034 221 0,'0'0'278'0,"0"0"-259"0,0 0 6 0,-28-5-16 16,21 10-5-16,0 4 5 15,0 3 2-15,1 1 1 0,3 3-4 16,3 0-3-16,0 0-2 15,0 0-1-15,6-2 0 16,4-1-1-16,3-5 1 16,5-2-2-16,3-5-2 15,3-1-3-15,-1-2-4 0,-1-6-3 16,-4 2 11-16,-4-1 3 16,-5 0-1-16,-5 2 1 15,-3 2 2-15,-1 1 3 16,0-1 8-16,0 3-1 15,0 0-14-15,-1 0 2 16,-2 0 2-16,0 3-1 0,1 2-2 16,1 2 0-16,1-1 0 15,0 1 1-15,0 1-1 16,9-1 1-16,1-1 1 16,5 0 0-16,3-2-2 15,1-2 1-15,2-2-1 0,0 0-1 16,-1 0 0-16,-2-7 1 15,-2-1 0-15,-4 0-1 16,-4-2 0-16,-6 0 0 16,-2-1 0-16,-4-1-3 0,-10 1 1 15,-2-1-2-15,-4 1 0 16,-2 2 4-16,-2 1-2 16,2 3 1-16,3 2-2 15,4 3 1-15,3 0-11 16,3 0-22-16,6 5-24 15,3 4-11-15,0-2-37 0,10 0-21 16,4-2-55-16</inkml:trace>
  <inkml:trace contextRef="#ctx0" brushRef="#br0" timeOffset="5097.88">21813 3103 186 0,'0'0'55'0,"0"0"39"0,31-15-12 15,-21 12-12-15,1 2-25 16,0 1-10-16,1 0-8 15,2 2-4-15,0 7-10 16,1 1-6-16,-2 1-4 16,0 0-1-16,-2 1-2 0,-1-2 1 15,-2-2-1-15,-2-1 1 16,-1-2 1-16,-3-2-2 16,1-3-2-16,-3 0 4 15,0 0 1-15,0-6 1 16,0-5-2-16,0-7-2 0,4-3-1 15,-1-2-1-15,4-2-2 16,4 4-1-16,2 1-7 16,0 7-22-16,4 4-11 15,-1 3-43-15,0 4-77 16,1 1-128-16</inkml:trace>
  <inkml:trace contextRef="#ctx0" brushRef="#br0" timeOffset="5460.36">22247 3118 401 0,'0'0'38'15,"0"0"34"-15,0 0-44 16,31-12 5-16,-15 2-3 16,4 0 2-16,2-1-9 15,0-1-9-15,1-1-10 16,-2 0-2-16,-3 3-1 0,-3 2 0 15,-6 1 0-15,-5 0 0 16,-4 1-1-16,-3 3 0 16,-9-1 0-16,-3 1-1 15,-5 3 2-15,0 0-1 16,-1 5 1-16,2 7 1 0,2 5-2 16,4 2 1-16,2 4 0 15,5 1 0-15,4-1 0 16,2-1 1-16,12-1 1 15,8-4 1-15,9-2 1 16,6-2-2-16,9-3-1 0,4-3-2 16,2-5-24-16,-1-2-72 15,-4-12-250-15</inkml:trace>
  <inkml:trace contextRef="#ctx0" brushRef="#br0" timeOffset="6519.33">19130 3920 218 0,'0'0'67'0,"0"0"-17"16,2 42-33-16,-1-14 43 15,0 7-8-15,1 8-7 0,-2 6-4 16,1 2-10-16,-1 2-10 15,1-3-2-15,1-3-10 16,0-4-5-16,0-8-2 16,0-4 0-16,-1-6-1 15,0-6 0-15,-1-8-1 0,0-4-2 16,0-7-26-16,-1-1-3 16,-6-12-60-16,-3-5-95 15</inkml:trace>
  <inkml:trace contextRef="#ctx0" brushRef="#br0" timeOffset="6876.9">19006 3970 298 0,'0'0'5'15,"1"-35"31"-15,5 20 18 16,3 1-12-16,5 2-10 16,5 4-14-16,4 3-8 15,5 3 3-15,-1 2-7 0,3 0-3 16,-1 10-1-16,-1 3-1 16,-4 4 0-16,-3-1-1 15,-4 2 0-15,-3-2 1 16,-4 0 1-16,-4-2-2 15,-5 0 1-15,-1-1 2 0,-7 0-1 16,-7 1 0-16,-6-1-3 16,-5 0-15-16,0-2-16 15,1 0-8-15,1-1-36 16,4-2-25-16,3 0-84 16</inkml:trace>
  <inkml:trace contextRef="#ctx0" brushRef="#br0" timeOffset="7175.27">19695 4123 399 0,'0'0'45'0,"0"0"0"16,0 0-38-16,29-7-4 15,-17 7-1-15,0 0 1 16,1 0-1-16,2 0-1 16,-2 0 0-16,-1 0-1 0,0 1 0 15,-4 2-9-15,-1 0-59 16,-6-1-75-16,-1 2-101 15</inkml:trace>
  <inkml:trace contextRef="#ctx0" brushRef="#br0" timeOffset="7305.05">19634 4272 266 0,'0'0'23'0,"0"0"8"15,0 0-11-15,0 0 18 16,41 19-6-16,-12-18-13 0,6-1-14 15,7 0-3-15,6-2-3 16,3-7-122-16</inkml:trace>
  <inkml:trace contextRef="#ctx0" brushRef="#br0" timeOffset="7879.66">20491 3770 292 0,'0'0'14'0,"0"0"33"0,0 0-11 0,0 0-15 0,30-13-20 15,-12 26 1-15,2 5 17 16,5 4 6-16,2 6-1 15,2 3-9-15,-1 2-5 16,2 0-7-16,-1 0-1 16,-4-4-2-16,-2-5 1 0,-4-5 0 15,-2-3-1-15,-5-6 1 16,-2-4-4-16,-4-4-23 16,-4 0-65-16,-2-2-38 15,0-3-78-15</inkml:trace>
  <inkml:trace contextRef="#ctx0" brushRef="#br0" timeOffset="8229.17">20778 3732 196 0,'0'0'6'0,"0"0"23"16,0 0 10-16,0 0-27 16,0 0-11-16,0 0 10 15,-25 27 34-15,11-3 2 16,-4 6 2-16,-5 8-9 0,-2 3-19 15,-4 2-8-15,0 2-9 16,0-4-2-16,4-4 1 16,3-4-4-16,2-5-23 15,3-7-38-15,4-6-74 16</inkml:trace>
  <inkml:trace contextRef="#ctx0" brushRef="#br0" timeOffset="8678.12">21466 3551 363 0,'0'0'4'0,"0"0"16"0,0 0-22 0,-2 37 3 16,-1-7 4-16,1 3 3 16,0 3 3-16,-1 0-5 15,3-2-3-15,0-1-1 0,0-3 1 16,0-4-2-16,0-4-1 15,3-5-12-15,1-6-86 16,2-8-31-16</inkml:trace>
  <inkml:trace contextRef="#ctx0" brushRef="#br0" timeOffset="9120.44">21626 3793 258 0,'0'0'28'0,"0"0"34"15,0 0-24-15,0 0-9 16,0 0-6-16,-28-1-4 16,24 9 2-16,2 0-3 15,-2 1-6-15,4 0-7 0,0 1-1 16,0 0-1-16,6-3 0 15,4 0 2-15,2-3-3 16,2-2 2-16,3 0-2 16,1-2 3-16,-1 0-2 0,2-4-1 15,-3-3-1-15,-3-1 1 16,-2-1-1-16,-2-1 0 16,-2 0 0-16,-3-2-1 15,-2 0 1-15,-2 1-1 16,0-1 0-16,-2 1-1 0,-8-1 0 15,-1 2-3-15,-3 2 2 16,-3 1-3-16,-1 4-4 16,-2 1-9-16,0 2-9 15,1 2-20-15,1 5-33 16,5 1-18-16,2 0-27 0</inkml:trace>
  <inkml:trace contextRef="#ctx0" brushRef="#br0" timeOffset="9668.36">22059 3735 289 0,'0'0'51'0,"0"0"-13"0,0 0-20 0,0 0-10 16,-41-9 8-16,24 9 8 15,-2 3 5-15,2 2-2 16,1 1-7-16,3 2-8 16,0-1-4-16,5 3-4 0,2 0-2 15,1 1 0-15,5 0-3 16,0 0 0-16,0-1 2 15,8-2-2-15,-1-2 0 16,4-2 0-16,3-4 2 0,0 0 0 16,2-5 0-16,-2-3 1 15,1-5 1-15,-2 1-2 16,-3 2 0-16,-3 0-1 16,-3 2 1-16,-3 3 2 15,-1 0-3-15,0 2 3 0,0 2-2 16,0 0 2-16,0 1 0 15,0 0 0-15,0 0-2 16,0 4-2-16,0 2 1 16,0 3 0-16,6 1 0 15,0 1 1-15,2 0 1 16,3-2-2-16,1 1 0 0,2-2-4 16,1-3-19-16,5-3-35 15,0-2-5-15,2 0-26 16,3-2 1-16,1-5-65 15</inkml:trace>
  <inkml:trace contextRef="#ctx0" brushRef="#br0" timeOffset="10288.12">22340 3773 209 0,'0'0'10'0,"0"0"32"15,0 0 9-15,-36-7-23 0,26 7-21 16,-3 1 5-16,2 5 16 15,0 1-11-15,2 3 0 16,3 0-7-16,-1 0-6 16,4 3-1-16,2-1-2 15,1-2 2-15,0-1 0 0,4-2-1 16,3-4-1-16,3-3 0 16,0 0 3-16,2-3 5 15,1-8-7-15,2-4 1 16,-3-5-2-16,2 0-1 15,-2-7-2-15,0-4 0 16,-3-2 0-16,-2-2 5 0,1-1-8 16,-6 5 3-16,0 4 4 15,-2 7 0-15,0 7-2 16,0 8 13-16,0 5 15 16,0 5-24-16,0 11-5 0,0 6 14 15,-1 5 1-15,1 2-3 16,0 0-3-16,4 0 1 15,4-2-7-15,3-3 2 16,1-2 0-16,1-4 1 16,2-3-4-16,-1-4-1 15,2-5-5-15,0-5-8 0,-1-1-5 16,0-3 13-16,1-5-1 16,-3-4-5-16,-3 2 2 15,-2-1 6-15,-1 3 3 16,-6 2-1-16,-1 3 3 0,0 1 4 15,0 2 14-15,0 0-15 16,0 2-3-16,0 4 10 16,0 3 3-16,0-1-4 15,0 3-3-15,0-2-1 16,6 1-3-16,1-2 0 16,3 0-1-16,1-3 1 0,1-2-2 15,3-2-18-15,-3-1-27 16,2 0-37-16,-3-10-91 15,-1-5-126-15</inkml:trace>
  <inkml:trace contextRef="#ctx0" brushRef="#br0" timeOffset="10443.53">22585 3585 383 0,'0'0'16'0,"0"0"-13"0,0 0-7 15,0 0-5-15,0 0 11 16,0 0-14-16,0 0-23 16,0 0-106-16</inkml:trace>
  <inkml:trace contextRef="#ctx0" brushRef="#br0" timeOffset="10879.14">22726 3718 392 0,'0'0'7'0,"0"0"8"16,0 0-14-16,0 0 10 15,0 0 21-15,0 0-3 16,14 32-9-16,-11-23-10 16,-1 0-5-16,1 0-2 15,-3-2 1-15,1-1-2 0,-1-1 1 16,1 0-1-16,-1-4 0 15,0 1 1-15,0-2 0 16,0 0 2-16,0-3 1 16,0-4-3-16,0-2-5 15,0-2 1-15,1 0 0 0,4-1-1 16,1-1 1-16,3 3 2 16,0 2 5-16,1 1-3 15,0 4 1-15,1 3-2 16,0 0-3-16,0 5 0 15,-1 3 0-15,-1 2 2 16,0 0-1-16,-2 0 1 0,-1-2 1 16,2 2 0-16,-2-1-6 15,2-2-16-15,1 0-35 16,2-3-73-16,1-4-67 16</inkml:trace>
  <inkml:trace contextRef="#ctx0" brushRef="#br0" timeOffset="11364.11">23144 3725 345 0,'0'0'68'15,"0"0"-48"-15,0 0 17 16,0 0-12-16,-34-20-20 16,16 21-1-16,1 5 2 15,0 4 7-15,2-2 5 16,5 2-1-16,1 0-10 15,4 0-3-15,4 0 1 0,1 0-1 16,0-2-1-16,7-2 0 16,1-3-3-16,7-3 1 15,-2 0 4-15,5-2-3 16,2-7 0-16,-3 0-6 16,1 2-3-16,-1 2 4 0,-2 2 6 15,-1 3 6-15,-1 3 2 16,0 12-7-16,0 5 1 15,-1 8 8-15,-2 8-2 16,-2 4 1-16,-4 5-3 16,-3 2-1-16,-1 1 1 0,0-1-3 15,-4-3-2-15,-1-6-2 16,-3-5-2-16,1-10 1 16,-5-8 1-16,-1-6 6 15,-4-9 7-15,-3-4 1 16,-2-13-9-16,2-7-2 0,4-7-3 15,6-6 1-15,9-4-2 16,1-2 1-16,17-2-3 16,10 4-3-16,8 3-16 15,7 3-24-15,8 4-32 16,3 1-110-16</inkml:trace>
  <inkml:trace contextRef="#ctx0" brushRef="#br0" timeOffset="14047.11">19058 4997 103 0,'1'-1'4'0,"-1"-1"98"0,0 0-69 16,0 1 2-16,-1 1-5 15,-3 0 1-15,0 1-5 16,-1 6 0-16,0 4-4 0,0 2 0 16,-2 6-3-16,2 4-2 15,-2 3 0-15,3 6-4 16,-3 2 0-16,4 6-6 15,-1 2-5-15,3 1 0 16,1-2-1-16,3-5 2 0,6-5-2 16,5-6 0-16,2-10 0 15,3-5 0-15,2-6 1 16,4-4 1-16,1 0 0 16,0-7 0-16,-2-5-2 15,-1-3 1-15,-3-3-2 0,-3-6 1 16,-4-3-1-16,-2-5 1 15,-2-4-1-15,-2-2 0 16,-3-3 0-16,-4 1 0 16,0 2 0-16,0 4 1 15,-8 5-1-15,0 6 0 0,0 7 1 16,0 5 0-16,1 7-1 16,4 4-2-16,3 0-6 15,0 6-25-15,0 6-29 16,6 0-58-16,4-2-30 15</inkml:trace>
  <inkml:trace contextRef="#ctx0" brushRef="#br0" timeOffset="14298.68">19649 5126 391 0,'0'0'23'0,"0"0"10"0,0 0-25 0,38-13-5 0,-24 13 1 16,1 0-3-16,-1 0 0 15,-3 1-1-15,2 4 1 16,-6 0-2-16,-2 0-60 0,-3 0-89 15</inkml:trace>
  <inkml:trace contextRef="#ctx0" brushRef="#br0" timeOffset="14473.18">19585 5286 256 0,'0'0'8'0,"0"0"10"0,0 0 5 16,0 0 16-16,31 19-1 15,-3-19 11-15,3-6-23 16,8-3-19-16,1 0-4 16,-1-1-2-16,-2-2-44 15</inkml:trace>
  <inkml:trace contextRef="#ctx0" brushRef="#br0" timeOffset="14992.25">20504 4717 310 0,'0'0'8'0,"0"0"-5"0,0 0 18 0,0 0-2 15,0 0-16-15,0 0-1 16,29-7 2-16,-14 24 13 0,4 2-3 16,1 6-8-16,1-1-2 15,1 3 1-15,1-4-2 16,-3-1-8-16,-1-7-102 16,-1-7-101-16</inkml:trace>
  <inkml:trace contextRef="#ctx0" brushRef="#br0" timeOffset="15302.66">20884 4682 261 0,'0'0'3'16,"0"0"23"-16,7-36 16 15,-7 29-11-15,0 4 3 16,0 3 14-16,0 0-21 15,0 8-22-15,-5 9 15 0,1 7 14 16,-3 11-3-16,-2 9-3 16,-1 6-5-16,-5 9-8 15,-2 7-2-15,-1 0-3 16,-1-2-4-16,1-4-2 16,3-5-2-16,6-9-1 0,3-10 1 15,4-9 0-15,2-7-1 16,0-9-2-16,0-6-14 15,7-5-24-15,1-5-77 16,3-13-164-16</inkml:trace>
  <inkml:trace contextRef="#ctx0" brushRef="#br0" timeOffset="16270.39">21501 4769 290 0,'0'0'31'0,"0"0"-1"16,0 0 13-16,0 0-20 16,0 0-10-16,0 0-4 0,0 0 6 15,0 0 1-15,0 0-4 16,0 0-6-16,0 0-2 16,14-26-1-16,-13 26-2 15,4 0 1-15,-3 0-1 16,0-1 0-16,0 1 0 0,1 0 1 15,-2 0-2-15,1 0 0 16,-2 0 1-16,1 0-1 16,-1-1 0-16,0 1 3 15,0-3-1-15,-7 3-1 16,-2-2 0-16,-6 2 1 0,-5 0-1 16,-4 0 1-16,-2 6-1 15,0 0 0-15,1 3 1 16,4-3-1-16,6 2 2 15,6-1 1-15,7 2-4 0,2 1 2 16,5 2 0-16,9 1 1 16,1 1 0-16,4 1 0 15,0 1-1-15,-3 2 1 16,0 0-1-16,-6 0 0 16,-5 2-1-16,-2-3 0 15,-3 0 1-15,0-1-1 0,-6-3 2 16,-5-2-2-16,1-2 1 15,-3-2 0-15,-2-1 0 16,0-3 0-16,-2-1-1 16,2-2 0-16,-2 0 0 15,4 0-1-15,0 0 1 0,4 0-1 16,1 0 0-16,5 0 0 16,2 0-6-16,1 0-21 15,1 0-28-15,6-2-50 16,6-4-59-16</inkml:trace>
  <inkml:trace contextRef="#ctx0" brushRef="#br0" timeOffset="16974.8">21682 4913 231 0,'0'0'147'0,"0"0"-99"0,0 0 18 0,0 0-5 15,0 0-25-15,0 0-6 16,-28-23-10-16,23 25-5 16,1 4-6-16,3 3-3 15,1 2-2-15,0 1 0 0,1 1 0 16,6 0-1-16,2 2 0 16,4-2 1-16,1-2 0 15,2-2-3-15,1-3 0 16,2-4-3-16,1-2 2 0,-2 0-2 15,-3 0-2-15,0-5 1 16,-4-1 0-16,-2 2 2 16,-4-3-1-16,-1 1 2 15,-1 1 0-15,-2-1 0 16,0-1-1-16,-1 2 1 16,0 2 0-16,0-1 1 0,0 1-1 15,0 2 0-15,0 1 0 16,0 0-1-16,0 0 0 15,1 4 0-15,0 1 1 16,2 2 0-16,2 3 1 16,0-3-1-16,0 2 0 0,2 0 1 15,1-1 0-15,-1-2-2 16,1 1-2-16,2-2-7 16,-3-2-5-16,1-2-8 15,0-1-8-15,0 0-2 16,-1 0 7-16,-3-7 6 0,1 0 9 15,-3-3 2 1,1 0 6-16,-3-1 3 0,-2 0 0 16,-5-3 0-16,-4 2-3 15,-2 2 2-15,-2-1-1 16,-4 1 10-16,0 3 7 0,2 1-3 16,-1 1 3-16,2 0-1 15,4 3-3-15,2 1 1 16,4 1-5-16,1 0-5 15,4 0-1-15,1 3-1 16,0 2 0-16,5 0 0 0,3 1 0 16,6-1-23-16,2-1-32 15,2 0-29-15,2-4-75 16,-2 0-43-16</inkml:trace>
  <inkml:trace contextRef="#ctx0" brushRef="#br0" timeOffset="17299.84">21987 4912 229 0,'0'0'48'0,"0"0"36"0,0 0-33 0,29-11-13 0,-21 11-15 0,1 0-1 15,1 2-1-15,-2 3-6 0,2 3-5 16,-1 1-4-16,0 0-2 16,0 0-1-16,-5-1 1 15,3 2-1-15,-4-2-3 16,-3-1 3-16,0-1-2 15,0-2 1-15,0-1 0 16,-3-3 0-16,-1 0 3 0,0-2-3 16,1-6-1-16,3-2 0 15,0-3 0-15,0 0 0 16,4-2-2-16,8-2-1 16,2 3-2-16,2 0 2 15,2 4-2-15,0 4-4 0,-3 1-40 16,0 2-42-16,-2 1-85 15</inkml:trace>
  <inkml:trace contextRef="#ctx0" brushRef="#br0" timeOffset="17666.1">22300 4943 337 0,'0'0'18'15,"0"0"24"-15,30-15-12 16,-14 8 3-16,2-3 3 0,2 0-7 16,-1 1-8-16,-2 0-6 15,-1 0-9-15,-5 2-1 16,-4-1-1-16,-4 2 0 16,-3 0 3-16,0-1 0 0,-9 1 1 15,-3 3-4-15,-3-1-2 16,-1 4 2-16,-1 0 0 15,0 0 0-15,2 9 1 16,1 2 1-16,2 4 1 16,2 1 1-16,4 1-4 15,1 1 0-15,5 0-1 0,0-1 0 16,9-3 0-16,9-2 1 16,6-4 0-16,6-1-1 15,8-4-1-15,5-1 0 16,5-2-4-16,7 0-32 15,4-8-61-15,4-9-211 0</inkml:trace>
  <inkml:trace contextRef="#ctx0" brushRef="#br0" timeOffset="23365.32">19087 5468 9 0,'0'0'13'0,"0"0"7"0,0 0-12 15,0 0-17-15,0 0 16 16,2 0-8-16,1 0-2 16,1 0-5-16</inkml:trace>
  <inkml:trace contextRef="#ctx0" brushRef="#br0" timeOffset="24728.01">20567 4815 83 0,'0'0'30'0,"0"0"-16"16,0 0-8-16,0 0-3 15,0 0 0-15,0 0 0 16,32-23 3-16,-27 20-2 0,0 2-1 16,-1-1 1-16,-2 2 2 15,0-2 4-15,-1 1 10 16,0 1-5-16,-1 0-8 15,0 0-1-15,1 0-4 0,-1 0 1 16,0 0 0-16,3 0 7 16,-3 4 1-16,2 0-2 15,0 1-3-15,0 1 1 16,2 1-3-16,-2 1-1 16,2 1-1-16,2-1 1 0,-1 2 1 15,2-1-1-15,0 0 2 16,2-1 1-16,-3-1 2 15,1-1 0-15,-1-1-1 16,-1-1 1-16,0-1-2 16,-2 0 1-16,-2-1 0 15,-1-2 1-15,1 1-2 0,0-1 1 16,0 0-2-16,-1 2-2 16,2 0-2-16,2-2 0 15,-3 2-1-15,3-1 1 16,-1 2-1-16,1-1 2 15,-1 0-4-15,0 0 2 0,1-1 0 16,-1 2-2-16,-1-2-3 16,3-1-36-16,-5-2-82 15</inkml:trace>
  <inkml:trace contextRef="#ctx0" brushRef="#br0" timeOffset="29383.69">19120 5939 4 0,'7'-2'5'0,"2"-8"103"0,-2-3-91 0,1-5 19 15,-3 2 10-15,-3 0-1 16,-2 3 3-16,0 7 2 16,-10 6-7-16,-8 3-11 15,-5 15-16-15,-6 9 3 0,-2 7 4 16,1 7-1-16,5 1-6 16,5 1-3-16,5-2-5 15,9 0-4-15,6-4 0 16,0-3-2-16,9-3 0 15,6-4 0-15,6-6-2 16,5-7 2-16,3-6 0 0,4-8-1 16,2 0 1-16,2-12 0 15,-2-6 0-15,-1-8-1 16,-1-4 0-16,-4-5 0 16,-3-3-1-16,-5-1 0 15,-4-3 0-15,-7 1 0 0,-7 0 0 16,-3 5 1-16,-12 2 0 15,-8 5 1-15,-8 4 5 16,-3 8 4-16,-5 5-5 16,-2 7-5-16,0 5 0 15,4 0 0-15,6 4-2 0,7 5-10 16,7 2-14-16,6 3-17 16,6 1-23-16,-1 1-63 15,3 1-42-15</inkml:trace>
  <inkml:trace contextRef="#ctx0" brushRef="#br0" timeOffset="29666.6">19109 6079 242 0,'0'0'56'0,"0"0"-10"0,0 0 11 0,0 0-23 0,0 0-28 16,0 0 3-16,0 0 13 0,39 21 7 15,-11-9 1-15,4 3-9 16,2 3-7-16,1-1-10 16,0 2-2-16,-3 0 1 15,-1 0-2-15,0-2-1 16,-7-5-18-16,-4-3-44 15,-2-7-88-15,-4-2-144 0</inkml:trace>
  <inkml:trace contextRef="#ctx0" brushRef="#br0" timeOffset="30091.33">20030 5978 161 0,'0'0'176'0,"0"0"-147"0,0 0 28 0,0 0-22 0,0 0-22 15,0 0-6-15,35-33-3 16,-12 28-2-16,2-1-1 15,1 1 1-15,0 0-1 16,0 2 0-16,-4-1-1 0,-4 4-21 16,-5-1-106-16,-6 1-25 15</inkml:trace>
  <inkml:trace contextRef="#ctx0" brushRef="#br0" timeOffset="30242.26">20019 6093 367 0,'0'0'29'0,"0"0"-13"16,0 0 1-16,0 0-1 15,38 21-6-15,-9-21-2 0,8 0-2 16,7-10-5-16,3-7-1 16,5-7-162-16</inkml:trace>
  <inkml:trace contextRef="#ctx0" brushRef="#br0" timeOffset="31398.28">20876 5587 182 0,'-1'-8'39'0,"-3"1"-3"0,4 3 18 16,0 4-2-16,5 0-17 15,5 7-30-15,6 8 15 16,3 4 6-16,4 3-8 16,0 3-9-16,2 1-3 15,-1 0-2-15,-2-2 0 0,-2-2-2 16,-1-4-10-16,-4-8-38 16,0-7-43-16,-3-3-61 15</inkml:trace>
  <inkml:trace contextRef="#ctx0" brushRef="#br0" timeOffset="31616.35">21231 5526 226 0,'0'0'23'0,"0"0"49"16,0 0-8-16,0 0-35 16,0 0 6-16,-1 39 15 0,-8-1-5 15,-6 9-10-15,-3 8-8 16,-4 5-6-16,-2 5-7 15,-1-1-5-15,0 0-5 16,2-4-1-16,5-4-2 16,4-6 1-16,0-7-10 0,4-7-27 15,3-6-5-15,0-9-17 16,3-7-25-16,2-10-72 16,2-4-109-16</inkml:trace>
  <inkml:trace contextRef="#ctx0" brushRef="#br0" timeOffset="32103.72">21778 5519 249 0,'0'0'87'0,"0"0"-73"0,0 0 66 16,0 0-23-16,0 0-49 0,0 0 9 16,7 48 15-16,-7-10-4 15,0 5-8-15,0 1-8 16,-3 0-6-16,1-2-4 15,1-3-1-15,0-4 1 16,1-4-3-16,0-7-19 0,0-7-16 16,0-7-23-16,1-9-25 15,5-1-53-15,4-13-120 16</inkml:trace>
  <inkml:trace contextRef="#ctx0" brushRef="#br0" timeOffset="32523.8">22019 5741 364 0,'0'0'5'0,"0"0"52"0,0 0-11 16,0 0-3-16,-32 1-3 16,23 7-5-16,-1 2-7 15,1 3-10-15,4 2-7 16,1 0-4-16,3 2-3 15,1-1 0-15,0 1 0 16,5-4 0-16,2 0 2 0,4-3-1 16,2-5-2-16,4-5-4 15,2 0-4-15,1-3-1 16,1-7 1-16,-2-2-1 16,-1-2 0-16,-4 0 0 0,-4 1 3 15,-3 2 0-15,-5 0 0 16,-2 0 3-16,-1 1-1 15,-8 2 0-15,-5-2 1 16,-2 2-1-16,-3 1 1 16,0 1-1-16,1 2 1 15,0 3 0-15,2 1-7 0,2 0-17 16,5 3-22-16,4 3-25 16,1-1-45-16,4 0-58 15</inkml:trace>
  <inkml:trace contextRef="#ctx0" brushRef="#br0" timeOffset="32974.67">22408 5739 347 0,'0'0'12'0,"0"0"15"0,0 0-4 16,0 0 18-16,-38 7-13 15,22-1 0-15,0-1 7 16,1 3-6-16,1 2-8 16,1 0-6-16,4 2-9 0,1 1-1 15,4 0-3-15,3 2 1 16,1-2-1-16,0 0 1 16,7-3-2-16,1 0 1 15,4-5-3-15,-1-2 1 16,3-3-2-16,0-2-3 0,3-9 4 15,-1-3-3-15,3-5 0 16,-1 1-1-16,-2-2-2 16,-2 5-3-16,-4 2 4 15,-4 4 5-15,-2 3 2 16,-3 6 1-16,0 0-2 0,-1 0-3 16,1 7 3-16,0 1 3 15,0 3 11-15,1 0-4 16,1 2-5-16,-1-1 1 15,4 1-1-15,0-2-1 16,2-2 0-16,2 0-2 0,3-2-7 16,4-2-18-16,3-3-22 15,2-2-26-15,3 0-38 16,4-7-75-16</inkml:trace>
  <inkml:trace contextRef="#ctx0" brushRef="#br0" timeOffset="33665.93">22837 5772 337 0,'0'0'56'0,"-31"-2"-43"0,13 2 10 16,0 0 3-16,-2 7-6 0,2 5 8 16,2 0 0-16,2 2-8 15,4-1-4-15,4 2-10 16,1 0-3-16,5-2 1 15,0-1-1-15,0-2-2 0,5-4 1 16,2-2 1-16,4-4 0 16,3 0-1-16,0-7-2 15,4-7-7-15,2-5-9 16,-2-6-7-16,4-2-7 16,-2-4-4-16,-1-3-3 0,-3-1-9 15,-2 2-1-15,-4 1 23 16,-4 3 25-16,-4 5 3 15,-2 3 10-15,0 5 18 16,-4 3 4-16,-1 2 5 16,2 3 0-16,0 3 0 15,1 1-5-15,0 2-9 0,2 2-3 16,0 0-8-16,0 0-6 16,0 0-5-16,0 4-2 15,0 5-3-15,1 6 1 16,3 3 1-16,1 6 6 0,2 3 7 15,0 1-6-15,0 1-3 16,2 0 0-16,-1-2 1 16,3 0 2-16,0-4-2 15,2-3 0-15,0-1-2 16,3-5-22-16,1-6-12 16,2-5 2-16,-1-3-4 0,2-3-13 15,-2-8-11-15,-1-1 13 16,-6-1 29-16,-2 2 13 15,-5 4 0-15,-2 2 2 16,-2 4 17-16,0 1 7 16,0 0-6-16,-2 6 4 0,-1 1 9 15,0 4-11-15,2 1-10 16,1-1-5-16,0 1-4 16,0-1 0-16,7-2 1 15,1-2-2-15,4-1-4 16,1-4-26-16,0-2-55 0,1-3-68 15,1-11-214-15</inkml:trace>
  <inkml:trace contextRef="#ctx0" brushRef="#br0" timeOffset="33850.33">23156 5561 432 0,'0'0'-11'0,"0"0"13"16,0 0-32-16,0 0-28 0,0 0-35 16,0 0-9-16,0 0-10 15</inkml:trace>
  <inkml:trace contextRef="#ctx0" brushRef="#br0" timeOffset="34300.99">23288 5732 458 0,'0'0'18'15,"0"0"-18"-15,0 0-2 0,0 0 4 16,0 0-1-16,-8 31 4 16,9-22 9-16,3-1-1 15,0 2-7-15,2-1-3 16,-4 0-1-16,0-2 1 15,-2-2-3-15,0 0 2 0,0-4-1 16,0-1 2-16,0 0 0 16,0 0 1-16,0-5-3 15,0-1 1-15,0-4-2 16,0 2 0-16,0-2-1 16,4 2-1-16,0-1 0 15,0 1-1-15,1 1-2 0,2-1 2 16,0 1-1-16,2 2 3 15,2-1 3-15,0 2 0 16,1 2 0-16,-1 2-1 16,0 0 0-16,0 0 3 15,-1 3-2-15,0 3 2 0,0 1-3 16,-2 1 2-16,-1 0-2 16,3 1 2-16,-4 0-2 15,1 0-11-15,0-1-48 16,-1 0-43-16,0-3-77 15</inkml:trace>
  <inkml:trace contextRef="#ctx0" brushRef="#br0" timeOffset="34784.49">23687 5765 355 0,'0'0'5'0,"0"0"19"0,0 0 0 0,0 0 10 0,0 0-6 0,2-28-15 16,-10 28 0-16,-1 0-2 16,-2 0 0-16,2 3-3 15,0 3 1-15,2 0-6 0,0 1-1 16,1-1-1-16,2 0 1 16,1 0 0-16,2-3-1 15,1 0 1-15,0-2 1 16,2-1 1-16,6 0 2 0,0 0-4 15,3-1 0-15,2-2-1 16,-1 2-2-16,0 1 0 16,-1 1 0-16,1 9 0 15,0 8 4-15,-3 8 6 16,-1 8 3-16,-2 5 6 0,-5 6-8 16,-1 5 5-16,-1 1-3 15,-8 0-7-15,-2-5-3 16,-1-2-1-16,-1-7 0 15,-2-6 0-15,-2-8 0 16,0-8-1-16,-2-8 2 0,-2-5 2 16,2-2 6-16,1-5 0 15,5-8-6-15,4-6-1 16,7-6 10-16,2-6-2 16,16-3-9-16,9-4-4 15,9-2 1-15,9 2 0 0,7 0-15 16,5 4-44-16,-1 1-87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16:28.5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16589 3278 71 0,'2'0'4'0,"0"1"-2"0,1 1 3 0,-1-2 10 15,-1 1 25-15,-1 0-18 16,0-1-16-16,0 0 6 16,0 0 9-16,0 0 2 15,0 0-6-15,0 0 3 0,0 0-4 16,-4 0-10-16,-2 0 0 16,-2 2 2-16,-3-1 1 15,-1 2-2-15,-5-1 0 16,2 1-1-16,-5 0 7 15,0 1-1-15,0-1 0 0,2-1-1 16,2 1-2-16,0-1-3 16,3 1-2-16,2-1-2 15,1 0 0-15,1 0 0 16,1 0-2-16,3 2 0 16,0-1 0-16,0 2 0 15,1 1 0-15,2 2 0 0,-1 1 0 16,0 4 1-16,1 1-1 15,0 2 0-15,1 3 0 16,0 1 2-16,0 2 3 16,1 0 1-16,0 1-4 15,0 0-1-15,0-3 0 0,1 1 0 16,2-2 0-16,2-3 0 16,-2-1 1-16,0-4 2 15,1-1-2-15,-2-3 2 16,1-1-2-16,-1-2 3 15,-1-2 0-15,1-1-1 0,-2 1-2 16,2-1 0-16,-2-1 0 16,0 0-2-16,0 0 1 15,0 0 0-15,1 0 0 16,1 1-1-16,3-1 1 16,1 0 0-16,4 0-1 0,1 0 1 15,4 0 0-15,3 0 1 16,3 0 0-16,2 0-2 15,2 0 2-15,0 1-1 16,1 1 1-16,0-1-2 16,-2-1 1-16,0 0-1 0,-2 0 1 15,0-1 0-15,-4-3 0 16,-1-2 0-16,-3 2 0 16,-1 0-1-16,-4 0 1 15,-1 1-1-15,-3 1 1 16,-3 0-2-16,-2 0-8 15,0 1-19-15,-6-2-53 0,-6-2-43 16</inkml:trace>
  <inkml:trace contextRef="#ctx0" brushRef="#br0" timeOffset="483.39">16272 3530 95 0,'0'0'26'0,"0"0"7"0,0 0-7 15,0 0-6-15,0 0-4 16,0 0-3-16,0 0 1 0,34-19 5 16,-16 15-1-16,3 0-4 15,4-1-1-15,-1 0-1 16,1-1 3-16,0 0-5 16,-5 1-5-16,-2 2-4 15,-2-1 1-15,-4 1-3 0,-2 0-28 16,-4-2-35-16,-5 0-92 15</inkml:trace>
  <inkml:trace contextRef="#ctx0" brushRef="#br0" timeOffset="2015.57">17131 3410 217 0,'1'-7'26'0,"1"-1"15"0,-2 2-10 16,3-1-2-16,1 2-9 15,1 1-6-15,2 0-3 0,0 2-3 16,3 1-2-16,1 1-1 16,0 0-3-16,2 0-1 15,0 4 0-15,0 2-1 16,1 2 0-16,1 3 1 16,-1-1-1-16,2 5 0 0,-3 1 0 15,1 1 0-15,-4 3 0 16,0-2-1-16,-4-1 2 15,-2-3-2-15,-2-4 1 16,-2-2 1-16,0-3 0 16,0-5 8-16,-3 0 33 0,-2 0-10 15,-4-5-16-15,1-5-3 16,1-6 3-16,3-1-7 16,3-6-2-16,1-2-4 15,5-2-3-15,8 0 0 16,5 1 0-16,1 4-8 0,0 4-21 15,1 6-24-15,-2 5-29 16,-4 3-42-16,-1 2-104 16</inkml:trace>
  <inkml:trace contextRef="#ctx0" brushRef="#br0" timeOffset="3106.49">17551 3497 297 0,'0'0'16'0,"0"0"19"0,0 0-29 0,0 0 3 16,0 0 11-16,0 0 9 15,0 0 5-15,0 0-11 16,0 0-15-16,0 0-2 0,30-18 0 15,-26 12 0-15,1 3-5 16,-3-1 1-16,0 1 0 16,-1 1-1-16,0 0 4 15,-1 0 0-15,0 1 5 16,0 0 2-16,0-1-4 0,-4 0-3 16,-1 1-3-16,-1-1-2 15,0 2 2-15,1-2-1 16,-3 2 1-16,4 0-1 15,0 0 0-15,0 0 0 0,2 0 2 16,-1-1 1-16,2 1-1 16,-1 0 0-16,1-2 0 15,1 2 2-15,0 0 0 16,-1 0-3-16,0 0 0 16,0-1-1-16,0-1 2 15,-2 2-1-15,2-2 3 0,-2 0-3 16,1 1 1-16,1-2-1 15,-4 2-1-15,3 0 1 16,-1-1-1-16,-2 2-1 16,1 0 0-16,-1 0-1 15,0 0 3-15,-1 3-3 0,1 1 0 16,0 1 1-16,1 4 0 16,2 0-1-16,2 3 0 15,0-1 0-15,0 3 0 16,3 0 1-16,5-1-1 15,3-1 2-15,2 1-2 16,3-5 1-16,1-3 1 0,4-1-2 16,1-4 1-16,-2 0 2 15,2-4-2-15,0-4 0 16,-4-2 1-16,-1 0 0 16,-2-3-1-16,-1 1 0 0,-4 0-1 15,-1 0-1-15,-2 2 2 16,-1 1 0-16,-2 3 0 15,-1 1 1-15,0 3-1 16,0 2 0-16,2 0-1 16,0 0-2-16,2 2 1 0,2 6 1 15,0 2 1-15,-1 0-2 16,0 2 2-16,-1 1 0 16,0-2 0-16,-4 1 0 15,-1-3-1-15,-2 0 1 16,0-2 0-16,0-1 0 0,0-1-2 15,-5-1 2-15,-1 0 0 16,0 1 0-16,-1-1 0 16,0-1 0-16,0 0 2 15,1-2-2-15,1 2 0 16,1-3 0-16,3 0 1 16,0 0 0-16,1 0 0 0,1-7-1 15,6 0-1-15,3-3 1 16,4-1 0-16,6-1 0 15,2 1 0-15,3-1 0 16,0 1-1-16,-1 4 1 16,-1 1 0-16,-4 2-1 0,-5 4 1 15,-2 0-2-15,-4 0 4 16,-1 4-1-16,0 2 0 16,-3-1 0-16,0 3-1 15,0-1 1-15,-2 0-1 0,-2 1 0 16,0 0-3-16,0-1-29 15,0-1-47-15,-4-1-18 16,-2-2-55-16</inkml:trace>
  <inkml:trace contextRef="#ctx0" brushRef="#br0" timeOffset="3263.41">17996 3364 250 0,'1'-5'28'0,"0"0"2"0,4 3-26 0,-2 2-6 16,4 0-15-16,3 0-27 15,0 5-37-15</inkml:trace>
  <inkml:trace contextRef="#ctx0" brushRef="#br0" timeOffset="4243.39">18301 3446 301 0,'0'0'52'0,"0"0"6"16,0 0-21-16,0 0 6 15,0 0-13-15,0 0-10 16,-40 0-5-16,27 2 1 15,-2 3-4-15,2 0 0 0,0 1-7 16,3 2-3-16,2-1-1 16,2 1-2-16,2-1 1 15,2 2 0-15,2-1-1 16,0-2 1-16,0 1-1 16,6 0 0-16,3-1 1 0,0-3-2 15,3-1-8-15,-1-2-2 16,2 0 5-16,-1-5 4 15,0-8 1-15,1-2 1 16,-1-6 0-16,0-6 0 16,0-4-1-16,-5-4-2 15,-1 0 2-15,-2 1 1 0,-3 4 2 16,-1 4-1-16,0 6 1 16,-3 6 6-16,-1 6 0 15,-1 7 5-15,2 1-7 16,-3 11-8-16,3 8 2 0,0 5 1 15,0 6 0-15,2 0 0 16,1 2 1-16,0-4-1 16,4-1-1-16,5-4 2 15,-2-1-2-15,2-4 1 16,0-3-1-16,0-4-7 0,-2-4-12 16,1-4 1-16,0-3 2 15,0 0 11-15,2-7 4 16,-2-2 0-16,-2-3-1 15,1 4 3-15,-3 0 0 16,-1 4 3-16,-3 3 7 0,0-1 6 16,0 2-6-16,0 0-9 15,0 5 1-15,0 3 5 16,2 1 0-16,-1 2 0 16,0-1-2-16,3 1-2 15,2-1-1-15,1-3-1 16,0 1 1-16,4-3-1 0,-1 0 0 15,3-1 0-15,0-3 0 16,-2 1-1-16,1-2 0 16,-2 0 0-16,-1 0 1 15,-2-5 0-15,-2 0-1 0,-1-2 1 16,0 0 1-16,-3 1 0 16,-1 0 0-16,0 0-2 15,0 0 4-15,0 1 5 16,0 1 2-16,0 3-3 15,0-2-3-15,0 3 12 16,0 0-7-16,0 0-10 0,0 0-2 16,0 3 1-16,3 4 1 15,3 0 1-15,2 2-1 16,-1-1 0-16,2 1 0 16,0-1 0-16,1 0-1 15,0 0-22-15,0-2-11 0,2-1-16 16,-1-4-24-16,0-1-77 15,0 0-46-15</inkml:trace>
  <inkml:trace contextRef="#ctx0" brushRef="#br0" timeOffset="4976.95">18883 3491 259 0,'0'0'25'0,"0"0"28"0,0 0 4 0,0 0-22 16,0 0-9-16,-27-11 2 0,18 7 2 15,-2 1-6-15,1 3-9 16,-3 0 0-16,2 0-4 15,0 0-6-15,2 0-2 16,2 6-2-16,0 1 0 16,3 1-1-16,-1 2 0 0,4 0-1 15,1 2 1-15,0-2-1 16,3-1 1-16,4 1 0 16,0-3 0-16,3-4-2 15,1 1-3-15,0-3-2 16,0-1 1-16,1 0 1 0,1-5-1 15,2-5 3-15,-1 0-1 16,0-3 3-16,-1 0 0 16,-1 3 1-16,-2 2 1 15,-4 3-1-15,-1 1 1 16,-2 3 0-16,2 1-1 16,-3 0 0-16,1 5-2 0,3 2 2 15,-3 1 2-15,1 2 1 16,1 0 1-16,-1 0-2 15,2-2-1-15,-1 0 1 16,2-3-2-16,1 0 0 16,2-3 1-16,0-2 0 0,3-1 1 15,2-8 0-15,2-5 0 16,0-7 0-16,2-4-1 16,0-5 1-16,2-7-1 15,-3-6 0-15,-1-2-1 0,-3-3 1 16,-4 5-2-1,-4 7 3-15,-3 9-1 0,-3 9 1 16,0 13 11-16,-4 5 0 16,-5 18-15-16,-1 9 2 15,3 7 1-15,0 6 3 16,3 1 2-16,4-1-2 0,2-5-1 16,10-4-2-16,8-6 0 15,5-5 1-15,2-7-9 16,6-6-58-16,-1-7-123 15</inkml:trace>
  <inkml:trace contextRef="#ctx0" brushRef="#br0" timeOffset="14667.73">16598 3844 48 0,'0'0'18'0,"0"0"-3"15,0 0-10-15,0 0-4 16,0 0 0-16,0 0 0 15,0 0-2-15,0 0 1 16,0 0 1-16,0 0 1 0,0 0-1 16,0 2 1-16,0 0-2 15,0-2-2-15,0 0-5 16</inkml:trace>
  <inkml:trace contextRef="#ctx0" brushRef="#br0" timeOffset="90287.52">20551 3466 168 0,'0'7'51'0,"0"4"-27"0,0 5-6 16,0 6 3-16,-5 5 9 15,3 7 22-15,-1 6-10 0,1 1-13 16,-1 3-15-16,0 0-7 16,1-3 1-16,1-4-4 15,1-4-1-15,0-6 1 16,0-3-1-16,0-6 0 15,1-5-2-15,1-3-1 0,-1-3 1 16,1-4-1-16,-1-3-16 16,-1 0-15-16,2-2 8 15,-2-11-88-15,0-5-84 16</inkml:trace>
  <inkml:trace contextRef="#ctx0" brushRef="#br0" timeOffset="90601.03">20529 3542 304 0,'0'0'26'0,"0"0"50"16,0 0-31-16,2-28-24 15,3 23-12-15,2 0 0 0,2 1 1 16,3 0 1-16,2-1 0 16,4 0-2-16,2 0-4 15,0 0-1-15,1 2-3 16,-1-1 0-16,0 1 0 16,-2 1-1-16,-4 1-2 0,-1 1-25 15,-4 0-30-15,-3 1-45 16,-5 4-9-16,-1-1-106 15</inkml:trace>
  <inkml:trace contextRef="#ctx0" brushRef="#br0" timeOffset="90868.95">20527 3704 122 0,'0'0'43'16,"0"0"-9"-16,0 0-1 15,0 0 1-15,0 0-1 16,0 0 27-16,0 0 4 0,37 12-24 16,-15-12-21-16,5-6-10 15,0 0-5-15,0-1-2 16,1 0-1-16,-3 1-9 15,-3-2-72-15,-6 1-91 16</inkml:trace>
  <inkml:trace contextRef="#ctx0" brushRef="#br0" timeOffset="91305.32">20964 3359 402 0,'0'0'35'0,"0"0"-2"0,0 0-23 0,0 0-10 16,0 0 0-16,0 0 1 15,0 0 1-15,31 36 3 16,-20-22-2-16,0 2-2 16,1-1-1-16,-1 0 1 15,1-4-4-15,1-1-46 0,-3-3-16 16,0-3-16-16,-3-4-13 16</inkml:trace>
  <inkml:trace contextRef="#ctx0" brushRef="#br0" timeOffset="91530.27">21094 3374 279 0,'0'0'47'16,"0"0"20"-16,0 0-34 0,0 0-11 15,-27-7-5-15,19 14-2 16,0 1-2-16,1 3 1 15,-2 1-5-15,0 3-6 16,1 1-2-16,-1 3 0 16,2-1-2-16,0-2 1 0,-3 1-23 15,3-4-51-15,-1-2-58 16,-1-4-29-16</inkml:trace>
  <inkml:trace contextRef="#ctx0" brushRef="#br0" timeOffset="91759.34">20893 3504 228 0,'0'0'113'0,"0"0"-40"16,0 0-38-16,42-28-16 16,-24 23-1-16,2 0-3 0,2 2-1 15,0-2-7-15,0 3-4 16,0 1-2-16,-1-1 1 15,-3 0-5-15,-1 1-32 16,-4-3-43-16,-1-2-55 16,-3-2-112-16</inkml:trace>
  <inkml:trace contextRef="#ctx0" brushRef="#br0" timeOffset="91920.93">21059 3364 390 0,'0'0'33'0,"0"0"-15"16,0 0-16-16,0 0 6 16,-12 39 12-16,12-22-10 15,0 1-7-15,2 2-2 16,0 3 0-16,2 0-3 0,-4-3-119 16,0-2-153-16</inkml:trace>
  <inkml:trace contextRef="#ctx0" brushRef="#br0" timeOffset="95849.17">19840 3220 226 0,'-2'0'5'0,"-1"0"14"15,2 0 17-15,1 0-23 16,0 0-14-16,0 5 1 0,6 3 3 16,2 4 9-16,4 1 8 15,2 4 2-15,3 2-9 16,1 1-9-16,0 3-2 16,-1-3-2-16,0 0 0 15,-3-2-6-15,-3-4-28 0,-1-3-6 16,0-6-14-16,-2-5-67 15</inkml:trace>
  <inkml:trace contextRef="#ctx0" brushRef="#br0" timeOffset="96145.59">20096 3230 232 0,'0'0'62'0,"0"0"-32"0,0 0 24 16,0 0-31-16,0 0-24 16,0 0 1-16,0 0 11 15,-20 45 12-15,10-16 3 16,0 4-9-16,-6 4-9 16,1 2-5-16,-2 1-1 0,-1-2-1 15,2-3-1-15,0-4 0 16,1-3 0-16,2-5 1 15,0-1-4-15,2-4-11 16,0-2-10-16,1-2-20 16,1-1-28-16,3-5 6 0,0 0-16 15</inkml:trace>
  <inkml:trace contextRef="#ctx0" brushRef="#br0" timeOffset="96652.69">20046 3580 201 0,'0'0'16'0,"0"0"32"15,0 0-16-15,0 0-22 16,0 0-10-16,0 0 3 0,27 3 22 16,-11 4 9-16,5 2-11 15,3 0-6-15,1 1-5 16,0 0-3-16,0 1-6 15,-3-2-2-15,-1-1 0 16,-5 0 0-16,-1-3 0 0,-2 0-1 16,-3-2-14-16,-2 1-30 15,-4-2-29-15,-2-1 6 16,-2-1-60-16</inkml:trace>
  <inkml:trace contextRef="#ctx0" brushRef="#br0" timeOffset="97029.93">20275 3573 240 0,'0'0'12'16,"0"0"35"-16,0 0 1 15,0 0-5-15,0 0-26 0,0 0-11 16,0 0 11-16,0 0 6 16,0 0-6-16,34 14-4 15,-26-3-6-15,1 1-2 16,0 1-3-16,0 0 0 16,-2-1 0-16,1 1-2 0,-2-1 2 15,0-1-1-15,-2-1 1 16,-2-3-2-16,-1 1 1 15,-1-1 0-15,0-1 0 16,-9 1 1-16,-3 3 2 16,-8-1-2-16,-3 3 0 0,-5 2-3 15,0 0-16-15,1-2-75 16,6-4-104-16</inkml:trace>
  <inkml:trace contextRef="#ctx0" brushRef="#br0" timeOffset="98389.18">21423 3582 221 0,'0'0'32'0,"0"-4"18"0,-2-1-4 16,2 2 16-16,0 1-21 0,0 0-11 16,0 1-13-16,2 1-12 15,5 0-5-15,3 2 2 16,3 4-2-16,3 3 2 16,0 2-1-16,1 3 1 15,1 0-2-15,-3 3 1 16,-2 1 0-16,0 1-1 0,-4 0 1 15,-2-1-1-15,-2-1 0 16,-4-2 0-16,-1-4 1 16,0-1-1-16,0-2 1 15,-1-3 1-15,-6-3 3 16,-1-2 16-16,-2 0 7 0,0 0-1 16,0-7-10-16,-1-4-5 15,5-5-2-15,1-4-5 16,5-5-4-16,0-3-1 15,12-2 0-15,6 2-6 0,4 2-25 16,3 6-9-16,-2 7-12 16,-1 6-46-16,-4 7-48 15,-4 0-25-15</inkml:trace>
  <inkml:trace contextRef="#ctx0" brushRef="#br0" timeOffset="99121.93">21733 3720 308 0,'0'0'19'0,"0"0"25"16,0 0-19-16,0 0 9 0,28-15-7 16,-18 7-3-16,1-1-6 15,-1-1-3-15,0-1-9 16,-2 1-2-16,-1 1 2 15,-1 0 0-15,-3 2 2 16,-3-1 10-16,0 2 0 0,0 1-8 16,-8 1-2-16,-1 2-4 15,-4 1-2-15,1 1 1 16,-1 0-2-16,1 7 0 16,1 3-1-16,3 3-1 0,1 1 0 15,4 2 1-15,3-1 0 16,0 2 0-16,0-3 0 15,5-1 0-15,3-3-1 16,0-1 0-16,1-4 0 16,0-2 1-16,1-3-1 0,0 0 2 15,3-10 0-15,0-3 0 16,2-2 0-16,-1-2 0 16,-1 1-1-16,-1 4 1 15,-2 4 2-15,-1 4 0 16,0 4-2-16,0 0-1 15,1 3 0-15,0 7-1 0,0 1 1 16,-2 2 1-16,-2 0-1 16,1-1 0-16,-3 1 0 15,-1-3 0-15,-3-2 0 16,0-1 0-16,0 1 0 16,0-4 0-16,0-1 0 0,-3-2 0 15,-1-1 0-15,1 0 0 16,-3 0 1-16,2-4 0 15,0-2 0-15,4-2-1 16,0 0 1-16,0-2 0 16,9 2-1-16,4-2 0 0,3 3-1 15,1-1 2-15,4 3-2 16,-3 3 1-16,0 2 0 16,-2 0-1-16,-4 1 1 15,-1 5-1-15,-3 2 1 16,-4-1-8-16,1 1-38 0,-5-1-22 15,0-2-63-15,-2-2-16 16</inkml:trace>
  <inkml:trace contextRef="#ctx0" brushRef="#br0" timeOffset="99249.65">22006 3610 229 0,'0'0'69'0,"-5"-28"-42"0,5 18-5 15,0 5-19-15,9 2-3 16,4 1-11-16,4 2-27 16,3 0-28-16,3 2-82 0</inkml:trace>
  <inkml:trace contextRef="#ctx0" brushRef="#br0" timeOffset="100119.55">22381 3630 391 0,'0'0'24'16,"0"0"9"-16,0 0 2 15,-35 0-3-15,23 1-5 0,-1 3-4 16,1 2-10-16,-1 1-7 16,3 2-5-16,0 1 0 15,3 1-1-15,2 0 0 16,2-1 0-16,2 0 1 15,1-1-1-15,0-2-1 16,4-3 1-16,3-1-1 0,1-3-1 16,2 0 2-16,2-1 0 15,1-10 1-15,-1-5 0 16,2-4-1-16,-1-4-1 16,0-4-3-16,-3-1-2 15,-5 2 3-15,-1 2 3 0,-4 4 0 16,0 2 1-16,0 6 0 15,-5 4 1-15,1 0 11 16,-2 5 3-16,2 1 1 16,-2 3-2-16,2 3-8 15,-1 8-7-15,3 5 0 0,0 4 0 16,1 4 1-16,1 1-1 16,0 3 0-16,5-2 0 15,4 1 0-15,-1-4-1 16,4-3-5-16,0-4-19 15,2-5-8-15,0-3-16 0,2-7-13 16,0-1 6-16,2-5-8 16,-3-6 11-16,0-4 22 15,-5 2 22-15,-2-1 13 16,-3 4 29-16,-3 2 41 16,-2 3 11-16,0 4-30 0,0-1-27 15,0 2-13-15,0 0-5 16,0 0-1-16,0 6 4 15,0 0-5-15,0 2 0 16,0 2-4-16,2 0-2 16,4-1-1-16,0 1 0 0,1-2-1 15,1-1 0-15,1-3 0 16,2-1 0-16,-1-3 0 16,0 0-2-16,1-6-2 15,0-3 3-15,-1-4 0 16,0-1 2-16,-5 1-1 0,1 2 0 15,-3 2 0-15,-3 3 3 16,0 3 9-16,0-1 3 16,0 4-3-16,0 0-6 15,0 0-6-15,0 0-2 16,0 7 2-16,3 1 3 0,1 3-3 16,0 1 0-16,3 1 0 15,1-1 1-15,2-2-2 16,0-2-32-16,3-1-23 15,2-5-36-15,1-3-91 16</inkml:trace>
  <inkml:trace contextRef="#ctx0" brushRef="#br0" timeOffset="100743.74">22928 3628 389 0,'0'0'37'0,"0"0"13"0,0 0-20 0,-38-10-8 0,26 10-5 15,-2 0 1-15,0 5-3 16,1 3-5-16,2 1-2 0,2 1-6 16,2 3 0-16,1-1 0 15,3 0-2-15,2 0 1 16,1-2-1-16,0-1-2 15,1-2-10-15,5-3-4 16,3-4-1-16,0 0 10 0,3 0 4 16,-1-9 2-16,3-2 2 15,-3-1-1-15,-1 1 1 16,-3 1 0-16,-1 2 4 16,-3 3 11-16,0 2-2 15,-1 3-3-15,-2 0-10 0,2 0-2 16,1 4-1-16,2 3 4 15,0 3-2-15,1 0 1 16,1-2 0-16,1 1-1 16,2-1 0-16,1-3 1 15,1-2 0-15,3-2-1 0,1-1 1 16,1-3 0-16,3-10-1 16,0-3 1-16,0-6-1 15,-1-6 0-15,-2-7 0 16,-3-1-2-16,-6-4 1 15,-3-1-1-15,-3 3 1 16,-2 5 0-16,0 6 1 0,-5 8 2 16,1 7 8-16,-1 10 9 15,-1 3-8-15,3 18-13 16,0 6 3-16,0 10 1 16,3 6-1-16,0 2 1 0,7 3 0 15,9-3-1-15,3-3 0 16,6-3-1-16,6-6-5 15,3-7-68-15,4-9-114 16</inkml:trace>
  <inkml:trace contextRef="#ctx0" brushRef="#br0" timeOffset="182000.52">14283 7082 100 0,'0'0'2'0,"0"0"91"0,0 0-79 0,0-2-1 0,0 2-4 0,0 0 0 15,0 0-4-15,0 0-3 16,0 0-1-16,0 0-1 15,0 0-1-15,2 0 1 16,-2 0-23-16,0 0-69 16</inkml:trace>
  <inkml:trace contextRef="#ctx0" brushRef="#br0" timeOffset="183374.41">11313 7290 153 0,'0'0'22'0,"0"-2"9"0,0 2-13 15,0 0-7-15,0 0-6 16,0 0 0-16,0 0 3 16,0 0-4-16,0 0-2 0,0 0-2 15,0 0 2-15,0 0-2 16,0 0 0-16,0 0 0 16,0 0 0-16,0 0 0 15,0 0 0-15,0 0 1 16,0 0-1-16,0 0 0 15,0 0 2-15,0 0-1 0,0 0 1 16,0-1 2-16,0 1 0 16,0-1-3-16,0 1-1 15,0-1 0-15,0-1 0 16,0 2 1-16,0 0-1 16,0 0 0-16,0 0 0 0,0 0 0 15,0 0 0-15,0 0 0 16,0 0 0-16,0 0-1 15,0 0 1-15,0 0-1 16,0 0 1-16,0 2-3 0,0 0-32 16,0-1-31-16</inkml:trace>
  <inkml:trace contextRef="#ctx0" brushRef="#br0" timeOffset="184188.51">14224 7230 113 0,'0'0'21'0,"0"0"13"0,0 0-19 0,0 0 0 16,0 0-11-16,0 0-1 15,0 0 0-15,0 0-1 16,0 0-2-16,0 0 0 16,0 0 0-16,0 0 0 0,0 0-33 15,0 0-123-15</inkml:trace>
  <inkml:trace contextRef="#ctx0" brushRef="#br0" timeOffset="185080.52">14298 7229 9 0,'0'0'117'0,"0"0"-81"0,0 0 0 15,0 0-21-15,0 0-5 16,0 0-6-16,0 0-3 0,0 0-1 16,0 0 1-16,0 0 1 15,0 0-2-15,0 0 0 16,2-3 1-16,-1 3-1 16,1 2 0-16,0-1 2 15,0 0-5-15,1 1-28 0,-3-2-59 16</inkml:trace>
  <inkml:trace contextRef="#ctx0" brushRef="#br0" timeOffset="186571.66">12327 7352 23 0,'-2'0'16'0,"2"0"4"0,-1 0 5 0,1 0-5 16,0 0-10-16,-2 0 6 16,1 0 1-16,1 0-1 15,0 0-5-15,0 0-5 16,0 0-2-16,0 0-2 15,0 0-1-15,0 0 0 0,0 0 0 16,0 0 5-16,6 0 2 16,2 0 1-16,4-3 0 15,3 2 2-15,6-2 6 16,3 1-2-16,4 0-5 16,3 2 0-16,6 0 1 0,3 0-1 15,3 2-5-15,2 0-2 16,1-1-1-16,-2-1-1 15,1 0-1-15,-4-2 1 16,-3-3-1-16,-4 0 0 16,-4 0 1-16,-4 1-1 0,-4 2 0 15,-5 0 0-15,-5 2 1 16,-4 0-1-16,-3 0 0 16,-3 1-1-16,-2 3-11 15,0 1-13-15,-5 1-34 16,-8-2-101-16</inkml:trace>
  <inkml:trace contextRef="#ctx0" brushRef="#br0" timeOffset="187152.34">12308 7481 82 0,'0'0'15'0,"0"0"4"0,0 0-6 0,0 0 3 16,0 0 2-16,0 0-2 0,0 0-2 16,0 0 2-16,0 0-8 15,0 0-7-15,0 0 0 16,-11-13 2-16,28 15 2 15,3-1 13-15,8 1 13 16,9-1 1-16,7 1-10 0,6 0-1 16,5 1-9-16,0 0-5 15,1 1-3-15,-1-1-1 16,-4-2-2-16,-3-1 0 16,-6 0-1-16,-2-3 2 15,-7-3-2-15,-4 1 1 0,-7-2 0 16,-2 3 0-16,-9 0-1 15,-1 4 1-15,-4 0-1 16,-4 0-1-16,-2 0-30 16,0 4-23-16,-9-1-37 15</inkml:trace>
  <inkml:trace contextRef="#ctx0" brushRef="#br0" timeOffset="192366.15">12191 6089 96 0,'0'-8'30'0,"0"1"-15"0,-3 2 28 16,-1 0-10-16,-1 4-7 15,-2 1 0-15,0 3-9 16,-3 8-6-16,1 9 7 0,-2 3 23 16,-1 9-12-16,1 2-7 15,1 1-9-15,1 1-1 16,5-2-6-16,1-3-2 15,3-3-2-15,0-3 0 0,8-5-2 16,2-4 0-16,3-6 1 16,1-3 0-16,0-7 0 15,2 0 1-15,-1-8 0 16,0-6-1-16,-1-4 0 16,-1-1 0-16,-3 0 0 15,-2 1-1-15,-1 5 0 0,-4 2 1 16,-2 5-1-16,-1 4 2 15,0 2 0-15,0 0-1 16,0 7-2-16,0 3 3 16,0 3 4-16,1 3 1 15,-1-1 0-15,2 0-1 0,5 0-1 16,2-2-3-16,5-3 0 16,3 0 0-16,1-5 1 15,2-3-1-15,0-2-1 16,1 0 0-16,-4-4 0 0,0-7-1 15,-3-4 1 1,0-3 0-16,-4-5 0 0,-3-2 0 16,0-3 0-16,-6-2 0 15,-1-3 0-15,-1 2-1 16,-10-1 1-16,-5 3 1 16,-2 6-1-16,-3 5-1 0,-3 5 1 15,3 5-1-15,2 5-1 16,4 3-3-16,3 0-30 15,4 0-47-15,4 0-56 16</inkml:trace>
  <inkml:trace contextRef="#ctx0" brushRef="#br0" timeOffset="-209113.22">9581 10615 141 0,'0'0'-18'0,"0"0"25"16,0 0 14-16,-13-34 14 0,7 26 2 15,3 4 1-15,2 1-2 16,1 2 0-16,0 1-2 16,1 0-31-16,8 3-1 15,4 6 6-15,4 4 4 16,5 4 0-16,3 3-3 16,2 2-6-16,0 3-1 0,2-2-2 15,0-2 1-15,-3-3-1 16,0-6 1-16,-4-6-1 15,-2-6 0-15,-3 0-1 16,-2-12 0-16,-5-5-2 0,-2-6-9 16,-1-1-5-16,-4-3-5 15,-1-1 3-15,-1 1 9 16,-1-1 1-16,0 0 8 16,0 5 1-16,0 3-1 15,-1 5 3-15,-2 6 2 0,-2 7 5 16,3 2 27-16,-1 13-13 15,0 10 0-15,-1 9 25 16,2 12-10-16,-3 12-13 16,-1 7-5-16,-1 9 2 15,-1 7-13-15,-1 4-5 16,1-3-1-16,-1-3-2 0,3-4 0 16,1-5 1-16,0-9-1 15,3-8-1-15,2-8 0 16,0-8 0-16,0-7-5 15,7-6-16-15,1-8-27 0,1-8-30 16,2-6-67-16,1-14-108 16</inkml:trace>
  <inkml:trace contextRef="#ctx0" brushRef="#br0" timeOffset="-208580.14">10208 10635 256 0,'0'0'15'0,"-7"-27"39"0,-1 22-16 0,-4 5-11 15,-6 2-14-15,-2 12-4 16,-2 5-4-16,0 4-1 16,0 1-1-16,4 0-1 0,4-1-2 15,8-4 1-15,6-2-1 16,0-4 2-16,12-1-2 15,6-4 2-15,4 2-1 16,5 0 1-16,-3 2 0 16,3 2 0-16,-3 3-2 0,-3 1 1 15,-5 2-1-15,-3 1 0 16,-4 1 0-16,-8-1 2 16,-1 1-1-16,-1-1 1 15,-8-1 1-15,-4-2 0 0,-2 0-2 16,0-3 0-16,-2-2-2 15,0-3 1-15,0-3-1 16,2-4-1-16,2 1 0 16,5-4 0-16,4 0-4 15,4 0-20-15,0-5-65 16,0-5-32-16</inkml:trace>
  <inkml:trace contextRef="#ctx0" brushRef="#br0" timeOffset="-207930.18">10358 10745 239 0,'0'0'17'0,"0"0"-1"0,0 0 29 0,0 0-12 0,0 0-6 15,-28 9 23-15,19 8-4 16,2 3-15-16,0 2-10 16,2 1-9-16,3 1-6 15,2 1-2-15,0-2-3 0,7-1 0 16,1-2 1-16,4-4-2 16,1-3 1-16,2-6-2 15,3-5 1-15,-1-2 0 16,2-13 1-16,-2-4 1 15,-1-3-2-15,-2-1 2 16,-5 0-2-16,-3 4 2 0,-5 4-2 16,-1 4 1-16,0 5-1 15,-6 3 2-15,-1 1-2 16,-1 0 0-16,1 7 1 16,2 3 0-16,1 1 2 15,2 1 0-15,2 0 1 0,0 1-2 16,3-2-1-16,3-1 0 15,4 0 0-15,0-1 0 16,1-3 0-16,1-3-1 16,0-3 0-16,1 0 0 15,-2-4 0-15,1-7-1 0,-2-4 1 16,-1-1 0-16,-2-4-1 16,-4 2 0-16,-3-1 0 15,0 2-1-15,-7 0 1 16,-3 5-1-16,-2 3 1 15,-3 2 0-15,-2 5 0 0,-1 2 1 16,1 0-1-16,-1 6 0 16,1 3 1-16,4 3-1 15,1-2 0-15,3 1-10 16,6-1-17-16,3-3-13 16,0-2-62-16,3-5-28 0</inkml:trace>
  <inkml:trace contextRef="#ctx0" brushRef="#br0" timeOffset="-207607.22">10552 10763 290 0,'0'0'33'0,"0"0"5"16,0 0 4-16,0 0-24 15,0 0 9-15,31-13 14 16,-18 19-10-16,3 1-14 0,1 1-9 15,-1 1-5-15,0 2-2 16,-1-1 0-16,-4 0-1 16,-4-2 0-16,-1-1 1 15,-3-2-2-15,-2-2 1 16,-1-3 0-16,0 0 0 16,-4-5 1-16,0-6-1 0,-2-7 0 15,2-6 0-15,2-4 0 16,2-2-1-16,0-2 0 15,4 3 0-15,5 5-1 16,3 4-3-16,0 5-11 16,2 5-29-16,-3 5-33 0,1 2-30 15,-2 1-39-15</inkml:trace>
  <inkml:trace contextRef="#ctx0" brushRef="#br0" timeOffset="-207216.37">10850 10671 308 0,'0'0'11'15,"0"0"8"-15,0 0-12 16,33-30 2-16,-20 17 34 0,-1 1 3 16,2-1-23-16,-1 0-18 15,-1 1-4-15,-2 2 0 16,-1-1-1-16,-6 3 1 15,-3 1-1-15,0 2 1 16,-7 2-1-16,-3 2 1 0,-6 1 1 16,1 2 6-16,-4 6 1 15,1 6 0-15,3 2 0 16,0 6-1-16,4 2 4 16,3 3 1-16,4-1-3 15,4-1-1-15,0 0-3 16,9-7-1-16,5-2-2 0,6-7 0 15,6-5-1-15,2-4 0 16,6-6 1-16,7-9-3 16,2-3 0-16,3-4-5 15,2-4-50-15,-2-8-208 16</inkml:trace>
  <inkml:trace contextRef="#ctx0" brushRef="#br0" timeOffset="-206013.22">12691 11341 133 0,'0'0'13'0,"0"0"4"15,5 29 23-15,-2-10-3 16,1 3-2-16,2 7 3 16,1 4 12-16,3 5-2 0,5 4-11 15,3 1-9-15,6 0-5 16,7-3-11-16,7-3-6 15,5-8 0-15,2-5 0 16,5-3 0-16,2-6 0 16,0-1-1-16,-1-3-2 15,-3 1-2-15,-4-2 1 0,-3-1-2 16,-3 1 0-16,-5-1 0 16,-3-1 0-16,-1-1-2 15,-3-1 1-15,-2-1-7 16,-2-1-37-16,-4-2-38 15,-4-2-37-15,-5-1-57 0</inkml:trace>
  <inkml:trace contextRef="#ctx0" brushRef="#br0" timeOffset="-205685.5">13385 11746 249 0,'0'0'9'0,"0"0"43"15,0 0-38-15,0 0 31 0,36 32 3 16,-19-15-14-16,3 1-4 16,2 3-15-16,0 3-8 15,-2 3-2-15,0 2-1 16,-4 2-2-16,-3-1-1 0,-4 0 0 15,-3 1 0-15,-6-4-1 16,0 1 1-16,-8-3-1 16,-6-3 1-16,-4-1-1 15,-3-3 1-15,-1-2-3 16,1-4 0-16,1-4-17 0,3-3-18 16,4-4-25-16,7-1-30 15,4-8-54-15</inkml:trace>
  <inkml:trace contextRef="#ctx0" brushRef="#br0" timeOffset="-205329.5">13864 11762 336 0,'0'0'12'16,"0"0"47"-16,0 0-47 0,32 35 31 16,-14-9-15-16,2 4-12 15,4 2-8-15,1-1-4 16,2 2-2-16,-3-1-1 15,0-2-1-15,-2 0 0 16,-3-2 0-16,-4-4-1 0,-2-1-4 16,1-7-24-16,-7-3-31 15,0-6-41-15,-4-7-10 16</inkml:trace>
  <inkml:trace contextRef="#ctx0" brushRef="#br0" timeOffset="-205095.82">14099 11739 341 0,'0'0'4'0,"0"0"14"16,-29-21 42-16,14 24-36 15,0 13-14-15,-4 9 19 16,-2 9 5-16,-1 5-12 15,0 7-12-15,-2 2-4 0,1 3-3 16,2 1-3-16,0-3 1 16,2-1-2-16,3-5-9 15,1-5-33-15,4-9-52 16,1-10-80-16</inkml:trace>
  <inkml:trace contextRef="#ctx0" brushRef="#br0" timeOffset="-204584.86">14364 12061 450 0,'0'0'7'0,"0"0"-9"0,0 0 5 16,0 0-3-16,0 0 4 16,35-18 1-16,-25 0-1 15,-2-2-2-15,1-6-1 16,1-2-1-16,0-4 1 16,-1 1-2-16,2 1 2 0,-1 2-1 15,0 8 1-15,2 7 13 16,1 10 4-16,0 3-13 15,1 13-2-15,-2 8 1 16,1 6 1-16,-4 4-1 16,-3-1-3-16,-5 2 0 0,-1-3 0 15,-1-1 0-15,-9-2-2 16,-3-2 1-16,-3-3 0 16,0-1 1-16,-4-4-1 15,0-1-1-15,-4-5 0 16,2-2-2-16,-1-5-9 15,2-3-7-15,0-1-9 0,2 1-11 16,3-6-7-16,2-2 3 16,5 2-4-16,5-2 2 15,2 1-18-15,2-3-75 16</inkml:trace>
  <inkml:trace contextRef="#ctx0" brushRef="#br0" timeOffset="-203912.3">14762 11896 381 0,'0'0'2'0,"0"0"63"0,0 0-38 0,-31 10-10 15,20 2-1-15,1 2 0 16,2 1 2-16,0 1-6 16,4 0-5-16,4-1-5 15,0-1 0-15,0 1 0 0,7-1-1 16,2-3 0-16,1-1 0 16,5-3-1-16,-1-2 1 15,4-4-1-15,4-1-1 16,0-6 1-16,4-5-2 15,-1-5 0-15,2 0-2 0,-5-1 3 16,-5 4 1-16,-4 1 0 16,-5 3 0-16,-3 5 1 15,-4 3 0-15,-1 1-1 16,0 4-2-16,-8 8 2 16,0 3 0-16,-2 1 3 15,2 1 0-15,1 1-1 0,4-1-1 16,3-2 0-16,0-1 0 15,5-3 0-15,6-4 0 16,3-3 0-16,1-3-1 16,4-1 0-16,1-4 0 15,0-6-1-15,2-5 0 0,-2-2 1 16,-2-2 0-16,-3 0-1 16,-5 1 2-16,-2 0-2 15,-8 3 1-15,0 2 0 16,-8 3-1-16,-6 0-1 15,-5 5 0-15,-3 2-1 0,-5 1 3 16,0 2-2-16,-3 0 3 16,1 3-3-16,1 2 2 15,5-1-7-15,4-1 4 16,7 0 0-16,4-1-10 16,8-1-23-16,0-1-42 0,9 0-22 15,6 0 23-15,3-8-103 16</inkml:trace>
  <inkml:trace contextRef="#ctx0" brushRef="#br0" timeOffset="-203549.83">15136 11891 293 0,'0'0'9'0,"0"0"-8"0,0 0 4 0,0 0 19 16,0 0 23-16,15 33 10 15,-11-21-11-15,3 1-22 16,0 1-14-16,-3 2-5 16,0-2-3-16,-2 2 0 0,-1-2-1 15,-1 0 1-15,0-3 0 16,0-1-1-16,-3-5 1 15,-1 1-1-15,0-4 2 16,0-2 4-16,4-3 17 16,-2-8-9-16,2-4-7 0,0-5-3 15,7-2-2-15,3-2-3 16,3 0-1-16,1 1-1 16,-1 5-4-16,4 2-19 15,-5 5-28-15,1 1-33 16,-3 4-60-16</inkml:trace>
  <inkml:trace contextRef="#ctx0" brushRef="#br0" timeOffset="-203158.22">15371 12018 342 0,'0'0'58'15,"0"0"-35"-15,0 0 23 16,40 5-15-16,-21-5-6 15,1-2 2-15,2-5 1 16,-1-2-9-16,1 0-8 0,-2-2-6 16,-1 0-3-16,-3 0-1 15,-2-1-1-15,-2 0 1 16,-4-1-1-16,-3 0-1 16,-5 2 1-16,0 0 0 15,-12 2-1-15,-4 3 1 16,-3 2 3-16,-4 4 4 0,1 0 1 15,0 11 6-15,0 4-3 16,4 5-4-16,2 3-1 16,6 2 0-16,2 1 3 15,7 0 0-15,1-1 0 16,9 0-3-16,10-4-3 0,8-4-1 16,7-4 0-16,9-6-1 15,11-7-1-15,3-3-5 16,5-14-41-16,2-11-69 15,-3-12-272-15</inkml:trace>
  <inkml:trace contextRef="#ctx0" brushRef="#br0" timeOffset="-201547.66">2827 10117 218 0,'0'0'13'0,"0"0"-3"0,0 0 15 0,0 0-7 16,0 0-5-16,0 0-7 15,0 0-4-15,-16-33-2 16,20 28 1-16,3 0-1 16,-1 0 0-16,2 2-1 0,0 0 1 15,1 1 0-15,-1 2 0 16,2-1 0-16,0 1 0 15,0 0-1-15,4 0 1 16,0 4 0-16,2 0-1 16,2 1 2-16,4 0-2 0,3-1 2 15,2-1 0-15,5-1 0 16,1-1 1-16,3-1 1 16,2 0 1-16,2 0 1 15,2-1 0-15,1-2 1 16,3 0 0-16,1 0 1 0,1-1-3 15,1 3 1-15,3-1-2 16,0 2 0-16,3 0-2 16,3 0 2-16,2 0-1 15,4 0 7-15,2 2-2 16,3-1 2-16,5-1-3 0,2 0 6 16,2 0 5-16,3-4-7 15,2-3-1-15,0 0-4 16,-1 1 1-16,2 0 2 15,-2 2-3-15,1-1-2 16,1 3-1-16,1 0 2 0,1 2 0 16,0-1-1-16,1 1 1 15,-1 1-2-15,-3-2-1 16,-1-1 0-16,-1-3 0 16,-3-1 1-16,0-3-1 15,-1-2 2-15,-7-1 1 0,-1 2 0 16,-5-3-1-1,-2 1 3-15,-6 3 8 0,-1 0 1 16,-5 3-6-16,-2 4-2 16,-6 2-5-16,-3 0-1 15,-6 4 0-15,-4 3-1 16,-5 0 1-16,-3 1-1 0,-1-2 0 16,-5-2-1-16,-2-2 1 15,-2 0-6-15,-10-2-76 16,-1-12-124-16</inkml:trace>
  <inkml:trace contextRef="#ctx0" brushRef="#br0" timeOffset="-200394.51">2631 10327 91 0,'2'-5'12'0,"1"1"-9"0,0 2-2 0,3 0-2 15,0-1 1-15,3 2-2 16,-1-2 2-16,2 0-1 16,2 1 1-16,1-1 0 15,1 0 3-15,1-2 4 16,3 0 7-16,2 0 1 0,4 0 5 15,1-2-6-15,3 4 3 16,5-1 1-16,2 1-4 16,6 0-2-16,7 2 0 15,2 0-2-15,7 1 1 0,3-2-4 16,5 1-3-16,1-4-1 16,2 2-1-16,1-2 1 15,2 1-1-15,-3 1 0 16,0 0 2-16,2-1 3 15,2 1 5-15,2 0 7 0,3 0 9 16,3-1-9-16,4 1 3 16,1-2-9-16,1 2-6 15,3-2 0-15,-2 1 8 16,0-2 3-16,4-2-8 16,-2-2-1-16,1 0 1 0,2-3 3 15,2 0-6-15,-2-1-2 16,-1 1-3-16,0 3 0 15,-5 2-1-15,0 2 0 16,-6 2-1-16,1 1 2 16,-5 1 2-16,-1 2 2 15,-3 0-1-15,-5 0-1 16,-1 0-3-16,-7 0 0 0,-1 0 0 16,-3-2 0-16,-5-4-1 15,-3-3 1-15,-5-4-2 16,-7-5-47-16,-9-9-149 15</inkml:trace>
  <inkml:trace contextRef="#ctx0" brushRef="#br0" timeOffset="-195171.03">13693 9356 91 0,'0'0'22'0,"0"0"-16"16,0 0 54-16,0 0-50 0,0-32 4 16,0 24 1-16,0 0 1 15,0 1-2-15,0-1 2 16,0 1 0-16,0 1 3 16,0-1 0-16,0 3-1 0,-1 1-7 15,-1 2-2-15,-4 1-1 16,0 0-6-16,-3 3-2 15,-2 4 1-15,-2 6 0 16,-3 0-2-16,3 4-2 16,-4 3 0-16,2 1 5 15,-1 4-2-15,2 3 0 0,-3 2 0 16,2 3-9-16,1 5 7 16,1 0 3-16,2 1 6 15,3 0-4-15,2 0 0 16,3 1 5-16,3-1 7 0,0-2-6 15,5 1-3-15,5-1 0 16,4-2 1-16,2-4 1 16,3-2-1-16,2-6-1 15,3-3 3-15,0-5 1 16,0-4-1-16,2-4-1 0,0-4 6 16,0-3 11-16,0 0-4 15,1-7-9-15,-2-4-3 16,-1-2-3-16,-1-4-4 15,-1-1-1-15,-2-4 1 16,-2-4-2-16,-1-2 1 0,-3-2 0 16,-1-1-1-16,1-2 0 15,-4 1 0-15,-4-1 0 16,1 2 0-16,-5-1 1 16,-2 1-1-16,0 0 0 15,-2 1-1-15,-8 1 1 16,-3 0-1-16,-5 3 1 0,0 0 0 15,-3-1 0 1,-1 1 2-16,-2-4-2 0,-1 0 0 16,0 2-1-16,-2-1 1 15,0 3 0-15,1 5-2 16,0 5 0-16,3 9-12 0,1 5-35 16,3 2-54-16,4 0-130 15</inkml:trace>
  <inkml:trace contextRef="#ctx0" brushRef="#br0" timeOffset="-193571.03">15469 9207 166 0,'-7'-2'10'0,"-5"-1"-8"15,0 3 0-15,1-3 1 16,-2 3 3-16,2-1 8 16,-4-1 15-16,2 0-7 0,1 1-2 15,0 0-5-15,0 1-5 16,0 0-3-16,-1 0-3 16,1 0-2-16,-1 6-1 15,0-1 1-15,-4 3-1 16,0 1 0-16,0 3 8 0,-1 0 3 15,0 4-3-15,0 1-2 16,2 1-1-16,-1 2-2 16,3 1 2-16,3 2 3 15,-1 0-2-15,4 0-1 16,-1 2-1-16,3 2-1 0,0 3-2 16,-1 3 1-16,1 4-2 15,0 2 0-15,2 2 0 16,-1 0 0-16,2-1-1 15,1-1 0-15,2-1 1 16,0 0 3-16,0-1 2 16,3-1-1-16,3-3 0 0,0 0 1 15,1-5 0-15,1 0 0 16,2-5 0-16,-1-1 5 16,1-3 3-16,3-2-1 15,0-1 3-15,1-4-4 16,3-2 0-16,1 0-4 0,-1-3-4 15,2-1 1-15,-1-4-3 16,0-1 2-16,-1-1-1 16,0 0 1-16,1-3 2 15,-2-2 0-15,2-3-1 16,-1 1-2-16,-2-1-1 0,1-2 0 16,-2-1-1-16,3-1 0 15,-3-2 0-15,0-1 0 16,3-2 0-16,-4-1 1 15,1 0-1-15,0 0-1 16,-3-1 3-16,-1 4-2 0,0-1 0 16,-5 2 0-16,0 0-1 15,-1 0 0-15,0 1 0 16,-1-1 1-16,1-1-1 16,1-1 0-16,0-1 0 15,0 0 0-15,0-1 0 0,2 0 0 16,-3 0-1-16,2 0 1 15,-2 0 0-15,0 1-1 16,0 0 1-16,-2-1 0 16,1 1 0-16,0 0 0 15,-2 0 0-15,-1-1-1 0,0-1 1 16,0 1 0-16,0-1-1 16,0 0 1-16,-3 1 0 15,-1 0 0-15,0 0 0 16,1 1 1-16,-2 2-1 15,3 0 0-15,-1 2 0 16,0 0 0-16,2 1 0 0,-2 1 1 16,3-1-1-16,-4 1 0 15,1 1 0-15,0 0-2 16,-1 0 2-16,-2 2 0 16,1 0 0-16,-2 0 1 15,-2 1 0-15,0 0 0 0,-2-1 0 16,0 1-1-16,0-2 1 15,1 1 0-15,-1-3 1 16,1-1-1-16,0-4 0 16,0 0 0-16,3-3 0 0,0-1-1 15,-1-1-2-15,0-3-5 16,-2-3-96-16,-2-6-196 16</inkml:trace>
  <inkml:trace contextRef="#ctx0" brushRef="#br0" timeOffset="-180167.65">12890 10839 31 0,'5'-3'18'0,"-3"-1"6"0,3-1-14 16,-2-1 28-16,-1 0-21 16,0 0-1-16,-1-1 4 0,1 1-4 15,-2 1 0-15,0 0 3 16,2 2-8-16,-2 0 2 15,1-1-5-15,1 2-1 16,-2-1-5-16,2 2-1 16,1-2 2-16,0-1 2 0,0 1 0 15,3 0 0-15,-1-4 2 16,3 1-2-16,2-1 0 16,2-3 2-16,0 1 0 15,4-2 21-15,3 0-24 16,3-1-1-16,3-3 0 15,5 2 3-15,5-2-1 0,2 0 1 16,3 0 1-16,2 0 0 16,1 2 4-16,3 0 0 15,4 1-3-15,2 2 0 16,3 4-4-16,4 1-1 16,0 1-1-16,3 3-1 0,0-1 0 15,1 2 0-15,4 0 2 16,4 0 1-16,-2 0-2 15,2 2 2-15,0 2-1 16,-1 3 0-16,-4 2-1 0,-5 2 0 16,-2-1 0-16,-3 2 0 15,-1-3-1-15,-4 0 0 16,-2 1 1-16,-2-4 0 16,-3-1 1-16,0-1 0 15,-6 2-1-15,0-3 2 16,-1-1-3-16,-3-2 0 0,-3 2-1 15,-5-2 1-15,-2 0-1 16,-7 0 1-16,-2 0 0 16,-5 0-1-16,-3 0 1 15,-2 0-1-15,-5 0-6 16,0 0-21-16,0 3-9 0,-8 0 11 16,-1-2-62-16,-2-1-8 15</inkml:trace>
  <inkml:trace contextRef="#ctx0" brushRef="#br0" timeOffset="-179758.39">14991 10476 173 0,'0'0'16'0,"0"0"29"16,0 0-18-16,0 0-24 15,0 0 4-15,0 0 15 0,0 0 5 16,0 0-7-16,26 36-4 16,-12-24-6-16,4-1-5 15,2-1-2-15,2 0-3 16,4-3 4-16,1-1-1 15,2 2-1-15,-2-2 0 16,0 0-1-16,-2 2 0 0,-4 1 1 16,-4 0-1-16,-3 3-1 15,-7 0 2-15,-7 1 0 16,-1 2 0-16,-15 3 3 16,-9 3 3-16,-7 3-4 15,-9 2-3-15,-2 2 0 0,0-1-3 16,4-3-60-16,3-3-10 15,10-4-1-15,4-7-117 16</inkml:trace>
  <inkml:trace contextRef="#ctx0" brushRef="#br0" timeOffset="-176563.23">15894 10474 58 0,'0'-13'6'0,"0"0"40"0,0-1-3 0,-1 1-4 15,1 1 1-15,0 2-4 16,0 4-21-16,0 4-21 16,0 2-16-16,0 4-5 0,4 7 12 15,2 6 1-15,1 6 3 16,2 3 9-16,-1 4 0 15,1 2 3-15,-1 2 24 16,-1-3 9-16,-2-2 15 16,-1-1-8-16,-2-2-36 15,-1-6-3-15,-1-2-1 0,0-2-1 16,-5-6-12-16,-2-3-27 16,-2-5-7-16,-1-2-29 15,-2-5-95-15</inkml:trace>
  <inkml:trace contextRef="#ctx0" brushRef="#br0" timeOffset="-176014.59">15779 10515 185 0,'0'0'-3'15,"20"-41"13"-15,-7 20 9 16,2 2-28-16,5 3-25 15,0 1-12-15,4 5 13 16,2 5 2-16,0 5 6 16,3 0 8-16,0 11 16 15,-3 6 7-15,1 6 30 0,-3 4 16 16,-2 1-2-16,-5 3-9 16,-2-1-3-16,-5 0-5 15,-5-1 2-15,-4-2-8 16,-1-1-14-16,0-1-8 0,-8-2-1 15,-3-3 0-15,-3-2 0 16,-4-3-2-16,-2-2-1 16,-3-3 1-16,-1-2-1 15,-3-3 0-15,3-4 0 16,3-1 0-16,5 0 1 16,7-9 0-16,7-2 0 0,2-5 0 15,13-3-3-15,8-1-4 16,6-3-2-16,7 1 0 15,3 1 0-15,3 1 2 16,1 3 3-16,-1 3 0 0,-3 4 0 16,-5 3 1-16,-4 4-1 15,-7 3 1-15,-3 0 2 16,-7 7-3-16,-4 4 0 16,-2 1 1-16,-3 2 5 15,-2 1 7-15,0 0 0 16,0 0-8-16,-4 1-2 0,-3-2-5 15,1-6-54-15,-4-3-29 16,3-5-82-16</inkml:trace>
  <inkml:trace contextRef="#ctx0" brushRef="#br0" timeOffset="-175877.18">16263 10518 184 0,'0'0'0'0,"0"0"0"0,0 0 0 0,0 0-59 16</inkml:trace>
  <inkml:trace contextRef="#ctx0" brushRef="#br0" timeOffset="-174405.19">16589 10547 264 0,'0'0'-8'0,"0"0"14"15,0 0 18-15,0 0 10 16,0 0-14-16,0 0 6 0,0 0-3 16,-27 0-15-16,14 4-5 15,1 3-1-15,-1 3-3 16,1 0 2-16,3 2-1 15,2 1 0-15,3 0 0 0,3-2 0 16,1-1 0-16,1-1-1 16,8-3 0-16,4-4 2 15,1-2 2-15,6 0 0 16,0-7-2-16,1-6 1 16,0 0-1-16,-3-2 0 15,-5 0-1-15,-4 3 0 0,-8 3 1 16,-1 3 0-16,0 2 4 15,-5 4 1-15,-1 0-5 16,-1 0-11-16,2 8-3 16,2-1-4-16,3 1 9 15,0 2 6-15,3 0-2 0,7-2 0 16,2 1 7-16,2-2 15 16,2-1-1-16,6-4-2 15,0-2-3-15,5 0-8 16,1-5-2-16,1-5-2 15,1-1 2-15,-2-5-2 0,-4 1 1 16,-4-1-1-16,-3-1 0 16,-8 2-3-16,-4 0 3 15,-5 2 0-15,-5 5-1 16,-11 2-14-16,-3 5-10 16,-3 1 4-16,-1 1-6 0,1 9-2 15,4 3 1-15,3 3 3 16,8 4 16-16,2 2 7 15,5 5-1-15,0 4 8 16,10 3 21-16,0 5 14 16,1 1-10-16,-1 2-22 0,0-3-7 15,-4-1 0-15,-4-7 0 16,-2-6-1-16,0-4 2 16,-4-6-1-16,-6-5 4 15,-1-3 3-15,-3-5 3 16,-1-2-4-16,-1 0-4 0,0-9 0 15,2-4-2-15,0-5 1 16,4-4-2-16,2-3 1 16,6-3 0-16,2-3 0 15,5 1-1-15,10 1-3 16,5 2-15-16,4 3 8 0,4 2 8 16,3 2 0-16,0 6 1 15,-6 3 1-15,-1 5 1 16,-7 4-3-16,-7 2-5 15,-4 7 2-15,-5 7 2 16,0 3 4-16,-1 0-2 16,0 1 0-16,0 0 1 0,0-1 4 15,3-3 3-15,2-1 5 16,1-4 2-16,3-3-7 16,5-4-3-16,-1-2-2 15,2 0 0-15,2-9 0 16,1-6-1-16,-2-4 0 0,0-2-1 15,-5-1 0-15,-3-1 0 16,-7 3 1-16,-1 3-2 16,-4 3 2-16,-8 2-3 15,-2 3-21-15,-5 2-13 0,0 5 0 16,0 0 11-16,1 2 5 16,1 0 1-16,3 1 6 15,1 2 7-15,6 3 4 16,2-2-1-16,4-1 3 15,1 1-3-15,0-1 0 16,3-2 2-16,6 1 4 0,2-2 8 16,3 0 1-16,2 0-4 15,3 0 0-15,3-5 0 16,3 1-3-16,-2 0-1 16,-1 2-2-16,0 1 1 15,-3 1-1-15,-1 1 2 0,-5 7 7 16,-2 1 5-16,-1 2 2 15,-1 1 0-15,-4-1 2 16,1 1-8-16,-3-1-8 16,-1-1-3-16,-2-3 1 15,0 1-1-15,0-3 1 0,0-1-1 16,0-3 0-16,-4-1 1 16,1 0 3-16,-4-1-1 15,3-8 1-15,-1-1 1 16,3-1-2-16,2-3-1 15,0 0-1-15,4 2 0 16,4 2-2-16,2 0 1 0,3 5-2 16,0 2 1-16,1 3 0 15,0 0 0-15,1 5 0 16,-3 3 0-16,-1 4-1 16,-2-1 1-16,-1 4 0 0,-2-1-1 15,0 2 0-15,-4 0-3 16,1-4-52-16,-2-2-37 15,3-3-62-15</inkml:trace>
  <inkml:trace contextRef="#ctx0" brushRef="#br0" timeOffset="-173750.69">17610 10615 250 0,'-7'-9'5'0,"-3"1"61"0,0 2 4 15,-2 3-42-15,0 3-12 16,0 0-9-16,-2 1-3 16,1 6-2-16,1 2-1 0,0 1-1 15,2 2 0-15,1 2-2 16,0 1 1-16,3-1 0 15,2 0 1-15,2-2 0 16,2 0 0-16,0-4-1 16,0-3-1-16,4-4 2 0,7-1 0 15,3-3 3-15,0-7-2 16,4-1 0-16,-3-2-1 16,1 1 1-16,-4 2-1 15,-2 3 1-15,-1 3 4 16,-5 3 4-16,2 1-6 0,-3 0-2 15,4 5-1-15,-2 2 0 16,4 2 0-16,1 0 1 16,3-1-1-16,3 0 0 15,3-3 0-15,1-1 0 16,3-4 1-16,0 0-2 0,3-8 2 16,-3-5-1-16,1-6 1 15,-3-4-1-15,-1-5 0 16,-2-7 1-16,-3-6-1 15,-5-2 1-15,-3-4-1 16,-5 0 1-16,-2 4-47 16,-4 7-51-16,-6 9 18 0,0 10-2 15,-2 12-14-15,-3 6 46 16,4 17 37-16,2 10 20 16,4 10 31-16,5 5 37 15,3 2-9-15,15 1-5 16,6-4-11-16,7-2 25 0,1-5-20 15,2-4-34-15,-5-6-20 16,-4-6-4-16,-5-13-105 16,-5-6-236-16</inkml:trace>
  <inkml:trace contextRef="#ctx0" brushRef="#br0" timeOffset="-155671.96">21493 9750 158 0,'0'0'40'0,"0"0"4"0,0 0-11 0,0 0-5 16,-36-21 2-16,20 17 4 15,-2 0-5-15,-1 4-10 16,-3 0 0-16,-1 0-2 0,-1 8-2 16,1 6-4-16,-1 2-1 15,4 9-5-15,1 3 0 16,3 5 2-16,5 2-2 16,4 2-3-16,4-2 0 0,3-1-2 15,1-4 1-15,8-6-1 16,2-6 0-16,4-5 0 15,1-8 0-15,0-5 1 16,3-3 0-16,0-9-1 16,0-6 1-16,-3-5-1 0,-1-3-2 15,-5-1-4-15,-3-1-2 16,-4 2 7-16,-3 1 2 16,0 4-1-16,0 4 2 15,-5 3 8-15,0 4 2 16,2 3 8-16,2 3 1 0,-1 4-2 15,2 0-10-15,0 5-8 16,1 8 0-16,5 5 2 16,3 4-2-16,2 5 1 15,3 2-1-15,1 2-1 16,3-1 0-16,1-4 0 16,3-7-4-16,2-4-22 0,2-9-10 15,2-6-13-15,2-2-18 16,1-14-82-16</inkml:trace>
  <inkml:trace contextRef="#ctx0" brushRef="#br0" timeOffset="-155215.15">21835 9711 225 0,'0'0'33'0,"0"0"-3"0,0 0-5 0,0 0-21 15,0 0 10-15,42-24 14 16,-20 15-8-16,2-3-10 16,2 4-8-16,-1-2-1 15,-4 6-1-15,-3 1-23 16,-5 3-55-16,-6 0-33 0</inkml:trace>
  <inkml:trace contextRef="#ctx0" brushRef="#br0" timeOffset="-155030.18">21824 9850 239 0,'0'0'3'16,"0"0"0"-16,0 0 7 16,37-7 14-16,-13-2 0 15,5-2-16-15,4-4-4 0,2-1-4 16,1-1-9-16,-1-1-46 15,-5-5-133-15</inkml:trace>
  <inkml:trace contextRef="#ctx0" brushRef="#br0" timeOffset="-154730.28">22366 9240 384 0,'0'0'9'0,"0"0"7"16,0 37-4-16,0-6 15 0,3 4 2 15,1 6-15-15,1 4-5 16,0 1-5-16,0 3-1 15,2 1-3-15,0 0 1 16,-1-2-2-16,-2-4-28 16,-1-8-15-16,1-8-27 0,-4-10-43 15,0-11-13-15</inkml:trace>
  <inkml:trace contextRef="#ctx0" brushRef="#br0" timeOffset="-154483.35">22557 9175 447 0,'0'0'-43'0,"0"0"72"16,0 0-17-16,0 0-4 16,21 47 12-16,-11-15 0 0,0 5-5 15,-1 3-6-15,0 2-5 16,-1 2-1-16,-2 0-1 15,-3 1 0-15,-2-1-2 16,1-3-10-16,-2-6-34 16,0-4-11-16,0-8-26 0,-4-8-4 15,-2-6-56-15</inkml:trace>
  <inkml:trace contextRef="#ctx0" brushRef="#br0" timeOffset="-154204.71">22204 9475 443 0,'0'0'-30'0,"2"-28"32"16,15 11 6-16,9 2-4 15,11-3-1-15,9-3 1 16,10-3 8-16,6-3-3 15,5 0-2-15,3 2-6 16,-3 2 0-16,-6 3-1 16,-12 7 0-16,-11 5-25 0,-14 8-49 15,-15 0-25-15,-9 3-21 16</inkml:trace>
  <inkml:trace contextRef="#ctx0" brushRef="#br0" timeOffset="-154019.12">22222 9601 338 0,'0'0'3'15,"0"0"4"-15,0 0-1 16,50-4 17-16,-11-9 3 0,9-5-8 16,9-4-9-16,4-1-7 15,5-2-1-15,5 1-1 16,1-4-26-16,-5-6-109 15</inkml:trace>
  <inkml:trace contextRef="#ctx0" brushRef="#br0" timeOffset="-153682.18">23133 9181 504 0,'0'0'0'0,"-32"10"9"0,21-2-2 15,2 5 12-15,4 2-3 16,4 3-2-16,1 1-1 16,1 2-6-16,10-1-1 0,1 1-5 15,4-1 0-15,1-3 0 16,1-5-1-16,1-7 0 16,0-5 0-16,-1-2-1 15,-1-12-1-15,-4-5-3 16,-4-4-6-16,-5-2-7 15,-4 0-6-15,-4 2 12 0,-11 3 7 16,-3 0 3-16,-4 7 0 16,-1 1 0-16,1 4 0 15,1 3-2-15,7 0-8 16,3 3-9-16,3 2-6 16,6 0-4-16,2 0-49 0,6 0 0 15,6-3-29-15</inkml:trace>
  <inkml:trace contextRef="#ctx0" brushRef="#br0" timeOffset="-153378.72">23486 8973 288 0,'0'0'9'0,"0"0"72"15,0 0-38-15,0 0-16 16,-30-12-8-16,20 26-6 0,1 8 2 15,2 5-3-15,3 3-3 16,2 6 0-16,2 4 3 16,2 5-1-16,3 4-4 15,1 4-3-15,0 1-2 16,-2 1-1-16,-3-4-1 0,-1-3 1 16,0-5-1-16,-8-7-1 15,-3-3 0-15,-4-6-5 16,0-6-1-16,-2-4-11 15,1-6-17-15,-1-4-7 16,2-7-22-16,1 0-51 16,0-9-65-16</inkml:trace>
  <inkml:trace contextRef="#ctx0" brushRef="#br0" timeOffset="-153200.6">23381 9406 381 0,'0'0'3'0,"30"-28"2"16,-10 14-4-16,1 2 0 15,2-1-1-15,2 2 1 16,0-1-1-16,0-1-1 0,-1-2-58 16,-3-1-98-16</inkml:trace>
  <inkml:trace contextRef="#ctx0" brushRef="#br0" timeOffset="-152204.12">23951 8728 89 0,'0'0'33'0,"0"0"23"16,0 0-15-16,0 0 11 15,0 0 11-15,0 0-36 16,0 0-14-16,5 33 22 16,-11-1-11-16,-2 9-8 0,-4 5-3 15,-2 7-10-15,-2 0-1 16,-1-2-1-16,-2 0 0 15,1-5-1-15,0-6 1 16,2-12-2-16,0-7 2 16,3-7 0-16,1-8-1 0,0-5 0 15,3-1 1-15,-1-7 0 16,1-4-2-16,2-1-2 16,2-2 1-16,1 3 0 15,3 1 1-15,1 3 1 16,2 1 0-16,7 4 0 0,5 2-1 15,3 0 0-15,5 0 2 16,6 0 0-16,6 0 0 16,3 0 1-16,2 0-2 15,2 0 1-15,-1 0 0 16,-2-3-1-16,-3-1 0 0,-7-2 0 16,-4 1 0-16,-6 0 0 15,-7-3 0-15,-2 0 1 16,-5-3-1-16,-4-1 1 15,0-2 1-15,-7 1 3 16,-5 1 9-16,-5 3 8 16,0 4-3-16,-2 5-5 0,-2 0-5 15,3 10-1-15,2 5-4 16,3 1-2-16,4 2-1 16,3-1-1-16,5-1 1 15,1 0-1-15,1-4 0 16,8-2 0-16,2-4 0 0,1-3-3 15,4-3-2-15,-1 0-3 16,1-7 1-16,0-4 2 16,-2 0 2-16,-4 0 2 15,-2-1 0-15,-3 4 2 16,-5 3 0-16,0 2 3 0,-3 3 4 16,-4 0 0-16,-2 1-7 15,0 9 3-15,1 0 0 16,1 2 0-16,4 1-2 15,1 2-1-15,2 0 0 16,0-2-1-16,5 0 1 0,4-2-1 16,2-1-1-16,2-3-15 15,1-2-25-15,0-5-8 16,0 0-19-16,-2-8-50 16,0-7-66-16</inkml:trace>
  <inkml:trace contextRef="#ctx0" brushRef="#br0" timeOffset="-151975.55">24378 8875 408 0,'0'0'3'0,"0"0"24"0,0 0 0 0,0 0-25 15,0 0 3-15,-4 34 1 16,3-6 7-16,-2 6-6 15,-2 4-5-15,0 2 1 16,-3 2-3-16,-4 0-15 0,-1-4-52 16,-2-7-68-16,-1-8-79 15</inkml:trace>
  <inkml:trace contextRef="#ctx0" brushRef="#br0" timeOffset="-151300.6">24261 9192 22 0,'0'0'379'0,"44"-27"-374"0,-16 13 5 15,3 3-3-15,5-1-4 16,0 1 7-16,-1-3 10 16,-1 1-6-16,-6 1-6 15,-5-1-5-15,-5 2-1 16,-7 1 0-16,-4 1-1 15,-4 3 1-15,-3-1 2 0,-2 4 4 16,-9 3-2-16,-2 0-4 16,-4 8 0-16,-1 5-1 15,0 5-1-15,0 1 1 16,4 3-1-16,1-1-1 16,5-2 2-16,3-1-1 0,3-3-1 15,2-3 1-15,1 0 0 16,7-6-1-16,1-2-1 15,2-4 2-15,3 0-1 16,3-7 1-16,0-3 0 0,4-4 0 16,1-1-1-16,0-2 2 15,-3 1-1-15,-2 2 7 16,-2 4 11-16,-6 4 3 16,-3 5-9-16,-2 1-11 15,-2 7 0-15,-2 3 1 16,0 3-1-16,0 2 2 0,-2 1-3 15,-2-2 1-15,0 0 0 16,0 0-2-16,1-4 2 16,0-2-1-16,3-2 0 15,0-3 0-15,0-3 0 16,2 0 1-16,4-4 0 0,4-6 0 16,2-3-1-16,5-2 1 15,2-1-1-15,1 1-1 16,3 0 1-16,0 2 1 15,-2 5-2-15,-4 3 2 16,-4 5-1-16,-3 0 0 0,-6 5-1 16,-2 6 1-16,-2 2 1 15,0 0-1-15,0 1 0 16,0 0 0-16,-2-2 0 16,-1 0-9-16,2-3-43 15,0-3-16-15,1-5-61 0,0-1-123 16</inkml:trace>
  <inkml:trace contextRef="#ctx0" brushRef="#br0" timeOffset="-151054.86">24985 8844 451 0,'0'0'9'0,"0"0"14"0,0 0-22 0,0 0 0 15,-16 46 6-15,16-15 13 16,0 6-3-16,0 2-6 0,4 1-7 16,2 0-2-16,-1-4-1 15,0-4-2-15,-3-6-25 16,2-8-34-16,-4-5-18 16,3-7-54-16,-1-6-79 0</inkml:trace>
  <inkml:trace contextRef="#ctx0" brushRef="#br0" timeOffset="-150908.75">24933 9103 455 0,'0'0'-5'16,"0"0"30"-16,17-36-13 16,4 28-7-16,6 1-2 15,8 0-2-15,3 1-2 16,0-3 1-16,-4-5-83 15,-8-6-175-15</inkml:trace>
  <inkml:trace contextRef="#ctx0" brushRef="#br0" timeOffset="-150169.21">22280 10212 407 0,'0'0'23'0,"0"0"12"15,0 0-18-15,0 0-11 0,1 29 1 16,6-1 1-16,1 1 11 16,2 3-5-16,2 1-10 15,0-3-3-15,-2 0-1 16,-3-8 1-16,0-6 0 15,-1-9-1-15,2-7 1 16,-3-9 2-16,3-14 0 0,3-8-2 16,1-9 0-16,-1-8-2 15,2-1-2-15,-1-1-4 16,-2 2-21-16,0 5-1 16,0 12-4-16,-2 8-5 15,1 11-24-15,-4 9-9 0,0 3-23 16,-3 8-65-16</inkml:trace>
  <inkml:trace contextRef="#ctx0" brushRef="#br0" timeOffset="-147281.22">22462 10124 84 0,'0'-5'5'0,"0"0"27"0,0 0-3 0,0 3-3 15,0-1-4-15,0 1 1 16,0 1 0-16,0-1-2 16,0 2-5-16,0 0-3 15,0 0 10-15,-1 0 11 0,0 0-18 16,-2-1-9-16,0 0-4 16,-1 0-1-16,1-1 1 15,-2 1 0-15,-1 1 23 16,0 0-11-16,-2 0-12 15,-4 8-1-15,1 4 2 16,0 6 4-16,-4 6-1 0,3 4 6 16,1 2 8-16,2 2-6 15,4-1-2-15,3 0-5 16,2-3-4-16,4-3 0 16,7-5-2-16,6-5-2 15,2-5 1-15,4-7 0 0,3-3 0 16,4-10 1-16,2-6-2 15,-1-6 2-15,-1-1-1 16,-3-4 0-16,-6 0 0 16,-5 0 0-16,-4 3-1 0,-7 2 0 15,-3 5 1-15,-2 2-1 16,0 6 1-16,-4 4 3 16,-3 5 10-16,-1 0-5 15,2 6-5-15,1 6-3 16,2 3 1-16,2 1 0 0,1 2-1 15,0 0 0-15,4-3 1 16,5-3-2-16,3 1 1 16,0-5-1-16,4-3 0 15,1-3 1-15,0-2-1 16,-1 0 1-16,0-3-1 0,-1-5 0 16,-5-4 0-16,1-3-2 15,-7 0-1-15,-1-3-1 16,-3 1 1-16,-3 1 2 15,-8 1-2-15,-3 5 2 16,-6 2-1-16,-3 3 2 16,-3 3 0-16,2 2 0 0,1 0-1 15,4 0 2-15,3-1-1 16,6-1 1-16,6-2-1 16,4 0 2-16,0-3 0 15,11-2-1-15,7-2-2 16,5-2 1-16,6 1 0 0,3-1 0 15,2 3 1-15,-3 4-2 16,-2 5 2-16,-2 1-1 16,-5 4-1-16,-4 8 0 15,-4 2 2-15,-3 3 0 16,-2 0 1-16,-3-1-1 0,0 2 0 16,-3-3 0-16,-2-2-1 15,1-3 1-15,-1-2-1 16,-1-3 1-16,0-3-2 15,0-2 2-15,0 0 2 16,0-3-2-16,-1-7 0 0,-1-4 0 16,2-4-1-16,0-3 0 15,0 1 0-15,0 0 0 16,3 4 1-16,1 4 3 16,-1 4 3-16,3 8-5 15,-1 0-2-15,1 5 0 0,2 6 1 16,0 3 0-16,0 2-1 15,-1 1 0-15,0-1 1 16,-2 1-1-16,-1-2 1 16,-1-4-1-16,-2-2 1 15,0-3-2-15,-1-2 2 0,0-3-1 16,0-1 2-16,0-3 0 16,0-7-1-16,-1-3 0 15,1-5-2-15,0-2 1 16,0-2 0-16,2 2-1 15,6 1 1-15,1 5 0 0,1 6 0 16,0 6 0-16,0 2-1 16,2 5 0-16,-2 7 1 15,-1 3 0-15,0 2-1 16,-1-1 1-16,0 1 0 16,-1-3-27-16,0-2-40 0,0-4-28 15,0-6-66-15,-3-2-58 16</inkml:trace>
  <inkml:trace contextRef="#ctx0" brushRef="#br0" timeOffset="-146861.21">23164 10041 351 0,'0'0'-1'0,"0"7"44"0,0 8-36 15,3 7 11-15,1 7 18 16,-1 6-5-16,2 3-9 0,2 0-11 15,-1 3 0-15,-2-2-6 16,1-1-2-16,-2-3-1 16,-1-4-2-16,-2-6 1 15,0-7 0-15,0-9 0 16,-1-6-1-16,-6-3 10 0,-1-8-3 16,-3-10-5-16,-2-5-1 15,-2-8-2-15,4-8-2 16,2-6-1-16,8-4 1 15,1-4 1-15,9 4 2 16,6 6 0-16,3 8 1 16,-2 12 0-16,-1 10 0 0,0 11 0 15,0 2-1-15,-3 2 0 16,1 8 0-16,-1 1 0 16,-3 2 1-16,-3 0-1 15,-3 0 0-15,-3 1 1 0,0-2-1 16,-7 0-1-16,-4-1-11 15,-2-1-14-15,-1-2-9 16,-3-1-9-16,1-2-15 16,-1-3-25-16,2-2 6 15,3 0-67-15</inkml:trace>
  <inkml:trace contextRef="#ctx0" brushRef="#br0" timeOffset="-145595.1">23405 10022 262 0,'0'0'8'0,"0"0"46"0,0 0-3 0,-33 16-10 16,25-6-9-16,3 0-10 16,3 1-2-16,2 2-11 15,0-1-5-15,5 1-1 0,5-1-2 16,3-2 0-16,1-5-1 15,0-2 0-15,3-3 1 16,-3 0-1-16,3-6 0 16,-7-6 0-16,0 2-1 15,-4-3 1-15,-4 1 0 0,-2 2 0 16,-1 0 0-16,-9 1 0 16,-3 2 0-16,-1-1 0 15,-1 1 0-15,0 1 1 16,3-1-1-16,2 3 0 15,2-2 1-15,5 1 1 0,3 0-1 16,0 0-1-16,7 0 1 16,7 1-2-16,0 1 1 15,3-1 0-15,0 4 0 16,0 0 0-16,0 0 0 16,-2 5 0-16,-1 4 0 15,-1 1 0-15,-3 3 0 0,0-1 1 16,-3 1-1-16,-1-2 1 15,-2 0 0-15,0-3-1 16,-2-1 1-16,0-3-1 16,-2-2 1-16,2-2 0 0,-1 0 0 15,1-3 26-15,2-5-12 16,1-7-13-16,5-2-1 16,3-4 0-16,4-5-1 15,3-1 1-15,2 3 0 16,-1 3 5-16,-2 7 3 15,-3 7-5-15,-5 7-3 0,-2 2-1 16,-5 9 0-16,1 6 0 16,-3-1 1-16,0 2-1 15,-1-1 0-15,0-3 1 16,1-1-1-16,3-4 0 16,0 1 0-16,1-5 1 0,3 0-1 15,1-3 0-15,2-2 0 16,4 0 0-16,2-7 0 15,4-2 1-15,0-5 1 16,2 0-4-16,-1-2 2 16,-3-2 2-16,-2 2-2 0,-7-1 0 15,-2 2 0-15,-7 1 1 16,-2 2-1-16,0 2 1 16,-7 3 0-16,-6 2 1 15,-2 5 0-15,-2 0-1 16,2 0 1-16,1 9-1 0,2 1-1 15,4 4 0-15,4 0-1 16,3-1 0-16,1 3 2 16,0-3-2-16,5-2 1 15,6-1 1-15,2-3-2 16,1-2 1-16,5-3-1 0,-3-2 0 16,3 0 0-16,-1-2 0 15,-2-6 1-15,-1 0 0 16,-3-2 0-16,0 0 0 15,-2-1 0-15,-2-1 0 16,0 4 0-16,-2 2 1 0,0 2 0 16,-4 4 2-16,1 0-2 15,0 3-2-15,0 5 2 16,0 4-1-16,0-1 0 16,0 1 0-16,-1 0 0 15,0-1 1-15,-1-2-2 0,-1-1 1 16,0-2 0-16,0-3 0 15,0-2-1-15,0-1-1 16,2 0 2-16,1-4 0 16,-1-6-2-16,4-1 1 15,1-2 0-15,2-2 1 16,3 0 0-16,-1 4 0 0,1 1 0 16,0 3 1-16,-2 5 1 15,1 2-2-15,-2 0 0 16,-1 5 0-16,-2 3 0 15,-1 2-1-15,0 0 1 0,-4 0 0 16,1 0 0-16,0-1-4 16,-1-3-43-16,-1 1-20 15,0-4-13-15,0-3-43 16,0-2-20-16</inkml:trace>
  <inkml:trace contextRef="#ctx0" brushRef="#br0" timeOffset="-145211.03">24370 9717 292 0,'0'-16'73'0,"0"3"-44"0,0 5 33 15,0 6-8-15,0 2-35 0,0 10-15 16,0 5 8-16,-1 5 7 16,1 4-4-16,0 3-7 15,0 1-4-15,2 3 0 16,3-1-2-16,1 0-1 15,1-4 0-15,-3-2 0 0,0-5-1 16,1-6 0-16,2-5 0 16,2-7 0-16,4-1 0 15,6-7 0-15,5-5 2 16,1-1-2-16,2-2 0 16,-3 4-1-16,-1 4 1 0,-6 3 1 15,-5 4-1-15,-3 0-1 16,-2 6 1-16,-2 2 1 15,-3 2-1-15,-1 3 0 16,-1 0 0-16,0-1 0 16,0 3-5-16,-7-4-44 0,-3-2-36 15,-2-4-44-15,-3-5-139 16</inkml:trace>
  <inkml:trace contextRef="#ctx0" brushRef="#br0" timeOffset="-145026.49">24392 9863 377 0,'0'0'61'0,"-2"-30"-25"15,2 14 10-15,11 4-19 16,7-1-13-16,6 1-3 0,7 1-5 16,4 1-4-16,3 1-2 15,0 2 0-15,-4 0-17 16,-5-3-75-16,-4-5-115 15</inkml:trace>
  <inkml:trace contextRef="#ctx0" brushRef="#br0" timeOffset="-144731.21">25052 9410 550 0,'0'0'8'0,"0"0"5"15,-30 51-6-15,7-4 7 16,-6 11 6-16,-8 8 1 0,-4 7 1 16,-2 6-10-16,-1 3-8 15,-1 2-3-15,1 3 0 16,-1-2 0-16,5-5-1 15,1-6-1-15,4-10 1 0,4-8-3 16,2-8-20-16,3-8-33 16,2-7-65-16,1-11-122 15</inkml:trace>
  <inkml:trace contextRef="#ctx0" brushRef="#br0" timeOffset="-144264.21">22454 10778 449 0,'0'0'-4'0,"-56"-8"8"0,19 24 4 16,0 16 6-16,2 9 2 15,5 10 4-15,8 4 2 16,7 4 0-16,6 4 2 16,9 6-1-16,0 3-12 0,9 2-5 15,1 2-5-15,-2 0 0 16,-1-3 0-16,-4-8-2 16,-3-8-15-16,-3-9-23 15,-10-10-12-15,-5-12-11 16,-4-12-22-16,-4-11-30 0,-2-5-62 15</inkml:trace>
  <inkml:trace contextRef="#ctx0" brushRef="#br0" timeOffset="-143794.91">21888 11429 130 0,'0'0'321'0,"45"-55"-320"0,-10 31 2 15,10 2 0-15,10 5 1 16,0 0-4-16,5 1 2 15,-3 0-2-15,-3 1 1 16,-7 2 0-16,-10 0-1 0,-9 2 1 16,-11 3-2-16,-6 2 2 15,-7 2 1-15,-4 2 19 16,-7 2 6-16,-6 0-12 16,-4 6-3-16,-1 4 5 15,-1 3 0-15,1 2-7 16,2 2-6-16,5 2 0 0,3-1-3 15,4-1 0-15,3-2-1 16,1-2-1-16,2-3 2 16,6-4-3-16,2-4 1 15,1-2-2-15,0-7-2 16,4-9 1-16,0-4-1 0,1-3 1 16,-2 2 3-16,-7 1 0 15,-2 5 1-15,-2 6 1 16,-3 2 3-16,0 5 4 15,0 2 2-15,-2 0-6 0,-1 9-2 16,0 1 0-16,1 4 0 16,2 2-1-16,0-1 1 15,0 1-3-15,7-2 2 16,3-1-1-16,1-5 0 16,3-1-9-16,3-4-34 15,1-3-16-15,2-2-25 0,-3-7-40 16,0-5 1-16</inkml:trace>
  <inkml:trace contextRef="#ctx0" brushRef="#br0" timeOffset="-142904.89">22575 11255 221 0,'0'0'59'0,"0"0"13"0,0 0-27 0,0 0-22 16,-31 22-1-16,29-8-1 16,-1 0-2-16,3 1-10 15,0-2-4-15,1-2-3 16,6-2 0-16,4-4-1 15,1-4 2-15,0-1-1 0,2-6-12 16,-1-10-6-16,1-6-2 16,0-8 0-16,0-9 1 15,3-8-2-15,-1-4 3 16,-1-2 0-16,-4 5 12 16,-2 5 3-16,-6 11 5 0,-3 13 27 15,0 11 2-15,-4 10-10 16,-5 16-22-16,1 9 4 15,0 7 15-15,3 3 3 16,1 3-8-16,3-2-4 16,1-1-4-16,0-4-4 0,0-2-1 15,1-2-1-15,1-5 0 16,-1-6 0-16,0-3 0 16,-1-9-1-16,1-5 0 15,1-1 3-15,0-10 2 16,2-7-4-16,2-2-2 0,3-2 1 15,1 0 0-15,1 3 0 16,1 6 1-16,-1 4 0 16,-1 8-2-16,-1 0 0 15,-3 10-1-15,0 3 2 16,-1 5 0-16,-2 2 2 16,2 0-2-16,-3-2 0 0,3-1 0 15,1-5 0-15,2-3 0 16,1-5 0-16,1-2 0 15,0-2 0-15,2-6 0 16,-2-4 0-16,-1-6 0 16,-1-1 0-16,-3 0 0 0,-3 0 0 15,-2 0 0-15,0 2 0 16,-6 2 0-16,-7 2 0 16,-4 2 0-16,-4 2 0 15,-1 1 0-15,1 0 0 16,3 2 0-16,3-1 0 0,6 3 0 15,4-1 1-15,5 1 1 16,0-1-1-16,10 1-1 16,5-1-1-16,5 1 1 15,3 2 1-15,0 0-2 16,-1 2 1-16,-4 7-1 0,-2 4 1 16,-2 3-2-16,-5-1 3 15,2 3-1-15,-6-3 0 16,0 0 0-16,-1-4 0 15,-3-2 0-15,1-6-1 16,-2-2 1-16,0-1 0 0,2-7 2 16,0-7-1-16,2-4-1 15,1-5 1-15,2-2-2 16,2-3 0-16,2-1-1 16,3 0-18-16,1 4-11 15,-1 2-25-15,1 5-72 0,-2 6-94 16</inkml:trace>
  <inkml:trace contextRef="#ctx0" brushRef="#br0" timeOffset="-142611.08">23111 11262 311 0,'0'0'12'0,"0"0"15"0,10-28 2 16,-2 11-11-16,2-1-5 15,1 0 7-15,1 1 1 0,1 4-6 16,-2 4-7-16,0 7-6 16,-3 2-2-16,-1 3-1 15,-4 7 1-15,-3 6 1 16,0 1 1-16,-3 1 0 16,-7 0 0-16,-3-1-1 0,-2-1-1 15,-2-2-2-15,-3-5-12 16,0-2-11-16,2-2-3 15,0-4-3-15,2-1-2 16,4-5-33-16,2-6-56 16</inkml:trace>
  <inkml:trace contextRef="#ctx0" brushRef="#br0" timeOffset="-141866.15">22358 12074 391 0,'0'0'2'0,"0"0"8"16,0 0-4-16,0 0-3 0,0 0-1 16,0 0 1-16,0 0 17 15,45-16-7-15,-10-13-9 16,2-7-2-16,4-5-1 16,0-5-1-16,-2 0 3 15,-5 1-1-15,-10 9-1 0,-8 6 0 16,-9 10 1-16,-7 7 13 15,-7 10 20-15,-11 3-25 16,-4 8-3-16,-6 10 1 16,0 8 6-16,-3 6-1 15,3 6-4-15,5 2-3 16,4 1-1-16,8-1-3 0,6-3-1 16,5-3 0-16,3-5-1 15,8-5 0-15,5-5 0 16,3-4-2-16,2-5-20 15,4-5-25-15,-3-4-18 0,-2-1-13 16,-3 0-41-16,-4 0 31 16</inkml:trace>
  <inkml:trace contextRef="#ctx0" brushRef="#br0" timeOffset="-141700.66">22636 12130 86 0,'0'0'90'16,"0"0"-28"-16,0 0 18 16,1-29-18-16,8 13-15 0,2-6-7 15,10-3-4-15,5-6 4 16,8-4-11-16,4 0-13 15,2 0-8-15,-2 3-5 16,-2 4-3-16,-5 2 0 16,-7 6-9-16,-5 3-30 15,-7 4-24-15,-6 1-24 0,-6 1-80 16</inkml:trace>
  <inkml:trace contextRef="#ctx0" brushRef="#br0" timeOffset="-141543.05">22805 11792 309 0,'0'0'10'0,"0"0"22"16,-10 31-26-16,13-14 9 15,9 3 9-15,2 1-11 16,2 3-6-16,1-2-3 16,1 0-3-16,-1-2 1 0,-3-2-22 15,-3-7-53-15,-2-4-53 16</inkml:trace>
  <inkml:trace contextRef="#ctx0" brushRef="#br0" timeOffset="-141062.25">23105 11525 456 0,'0'0'-5'16,"0"0"6"-16,0 0-5 15,-5 53 13-15,4-19 19 0,-3 6 0 16,3 1 8-16,1 0-11 16,-1 0-13-16,1-3-7 15,0-3-2-15,0-4-2 16,-1-5-1-16,1-7 1 0,-3-7-1 16,-1-7 1-16,1-5 0 15,0-2 3-15,2-11-3 16,-1-4 0-16,2-4-1 15,0-1 0-15,6 1 0 16,6 3 1-16,0 3-1 16,4 5 0-16,0 5 0 0,1 5 0 15,1 0-1-15,-2 6 0 16,-1 3 1-16,-1 1-1 16,-4 2 0-16,-1 0-8 15,-3-1-4-15,-2-2-2 16,-2-3 1-16,-1-2 5 0,-1-4 4 15,1 0 6-15,1-6 1 16,2-9-2-16,3-5 0 16,4-6-2-16,5-6 1 15,6-6 0-15,5 0 0 16,2 2 0-16,1 3-1 0,0 7-44 16,-5 7-7-16,-4 8-38 15,-3 6-50-15</inkml:trace>
  <inkml:trace contextRef="#ctx0" brushRef="#br0" timeOffset="-140593.02">23599 11640 407 0,'0'0'14'0,"-38"-5"36"0,20 4 3 15,3 1-15-15,2 0-19 16,2 8-6-16,2 3 0 16,2 2-6-16,2 2-4 15,0 2-2-15,4 0 0 16,1-1-1-16,0-3 1 0,0-3-1 16,4-2-1-16,3-3 1 15,1-3-5-15,0-2-10 16,0-3 2-16,3-7 0 15,-1-4 1-15,1-3-1 0,-1-2 6 16,-1 1 5-16,-3 3 2 16,-1 2 0-16,-4 3 1 15,-1 5 9-15,0 3 15 16,0 2-5-16,0 0-14 16,0 10-3-16,0 2 1 0,0 3-2 15,0 0-1-15,3 0 0 16,4-1-1-16,-1-4 1 15,3-1-1-15,2-3-8 16,1-1-30-16,1-4-25 16,0-1-15-16,2-1-49 15,-1-11-44-15</inkml:trace>
  <inkml:trace contextRef="#ctx0" brushRef="#br0" timeOffset="-140200.68">23819 11579 391 0,'0'0'8'0,"0"0"16"0,-33 28 13 0,23-11-10 15,5 1-4-15,-1-2 2 16,5 1-10-16,1-2-9 16,3-4-3-16,6-2-1 0,2-4-2 15,1-2 1-15,2-3-1 16,1-2-9-16,1-9-6 15,1-7 2-15,2-6 5 16,3-7 4-16,1-7-5 16,1-8 0-16,5-6 3 0,-2-2 2 15,-1-2 4-15,-6 3-1 16,-5 11 1-16,-7 8 1 16,-7 9 2-16,-1 14 30 15,-3 11 1-15,-5 4-18 16,-3 16-13-16,1 10 2 0,-2 6 13 15,2 3-1-15,3 3-6 16,3 0-6-16,4-4-3 16,0-4-1-16,3-4-1 15,4-5-1-15,1-3-4 16,-3-5-37-16,1-4-37 0,-3-6-27 16,-2-5-69-16</inkml:trace>
  <inkml:trace contextRef="#ctx0" brushRef="#br0" timeOffset="-140000.33">24034 11518 346 0,'0'0'6'0,"0"0"21"0,2-33 17 0,8 21-26 15,3 1-13-15,2-1-2 0,3 2-1 16,1 1-3-16,1-1-1 15,-3 1-78-15,0-3-113 16</inkml:trace>
  <inkml:trace contextRef="#ctx0" brushRef="#br0" timeOffset="-139297.02">24177 11575 377 0,'0'0'9'0,"0"0"7"16,18-29 1-16,2 12-7 15,5-1 2-15,2-2 5 16,1-1-4-16,-2 1-8 16,-3 2-1-16,-3 0-3 0,-8 4 0 15,-5 1 2-15,-7 3 10 16,0 2 23-16,-7 4-16 15,-6 3-11-15,-3 1-5 16,-2 5 0-16,1 6 1 16,0 5 1-16,3 2-2 0,4 2-1 15,5-1-2-15,5 0-1 16,0-3 1-16,9-1-1 16,5-3 0-16,4-6 1 15,4-3-1-15,3-2-4 16,4-2-5-16,3-10 0 0,3-2 4 15,1-7 3-15,1-2 0 16,-2-4 2-16,-4-2-3 16,-6 1 1-16,-8 2 2 15,-8 4 2-15,-7 5 4 16,-2 6 11-16,-8 6-2 16,-5 4-10-16,-4 6-5 0,-2 9 0 15,3 4 1-15,1 4-1 16,2 0 1-16,6-2-2 15,3-2 1-15,4-6 0 16,0-3-1-16,0-3-3 16,6-6-6-16,1-1 4 0,2-5 5 15,1-9 1-15,3-9 0 16,0-9 0-16,4-9 0 16,0-10 0-16,1-7-1 15,-1-6 0-15,-2 1 0 0,-2 6-1 16,-7 9 2-16,-4 14 0 15,-2 14 2-15,-2 16 18 16,-9 10-14-16,-2 19-6 16,1 11 2-16,4 7 10 15,2 10 7-15,5 1-4 0,1-3-6 16,5-1-6-16,6-7-2 16,-1-5-1-16,2-10 0 15,-2-5-22-15,0-11-70 16,-2-11-152-16</inkml:trace>
  <inkml:trace contextRef="#ctx0" brushRef="#br0" timeOffset="-113029.75">13824 11305 28 0,'0'0'5'0,"-2"0"-3"15,2 0-2-15,0 0 0 0,0 0 0 16,0 1 0-16,0 1-1 15,0-2-33-15</inkml:trace>
  <inkml:trace contextRef="#ctx0" brushRef="#br0" timeOffset="-72612.2">16744 6847 92 0,'0'0'28'0,"0"0"88"0,0 0-85 0,0 0-9 0,0 0 1 16,0 0 12-16,0 0-4 16,0 0-9-16,0 0-3 15,0 0-2-15,2-8-4 16,0 3-4-16,2 0 0 16,2-3-5-16,3-1-1 0,3-2-1 15,2-1 0-15,3-1-2 16,1 0 2-16,2 1-2 15,0 6 1-15,-2 1-1 16,1 5 1-16,-3 0-1 16,0 10 0-16,-3 3 0 0,-1 8 1 15,-2 3-1-15,-2 3 0 16,-4 5 0-16,-2-1 1 16,-2 1-1-16,0 1-1 15,0-4 1-15,-2-5 0 16,-2-5 0-16,1-6 0 0,0-6 1 15,1-3-1-15,-3-4 1 16,2 0 14-16,1-7 1 16,2-7-12-16,0-4-1 15,2-5-1-15,8-3-2 16,3-2 1-16,3 0-1 0,1 1 0 16,0 5 0-16,0 2 2 15,-2 6-1-15,-2 2-2 16,-2 4 2-16,-1 4 0 15,-3 2 1-15,0 2 0 16,0 0 0-16,-1 8 0 0,1-1 0 16,0 6-1-16,-2-1 0 15,1 2 0-15,-4 3 0 16,1 1-1-16,-3 2 1 16,0 4-1-16,0 1 0 15,-2 0 1-15,-1 0-1 16,-3-2 0-16,3-2-1 0,-1-4 1 15,3-4 0-15,1-4-1 16,0-3-3-16,0-3-36 16,0-3-23-16,6-3-43 15,3-9-23-15</inkml:trace>
  <inkml:trace contextRef="#ctx0" brushRef="#br0" timeOffset="-72323.25">17386 6865 251 0,'0'0'58'0,"0"0"-12"15,0 0-23-15,0 0-19 0,0 0 10 16,0 0 9-16,0 0-5 15,41 30-7-15,-24-15-5 16,2 1-3-16,3 1-3 16,-1 2 1-16,0-2-1 15,-1-2-2-15,-3-3-25 0,0-2-28 16,-2-5-25-16,-2-4-11 16</inkml:trace>
  <inkml:trace contextRef="#ctx0" brushRef="#br0" timeOffset="-72028.16">17617 6835 203 0,'0'0'48'0,"0"0"-9"15,0 0-8-15,0 0-12 16,-35-3-4-16,21 15 7 16,0 3 0-16,-3 1-9 0,-2 6-7 15,0 1-4-15,-1 3-2 16,-1 1 0-16,0 1 0 16,2 0-1-16,0-2-17 15,4-1-34-15,2-6-13 16,3-5-5-16,3-4-83 0</inkml:trace>
  <inkml:trace contextRef="#ctx0" brushRef="#br0" timeOffset="-71375.27">18033 6814 217 0,'0'0'51'15,"0"0"-17"-15,0 0-6 16,0 0 13-16,0 0-3 0,2-31-13 15,-8 27-5-15,0 0-7 16,-4 2-3-16,0 2-1 16,-2 0-2-16,-3 0-2 15,1 5-2-15,-2 3 2 0,0 2-1 16,0 0-1-16,1 5 0 16,3-1-1-16,-1 1 0 15,4 3-1-15,3-1-1 16,4-1 0-16,-1 1 0 15,3-2 0-15,0-2 0 0,3-1 0 16,4-4-1-16,1-4 1 16,2-3 0-16,2-1 0 15,3-8 0-15,-1-6 0 16,2-3 1-16,-2-2-1 16,2 0 1-16,-4 0-2 15,-2 1 2-15,-4 5-1 0,0 0 1 16,-6 3 1-16,1 5 14 15,-1 1 12-15,0 4-1 16,0 0-15-16,-1 5-10 16,-1 5 0-16,-2 3 0 15,2 2 3-15,1 3-1 0,1 1 0 16,2 0-4-16,7 0 1 16,4-1-1-16,3-3 0 15,3-5-1-15,4-4 1 16,4-4-23-16,0-2-27 15,4-5-23-15,-2-9-86 0,1-5-150 16</inkml:trace>
  <inkml:trace contextRef="#ctx0" brushRef="#br0" timeOffset="-70342.75">18426 6771 77 0,'-3'-3'46'0,"0"-2"7"0,1 3-6 0,1 2-16 16,1 0-3-16,0 0-18 16,0 4-9-16,6 6 3 0,2 1 9 15,6 4 9-15,0 0 0 16,4 1-6-16,3 2-8 15,1 2-5-15,2-2-3 16,0-1 1-16,-3-2-2 16,-4-2 1-16,-1-1-4 0,-4-4-43 15,-5-2-6-15,-4-3-28 16,-2-3-96-16</inkml:trace>
  <inkml:trace contextRef="#ctx0" brushRef="#br0" timeOffset="-69999.75">18611 6761 163 0,'0'0'7'15,"0"0"39"-15,0 0-4 16,0 0-10-16,1-28 8 16,-1 28 11-16,0 0-21 15,-8 9-23-15,-3 5 9 16,-3 6 7-16,-6 6-9 0,-4 4-9 15,-4 6-4-15,0 3-2 16,-3 2-2-16,2-3-83 16,1-5-106-16</inkml:trace>
  <inkml:trace contextRef="#ctx0" brushRef="#br0" timeOffset="-68538.21">18899 6845 119 0,'3'-4'46'0,"0"-3"3"0,-1 3-16 16,1 0-5-16,-1-2 4 16,-1 2 6-16,-1 0-3 15,1-2-12-15,-1 0-8 16,0 1-1-16,0-1-1 0,0 1-2 15,-1 0-1-15,-4 2 0 16,-4 1 0-16,-2 2-1 16,-4 0-1-16,0 7 1 15,-4 6-1-15,1 2 3 16,3 3-5-16,-1 0-3 0,4 1-1 16,2 2-2-16,3-2 0 15,4 0 1-15,1-1-2 16,2-3 2-16,0-2-1 15,5-3-1-15,4-7 1 16,3-3 0-16,3 0 0 0,0-8 0 16,1-5 0-16,1-5 1 15,-1-3-1-15,-2-1 0 16,0 0-1-16,-2 1 1 16,-5 1 0-16,-2 5 0 15,-2 4 1-15,1 2-1 0,-4 4 1 16,0 4 0-16,0 1 1 15,0 4-2-15,0 6 0 16,0 2 1-16,0 3 1 16,0 1-2-16,0 0 0 15,2 0 1-15,6 0-1 0,0 0 0 16,2-1-1-16,2-1-3 16,-2-2-35-16,3-4-26 15,-1-4-62-15,2-4 33 16</inkml:trace>
  <inkml:trace contextRef="#ctx0" brushRef="#br0" timeOffset="-68235.47">19189 6744 226 0,'0'0'44'0,"0"0"30"0,0 0-9 0,0 0-56 16,0 0-6-16,0 0 18 15,0 0 2-15,31 43-11 16,-17-24-5-16,2-1-5 0,-1 0-2 15,3 0 1-15,-2-3-1 16,-1 0-20-16,0-2-40 16,-4-5-42-16,1-4 19 15,-6-4-45-15</inkml:trace>
  <inkml:trace contextRef="#ctx0" brushRef="#br0" timeOffset="-67960.42">19374 6761 189 0,'0'0'27'16,"0"0"33"-16,0 0-10 16,0 0 7-16,0 0-25 15,-37-10-10-15,27 20-4 16,-1 4-1-16,-2 2-5 0,2 2-7 15,-1 2-3-15,-2 1-2 16,2-1 0-16,-1 2-1 16,2 1-24-16,-1-3-54 15,0-4-41-15,2-4-95 16</inkml:trace>
  <inkml:trace contextRef="#ctx0" brushRef="#br0" timeOffset="-67424.47">19658 6779 235 0,'0'0'26'15,"0"0"22"-15,0 0 6 16,0 0-23-16,0 0-2 16,-19-29-3-16,10 27-7 15,-1 2-4-15,-1 0-7 0,-1 0-4 16,0 7 0-16,0 1-3 16,0 4 2-16,1 0-2 15,-1 1 2-15,4 1-2 16,0-1 1-16,2-3-2 15,3 0 0-15,3 0 0 16,0-2 0-16,0-1 0 0,5-2-1 16,2-4 1-16,2-1-2 15,3 0 2-15,2-8-3 16,2-7 2-16,1-2 1 16,0-2-2-16,-3 0 4 15,-2 1-2-15,-4 2 0 0,-4 3 1 16,-2 4-1-16,-2 3 7 15,0 4 16-15,-2 2-3 16,-2 4-11-16,-3 7 0 16,2 4 10-16,0 2-2 0,4 2-7 15,1-1-4-15,0-1-3 16,12-2-3-16,7-5 0 16,9 0 1-16,7-7-2 15,8-3-37-15,6-5-61 16,0-14-137-16</inkml:trace>
  <inkml:trace contextRef="#ctx0" brushRef="#br0" timeOffset="-65855.9">20504 6687 183 0,'0'0'51'0,"0"0"-15"15,0 0-9-15,0 0 6 16,0 0 1-16,0 0-4 0,0 0-7 16,0 0-8-16,0 0-11 15,0 0-2-15,0 0 3 16,42-5 3-16,-20 3 5 16,6 1-2-16,3-1-2 15,5-1-3-15,-2 0-1 0,-1 2-4 16,-1 1 0-16,-2 0-1 15,-3 0 0-15,-5 0 0 16,-2 1 0-16,-4 1-2 16,-4 0-35-16,-3-2-38 15,-5 0-40-15,-4 0-79 0</inkml:trace>
  <inkml:trace contextRef="#ctx0" brushRef="#br0" timeOffset="-65503.95">20719 6561 174 0,'0'0'31'0,"0"0"12"15,0 0-13-15,0 0-4 16,0-27 7-16,0 27 13 0,0 0-18 16,0 4-25-16,0 6 0 15,-1 3 9-15,0 5 8 16,1 4-1-16,0 1-2 16,0 5-10-16,0 0-4 15,0 4-3-15,0-3 0 0,0-2 0 16,0-2-11-16,0-6-56 15,0-5-46-15,0-6-54 16</inkml:trace>
  <inkml:trace contextRef="#ctx0" brushRef="#br0" timeOffset="-62607.02">21382 6601 50 0,'0'0'21'0,"0"0"18"16,0 0-5-16,0 0-4 15,0 0 1-15,0 0 1 0,0 0-1 16,0 0-6-16,0 0-3 16,-10-30-2-16,9 29 5 15,1-3-2-15,0 0-9 16,0 0-3-16,0-1-2 0,3-3 1 15,3 1-2-15,2-3 1 16,3 2-2-16,0-2-2 16,1 2 1-16,0 1-3 15,1 4 1-15,0 3 0 16,-2 0-2-16,0 5 1 16,0 7-3-16,-2 2 2 15,-2 3-1-15,0 4 0 0,-2-1-1 16,-4 2 1-16,-1 1 0 15,0-2 0-15,0 1-1 16,0-4 0-16,-2-4 0 16,-2-3 0-16,3-5 0 15,-1-2 1-15,0-3-1 0,-1-1 1 16,-1 0 0-16,2-5 1 16,1-3 0-16,1-5 1 15,0-3-2-15,5-3 0 16,9-1 0-16,-1-2 0 15,5 3 0-15,0 2 7 0,1 3 6 16,-1 2 0-16,-1 5-6 16,-1 3-2-16,0 2-1 15,-2 2 1-15,-1 0-4 16,-2 3 0-16,0 2 2 16,-3 3-1-16,-1-1 0 0,0 3-1 15,-3 0-1-15,0 0 0 16,0 1-1-16,-1-1 0 15,-1 3 0-15,-1 0-1 16,1-1 0-16,-1 1-15 16,-1-3-37-16,0 0-21 15,1-5-57-15,2-5 15 0</inkml:trace>
  <inkml:trace contextRef="#ctx0" brushRef="#br0" timeOffset="-62343.86">22002 6575 211 0,'0'0'33'0,"0"0"8"0,0 0 6 0,0 0-2 16,0 0-15-16,0 0-16 15,35-20 1-15,-25 28 6 16,4 3-3-16,3 3-7 15,0 1-6-15,1 1-3 16,-1 3-2-16,0-1 0 0,0 0 0 16,-1-2-1-16,-2-2-22 15,-1-5-39-15,-1-2-43 16,-2-6-4-16</inkml:trace>
  <inkml:trace contextRef="#ctx0" brushRef="#br0" timeOffset="-62080.97">22254 6530 224 0,'0'0'7'0,"0"0"54"15,0 0-11-15,0 0-23 16,-34-12-17-16,21 22 1 15,-2 2 1-15,-2 3-2 0,-1 1-5 16,1 1-3-16,-3 3-2 16,1 1 0-16,1 2 0 15,-1-1-1-15,2 1-10 16,1 0-61-16,3-5-8 16,2-4-53-16</inkml:trace>
  <inkml:trace contextRef="#ctx0" brushRef="#br0" timeOffset="-61518.19">22719 6564 282 0,'0'0'13'0,"0"0"52"16,0 0-13-16,0 0-28 15,0 0-4-15,-26-28 0 16,11 28-1-16,1 0-5 16,-1 2-6-16,2 5-2 15,-1 1-3-15,2 2 0 0,3 1-3 16,2 0 0-16,1 0 0 15,4 2 1-15,2-3-1 16,0 0-1-16,8 0 1 16,0-4 0-16,2-2 0 0,3-4-1 15,1 0-1-15,0-3 1 16,1-6 0-16,2-2 1 16,-3-1 0-16,-3 1 0 15,-1 0 0-15,-2 2 1 16,-6 1 0-16,1 1 4 15,-3 4 5-15,0 0 8 0,0 3 0 16,0 0-11-16,-1 0-1 16,-1 4 0-16,1 4-1 15,1 0 0-15,0 3-2 16,1-1 0-16,6 3 0 0,4-1-1 16,5-1-2-16,5-3 2 15,5-1-2-15,6-4 0 16,3-1 0-16,5-2-5 15,3 0-30-15,2-5-27 16,-1-5-100-16</inkml:trace>
  <inkml:trace contextRef="#ctx0" brushRef="#br0" timeOffset="-60513.08">16210 6926 119 0,'0'0'130'0,"0"0"-80"0,0 0-5 0,0 0-2 16,0 0-18-16,0 0-17 16,0 0-1-16,31 0 3 15,-14-1 2-15,1-1-4 16,1-1-3-16,1 3-3 16,-1 0-1-16,0 0-1 0,-2 0 0 15,-4 0-3-15,-3 0-60 16,-6 5-57-16,-4-2-87 15</inkml:trace>
  <inkml:trace contextRef="#ctx0" brushRef="#br0" timeOffset="-60346.6">16178 7068 38 0,'0'0'186'16,"0"0"-144"-16,0 0-37 15,0 0 27-15,0 0 25 0,38 5-16 16,-12-5-13-16,8-2-15 16,4-4-9-16,3 0-2 15,-2 2-2-15,-6-3-16 16,-8-1-148-16</inkml:trace>
  <inkml:trace contextRef="#ctx0" brushRef="#br0" timeOffset="-59064">14796 6806 168 0,'0'0'10'0,"0"0"5"15,0 0-10-15,0 0 14 16,5 36 8-16,-2-19-3 0,0 1-2 16,-1 4-4-16,0 2-1 15,0 4-8-15,-1-2-6 16,-1-1-1-16,0-3-2 16,0-6 1-16,0-4-1 15,0-4 2-15,0-3 1 16,0-5-1-16,0 0 2 0,0-2 57 15,-1-8-54-15,1-4-5 16,0-5-2-16,0-5 2 16,3-3-2-16,8-1 0 15,2 2 1-15,0 2-1 16,3 5 0-16,-2 4 2 0,2 7 2 16,0 3 0-16,-2 5-1 15,1 0 1-15,0 6-2 16,-1 6 0-16,0 1 2 15,-1 3-3-15,-2 2-1 16,0 3 1-16,-2-1-1 16,-1 1 0-16,-2 2-1 0,-2 0 0 15,-2-1-17-15,-2-1-41 16,0-4-33-16,0-4-15 16</inkml:trace>
  <inkml:trace contextRef="#ctx0" brushRef="#br0" timeOffset="-58829.95">15205 6926 264 0,'0'0'15'0,"0"0"38"0,27-30-3 0,-15 28-16 15,2 2-11-15,0 0-10 16,3 4-3-16,1 5-4 15,-1 2-3-15,2 4-2 0,-1 0-1 16,-3 2 0-16,2-1-1 16,-3 0-3-16,0-4-56 15,-4-4-44-15,0-5-6 16</inkml:trace>
  <inkml:trace contextRef="#ctx0" brushRef="#br0" timeOffset="-58611.92">15465 6845 291 0,'0'0'2'0,"0"0"13"0,0 0 11 16,0 0-14-16,-32 4 1 16,25 9 2-16,1 3-2 15,-1 2-6-15,0 4-5 16,1 3-1-16,-1 1-1 15,-4 3-1-15,2 0-1 0,-2 0-18 16,0-5-64-16,1-6-36 16</inkml:trace>
  <inkml:trace contextRef="#ctx0" brushRef="#br0" timeOffset="-58130.84">15694 6867 261 0,'0'0'14'0,"0"0"41"15,0 0-13-15,0 0-14 16,-33-12 1-16,16 13-2 0,0 5-3 15,1 3-9-15,1 1-3 16,1 1-6-16,4 2-3 16,3 0-1-16,1-1-2 15,4 2 0-15,2 0 1 16,0-3-2-16,0 0 0 16,5-2 1-16,3-4-1 0,3-3 1 15,1-2-1-15,1-3 1 16,1-6-2-16,-1-4-1 15,-2 1-1-15,-4 3 2 16,0 0 2-16,-6 4 0 16,-1 2 2-16,0 3-2 0,-3 0 1 15,-2 2 2-15,2 4 4 16,-1 3 0-16,3 0 0 16,1 3-5-16,1 0 0 15,10-1-2-15,3-1 0 16,6 0 0-16,4-2 0 0,4-2-1 15,0-5-48-15,-1-1-120 16</inkml:trace>
  <inkml:trace contextRef="#ctx0" brushRef="#br0" timeOffset="-57563.11">15138 7496 149 0,'0'0'121'0,"2"-28"-114"0,-2 18 50 0,-2 7 8 0,0 3-29 15,0 5-27-15,2 8-5 16,-1 5 13-16,1 4 2 15,0 6-5-15,1 3-1 16,3 1-4-16,4 1-4 0,3 1-2 16,1-2-2-16,2-2-1 15,0-2 1-15,2-4-1 16,-2-5 0-16,4-6 1 16,-2-7-1-16,2-6 0 15,0 0 0-15,0-15 0 0,1-4 0 16,-1-5 1-16,-1-7 0 15,-3-4-1-15,-1-4 1 16,-3-4-2-16,-2 0 2 16,-2 2-1-16,-5 6-1 0,-1 7 0 15,0 6 1-15,-1 7-2 16,-3 7 0-16,3 3-25 16,1 0-38-16,0 2-97 15,0-5-112-15</inkml:trace>
  <inkml:trace contextRef="#ctx0" brushRef="#br0" timeOffset="-56927.76">17864 7381 221 0,'0'0'40'0,"0"0"23"0,0 0-10 0,0 0-46 16,0 0 2-16,0 0 15 0,4 37 1 15,-3-15-10-15,1 4-4 16,1 3-6-16,0 2-3 16,-1 5-2-16,-2-1 0 15,2-2 0-15,-2-5-1 16,0-2-2-16,0-8-34 0,-6-6-46 16,-2-7-14-16,-4-5-86 15</inkml:trace>
  <inkml:trace contextRef="#ctx0" brushRef="#br0" timeOffset="-56679.99">17641 7447 24 0,'0'0'275'0,"0"0"-271"15,-2-37 23-15,7 26 17 0,12 1-9 16,4 0-15-16,10 0-4 15,5-1 3-15,10-2-8 16,6-1-1-16,4-1-6 16,5 1-1-16,1-1-2 15,-2 2 1-15,-3 2-2 0,-6 3-2 16,-6 3 0-16,-7 0-50 16,-7 0-83-16,-8-3-100 15</inkml:trace>
  <inkml:trace contextRef="#ctx0" brushRef="#br0" timeOffset="-56015.25">19340 7215 276 0,'0'0'12'0,"0"0"45"0,0 0-17 16,0 0-39-16,0 0 3 16,4 45 3-16,-4-18 15 15,0 5-2-15,0 3-5 16,-2 0-5-16,-2 3-6 0,2-2-4 16,0-4 1-16,0-4-1 15,0-5 0-15,0-7-4 16,0-6-35-16,-1-3-49 15,-1-7-3-15,0-2-104 16</inkml:trace>
  <inkml:trace contextRef="#ctx0" brushRef="#br0" timeOffset="-55194.54">19318 7274 191 0,'0'0'15'16,"0"0"40"-16,0 0-18 15,0 0 2-15,0 0 6 16,0-29-14-16,0 27-11 15,0 1-5-15,0-1-5 0,0 1 0 16,0 0-5-16,-2 1-1 16,2 0-3-16,0-2 1 15,-1 1-1-15,0-2 0 16,1 1 0-16,0 0-1 16,0-1 1-16,0 0-1 15,0-2 0-15,0 0 1 0,1 0-1 16,4 0 0-16,1-1 0 15,2-1 1-15,4 0-1 16,3-1 0-16,4 1 0 16,5-1 0-16,2 2 1 15,3-1-1-15,2 4 0 0,-1 0 0 16,-3 3 0-16,-4 0 1 16,-3 3-1-16,-4 5 0 15,-6 4 0-15,-4 2 1 16,-6 3-2-16,0 1 1 15,-7 2 0-15,-8-2 0 0,-3 3 0 16,-4-1 0-16,-4 0-1 16,0-3 2-16,-2-4-2 15,4 0 1-15,1-5 0 16,6-3 0-16,4-3 0 16,6 1 0-16,3-3 1 0,4 0-1 15,4 0 0-15,9-1 0 16,7-3 0-16,4 0 0 15,6 2 0-15,5 0 0 16,-2 2 0-16,1 0 0 16,-2 5 0-16,-3 7 0 0,-6 1 1 15,-4 4-1-15,-8 2 0 16,-4 2 0-16,-7 1 0 16,-2 2 1-16,-14 0-1 15,-6-2 0-15,-4-1 2 16,-4-3-2-16,-5-1 0 15,-2-3 3-15,-3-2-3 0,0-4 0 16,3-3 0-16,3-3 0 16,3-2 0-16,5 0 0 15,8 0 0-15,2-3-30 16,3-9-75-16,5-5-104 16</inkml:trace>
  <inkml:trace contextRef="#ctx0" brushRef="#br0" timeOffset="-52781.22">22135 7078 39 0,'0'0'62'0,"0"0"92"15,0 0-111-15,0 0-30 0,0 0 40 16,0 0 6-16,9 43-15 16,-6-23-16-16,3 5-7 15,-2 2-8-15,2 4-5 16,-1 2-5-16,-1 1-2 16,1-1 0-16,-2-3-1 0,-1-5-1 15,-1-7 0-15,-1-3-27 16,0-7-24-16,0-6-55 15,0-2 2-15</inkml:trace>
  <inkml:trace contextRef="#ctx0" brushRef="#br0" timeOffset="-52503.27">22337 7057 282 0,'0'0'19'0,"0"0"73"16,0 0-55-16,0 0-33 15,0 0 29-15,6 33 3 16,-1-10-9-16,3 2-10 16,-3 4-3-16,3 2-11 0,1 3-1 15,-4 1-1-15,1-1 0 16,-1-1-1-16,0-5-3 15,-5-4-19-15,0-7-12 16,0-6-30-16,-6-5-49 16,-3-6-37-16</inkml:trace>
  <inkml:trace contextRef="#ctx0" brushRef="#br0" timeOffset="-52276.73">22123 7326 308 0,'0'0'90'0,"0"0"-8"16,0 0-45-16,31-33-17 0,-4 23-5 16,6 1-9-16,7-2-3 15,0 1-3-15,0-1-2 16,-3-7-84-16,-3-8-300 15</inkml:trace>
  <inkml:trace contextRef="#ctx0" brushRef="#br0" timeOffset="-51214.51">20934 7401 225 0,'0'0'6'0,"0"0"37"0,0 0-5 16,0 0-2-16,0 0 12 16,0 0-9-16,0 0-7 15,0 0-14-15,0 0-14 0,24-15 0 16,5 11 3-16,4-1 0 15,4 0-4-15,0 1-2 16,-1-2 0-16,-3 2-1 16,-5 0 1-16,-5 2-8 15,-6-1-34-15,-4-2-34 16,-8-2-39-16,-3-2-71 0</inkml:trace>
  <inkml:trace contextRef="#ctx0" brushRef="#br0" timeOffset="-51016.27">21109 7230 241 0,'0'0'24'15,"0"0"58"-15,0 0-12 16,0 0-29-16,0 0-31 16,0 0 17-16,-10 30 11 15,18-3-10-15,-1 7-16 0,0 4-6 16,2 6-5-16,-2 3 0 15,0 1-2-15,-2-5-44 16,-1-8-126-16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23:20.2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14735 1639 115 0,'0'0'36'0,"0"0"-11"0,0 0-3 16,0 0-7-16,0 0-1 15,0 0-1-15,0 0 3 16,0 0 2-16,0 0-4 15,0 0 0-15,0 0 0 0,-4-20-4 16,7 16-4-16,6 0-2 16,3-4-1-16,2 2 2 15,3-1-3-15,2 0 1 16,0 2-1-16,2 2 1 16,-3 3-2-16,-1 0 0 0,-2 4 0 15,-3 7 1-15,-1 4-1 16,-4 4 2-16,-4 3 0 15,0 3-1-15,-3 3 1 16,0 2 0-16,-2 1-1 16,-5 1-3-16,0 2 2 0,0-1 1 15,-1 3-2-15,1 1-1 16,0-1 2-16,0 1-1 16,3-1 1-16,0-1 0 15,3-1 1-15,1-1 0 16,0-1 0-16,1-3 1 0,6-4-1 15,1-5-1-15,-1-2 0 16,3-3 0-16,2-6 1 16,-2-1-2-16,3-3 2 15,-2-4 1-15,3-1 2 16,0 0-3-16,0-5 2 0,-2-4 3 16,2-1 3-16,-4-1-2 15,-2 3-2-15,-1 0 0 16,-4 3 0-16,-1 2 7 15,0 2 5-15,-2 1-3 16,0 0-10-16,0 7-8 0,0 3 1 16,0 5 2-16,-1 5-1 15,-1 4-1-15,1 6 2 16,1 4-2-16,0 5 2 16,0 5 0-16,0 1 0 15,0 3 0-15,-2-2 0 0,1-1 0 16,0-4-1-16,-4 1 2 15,0-4-1-15,-2-4 1 16,-2-2 0-16,-2-4 4 16,1-5 2-16,-2-2 0 15,0-4 1-15,-1-4-3 16,-2-2-1-16,1-4-1 0,-4-2-1 16,3-3 0-16,-2-1-1 15,1-1-1-15,1 0-18 16,-1-1-44-16,1-6-125 15</inkml:trace>
  <inkml:trace contextRef="#ctx0" brushRef="#br0" timeOffset="8418.03">12133 3367 33 0,'-1'0'7'0,"1"0"-2"15,0 0-4-15,0 0-1 16,-1 0 1-16,1 0 0 0,-2 0 2 15,2-1 15-15,-1-1 3 16,-3 0 11-16,3 0-9 16,0-1 2-16,0 2-21 15,-1-1-2-15,2 2-1 16,0 0-1-16,0 0-1 0,0 0-4 16,3 0 6-16,4-2-1 15,2 1 0-15,4-2 0 16,2-1 1-16,5 0-1 15,5 0 2-15,1-1 1 16,4 2 6-16,2-1 2 0,-2 2-3 16,1 0 8-16,-2 1-3 15,-4-2-6-15,0 3 0 16,-5-2-3-16,-3 0-1 16,-2 1 0-16,-5 1 0 15,-1 0-1-15,-5 0-2 16,-1 0 0-16,0 0 1 0,-2 0 0 15,1 0-1-15,-2 0 0 16,0 0-2-16,0 0-33 16,0 2-37-16,-6-2-85 15</inkml:trace>
  <inkml:trace contextRef="#ctx0" brushRef="#br0" timeOffset="8996.51">12138 3408 199 0,'0'0'3'0,"0"0"-3"0,0 0-1 0,0 0 0 16,0 0-3-16,0 0 3 15,0 0-2-15,0 0 2 16,0 0 0-16,0 0 1 0,0 0-1 16,-10 7-3-16,16-7 6 15,4 0-4-15,5 0 0 16,5 0 4-16,4 0 6 15,1 0 5-15,6 0 0 16,0-2 3-16,-1-1-2 0,-1 0-9 16,-1 0-2-1,-5-1-2-15,-2 1 2 0,-1-1-2 16,-6 0 1-16,0 0-2 16,0 0 1-16,-4 0 0 15,1 2 0-15,-1 0 0 16,0 1-1-16,1 1-3 0,-5 0-33 15,-2 0-68-15</inkml:trace>
  <inkml:trace contextRef="#ctx0" brushRef="#br0" timeOffset="9862.49">12328 3466 41 0,'0'0'31'0,"0"0"-14"0,0 0 18 16,0 0-12-16,7-30-13 15,-5 27-7-15,-2 1 2 16,1 1 1-16,-1 0 5 0,0 1 5 16,0 0-5-16,0 0-10 15,1 0-1-15,1 3 0 16,1 3 3-16,1 1-1 15,2 1 0-15,2 2 2 0,2 0-2 16,1 3 1-16,2-3-2 16,0 2 3-16,1-1 1 15,2 0 0-15,0-1-1 16,1-1 3-16,2-2 2 16,1 1-3-16,2-2 1 0,0-1-2 15,3-2-1-15,2-1 1 16,3-1 1-16,0-1-2 15,0 0 0-15,4 0-3 16,-2-2 2-16,3-3-1 16,0 0-1-16,-1 1 0 15,1-1 1-15,-3 1-1 0,-1 0 2 16,0 1 0-16,-5 1-1 16,1 2 0-16,-4 0 2 15,0 0 1-15,-1 0-1 16,-4 4-3-16,1 4 0 15,-1 1-1-15,-4 3 0 0,0 0 0 16,0 3-1-16,-4-2 1 16,0 2 0-16,-3-2 0 15,-1 0 0-15,-1 0 1 16,-2-3-1-16,1 0 1 16,-3-3-2-16,0 2 2 0,-1-3 0 15,0 2 0-15,0-2 2 16,0 1 0-16,0 1-1 15,0 0 0-15,0 2-1 16,-2-1 0-16,2 1-1 16,-2-1 1-16,2 0-1 0,-2-1 0 15,2-1 0-15,0-1-1 16,0-1-1-16,0 0-2 16,0-3-25-16,0-1-17 15,-3-1-5-15,-2 0-64 16</inkml:trace>
  <inkml:trace contextRef="#ctx0" brushRef="#br0" timeOffset="10308.03">13046 3843 186 0,'0'0'2'0,"0"0"-1"0,0 0-2 0,0 0 2 16,0 0-1-16,0 0 7 15,0 0 26-15,0 0 0 16,0 0-4-16,0 0-10 0,0 0-12 15,0 0-11-15,7-20 3 16,-2 24 1-16,1 1 1 16,2 1-2-16,2 0 1 15,0-1 1-15,1-1-2 16,3-1 2-16,2-3 2 0,1 0 8 16,1-3 19-16,1-5-10 15,1-2-5-15,-1-2 8 16,-1-1-7-16,-1-2-9 15,0 0-1-15,-1-2-3 16,-1 2-2-16,-1-1 0 0,1 3-1 16,-3 3-8-16,-1 2-27 15,-3 4-35-15,-4 3-9 16,-3 1-57-16</inkml:trace>
  <inkml:trace contextRef="#ctx0" brushRef="#br0" timeOffset="11139.72">12728 3841 51 0,'0'0'11'0,"0"0"9"0,0 0 1 16,0 0-1-16,0 0-1 16,0 0 7-16,0 0-7 15,0 0-4-15,0 0-4 0,0 0-7 16,-4-18 0-16,14 16 1 16,5-4 5-16,4 2 4 15,4-1 1-15,6-1-2 16,3 1-1-16,2 0-5 15,2 3-7-15,0 1 2 0,2 1 0 16,-2 0-2-16,3 0 2 16,1 0 1-16,2 3 3 15,-2 1 0-15,1 0 0 16,-1-2 0-16,0 1 1 0,-2-2 4 16,2 0 4-1,0-1-7-15,0 0-2 0,-2 0-3 16,-1 0 0-16,-1 0 0 15,-5 0 0-15,0 0-1 16,-4 0 1-16,2 0-1 16,-2 1 1-16,-1 0-2 15,0 0 0-15,-3 1-1 0,-1 1 1 16,-1-1 0-16,-2-2-2 16,-1 0 2-16,-1 0-1 15,-1 0 1-15,-1 0 1 16,-1 0-2-16,-4 0 0 0,0 0 1 15,-3 0-1-15,-3 0 0 16,-1 0 0-16,0 0 0 16,-2 0 0-16,-1 0 1 15,1 0-1-15,0 0 1 16,0 0-1-16,-1 0-1 16,2 0 2-16,0 0-2 0,1 2 2 15,2-1-1-15,0 1 0 16,2-1 0-16,4-1-6 15,-4 0-50-15,0-3-43 16</inkml:trace>
  <inkml:trace contextRef="#ctx0" brushRef="#br0" timeOffset="12307.57">12729 3823 213 0,'0'0'5'0,"0"0"0"0,0 0 3 0,0 0 6 15,-38-26-7-15,28 22-5 16,-2 1-1-16,-5 3-1 15,0-2 0-15,-4 1 1 16,-4-1-1-16,-2 2 0 0,-4 0 1 16,0 0 0-16,-4 0 0 15,-2 3 1-15,-1 4 1 16,0 2 7-16,4 2 1 16,2 3-4-16,2 3-2 15,5 5-5-15,5 2 1 0,3 4-1 16,2 5 0-16,4 4 0 15,2 6-1-15,2 4 1 16,4 5 0-16,2 3 0 16,1-1 0-16,1 2-2 15,9-3 2-15,5-4 2 0,7-4-1 16,6-4 6-16,5-1 1 16,7-7 1-16,4-3 3 15,2-4-2-15,5-3-3 16,1-3 2-16,-1-3-1 15,3-4 0-15,-1-2 3 0,2-4 5 16,3-1-1-16,-1-2-4 16,2-3-1-16,2-1 2 15,1 0-1-15,3 0-4 16,0-4-2-16,-3-3-1 16,1-1 3-16,1-1-4 0,-1-2-1 15,-2 1 1-15,-2 0 1 16,-2 0-1-16,-2 2 1 15,-6-2-1-15,-2 3-2 16,-5-2 0-16,-4-1 0 16,-2-2 2-16,-4 1 3 0,-2-3 7 15,-2-1-3-15,-3-3 1 16,0 0-1-16,-2 0-4 16,-2-4-2-16,0 1-1 15,-2-2-1-15,-4-1 0 16,2 0-1-16,-6 0 0 0,2 0 0 15,-3 1 0-15,-2-2 1 16,-1 2 0-16,-3 0 0 16,2 1 3-16,-3-1 0 15,-1 2-3-15,1 1 0 16,0 0 0-16,-1 1-1 0,-1 0-1 16,2 0 1-16,-2 0 0 15,-1 0-1-15,0-2 1 16,0 0 0-16,-1-4 0 15,-5-1-1-15,-2-1 1 16,-2-3 0-16,-6 3 0 16,-2 0-1-16,-6 4 0 0,-4 5-5 15,-7 6-36-15,-3 3-45 16,-3 0-104-16</inkml:trace>
  <inkml:trace contextRef="#ctx0" brushRef="#br0" timeOffset="21701.08">14551 9612 90 0,'-4'0'49'0,"-2"0"-46"16,-1 0 0-16,1-2-1 15,1 1 0-15,-1 0 9 16,-1-1 4-16,1 0-8 0,-2 0-1 16,0 0 2-16,1-1 0 15,-2 1 3-15,1 1 1 16,-2-1-2-16,0 2-4 15,-2 0-1-15,-1 0-3 16,-2 6-1-16,-2 1 0 0,0 2 0 16,-3 1 2-16,0 1-1 15,0 2 5-15,-2 1 3 16,2 2-2-16,0 3-1 16,-1 3-3-16,2 6-1 15,1 4-1-15,4 6 0 0,-1 5 1 16,2 3 0-16,6 2 1 15,0 1 1-15,4 3-1 16,3-3-1-16,0 1-1 16,5-3-1-16,6-3 3 15,3-1-4-15,3-5 0 16,1-4 0-16,5-2 1 0,3-6-1 16,-1-5 0-16,4-6 2 15,0-8-1-15,1-7 3 16,1 0 24-16,-1-15 2 15,-1-7-9-15,2-5 1 0,-1-5-7 16,0-1-6-16,-1-3 0 16,-1-5-1-16,-4-1-4 15,-3-4-3-15,-1 0 0 16,-6-5 1-16,-5-1-2 16,-3-1 0-16,-6 0 3 0,0 1 1 15,-7 2 5-15,-5 4 2 16,-2 3-5-16,-6 5-3 15,-6 5-1-15,0 6 1 16,-6 6-3-16,-2 9-1 16,-1 7-3-16,-1 5-20 15,1 12-34-15,2 1-62 0,3-1-63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24:25.7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16420 10482 38 0,'0'0'8'0,"0"0"0"0,0 0-5 15,0 0 9-15,0 0 28 16,-28 6-30-16,22-5 0 16,0 0 3-16,1 1-4 15,2 0 0-15,1 0 1 16,-2 1 2-16,3-1-2 0,0-1 0 16,1 3-3-16,0-1-3 15,0 0-1-15,8 0 0 16,2-1 4-16,5-1-2 15,7-1 1-15,5 0 0 16,5 0-1-16,4-4-3 0,3-1-1 16,1 0 0-16,-2 0-1 15,-3 2 1-15,-1 0-1 16,-4 0 0-16,-3 1 1 16,0 0-1-16,-3 0 0 15,-1-1 0-15,-3-1 1 0,-1 1-1 16,-1 1 0-16,-4-1 1 15,-1 1-2-15,-1 1 2 16,-4-1-1-16,1 2 1 16,-2-1 1-16,-2 1 1 15,-1-2-1-15,-1 2-2 16,-1 0 1-16,-2 0-1 0,1 0 2 16,-1 0-1-16,0 0 1 15,0 0 0-15,0 0 0 16,0 0 1-16,0 0-2 15,0 0 0-15,0 0 0 16,0 0 1-16,0 0 1 0,0 0 1 16,0 2-2-16,-1-1 0 15,0 2-1-15,-1-2 2 16,0 0-3-16,0 1 0 16,1 1 1-16,-1-1-1 0,-1 1 0 15,2-1 1-15,-2 1-1 16,-1 2 0-16,2 0 0 15,-2-1-2-15,0-2-57 16,-2-2-159-16</inkml:trace>
  <inkml:trace contextRef="#ctx0" brushRef="#br0" timeOffset="28161.1">15751 10819 199 0,'0'0'27'0,"0"0"5"0,0 0 21 0,0 0-3 15,0 0-8-15,-21-28-10 16,21 25-9-16,0 1-11 15,1 2-8-15,5 0-2 16,2 0-1-16,2 5 2 0,2 2-1 16,4 3 0-16,3 1 3 15,3 2 4-15,1 2 2 16,5 0-5-16,3 3-2 16,0 2-1-16,1 0-1 15,0 1-2-15,-3 0 1 0,-4-2-1 16,-2 0 0-16,-4-5 0 15,-4-1 0-15,-3-3-1 16,-4-4-2-16,-3-2-21 16,-2-2-20-16,-2-2-33 15,-1 0 13-15,-4-8-57 0</inkml:trace>
  <inkml:trace contextRef="#ctx0" brushRef="#br0" timeOffset="28530.75">15993 10732 174 0,'0'0'12'0,"0"0"43"0,0 0-24 16,0 0-11-16,-30-7-5 0,22 15 4 15,-3 2 3-15,1 2 6 16,-1 4-7-16,-2 4-4 16,0 4-2-16,-2 5-2 15,1 2 1-15,-2 4-6 16,-1 3-3-16,1 0-4 0,-1 0-1 15,1-3 0-15,0-3 0 16,2-4-1-16,2-5-1 16,3-4-31-16,4-7-54 15,2-6-35-15</inkml:trace>
  <inkml:trace contextRef="#ctx0" brushRef="#br0" timeOffset="29328.97">16354 10776 248 0,'0'0'30'0,"0"0"71"0,0 0-29 16,0 0-28-16,0 0-20 0,0 0-13 16,0 0-4-16,0 0 7 15,0 0-2-15,-19 39-5 16,20-18-4-16,5 0-3 16,2 1 1-16,-1-2 0 15,1-2-2-15,1-3 1 0,0-6 0 16,0-5-1-16,1-4 1 15,0 0 0-15,2-9 1 16,-1-5-1-16,-1 0 1 16,-1 0-1-16,-2 3 0 15,-3 2 1-15,-3 3-1 16,-1 2 1-16,0 2 0 0,0 2 0 16,0 0 0-16,0 0-2 15,0 6 1-15,2 1 0 16,2 1 1-16,2 1-1 15,2-2 0-15,0 1 0 16,4 0 0-16,2-3 1 0,0 0-1 16,3-2-1-16,1-2 2 15,1-1-1-15,-4 0 0 16,2-5 0-16,-5-2 0 16,-1-4 0-16,-3-1 1 0,-4 0 0 15,-4-2-1 1,0-1 1-16,-3 1 0 0,-7 1-1 15,-2 0 1-15,-6 1-2 16,-1 2 0-16,-2 0 1 16,0 2 0-16,1 1-3 15,2 1-9-15,3 0-2 0,3 2-2 16,5 1-5-16,3 0-14 16,4 1-15-16,0-1-51 15,7 0-13-15</inkml:trace>
  <inkml:trace contextRef="#ctx0" brushRef="#br0" timeOffset="29654.92">16762 10619 311 0,'0'0'63'0,"0"0"15"0,0 0-30 0,0 0-26 0,0 0-10 16,0 0 20-16,0 0-3 16,-8 44-6-16,6-17-6 0,-1 3-8 15,3 1-3-15,0 1-3 16,0-2-2-16,3-2-1 16,3-5 0-16,4-2 0 15,-2-6-1-15,4-1 1 16,-1-5-1-16,1-3-1 0,3-5-12 15,0-1-10-15,2-3-19 16,-3-7-4-16,2-2-21 16,-2-4-39-16,-4-1-1 15,-2 2-119-15</inkml:trace>
  <inkml:trace contextRef="#ctx0" brushRef="#br0" timeOffset="29883.68">16727 10836 224 0,'0'0'21'15,"0"0"47"-15,0 0-4 16,0 0-11-16,0 0-28 16,0 0 2-16,33-32-11 15,-13 22-7-15,4 1-8 16,-1 0 0-16,0 2-2 0,-1 1-53 15,-4-2-75-15,-2 1-77 16</inkml:trace>
  <inkml:trace contextRef="#ctx0" brushRef="#br0" timeOffset="30098.97">17004 10842 423 0,'0'0'63'0,"0"0"-27"15,0 0-26-15,0 0-9 16,0 0 1-16,0 0-2 16,0 0 0-16,28-8-6 15,-24 8-75-15,-3-2-124 0</inkml:trace>
  <inkml:trace contextRef="#ctx0" brushRef="#br0" timeOffset="32428.9">17258 10722 193 0,'2'-2'24'0,"-1"2"3"0,2 0-18 15,1 5 16-15,-1 5 1 16,1 1 4-16,2 3 5 0,-2 2-14 15,1 3-7-15,-2 0-2 16,3 1-2-16,-3 1-5 16,-1-2-3-16,0 0 0 15,1-2-1-15,0-4 0 16,-3-3 0-16,1-2 0 16,-1-4 1-16,0-2 0 0,0-2 2 15,0 0 23-15,0-2 10 16,0-3-31-16,0-6-4 15,0-1 1-15,0-2 0 16,0-3 1-16,6 0-1 16,1 1 0-16,1 1 1 0,2 1-1 15,1 3 2-15,-1 2-1 16,0 2 0-16,3 3 0 16,-1 2-2-16,3 2-1 15,0 0-1-15,-1 3 1 16,-2 4-1-16,0 3 0 0,-1 0 1 15,-2 1-1-15,-1 2 0 16,-2-1 0-16,0 1 0 16,-1 0 0-16,-1-1 0 15,-3-1 0-15,-1-2 0 16,0-1 0-16,0-3 0 0,0-3 0 16,0 0 0-16,0-2 1 15,-3 0 0-15,-2-7-1 16,3-3 1-16,0-3-1 15,1 0 0-15,1-4 1 16,0 2-1-16,5-1 4 0,3 2 9 16,1 1-2-16,-2 0-4 15,2 5-2-15,0 1-2 16,0 4-1-16,2 1-1 16,-2 2 0-16,1 0-1 15,0 5 0-15,-2 3 0 16,-1 2 1-16,0 3-1 0,0 2 0 15,-1 0 0-15,0 0 0 16,0 0 0-16,-1 2-3 16,0-1-34-16,0 0-11 15,0-2-33-15,0-3-48 0,1-4 2 16</inkml:trace>
  <inkml:trace contextRef="#ctx0" brushRef="#br0" timeOffset="32975.75">17905 10863 252 0,'0'0'16'0,"0"0"55"0,0 0-9 0,0 0-25 0,0 0-2 0,-37-28-5 16,26 27-5-16,-1-1-9 15,2 2-7-15,-2 0-1 16,4 0-3-16,0 0-2 16,1 4 0-16,3 4-2 15,-1 0-1-15,3 1 1 0,-1 2-1 16,3 0 0-16,0 0 0 16,0 0 0-16,0 1 0 15,3-1 0-15,3-1-1 16,2-3 1-16,1 1 0 15,1-5-1-15,3-2-2 0,0-1-1 16,1-4 0-16,1-6-4 16,-1-3 4-16,-1 0 3 15,-3-2 2-15,-4 3-1 16,-5 2 1-16,-1 2 0 16,0 3 3-16,-2 2 2 15,-4 1-1-15,2 2 0 0,-2 0-1 16,2 3-3-16,4 4 0 15,-2 1 1-15,2 3-1 16,0 1-1-16,2 0 0 16,8 0 0-16,-2-1 0 0,4 1 0 15,0-2 0-15,1-2-1 16,2-1-19-16,-1-1-18 16,-1-4-20-16,2-2-42 15,-3-2-9-15,-4-11-86 16</inkml:trace>
  <inkml:trace contextRef="#ctx0" brushRef="#br0" timeOffset="33675.94">18045 10700 247 0,'0'0'12'0,"0"0"35"0,0 0 2 15,0 0 5-15,0 0-18 16,0 0-26-16,0 0 4 0,0 0 14 16,0 0-1-16,-4 42-6 15,8-17-5-15,-1 3-5 16,2 0-5-16,0 0-2 16,0-2-1-16,0-1-1 15,0-3-2-15,-1-3 0 16,-1-4 1-16,0-4-1 0,-1-4 0 15,-2-5 0-15,1-2 1 16,2-1 1-16,-2-8-1 16,4-4 1-16,0-2-2 15,3-1 1-15,2 0-1 16,2 1 0-16,3 3 0 0,-1 2 1 16,1 3-1-16,0 4 0 15,-2 1-1-15,-2 2 1 16,0 1 1-16,-1 7-1 15,-2 1 0-15,1 3 0 16,-5 1 1-16,2 0-1 0,-4 1 0 16,0 0 0-16,-2-2 0 15,1-1 0-15,-1 0-1 16,0-4-3-16,0 0-4 16,0-4 2-16,0-3 3 15,0 0 3-15,0-2 0 0,0-7 0 16,0-3 0-16,1 1 0 15,6-4 0-15,3 2 1 16,2-1-1-16,2 1 0 16,-1 2 2-16,-1 4 5 15,0 2 3-15,-1 3-5 16,-3 2-3-16,1 0-1 0,-1 5-1 16,-2 1 0-16,0 3 1 15,-2 0-1-15,2 2 0 16,-5 1 0-16,2-1 0 15,-2 3 0-15,-1-1-9 16,0 0-21-16,0-1-23 0,0-1-29 16,-4-3-57-16,1-3-64 15</inkml:trace>
  <inkml:trace contextRef="#ctx0" brushRef="#br0" timeOffset="33861.11">18397 10732 299 0,'0'0'3'0,"0"0"22"0,-4-29-3 16,4 26-17-16,0 3-4 15,0 0-1-15,3 2-8 16,0 5-55-16,3-1-85 15</inkml:trace>
  <inkml:trace contextRef="#ctx0" brushRef="#br0" timeOffset="34127.74">18460 11032 270 0,'0'0'128'0,"0"0"-69"16,0 0-17-16,28-33-25 0,-13 23-7 15,2-1 2-15,4-3-2 16,4 0-4-16,1 0-2 16,0 0-3-16,-3 0-1 15,-1 1 0-15,-7 2-7 16,-4 1-33-16,-6 0-58 0,-5 0-74 15</inkml:trace>
  <inkml:trace contextRef="#ctx0" brushRef="#br0" timeOffset="34330.57">18526 10818 228 0,'0'0'87'0,"0"0"-36"16,0 0 31-16,0 0-40 15,0 0-20-15,0 0 19 16,-2 34 0-16,17-9-11 16,0 6-14-16,3 4-12 0,1 3-2 15,0 0-1-15,-6-4-13 16,0-9-81-16,-3-9-148 16</inkml:trace>
  <inkml:trace contextRef="#ctx0" brushRef="#br0" timeOffset="107798.2">17097 9108 157 0,'-3'-5'64'0,"-2"0"-59"15,1 2 14-15,3 3 12 16,1 0-19-16,1 5-11 0,9 6 11 16,5 3 18-16,5 0 2 15,5 4-15-15,0-1-4 16,5 3-5-16,0 1-3 15,0-2-4-15,-1 1 0 16,-4-1 0-16,-1-4-1 0,-5 0 0 16,-4-3-17-16,-3-1-21 15,-6-4-14-15,-3-4-1 16,-3-3-43-16</inkml:trace>
  <inkml:trace contextRef="#ctx0" brushRef="#br0" timeOffset="108104.04">17343 9070 308 0,'0'0'3'15,"0"0"17"-15,0 0-6 16,0 0-12-16,0 0 15 15,0 0 19-15,-14 37-10 16,4-16-13-16,-3 5-6 0,-1 2-4 16,1 4-2-16,-4 1 0 15,2 3 0-15,-2-1-1 16,1 1 0-16,1-2-5 16,1-1-40-16,-1-2-32 0,2-6-12 15,2-6-130-15</inkml:trace>
  <inkml:trace contextRef="#ctx0" brushRef="#br0" timeOffset="111426.74">17602 9060 190 0,'2'-10'12'0,"-1"0"13"0,-1 2 1 0,0 2-2 16,0 1 1-16,0 0 11 16,-5 2 8-16,-1 2-12 15,-3 1-17-15,-1 0-10 16,-1 2-2-16,0 6 1 16,0 2 0-16,3 0-1 0,2 3-2 15,1-1 0-15,5 1 0 16,0-3-2-16,2 2 1 15,7-2 0-15,5-1 1 16,1 1 1-16,3-3-2 16,2 3 1-16,-1 0-1 0,-2 0 0 15,-1 1 1-15,-4 2-1 16,-5 1-1-16,-5-1 2 16,-2 1-1-16,-1 0 3 15,-7-1 4-15,-5 2 1 16,0-2 0-16,-6 2-4 15,2-2-1-15,-2-1-2 0,2 1 0 16,0-4 0-16,4 0-1 16,3-4 0-16,2 0-2 15,4-3-33-15,4-2-29 16,0 0-28-16,0-9-30 0</inkml:trace>
  <inkml:trace contextRef="#ctx0" brushRef="#br0" timeOffset="111733.66">17755 9155 326 0,'0'0'20'0,"0"0"54"0,-27-2-43 0,19 4-11 16,2 6-1-16,3 3-1 15,2 1-8-15,1 1-5 16,0 0-4-16,3 2 0 0,5 0 0 16,1 0-1-16,2-2 0 15,1-4-9-15,1-2-36 16,0-5-46-16,0-2-21 15,0-6-46-15</inkml:trace>
  <inkml:trace contextRef="#ctx0" brushRef="#br0" timeOffset="112307.93">17847 9191 279 0,'0'0'55'0,"0"0"-24"15,0 0-20-15,0 0 29 0,0 0-9 16,-10 31-7-16,10-21-9 15,4-2-8-15,2 2-3 16,-1-2-3-16,1 1-1 16,1-3 1-16,0-1 0 15,1-4 0-15,1-1-1 0,-1-2-2 16,-1-8-2-16,0-4-3 16,1-2-3-16,-4 0-2 15,-1-1-3-15,-3 2 6 16,0 2 3-16,-3 2 6 15,-6 3-1-15,-1 1 1 0,0 3 0 16,0 0 1-16,3 3-2 16,0 1 1-16,4 0-1 15,-1 0 0-15,3 0 0 16,1 0-1-16,0 0 1 0,0 0-2 16,6 0 2-16,1 0 2 15,2 0 0-15,4 1 3 16,0 2 7-16,1 1 2 15,3 1-3-15,1 2-1 16,0-2 0-16,-2 3-3 16,1-1-2-16,-4-2-2 15,-3 1-2-15,-4-2 1 0,-1-1 0 16,-4-3-1-16,-1 0 0 16,0 0 3-16,0 0 9 15,-2-7-10-15,-4-6-2 16,2 0 1-16,1-4-1 0,2-1 0 15,1-2-1-15,2 2-2 16,7 2-12-16,0 3-21 16,2 4-18-16,0 4-25 15,-3 5-6-15,1 0-50 16</inkml:trace>
  <inkml:trace contextRef="#ctx0" brushRef="#br0" timeOffset="112635.87">18135 9151 79 0,'0'0'60'0,"0"0"-17"0,0 0 13 0,0 0 11 16,0 0 9-16,28-17-25 15,-16 1-14-15,2-3-11 16,0-4-7-16,3-1-8 16,-3-1-3-16,1 1-5 15,-5 2-1-15,-3 5-1 16,-4 5 0-16,-3 3 1 0,-4 6 1 15,-7 3 2-15,-2 0-3 16,-2 11-1-16,0 5-1 16,3 5 3-16,3 2 2 15,6 1-5-15,3-4 1 16,0-1-1-16,10-3-1 0,6-6 2 16,5-3-1-16,6-4-1 15,3-1 2-15,2-2-1 16,-1 0-22-16,0 0-26 15,-6 0-59-15,-1 0-59 0</inkml:trace>
  <inkml:trace contextRef="#ctx0" brushRef="#br0" timeOffset="112935.66">18199 9581 390 0,'0'0'12'0,"0"0"35"0,0 0-33 15,44-43 5-15,-11 15 14 16,9-8-9-16,9-8-9 15,10-7-3-15,6-4-7 0,5-3-2 16,3-1-2-16,-3 3-1 16,-4 8 1-16,-11 7-2 15,-9 8-11-15,-10 7-30 16,-12 8-34-16,-11 7-66 16,-9 3 7-16</inkml:trace>
  <inkml:trace contextRef="#ctx0" brushRef="#br0" timeOffset="113169.61">18799 9019 338 0,'0'0'37'15,"0"0"-1"-15,42-25-6 16,-15 18 6-16,1 2 3 16,2 4-14-16,-2 1-10 15,-4 3-8-15,-3 8-5 16,-6 3-1-16,-3 4-1 15,-4 1 1-15,-7 0-1 0,-1 1 0 16,0-2-3-16,-8 0-22 16,1-4-15-16,-1-1-25 15,-4-6-37-15,1-3 7 16,0-4-142-16</inkml:trace>
  <inkml:trace contextRef="#ctx0" brushRef="#br0" timeOffset="113433.66">19243 8558 415 0,'0'0'74'0,"32"-18"-72"16,-15 16 3-16,3 2 0 15,2 10 3-15,4 3-3 16,2 3 2-16,0 1 1 0,2 1-4 15,-4 2-3-15,0-3 0 16,-2-2-1-16,-4-2-12 16,-1-3-27-16,-3-6-31 15,-3-4-46-15,-3-4 11 0</inkml:trace>
  <inkml:trace contextRef="#ctx0" brushRef="#br0" timeOffset="113612.6">19578 8472 415 0,'0'0'3'0,"-28"0"13"16,14 10 17-16,1 8-12 15,-1 5 2-15,3 4-5 16,-4 3-6-16,3 2-6 16,-1 3-5-16,2 5-1 15,-2 1 0-15,3 2 0 0,-1-3-36 16,2-5-46-16,1-9-63 15,1-9-74-15</inkml:trace>
  <inkml:trace contextRef="#ctx0" brushRef="#br0" timeOffset="114204.08">19821 8365 493 0,'0'0'8'0,"0"0"14"15,0 0-7-15,0 0-11 16,1 34 1-16,-1-7 3 16,0 1 6-16,1 4-3 0,4 2-6 15,-3 1-2-15,2 3-3 16,0 0 1-16,-1-2-2 15,1-5 1-15,2-7-4 16,4-11-14-16,1-8-9 16,7-5 6-16,-1-7 11 0,1-8 3 15,-1-2 4-15,-3 1 2 16,-4 4 1-16,-4 3 1 16,-3 3 1-16,-2 4 11 15,-1 2 0-15,0 0-8 16,0 6-4-16,0 5 8 15,0 1 1-15,-1 2 1 0,1 2-3 16,0-3-2-16,0-1-3 16,1-1 0-16,5-1-2 15,2-3 0-15,1-2-1 16,3-4 1-16,0-1-1 0,1-3 0 16,-1-8 0-16,2-3 0 15,-1-4-1-15,-4-1 0 16,-3 0-2-16,-2 2-1 15,-4 1 0-15,0 2 3 16,-8 4-1-16,-8 1-4 16,-3 4-3-16,-2 4-3 15,0 1-1-15,1 0 3 0,2 0 3 16,4 5-10-16,8 2-32 16,2 0-40-16,4-3-11 15,5 1-62-15</inkml:trace>
  <inkml:trace contextRef="#ctx0" brushRef="#br0" timeOffset="114630.06">20334 8652 445 0,'0'0'4'0,"0"0"44"0,-42-3-10 0,28 3-7 16,-1 0-7-16,3 0-6 15,1 5-7-15,2 3-7 16,4 3-3-16,2 0-1 16,3 2 0-16,0-1 0 0,0 1 0 15,2 0 0-15,3 0-5 16,1-3-9-16,0-2-9 16,3-6-1-16,1-2 4 15,1-1 14-15,0-9 4 16,1-2 1-16,0-2 1 0,1-1 1 15,-3 2 0-15,-3 2 8 16,0 1 5-16,-4 4 3 16,0 1 3-16,-2 4 2 15,-1 1-16-15,0 0-6 16,0 2 0-16,3 5 1 0,-1 1 0 16,1 2-1-16,2 1 0 15,2-1 0-15,4-1 0 16,2-1-5-16,1-3-34 15,4-3-18-15,3-2-38 0,2 0-45 16,3-7 13-16</inkml:trace>
  <inkml:trace contextRef="#ctx0" brushRef="#br0" timeOffset="115158.14">20602 8669 334 0,'0'0'10'0,"-30"-2"61"0,11 1-35 16,2 6-10-16,1 5-5 15,2 3-3-15,4 1-5 16,3 0-1-16,4-1-8 16,3-2-2-16,0 0-2 15,5-2 0-15,3-4 0 0,-1-2 0 16,3-3-2-16,1-1-3 16,1-11-1-16,-3-4 1 15,4-7-5-15,-2-4 4 16,1-6 0-16,-1 1-4 15,-1 0 5-15,-2 2 3 16,-3 4 2-16,0 7 0 0,-5 6 2 16,0 8 14-16,0 5 4 15,-2 9-17-15,-3 9 0 16,0 5 6-16,0 5 11 16,1 1-8-16,4 0-7 15,0-2-2-15,0-3-1 0,8-4-2 16,2-2 1-16,1-8 0 15,2-2-1-15,0-5 0 16,1-3 0-16,1-3 1 16,1-7-2-16,-2-3 1 0,-1 0-3 15,-3 0 0-15,-2 3 3 16,-4 3-1-16,-1 4 2 16,0 1-1-16,-2 2 0 15,2 2-1-15,1 4 1 16,2 3 1-16,1 1-1 15,-2 1 0-15,1 2 1 0,0-1-1 16,0 0-1-16,-2-1-48 16,-3-4-38-16,-1-4-83 15,0-3-90-15</inkml:trace>
  <inkml:trace contextRef="#ctx0" brushRef="#br0" timeOffset="115287.93">20780 8555 317 0,'0'0'1'0,"0"0"-1"0,0 0-44 16,0 0-38-16,29-26-46 0</inkml:trace>
  <inkml:trace contextRef="#ctx0" brushRef="#br0" timeOffset="115754.72">20913 8681 315 0,'0'0'2'0,"0"0"44"16,0 0-3-16,0 0-12 16,0 0-3-16,0 0-4 15,17 28-10-15,-14-25-7 16,-3-2-5-16,5-1 0 0,1 0-2 16,-2 0 2-16,3-3 1 15,1-2-2-15,-1 0-1 16,-1 1 1-16,1 2-1 15,-3 2 2-15,2 0 0 16,-3 0-1-16,1 5 1 16,1 1-1-16,-2 1-1 0,-1-1 0 15,1 0 0-15,0-2 0 16,1-1 0-16,1-3 1 16,3 0-1-16,1-6 1 15,4-4 0-15,-1-2-1 16,-1-1 1-16,2 0 0 0,-2 0-1 15,0 3 0-15,-3 3 4 16,1 1 31-16,0 6-14 16,-1 0-11-16,-1 13-6 15,0 7-1-15,-2 11-1 16,-2 7 0-16,-3 9 1 0,0 3 0 16,-10 2-2-16,-2-1 0 15,-2-3 0-15,0-4-1 16,-1-9-1-16,2-7-4 15,0-8-26-15,0-10-36 16,-5-5-34-16,-3-7-143 0</inkml:trace>
  <inkml:trace contextRef="#ctx0" brushRef="#br0" timeOffset="116313.87">18922 9525 307 0,'0'0'6'0,"0"0"45"0,0 0-49 0,0 0 23 15,47-23 23-15,-19 12-9 16,9-5-5-16,3-1-18 15,3-1-11-15,-2 0-4 0,-3 1 0 16,-4 2-1-16,-6 0 0 16,-6 2-10-16,-8 1-44 15,-5 1-43-15,-8 0-64 16</inkml:trace>
  <inkml:trace contextRef="#ctx0" brushRef="#br0" timeOffset="116516.92">19218 9243 380 0,'0'0'18'16,"29"-11"27"-16,-9 11-18 15,3 0 2-15,-3 11-8 0,0 4-7 16,-4 5 0-16,-7 3-1 16,-5 2-6-16,-4 2-3 15,0 0-2-15,-7 0-2 16,-5-4 0-16,-3 0-16 0,-1-4-47 15,1-3-38-15,-1-5-62 16</inkml:trace>
  <inkml:trace contextRef="#ctx0" brushRef="#br0" timeOffset="116958.26">19627 9032 546 0,'0'0'6'15,"0"0"5"-15,0 0 21 16,0 0-29-16,0 0 0 0,0 0 3 15,47 31-1-15,-27-15-3 16,2-2-1-16,0-1-1 16,-1-3 0-16,-2-5-4 15,-1-5-19-15,-1 0-4 16,-2-10 9-16,0-5 5 0,-2-3 6 16,-3-1 7-16,-2 2 0 15,-4 2 0-15,-2 5 11 16,-2 8 24-16,0 2-5 15,-2 10-26-15,-5 10-3 16,-2 7 1-16,-2 7 1 0,-2 4-2 16,1 2-1-16,1 2 1 15,2-2-1-15,2-3-1 16,2-4-2-16,1-3-31 16,2-7-19-16,-2-5-32 0,2-8-62 15,0-3-77-15</inkml:trace>
  <inkml:trace contextRef="#ctx0" brushRef="#br0" timeOffset="117388.03">20224 9019 525 0,'0'0'5'0,"0"0"11"0,-9-32 4 0,-5 32-8 16,-5 0-7-16,-3 7-1 15,0 6 10-15,0 2-5 16,4 0-5-16,6 3-3 16,8 0 0-16,4-1-1 15,1 1 0-15,12-1-1 0,4 1 1 16,3 0 0-16,1 0 1 15,-2 2-1-15,-2-3 0 16,-6 1 1-16,-3-2-3 16,-7 0-1-16,-1-3 2 0,-4-1 0 15,-6-3 1-15,-2-1 1 16,-2-3-1-16,-2 0 0 16,1-2 0-16,-1-1 0 15,2-2 0-15,2 0-2 16,4 0-11-16,3 0-11 0,5-5-13 15,0-2-54-15,7-6-85 16</inkml:trace>
  <inkml:trace contextRef="#ctx0" brushRef="#br0" timeOffset="118197.65">20354 9176 457 0,'0'0'6'15,"0"0"23"-15,0 0-3 16,0 0 15-16,-30 23 3 16,24-13-18-16,1 0-9 0,1 3-10 15,4-2-4-15,0 1-2 16,2 1 0-16,5-1-1 16,2-2 0-16,1-2 0 15,2-5 0-15,3-2-6 16,-1-1-4-16,3-4 4 0,-1-6 1 15,0 0-4-15,-3 0 6 16,-2 2 3-16,-3 0 0 16,-2 3 0-16,-2 1 1 15,-1 2 0-15,0 1 3 0,-1 1-4 16,-1 0 3-16,-1 5 2 16,0 3 0-16,0-1 0 15,0 3 0-15,1 0-2 16,1-2-1-16,2 2-1 15,2-3 0-15,2-1-1 0,-1-2 1 16,2-1-1-16,0-1 0 16,1-2 0-16,0 0 0 15,0-2 1-15,-1-5-1 16,-1-1-1-16,-4 1 1 16,-1-1-1-16,-3 0 2 15,0 1-1-15,-5 0-1 0,-7 1 1 16,-3 1-1-16,-2 2-1 15,-2 1-4-15,-1 2-3 16,2-1 4-16,4 1 3 16,3 0 1-16,3 0 1 15,3 0 0-15,3 0 0 0,2 0 0 16,0 0-1-16,6-2 0 16,5 0 1-16,4 0 0 15,5-1 0-15,5 0 0 16,0 2 1-16,2-1-1 15,-4 2 1-15,0 0 2 0,-2 3-2 16,-5 3 1-16,-2-1-1 16,-2 1 0-16,-4-2-1 15,-1 0 1-15,-3-1-1 16,-2-1 0-16,-2-1 0 16,0 1 0-16,-1-2 1 15,-4 0-1-15,-2 0 1 0,0-2-1 16,2-6 1-16,2-2 0 15,3-3-1-15,0-2 0 16,2 1 0-16,9 0-1 16,2 3 1-16,3 2-2 0,1 5-7 15,-2 2-49-15,1 2-42 16,-2 0-53-16,-3 0-54 16</inkml:trace>
  <inkml:trace contextRef="#ctx0" brushRef="#br0" timeOffset="118519.19">20826 9217 266 0,'0'0'93'0,"0"0"-42"0,0 0 10 0,0 0 5 15,38 0-19-15,-24-4-20 16,3-2-11-16,1-2-7 0,-2 1-3 16,-1 0-4-16,-4 0 1 15,-2 0-2-15,-5 0 0 16,-3 3 0-16,-1 0 1 15,-6 1 0-15,-6 1-2 16,-2 2 0-16,-2 0 1 16,-1 3 0-16,4 4 3 15,-2 6 2-15,5 0-2 0,3 2-2 16,2 2-1-16,2 3-1 16,3-2 1-16,0-2-1 15,8-3 0-15,5-1 0 16,4-4 0-16,3-3 0 0,4-3-12 15,-1-2-55-15,-1-2-114 16</inkml:trace>
  <inkml:trace contextRef="#ctx0" brushRef="#br0" timeOffset="119342.22">19919 10367 198 0,'0'0'25'0,"0"0"31"0,0 0-12 16,0 0 1-16,0 0-16 16,-6 34 8-16,6-7-6 0,4 6-10 15,3 5-3-15,3 3-7 16,3 2-2-16,2 2-1 15,2 0-5-15,3-1-2 16,0-3 0-16,1-2-1 16,0-5 1-16,0-6 0 15,-1-5 0-15,1-7-1 0,3-6 0 16,-1-6-5-16,-1-4-40 16,0-1-47-16,-3-10-87 15</inkml:trace>
  <inkml:trace contextRef="#ctx0" brushRef="#br0" timeOffset="119621.03">20231 10754 396 0,'0'0'17'16,"0"0"40"-16,0 0-52 0,0 0 4 15,15 32 22-15,2-16-8 16,2 3-5-16,0 2-2 15,-1 1-10-15,-2-1-4 16,-6 2-1-16,-3-1 1 16,-5-2-1-16,-2-2 0 0,-6-1 0 15,-7-1-1-15,-5 0 1 16,-3-1-3-16,-4 2-20 16,-2-1-9-16,1 1-16 15,4-4-19-15,4 2-34 16,4-4 28-16,5-2 12 15</inkml:trace>
  <inkml:trace contextRef="#ctx0" brushRef="#br0" timeOffset="120175.9">20689 10766 336 0,'0'0'3'0,"0"0"-2"0,0 0 0 0,0 0 0 15,0-28 2-15,1 28 12 16,1 0 26-16,2 0-13 16,1 0-6-16,2 2 3 15,3 8-1-15,2 2-1 16,3 4-3-16,2 2-2 0,2 5-6 16,2 2-4-16,2-1-5 15,-2-3-2-15,-2-2 0 16,0-4-1-16,-4-6 0 15,-1-8-1-15,-4-1-1 16,1-11-6-16,-1-7-2 0,-3-6-4 16,0-1 3-16,-2-3 8 15,-3 0 3-15,0 5-1 16,-2 5 2-16,0 7 3 16,-2 11 21-16,-5 6-8 15,-6 17-16-15,-4 15 1 16,-5 13 11-16,-3 14 6 0,-5 6-7 15,2 1-9-15,4 3 0 16,5-4-3-16,6-10 0 16,5-8 0-16,4-9-7 15,3-9-39-15,1-9-19 16,0-12-83-16,0-11-92 0</inkml:trace>
  <inkml:trace contextRef="#ctx0" brushRef="#br0" timeOffset="120820.05">21264 10781 374 0,'0'0'93'0,"0"0"-73"0,0 0 21 16,0 0-22-16,-37 55 12 15,28-21-4-15,2 4-11 0,2 1-4 16,5 0-5-16,0-3-3 16,3-1-1-16,4-4-3 15,0-3 0-15,1-6 0 16,0-5-1-16,0-6-1 15,2-9-15-15,1-2-3 0,2-7 8 16,1-9 3-16,1-3 3 16,-2 3 5-16,-4 1 0 15,-2 4 3-15,-3 5 1 16,-2 5 19-16,-1 1-17 16,0 6-5-16,0 5 4 15,0 2 3-15,1 1 1 0,-1 0-2 16,2 1-2-16,-1-4 1 15,3 0-1-15,1-3-2 16,1-2-1-16,0-1 0 16,3-5-1-16,4 0 1 0,-1-5-1 15,2-6 0-15,1-5 1 16,-3-5-1-16,-1-1-1 16,-5-2 0-16,-4 2 1 15,-3 3-1-15,-5 3 1 16,-10 3 1-16,-3 5-2 0,-5 5 1 15,1 3-1-15,1 0-1 16,4 0-8-16,3 5-6 16,4 3-18-16,7 3-13 15,3-2-16-15,0 3-29 16,9-3-19-16,5-1-30 16</inkml:trace>
  <inkml:trace contextRef="#ctx0" brushRef="#br0" timeOffset="121239.2">21675 11060 290 0,'0'0'22'0,"0"0"92"0,0 0-56 15,0 0-6-15,0 0-9 16,-26-29-11-16,13 27-9 16,-1 2-10-16,1 0-7 15,1 5-3-15,2 2-2 0,5 2 0 16,-1 0-1-16,5-1-1 15,1 2 2-15,0 0-2 16,0-2 1-16,3 0 0 16,4-1-1-16,0-4-3 15,-2 2-1-15,2-2 2 16,-1-1 0-16,1 0 3 0,-1-1 0 16,-1 0 1-16,0 0-1 15,2-1 1-15,-1 1-1 16,2 1 0-16,-2 0 0 15,2 0 0-15,-2-2 1 16,1 1-1-16,0-1 0 0,0 0 2 16,0 0-2-16,-1 0 0 15,2 0 0-15,-2 0-2 16,0 0 2-16,1 0 2 16,1 0-2-16,2 1-22 15,2 0-32-15,4-1-28 0,1 0-66 16</inkml:trace>
  <inkml:trace contextRef="#ctx0" brushRef="#br0" timeOffset="121784.99">21994 11001 377 0,'0'0'83'0,"-37"-5"-39"15,16 5 4-15,-2 6-11 16,4 6-13-16,2 3-2 15,2-1-2-15,7 2-10 0,4-1-7 16,2-2-1-16,2 0-2 16,3-3 1-16,4-3-1 15,3-2 0-15,2-5 0 16,1 0-2-16,2-10-3 16,0-7 1-16,1-5-5 15,2-9 1-15,0-5 3 0,-2-2-1 16,-1 0 1-16,-5 3 1 15,-2 8 4-15,-5 6 1 16,-2 9 0-16,-1 6 6 16,0 6 3-16,0 7-8 0,-1 8-2 15,0 6 2-15,-2 7 1 16,3 2 3-16,0 4-1 16,0-2-5-16,3-1 1 15,7-4-1-15,-2-2 0 16,2-9 1-16,1-3-1 15,2-5 0-15,-1-6-1 0,3-2-3 16,-1-6 1-16,1-5 2 16,-2-2 0-16,0-1 1 15,-6 1 0-15,-1 4 0 16,-4 1 1-16,0 5 1 16,-1 1 6-16,-1 2-3 0,2 0-5 15,-1 5-1-15,2 3 1 16,0 2 0-16,2 2 1 15,-1 0-1-15,2-1 0 16,-2-1 0-16,2-1-7 16,-2-2-34-16,2-4-61 0,-4-3-45 15,0 0-124-15</inkml:trace>
  <inkml:trace contextRef="#ctx0" brushRef="#br0" timeOffset="121920.1">22199 10887 347 0,'0'0'98'0,"0"0"-97"0,-7-28 0 16,7 24-2-16,5 4-27 15,2 1-21-15,1 2-11 16,2 4-69-16</inkml:trace>
  <inkml:trace contextRef="#ctx0" brushRef="#br0" timeOffset="122472.11">22344 11070 182 0,'0'0'153'0,"0"0"-125"0,0 0 24 15,0 0-16-15,0 0-6 16,0 0 17-16,0 0-9 16,8 17-26-16,-8-15-10 15,0 2-1-15,0-2-1 16,0 3 1-16,0-2-1 0,1 1 0 15,-1-1 0-15,1-2 0 16,2 0 0-16,-2-1 1 16,2 0-1-16,-1 0 1 15,1 1-1-15,0-1 0 16,0 1 0-16,3 0 0 0,-3-1 0 16,4 0 0-16,-1 0 1 15,2-3-2-15,0-4 2 16,2-3-1-16,0-1-1 15,0 0 0-15,0-1 0 16,-4 3 1-16,0 1 1 0,0 8 5 16,-1 0 13-16,0 12-13 15,0 9 8-15,0 7 11 16,1 8-8-16,0 9-6 16,-2 6 3-16,-3 3-7 15,-1 3-4-15,-1-1-2 0,-9 2-1 16,-4-7 0-16,-4-5 1 15,-4-9-1-15,1-8 0 16,-2-11 0-16,3-9 0 16,1-9 0-16,5-12 0 15,3-13 1-15,5-14-3 0,6-9-13 16,0-12-15-16,11-8-15 16,10-6-20-16,9-5-13 15,2 1-41-15,5-1-96 16</inkml:trace>
  <inkml:trace contextRef="#ctx0" brushRef="#br0" timeOffset="122966.21">22181 9574 512 0,'0'0'5'0,"42"-17"-2"0,-7-4-2 16,13-2 7-16,5-4 4 15,4-2-6-15,-2-1 1 16,-6 2-3-16,-5 4-3 16,-7 3-1-16,-12 6-8 15,-8 2-43-15,-12 5-62 16,-5 3-46-16</inkml:trace>
  <inkml:trace contextRef="#ctx0" brushRef="#br0" timeOffset="123217.63">22385 9305 371 0,'0'0'27'16,"-7"-32"42"-16,17 16-32 0,13 6-6 16,6 4-15-16,6 6-4 15,2 0-2-15,-1 12-3 16,-3 6-3-16,-5 5-3 15,-5 3 0-15,-8 0 0 0,-6 4-1 16,-8-2 0-16,-1-2 0 16,-7-1 1-16,-6-2-2 15,-1-2-25-15,-4-4-9 16,-2-1-13-16,1-2-11 16,0-6-43-16,1-1-3 15</inkml:trace>
  <inkml:trace contextRef="#ctx0" brushRef="#br0" timeOffset="123857.15">23022 9070 305 0,'0'0'39'0,"0"0"59"15,0 0-45-15,-41-11-20 0,26 28-17 16,0 7 1-16,1 4 1 16,2 3-6-16,5 1-5 15,4-1-3-15,3-1-3 16,0-5 0-16,8-4 0 16,3-7-1-16,2-5-1 0,2-9 1 15,0 0-1-15,0-13 0 16,-2-7-3-16,-2-10 1 15,-1-6 0-15,-5-8 1 16,-3-6-6-16,-2-4-1 16,-3-1-1-16,-7 5 5 0,-1 3 5 15,-2 7 0-15,-2 10 3 16,5 12 13-16,1 8 5 16,4 10-7-16,4 3-11 15,1 16-1-15,2 7-1 16,8 7 0-16,6 5 0 0,4 0 1 15,4 2-2-15,3-3 0 16,3-3 0-16,0-5 1 16,-2-6-2-16,-3-7 1 15,-4-5-8-15,-3-8-11 16,-4-3 0-16,-5-8 11 16,-4-7 5-16,-3-1 2 0,-2-1 1 15,-1 3 0-15,-7 2 1 16,3 3 15-16,-2 5 7 15,1 1-5-15,4 3-4 16,2 0-9-16,0 2-5 16,5 5 2-16,5 1-1 0,4 2 1 15,1-2-1-15,3 2-1 16,0-3 0-16,1 0 0 16,-2-4-20-16,-2-1-43 15,-4-2-55-15,-4-6-86 16</inkml:trace>
  <inkml:trace contextRef="#ctx0" brushRef="#br0" timeOffset="123980.04">23184 8880 444 0,'0'0'10'0,"0"0"-11"0,0 0-9 0,0 0-53 15,0 0-42-15,0 0-43 16</inkml:trace>
  <inkml:trace contextRef="#ctx0" brushRef="#br0" timeOffset="124638.17">23528 8947 457 0,'0'0'6'0,"0"0"29"16,-35-1 13-16,18 1 6 15,2 7-17-15,-5 1-14 16,4 4-3-16,2 2-13 16,3 0-5-16,4 1-2 15,4 1 0-15,3 0 0 16,0-1 1-16,4-2-2 0,3 1 0 16,3-4-7-16,2-5-12 15,0-3-6-15,3-2 1 16,-2-7 6-16,0-5 9 15,-1-4 5-15,-2-1 5 16,-3 2 1-16,-3 2 0 0,-1 4 11 16,-3 3 10-16,0 2-3 15,0 3-3-15,0 1-4 16,0 0-4-16,0 0-4 16,0 0 0-16,0 0 3 0,0 2-4 15,-2 3-1-15,2-2-2 16,0 2 1-16,0 0-1 15,5-3 0-15,3-1 1 16,4-1 0-16,3-3 0 16,3-8-2-16,4-4 2 0,0-4-1 15,-2 0-1-15,-2-1-1 16,-3 2 0-16,-5 2 1 16,-6 4 1-16,-4 2 0 15,0 3 0-15,-1 2 0 16,-8 5 0-16,1 0-1 15,-2 8 0-15,2 9-1 0,1 8 1 16,3 6 1-16,2 9 0 16,2 3 0-16,0 2 0 15,3 2-1-15,3 0 1 16,-2-1 0-16,0-3 0 16,-3-5-1-16,-1-7-4 0,0-7-1 15,0-8 3-15,-4-6-4 16,0-10-6-16,0 0 11 15,1-14-21-15,2-8-18 16,1-7-27-16,1-9-42 16,9-8-93-16</inkml:trace>
  <inkml:trace contextRef="#ctx0" brushRef="#br0" timeOffset="125193.83">23826 8885 434 0,'0'0'4'0,"0"0"32"0,0 0-17 0,0 0 9 0,-28 20 2 16,25-5-4-16,1 2-3 16,2 2-12-16,0-2-7 15,1 0-2-15,6-3-1 16,0-2 0-16,1-2-1 0,1-5 1 16,-1-5-1-16,2 0-1 15,1-7 1-15,-2-6-4 16,1-3 0-16,-3-3 2 15,-2 1 2-15,0 0-1 16,-1 0 2-16,-3 1-1 0,2 2 0 16,-1 0 1-16,0 5 6 15,1 2 3-15,2 0 3 16,1 7-5-16,3 1-6 16,-1 0-2-16,2 6 1 15,1 2-1-15,0 4 1 0,-1 1-1 16,2 0 0-16,-5 2 0 15,1-2 0-15,-1 0 0 16,-3-2 0-16,0-2 0 16,-2-4 0-16,-2 0 0 15,2-5 0-15,-1 0 1 16,1-7 0-16,1-5-1 0,1-3-1 16,1-1 0-16,2 1 1 15,0 1 0-15,0 4 1 16,1 2-1-16,0 3-1 15,4 2 2-15,-1 3-2 0,4 0 1 16,-1 0 0-16,2 3 0 16,1 0-1-16,2 1-32 15,-1-2-24-15,3-2-31 16,0 0-37-16,1-1-37 16</inkml:trace>
  <inkml:trace contextRef="#ctx0" brushRef="#br0" timeOffset="125692.26">24343 8821 251 0,'0'0'102'0,"0"0"-30"0,-31-27-15 0,12 23 5 0,1 3-19 16,2 1-15-16,2 4-8 0,4 4-8 15,1 5-7-15,6 0-4 16,3 1-1-16,0 0 1 16,4-2-1-16,5-1-1 15,2-1 1-15,2-5-12 16,-1-2-7-16,1-3 0 15,0-1 1-15,0-7 9 0,-3-4 3 16,-1-1 5-16,-2 2 1 16,-3 0 1-16,-2 3 12 15,-2 3 7-15,0 2-4 16,0 3-6-16,0 0-8 16,0 0-2-16,0 7 0 0,1 2 0 15,2 0 1-15,0 1-1 16,1-2 0-16,1-1 0 15,2-3 0-15,1-2 0 16,0-2 1-16,3-2-2 16,1-10 2-16,1-5-1 0,1-8 0 15,1-6 0-15,-1-7 0 16,-1-5-2-16,-3-5-2 16,-3 0-4-16,-6 3 3 15,-1 5 2-15,-10 6 3 16,-4 9-1-16,-3 9 1 15,-1 11 3-15,3 5 1 0,2 16-3 16,3 10 0-16,5 8-1 16,4 7 1-16,1 4-1 15,1 4 0-15,4 4-1 16,-4 0-6-16,-1 1-67 0,-6-1-63 16,-14 0-135-16</inkml:trace>
  <inkml:trace contextRef="#ctx0" brushRef="#br0" timeOffset="126752.26">23146 9805 570 0,'0'0'4'0,"0"0"29"15,0 0-23-15,0 0-10 16,36-13 2-16,-17 31-1 0,0 3-1 16,-1 4 0-16,-5 3 1 15,-4-1-1-15,-3-2 0 16,-5-2-1-16,-1-5-2 15,-1-3-1-15,-5-7-3 16,0-5 1-16,-3-3 6 0,2-6 1 16,2-9-1-16,-3-5 1 15,3-5-1-15,3-3 0 16,2 0 1-16,0 3-1 16,5 7 7-16,5 5 8 15,1 8-1-15,2 5-9 0,1 10-5 16,0 7 0-16,-3 3 2 15,0 2-2-15,-2-2-2 16,-3 0 4-16,-2-3-4 16,-2-4-4-16,0-3 0 15,-2-4-3-15,1-5-2 0,-1-1 7 16,0-5 6-16,0-8-1 16,0-6-1-16,0-4 0 15,0-4 1-15,2 2-1 16,5-1 0-16,1 5 3 15,1 5 9-15,3 7 0 0,0 6-3 16,-2 3-8-16,1 3-1 16,-1 7 0-16,1 1 0 15,-1 1 1-15,-1-1-2 16,0-1 2-16,1-1-1 16,0-4 0-16,0-1-9 0,0-4-12 15,1 0-11-15,0 0-33 16,0-7 6-16,1 0 9 15,1-3-7-15,-1-2 19 16,1 1 23-16,1-3-17 16,0 1 28-16,-1-2 6 15,-3 1 13-15,-3 2 44 0,-1 0 4 16,-4 1-16-16,-2 3-4 16,0 1-3-16,-7 3 3 15,-1 2-12-15,-5 2-13 16,1 0-6-16,-1 6-3 15,0 4-4-15,1 3-2 0,3 2-1 16,1 0-2-16,3 0 0 16,3 0 0-16,2-1 0 15,0-5 0-15,7-1-6 16,3-5-9-16,2-3 1 0,2 0 1 16,0-5 5-16,2-3 5 15,-2-2 3-15,-6 3 0 16,0 1 1-16,-2 1 9 15,-4 3 8-15,-2 1 4 16,0 1-7-16,0 0-2 16,0 0-4-16,0 0-3 0,0 0-2 15,0 3-4-15,1 2 3 16,1 4 0-16,1 2-1 16,2 0-1-16,2 0-1 15,0 0 0-15,3-1 0 16,0-2-4-16,0-3-26 0,2-3-27 15,-2-1-52-15,0-4-35 16,-3-10-164-16</inkml:trace>
  <inkml:trace contextRef="#ctx0" brushRef="#br0" timeOffset="127323.67">23821 9451 462 0,'0'0'18'0,"0"0"15"0,0 0 12 16,0 0-32-16,0 0 2 0,0 0 10 16,-16 48 0-16,25-22-8 15,1 3-9-15,-1 1-6 16,1 0 0-16,-2-1-1 16,-2-2-1-16,0-4 0 15,-4-3 0-15,0-8 0 0,-2-3-2 16,0-8-5-16,3-1 3 15,1-6 6-15,0-7-2 16,5-3-1-16,0-1 1 16,2 0 0-16,1 1 1 15,4 7 0-15,-2 0 1 0,1 5 2 16,2 4-1-16,-1 0-1 16,-4 4-1-16,0 5 0 15,-3 0-2-15,-3 2 2 16,-1 0-1-16,-3-2 0 15,2 0 1-15,-2-1-2 16,-1-3 1-16,0-2-5 0,1-1-8 16,-1-2 4-16,4-2 8 15,-1-8 1-15,2-3-1 16,2-4-3-16,3-1 2 16,3 0 3-16,0 3-1 0,2 1 2 15,0 4 11-15,3 3 2 16,-1 6-3-16,0 1-5 15,-1 0-3-15,-1 1-1 16,-2 7-1-16,-1 1-2 16,-4 1 1-16,-2 2-1 0,-2 0-1 15,-4 0-15-15,-1 1-36 16,-1-2-53-16,-8-4-64 16</inkml:trace>
  <inkml:trace contextRef="#ctx0" brushRef="#br0" timeOffset="127462.69">24183 9408 425 0,'0'-39'2'0,"0"6"16"0,2 6-6 0,8 6-11 0,5 6-1 16,-1 6-13-16,1 2-68 0,-2 5-113 15</inkml:trace>
  <inkml:trace contextRef="#ctx0" brushRef="#br0" timeOffset="127669.85">24379 9676 520 0,'0'0'25'0,"17"-46"0"16,-1 13 15-16,2-2-4 0,3-2-22 15,2 0-7-15,-1-1-4 16,-1 5-3-16,-4 5-2 16,-3 6-20-16,-5 5-17 15,-6 8-36-15,-3 1-31 16,-10 8-102-16</inkml:trace>
  <inkml:trace contextRef="#ctx0" brushRef="#br0" timeOffset="127825.69">24441 9389 390 0,'0'0'36'0,"0"0"7"16,6 28 13-16,12-12 3 0,5-1-18 16,7 2-13-16,6 1-6 15,-1 1-10-15,2 2-6 16,-3-1-6-16,-6 1 0 16,-5 2-21-16,-9-5-53 15,-5-6-94-15</inkml:trace>
  <inkml:trace contextRef="#ctx0" brushRef="#br0" timeOffset="127999.16">24870 9526 662 0,'0'0'7'16,"0"0"11"-16,0 0-17 15,0 0-10-15,0 0-75 16,25-30-244-16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27:16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5476 7349 67 0,'0'0'6'0,"0"0"15"15,1-34-11-15,-1 22 0 16,0 0-3-16,0 1-2 0,-4-1 13 16,-2 2 4-16,0-1 0 15,-2 3 1-15,-1-1-3 16,-3 1 0-16,2 3-7 15,-1 0-5-15,-5 4-1 16,0 0-3-16,-3 1 1 0,-1 0-3 16,-3 5 2-16,-1 2 0 15,1 3 0-15,-2 1 0 16,3-1-1-16,-1 3 1 16,4 1-2-16,-1-1 0 15,1 2-1-15,2 1 1 0,1-1-1 16,1 1 0-16,0 1 0 15,-1-1 0-15,3 1 0 16,2 2-1-16,-1 1 1 16,-1 1-1-16,3 2 4 15,3 1-4-15,-2 1 0 16,2 1 0-16,1 3 0 0,-1 0 2 16,1 2-1-16,2 1 2 15,-2 0 1-15,3 4 2 16,0 0 4-16,2 3 1 15,1 2-1-15,0 0-2 16,0-1 1-16,1 1-3 0,6 0-2 16,1-1 0-16,6-2-3 15,1 2 1-15,2-3 0 16,5-3-2-16,1-5 2 16,2-2-2-16,3-6 3 15,-1-3-1-15,-1-3 1 0,3-1-1 16,-1-3-2-16,-1-2-1 15,1-2 1-15,-1-2-1 16,1-3 5-16,0-2-1 16,-1 0 2-16,-1-3 3 15,0-2-1-15,-1-3 0 0,2 0-2 16,0-1-1-16,0-1 0 16,1-1 4-16,-1-1-2 15,0-1 0-15,-3-1 2 16,-1 0 2-16,-1-1-7 0,-5 0-1 15,1 0-1-15,-3-1 0 16,0-2 0-16,-2-1 0 16,-1 1 0-16,0-1 1 15,-3 0 3-15,-1 1 1 16,0 0-1-16,-2 1-3 16,-3 1-1-16,-2 1 0 0,-1-2-1 15,0 1 1-15,0-2-1 16,-4 0 0-16,-5-4 1 15,-1-3-1-15,0-3 0 16,-2-1 0-16,4-1 0 16,-1 0 0-16,1 2 0 0,0 2-1 15,2 0 2-15,-1 1-1 16,0-1-1-16,0 0 1 16,-3 1-1-16,0-1 1 15,-2 0-1-15,-3-1 1 16,1 2 0-16,-3 1-1 0,-1-1 3 15,0 0-1-15,-2-1-1 16,-1 1 1-16,1 0-2 16,0 0 1-16,-2 2-1 15,4 3 2-15,-2 0-1 16,1 4 2-16,1 3-2 0,1 5 1 16,-1 1-1-16,-1 7-2 15,-2 0 1-15,0 0 3 16,-2 2-4-16,1 4-8 15,2 1-6-15,3-1-4 16,7 1 7-16,2-4 0 0,4-3-60 16,3-3-104-16</inkml:trace>
  <inkml:trace contextRef="#ctx0" brushRef="#br0" timeOffset="1901.4">7705 7164 122 0,'-4'-5'2'0,"-3"0"10"0,0 0 18 0,0 2 2 15,0 0-15-15,-1 0-1 16,-1 1 3-16,-2 0-1 16,1 0-3-16,-4 1-1 0,1-1 1 15,2 1 0-15,-5 0-3 16,1-1-2-16,1 1-4 16,0 1-2-16,-3 0 0 15,0 0-2-15,0 5 0 16,0 0 0-16,-1 3 3 0,3 1-2 15,0 0-1-15,0 3 3 16,2 1-3-16,-1 2 3 16,0 2-3-16,1 3 1 15,2 4 0-15,-1 3 1 16,0 2 0-16,2 3 1 16,2 3 0-16,-1 1-1 0,1 2 0 15,5 0-2-15,-2 3 0 16,3-1-1-16,0-1 0 15,1-2 1-15,1-1 0 16,0 0 0-16,0 0 0 16,3-1 1-16,5 3 0 15,1 0-1-15,2 1 2 0,1 0-1 16,3-3-1-16,0-1-1 16,0-1-1-16,0-2 0 15,2-2 0-15,-2-3 1 16,2 0 1-16,0-3-2 0,0 0 2 15,1-4-1-15,-1 1 0 16,3-2 1-16,-2-3 0 16,2-1 0-16,1-3-2 15,0 1 4-15,-1-3-3 16,1-1 2-16,0-2-1 0,-1-2 0 16,2 1-1-16,-2-2-1 15,2 1 0-15,0 0-1 16,0-2 3-16,0 1-1 15,-3 0-2-15,1 0 1 16,-1-2 1-16,-2-1-2 0,-1-1 0 16,0 0 2-16,-2-2-1 15,2-4 2-15,-2-1 0 16,1-2 0-16,-1 2 0 16,2-3 1-16,-3 2-3 15,0-2 1-15,1 0 1 0,-1 0 0 16,-1 0-1-16,1 0 2 15,0 0-1-15,0 0 0 16,-2 0 1-16,1-1 0 16,-2-1 0-16,0-1 2 15,-1 0 1-15,1-2-2 16,-2 0-1-16,1-2-1 0,-1 0-1 16,-1 1 0-16,-3 0 1 15,2 0-1-15,-3-2 1 16,-2 1 0-16,-1-1 1 15,0-1-2-15,0-2 0 0,-1 3 0 16,-5-4 2-16,-1 1-2 16,0-2 2-16,-1 1-3 15,1-1 2-15,0 1-2 16,-2 0 0-16,2 0 0 16,0 2 0-16,-3 1 1 0,1-1-1 15,-3 0 0-15,1 0 0 16,-2-3 0-16,0 0 1 15,2-2-1-15,-3-1 1 16,1-1-2-16,0 2 2 16,2 0-2-16,0 3 2 15,1 2-2-15,-1 3 0 0,1 1 1 16,0 2 0-16,1 1-1 16,0 2 1-16,1-1 0 15,-1 2 1-15,-1-1-2 16,-1 1 1-16,1 0 0 15,-3 0-2-15,1 2 2 0,-1-1 2 16,3 1-2-16,-3-2 0 16,3 2 0-16,2 0 0 15,-2 1 0-15,1 1 0 16,3 1 0-16,-3 0 0 16,2 2 0-16,0-1-2 0,0 2 1 15,0-3 1-15,-1 1 0 16,2 0 1-16,-1-2-1 15,1-1 0-15,1-1 0 16,-1-1 0-16,0 1 2 16,-1-3-4-16,1 1 2 0,1-1 2 15,-3 0-4-15,1 3 2 16,-2-1 2-16,1 1-2 16,-2 2 0-16,0-1-2 15,-4 2-2-15,1 3 3 16,1-1 0-16,-1 2 1 0,1-1 0 15,0 2-1-15,4 0-1 16,1 0-1-16,-1 0-47 16,0 0-62-16,-6-10-94 15</inkml:trace>
  <inkml:trace contextRef="#ctx0" brushRef="#br0" timeOffset="2712.23">5191 8439 117 0,'0'-8'12'0,"-2"-1"25"0,-1 1 3 16,0 0-8-16,3 3-11 0,0 0-4 15,0 2-7-15,1 3-5 16,6 0-4-16,5 0-1 15,4 1 1-15,3 6 1 16,5 1 5-16,4 3 4 16,2 2-4-16,2 1-2 15,1 0 0-15,0-1-3 0,-2 0 1 16,-2 0-2-16,-1-3 0 16,-6 0 1-16,-4-2-3 15,-4 2 2-15,-4-3-2 16,-5 1-2-16,-3 0-35 15,-2-4-71-15</inkml:trace>
  <inkml:trace contextRef="#ctx0" brushRef="#br0" timeOffset="3031.7">5533 8273 180 0,'0'0'3'0,"0"0"6"0,0 0 21 16,0 0-11-16,0 0-1 16,0 0-1-16,0 0-5 15,0 0 10-15,-34 20 5 16,23 3-7-16,-3 4-7 0,-3 5-5 15,-1 4-5-15,-6 4 0 16,-2 0 2-16,-1 1-3 16,-2 0-1-16,4-4 0 15,5-6-3-15,4-6-9 16,4-11-70-16,3-10-158 0</inkml:trace>
  <inkml:trace contextRef="#ctx0" brushRef="#br0" timeOffset="3765.69">7102 8206 138 0,'0'0'51'0,"0"0"-29"16,0 0 6-16,0 0-26 16,26 18 2-16,-8-2 9 0,0 2-1 15,2 0-5-15,0 1-3 16,0-2-2-16,-1-1-1 15,-3-2 1-15,0-3 0 16,-3-1-1-16,-4-3-1 16,-1-4 0-16,-2-3-11 0,-2 0-44 15,-1-5-87-15</inkml:trace>
  <inkml:trace contextRef="#ctx0" brushRef="#br0" timeOffset="4108.92">7372 8238 247 0,'0'0'7'16,"0"0"15"-16,0 0-13 15,0 0-3-15,0 0 8 16,0 0 17-16,0 0-3 16,0 0-5-16,10-15-9 0,-10 15-1 15,0 0 2-15,0 0-2 16,0 0-4-16,0 0 2 15,0 0 2-15,0 0 4 16,0 0-2-16,0 0-9 16,0 0-4-16,0 0 1 0,0 3 0 15,0 2 0-15,0 2 3 16,0 3-1-16,-5 1 0 16,1 8 1-16,-4 6 2 15,-4 9 0-15,-6 11 3 16,-2 8-4-16,-5 12-5 0,-2 6 1 15,-2 4-4-15,-1-11-67 16,2-16-219-16</inkml:trace>
  <inkml:trace contextRef="#ctx0" brushRef="#br0" timeOffset="9372.17">12609 8197 0 0,'0'0'19'0,"0"0"-12"0,0 0-4 16,0 0 1-16,0 0 1 15,0 0 3-15,0 0 19 16,0 0-12-16,0 0-12 16,0 0 8-16,0 0 0 0,1 0-5 15,4 1-2-15,-2-1-2 16,3 2-1-16,1-2 1 15,2 0 2-15,1 0-2 16,2 0 1-16,2 0-1 16,1 0 1-16,1 0 0 0,1 0-1 15,0 0 0-15,3 0 0 16,0 0 0-16,2 0 0 16,1 0 1-16,3 3 0 15,1 0 1-15,3-1-1 16,2 1 2-16,3 0 1 0,-1-2 2 15,5-1 0 1,3 0-2-16,0 0 1 0,2 0-3 16,1 0-1-16,0 0-1 15,-1 0 2-15,4 0-2 16,0 0 0-16,2 0 1 16,3 0 0-16,2-1 0 0,2-1 1 15,1 0 1-15,2-1 0 16,-1 2-2-16,2-2 0 15,5 1 0-15,-3 1 1 16,2 1-1-16,5 0 1 16,0 0-1-16,1 0 0 0,-2 0-1 15,3 0 0-15,1 0-1 16,3 0 2-16,-2 0-2 16,6 1 0-16,0 1 1 15,1 0 0-15,1-1-1 16,5 1 0-16,-1 0-1 0,0 1 1 15,3-1 0-15,-3 4 1 16,0-2 1-16,-3 2-1 16,1 1 1-16,0 1-1 15,-1-3 0-15,3 3 0 16,1-2 2-16,3 0 3 0,0-1 0 16,2 0-3-16,2-1 0 15,1 0 0-15,1-1-2 16,0 0 0-16,2-2 1 15,-1 1-2-15,1-1 0 16,0 0 0-16,-1 1 0 0,1 1-1 16,-3-2 2-16,2 0-2 15,1 1 2-15,-2 1 0 16,1 0 0-16,-1-1 2 16,-1 0 0-16,1 1 1 15,-1-1 3-15,1 1 1 0,-2 0 0 16,3-1-4-16,1 1 0 15,-1-1-1-15,2 1 0 16,2-1-1-16,-1 0 0 16,2 1-2-16,-1-2 2 15,0 1-2-15,0-2 0 16,-1 2 0-16,2-1 1 0,1-1-2 16,1 0 0-16,0 0 0 15,3 0 0-15,-2-1 0 16,0-2 1-16,1 1-2 15,-3-1 1-15,1 1 1 16,2 0-1-16,-2 2 1 0,2 0-2 16,-2-1 1-16,0 1 0 15,0-1 0-15,0 1 0 16,1-1 1-16,-2 1-1 16,1-3-1-16,0 2 2 0,3-1-1 15,3 1 0-15,-3 0 0 16,0-1 0-16,0 2 0 15,-4-1 0-15,-1 0 0 16,-6 0 1-16,-2 1-1 16,-4-1-1-16,-6 0 1 15,-4-1 1-15,-7-1-1 0,-6 2 0 16,-5 0 1-16,-5-2-1 16,-3 1 0-16,-4 1 0 15,-4-2 0-15,-4 2 0 16,-5-2 0-16,-5 1 0 15,-3 1 0-15,-7 1-1 0,-5 0 2 16,-5 0-2-16,-3 1-10 16,-7-1-118-16</inkml:trace>
  <inkml:trace contextRef="#ctx0" brushRef="#br0" timeOffset="24045.91">7583 10581 78 0,'0'0'-20'0,"0"0"31"0,41 2 15 15,-22-2-15-15,1 0-5 16,3 0-2-16,3 0 2 15,3-3 0-15,1 0 1 0,5 1 2 16,0-2 1-16,4 1 1 16,-1-1-5-16,4 0-1 15,0 2 6-15,1-1 0 16,3 2-9-16,2 0 1 0,1 1 3 16,3 0-2-16,2 0-1 15,3 1-2-15,3-1 0 16,5 0 0-16,3 0 2 15,4 1-2-15,5-1 3 16,3-1 0-16,4-2 6 16,1-1-2-16,3-1-4 0,3-1-1 15,1 0 2-15,1 0-2 16,1 0 1-16,3-1 3 16,0 1-3-16,1 2 1 15,0 0 1-15,2 1-2 16,-2 2-1-16,3 0-1 0,-2-1 1 15,0 1-2-15,3-1 1 16,-1-1-1-16,-1 1-1 16,1-1 1-16,-1-2 0 15,1 1 0-15,-3 0 0 16,0-3 0-16,-2 2-1 16,-1-1 1-16,-3 1-1 0,-1 0 0 15,-1 1 0-15,-2 3 0 16,0-1 0-16,-2 1 1 15,-1 2-1-15,-1-1 0 16,-1 0 0-16,-3 0 2 0,2 0-4 16,-2 2 4-16,-1-2-2 15,-1 1 1-15,0-1-2 16,-1 0 2-16,-1 0-1 16,0 0 0-16,-1 0 0 15,-1 1 0-15,-3-1 1 0,-1 0-2 16,-2 0 7-16,-3 1 10 15,-2 3-5-15,-2 1-6 16,-1-1 4-16,-1 3-6 16,0-3 1-16,0 2 1 15,1-3-2-15,0 2-1 0,-1-3-1 16,2 0 1-16,-1 0-1 16,4 0 0-16,-1-2 1 15,0 2 2-15,3-1 1 16,0 1-4-16,1-2 1 15,-2 3-1-15,1 0 0 16,0-2 0-16,-1 3-1 0,0 0 1 16,0 1-1-16,-2 2 1 15,2-2-1-15,-3 3 0 16,1-2 0-16,2 0 0 16,0 0 2-16,4-1-2 15,0-2 0-15,5 1 0 0,4-2 0 16,1-1 0-16,1 1 1 15,5-2-1-15,2 1 0 16,-1-1 0-16,4 0 1 16,2 0 0-16,2 0 5 0,1 0 4 15,3 1-4-15,0-2-2 16,2 1-1-16,2 0 1 16,0 0-2-16,2 0 0 15,-2 0-1-15,2 0-1 16,-4 1 1-16,2-1 0 15,1 1-1-15,-1-1 0 0,0 0 0 16,-2 3 0-16,-1-3 1 16,0 3-1-16,-1-2 0 15,-1 2 0-15,-1-1 0 16,1 1 0-16,-3 0 1 16,-2 0-1-16,1 0 0 0,-3 1-1 15,-1 0 2-15,-1 1-1 16,-2 0 0-16,-2-1 1 15,-4 3-1-15,-1-2 0 16,-2 0-1-16,-4 0 2 16,0-1-1-16,-2 0 0 0,-6-1 0 15,-1 0 0-15,-2-1 1 16,-3 0-1-16,-3 0 0 16,-1-1 1-16,-4 1 1 15,-1-1 4-15,-6 2-4 16,-3-2 1-16,-6 2 0 0,-4 0-2 15,-6 1 0-15,-3 0 0 16,-7-1 0-16,-1 1-1 16,-5 0 0-16,-3 0 0 15,-1 1 0-15,-2 1 1 16,-1 0 0-16,0 1-4 0,-1-6-66 16,1-1-112-16</inkml:trace>
  <inkml:trace contextRef="#ctx0" brushRef="#br0" timeOffset="36673.18">21525 9584 51 0,'0'0'125'0,"0"0"-100"0,0 0 8 16,0 0-9-16,0 0 0 16,0 0-9-16,0 0-11 15,0 0 4-15,0 0 21 16,0 0-6-16,0 0-7 15,0 0-8-15,39-3 1 0,-20 3-1 16,1-5 1-16,3-4-3 16,0-1 0-16,0-3-3 15,1-2-2-15,-1-3 1 16,-1-2-1-16,0-4 0 0,-3-4 0 16,-1-4 0-16,-4-2 0 15,-2-3 0-15,-3 1 0 16,-4 1 0-16,-5 2 0 15,0 7 0-15,-6 3 1 16,-4 6-2-16,-2 6 0 16,-1 4 0-16,-1 4-2 0,0 3 2 15,3 0-2-15,-1 9 0 16,4 3 0-16,1 5 1 16,2 5 2-16,2 6 3 15,2 5 5-15,1 6 1 16,0 1 0-16,6 1-4 0,2 2 0 15,1 0-1-15,1-3-2 16,-3-1 0-16,1-1 1 16,-1-4-2-16,-4-4-1 15,-1-5 0-15,-2-5-1 16,0-7 1-16,0-5 0 0,0-3 0 16,0-4 2-16,-3-1 2 15,1-2-2-15,-1-7-1 16,2-4 0-16,1-3-1 15,0-3-1-15,4-2 1 16,2 0-1-16,2-1 1 0,4 1-2 16,-1 2 1-16,4 1 0 15,2 4 0-15,1 3 0 16,0 3 0-16,1 5 0 16,-1 3 0-16,-2 0 0 15,-1 8-1-15,-3 5 1 0,-2 5 0 16,-4 1 1-16,0 2-1 15,-2 2 0-15,-2 0 0 16,0-1 0-16,-1-1 0 16,-1-2 0-16,0-1 0 15,0-2 0-15,0 1-31 16,-3-6-38-16,1-4-68 0</inkml:trace>
  <inkml:trace contextRef="#ctx0" brushRef="#br0" timeOffset="38076.32">22344 9489 87 0,'-4'0'29'0,"1"0"-6"0,2 0 11 0,-2 0-11 15,2 0 0-15,1 0-4 16,0 0-14-16,0 0 2 16,9 0 5-16,7 0 1 0,8 0 1 15,13 0-2-15,8-3 5 16,9-3 4-16,8 1-1 15,3-2-7-15,-1 1-4 16,-7 2-4-16,-6 1-2 16,-8 0-2-16,-9 1 1 0,-8 2 0 15,-8 0 0-15,-5 0 1 16,-5 0-2-16,-6 0-5 16,-2 0-29-16,-3-2-27 15,-7 1-1-15,-1-4-41 16</inkml:trace>
  <inkml:trace contextRef="#ctx0" brushRef="#br0" timeOffset="38464.83">22872 9335 211 0,'0'0'3'16,"0"0"35"-16,0 0-13 15,0 0-5-15,0 0 6 16,0 0-13-16,0 0 0 16,30-13 2-16,-16 19-4 0,4 1-4 15,2 3-2-15,0 1-1 16,1 0-2-16,0 0 1 16,1 1-1-16,-4-1 1 15,-2 2-1-15,-3-1 1 16,-3 0-1-16,-8 1 1 0,-2 1 1 15,-6 2 1-15,-11 1 0 16,-5 1-1-16,-4 2-1 16,-4 1-1-16,-1-1 1 15,0 0 1-15,2-2 1 16,2-3-3-16,5-3-11 0,3-4-18 16,6 0-25-16,5-4-5 15,6-4-29-15,2 0-83 16</inkml:trace>
  <inkml:trace contextRef="#ctx0" brushRef="#br0" timeOffset="39012.15">23610 9298 274 0,'0'0'1'0,"0"0"17"0,9-34 13 15,-9 28 4-15,0 0 0 16,0 3-6-16,-3 1-10 0,-4 2-11 16,-2 0-6-16,-3 0-1 15,-2 7 0-15,-2 3 0 16,-2 1-1-16,1 5 1 15,0 0-1-15,3 2 0 16,0 1 0-16,5 0 0 0,3-1 1 16,4-3-1-16,2-1 1 15,0-4-1-15,0-3 2 16,10-1 0-16,1-5-2 16,4-1 1-16,4 0 1 15,3-8 0-15,3-4-1 0,1-3 0 16,2-2 0-16,-3-2-1 15,-3 1 0-15,-5 1 0 16,-4 4-1-16,-5 3 0 16,-5 3 5-16,1 1 8 15,-4 5 2-15,0 1-1 0,0 0-9 16,0 0-2-16,-4 7-1 16,2 3 1-16,1 2-2 15,1 1 1-15,0 3 0 16,8-1-2-16,5 0 1 15,7-3 0-15,4 0-1 0,6-3 1 16,3-2 0-16,0-2-7 16,-1-2-42-16,-2-3-92 15,-5-5-109-15</inkml:trace>
  <inkml:trace contextRef="#ctx0" brushRef="#br0" timeOffset="40372.39">23082 9793 76 0,'0'0'23'0,"9"-32"33"0,-9 21-11 15,-6 2 0-15,-8 6 5 16,-3 3-7-16,-5 0-11 16,0 8-8-16,1 4-2 0,3 5-8 15,3 1-9-15,3 4-3 16,6 1 0-16,3 0 0 16,3 0 0-16,0-1 2 15,7-2 0-15,5-4-1 16,2-3-4-16,4-6-10 0,3-2-17 15,2-5-17-15,2 0-11 16,1-8-5-16,-2-4 9 16,-3-1-8-16,-6 0 34 15,-6 1 28-15,-5 2 5 16,-4 2 29-16,0 2 20 0,-8 2-1 16,2 4 0-16,-2 0-21 15,2 0-12-15,2 8-12 16,2 0 8-16,2 3-6 15,0-1-3-15,4 1-2 16,5 2-2-16,3-1-3 0,0-2 0 16,3-2 0-16,1-1 0 15,2-4 2-15,1-2-1 16,0-1 2-16,0-6-3 16,-2-4-2-16,-2-1 0 15,-4-3-1-15,-5-2 0 0,-3 3-1 16,-3 1 0-16,-6 1 1 15,-4 2-1-15,-4 2 1 16,-3 1 0-16,3 2 0 16,-2 0 1-16,4 2 0 15,1 0 0-15,2 2 0 0,4 0 0 16,0-1 0-16,4 1-1 16,1 0 1-16,0-2 0 15,4 1-3-15,6-3 2 16,4 1 0-16,5-2 2 15,0 1-1-15,1 0-1 0,1 1 1 16,-2 2 0-16,-1 1-1 16,-3 0 1-16,-1 6 0 15,-1 3 0-15,-2 1 0 16,0 1 1-16,-2 1-2 16,-2 1 2-16,-2-1-1 0,1 0 1 15,-3-1-1-15,0-3 0 16,-1-1 0-16,0-4 1 15,1 0-1-15,-1-3 1 16,1 0 0-16,2-3 0 16,-1-5 0-16,3-5-1 15,2-1 1-15,1-2 0 0,2 1-1 16,-1 0 1-16,0 2 0 16,-2 3 0-16,0 2-1 15,-1 6 1-15,-4 2-1 16,0 0-1-16,2 3 1 15,0 6 0-15,-1 2 0 0,1 1 0 16,1 1 1-16,-1 0 1 16,-1-1-2-16,-2 1 2 15,2-4-2-15,0 0 0 16,-4-4 0-16,2 0 0 16,-2-4 0-16,1-1 1 0,-1 0 1 15,1-4 1-15,0-6-1 16,1-2-1-16,3-4-1 15,-2 0 1-15,2-1-1 16,1 2 1-16,0 0-1 16,0 5 0-16,-2 2-1 0,2 5 1 15,-1 3-1-15,0 0 0 16,0 6 1-16,0 4 0 16,0 3 0-16,-1 2 0 15,2 0 1-15,-2 2-1 16,1-2 1-16,-1 0-3 0,0-3-34 15,-1-5-75-15,1-4-29 16</inkml:trace>
  <inkml:trace contextRef="#ctx0" brushRef="#br0" timeOffset="40901.03">23816 9813 295 0,'-4'-3'6'0,"1"2"39"0,3 1-32 16,0 10 2-16,0 5 21 0,4 6 1 16,4 2-7-16,-1 5-16 15,0 3-9-15,-2 2-2 16,-2 2-1-16,-3 1 0 16,0-2-1-16,-3-3-1 15,-2-3 2-15,2-5-1 16,1-7 0-16,0-6 1 0,0-6-1 15,2-4 0-15,-2 0 4 16,1-8-3-16,0-4-1 16,0-4 0-16,1-3 0 15,0-2-1-15,0-4 0 16,0 0-3-16,1-3 0 0,4-2 2 16,2-1 0-16,4 1 0 15,1 1 0-15,2 2 0 16,0 4 0-16,-1 3 0 15,4 4 0-15,-5 4 1 16,1 3-2-16,-1 4 0 0,-2 2 2 16,-3 3-3-16,-1 0 2 15,-3 1-1-15,-2 7 0 16,-1 2 1-16,0 2 1 16,-2 2 0-16,-8 0 0 0,2 2 0 15,-2-2 1-15,-2 0-1 16,0-3-15-16,-1-1-17 15,-2-1-11-15,-1-4-19 16,2-2 8-16,1-3-2 16,4 0-11-16,4-5-100 15</inkml:trace>
  <inkml:trace contextRef="#ctx0" brushRef="#br0" timeOffset="41868.33">24101 9827 266 0,'0'0'2'0,"0"0"11"0,0 0-5 16,0 0 6-16,0 0 4 16,0 0-1-16,-10 33 2 15,10-22-8-15,0 2-7 0,5 0 0 16,1 1-1-16,1-2-2 15,0-1 2-15,2-3-1 16,1-4 2-16,0-3-2 16,1-1 3-16,0-1-1 15,0-8-1-15,-1-2 2 0,-1-1-3 16,-3-1 0-16,-4-2 0 16,-1 0-1-16,-1 4 0 15,-1-1 1-15,-6 1-2 16,-2 2 1-16,-1 1-1 0,0 2 0 15,-1 2 0-15,4 1 1 16,0 1-1-16,4 0 0 16,-1 1 0-16,3 1 0 15,1 0 0-15,0 0 0 16,2-1-1-16,5 0 0 16,2-1 0-16,2 1 0 0,2 1 1 15,2-1 0-15,-3 1 0 16,3 0-1-16,0 0 0 15,-3 2 0-15,2 2 1 16,-2 2 1-16,0 2 1 16,-1 1 2-16,0 0 2 0,-2 2-3 15,-2-1-2-15,-1 0 1 16,-1-1-1-16,0-2-1 16,-1 0 1-16,0-1 0 15,-2-2 0-15,0-1 0 16,1-1 1-16,0-2 5 0,0 0 9 15,1-3 0-15,1-5-6 16,1-3-5-16,4 0-3 16,-2-3-1-16,3 1 0 15,-1 0 0-15,-1 3-1 16,-2 2 1-16,-1 3-1 0,-1 3 0 16,-4 2 0-16,2 0-1 15,-1 0 0-15,1 7 1 16,0 1 1-16,0 0-1 15,2 4 0-15,-1-2 1 0,3 1-1 16,-1-1 0-16,1 0 1 16,3-2-2-16,0-1 1 15,4-2 1-15,-1-1-1 16,2-3 0-16,2-1 0 16,0 1 0-16,-1-7 0 15,-2-2 3-15,0-2-3 0,-4 0 0 16,-2-2 0-16,-4-1 1 15,-2 2 1-15,-2 0-1 16,0 2-1-16,-5 1 2 16,-2 2-2-16,1 5 0 15,-2 1 0-15,-1 0 0 0,4 5 1 16,-2 4-2-16,3 2 2 16,-1 2-2-16,5-1 1 15,0 1-1-15,0-2 1 16,6 0-1-16,3 0 1 15,1-2-1-15,0-2-25 0,0-3-39 16,2-3-52-16,-1-1-7 16</inkml:trace>
  <inkml:trace contextRef="#ctx0" brushRef="#br0" timeOffset="42250.46">24730 9858 277 0,'0'0'32'0,"0"0"-22"0,0 0 3 0,0 0-12 16,0 0 5-16,0 0 22 16,0 0 4-16,0 0-17 0,-17 36-11 15,19-27-2-15,-1-1-1 16,-1-1 1-16,0-1 0 16,0-4 0-16,0 1 1 15,-1-3 1-15,-2 0 0 16,1-3 1-16,2-5-3 0,0-3 0 15,0 0 0-15,5-1-2 16,3 1 0-16,1-1 1 16,1 4-1-16,-2 2-1 15,2 2-1-15,-3 4-1 16,0 0 1-16,0 5 1 0,-1 4 2 16,1 1-2-16,-3 2 1 15,0 0 0-15,-1 1 0 16,-1 1 0-16,-2-1 1 15,0-1-2-15,0-3-46 16,-2-1-36-16,-1-4-14 16</inkml:trace>
  <inkml:trace contextRef="#ctx0" brushRef="#br0" timeOffset="42700.1">24943 9699 292 0,'0'0'15'0,"0"0"-14"0,0 0 27 0,0 0-10 16,0 0-21-16,0 0 24 15,0 0 21-15,0 0-17 16,32 40-6-16,-25-18-3 15,-1 2-9-15,-1 1-4 16,0-1-1-16,-3 1-1 0,1-3 0 16,1-4-1-16,1-3 0 15,2-4-1-15,2-4 0 16,3-5 2-16,2-2 0 16,3-2 0-16,3-8 0 15,2-1 0-15,0-1-1 0,-1 1 0 16,-2 3 0-16,-3 2 1 15,-2 3-2-15,-5 3 1 16,-4 2-1-16,-2 5 0 16,-3 3 1-16,0 1 0 15,-1 1 0-15,-7 1 1 0,1 0-2 16,-1-1-16-16,0-1-57 16,2-6-32-16,-2-3-64 15</inkml:trace>
  <inkml:trace contextRef="#ctx0" brushRef="#br0" timeOffset="42869">25023 9815 351 0,'0'0'56'0,"0"0"-34"0,24-30 0 16,-1 25-16-16,2 0-3 15,5 2-3-15,2 1 2 16,0-3-2-16,-3-6-76 16,-6-9-200-16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29:24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16 256,'-14'-5'236,"14"5"-171,-1 0-1,0 0 0,1 0 0,-1 0 0,0 0 1,1 0-1,-1 0 0,0 0 0,1-1 0,-1 1 1,1 0-1,-1 0 0,0-1 0,1 1 0,-1 0 1,1-1-1,-1 1 0,1 0 0,-1-1 0,1 1 1,-1-1-1,1 1 0,-1-1 0,1 1 1,0-1-1,-1 1 0,0-2 0,1 2-97,0 0 1,0-1-1,-1 1 0,1 0 1,0 0-1,0 0 0,-1 0 1,1 0-1,0 0 0,-1-1 0,1 1 1,0 0-1,0 0 0,-1 0 1,1 0-1,0 0 0,-1 0 1,1 0-1,0 0 0,-1 0 1,1 1-1,0-1 0,0 0 0,-1 0 1,1 0-1,0 0 0,-1 0 1,1 0-1,0 1 0,0-1 1,0 0-1,-1 0 0,1 0 0,0 1 1,0-1-1,-1 0 0,1 0 1,0 1-1,0-1 0,0 4-949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29:40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0,'0'0'0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29:45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71 2210,'0'-2'339,"0"1"-1,0-1 1,0 1 0,0-1-1,-1 0 1,1 1-1,0-1 1,0 1 0,-1-1-1,1 1 1,-1 0-1,0-1 1,1 1 0,-1-1-1,0 1 1,0 0 0,0 0-1,0-1 1,0 1-1,0 0 1,0 0 0,-3-2-1,1 2 9,0 0-1,0-1 1,0 1-1,0 1 1,0-1 0,-1 0-1,1 1 1,0 0-1,-1 0 1,-3 0-1,6 0-332,-1 1 0,1-1 0,-1 1-1,1 0 1,0 0 0,-1 0 0,1 0-1,0 0 1,0 0 0,-1 0 0,1 0 0,0 0-1,0 0 1,0 1 0,0-1 0,1 0-1,-1 1 1,0-1 0,1 1 0,-1-1-1,0 1 1,1-1 0,0 1 0,-1-1-1,1 1 1,0 1 0,-8 50-40,7-48 54,-3 33 9,1 0 0,5 66 0,-1-93-29,0 0 1,1 0-1,0 0 1,1 0-1,0 0 1,1 0-1,0-1 1,1 1-1,0-1 1,0 0-1,1-1 1,0 0-1,14 16 1,-16-22-2,-1 1 0,1-1 0,0-1 0,0 1 0,0-1 0,0 1 0,0-1 1,0 0-1,1 0 0,-1-1 0,0 0 0,1 1 0,0-2 0,-1 1 0,1 0 1,0-1-1,-1 0 0,1 0 0,0 0 0,-1-1 0,1 1 0,0-1 0,-1 0 0,1-1 1,-1 1-1,7-4 0,-6 3 2,1-1 1,-1 0 0,1-1-1,-1 1 1,0-1-1,0 0 1,-1 0 0,1-1-1,-1 1 1,0-1 0,0 0-1,-1 0 1,1 0-1,-1-1 1,0 1 0,-1-1-1,1 0 1,-1 0-1,2-10 1,-9-20 3385,4 40-3395,1 0 0,-1 0 0,1-1 0,0 1 0,1 0 0,-1 0 0,1 0 0,0 0 0,-1-1 0,2 1 0,-1 0 0,0-1-1,1 1 1,-1-1 0,1 1 0,0-1 0,0 0 0,1 0 0,-1 0 0,1 0 0,-1 0 0,1-1 0,5 5 0,-1-1 1,0 0-1,1 0 1,0 0 0,0-1 0,0-1-1,0 1 1,1-1 0,14 5 0,-16-8 1,0 1 1,0-1-1,0 0 1,0-1-1,0 0 1,0 0-1,-1 0 1,1-1-1,0 0 1,0 0-1,0-1 1,0 0-1,-1 0 1,1 0-1,-1-1 1,0 0-1,1 0 1,-1-1-1,-1 0 1,1 0-1,-1 0 1,1 0-1,-1-1 1,0 0-1,-1 0 1,5-7-1,-1 1 7,-1-1 0,0 0 0,-1 0-1,0 0 1,-1-1 0,-1 0 0,0 0-1,0 0 1,-2-1 0,1 1 0,-2-1-1,1-19 1,-2 23-7,0 1-1,0 0 1,-1-1-1,0 1 1,0 0 0,-1 0-1,0-1 1,-1 1-1,0 1 1,-1-1-1,1 0 1,-2 1 0,1 0-1,-1 0 1,0 0-1,-1 0 1,0 1 0,0 0-1,-1 0 1,1 1-1,-2 0 1,1 0-1,-1 0 1,1 1 0,-1 1-1,-13-7 1,12 7-146,0 1-1,0 0 1,-1 0 0,0 0 0,0 1 0,1 1 0,-20-1 0,28 9-7314,5-7 3988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22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0,'2'0'222,"-1"-1"-1,1 1 1,-1-1 0,1 0 0,-1 0-1,0 0 1,1 0 0,-1 0 0,0 0-1,0 0 1,0 0 0,0 0 0,0 0-1,0-1 1,0 1 0,0 0 0,0-1-1,-1 1 1,1-1 0,-1 1 0,1 0-1,-1-1 1,1 0 0,-1 1 0,0-1-1,0 1 1,0-1 0,0 1 0,0-1-1,0 0 1,0 1 0,0-1 0,0 1-1,-1-1 1,1 1 0,-1-1 0,1 1-1,-2-2 1,34 12-350,-29-8 27,-1 1 1,1-1-1,-1 0 0,1 1 0,-1-1 0,1-1 1,0 1-1,0 0 0,-1-1 0,1 1 1,0-1-1,0 0 0,0 0 0,0 0 1,3-1-1,9-6-5814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29:52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2626,'0'8'850,"0"-1"0,-1 0 0,0 0 0,0 1 0,-1-1 0,0 0 0,0 0-1,0 0 1,-5 8 0,-2 8-564,2 0-1,0 1 0,1 0 1,2 0-1,0 0 1,2 1-1,0 40 1,2-54-198,1 1 1,0-1-1,0 0 1,1 0-1,1 0 1,0 0 0,0 0-1,1-1 1,0 1-1,1-1 1,1 0 0,-1 0-1,1-1 1,1 0-1,0 0 1,0 0-1,1-1 1,16 14 0,-20-19-29,1-1 0,0 0 0,0 0 0,-1 0 0,1-1 0,0 1 0,0-1 0,1-1 0,-1 1 0,0-1 0,0 1 0,0-1 0,1-1 0,-1 1 0,0-1 0,0 0 0,0 0 0,9-4 0,11-4 157,0-1 0,34-19 0,-27 13-129,-26 12-10,1 1-1,0-1 1,-1-1 0,0 1 0,0-1 0,0 0-1,-1 0 1,1 0 0,-1-1 0,-1 0 0,1 0-1,-1 0 1,0-1 0,0 0 0,-1 1 0,0-1-1,0 0 1,0-1 0,1-6 0,0-11 164,-1-1 0,0 1 0,-2 0 0,-3-34 0,1 20-376,-4-33 190,5 66-52,-1-1 0,0 1 1,-1-1-1,0 1 1,0 0-1,0-1 1,-1 1-1,-5-9 1,2 10-1723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29:53.8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4132,'0'0'7217,"3"-6"-7174,-3 4-15,1 0-1,-1 0 1,1 1-1,0-1 1,0 0-1,0 1 1,0-1 0,0 1-1,0-1 1,0 1-1,0 0 1,1-1-1,-1 1 1,0 0-1,1 0 1,-1 0 0,1 0-1,0 0 1,-1 0-1,1 0 1,2 0-1,47-3 1231,-44 4-1179,50 3 234,0 2 0,-1 3 0,0 3 0,105 33-1,-155-38-636,-6-6 188,0 0 0,1 0-1,-1 0 1,0 1-1,0-1 1,0 0-1,0 0 1,0 0 0,0 1-1,0-1 1,0 0-1,0 0 1,0 0 0,0 1-1,0-1 1,0 0-1,0 0 1,0 0-1,0 1 1,0-1 0,0 0-1,0 0 1,0 1-1,0-1 1,0 0-1,-1 0 1,1 0 0,0 0-1,0 1 1,0-1-1,0 0 1,0 0-1,0 0 1,-1 0 0,1 1-1,0-1 1,0 0-1,0 0 1,-1 0 0,1 0-1,0 0 1,0 0-1,0 0 1,-1 0-1,1 0 1,0 0 0,0 1-1,0-1 1,-1 0-1,1 0 1,-4 0-3158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29:54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0 6278,'0'0'4340,"10"9"-3555,181 115 2092,-186-122-2804,-1 1 0,0-1 0,0 1 0,0 0 0,-1 0 0,1 0 0,-1 0 0,1 1 0,-1-1 0,0 1 0,0 0 0,-1 0 0,4 6 0,-6-7-36,1-1 1,-1 1 0,0 0-1,1 0 1,-1-1 0,-1 1 0,1 0-1,0 0 1,-1-1 0,1 1 0,-1 0-1,0-1 1,0 1 0,0-1-1,0 1 1,0-1 0,-1 1 0,1-1-1,-1 0 1,1 0 0,-1 1 0,0-1-1,0-1 1,-4 4 0,-149 141 212,86-86-3052,40-35 208,-6 5-2515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15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1057,'2'1'547,"-1"-1"-1,1 0 1,0 0-1,-1 0 1,1 0-1,0 0 1,-1 0 0,1 0-1,0 0 1,-1-1-1,1 1 1,-1-1-1,1 1 1,-1-1 0,1 0-1,-1 0 1,1 1-1,-1-1 1,1 0-1,-1 0 1,0 0 0,0-1-1,1 1 1,-1 0-1,2-3 1,-1 4-649,0 8-297,0 7-1839,-2-8-2572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17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732 24 0,'0'0'4778,"0"-4"-4420,2-16 2503,-22 57-2391,-180 273 576,181-287-669,-1-1-1,-1-1 1,0-1 0,-41 28-1,-14 14 298,41-33-555,-52 32-1,54-39-47,1 1-1,-44 40 1,71-58-26,-15 16-17,20-21-16,-1 0 0,1 0 0,0 0 0,-1 0 0,1 0 0,0 0 0,-1 0 0,1 1 0,0-1 0,0 0 0,-1 0 0,1 0 0,0 1 0,0-1 0,-1 0 0,1 0 0,0 1 0,0-1 0,0 0 0,0 0 0,-1 1 0,1-1 0,0 0 0,0 1 0,0-1 0,0 0 0,0 0 0,0 1 0,0-1 0,0 0 0,0 1 0,0-1 0,0 0 0,0 1 0,0-1 0,0 0 0,0 1 0,0-1 0,0 0 0,0 0 0,0 1 0,1-1 0,-1 0 0,0 1 0,3-16-13144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18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2691,'-7'3'4086,"-22"34"-2423,20-16-1067,2 0 0,0 1 0,1 0 0,-4 38 0,-4 13-170,13-68-339,0 1 1,1-1-1,-1 1 0,1-1 1,1 1-1,0 8 0,1 11 893,46-25 733,-9-1-1285,1-2 1,0-1-1,-1-2 0,59-18 0,-92 23-326,11-4-79,-12 4 199,-8 3 387,2 4-680,1 0-1489,-4-7-3189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24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27 815 2594,'-1'0'202,"0"0"0,0 0 0,0 0-1,0 0 1,0 0 0,0 0 0,0 0-1,0 0 1,0 0 0,0 0-1,0-1 1,0 1 0,0 0 0,0-1-1,1 1 1,-1-1 0,0 1 0,0-1-1,0 1 1,0-1 0,1 1-1,-1-1 1,0 0 0,1 0 0,-1 1-1,0-1 1,1 0 0,-1 0 0,1 0-1,-1 0 1,1 1 0,-1-2-1,5-36 1580,-4 36-1917,20-87 456,5 0 0,3 2 1,3 1-1,5 1 0,73-125 0,-73 161-291,-26 37-40,0-1-1,15-26 1,-25 39 10,0 0-1,1 0 1,-1 0-1,0-1 0,0 1 1,1 0-1,-1 0 1,0 0-1,0 0 1,1 0-1,-1 0 1,0 0-1,0 0 1,1 1-1,-1-1 0,0 0 1,0 0-1,0 0 1,1 0-1,-1 0 1,0 0-1,0 0 1,1 0-1,-1 1 1,0-1-1,0 0 1,0 0-1,0 0 0,1 0 1,-1 1-1,0-1 1,0 0-1,0 0 1,0 0-1,0 1 1,1-1-1,-1 0 1,0 0-1,0 1 1,0-1-1,0 0 0,0 0 1,0 1-1,0-1 1,0 0-1,0 0 1,0 1-1,0-1 1,0 0-1,0 0 1,0 1-1,0-1 1,0 0-1,-1 0 0,1 1 1,2 9-1013,-4-5-3411,-3-5-556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25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0 344 1698,'0'0'4729,"2"-9"-3987,0-2-573,0 1 0,1 0 0,0 0 0,1 0-1,0 0 1,0 0 0,1 1 0,0 0-1,1 0 1,0 0 0,0 1 0,10-10 0,36-29 263,3 2 0,96-61 1,-151 106-436,1 0 1,-1-1-1,0 1 1,0 0-1,0 0 1,1-1-1,-1 1 1,0 0-1,0 0 1,1-1 0,-1 1-1,0 0 1,1 0-1,-1 0 1,0 0-1,1 0 1,-1-1-1,0 1 1,1 0-1,-1 0 1,0 0-1,1 0 1,-1 0-1,0 0 1,1 0-1,-1 0 1,0 0-1,1 0 1,-1 0-1,0 0 1,1 1 0,-1-1-1,0 0 1,1 0-1,-1 0 1,0 0-1,1 0 1,-1 1-1,0-1 1,0 0-1,1 0 1,-1 1-1,0-1 1,0 0-1,0 0 1,1 1-1,-1-1 1,0 0-1,0 0 1,0 1 0,0-1-1,1 0 1,-1 1-1,0-1 1,0 0-1,0 1 1,0-1-1,0 0 1,0 1-1,0-1 1,0 1-1,0-1 1,0 0-1,0 1 1,0-1-1,0 0 1,0 1-1,-1-1 1,1 1-166,0 0-1,0 0 1,-1 0-1,1 0 1,-1 0 0,1 0-1,-1 0 1,1 0 0,-1 0-1,1 0 1,-1 0 0,0 0-1,1 0 1,-1-1-1,0 1 1,0 0 0,0-1-1,0 1 1,0 0 0,0-1-1,0 1 1,0-1 0,0 0-1,0 1 1,-1-1-1,-11 1-5943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25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2466,'0'0'8195,"4"-8"-7960,-3 5-213,1 0 0,-1 0 0,1 0 0,0 0 0,0 0 0,0 0 0,0 1 1,1-1-1,-1 1 0,1 0 0,0 0 0,-1 0 0,1 0 0,4-2 0,4 0 56,-1 0 0,1 0 0,0 1 0,12-1-1,12-3 382,-1 2 1,55-1-1,-88 6-425,0 0 0,0 0 0,0 0 0,0 0 0,0 0 0,-1 0 0,1 1 0,0-1 0,0 0 0,0 0 0,-1 1 0,1-1 0,0 1 0,0-1 0,-1 1 0,1-1 0,0 1 0,-1-1 0,1 1 0,0-1 0,-1 1 0,1 0 0,-1-1 0,1 1 0,-1 0 0,1 1 0,1 26 660,-3-18-544,-1-1 1,-1 0-1,1 0 1,-7 12 0,-54 103 362,26-53-954,-47 124 0,68-145-2986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27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65 384,'0'0'7832,"-12"-10"-3562,11 13-3627,-1-14 699,-1-16 587,3 27-1972,0-1 0,0 0 1,0 0-1,0 1 0,0-1 1,0 0-1,0 0 1,0 1-1,0-1 0,0 0 1,0 1-1,1-1 0,-1 0 1,0 0-1,1 1 1,-1-1-1,0 0 0,1 1 1,-1-1-1,1 1 1,-1-1-1,1 0 0,-1 1 1,1-1-1,-1 1 0,1-1 1,-1 1-1,1 0 1,0-1-1,-1 1 0,2-1 1,21 4-3011,-3 0 439,-3-3-2111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29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10 6470,'-14'40'1473,"7"-25"2186,10-24 1747,1 2-5211,-1 0-1,2 0 1,-1 1 0,11-13 0,1 10-4975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34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1441,'0'2'299,"0"-1"0,-1 1 0,1-1 0,0 1 0,-1-1 0,1 1 0,-1-1 0,1 1 0,-1-1 0,0 0-1,0 1 1,1-1 0,-1 0 0,0 0 0,0 0 0,0 0 0,0 1 0,-1-1 0,1-1 0,0 1 0,0 0 0,-1 0-1,-3 2 5949,20-2-6611,-11-1-534,1 1 0,0-1 0,0 0 0,0-1 0,0 1 0,-1-1 0,6-1 0,5-7-5060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3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4452,'0'0'288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30:35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9385,'0'0'128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32:35.8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17527 6994 129 0,'0'0'11'0,"0"0"142"0,0 0-86 0,0 0-16 16,0 0-43-16,0 0 14 15,0 0 20-15,3 43-12 0,-3-15 4 16,-5 9-1-16,-2 5-5 15,-2 5-17-15,-1 2 2 16,1-2-6-16,-1-1-4 16,2-5-1-16,2-3 0 15,0-6-1-15,2-4 0 16,1-5-1-16,0-5 0 0,1-5-1 16,2-2-9-16,0-6-25 15,0-5-6-15,0 0-20 16,5-9 9-16,0-8-108 15</inkml:trace>
  <inkml:trace contextRef="#ctx0" brushRef="#br0" timeOffset="356.01">17466 7097 165 0,'0'0'47'0,"0"0"5"0,0 0-17 0,0 0 0 15,0 0-2-15,0 0-1 16,20-29-6-16,-4 21-4 0,5-2-6 16,6-3-4-16,3 0-6 15,3-2-3-15,0 0-2 16,0 0 0-16,-1 4-1 16,-6 1 0-16,-5 3-4 15,-4 2-44-15,-6 5-61 0,-5 0-20 16</inkml:trace>
  <inkml:trace contextRef="#ctx0" brushRef="#br0" timeOffset="643.65">17523 7240 172 0,'0'0'32'0,"0"0"1"15,0 0 4-15,0 0-7 16,0 0 5-16,0 0 4 16,0 0 2-16,0 0 8 0,0 0-22 15,14 20-9-15,4-28-5 16,7-2-4-16,2-2-7 15,2 2 0-15,0-1-2 16,-2 1-2-16,-4 2-35 16,-4 1-154-16</inkml:trace>
  <inkml:trace contextRef="#ctx0" brushRef="#br0" timeOffset="1148.74">17805 7455 191 0,'0'0'41'0,"0"0"15"0,0 0-3 15,0 0 12-15,0 0-21 16,0 0-9-16,0 0-16 16,0 0-7-16,-37 16-3 15,26-4 1-15,0 4 4 16,2 3-1-16,0-1-8 0,5 1-1 15,1-2-2-15,3 1 0 16,0-5 1-16,4-1-1 16,6-2 2-16,3-5 1 15,2-3 1-15,-1-2-4 16,1 0 1-16,0-7 0 0,0-3-2 16,0-3 1-16,-4-4-1 15,-1-2-1-15,-3 0 0 16,-4-1-1-16,-3 2 1 15,0 3-2-15,-11 4-1 16,-3 3-1-16,-2 4-13 0,-1-2-65 16,3-4-181-16</inkml:trace>
  <inkml:trace contextRef="#ctx0" brushRef="#br0" timeOffset="13770.88">18980 6956 58 0,'0'0'13'0,"0"0"62"15,0 0-46-15,0 0-1 16,0 0-2-16,0 0 0 0,0 0-10 16,0 0-7-16,0 0-3 15,0 0-1-15,0 0-1 16,0 0-1-16,-27-13 1 15,18 13-3-15,-1 2 0 16,-3-1-1-16,3 2 2 0,-2-1-2 16,2 0 1-16,0-1-1 15,1-1 1-15,2 0-1 16,2 0 0-16,-1 0 0 16,3 0 0-16,-1 0 1 15,2-1-1-15,0 1 1 16,2 0-1-16,-1 1 0 0,1 3-1 15,-1 1 0-15,1 3 1 16,-2 7 1-16,2 3-1 16,-1 7 6-16,-2 8 3 15,0 4 13-15,0 8 1 16,0 7-5-16,0 5 3 0,0 3-8 16,1 4-5-16,-1 3-4 15,0 1 1-15,0-3 1 16,-1-2-3-16,0-3 1 15,2-3 0-15,1-4 3 16,-3-5-3-16,1-4-1 0,1-4-1 16,-1-4 0-16,0-5-1 15,-1-3 1-15,-2-4 0 16,1-1 2-16,-3-1 0 16,1-2-1-16,0-1-1 15,-2-1 0-15,0 1 0 0,0-3-1 16,1 1-1-16,1-2 1 15,-1-1 0-15,1-2-1 16,3-1 1-16,-1 0 0 16,1-1 0-16,3-2-1 15,0 1 2-15,1-2-2 0,-2 1 1 16,2-3-1-16,0 3 0 16,0-2 0-16,0-1 2 15,0 1-2-15,0 0 0 16,0-2 0-16,0-1 0 15,0 1 0-15,0-1 0 16,0 0 0-16,0-3 0 0,0 2 0 16,2-2 1-16,0 1 0 15,3-1-1-15,3 0 1 16,4 0 1-16,4 0-2 16,4 0 1-16,3-3 0 0,4 0 0 15,2 0-1-15,1 1 5 16,0 0 0-16,-1-1-1 15,-2 3-2-15,-3-2-1 16,-3 1 1-16,0 0-1 16,-2-2 0-16,-2 2-1 15,-2-1 1-15,-1-1-1 0,-3 1 1 16,-1 0-1-16,-2-1 0 16,-1 0 1-16,-1 1-2 15,0-1 2-15,1-2-2 16,-3 1-19-16,-1-3-32 15,0-4-73-15,-3-5-74 0</inkml:trace>
  <inkml:trace contextRef="#ctx0" brushRef="#br0" timeOffset="14519.5">19046 6991 142 0,'-1'-5'44'0,"0"-2"7"16,-2 3-33-16,3 0 7 15,-2 2-3-15,1 1-8 16,1 0 0-16,0 1-7 0,0 0-7 16,0 0-1-16,0 3 1 15,6 4 0-15,1 2 1 16,3 2 2-16,3 2 4 16,2 3-1-16,2 2-2 15,0 0-2-15,0 2-1 0,1-2-1 16,-4-2 0-16,-1-1 0 15,-4-3-10-15,-1-4-29 16,-2 0 3-16,-5-4-29 16,2-3-63-16</inkml:trace>
  <inkml:trace contextRef="#ctx0" brushRef="#br0" timeOffset="14890.01">19314 6984 140 0,'0'0'9'0,"0"0"38"15,0 0-20-15,0 0 3 16,0 0-5-16,0 0-4 15,0 0-11-15,0 0-11 16,0 0 8-16,-5 0 10 16,-5 16-5-16,-2 1-6 0,0 1-3 15,1-1-2-15,-1 0 0 16,1 0-1-16,1-3-1 16,1-1 1-16,1 0-3 15,2-4-16-15,0-1-16 16,2-2 3-16,-1-1-6 0,3-2-9 15,0-2-46-15</inkml:trace>
  <inkml:trace contextRef="#ctx0" brushRef="#br0" timeOffset="15223.65">19196 7140 125 0,'0'0'24'0,"0"0"32"15,0 0-21-15,0 0-10 0,0 0-4 16,0 0-2-16,0 0-5 15,0 0-11-15,0 0-5 16,0-9 2-16,0 16 1 16,-1 3 0-16,0 3 7 15,0 0-5-15,0 4-2 16,1 1 0-16,0-2 0 0,0 2 0 16,0-3-1-16,-1 0-4 15,1-5-27-15,-1 0-27 16,0-5-69-16</inkml:trace>
  <inkml:trace contextRef="#ctx0" brushRef="#br0" timeOffset="16241.68">19396 7245 130 0,'0'0'43'0,"0"0"20"0,0 0-28 0,-2 2-27 15,-3 8 3-15,1 1 6 16,0 6 7-16,1 1-5 16,0 0-9-16,2 2-7 15,-1 0-2-15,2-2-1 0,0-4-1 16,0-2-41-16,0-4-30 15,3-7-86-15</inkml:trace>
  <inkml:trace contextRef="#ctx0" brushRef="#br0" timeOffset="16614.96">19933 6997 208 0,'0'0'5'16,"0"0"38"-16,0 0-15 16,0 0-28-16,0 0 2 0,0 0 3 15,0 0-1-15,39 38-1 16,-26-21 0-16,2 1-2 16,0-1-1-16,0-2-10 15,1-4-63-15,-2-3-127 16</inkml:trace>
  <inkml:trace contextRef="#ctx0" brushRef="#br0" timeOffset="16862.93">20269 6989 248 0,'0'0'6'16,"0"0"41"-16,0 0-41 15,0 0-5-15,0 0 7 16,-35 25 3-16,22-12 3 16,-1 0-7-16,1 2-5 0,-1 1-1 15,-1-1-1-15,1 1 0 16,0-2-1-16,0-1-12 16,3-2-19-16,2-2-4 15,2-2-19-15,3-2-1 16</inkml:trace>
  <inkml:trace contextRef="#ctx0" brushRef="#br0" timeOffset="17079.89">20073 7195 180 0,'0'0'30'16,"0"0"12"-16,0 0-39 15,0 0 21-15,0 0-1 16,0 29-5-16,0-17-8 0,0 2-7 16,0 2-2-16,-2 1-1 15,-2 1 1-15,0 0-18 16,1-4-44-16,1-4-93 16</inkml:trace>
  <inkml:trace contextRef="#ctx0" brushRef="#br0" timeOffset="17467.79">20180 7337 286 0,'0'0'2'0,"0"0"49"16,19-32 1-16,-14 28-26 15,2 1-13-15,-1 3-7 16,0 0-1-16,0 3-5 0,-2 7 0 16,-1 0 0-16,-2 2 0 15,-1-1 1-15,0 3-2 16,-3 0-1-16,-4-2-2 16,0-1-6-16,-2 1-6 0,-1-2-4 15,1 0 1-15,2-3 10 16,0-1 2-16,3 0 6 15,2-2 1-15,2-1-1 16,0-1 1-16,3-2-2 16,7 0 3-16,4 0-1 15,1 0 1-15,6 0-1 0,2 0-1 16,1-3-12-16,-2-2-35 16,-2 1-19-16,0-2-155 15</inkml:trace>
  <inkml:trace contextRef="#ctx0" brushRef="#br0" timeOffset="18362.07">20480 6907 187 0,'0'0'40'0,"0"0"-23"0,0 0 23 0,0 0-16 16,0 0-12-16,0 0-6 15,0 0-5-15,32-17 2 16,-19 17 1-16,2 0 6 16,-1 0-3-16,0 0-1 0,0 0 2 15,-2 0-2-15,-2 1 0 16,0 3-3-16,-1 2-1 16,-2 2-1-16,-1 2 0 15,-2 3 0-15,-1 4 1 0,-2 3 2 16,-1 5 2-16,0 5 7 15,0 5-4-15,-1 4 1 16,-4 6-4-16,1 4 0 16,-2 5 0-16,2 2 2 15,0 1 2-15,2 5-4 0,-1 2 0 16,1-2 1-16,-5-2-2 16,2-1-2-16,-3-3 0 15,0-3 2-15,1-5 3 16,0-5-3-16,-2-2 0 15,2-6 3-15,1-3 2 16,0-6-2-16,0-3-1 0,-1-3-2 16,1-4 0-16,1-1-2 15,0-4-2-15,1-2 0 16,0-1 0-16,2-1-1 16,-1 0 1-16,1-1-1 15,-1 2 1-15,0 0-1 0,1 1-1 16,0-1 1-16,-2 2 1 15,3 0-1-15,-1 0 1 16,-1-1-2-16,2 0 1 16,-3-1 0-16,1-1 0 0,-1 0 1 15,-5-2 0-15,-2 1 1 16,-7-1 3-16,-8 2 1 16,-10-1-4-16,-13 1-1 15,-10 0 0-15,-10-1-18 16,-8 1-42-16,0-6-63 15,1-1-83-15</inkml:trace>
  <inkml:trace contextRef="#ctx0" brushRef="#br0" timeOffset="24815.7">19484 6869 86 0,'1'-2'47'0,"-1"0"-6"0,0-1-7 0,0 1-5 16,0-1-2-16,0 0-5 16,0 2-4-16,0-2 0 15,0 0 0-15,0 0 2 0,0 0-1 16,0-1-4-16,0 1-5 16,0 1 1-16,0-1-2 15,-2 0-3-15,-1-1 1 16,-1 2-2-16,0-1-1 15,-3 0-1-15,0 1 2 0,-3-1-2 16,0 0 2-16,0 1-5 16,-2-1 1-16,2 1 0 15,-2-2 0-15,2 0 0 16,-3 2 0-16,3 1 0 16,-2-1 0-16,0 2-1 0,1 0 1 15,-2 0-1-15,2 0 0 16,-3 2 0-16,1 1 1 15,2-1-1-15,-1 1 0 16,1 1 0-16,0-1 0 16,1 0 0-16,1 0 0 0,0 0-1 15,-1 1 1-15,1-1 1 16,0-1-1-16,0 0 0 16,-2 1 0-16,1 0 0 15,2 0 0-15,-1-1 1 16,2 1-2-16,0 1 1 15,1-1 0-15,-2 0 1 0,3 3-2 16,-1-2 1-16,-1 1 0 16,1 3 1-16,-1 0-1 15,1 2 1-15,-1 2 0 16,-1 1 0-16,0 4 1 0,1 3 2 16,-3 0-3-16,1 2 2 15,2 3-1-15,-1 0 0 16,2 1-1-16,-1 1 0 15,1-2 0-15,1 1 0 16,1-2 1-16,-1-1-1 0,2 1 0 16,1-1 1-16,-1 1 2 15,0-1 0-15,2 1-1 16,-1-1 0-16,1 1 0 16,-1-2 0-16,-1 0-1 15,1 1 2-15,0-1 1 16,-2 1-2-16,1 1 0 0,-1 1 0 15,-1 0 1-15,1 2-1 16,-1-1-1-16,2-1 0 16,1-2-1-16,-1 1 1 15,1-4-1-15,1-1 0 0,0 0 2 16,0-2 0-16,-1 1 0 16,2 0-1-16,-2 0 0 15,1 1 1-15,1 0 1 16,0 1-1-16,0 1-1 15,0 1-1-15,0 0 0 16,1-1-1-16,1-1 1 0,0 0-1 16,0-2 1-16,-1-1-1 15,3-1 1-15,-4-1-1 16,3 0 1-16,-1-3-1 16,3 0 1-16,-2 0 0 0,1-2 0 15,3 0 2-15,-1 0 0 16,1 0-2-16,0 0 1 15,2 0 0-15,0-1 0 16,1 0-1-16,-2 0-1 16,1 0 1-16,2-2-1 15,-1-1 0-15,0 0 0 0,1-2 1 16,2 1-1-16,-2-3 0 16,2-1 0-16,0 1 1 15,0-2 0-15,0 0-1 16,0 0 0-16,0 0 0 15,-2 0 1-15,0-3-1 16,-1-1 1-16,0-2 0 0,0-2 0 16,-2-1 2-16,2 0 1 15,0-2 2-15,1-2-1 16,-2 1-1-16,0-1-1 16,2-1-1-16,-2 0 0 0,1 1-1 15,0 0 1-15,-3 0 2 16,1 1 2-16,-1-1 1 15,1 1-1-15,-3-1-1 16,2 0-2-16,1 0 0 16,-3-2-1-16,2-2 0 0,0-3-1 15,-1 1 1-15,-1-3-2 16,1 1 1-16,0-2-1 16,-2 2 1-16,-1 0-1 15,0 1 0-15,0 2 2 16,-1-1-2-16,0 2 1 0,1 0 0 15,-1-1 0-15,1 0 1 16,1 0-1-16,-1-1-1 16,1-2 1-16,0 2 0 15,1-1 0-15,-1 1 0 16,1 1-1-16,0 0 0 0,-1 0 1 16,-1 2-1-16,-1 1 0 15,0 0 1-15,0 0-1 16,0 1 0-16,-1-1 1 15,0 1-1-15,1 0 0 16,0 0 0-16,0 0 0 16,0 1 0-16,0-1 0 0,1 1 0 15,0-1-1-15,-1 1 2 16,2 1-1-16,-1-2 0 16,0 0 0-16,-2-1 0 15,2 0 0-15,-2 1 0 16,-1-1 0-16,1 1 0 0,0 1 0 15,0 0 1-15,1-1-2 16,-1 0 2-16,0 2-1 16,2-4 0-16,-1 4 0 15,1-2 0-15,-2 1 0 0,1 1 0 16,0 0 0-16,0 2 0 16,1-1 0-16,-1 0 0 15,-2 2 0-15,0-2 0 16,1 1 0-16,0 1 1 15,-1 1-1-15,0 2 0 16,0 0 0-16,0 0 0 0,0 2 0 16,0 1 0-16,-2 0 1 15,0-2-1-15,-1 3 0 16,1-2 0-16,-1 1 0 16,2 0 0-16,-2 0 0 15,1 0 0-15,1 2 0 0,0-1 1 16,-1 0-2-16,1-1 2 15,1-1-2-15,-1 1 2 16,-1 0-1-16,1-1-1 16,-1 0 1-16,1-1 0 15,-1 1 0-15,1-2 1 0,1 0-2 16,-1 2 1-16,-1-3 1 16,0 2-1-16,0 2 0 15,0-1 0-15,0-1 0 16,0 0 0-16,-2 1 0 15,0-1 0-15,0 0 0 16,0 0 0-16,2 1 0 0,-3 1 0 16,3 0 0-16,-1 1 0 15,2 0-1-15,1 2-3 16,0 0-48-16,0-5-81 16,0-11-111-16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51:27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18327 6854 70 0,'3'0'21'0,"0"0"-18"15,-1 1-3-15,1 1 1 16,0 0-1-16,-1 0 0 16,-1 1-3-16,0 0-7 0,1 0-19 15,-2-1-14-15</inkml:trace>
  <inkml:trace contextRef="#ctx0" brushRef="#br0" timeOffset="1838.91">18054 6918 75 0,'0'4'6'0,"0"2"9"15,4-4-4-15,-1 3-2 16,1-2 66-16,-2 0-35 15,1-1-17-15,0-1-11 16,0 1-7-16,1 3-4 16,1 0 1-16,-1 2-2 15,2-1-6-15,-3-1-31 0,2-3-43 16</inkml:trace>
  <inkml:trace contextRef="#ctx0" brushRef="#br0" timeOffset="3621.84">17324 5485 122 0,'0'1'4'0,"0"3"42"15,0 1-38-15,0 4 10 16,-1 5 18-16,-2 4-3 16,0 5-3-16,1 3-1 15,0 6 12-15,1-1-16 0,1 4-6 16,0-2-6-16,0-2-6 15,2-3-1-15,4-1-2 16,-1-4-2-16,0-2-1 16,-2-3-1-16,0-2 1 15,0-3-2-15,0-2 1 0,-2-1-2 16,0-3-2-16,-1-1-36 16,0-5-33-16,0-1 3 15,-2-4-57-15</inkml:trace>
  <inkml:trace contextRef="#ctx0" brushRef="#br0" timeOffset="4068.13">17251 5588 16 0,'0'0'9'0,"0"0"23"0,0 0 3 15,0 0 11-15,0 0-9 16,0 0-6-16,0 0-6 16,0 0-9-16,0 0-8 15,15-29 1-15,8 21 5 16,2-2-2-16,7-2 7 16,6 2-1-16,-1-1-3 0,2 3-9 15,-4 1-3-15,-3 2-3 16,-5 2 1-16,-6 2-1 15,-4 1-2-15,-5 0-16 16,-5 0-31-16,-7 1-15 0,0 4-56 16</inkml:trace>
  <inkml:trace contextRef="#ctx0" brushRef="#br0" timeOffset="4326.92">17302 5736 72 0,'0'0'6'16,"0"0"6"-16,0 0 28 0,0 0-2 16,0 0-5-16,0 0 4 15,0 0-4-15,0 0 5 16,0 0-22-16,20 4-8 15,-6-8-5-15,3 0-2 16,2 1 0-16,1 0-2 0,-1 1-3 16,0 1-34-16,-2 0-20 15,-1 0-59-15</inkml:trace>
  <inkml:trace contextRef="#ctx0" brushRef="#br0" timeOffset="4956.06">17572 5897 76 0,'0'0'32'0,"0"0"8"0,0 0-8 16,0 0-6-16,0 0 7 15,0 0-1-15,0 0-17 16,0 0-9-16,0 0-4 16,-5-1 6-16,-4 8 6 15,0 2 1-15,-1 3-4 0,0-1-2 16,1 3-4-16,1 1 2 16,2 0-1-16,3 0 1 15,2-2-1-15,1-1-1 16,4-2 0-16,7-3 1 15,3 0 4-15,5-5 5 0,2-1 3 16,0-1-2-16,3 0-4 16,-1-3-6-16,-3-4 0 15,-1 0-2-15,-4-2 0 16,-2 0 0-16,-2-1 0 16,-5-1 0-16,-6-1 2 0,0 1-3 15,-6 1-1-15,-8 0-1 16,-6 6-1-16,-2 0 0 15,-2 2-1-15,0 2-4 16,3 0-33-16,6 0-46 16,6-8-57-16</inkml:trace>
  <inkml:trace contextRef="#ctx0" brushRef="#br0" timeOffset="11962.02">17946 5820 69 0,'0'0'13'16,"0"0"-6"-16,0 0-5 16,0 0 1-16,0 0 0 15,0 0 2-15,0 0 4 0,0 0 13 16,0 0-6-16,7-2 30 16,-7 2-3-16,0 0-23 15,0 0-11-15,0 0-1 16,0 0-1-16,0 0-1 15,0 0-2-15,1 0-1 0,4 0 1 16,1 0 8-16,4 0 11 16,6 0-4-16,4-3-6 15,3 0-2-15,4-1-3 16,3 1 1-16,-1 0-4 16,2 1-3-16,-3 0-1 0,-4 1-1 15,-3 1 0-15,-4-2 0 16,-2 2 0-16,-4 0-1 15,-4 0-1-15,-2 0-20 16,-5 3-38-16,0 1 15 16,0-4-18-16,-8 0-51 15</inkml:trace>
  <inkml:trace contextRef="#ctx0" brushRef="#br0" timeOffset="12386.83">17920 5972 96 0,'0'0'39'16,"0"0"10"-16,0 0-11 15,0 0 1-15,0 0-6 16,0 0 4-16,0 0 2 0,0 0-13 15,33-12-7-15,-11 9-5 16,6 1-6-16,3-1-2 16,4 1-3-16,3-1-2 15,0 0 0-15,1-1-1 16,-2 1 0-16,-2 1 0 0,-5 1-1 16,-3-1-10-16,-7 2-41 15,-6 0-30-15,-5-1 5 16,-4-3-85-16</inkml:trace>
  <inkml:trace contextRef="#ctx0" brushRef="#br0" timeOffset="13654.56">18577 5628 91 0,'0'-3'21'0,"1"-2"11"16,0 2-5-16,-1 1-14 15,0 0 2-15,0-1-2 16,0 3 1-16,0-2-4 0,0 2-3 16,0-1 1-16,0 1-3 15,0 0 1-15,0 0-2 16,0 0-2-16,0 0-1 15,0 0-1-15,0 0 0 0,0 0 1 16,0 0-1-16,0 3 1 16,0 0 0-16,4 2 4 15,5 1 3-15,4 1 9 16,4 3 1-16,4 1-3 16,1 2-6-16,1 2-6 15,-1 2-2-15,-2 2 0 0,-3 1-3 16,-3 0-38-16,-4-3-15 15,-3-3-76-15</inkml:trace>
  <inkml:trace contextRef="#ctx0" brushRef="#br0" timeOffset="15077.4">18888 5565 89 0,'0'-3'19'15,"0"3"7"-15,0 0-6 16,0 0-14-16,-5 0-1 16,0 7 17-16,-3 0 1 0,-2 4-8 15,-1 2-5-15,-2 2-2 16,-1 1-2-16,1 1-4 15,0 1-1-15,-2-2-1 16,2-2 0-16,3-1 0 0,-1 0 0 16,1 0-2-16,3-4-17 15,2-1-40-15</inkml:trace>
  <inkml:trace contextRef="#ctx0" brushRef="#br0" timeOffset="15981.5">18735 5752 52 0,'0'0'36'0,"0"0"-4"0,0 0-5 0,0 0-1 15,0 0-4-15,0 0-3 0,0 0 1 16,0 0-4-16,0 0-5 16,0 0-10-16,-5-5 1 15,2 10 1-15,2 3 7 16,-2 2-1-16,0 3 2 15,0 2 0-15,2 2-2 16,-2 3-2-16,0-2 3 0,2 3-2 16,-1-3-3-16,1-2-2 15,0-4 0-15,-1-2 0 16,1-3 2-16,-2-1 0 16,3-4 0-16,-2 0-1 15,1-2-1-15,-1 0 1 0,0 0 10 16,-1-3-7-16,1-4-2 15,0-3-2-15,1-3-3 16,0-1 1-16,1-2-1 16,0-2 0-16,2-2-1 15,2 2 2-15,0-2-1 0,-1 5-1 16,-2 4 2-16,1 2 0 16,-2 3-1-16,0 4 1 15,0 2-1-15,0 0 0 16,0 0-3-16,0 7 3 15,0 3 1-15,0 1-2 0,0 3 2 16,0 1-1-16,0 3 0 16,-1 0 0-16,1 1 1 15,0 0-1-15,0-4 1 16,0-2-2-16,0-3 1 16,0-4 1-16,0-2-1 0,0-4-1 15,0 0 3-15,0 0 2 16,0-7 14-16,0-3-16 15,0-3 0-15,0-2-2 16,0-3 0-16,1-1 0 16,3 0 0-16,2-1-2 0,1 2-1 15,2 3-19-15,1 2-26 16,0 3-10-16,-1 0-10 16,-4-1-73-16</inkml:trace>
  <inkml:trace contextRef="#ctx0" brushRef="#br0" timeOffset="16451.32">18559 5676 24 0,'0'0'24'15,"0"0"2"-15,0 0-1 16,0 0-1-16,0 0 0 16,0 0 7-16,-24-31-3 15,23 27 1-15,0-2-5 0,1 4-1 16,0 2-4-16,3 0-12 16,5 0-6-16,3 7 0 15,5 1 0-15,0 3 3 16,2 1-3-16,1 2 0 15,1 0-1-15,-3-1 0 16,-2 1 0-16,-2 0-2 0,-3-2-22 16,-3-3-18-16,-2-1-11 15,-1-4-35-15</inkml:trace>
  <inkml:trace contextRef="#ctx0" brushRef="#br0" timeOffset="16753.09">18873 5620 213 0,'0'0'-14'0,"0"0"19"15,0 0 2-15,0 0-4 16,0 0-1-16,0 0 10 15,0 0 7-15,0 0-5 0,-33 0-3 16,20 8 1-16,0 2-4 16,-1 3-3-16,1 1-4 15,-2 1 0-15,1 1-1 16,1 2-1-16,0 1 0 16,1-2-26-16,4-3-43 0,2-6-126 15</inkml:trace>
  <inkml:trace contextRef="#ctx0" brushRef="#br0" timeOffset="17252.43">18720 5770 138 0,'0'0'7'0,"0"0"33"16,0 0-10-16,0 0-7 15,0 0-5-15,0 0 1 16,0 0-11-16,0 0-7 15,0 0 0-15,0 1 2 16,0 12 0-16,0 2 4 16,0 3 0-16,0 2-2 0,0 2-2 15,-2-1-1-15,1-1-1 16,0-1 0-16,0-6-1 16,1-2 0-16,0-4 0 15,0-3 0-15,0-3 0 0,0-1 0 16,0 0 4-16,0-3-2 15,0-5-2-15,0-2 1 16,0-5-1-16,0-2 0 16,0-2 0-16,4-4 1 15,2-2-1-15,1-2-1 16,0 2 1-16,1-1-2 0,0 4-21 16,-2 1-19-16,-2 0-33 15</inkml:trace>
  <inkml:trace contextRef="#ctx0" brushRef="#br0" timeOffset="17950.27">18544 5673 8 0,'0'0'18'0,"0"0"10"0,0 0 4 16,0 0-4-16,0 0 7 15,0 0-11-15,0 0-6 16,0 0 6-16,0 0-15 0,0 0-8 16,0 0 1-16,0 0 6 15,45 2 1-15,-23 7-3 16,0 0-5-16,0 3 0 15,0 2-1-15,0-1 0 16,-3-1-18-16,-2 0-34 16,-2-4-83-16</inkml:trace>
  <inkml:trace contextRef="#ctx0" brushRef="#br0" timeOffset="18323.23">18947 5598 127 0,'0'0'-1'15,"0"0"5"-15,0 0 4 16,0 0-4-16,0 0-1 0,0 0 0 16,0 0-1-16,-30-1 1 15,25 4-1-15,-1 2 1 16,1-2-2-16,-1 2-1 16,0 2 1-16,-1 0 1 15,-2 1 4-15,-1 5 12 16,-2 0-3-16,0 3-8 0,-4 1-5 15,2 5-1-15,-4-1-1 16,1-1-1-16,1-2-43 16</inkml:trace>
  <inkml:trace contextRef="#ctx0" brushRef="#br0" timeOffset="35964.22">19416 10568 200 0,'0'0'-26'15,"0"0"95"-15,0 0-40 0,0 0 8 16,0 0-10-16,0 0-22 16,0 0-1-16,0 0 1 15,0 0 2-15,0 0 4 16,42 38 4-16,-24-21-4 15,1 1-5-15,1 5-4 0,0-1-1 16,0 2 3-16,0-1-4 16,-3-1-5-16,-2-3-37 15,0-3-30-15,-5-7-6 16,-3-4-99-16</inkml:trace>
  <inkml:trace contextRef="#ctx0" brushRef="#br0" timeOffset="36362">19831 10583 201 0,'0'0'25'0,"0"0"38"16,0 0-18-16,0 0-38 15,0 0 1-15,0 0 6 16,-25 28 0-16,11-12-8 15,0 1-4-15,-3 0 0 0,3 2-2 16,-2-2 2-16,3 0-2 16,2-4 0-16,3-2 0 15,1-2 0-15,3-2 0 16,1-1 0-16,0 0 0 16,0 1 0-16,0 4 1 0,-1 4 2 15,-2 7 7-15,-2 4 17 16,2 8-4-16,-2 7-4 15,-1 5-5-15,3 0-8 16,0-1-3-16,5-4-3 16,1-4 1-16,0-6-1 0,0-7-1 15,0-3-11-15,0-3-25 16,-3-4-33-16,-2-6-71 16</inkml:trace>
  <inkml:trace contextRef="#ctx0" brushRef="#br0" timeOffset="36674.05">19972 10970 258 0,'0'0'32'16,"0"0"41"-16,0 0-26 0,24-29-24 15,-14 26-14-15,4 1-4 16,2-1 0-16,-1 0-1 16,2 3-2-16,1 0 0 15,-3 0-2-15,0 0 2 0,-2 3-6 16,-1 4-21-16,-4 0-39 15,-4 0-61-15,-4 0-82 16</inkml:trace>
  <inkml:trace contextRef="#ctx0" brushRef="#br0" timeOffset="36863.32">19980 11165 241 0,'0'0'27'15,"0"0"57"-15,0 0-52 16,0 0-20-16,36-7 12 0,-12-1 1 16,4-1-12-16,2-1-7 15,1 2-4-15,-2 2-2 16,-3 0-9-16,-6-2-93 16</inkml:trace>
  <inkml:trace contextRef="#ctx0" brushRef="#br0" timeOffset="39235.6">20752 10733 162 0,'0'0'78'16,"-4"0"-53"-16,-4 10-11 0,-1 5-9 15,3 5 10-15,-2 3 8 16,3 4 1-16,2 1-3 15,3 2-4-15,0 1-5 16,6 0-7-16,4 0 0 16,2-2-5-16,2-3 1 0,2-6 0 15,-1-2 0-15,2-7-1 16,3-7 1-16,-3-4-1 16,0-5 2-16,1-11-1 15,-3-6 1-15,1-6 0 16,-2-2 0-16,-3-5-2 0,-1-3 1 15,-2 0-1-15,-2 1 0 16,-2 1 0-16,-1 6-1 16,-3 6 0-16,0 8-7 15,0 8-31-15,0 6-19 16,-2 2-36-16,0 0-55 16</inkml:trace>
  <inkml:trace contextRef="#ctx0" brushRef="#br0" timeOffset="39813.92">21298 10661 295 0,'0'0'4'0,"0"0"30"16,0 0-11-16,-23 33 24 15,12-15-9-15,1 7-14 0,1 1-6 16,4 2-8-16,1 2-7 15,4-2-1-15,0 0-2 16,5-1 1-16,5-3-1 16,3-2 0-16,3-6 1 15,3-4-1-15,5-6-1 16,0-6 2-16,4-3-1 0,-2-13 1 16,-1-5 1-16,-2-6-1 15,-6-4 1-15,-4-3-2 16,-8-4 1-16,-4 0-1 15,-1 2-4-15,-13 2 0 16,-6 5 2-16,-6 8 2 0,-6 9-1 16,-5 7 0-16,-2 5-3 15,-1 5-14-15,3 8-6 16,4 5-9-16,5-1-11 16,9 3 10-16,2 0-2 15,10-2-2-15,3 1-7 0,3-2-22 16,4-3-4-16,6-3 12 15,3-4 37-15,3-2 22 16,1-4 33-16,2 1 44 16,0-1 5-16,1 1-17 15,2 4-4-15,2 1-13 0,2 3-7 16,1 3-18-16,2 1-10 16,-1 2-9-16,-1 2-3 15,-3-1 0-15,-2-2-1 16,-2-2-8-16,-5-2-49 15,-1-6-18-15,-4-5-2 0,-2-3-54 16</inkml:trace>
  <inkml:trace contextRef="#ctx0" brushRef="#br0" timeOffset="39996.01">21668 10484 363 0,'0'0'-33'0,"0"0"59"16,0 0-5-16,-28 5-18 0,21 11 0 15,1 4 1-15,1 3-1 16,2 2-3-16,0 5 0 16,0 0-3-16,-2-1-36 15,-2 0-72-15</inkml:trace>
  <inkml:trace contextRef="#ctx0" brushRef="#br0" timeOffset="40544.01">21813 10832 290 0,'0'0'49'0,"0"0"35"0,0 0-55 0,0 0-24 15,41-26-2-15,-13 23 2 16,3 0 6-16,3-1-2 16,1 2-4-16,-1 1-4 15,-4-1-1-15,-5 2 0 0,-4 0 0 16,-3 0-11-16,-5 0-36 15,-6 0-46-15,-4-2-3 16,-3-4-56-16</inkml:trace>
  <inkml:trace contextRef="#ctx0" brushRef="#br0" timeOffset="40775.93">21989 10679 137 0,'0'0'34'16,"0"0"43"-16,0 0-16 0,0 0 8 16,0 0-18-16,0 0-44 15,0 0 7-15,0 0 10 16,-9 53-7-16,16-23-11 16,1 3-4-16,-1 4-2 15,-1-3-1-15,-3-7-71 0,-1-10-148 16</inkml:trace>
  <inkml:trace contextRef="#ctx0" brushRef="#br0" timeOffset="41618.9">22450 10510 142 0,'0'0'89'0,"0"0"-40"16,0 0-46-16,1 28 22 15,-1-7 19-15,0 6-4 16,0 6-15-16,0 4-12 0,-1 4-10 16,1 2-1-16,-3 1-2 15,1-4 0-15,1-5-2 16,1-7 0-16,-2-5-36 16,0-8-22-16,0-7-6 15,-3-8-15-15</inkml:trace>
  <inkml:trace contextRef="#ctx0" brushRef="#br0" timeOffset="41879.83">22470 10507 282 0,'0'0'-1'15,"0"0"17"-15,25-40 23 0,-8 27 3 16,4 2-10-16,4-1-24 16,5 2-6-16,1 4-1 15,-1 1-13-15,-2 5 14 16,-3 0-1-16,-6 6-2 16,-6 4-18-16,-7 0-85 15,-6 0-65-15</inkml:trace>
  <inkml:trace contextRef="#ctx0" brushRef="#br0" timeOffset="42066.95">22477 10664 216 0,'0'0'15'0,"0"0"5"15,0 0-2-15,46-7-2 16,-22 1-3-16,4-2-8 15,1-1-3-15,1 1 0 0,-3 0-3 16,-2-3-14-16,-2-3-68 16</inkml:trace>
  <inkml:trace contextRef="#ctx0" brushRef="#br0" timeOffset="42280.57">22882 10288 363 0,'0'0'-29'0,"0"0"48"15,0 0-15-15,0 0-1 16,30 13-3-16,-14-1 7 16,2 2 7-16,1 4-5 15,1 2-6-15,-2-2-3 16,-1 0 0-16,0-3-41 0,-5-5-37 15,0-8-12-15</inkml:trace>
  <inkml:trace contextRef="#ctx0" brushRef="#br0" timeOffset="42472.77">23049 10287 299 0,'0'0'5'0,"-33"0"12"16,19 7 7-16,2 6-4 15,2 4 1-15,1 2-8 16,4 3-8-16,0 1-2 0,1 1-3 16,0 0 0-16,-1 1-9 15,0-6-67-15,-3-6-38 16</inkml:trace>
  <inkml:trace contextRef="#ctx0" brushRef="#br0" timeOffset="42653.95">22853 10407 295 0,'0'0'9'0,"0"0"19"15,36-24-9-15,-17 19 0 0,3 0 3 16,-2 2-10-16,1 1-6 16,0 2-4-16,-4 0-1 15,-2 0-1-15,-1 0-17 16,-7 0-59-16,-3 0-21 15,-4-7-103-15</inkml:trace>
  <inkml:trace contextRef="#ctx0" brushRef="#br0" timeOffset="42779.55">22983 10334 283 0,'0'0'5'0,"0"0"58"16,0 0-49-16,-6 33 23 0,9-14-22 15,5 7-7-15,1 5-6 16,-3 3 0-16,1-4-12 15,-5-4-160-15</inkml:trace>
  <inkml:trace contextRef="#ctx0" brushRef="#br0" timeOffset="45916.56">7894 2781 97 0,'45'-13'0'15,"3"-2"27"-15,6-2-11 16,2 2 35-16,-1-1-36 16,1 0 1-16,-5 2-6 0,-6 4-4 15,-8 2-3-15,-5 3-2 16,-9 2-1-16,-8 3 0 15,-8 0-7-15,-7 1-30 16,-5 6-38-16</inkml:trace>
  <inkml:trace contextRef="#ctx0" brushRef="#br0" timeOffset="46277.07">7639 2764 149 0,'0'0'8'16,"0"0"20"-16,20-35 4 15,-6 22-6-15,8 0-7 16,10 0 1-16,8-4 2 15,9 1-4-15,8-2-7 16,5-1 1-16,2 0 3 0,-2 2-7 16,-4 2-6-16,-6 4-2 15,-9 1 1-15,-7 3-1 16,-7 4-2-16,-7 3-22 16,-9 0-14-16,-8 5-5 15,-5 2-23-15,-10-1-73 16</inkml:trace>
  <inkml:trace contextRef="#ctx0" brushRef="#br0" timeOffset="46495.03">7657 2931 345 0,'0'0'-22'0,"0"0"34"0,35-7-8 16,5-6 2-16,15-4 5 16,19-5 5-16,15-5-7 15,12-1-6-15,7-1 0 16,-3-1-6-16,-6-5-117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41:44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1 564 5349,'0'0'7970,"5"-17"-7126,4 2-719,1 1 1,1 0-1,0 0 1,0 1-1,2 1 1,13-12-1,8-8 43,349-333 227,-374 357-390,-5 4-17,0 0 0,0 0-1,0 0 1,0 1 0,1 0 0,-1 0-1,1 0 1,0 0 0,6-2 0,-28 11-5711,3-5 3454,-3-1 828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41:45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4452,'0'0'5130,"0"0"-5119,0 0 1,0 0-1,0 0 0,0 0 0,0-1 0,0 1 0,-1 0 0,1 0 0,0 0 0,0 0 0,0-1 0,0 1 0,0 0 0,0 0 0,1 0 0,-1 0 1,0-1-1,0 1 0,0 0 0,0 0 0,0 0 0,0 0 0,0-1 0,0 1 0,0 0 0,0 0 0,0 0 0,1 0 0,-1 0 0,0-1 0,0 1 0,0 0 1,0 0-1,0 0 0,1 0 0,-1 0 0,0 0 0,0 0 0,0 0 0,0 0 0,0 0 0,1 0 0,-1 0 0,0-1 0,0 1 0,0 0 0,1 0 1,-1 0-1,0 0 0,0 1 0,0-1 0,0 0 0,1 0 0,-1 0 0,86-7 3281,-66 4-3075,-1 1 1,1 0-1,0 2 1,0 0-1,25 4 0,-43-3-207,1 0 1,-1 0-1,0 1 0,0-1 0,1 0 0,-1 1 0,0 0 0,0-1 0,0 1 0,0 0 1,-1 0-1,1 0 0,0 0 0,-1 0 0,0 0 0,1 1 0,-1-1 0,0 0 0,0 1 1,0-1-1,0 1 0,-1-1 0,1 1 0,-1-1 0,1 1 0,-1 0 0,0-1 0,0 1 1,-1 4-1,1 5 16,-1-1 0,0 1 0,-1-1 0,0 0-1,-5 16 1,-17 45 208,4-12-1003,7-21-3260,9-31-55,-1-5-1521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41:45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7079,'0'0'5722,"11"12"-4846,60 52 552,90 63 0,178 84-1791,-322-205-2489,-17-7 2582,0 0 1,0 0 0,0 1 0,1-1 0,-1 0-1,0 1 1,0-1 0,0 0 0,-1 1 0,1-1-1,0 0 1,0 1 0,0-1 0,0 0 0,-1 1-1,1-1 1,0 0 0,-1 1 0,1-1 0,0 1-1,-1-1 1,1 0 0,-1 1 0,0-1 0,-13-21-3148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7T11:41:45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0 7143,'0'0'1729,"-15"44"-928,4-12 416,-4 10-32,-2 9-320,-3 5-320,-1 3-289,-3 0-160,-1 2-96,-1 0 32,0-4-64,-1-7-961,0-9-2114,2-11-1537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41:50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12441 4505 178 0,'0'0'54'0,"0"0"-29"16,0 0 12-16,0 0-4 16,0 0 11-16,0 0-17 15,0 0 0-15,0 0-11 16,1-28-10-16,8 27-2 0,2 1 1 15,2 0-1-15,3 0-2 16,0 6-1-16,1 4-1 16,0 0 1-16,-1 3-1 15,2 0 0-15,-5-1-1 16,-1-1 1-16,-2-1 0 0,-2-2 0 16,-2-3 0-16,-5-3 1 15,-1-2-1-15,0 0 7 16,-1-2 18-16,-6-6-22 15,-3-6 4-15,2-4-2 16,1-1 1-16,0-5-5 0,5-2 0 16,2 1-1-16,2 1-1 15,6 1-3-15,6 3-27 16,3 3-34-16,-3 2-48 16,2 4-24-16</inkml:trace>
  <inkml:trace contextRef="#ctx0" brushRef="#br0" timeOffset="846.18">12773 4446 255 0,'0'0'46'0,"0"0"-13"0,0 0-11 16,0 0 14-16,0 0-5 15,37-30-8-15,-29 17-6 16,1 1-7-16,-2 0-2 0,-1 0-4 16,-1 3 0-16,-5 0 0 15,0 2 0-15,0 2 10 16,0 1 1-16,-7 2-5 16,-1 2-6-16,-5 0-1 15,1 2 0-15,1 6-1 0,0 3 0 16,3 3-3-16,4 3 2 15,1 3-1-15,3-1 0 16,0 1-1-16,3-1 1 16,5-3-1-16,3-4 1 15,0-3 1-15,3-5-1 0,1-2 0 16,0-2 1-16,0-2-1 16,1-8 1-16,0-7-1 15,-1-4 1-15,-2-2 0 16,1-4 0-16,-4 3-1 15,-4 3 0-15,-1 4 0 0,-3 5 0 16,-1 5 1-16,-1 2 0 16,0 3 2-16,0 1-3 15,0 1 2-15,0 0-4 16,0 3-1-16,0 4 3 16,0 1-1-16,3 1 0 15,5 1 1-15,0 0 0 0,2-1-1 16,3 2 1-16,1 0 1 15,2-3-2-15,-1 3 2 16,-1 0-2-16,-2 0 2 16,-1 1-2-16,-2-1 1 15,-2-1 0-15,-4 0 0 0,-1-1 0 16,-2 0 0-16,0-2 1 16,0-1-1-16,-5-1 1 15,-3-1 0-15,-1-1-1 16,-1 0 0-16,0-3 2 0,1 0-2 15,3-1 1-15,1-6 1 16,2-1-2-16,3-2 0 16,0-2 0-16,0-1 0 15,5-1 0-15,5 0 0 16,2-2 0-16,2 2 2 0,1 0 2 16,1 3 2-16,-2 3 0 15,-2 3-1-15,0 2-1 16,-3 3 0-16,1 0-1 15,-1 2-2-15,0 4 0 16,-2 2 0-16,-2 1-1 16,3 1-1-16,-4 0-33 0,-1-1-55 15,-1-2-99-15</inkml:trace>
  <inkml:trace contextRef="#ctx0" brushRef="#br0" timeOffset="1031.24">13154 4123 365 0,'0'0'5'0,"0"0"3"0,0 0-7 0,0 0-31 0,0 0-15 15,0 0 10-15,0 0-30 16,1 32-35-16</inkml:trace>
  <inkml:trace contextRef="#ctx0" brushRef="#br0" timeOffset="1572.14">13398 4333 203 0,'0'0'42'0,"0"0"-9"15,0 0 25-15,0 0 0 0,0 0-23 16,0 0-12-16,0 0-5 16,-30-5 1-16,20 12-4 15,0 3-5-15,1 1-5 16,3 1-3-16,4 3-1 15,1-2 0-15,1-1-1 16,0-1-1-16,6-1 1 16,-1-3-1-16,3-3 0 0,1-2-2 15,1-2-3-15,-2 0-5 16,2-8 10-16,-2-7 1 16,0-3-1-16,0-6-1 15,-4-5-1-15,0-9 0 0,-2-4-3 16,-2 0 2-16,-2-1 2 15,2 7 1-15,-7 6 1 16,1 7 1-16,1 8 13 16,-2 5 9-16,4 7-7 15,-1 3-2-15,4 6-14 0,0 9-1 16,0 5 2-16,4 4 0 16,2 3 0-16,3 0-1 15,2 2 0-15,3-4 0 16,-1 0-3-16,-1-4-32 0,3-1-9 15,-3-5-34-15,-2-3-68 16</inkml:trace>
  <inkml:trace contextRef="#ctx0" brushRef="#br0" timeOffset="2040.09">13586 4274 383 0,'0'0'49'0,"0"0"-8"15,0 0-23-15,0 0-12 16,0 0-2-16,0 0 2 16,0 0-1-16,0 0-2 15,0 0-1-15,0 0 0 16,6 37-1-16,1-26-1 0,1-3 0 15,-1 2 0-15,2-2 0 16,-1-4-3-16,1-1-8 16,0-2 0-16,0-1 4 15,-1-1 3-15,1-6 2 16,-2-4 0-16,-1 1-2 0,-1-2 2 16,0 2 2-16,-3 2 0 15,-2 1 3-15,0 1 15 16,0 3 6-16,0 1 4 15,0 0-5-15,0 2-13 16,0 0-7-16,1 0-3 0,1 0 0 16,3 6 0-16,0-1 0 15,3 1 0-15,1-1 0 16,1 1-7-16,2 1-24 16,0-3-19-16,1 0-13 15,0-4-44-15,-1 0-85 0</inkml:trace>
  <inkml:trace contextRef="#ctx0" brushRef="#br0" timeOffset="2781.38">14001 4209 91 0,'0'0'228'0,"0"0"-173"16,0 0 0-16,0 0-21 15,-32-9-10-15,21 9 10 16,1 0-4-16,-2 0-8 16,3 5-12-16,1 1-3 15,2 0-2-15,0 1-4 0,2 0-1 16,1-1 0-16,3 1-1 15,0 0 1-15,0-1 0 16,0 1-1-16,0-3-2 16,4 0-5-16,1-2-6 15,0 1-2-15,0-3 0 0,0 0-1 16,1 0 0-16,2-3 1 16,-3-2 2-16,2-2 6 15,1 1 5-15,0 1 3 16,2 0 0-16,-3 0 0 15,3 4 0-15,-1 1 0 0,-1 0 0 16,2 0 0-16,-3 0-2 16,0 4 4-16,0 1-2 15,0 2 0-15,-2-1 1 16,2 3 0-16,-2-1 0 16,2 0 1-16,1 0-1 0,-2-3 0 15,2 0 0-15,0-2-1 16,2-3 1-16,0 0 0 15,2-3 0-15,-1-8 2 16,2-6 3-16,0-6 2 16,0-5 0-16,-1-5-2 15,-1-3-2-15,-4-2-3 0,-4 0 0 16,-2 3-1-16,-1 5 1 16,0 7 1-16,-5 5 0 15,-2 8 22-15,-1 5 3 16,3 5-9-16,-1 0-12 15,3 13-6-15,0 2 0 0,2 8 1 16,1 4 3-16,1 3 0 16,7 1-1-16,6-1 0 15,0-2-2-15,5-2-1 16,3-5 0-16,-1-4 0 0,-2-4-10 16,-3-7-61-16,-5-6-120 15</inkml:trace>
  <inkml:trace contextRef="#ctx0" brushRef="#br0" timeOffset="34911.25">14027 5350 78 0,'0'-3'19'16,"1"0"-6"-16,-1 2-10 15,2-1 5-15,-2 2-1 16,1-2 17-16,-1 2 42 0,0-2-44 16,0 0-1-16,-3 1-3 15,2 0-4-15,-4-1 2 16,3 2-6-16,-1-2-2 15,0 0 1-15,-1 1 1 16,1-2-3-16,-2-1 0 0,1 1 0 16,-2-2 4-16,0 0-3 15,-2-1 12-15,0-1-8 16,0-1 5-16,1-1-7 16,-2 1-2-16,1-2-1 15,-3 3-3-15,1-2-1 16,-1 0 0-16,-1 1 1 15,1 0-1-15,-2 0-3 0,1 0 0 16,0 1 1-16,0 0 1 16,-4 2-4-16,1 0 5 15,-2 0-3-15,1 1 1 16,-2 2-1-16,1-1 0 0,0 0 1 16,1 2-1-16,2-2 0 15,-2 1 1-15,2 1-1 16,1-1 0-16,-1 0 0 15,3 1 0-15,-1-1 0 16,1 0 0-16,0 0 0 0,-1-1 0 16,0 2 0-16,0-1 0 15,0 0 0-15,-1 1 0 16,-2-1 0-16,1 2 0 16,0 0-1-16,-1 0 1 15,1 0 0-15,-1 0 0 0,0 0-1 16,0 0 1-16,-1 1 1 15,0 2-1-15,0 1-1 16,-1-1 1-16,2 1 0 16,-2-1 0-16,2 1 1 15,-3 0-2-15,-1 0 1 0,2 1 0 16,-1-1 0-16,-3 0-1 16,3 1 2-16,0 0-1 15,3 0 0-15,-3 0 0 16,2 0 0-16,1 0 0 15,-2-2 0-15,3 2 0 16,0 0 0-16,0-2 0 0,2 1 0 16,0-1 0-16,1 0 0 15,1 2 0-15,-2-2 0 16,1 1 0-16,-1-1-1 16,2 0 1-16,0 2 0 15,1-1 1-15,-1-1-2 0,2 2 1 16,0 0 0-16,-1 0 0 15,-1-1 0-15,2 2-1 16,1 0 1-16,-3-1 0 16,2 2 0-16,1-1 0 15,0-1 0-15,-1 1 0 0,3 0 0 16,-2-1 0-16,1 1 0 16,0-1 0-16,0 1 0 15,2 0 0-15,-2 1 1 16,2-1-1-16,-2 2-1 15,0 1 1-15,-1-1 1 0,1 0-2 16,1 2 2-16,-3-1-1 16,0-1-1-16,1 2 1 15,0-1 0-15,-1 0 0 16,2-1 0-16,-1 0 0 16,0 1 0-16,1-1 1 0,1 0-1 15,0 0 0-15,-1-1 0 16,2 1 0-16,-2-1 0 15,2 1 0-15,-3 0 0 16,2 0 0-16,-1 1 0 16,1-2 0-16,-1 1 0 0,2-1 0 15,-2-1 0-15,2 2 0 16,-3 0 0-16,2-1 1 16,0 1-1-16,-2 2 0 15,4-1 0-15,-4 2 0 16,2-1 0-16,0 2 0 0,0-1 0 15,-1 1 0-15,2-1 0 16,-1 1 0-16,1-1-1 16,0 2 2-16,0-1-1 15,1 0 0-15,-1 1 0 16,0 0 0-16,0 2 0 16,1-1 0-16,0 2 0 0,0 0 0 15,0-1 1-15,0 4-2 16,0-1 2-16,2 1-1 15,0 1-1-15,-1-2 2 16,1 2-2-16,-2-2 2 0,3 0-1 16,0-3 0-16,0 2-1 15,0-2 2-15,0-1-2 16,0 1 2-16,0-3-1 16,3 3 0-16,0-2 1 15,1 3-1-15,0-2-1 0,1 1 2 16,0 1-1-16,2-1 0 15,0 1 0-15,0-2 1 16,-2 1-1-16,3-1 0 16,-1 1 0-16,0-2 0 15,1 1 0-15,0-1 0 16,0 0 0-16,-1-1 0 0,3-1 1 16,-2 1-1-16,1-1 1 15,1-1-1-15,-2 2 0 16,1-3 0-16,1 2 0 15,-1 0 0-15,2-1 0 16,1 1 1-16,-1 0-1 0,1-1 0 16,0 1 0-16,2-1 1 15,0 0-1-15,0 1 0 16,1-2 0-16,-2 1 0 16,2-2 0-16,0 0 0 15,-1-1 0-15,3-1 1 0,-3 0-1 16,3 0 1-16,-3-1-1 15,4 0 1-15,-2-2-1 16,2 1 1-16,-1 0-1 16,0 0 3-16,0-1-1 15,1 0 0-15,-3 1-1 0,1-1 2 16,-2 0-3-16,1 2 2 16,-2 0-1-16,1 0-1 15,1 0 0-15,-2 1 1 16,0-1 0-16,1-1-1 15,1 2 1-15,-1-1 0 0,2 0 2 16,-2-1-1-16,2 0 0 16,-2 0-2-16,3 0 2 15,-3 0 1-15,2 0 0 16,-2-1 0-16,2 0-1 16,0 1-2-16,1-1 3 0,0-3 0 15,1 2 0-15,0-1 1 16,-2-1-1-16,2 0 1 15,-1 0 0-15,0 0-3 16,-2 0 2-16,-1 0 0 16,1-3-1-16,-3-1-1 0,1 1 1 15,1 0-1-15,-3 0 0 16,1-1 0-16,-2 1-1 16,1 0 1-16,0-1-1 15,-1-1 1-15,0 1 0 16,0 0-1-16,-2-1 1 0,2 0 0 15,0 0 1-15,1 0 1 16,-1 0-2-16,0 0 6 16,1 0-4-16,1 0 1 15,0 0-3-15,1-2 1 16,1 1-1-16,0-1 0 0,-2-1-1 16,2 1 1-16,-1-2-1 15,-1 2 1-15,-1-1-1 16,2 0 1-16,-2 0-1 15,0-1 0-15,0 1 1 16,-1 0-1-16,-1-1 1 0,1 1 0 16,-2 0 0-16,2 0-1 15,-2-1 1-15,1 1 0 16,-2 1-1-16,0 1 0 16,-2-2 1-16,1 1-1 15,-1 1 1-15,0-1-1 16,-1 2 1-16,0-2 0 0,0 0-1 15,1 0 1-15,-1 0-1 16,-1-1 0-16,3-1 1 16,-4-1-1-16,1 0 0 15,2-1 1-15,-3 1-1 16,-1-1 1-16,0-1-1 0,0 0 0 16,0-1 0-16,1-2 1 15,0-1-1-15,0 0 1 16,-1-1-1-16,2 0 1 15,1 2 2-15,-2-1 1 16,2 2-3-16,0 1 1 0,-2 0-2 16,-1 0 1-16,1 1 0 15,-1 1-1-15,2-2 1 16,-3 0-1-16,1 1 1 16,-1 0 0-16,2-1-1 15,-1 1 1-15,0-1 0 0,1 0 0 16,1 1 0-16,-2-1 0 15,2 0-1-15,-1 0 2 16,0 2-1-16,1 0 0 16,-1 1 1-16,0-1-1 15,0 1-1-15,-1 0 1 0,1 0-1 16,0-1 0-16,-2-1 1 16,1 1-1-16,-1 0 0 15,2 0 0-15,-2 0 0 16,0 1 1-16,2 1-1 15,-2 0 0-15,0 0 0 16,1 1 0-16,-1 0 0 0,0-1 0 16,0 1 1-16,0 0-2 15,0-2 2-15,0 2-1 16,0-1 0-16,-2-1 0 16,1-1 0-16,-1 0 0 0,1-1 0 15,-1 0 0-15,0-1 0 16,2 1 0-16,0 1 0 15,-1 1 0-15,0 1 0 16,0 0 0-16,1 2-1 16,-2-1 0-16,-1 1 1 15,0-1 0-15,0 2 0 0,0-2 0 16,0 1 0-16,0 0 0 16,1-1 0-16,0 2 0 15,-1-1 0-15,2 1 0 16,-2 1 0-16,3-1 0 15,-1 1-1-15,-1 0 2 0,1 1-2 16,-2 0 1-16,1-1 0 16,0 2-1-16,-1-1 1 15,0 0-1-15,1 0 1 16,0 1 0-16,-2 0 0 16,3-1 1-16,-1 1-2 0,0-1 1 15,1 1 0-15,1-1 1 16,-2 0-2-16,0-1 1 15,2 0 0-15,-1-1 0 16,0 1 0-16,0-2 0 16,0 1 0-16,1 0 0 0,-2 1 0 15,1 0 0-15,0-1 0 16,-1 4 0-16,1-3 0 16,-2 2 0-16,2 0-2 15,-1-1 2-15,1 2-2 16,-1-1 2-16,1 0-1 0,-2 0 1 15,3 1-1-15,-3 1 1 16,2-2 1-16,1 2-2 16,0-2 2-16,-2-1-1 15,-1 1 0-15,2 0 0 16,-1 0 0-16,0 0 0 16,2 1 0-16,-3-2 0 0,1 1 0 15,0 0 0-15,1 1 0 16,-1 1 0-16,0-2 0 15,0 1-1-15,1-1 2 16,-1 1-1-16,1 0 0 0,1 0 0 16,0 0 0-16,-1 1 0 15,0 1 0-15,1 0-1 16,0 0 1-16,-1 0-1 16,1 0-3-16,0 0-22 15,0 0-5-15,0-7-25 16,0-6-67-16,-1-8-227 0</inkml:trace>
  <inkml:trace contextRef="#ctx0" brushRef="#br0" timeOffset="39208.58">4814 1519 224 0,'0'0'45'15,"0"0"-32"-15,0 0-10 16,-35-23 2-16,25 13 14 16,1 3-8-16,1-2-8 0,-1 3-2 15,-1 0-1-15,2-1 1 16,-4 1 0-16,-1 1-1 16,0-2 0-16,-4 0 0 15,-2-1-1-15,-1 0 1 16,-2-3 0-16,-1-1 1 0,-3 0 0 15,-3-3 2-15,-1-1 4 16,-4-1 13-16,-1-1-10 16,-2-3-3-16,-2 1-3 15,1 0 1-15,-3 0 8 16,0 0-2-16,-3 0-4 0,-1 0-1 16,1-1-2-16,-1 1 1 15,-1-1-1-15,0-1 0 16,-2 1 4-16,2 2-3 15,-1 1-1-15,-1-1-1 16,2 4 2-16,-1 0-3 0,2 2 1 16,0 3-1-16,1 0 1 15,2 2 2-15,-2 3 0 16,1 2-2-16,-1 1-1 16,1-1 0-16,-1 1 0 15,-1 0-1-15,1 2 0 0,3 0-2 16,-1 0 4-16,1 0 2 15,3 0-4-15,0 2 1 16,0 0 1-16,3 1-2 16,-2 0 0-16,0 1 0 15,-1-1 1-15,-1 2 0 0,-1 0 1 16,0 0 0-16,0 3 0 16,2-1-1-16,2 2 6 15,1 0-8-15,2 2 10 16,3-1-9-16,0 3-1 15,4-1 0-15,-2 1 0 0,5 2-1 16,2 0-1-16,0-1-1 16,4 2 5-16,-1-1-3 15,3 1 1-15,-1-1 2 16,2 2-2-16,-1 0-1 16,1 0 0-16,2 3 3 15,2 0-2-15,0 1-9 0,2 0 14 16,-2 3-3-16,2 2-3 15,1 2 2-15,-2 0-1 16,1 2 0-16,0 1 1 16,0-1-1-16,1-1 0 0,-3-2 0 15,3 0 0-15,-1-2 0 16,-1-1-1-16,4 0 0 16,-1 0 1-16,-1-1-1 15,2 2 2-15,1-1-1 16,1 2 0-16,2-1 0 15,1-1 0-15,0 1 0 0,0 0 0 16,0-2 0-16,0 0 0 16,1 2 0-16,2-2 1 15,1 2-2-15,1 1 1 16,0 0 0-16,3 3 0 0,-1 1 0 16,3 1 1-16,0 0-1 15,2 2 0-15,1-1 0 16,1 1 0-16,1-2 1 15,0 1-1-15,1-1 0 16,3 0 0-16,-1-1 1 16,1-2-1-16,-1 0 0 0,2-1 0 15,0-1 0-15,2-3-2 16,-2-1 2-16,4-1 0 16,1 0-1-16,1 2 2 15,0-4-1-15,3 2 0 16,-2 1 0-16,1-2 1 0,0-1-2 15,1-2-1-15,0 1 2 16,0-2 1-16,1-1-1 16,2-3 1-16,1 1 0 15,-2 0-2-15,1-1 1 16,0-2 2-16,0 2-3 0,0-1 2 16,-1-1-1-16,1 2 1 15,2-2-1-15,1 1 0 16,0-1-1-16,1 1 2 15,-1-1-2-15,-1 0 1 16,4 0 0-16,-1 0 1 16,1-1-1-16,2 0 0 0,-1-1 0 15,1 1 1-15,1-4-1 16,-3 3 1-16,3-1 0 16,0-1 0-16,-1-1 0 15,-1-1 0-15,-1 0-1 0,1-2 0 16,-1-2 0-16,-2 0 1 15,2 0 0-15,1 0-2 16,-1-1 3-16,1-2-2 16,-1-1 1-16,2-1-1 15,-1 1 1-15,0-1-1 16,0 0 0-16,0-2 1 0,2 1 0 16,-1-2-1-16,-1 2 0 15,2-1 1-15,1 0-1 16,2 2 0-16,-2 0 1 15,-1 2-1-15,0-2 2 16,-1 0-2-16,-1 0 0 0,-3-3 0 16,0-4 1-16,-3-1-5 15,-1-4 4-15,-2-2 3 16,-3-3-2-16,0-1 1 16,-2-2 0-16,0-1 0 15,-2 0 3-15,1-1 3 0,1 1-2 16,-2-1-1-16,0 0-4 15,0-1 1-15,0-1 0 16,-1-1-1-16,-2-1 0 16,1 1-1-16,-1-3 1 15,-2 2-1-15,1-1 1 0,-3-1-1 16,1 2 0-16,-2 1 1 16,-4 2 0-16,0 0-1 15,-3 2 2-15,-1 1 0 16,-3 0 5-16,-1 0 3 15,-1 0 1-15,-2-1-1 0,0 2-4 16,-2 0-2-16,-3-1 0 16,-2 0 2-16,1 1-1 15,-5 2 0-15,3 1-3 16,-2 0-1-16,0 0 0 16,-2 2 0-16,0-1 0 0,2 3-1 15,-1 0 0-15,-2 0 2 16,0 0-1-16,2-1-1 15,-6 2 0-15,3-3 0 16,-3 1 0-16,-1-2 0 16,-2 1 0-16,2 0-1 15,-2 1 2-15,1 0-1 0,-1 0 1 16,4 3-1-16,-3-1 1 16,0 2-1-16,3-1 1 15,-1 1-3-15,1 1 2 16,2 1 1-16,-1 2 1 0,3 0 0 15,-2 1-1-15,1 0 1 16,2 1-3-16,-1-1 2 16,0 1-1-16,0 1 0 15,0 1 3-15,-1-1-3 16,2 1 0-16,-1 2-3 16,-2 0 3-16,4-1 0 0,-2 5 0 15,2-2 0-15,2 2 3 16,3-2-5-16,2 2-2 15,3-1-27-15,0-4-46 16,0-4-123-16,0-7-31 0</inkml:trace>
  <inkml:trace contextRef="#ctx0" brushRef="#br0" timeOffset="44293.75">992 2573 70 0,'0'0'2'0,"0"0"63"0,0 0-22 15,0 0-23-15,0 0-11 16,0 0-10-16,0 0 2 16,0 0 1-16,0 0 3 15,0 0 5-15,0 0-2 0,0 3-4 16,0 4 0-16,0 4 1 15,-2 2 0-15,0 4-1 16,1 6 4-16,-2 5-1 16,1 5 5-16,-2 5-1 15,1 0 2-15,0 2 4 16,-1-2 1-16,1-4-6 0,-2-2-9 16,3-6 0-16,1-3 0 15,1-3-3-15,0-3 1 16,0-2-1-16,0-4 1 15,0-3 1-15,1-3-1 16,1-1-2-16,0-1 0 0,1-2-1 16,2-1 6-16,-3 0 3 15,3 0 2-15,0 0-4 16,3 0-1-16,-1 0-1 16,3 2-2-16,2-2 1 15,2 2-1-15,0 3 1 0,3-2-1 16,0 2 0-16,1 1 2 15,-1-1-2-15,0 1 0 16,-2 0-1-16,-3-1 1 16,-1 1 0-16,-2 0 1 15,-3-2-1-15,-1 0 0 0,-1-1 1 16,-1-1-1-16,-1 1 1 16,0 0-2-16,-1 0 3 15,1 1-6-15,-1 1-13 16,-1 1-16-16,0-2-29 15,0-1-63-15</inkml:trace>
  <inkml:trace contextRef="#ctx0" brushRef="#br0" timeOffset="45011.91">1017 2822 81 0,'0'0'61'0,"0"0"-37"0,0 0 11 16,0 0-10-16,0 0-13 15,0 0 2-15,0 0 2 16,0 0 5-16,0 0-11 0,-27-28-1 16,25 26 4-16,1 1 0 15,1-1 5-15,0 1 0 16,0 1-9-16,-2 0-6 16,2 0-3-16,0 0 0 15,0 0 0-15,0 0 0 16,0 0 0-16,0 0 2 0,0 0 0 15,0 0 1-15,0 0-2 16,0 0 1-16,0 0-2 16,0 0-2-16,5-1 2 15,3 1 2-15,2-2-1 16,6 1 3-16,2-1 0 0,0 1-2 16,3 1 3-16,-3 0-1 15,-1 0-1-15,0 0 0 16,-6 0-1-16,-2 0 5 15,-1 0-8-15,-5 0 2 16,1 0-1-16,-4 3-2 0,0 2-4 16,2 0-3-16,-2 1-3 15,0 0-22-15,-3 1-25 16,-1-1-6-16,1-5-18 16</inkml:trace>
  <inkml:trace contextRef="#ctx0" brushRef="#br0" timeOffset="45659.75">992 2554 117 0,'0'0'30'0,"0"0"9"15,0 0-14-15,0 0-1 16,0 0-4-16,0 0-8 16,0 0-11-16,0 0-2 0,0 0 2 15,0 0 1-15,0 0 2 16,-11-10-1-16,11 10 0 16,0 0 0-16,0 0 4 15,0 0 12-15,-1 0 18 16,1 0-8-16,0 0-14 15,0 0-5-15,0 0 6 0,0-1 2 16,0 1-8-16,0 0-8 16,5-2-3-16,5 1 1 15,3 1 0-15,5-2 1 16,3 2 3-16,6 0 0 0,1 0 0 16,3 0 2-16,-1 0-3 15,2 0 0-15,-2 2-1 16,-3 1 4-16,-1 0-1 15,-5-2-4-15,-3 1 1 16,-2-1-1-16,-5 0 2 16,-4-1-1-16,-2 2 1 15,-2-2-2-15,-2 0 1 0,-1 0 0 16,0 0-1-16,0 0-1 16,0 0 2-16,0 0-2 15,0 0 0-15,0 2-8 16,0-1-81-16,-7-1-138 0</inkml:trace>
  <inkml:trace contextRef="#ctx0" brushRef="#br0" timeOffset="50452.08">2857 1188 31 0,'0'-2'28'0,"0"-2"-10"16,0 2-6-16,0 1 2 16,-1-2 35-16,-1 1-36 15,1 0-1-15,-1-1 7 0,-1 2-10 16,1 0-1-16,0-2 0 15,-1 1-6-15,1 1-1 16,-1-1 6-16,1 2-2 16,0 0-5-16,-1-2 2 15,1 2 1-15,0 0 0 0,-1 2-3 16,-1 8-2-16,-2 1 3 16,0 6-2-16,1 6 0 15,-2 4 2-15,2 4 1 16,0 0 2-16,3 1-3 15,1-3 1-15,1-5-1 0,0-4 0 16,3-4 1-16,2-5 1 16,1-3 3-16,3-4-3 15,-2-1 0-15,3-3 3 16,1 0 6-16,1-5 1 16,0-5 1-16,-1-3-7 0,2-3-2 15,-3 1-1-15,-2 0-3 16,-1 2 1-16,-4 3-1 15,-2 3-1-15,0 1 1 16,-1 4 0-16,0 2 1 16,0 0 3-16,0 2-4 0,0 6 0 15,-2 2 0-15,-1 3-2 16,1 3-1-16,0 1 6 16,2-2-3-16,0 0-1 15,0 0 1-15,0-1 0 16,5 0 0-16,1-1 0 15,0-3 1-15,2 0 2 0,1-2-2 16,1-2 1-16,1-2-1 16,1-3 1-16,2-1 2 15,1-1-1-15,2-8 3 16,-2-3-1-16,2-3 0 0,-1-2-3 16,-2-1 0-16,-2-1 0 15,-5-2 0-15,0 1-1 16,-5 1-1-16,-2 0 1 15,0 0 1-15,-5 2 0 16,-3 0 1-16,-2 2 10 16,-2 2-2-16,2 3-9 0,0 2-1 15,0 0-2-15,3 5 2 16,2-1-2-16,0 3-1 16,3-1 2-16,2 2 2 15,-1 0-1-15,1-1-2 0,0 1-2 16,0 0-6-16,3-2 0 15,2 2-4-15,1-2-24 16,1 2-41-16,0-3-24 16,-4-1-47-16</inkml:trace>
  <inkml:trace contextRef="#ctx0" brushRef="#br0" timeOffset="50922.42">3322 1100 122 0,'0'-2'29'16,"0"0"-4"-16,0 0 2 15,0 2 5-15,0 0 4 0,0 0-9 16,0 0-8-16,0 0-17 16,0 0-6-16,0 2 1 15,0 4 3-15,0 3 3 16,-2 1 4-16,-1 3 1 16,-2 0-7-16,-2 2-1 0,-1 2-1 15,-1-1 1-15,1 2 4 16,0 1-2-16,1-3 3 15,0-6-68-15</inkml:trace>
  <inkml:trace contextRef="#ctx0" brushRef="#br0" timeOffset="54963.55">12889 6292 1 0,'0'-1'1'16,"0"0"0"-16,0 1-1 0,0 0 0 16,0 0-2-16,0 0 1 15,0 0 1-15,0 0 0 16,-1 0 0-16,0 0 0 15,1 0 0-15,0 2 0 16,0-2 0-16,-1 0 0 0</inkml:trace>
  <inkml:trace contextRef="#ctx0" brushRef="#br0" timeOffset="55757.95">12875 6307 3 0,'0'0'10'0,"0"0"2"0,0 0-2 16,0 0-1-16,0 0-1 16,0 0 0-16,0 0-2 15,0 0-6-15,0 0-5 16,0 0 2-16,0 0 2 0,0 0 2 15,-2-5 0-15,2 5 0 16,0 0-1-16,0 0-2 16,0 0 1-16,0 0 0 15,0 0 1-15,0 0 1 16,0 0-4-16,0 2-1 16,0-1-9-16</inkml:trace>
  <inkml:trace contextRef="#ctx0" brushRef="#br0" timeOffset="61448.78">2335 2482 97 0,'0'0'14'0,"0"0"-14"16,0 0 2-16,0 0 2 0,0 0 49 16,0 0-33-16,0 0-10 15,7-28-1-15,-7 28-1 16,0 0 2-16,0-1 1 16,0 1-5-16,0 0-3 15,0 0-3-15,1-1-2 0,2 1 2 16,2-2-1-16,2 1 2 15,2-1-1-15,1-1 0 16,1 1 0-16,4-1 0 16,-1 0 2-16,1-1-2 15,0 1 0-15,1-2 0 16,0 1 1-16,-1 0-1 0,-2 1 0 16,-1-1 1-16,0 1-2 15,-2 1 2-15,-1 0-3 16,-3 1-7-16,-2-1-12 15,-1 2-57-15,-2 0-44 16</inkml:trace>
  <inkml:trace contextRef="#ctx0" brushRef="#br0" timeOffset="61900.09">2447 2540 23 0,'0'0'30'0,"0"0"-26"16,0 0 53-16,0 0-10 15,0 0-8-15,0 0-4 16,0 0-11-16,0 0-7 16,0 0-12-16,0 0-6 0,0 0 4 15,22-4 0-15,0-2-1 16,4-3-5-16,4-1 6 16,3-3-5-16,0-3-94 15</inkml:trace>
  <inkml:trace contextRef="#ctx0" brushRef="#br0" timeOffset="110308.23">12772 6318 33 0,'0'0'28'16,"0"0"-39"-16,0 0 9 15</inkml:trace>
  <inkml:trace contextRef="#ctx0" brushRef="#br0" timeOffset="134232.6">17789 5490 152 0,'0'0'15'0,"0"0"42"0,0 0-45 16,0 0-11-16,0 0 0 16,0 0 3-16,0 0 12 15,28 35 9-15,-16-24 12 16,3 2-10-16,1 3-4 0,3 3 0 16,1 2-7-16,3 4-8 15,-1 0-2-15,0 2-2 16,0 0-2-16,-2-2-2 15,-2-2 1-15,-1-3 0 16,-5-3-2-16,0-4-14 16,-3-5-23-16,0-5-49 0,-5-3-24 15</inkml:trace>
  <inkml:trace contextRef="#ctx0" brushRef="#br0" timeOffset="134760.79">18288 5472 294 0,'0'0'10'15,"0"0"-3"-15,0 0 0 16,0 0 2-16,-11 29 5 15,-1-12-1-15,-4 1-4 16,-3 2-5-16,-1 1-2 0,0 2 0 16,-2 1-1-16,2-2-1 15,0 0 2-15,2-4-2 16,1 0 1-16,3-3-1 16,0 0 0-16,3-5 1 15,4 1-1-15,1-4 0 16,2-2 0-16,2-1 1 0,2-3 0 15,0-1 2-15,2 0 3 16,2 0 16-16,1 0-2 16,0-2-4-16,-1 2 3 15,1 0-8-15,0 4-5 0,-5 5 0 16,3 6 3-16,-1 5 4 16,-2 3 6-16,0 6-6 15,0 3-4-15,0 3-1 16,0-2-4-16,0-1-2 15,0-1-1-15,0-6-1 0,0-3 1 16,3-3-1-16,-1-4 0 16,-2-2 0-16,1-3-19 15,-1-2-30-15,0-5-13 16,0-3-35-16,0 0-66 16</inkml:trace>
  <inkml:trace contextRef="#ctx0" brushRef="#br0" timeOffset="135017.97">18484 5830 390 0,'0'0'35'0,"0"0"-3"0,0 0-20 16,39-19-5-16,-25 16 0 16,0 2-2-16,3-1-1 15,-2 2-3-15,3 0-1 16,-3 0 0-16,0 0 0 16,-2 5-24-16,-3 0-33 0,-6-1-65 15,-3 2-93-15</inkml:trace>
  <inkml:trace contextRef="#ctx0" brushRef="#br0" timeOffset="135214.2">18493 5982 213 0,'0'0'10'16,"0"0"33"-16,0 0-4 15,0 0 5-15,0 0-8 16,37 10-6-16,-15-10-15 15,5-3-10-15,2-1-4 0,3-1-1 16,0-2-45-16,1-4-134 16</inkml:trace>
  <inkml:trace contextRef="#ctx0" brushRef="#br0" timeOffset="135651.41">19565 5541 298 0,'0'0'36'16,"0"0"-24"-16,0 0 7 15,0 0-6-15,0 0-9 16,0 0 1-16,28 18 7 15,-7 3 12-15,2 4-3 16,6 4-8-16,1 3-5 0,3 1-6 16,-1 0-1-16,-1 0 0 15,-2-3-1-15,-4-2-1 16,-3-3-23-16,-5-7-20 16,-5-5-46-16,-3-6-57 15</inkml:trace>
  <inkml:trace contextRef="#ctx0" brushRef="#br0" timeOffset="135929.25">19910 5499 257 0,'0'0'122'0,"0"0"-107"16,0 0 20-16,0 0-20 16,-30-1-10-16,12 21-1 15,0 4 5-15,-5 7-1 16,-2 4-3-16,-3 3-4 16,0 2 0-16,-1 3-1 0,0 2 0 15,-1 2-11-15,1 0-43 16,2-5-50-16,3-5-26 15</inkml:trace>
  <inkml:trace contextRef="#ctx0" brushRef="#br0" timeOffset="136234.97">20344 5445 419 0,'0'0'13'0,"0"0"7"16,0 0-14-16,0 0 3 0,23 48 12 15,-22-12 10-15,0 10-2 16,0 5-13-16,0 6-3 15,0 2-7-15,3 2-4 16,-1-1-1-16,4-2 0 0,-2-4-2 16,0-6 2-16,-2-5-16 15,-3-9-29-15,0-7-40 16,-1-12-61-16</inkml:trace>
  <inkml:trace contextRef="#ctx0" brushRef="#br0" timeOffset="136812.38">20420 5603 360 0,'0'0'3'16,"9"-46"8"-16,0 28 15 15,0 2 0-15,2 4-5 16,0 1-3-16,1 5-2 0,0 1-4 16,1 5-5-16,0 0-3 15,-1 4-2-15,0 4-1 16,-2 2-1-16,-2 4 0 16,-4 0 0-16,0 2 0 15,-2-1 0-15,-2 1-1 0,0-1-4 16,-5-1-4-16,-3 1-3 15,-1-4 1-15,0-2 4 16,0-3 0-16,1-1 3 16,4-2 3-16,1-2 1 15,3 1 0-15,0-2 0 0,10 0 0 16,3 1 1-16,2 0-1 16,6 1 3-16,0 2-1 15,-1 2 0-15,1 2 2 16,-3 1-3-16,-3 1 0 15,-4 1 0-15,-3 1 0 0,-2-1 0 16,-6 0 1-16,0 0 1 16,-6 0 2-16,-6-1 1 15,-4-1-3-15,-1-1-1 16,-7-2-1-16,-1 1 0 16,-1-4-1-16,0-1-1 0,2-2-1 15,0 0-18-15,7 0-10 16,3-7-56-16,7-4-67 15</inkml:trace>
  <inkml:trace contextRef="#ctx0" brushRef="#br0" timeOffset="137078.47">20980 5656 409 0,'0'0'3'0,"0"0"49"0,35-18-32 16,-21 15-11-16,4 1-5 0,2 0 0 16,2 1 1-16,2-2-2 15,0 2-2-15,0-2 0 16,-1 0-1-16,-3 1 0 15,-2-1-16-15,-7-2-31 16,-1-3-54-16,-8-2-118 16</inkml:trace>
  <inkml:trace contextRef="#ctx0" brushRef="#br0" timeOffset="137281.13">21124 5517 416 0,'0'0'4'15,"0"0"39"-15,0 0-33 16,0 0-2-16,0 0 6 16,0 0 6-16,-10 45-3 15,10-22-7-15,0 5-6 16,0 2-3-16,0 2 0 0,0 2-1 16,0 1-3-16,0-2-44 15,0-2-3-15,0-5-43 16,0-7-60-16</inkml:trace>
  <inkml:trace contextRef="#ctx0" brushRef="#br0" timeOffset="137874.29">22014 5419 117 0,'0'0'266'0,"0"0"-259"16,0 0 11-16,0 0 8 16,0 0-11-16,0 0-4 15,0 0-4-15,0 0 3 16,-48-20 2-16,24 27-5 15,-2 2-2-15,2 3 0 0,0 3-3 16,2 0 0-16,1 2-1 16,5 0 0-16,2 1 0 15,4 1 0-15,5-1 0 16,4-2-1-16,1 1 0 16,3-1 1-16,7-1-1 0,2-3 0 15,3-4-1-15,1 0-1 16,-1-5-2-16,-4-1 2 15,-2-2 1-15,-5 1 1 16,-4 1 0-16,-3 0-2 16,-11 4 2-16,-3 1 0 15,-4 0 2-15,1 2 1 0,0 0 3 16,2-1-3-16,4 2-1 16,4 0-2-16,3 0 1 15,1 1 0-15,5-2 0 16,1 3 0-16,1-1 0 15,9-3 0-15,6-1 1 0,7-2 0 16,6-5 0-16,6 0 0 16,3 0-1-16,2-8-1 15,-1-2 0-15,-7-3-36 16,-7-4-71-16</inkml:trace>
  <inkml:trace contextRef="#ctx0" brushRef="#br0" timeOffset="139763.81">19082 6695 174 0,'0'-2'66'15,"0"2"-13"-15,0 4-10 0,-6 14-39 16,1 11 27-16,-2 9 13 16,-2 12-9-16,-1 8-13 15,-1 8-2-15,-1 3 1 16,-1 2-11-16,2-1-7 15,2-4 0-15,3-10-3 0,0-6 1 16,3-7-1-16,-2-10 0 16,1-7 0-16,0-9-10 15,1-6-19-15,-1-8-35 16,0-3-56-16,-2-13-21 16</inkml:trace>
  <inkml:trace contextRef="#ctx0" brushRef="#br0" timeOffset="140266.04">19041 6915 338 0,'0'0'-5'0,"17"-48"42"16,-7 28 9-16,6 2-13 0,-1 3-12 15,3 4-7-15,1 3-5 16,-2 5-2-16,0 3-1 16,-2 0-5-16,-2 10 0 15,-5 2-1-15,-2 4 0 16,-5 1 0-16,-1 1 0 16,-1 0 0-16,-8-1 0 0,-3 0 0 15,-1-3-5-15,-2-1-3 16,1-1 0-16,1-4 2 15,3-1-1-15,1-3 2 16,5-2 1-16,4-1 3 0,0-1 2 16,7 0-1-16,7 0 0 15,3-1 0-15,1 1 0 16,2 0 1-16,0 0 1 16,-2 6 1-16,-4 5-1 15,-4 0-1-15,-3 4-1 0,-4 0 1 16,-3 2 1-16,0-1 2 15,-9-1 1-15,-3 0 1 16,-4-1-2-16,-3-3-1 16,-3 0-1-16,-1-1-2 15,-1-3 2-15,-1-1-2 16,2-2 0-16,3-1-8 0,2-3-21 16,5 0-25-16,3-2-46 15,5-9-39-15</inkml:trace>
  <inkml:trace contextRef="#ctx0" brushRef="#br0" timeOffset="140863.97">19137 6435 298 0,'0'0'-4'0,"0"0"23"16,0 0 5-16,0 0-21 16,0 0 3-16,-30 21 4 0,22-5 3 15,1-1-3-15,0 1-7 16,0-2-1-16,3-3-1 15,1-2 0-15,0-3-1 16,3-4 0-16,0-2 0 16,0 0 4-16,4-7-2 0,4-5-2 15,3-4 0-15,2-1 0 16,1-2-1-16,-1 1 1 16,-1 1 0-16,-3 5 0 15,-1 4 1-15,-3 5 14 16,0 3 21-16,-1 0-27 0,1 7-1 15,2 5 5-15,1 2-1 16,2 4-6-16,2 0-2 16,2 2-4-16,-2 0 1 15,4 0-2-15,-1-4-44 16,2-3-81-16,-1-8-89 0</inkml:trace>
  <inkml:trace contextRef="#ctx0" brushRef="#br0" timeOffset="141171.1">19622 6862 391 0,'0'0'32'0,"0"0"14"15,0 0-22-15,40-20-8 16,-24 15-8-16,2 2-2 0,0 3-4 16,-2-2 1-16,0 2-3 15,-5 0 0-15,0 2-3 16,-7 5-35-16,-2-2-53 15,-2 0-56-15</inkml:trace>
  <inkml:trace contextRef="#ctx0" brushRef="#br0" timeOffset="141326.17">19570 6987 245 0,'0'0'43'0,"0"0"-4"0,0 0-5 16,0 0-6-16,27 17-5 15,-2-17-6-15,3 0-9 16,6-7-6-16,0-1-12 16,1-4-116-16</inkml:trace>
  <inkml:trace contextRef="#ctx0" brushRef="#br0" timeOffset="141842.93">20752 6645 262 0,'0'0'5'0,"0"0"32"0,0 0 13 0,0 0-6 15,0 0-41-15,0 0 12 16,43 22 17-16,-18 4-10 0,6 6-4 16,3 2-8-16,4 6-4 15,-3 1-3-15,2 2-2 16,-6 0 0-16,-6-3-2 15,-3-2-26-15,-6-5-35 16,-4-10-38-16,-6-5 18 0,-4-11-99 16</inkml:trace>
  <inkml:trace contextRef="#ctx0" brushRef="#br0" timeOffset="142109.03">21079 6662 302 0,'0'0'1'0,"0"0"8"16,1-28 33-16,-1 28 11 0,-5 0-41 16,-3 7-4-16,-6 6 17 15,-2 7 6-15,-8 6-16 16,-2 5-3-16,-3 3-10 15,-3 4 0-15,-1 1-2 16,1 2 1-16,-3-1-3 0,3 0-25 16,2-4-24-16,5-3-19 15,2-5-4-15,6-8-6 16,5-10-130-16</inkml:trace>
  <inkml:trace contextRef="#ctx0" brushRef="#br0" timeOffset="142404.54">21357 6447 319 0,'0'0'20'0,"0"0"16"0,0 0-31 16,0 0 8-16,-21 39-2 16,8-15-3-16,0 3-5 15,-1 1-1-15,1 3-2 16,-2 0 0-16,1-1-35 16,1-2-50-16,0-8-38 15</inkml:trace>
  <inkml:trace contextRef="#ctx0" brushRef="#br0" timeOffset="142639.97">21523 6624 443 0,'0'0'2'0,"34"8"10"16,-16 3 0-16,2 5 7 0,2 5-10 15,0 2-2-15,0 3-2 16,-2 1-3-16,-2 2-1 16,-1-2-1-16,-2-3 0 15,0-3-26-15,-2-7-49 16,-1-6-48-16,0-8-18 16</inkml:trace>
  <inkml:trace contextRef="#ctx0" brushRef="#br0" timeOffset="142873.23">21802 6666 352 0,'0'0'4'16,"0"0"20"-16,0 0 10 16,-34-14-5-16,19 21-7 15,-1 6-1-15,-2 6 1 16,0 5-6-16,-1 4-7 0,0 3-4 15,1 1-3-15,-1 4-2 16,3 0 1-16,1-3-1 16,2-1-16-16,4-4-33 15,0-5-38-15,3-8-65 16</inkml:trace>
  <inkml:trace contextRef="#ctx0" brushRef="#br0" timeOffset="143138.84">22006 6510 463 0,'0'0'6'0,"32"-5"11"15,-17 20-11-15,-4 12-1 0,-2 9 1 16,-4 7 2-16,-5 5 2 15,0 3 2-15,-13 3-7 16,-5 1-5-16,-5 3 1 16,-6-2-1-16,-4-5-2 15,-3-6-35-15,-2-9-24 0,1-8-28 16,-5-10 7-16,1-13-64 16</inkml:trace>
  <inkml:trace contextRef="#ctx0" brushRef="#br0" timeOffset="143440">20764 6469 282 0,'-32'0'3'16,"-1"0"15"-16,-2 16 27 0,0 12 18 15,1 10-21-15,2 10-6 16,5 9-11-16,5 5-11 16,10 3-4-16,9 5-7 15,3 3-1-15,20-5-1 16,7-2-1-16,10-5-1 15,13-9-26-15,6-13-43 0,9-17-61 16,7-14-4-16</inkml:trace>
  <inkml:trace contextRef="#ctx0" brushRef="#br0" timeOffset="143782.29">22281 6445 307 0,'0'0'0'0,"0"0"41"16,0 0 1-16,0 0-11 16,0 0-13-16,0 0-3 15,0 0-5-15,0 0-1 16,0 0-5-16,30-11-1 16,-11 11-2-16,3 0-1 0,4-1 1 15,-1-1-15-15,2-5-56 16,3-5-64-16</inkml:trace>
  <inkml:trace contextRef="#ctx0" brushRef="#br0" timeOffset="143968.19">22663 6236 431 0,'0'0'5'16,"0"0"-5"-16,1 31 6 0,1-12 1 15,-2 3-4-15,0 3-1 16,0 2-1-16,0-1-1 16,0 2 0-16,-3-4-57 15,0-7-70-15</inkml:trace>
  <inkml:trace contextRef="#ctx0" brushRef="#br0" timeOffset="144294.31">23059 6262 487 0,'0'0'6'0,"0"0"10"0,-34 17-14 16,11 6 5-16,-3 11 9 15,-5 8 3-15,0 7 4 16,-1 6-3-16,3 7-12 16,3 6-4-16,5 2-1 15,6-2-2-15,7-1 0 0,7-6-1 16,3-6 0-16,12-9 0 16,7-11-10-16,4-9-7 15,5-7-4-15,5-11-23 16,0-7-22-16,-1-5-40 15,1-15-82-15</inkml:trace>
  <inkml:trace contextRef="#ctx0" brushRef="#br0" timeOffset="144550.1">23285 6515 375 0,'0'0'0'16,"0"0"34"-16,0 0 0 16,0 0-28-16,0 0 11 15,41 23 12-15,-13-1-1 0,3 0-12 16,5 1-8-16,0 0-5 16,0-1-1-16,-3-1-3 15,-5-3 2-15,-4-3-13 16,-7-3-30-16,-2-5-20 0,-7-7-38 15,-4-2-74-15</inkml:trace>
  <inkml:trace contextRef="#ctx0" brushRef="#br0" timeOffset="144785.16">23573 6498 407 0,'0'0'3'0,"0"0"13"15,0 0 13-15,0 0-13 16,-34-13-1-16,20 27 11 0,-4 4 3 16,-2 5-15-16,-3 5-6 15,-1 5-6-15,-1 2-1 16,-1 3 0-16,0 0-1 16,0 0-8-16,5-5-56 15,5-10-28-15,5-8-85 16</inkml:trace>
  <inkml:trace contextRef="#ctx0" brushRef="#br0" timeOffset="145035.78">23833 6266 370 0,'0'0'2'0,"0"0"-5"15,-20 34 4-15,3-17 0 16,-1 3 0-16,0 1 1 16,-2 1-1-16,4 2-1 15,-1-1 0-15,2-1-1 0,2-2-76 16,5-10-47-16</inkml:trace>
  <inkml:trace contextRef="#ctx0" brushRef="#br0" timeOffset="145468.13">24077 6360 576 0,'0'0'-25'0,"0"0"33"0,37 15-6 16,-23-4-2-16,0 4 0 15,0-2 0-15,0 0 1 16,-1-2 0-16,1-1 0 16,-2-1-1-16,-1-4-14 15,1-2-35-15,1-3 5 0,-1 0 7 16,1-8 6-16,2-5 5 15,-1-3 18-15,-1-1 4 16,0 0 3-16,-4 1 2 16,-1 4 25-16,-4 2 22 0,-3 4-1 15,-1 6-5-15,-5 3-24 16,-9 14-15-16,-4 9 3 16,-7 9 7-16,-5 6-1 15,-2 7-5-15,-3 4-2 16,1 3-4-16,1-1 0 15,0-2 0-15,5-4-1 0,2-5 0 16,6-7-8-16,4-9-45 16,5-10-19-16,4-9-30 15,7-8-66-15</inkml:trace>
  <inkml:trace contextRef="#ctx0" brushRef="#br0" timeOffset="145749.23">24527 6271 462 0,'0'0'13'0,"0"0"7"0,37 31-15 16,-30 2 9-16,-4 10 3 0,-3 6 2 15,-3 6-6-15,-11 5-5 16,-7 4 2-16,-11 3-3 16,-11 1-6-16,-13 1 0 15,-13 1-1-15,-10-4-48 16,-5-12-101-16</inkml:trace>
  <inkml:trace contextRef="#ctx0" brushRef="#br0" timeOffset="151641.69">18723 8117 174 0,'0'0'44'0,"0"0"-4"15,0 0 6-15,0 0 1 16,0 0-24-16,-33 0 1 15,22 21 19-15,-1 6-18 16,0 4-7-16,1 3 1 16,1 2-4-16,1 2-8 0,2 0-2 15,1-2-4-15,2 2 1 16,2-3-2-16,2-4 1 16,0-6-1-16,5-4 0 15,4-9 0-15,2-9-1 16,4-3 1-16,4-11 0 0,3-8 0 15,1-5-1-15,-2 0 0 16,-3 0-1-16,-2 4 1 16,-9 5 1-16,-1 6 0 15,-3 3 1-15,-3 5-1 16,0 1 0-16,0 1-3 0,0 7 3 16,-1 4 2-16,-1 3-1 15,2-1 0-15,0 2 0 16,0 0-1-16,4-3 1 15,5-1 1-15,1-5-1 16,5-2-1-16,0-5 1 16,4 0 0-16,2-12 0 0,0-5 0 15,3-6 0-15,0-5 0 16,-3-5-1-16,0-1 0 16,-5-4-1-16,-2-2 0 15,-9-1 0-15,-5 2-1 16,0 2 2-16,-10 5-2 0,-3 8 2 15,-4 7-1-15,1 7 0 16,-1 7-1-16,4 3 0 16,0 6-13-16,2 6-13 15,5 4-8-15,0 3-19 16,3 0-32-16,3 0 9 0,0-3-89 16</inkml:trace>
  <inkml:trace contextRef="#ctx0" brushRef="#br0" timeOffset="152111.38">19158 8388 211 0,'0'0'124'0,"0"0"-88"0,-10 34-6 15,2-13 14-15,-2 5-15 16,-3 2 0-16,2 3-9 16,-1 1-6-16,-1-1-5 0,0 2-2 15,2 1-1-15,0-2-4 16,1-2 0-16,1-5-2 16,4-5 1-16,0-6-1 15,4-5 0-15,-1-6 1 16,2-3-1-16,0 0 5 15,1-10 3-15,7-5-6 0,4-3-2 16,3-5 1-16,3 3-1 16,1 0 0-16,1 4 0 15,-4 3 1-15,1 4-2 16,-3 5 2-16,-3 2-1 16,-1 2 1-16,-3 3-1 0,-1 7 2 15,-4 5-1-15,-1 2 1 16,-1 2-2-16,0 1 2 15,0 3-2-15,-5-1 0 16,-1-1-17-16,-1-1-32 16,-1-2-22-16,1-3-43 0,-3-7-71 15</inkml:trace>
  <inkml:trace contextRef="#ctx0" brushRef="#br0" timeOffset="152395.91">19385 7823 275 0,'0'0'19'0,"0"0"35"16,0 0 5-16,0 0-54 0,0 0 10 15,-13 46 3-15,6-14-7 16,-2 3-5-16,0 1-5 16,1 0 0-16,1-1-8 15,-2-4-52-15,2-4-61 0</inkml:trace>
  <inkml:trace contextRef="#ctx0" brushRef="#br0" timeOffset="152719.31">19658 8216 383 0,'0'0'18'0,"30"-10"23"16,-9 2-20-16,2 3-11 15,1 0-3-15,-2 2-3 0,-2 1-3 16,-5 2 0-16,0 0-2 15,-5 0-12-15,-4 3-41 16,-5 2-70-16,-1 1-23 16</inkml:trace>
  <inkml:trace contextRef="#ctx0" brushRef="#br0" timeOffset="152858.24">19627 8356 292 0,'0'0'87'15,"0"0"-70"-15,0 0 7 0,0 0 6 16,38 6-2-16,-16-6-10 16,5-4-13-16,1-1-3 15,0 0-5-15,-2-3-46 16,-2-2-132-16</inkml:trace>
  <inkml:trace contextRef="#ctx0" brushRef="#br0" timeOffset="153405.22">20602 7830 271 0,'0'0'0'0,"0"0"60"15,-39 8-20-15,12 17-5 16,-6 10-2-16,-2 9-4 0,-2 9-5 15,4 6 2-15,3 4-4 16,6 0-4-16,8 2-10 16,9-1-3-16,7-2-2 15,6-7-1-15,14-4 0 16,9-4-2-16,4-7-1 0,5-11-42 16,0-12-62-16,2-13-153 15</inkml:trace>
  <inkml:trace contextRef="#ctx0" brushRef="#br0" timeOffset="155875.15">20737 8003 115 0,'0'0'58'16,"0"0"-28"-16,0 0 8 16,0 0-3-16,0 0 2 15,0 0 5-15,0 0 1 16,0 0-28-16,0 0-13 0,0 0 0 16,3-9 14-16,-8 22 4 15,-1 6-2-15,-2 5-1 16,0 4 2-16,0 8-4 15,-2 3-2-15,0 1-4 16,2 2-6-16,1-4-2 0,2-2 0 16,4-6 0-16,1-6-1 15,0-6 0-15,5-6 1 16,6-4-1-16,4-8 1 16,3 0 0-16,4-7 0 15,1-9 0-15,1-4 0 16,1-4-1-16,-2-5 2 0,-2-4-2 15,-3-3-2-15,-4-2-2 16,-2 2 1-16,-5 1 2 16,-3 5 1-16,-3 7 0 15,-1 5 0-15,0 6 1 16,-1 5 2-16,-4 7 8 0,-1 0-4 16,-1 11-5-16,1 6 1 15,2 4 6-15,1 5 6 16,3 2-6-16,0 2-4 15,3 2-1-15,4 0-3 16,3-1 0-16,1 0-1 0,0-3 0 16,2-3 0-16,0-4-15 15,2-6-25-15,2-4-13 16,1-6-15-16,2-5-42 16,0-1-9-16</inkml:trace>
  <inkml:trace contextRef="#ctx0" brushRef="#br0" timeOffset="156514.75">21159 8300 252 0,'0'0'65'0,"0"0"16"0,0 0-37 15,0 0-35-15,0 0-5 0,0 0 23 16,0 0 4-16,-7 45-5 16,4-23-4-16,-2 4-8 15,1 2-5-15,0 0-4 16,-1 3 0-16,1-4-4 15,0-2 0-15,0-4 0 16,2-6-1-16,-1-3 0 0,3-6 1 16,0-4-1-16,0-2 1 15,0-5 3-15,0-7-3 16,7-2 0-16,3-5-1 16,1 0 1-16,2 0-2 0,0 3 2 15,0 4-1-15,-3 2 0 16,0 7 0-16,-3 3 0 15,-1 0 0-15,1 8 0 16,-3 2 0-16,2 3 0 16,-4 2 0-16,0 0 0 0,0 0 0 15,-2 0-1-15,0 0-22 16,0 1-9-16,0-2-11 16,-1-1-27-16,-3-3-56 15,0-2 16-15</inkml:trace>
  <inkml:trace contextRef="#ctx0" brushRef="#br0" timeOffset="156904.29">21316 7795 235 0,'0'0'4'0,"0"0"39"15,0 0 8-15,0 0-17 16,0 0-16-16,0 0 1 16,-36 13 11-16,24 9-10 15,1 4-12-15,1 3-6 16,0 1-2-16,3 0 0 0,0-2-9 16,2-6-79-16,0-7-63 15</inkml:trace>
  <inkml:trace contextRef="#ctx0" brushRef="#br0" timeOffset="157795.14">21599 7968 275 0,'0'0'2'0,"0"0"52"0,0 0 4 0,0 0-46 16,0 0 0-16,-23 35 22 15,16-8-3-15,1 4-5 16,1 4-5-16,2 1-5 16,2 2-9-16,-1 0-4 0,2-5-1 15,0-3-1-15,0-7-1 16,3-8 0-16,6-5 0 15,2-7 0-15,4-3 1 16,2-8 0-16,3-9-1 16,0-7 0-16,2-5-6 0,-2-7-2 15,-2-2-1-15,-2-3 6 16,-2 1-1-16,-4 5 3 16,-4 4 0-16,-2 8 1 15,-3 6 1-15,-1 9 2 16,0 8 9-16,-5 2-4 0,-4 14-7 15,0 7 5-15,1 7 7 16,1 4 1-16,5 1-4 16,2 0-4-16,0-1-4 15,9-3-2-15,0-2 1 16,2-4-1-16,0-5 0 0,1-4-26 16,0-5-18-16,1-5-25 15,-1-4-74-15,2-2-26 16</inkml:trace>
  <inkml:trace contextRef="#ctx0" brushRef="#br0" timeOffset="158216.16">21929 8285 308 0,'0'0'7'15,"0"0"78"-15,0 0-35 0,0 0-17 0,0 0-12 0,0 0 9 0,0 0-2 16,-3 39-6-16,3-23-9 16,-2 6-5-16,1 0-3 15,-2 3-2-15,2 1-1 0,-2 1-2 16,0-2 1-16,2-2-1 16,-2-5 0-16,0-4 1 15,3-8-1-15,0-3-1 16,0-3 2-16,0-8 0 15,7-5 0-15,0-4-1 16,4-3 0-16,2 1 1 0,-3 1-1 16,2 4 0-16,-2 4 0 15,-1 4 0-15,-2 6 0 16,-1 0 0-16,-2 6-1 16,0 5 1-16,-2 3 0 15,1 1 0-15,-1 0 0 0,1 0 0 16,3 0-9-16,-2-4-33 15,3-2-4-15,1-5-34 16,2-4-68-16,0 0-37 16</inkml:trace>
  <inkml:trace contextRef="#ctx0" brushRef="#br0" timeOffset="158593.73">22244 7716 376 0,'0'0'13'16,"30"-2"35"-16,-12 15-20 16,0 12-6-16,2 8 1 0,-3 12-5 15,-7 8 3-15,-5 8 1 16,-5 7-6-16,-4 4-1 16,-12 1-8-16,-6-2-4 15,-3 0-2-15,-4-8-1 16,1-7 0-16,0-12-1 15,2-6 1-15,3-8-8 0,2-8-15 16,4-8-18-16,4-5-15 16,4-6-46-16,6-3-16 15,3-12-70-15</inkml:trace>
  <inkml:trace contextRef="#ctx0" brushRef="#br0" timeOffset="158942.07">22470 7641 253 0,'0'0'5'0,"0"0"54"15,0 0 4-15,0 0-14 16,0 0-16-16,2-28-17 0,11 27-7 16,4 0-4-16,1 1-4 15,4 0 1-15,-1 0-2 16,1 0 0-16,-1 0 0 15,-1 0-29-15,0-1-34 16,-3-8-42-16,1-5-48 0</inkml:trace>
  <inkml:trace contextRef="#ctx0" brushRef="#br0" timeOffset="159126.94">22810 7453 335 0,'0'0'31'15,"0"0"-25"-15,0 0 1 16,4 30 26-16,-2-13-1 16,-2 4-10-16,0 4-11 15,1 1-7-15,0 1-3 0,0 2 0 16,-1-3-3-16,0-7-62 16,0-4-76-16</inkml:trace>
  <inkml:trace contextRef="#ctx0" brushRef="#br0" timeOffset="159816.01">23302 7611 66 0,'0'0'213'0,"-41"24"-209"0,11-1 21 16,-4 12 39-16,-2 12-12 15,1 8-14-15,4 9-9 16,4 4-8-16,8 2-7 16,9 4-7-16,10-6-6 0,3-6 0 15,17-7-1-15,8-6 0 16,8-11-16-16,5-9-26 15,1-11-44-15,2-10-63 16</inkml:trace>
  <inkml:trace contextRef="#ctx0" brushRef="#br0" timeOffset="166296.81">23431 7861 173 0,'2'-14'28'15,"-1"0"26"-15,-1 4-11 16,0 2 10-16,0 4-7 15,0 3-16-15,0 1-18 16,0 5-12-16,-2 8 2 0,-1 5 6 16,-2 5 6-16,0 4 3 15,0 1-7-15,0 3-2 16,1 1-2-16,2-3-2 16,1-1-4-16,1-3 2 15,0-3-2-15,2-6 0 16,6-3 1-16,3-7-1 0,2-5 0 15,5-1 2-15,2-10 0 16,1-5-2-16,1-4 0 16,-1-4 2-16,-2-2-2 15,-2-3 0-15,-3-1 0 16,-2-2 0-16,-5 1 0 0,-4 2 0 16,-2 2 0-16,-1 6 1 15,0 5-1-15,-5 6 1 16,1 5 5-16,-2 4 6 15,1 3-10-15,-1 9-1 16,1 7-1-16,1 5 3 0,2 3 1 16,2 3-1-16,0 0 0 15,4 2-2-15,5-2 0 16,3-2-1-16,1-1 0 16,1-2-1-16,1-2-32 15,1-4-24-15,0-6-56 0,0-5 3 16</inkml:trace>
  <inkml:trace contextRef="#ctx0" brushRef="#br0" timeOffset="166761.16">23853 8122 272 0,'0'0'20'0,"0"0"40"0,0 0-8 16,0 0-18-16,0 0-18 16,0 0-5-16,0 0 11 15,-9 33-3-15,8-13-8 16,-3 3-3-16,0 3-2 16,-1 1-3-16,-2 1-2 15,0-1 0-15,0-3 0 16,0-4-1-16,2-5 0 0,1-2 1 15,2-3-1-15,-1-5 0 16,3-4 1-16,0-1 0 16,0 0 4-16,0-8 6 0,7-4-6 15,4-2-5-15,2-2 0 16,1 0 1-16,1 3-1 16,1 2 1-16,-4 4-1 15,0 4 1-15,-3 3-1 16,-1 0 0-16,-1 5-1 0,0 5 1 15,-3 3-1-15,1 0 1 16,-1 2 0-16,0 3 1 16,-1-1-1-16,-1-1-5 15,0-1-43-15,0-2-39 16,-2-3-71-16,0-3-100 0</inkml:trace>
  <inkml:trace contextRef="#ctx0" brushRef="#br0" timeOffset="167152.57">23974 7592 251 0,'0'0'14'16,"0"0"2"-16,3-33 37 15,-3 30 26-15,0 3-35 16,-8 8-37-16,-2 11 5 0,-2 7 11 16,0 4-7-16,-3 4-10 15,2 1-5-15,3 2-1 16,1-1 0-16,4-5-25 16,0-8-108-16,4-8-183 15</inkml:trace>
  <inkml:trace contextRef="#ctx0" brushRef="#br0" timeOffset="177128.22">24264 7765 198 0,'9'-11'-23'0,"-1"2"79"0,-1 3-25 15,-4 3 4-15,-2 3 8 16,-1 4-32-16,0 10 9 15,0 7 17-15,-4 7-9 16,-6 7-2-16,-1 5-10 16,-4 3-5-16,-1 2 3 0,-3 1-5 15,0-2-4-15,1-2-1 16,2-3-1-16,2-6-1 16,4-5 0-16,3-8-1 15,5-7 1-15,2-6 3 16,5-6 4-16,11-1 9 15,7-3-7-15,7-5-7 0,6-1-3 16,2 0-1-16,1 0 1 16,-3 1-1-16,-5 2-1 15,-6 2-7-15,-5 1-19 16,-4 1-21-16,-7 1-5 16,-4-1-34-16,-5 0-73 0</inkml:trace>
  <inkml:trace contextRef="#ctx0" brushRef="#br0" timeOffset="177342.99">24214 8129 320 0,'0'0'1'15,"0"0"43"-15,23-30-16 0,-5 22-12 16,5-2 1-16,1 1 1 15,3 1-8-15,0 0-7 16,-3 0-2-16,-2 3-1 16,-6-2-19-16,-2 0-51 15,-7-4-85-15</inkml:trace>
  <inkml:trace contextRef="#ctx0" brushRef="#br0" timeOffset="177561.93">24277 7727 121 0,'0'0'305'15,"0"0"-299"-15,25-32 12 16,1 22 5-16,7-2-6 16,8 2 6-16,4 2 0 15,3-1-9-15,-3 4-10 0,-3 2-2 16,-6 3-2-16,-7 0 0 15,-9 4-45-15,-6 2-45 16,-7-2-96-16</inkml:trace>
  <inkml:trace contextRef="#ctx0" brushRef="#br0" timeOffset="178112.1">24576 8175 366 0,'0'0'14'0,"0"0"49"0,0 0-46 16,0 0-12-16,0 0 16 15,-19 43 12-15,5-18 1 16,0 3-16-16,1 3-6 16,-3 1-7-16,3 1-1 15,0 1-2-15,3-2 0 0,0-1-1 16,1-5-1-16,2-5 1 16,3-4-1-16,0-7 0 15,3-5 0-15,1-3 1 16,0-2 0-16,0-5 3 15,6-8-2-15,2-4-3 0,6-2 2 16,3-2-1-16,-1 0 0 16,3 4 0-16,-3 1 0 15,0 5 1-15,-3 4-1 16,-3 6 0-16,1 1 0 0,-4 4-1 16,-1 8 1-16,-3 4 1 15,-2 4-1-15,-1 2 0 16,0 0 0-16,0 2 0 15,-4-3 0-15,0-2-1 16,0-3-17-16,1-2-25 0,1-3-32 16,-2-5-28-16,4-3-80 15</inkml:trace>
  <inkml:trace contextRef="#ctx0" brushRef="#br0" timeOffset="178312.02">24650 8491 378 0,'0'0'40'0,"0"0"6"0,0 0-21 16,0 0 7-16,36-18 2 0,-20 16-16 16,2 0-12-16,2 0-5 15,-2 1-1-15,1 1 0 16,-2-2-24-16,-1-3-54 15,0-3-50-15,0-5-176 16</inkml:trace>
  <inkml:trace contextRef="#ctx0" brushRef="#br0" timeOffset="178516.04">25013 8292 485 0,'0'0'4'16,"0"0"5"-16,-13 32 0 15,5-11 21-15,0 2-6 16,2 4-5-16,-2 0-9 16,3 0-5-16,0 3-4 15,-1-2 0-15,0-3-10 0,0-4-61 16,2-8-47-16,2-8-138 16</inkml:trace>
  <inkml:trace contextRef="#ctx0" brushRef="#br0" timeOffset="178893.51">25102 7499 290 0,'0'0'25'0,"41"-3"89"0,-13 6-56 16,9 19-12-16,2 13-6 16,-5 19-13-16,-5 20-10 15,-14 14-6-15,-15 12-5 16,-16 8-2-16,-23 9-1 0,-19 6-2 16,-12-8 0-16,-12-10-28 15,-4-10-152-15</inkml:trace>
  <inkml:trace contextRef="#ctx0" brushRef="#br0" timeOffset="188435.25">12155 9120 100 0,'0'0'9'0,"0"0"1"16,0 0 43-16,0 0-21 15,0 0-9-15,0 0-5 16,0 0-2-16,19-31-2 16,-16 25-4-16,3 1 0 0,1-1-1 15,-1-1-1-15,3-2 4 16,3-2 0-16,2-1 5 16,7-3 2-16,2-4-4 15,7-1-2-15,3-3 0 16,6-3 1-16,3-1-2 0,1-1-2 15,0 0 1-15,-1 3-5 16,-4 2-4-16,-6 3 0 16,-2 2-2-16,-8 5 0 15,-4 3 0-15,-5 3 0 16,-6 3 0-16,-1 1-1 0,-3 2 1 16,-3 1-5-16,0 0-13 15,0 0-13-15,-5 2-46 16,0 0 4-16,-4-2-27 15</inkml:trace>
  <inkml:trace contextRef="#ctx0" brushRef="#br0" timeOffset="188812.4">12588 8629 173 0,'0'0'20'0,"0"0"30"0,0 0-11 15,0 0-6-15,0 0-16 0,0 0-8 16,9-29 10-16,1 24 5 16,4 0-6-16,2 1-4 15,2 1-4-15,3 2-5 16,-1 0-1-16,-2 1-2 15,1 0-1-15,0 0 2 16,-3 6-5-16,-3 1 4 0,-1 2-1 16,-2 2 0-16,-6 3 1 15,-1 4 0-15,-3 3 4 16,-3 5 5-16,-9 4-4 16,0 2-4-16,-3-1-2 15,-1-3-1-15,3-2 1 0,2-4 0 16,2-6-3-16,3-3-27 15,2-6-53-15,2-3-24 16,1-4-81-16</inkml:trace>
  <inkml:trace contextRef="#ctx0" brushRef="#br0" timeOffset="189413.98">13160 8271 219 0,'0'0'6'0,"0"0"39"16,15-31-17-16,-12 23 5 15,1 2-1-15,-3 3 2 16,1 1-2-16,-2 0-10 16,0 2-7-16,0 0-8 15,-6 5-4-15,-5 3 1 0,-2 4-3 16,-2 2 2-16,-1 2 0 16,2 0-2-16,-1-1 1 15,5 0-2-15,4-1 1 16,3-1-1-16,3-2 0 15,0-1-1-15,12 0 1 0,3-3 0 16,3 1 0-16,5 0 0 16,0 2 1-16,2 0-1 15,-3 3-1-15,-4 1 2 16,-3 0-1-16,-4 3-1 0,-5-1 1 16,-5-1 1-16,-1 0-2 15,-1 0 2-15,-9-2-1 16,-3 0 0-16,-3-1 1 15,-2-1 0-15,-2 0-1 16,0-2 0-16,0-2 2 16,0 1-4-16,1 0 2 0,2-3 0 15,1-1-1-15,4-2-10 16,5-1-8-16,2-1-10 16,2 0-20-16,3 0-18 15,0-3-24-15,5-7-110 16</inkml:trace>
  <inkml:trace contextRef="#ctx0" brushRef="#br0" timeOffset="189756.95">13437 8352 339 0,'0'0'1'0,"0"0"25"0,-27-5 4 16,17 5-10-16,0 2-3 15,-1 5 10-15,0 1 2 16,2 3-8-16,1 2-8 16,3 0-4-16,0 2-4 15,3 1-2-15,2 1-2 0,0 0-1 16,2-2 0-16,6-2 1 15,3-2-2-15,4-4 1 16,2-2 0-16,2-5 0 16,2 0-1-16,2 0-10 15,-1-5-22-15,1-4-26 0,-1-3-43 16,-3-1-25-16</inkml:trace>
  <inkml:trace contextRef="#ctx0" brushRef="#br0" timeOffset="190238.64">13694 8353 12 0,'0'0'271'16,"0"0"-221"-16,0 0 18 15,-31-19-30-15,24 17-13 0,-3 0 3 16,2 2 2-16,-3 0-16 15,3 0-7-15,0 0-4 16,3 5 0-16,-2 2-2 16,2 1 0-16,2 1-2 15,1 2 1-15,1 0 0 0,1 1 0 16,0 1 0-16,2-1 0 16,5 1-1-16,0-2-2 15,0-2-11-15,3-4-4 16,-1-2-5-16,2-3 17 0,0-3-1 15,-1-7 7-15,0 0 0 16,-3-1 0-16,-3 0 0 16,-1 3 0-16,-3 0 2 15,0 4 0-15,0 1 6 16,0 0 11-16,-3 3-7 16,0 0-3-16,2-1-5 0,1 1-2 15,0 4-1-15,0 1 0 16,5 2-1-16,3 1 0 15,3-3 0-15,3 2 0 16,0-2-3-16,0-1-18 16,3-3-38-16,0-1-60 0,-4 0-11 15</inkml:trace>
  <inkml:trace contextRef="#ctx0" brushRef="#br0" timeOffset="190519.4">13821 8178 277 0,'0'0'6'0,"0"0"48"0,0 0 1 0,-29-23-8 15,27 23-19-15,2 0-7 16,0 2-17-16,2 8-3 15,6 3 4-15,4 7 6 16,-2 1-4-16,3 6-4 0,-3-1-2 16,0 5 0-16,-1-1-1 15,-1 0 0-15,-3 0-1 16,1-3-20-16,-3-3-35 16,-1-4-42-16,-1-9-15 15</inkml:trace>
  <inkml:trace contextRef="#ctx0" brushRef="#br0" timeOffset="191404.41">14072 8322 253 0,'0'0'36'16,"0"0"8"-16,0 0 7 15,0 0-12-15,0 0-11 16,0 0-5-16,0 0-4 16,-39-17-8-16,24 18-1 15,0 6 2-15,0 2-5 0,2 2-2 16,3 1-2-16,1 1-1 15,3 0-2-15,4-2 2 16,2 2-2-16,0-4 0 16,4 0 0-16,4-3 0 15,2 0 1-15,0-2-1 16,0-2 1-16,3-2-1 0,-1 0 1 16,1-5 0-16,-1-7 0 15,0-1 0-15,-2 0 0 16,-3-1 0-16,-4 0-1 15,0 4 2-15,-3 2 1 0,0 3 13 16,0 0-1-16,-3 3-3 16,3 0-3-16,-2 2-5 15,1 0-2-15,-1 0-1 16,2 1-2-16,0 4 1 16,0 1 0-16,3 1 0 15,3 2 0-15,4-2 0 0,0 3 1 16,3-3-1-16,0-1 0 15,-1 1-1-15,3-3 1 16,0-3 0-16,0-1 0 16,0 0 0-16,-1-4 0 15,1-5 0-15,-4-3 0 0,-3-2 1 16,-2-1-1-16,-4 1-1 16,-2 1-4-16,0 2 0 15,-7 2 0-15,-3 1 1 16,0 2 1-16,-3 2 3 15,1 0-2-15,2 1 2 0,1 2 0 16,4-1 0-16,0 2 0 16,2 0 0-16,3-1 0 15,0 0-1-15,3 0-2 16,5-1 2-16,4-1 1 16,2-2 1-16,1 2-2 0,3-2 1 15,-2-2 1-15,1 2-1 16,-1 0 0-16,-1 2 3 15,-2 1 1-15,-2 2 1 16,-1 0 0-16,-3 0 1 16,0 8 1-16,-2 1 2 0,2 2 0 15,-2 2 2-15,2 2-5 16,1 0-4-16,1 3-1 16,-2-2-1-16,6 3 0 15,-3-2-14-15,2-6-88 16,1-7-200-16</inkml:trace>
  <inkml:trace contextRef="#ctx0" brushRef="#br0" timeOffset="194485.92">17668 11820 414 0,'0'0'-11'16,"0"0"27"-16,0 0 1 15,-32 8-9-15,26 12 3 0,2 7 9 16,3 4 3-16,1 4-6 16,0 4-10-16,1 1-4 15,6 0 0-15,1 0-2 16,0-2 0-16,2-4 0 16,0-4-2-16,2-9 1 15,-1-8 0-15,1-10 0 0,4-4 1 16,-1-17 0-16,3-7-1 15,-3 0 0-15,-1-3-1 16,-4 5 1-16,-3 6 0 16,-4 6 0-16,-2 6 1 15,-1 5-1-15,0 6 0 0,0 8-1 16,3 3 2-16,0 4 1 16,3 2 0-16,2 1 0 15,4-2 2-15,1-3-2 16,1-2-1-16,3-5 0 15,1-7 0-15,2-5 1 0,2 0-1 16,0-12 0-16,0-6 1 16,1-8-1-16,-3-6 0 15,-3-7 0-15,-6-4-1 16,-6-3 5-16,-5-6-5 16,-3 1 1-16,-12 3-1 0,-5 6 1 15,-6 8-1-15,0 11 1 16,-2 10-2-16,4 12 1 15,4 1-1-15,2 13-7 16,7 7-16-16,4 4-11 16,5 4-18-16,2 0-43 0,2-1-12 15</inkml:trace>
  <inkml:trace contextRef="#ctx0" brushRef="#br0" timeOffset="194875.12">18157 12157 404 0,'0'0'17'0,"0"0"4"15,14 35 9-15,-12-14-1 16,0 4 3-16,0 0-13 0,-2 4-4 16,0 0-7-16,2 2-4 15,-2-1-3-15,2-2 0 16,-1-2 0-16,1-5-1 15,1-5 0-15,-3-5 1 16,0-7-1-16,0-4 0 0,0 0 4 16,0-11-2-16,2-5-1 15,0-5 1-15,4-1 0 16,1 0-1-16,2 1 2 16,2 6 2-16,2 5-3 15,-1 7-1-15,0 3-1 0,1 1 1 16,-1 11 0-16,0 6 0 15,-2 2-1-15,-2 5 1 16,-1-2-2-16,-4 0 2 16,-1 0-13-16,-2-3-30 15,0-6-39-15,0-3-60 0,-5-6-112 16</inkml:trace>
  <inkml:trace contextRef="#ctx0" brushRef="#br0" timeOffset="195139.61">18365 11581 423 0,'0'0'4'0,"0"0"17"0,0 0 4 16,0 0-23-16,-31 47 4 15,22-13 1-15,3 5 0 0,3 2-4 16,3-1-3-16,0 1 0 16,0-6-30-16,0-6-117 15,2-10-153-15</inkml:trace>
  <inkml:trace contextRef="#ctx0" brushRef="#br0" timeOffset="195406">18703 11969 385 0,'0'0'63'0,"0"0"-44"0,34-7 3 15,-16 5-14-15,2 2-6 16,-3 0-1-16,1 0-1 16,-1 2 1-16,-5 3-2 15,-2 3-30-15,-5-2-69 16,-5 0-64-16</inkml:trace>
  <inkml:trace contextRef="#ctx0" brushRef="#br0" timeOffset="195582.37">18735 12121 359 0,'0'0'59'0,"0"0"-28"15,0 0 9-15,0 0 0 16,32 8-1-16,-12-8-19 15,5 0-12-15,2-5-6 16,-1 2 0-16,-2-4-3 16,-3-1-59-16,-8-4-134 0</inkml:trace>
  <inkml:trace contextRef="#ctx0" brushRef="#br0" timeOffset="197204.4">20418 11597 320 0,'0'-7'6'0,"0"4"53"0,-5 3-34 16,0 11-22-16,0 8 14 15,1 4 10-15,2 4-6 16,2 2-3-16,0 3-2 15,0 2-10-15,3 0-2 16,4 0-3-16,-1 1 0 0,1-4 0 16,2-5-1-16,0-6 0 15,2-8 0-15,2-7 0 16,5-5 1-16,1-10 2 16,3-7-3-16,1-9 0 15,-2-6 0-15,-1-4-3 0,-2-3 2 16,-1-2-1-16,-3-1 2 15,-4 3 0-15,-3 7 0 16,-4 4 0-16,-2 9 2 16,-1 10 14-16,0 9 6 15,-2 5-14-15,-1 13-7 0,0 7 3 16,3 6 8-16,0 1 0 16,3 1-5-16,5 0-4 15,4-3-1-15,0-1-1 16,3-2 0-16,0-5 0 15,0-4-1-15,2-5-14 0,0-6-31 16,2-7-13-16,0-1-21 16,2-12-61-16</inkml:trace>
  <inkml:trace contextRef="#ctx0" brushRef="#br0" timeOffset="197752.8">20915 11823 271 0,'0'0'128'0,"0"0"-70"0,0 0-23 15,0 0-32-15,0 0 8 0,26 42 14 16,-23-16 7-16,-1 5-7 15,-1 1-11-15,-1 1-8 16,0 1-1-16,0-3-4 16,0-3 0-16,-3-5 0 0,-1-6 0 15,3-7-1-15,1-8 1 16,0-2 0-16,1-9 1 16,5-6-1-16,3-5 0 15,1-1-1-15,2 1 0 16,0 1 0-16,1 5 0 0,0 4 0 15,-1 7 0-15,-2 3 0 16,1 2 0-16,-2 9 0 16,-3 3 0-16,0 3-1 15,-2 3 0-15,-2 1-20 16,-2-2-24-16,0-3-23 0,0 0-42 16,-5-7-64-16</inkml:trace>
  <inkml:trace contextRef="#ctx0" brushRef="#br0" timeOffset="198032.13">21012 11370 384 0,'0'0'-3'0,"0"0"39"0,0 0-3 15,0 0-29-15,0 0 5 0,-23 44 6 16,17-16-2-16,0 4-8 16,2 2-4-16,-1 1-1 15,1 1 1-15,0-5-42 16,0-7-105-16</inkml:trace>
  <inkml:trace contextRef="#ctx0" brushRef="#br0" timeOffset="198564.52">21919 11472 414 0,'0'0'-1'0,"0"0"30"0,0 0 3 16,0 0-25-16,0 0 2 16,-35-4 8-16,5 9 1 15,-3 1-6-15,0 1-7 16,0-1-4-16,5-2 0 15,3 1 0-15,7-3 0 0,5 1-1 16,3-1 0-16,5 0 1 16,3 3-1-16,-1 3-1 15,3 5 1-15,-2 5 0 16,0 9 1-16,0 6 1 16,-4 5 2-16,0 3-1 0,-1 4 2 15,1 1-2-15,-1-2-1 16,2-2 0-16,2-4-1 15,2-7-1-15,1-8 1 16,0-6-1-16,5-9 1 16,7-5 1-16,4-3 11 0,6 0 3 15,4-1-11-15,6-4-4 16,-2 0-1-16,-2 1 1 16,-3 0-2-16,-2 2 0 15,-5-2-20-15,-6 1-29 16,-6-2-22-16,-4-3-86 15,-2-2-102-15</inkml:trace>
  <inkml:trace contextRef="#ctx0" brushRef="#br0" timeOffset="198735.26">21626 11800 355 0,'0'0'6'0,"0"0"54"0,0 0-26 15,25-31-24-15,-1 25 0 16,3 2 4-16,4-1-5 0,5 2-6 16,-1 0-3-16,-1 1 0 15,-3 2-13-15,-1-4-66 16,-5-1-82-16</inkml:trace>
  <inkml:trace contextRef="#ctx0" brushRef="#br0" timeOffset="199191.31">22044 11855 408 0,'0'0'6'0,"0"0"31"16,11 31-2-16,-8-15-7 15,0 3-11-15,0-1-3 16,-1 2 0-16,0 0-7 15,0-2-2-15,0-1-2 16,0 0-2-16,-1-3 0 0,2-2-1 16,-3-2 1-16,0-3-1 15,0-1 0-15,0-3 1 16,0-1-1-16,0-2 0 16,0 0 1-16,0 0 1 15,0-5-2-15,0-1 1 0,0 0-2 16,4-2 2-16,2-1-1 15,2 3 0-15,2-3 1 16,3 3-1-16,1 1 1 16,0 2 0-16,0 2-1 15,0 1 2-15,-1 0-1 0,1 4 1 16,-3 6 0-16,-1 0 0 16,-1 2-2-16,-2 2 1 15,-2 0-1-15,0 0 0 16,0 1 0-16,-4 0-17 15,1-2-51-15,-2-3-13 16,4-5-62-16,-1-3-34 0</inkml:trace>
  <inkml:trace contextRef="#ctx0" brushRef="#br0" timeOffset="199422.23">22390 12038 370 0,'0'0'36'0,"0"0"33"0,40-17-25 16,-23 14 0-16,2 0-13 0,2 2-19 15,2 0-5 1,3 1-5-16,-1 0-2 0,0 0 1 16,-1 0-2-16,2-2-31 15,-5-4-53-15,2-3-73 16</inkml:trace>
  <inkml:trace contextRef="#ctx0" brushRef="#br0" timeOffset="199576.25">22857 11870 484 0,'0'0'58'0,"0"0"-16"16,0 0-20-16,8 34-1 0,-5-14 1 15,-2 3-5-15,2 3-5 16,-3 1-8-16,0 1-1 15,0 2-3-15,-3 1 0 16,-7-1-31-16,-1-5-59 16,-1-5-127-16</inkml:trace>
  <inkml:trace contextRef="#ctx0" brushRef="#br0" timeOffset="200185.22">20490 12499 231 0,'0'0'35'0,"0"0"30"0,0 0 15 16,0 0-38-16,0 0-31 0,0 0-5 16,53 0 35-16,11-2-11 15,26-4-2-15,23-3-2 16,22-2-12-16,23-3-3 15,19 1-3-15,12-2-2 16,11 1 2-16,5 1 0 0,2 1-1 16,-3 1 3-16,-9 1 0 15,-11 1-4-15,-13 1-3 16,-16 3-1-16,-18 2-2 16,-20 0 1-16,-22 3-1 15,-23 0-1-15,-22 0-12 0,-28 0-30 16,-20 0-63-16,-13 0-131 15</inkml:trace>
  <inkml:trace contextRef="#ctx0" brushRef="#br0" timeOffset="201194.49">21342 12815 302 0,'0'0'-1'0,"0"0"33"15,5-35 36-15,-5 29-18 16,0 5-16-16,0 1-19 16,0 2-12-16,0 8 0 15,0 6-1-15,0 3 8 16,0 4 4-16,1 5-2 0,1 3 0 16,0 2-3-16,3 3-3 15,-1 4-4-15,2 0-1 16,-1-2 0-16,2-4-1 15,1-6 0-15,0-6 1 16,2-8-1-16,2-8 0 0,2-6 0 16,4-4 1-16,-2-11-1 15,2-6 1-15,1-5-2 16,-1-6 2-16,-3-4-1 16,-2-3 0-16,0 0-1 15,-4 0 1-15,-4 4 0 0,-3 7 1 16,-2 4-1-16,0 5 1 15,-2 8 8-15,-5 5 25 16,1 6-6-16,-1 7-20 16,3 8-5-16,-2 5 2 15,3 3 3-15,2 2-3 0,1 3-1 16,6 1-1-16,4 3-1 16,4 1-2-16,2-2 0 15,1 0 1-15,0-6-2 16,0-3-24-16,0-9-36 15,-3-5-20-15,-1-8-57 0,-1 0-67 16</inkml:trace>
  <inkml:trace contextRef="#ctx0" brushRef="#br0" timeOffset="201653.11">21764 13168 390 0,'0'0'51'0,"0"0"20"16,0 0-33-16,0 0-32 16,0 0 5-16,5 35 16 15,-3-14-7-15,0 4-7 16,0 1-9-16,-2 6-1 15,0 0-2-15,0 0 1 0,-4-1-2 16,2-3 1-16,-2-6-1 16,1-4 0-16,2-6 0 15,0-8 0-15,1-3 1 16,0-1 0-16,0-5 0 16,1-7 0-16,4-3-1 0,0-3 0 15,3-2 0-15,-1 1 0 16,2 0 0-16,2 3 0 15,1 3 1-15,0 5-1 16,2 6 0-16,-1 2 0 16,0 0 1-16,-1 10-1 0,-2 4 0 15,0 3 2-15,-3 0-2 16,-2 1 0-16,-1-2-2 16,0 1-8-16,-3-3-22 15,-1-2-33-15,0-2-34 16,0-5-82-16</inkml:trace>
  <inkml:trace contextRef="#ctx0" brushRef="#br0" timeOffset="201947.25">21851 12717 354 0,'0'0'18'0,"0"-28"73"0,0 23-36 16,0 5-34-16,0 10-19 16,0 8 0-16,-1 5 0 15,-1 5-1-15,2 0-1 0,0 2 0 16,0-2-2-16,0-2-50 15,0-6-60-15,0-8-70 16</inkml:trace>
  <inkml:trace contextRef="#ctx0" brushRef="#br0" timeOffset="202695.92">22294 12879 251 0,'0'0'13'0,"0"0"63"15,0 0-10-15,0 0-25 0,0 0-18 16,0 0-19-16,0 0 2 16,0 0 10-16,0 0 8 15,-13 38-6-15,7-14-1 16,0 3 4-16,1 5-9 0,5 2-5 16,0 3-6-16,0-1 1 15,0-3-2-15,4-4 0 16,5-9 0-16,3-5 0 15,5-8 0-15,-1-6 0 16,2-1 0-16,1-9-4 16,0-6 1-16,-2-5-1 0,0-6 2 15,-1-4 0-15,-4-5 0 16,0-2 1-16,-3-2 0 16,-3 4 0-16,-3 3 1 15,-3 5 1-15,0 7 1 16,0 5 17-16,0 4 4 0,-3 6-3 15,0 5 2-15,-1 0-14 16,1 10-7-16,0 5 1 16,-1 6 0-16,4 4 0 15,0 3 1-15,0 0-2 16,4 4 1-16,4 0-1 0,1-1-1 16,1-4 0-16,1-1 0 15,0-6-15-15,2-5-18 16,-1-4-17-16,2-4-44 15,0-6-23-15,1-1-33 16</inkml:trace>
  <inkml:trace contextRef="#ctx0" brushRef="#br0" timeOffset="203126.21">22725 13160 349 0,'0'0'42'16,"0"0"42"-16,0 0-29 15,0 0-43-15,0 0 2 0,8 31 19 16,-6-10-9-16,2 3-10 16,-1 2-6-16,3 1 1 15,-2 0-2-15,2 0-5 16,-3 0-1-16,1-4-1 15,1-4 0-15,-3-6 1 0,0-4 0 16,-2-7-1-16,1-2 1 16,1-4 2-16,1-10-3 15,-1-2 0-15,2-5 0 16,2 0 0-16,2 0 0 16,-1 0 0-16,3 3 0 15,1 5 1-15,3 2-1 0,-3 4 0 16,2 5 1-16,-1 2-1 15,-1 3 0-15,-1 9 0 16,0 4 0-16,-1 2 1 16,-1 2-1-16,1 2 0 15,0-1 0-15,-1 1-5 0,-1-1-19 16,-1-4-32-16,-1-4-60 16,-2-8-109-16</inkml:trace>
  <inkml:trace contextRef="#ctx0" brushRef="#br0" timeOffset="203678.45">22924 12669 432 0,'0'0'0'0,"10"-28"28"0,6 18 8 16,6 3-7-16,7 2-8 15,8 1-1-15,3 3 3 16,5 1-7-16,1 0-8 0,-2 0-4 15,-2 5-1-15,-7 4 0 16,-7 1 1-16,-6 4-2 16,-5 2 2-16,-4 4-2 15,-4 4 3-15,-2 6 2 16,-1 6 2-16,1 6 4 0,-2 7-1 16,0 7-4-16,2 7 3 15,-1 3-5-15,1 5-2 16,-3 2 0-16,-1 1-1 15,-3-6-2-15,0-4 0 16,0-9 0-16,-3-7-1 0,-6-7 0 16,-1-8 1-16,-3-5 2 15,-3-5 1-15,0-3-1 16,-4-4-1-16,-3-2-1 16,-4-3-1-16,-5-3 1 15,-4-1-2-15,-7-1-15 0,-8-5-42 16,-7-1-86-16,-6-17-223 15</inkml:trace>
  <inkml:trace contextRef="#ctx0" brushRef="#br0" timeOffset="204369.06">21181 12727 295 0,'0'0'3'0,"0"0"34"0,8-28 21 0,-8 25-30 15,-14 3-17-15,-7 0-7 16,-4 8 3-16,-9 1-1 16,-4 2-4-16,-2 0 0 15,2 0-1-15,3-4-1 16,5 1 1-16,5-4 0 16,7 2 5-16,8-1 3 0,2 4-3 15,6 4-3-15,2 7-1 16,0 6 8-16,2 11 13 15,1 14-2-15,0 13-2 16,-3 10 0-16,0 14-6 16,0 6 0-16,-3 2-4 0,0-5-3 15,-1-5-2-15,1-10-1 16,1-12 0-16,1-11 0 16,1-8 2-16,0-11 2 15,0-8 5-15,6-7 0 16,7-8-4-16,8-6-1 0,9-5 8 15,11-3-1-15,12-10-8 16,11-2-3-16,9 0-1 16,4-1-2-16,-4-2 0 15,-5-10-43-15,-12-14-249 16</inkml:trace>
  <inkml:trace contextRef="#ctx0" brushRef="#br0" timeOffset="205516.01">23266 13218 259 0,'0'0'13'0,"0"0"53"0,0 0-17 16,0 0-32-16,0 0-9 15,41-6 16-15,-11 4 4 16,7 0-8-16,8-3-6 16,2 0-3-16,3-3-6 15,-1 2-3-15,-5 0-1 0,-6 0 0 16,-5 0-1-16,-8 1-17 16,-7 1-30-16,-7-2-57 15,-6-2-22-15</inkml:trace>
  <inkml:trace contextRef="#ctx0" brushRef="#br0" timeOffset="205759.51">23612 13052 304 0,'0'0'22'16,"0"0"81"-16,0 0-64 16,47-10-10-16,-23 25-5 15,2 6-5-15,-2 6-6 0,-5 6-5 16,-6 4-1-16,-7 2-4 15,-6 1-3-15,-10-1 2 16,-9-2-2-16,-4-4 1 16,-5-4-1-16,-2-5-1 15,2-4-3-15,0-4-25 0,5-6-18 16,3-7-62-16,6-3-47 16</inkml:trace>
  <inkml:trace contextRef="#ctx0" brushRef="#br0" timeOffset="206133.09">24102 13031 425 0,'0'0'23'16,"-28"-19"20"-16,15 16-16 15,2 3-14-15,3 3-5 16,6 8-1-16,2 5-1 16,2 2 0-16,10 5-1 0,3 2 0 15,2 3-2-15,-1 2-2 16,-2 0 0-16,-4 1 0 16,-5-1-1-16,-5-1 0 15,-2-1 1-15,-11-2-1 16,-5-3 0-16,-6-4 1 0,-3-1-1 15,-3-6 0-15,0-1 0 16,0-4 0-16,3-4-2 16,4-2-13-16,4-1-9 15,5-1-13-15,7-7-22 16,7-6-29-16,0-4-1 0,16-4-146 16</inkml:trace>
  <inkml:trace contextRef="#ctx0" brushRef="#br0" timeOffset="206767.97">24302 13202 379 0,'0'0'4'15,"0"0"75"-15,0 0-44 0,0 0-11 16,-28 0 1-16,24 12-2 15,1 3-13-15,3 3 0 16,0 2 0-16,2 1-6 16,5 1-2-16,2-2-2 15,1-2 1-15,2 0-1 16,0-3 0-16,2-2-3 0,1-5-17 16,2-4-4-16,3-4-5 15,0-1 5-15,0-9 0 16,0-4 9-16,-1-2 13 15,-2-2 1-15,-4-1 2 0,-3 0 6 16,-2 2 19-16,-4-1 7 16,-4 3-1-16,0 2-6 15,-3 3-5-15,-7 5-6 16,-3 5-8-16,0 0-5 16,-3 7 1-16,2 6-2 15,0 4-1-15,3 2 0 0,1 1 0 16,4-1 0-16,5-2 0 15,1 1-2-15,0-4-5 16,4-3-14-16,4-3 0 16,1-6 7-16,3-2 4 15,2-3 6-15,-1-9 4 0,0-1 2 16,-2-2-2-16,0 1 0 16,-4-1 3-16,-4 2 9 15,0 2 3-15,-2 4 2 16,-1 2-2-16,1 2-5 15,-1 3-3-15,1 0-6 0,0 3 0 16,2 7-1-16,1 2 0 16,1 1 0-16,1 3 0 15,1-2 0-15,-1-2 0 16,2 0-5-16,0-2-23 16,-1-1-17-16,1-3-23 0,1-3-68 15,-2-3-26-15</inkml:trace>
  <inkml:trace contextRef="#ctx0" brushRef="#br0" timeOffset="207019.17">24678 13073 519 0,'0'0'13'0,"0"0"29"16,0 0-19-16,0 0-21 0,0 0 0 15,-17 35 9-15,23-4 4 16,0 4-7-16,1 2-6 16,-2-1-1-16,-2 1-1 15,0-1-1-15,-1-6-25 16,0-4-46-16,-1-9-43 0,3-8-61 16</inkml:trace>
  <inkml:trace contextRef="#ctx0" brushRef="#br0" timeOffset="207746.52">24857 13341 374 0,'0'0'46'0,"0"0"18"16,-3-34-13-16,-5 27-19 15,0 3 7-15,-1 1-7 0,1 3-16 16,-1 0-7-16,-1 5-6 15,0 2 0-15,1 4-2 16,1 0-1-16,3 2 0 16,2 2 0-16,2-1 1 15,1 1-3-15,0-2-9 0,4-1-9 16,2-2-1-16,2-5-10 16,1-3 10-16,0-2 11 15,3-2 8-15,1-8 3 16,-1-2-1-16,-1 1 1 15,-3-2 6-15,0 2 6 16,-3 2 10-16,-2 2-4 0,-3 2-3 16,0 2-3-16,0 3-3 15,-2 0-5-15,-3 0-3 16,0 5-1-16,0 5 0 16,2 3-1-16,3-1 1 15,0 0-1-15,0 0-1 0,6-2 2 16,2 0-1-16,5-2 0 15,2-4-1-15,1-1 0 16,2-3 1-16,0 0-1 16,0-3 1-16,-4-7-1 15,-3 0 1-15,-4-1 1 0,-5-1-1 16,-2-1-1-16,0-1 2 16,-9 1-2-16,-1 2 0 15,-3-1 0-15,1 0 1 16,-1 1 0-16,3 4 0 0,3-2 0 15,2 3 0-15,4 1 0 16,1 2 0-16,6 1 0 16,8 1-2-16,5 0 2 15,2 0 0-15,2 1 0 16,1 1 0-16,-1-1 3 0,-3 0 1 16,-5 2 3-16,-2 1 4 15,-4 2 1-15,-2-1 0 16,-2 3-1-16,-2 2 0 15,-1 2 1-15,0 3-3 16,-2 1-5-16,3 2-3 16,0 1-1-16,-2 2 0 0,0-4-6 15,-1-8-59-15,0-8-130 16</inkml:trace>
  <inkml:trace contextRef="#ctx0" brushRef="#br0" timeOffset="210442.91">11386 9985 112 0,'0'0'-17'0,"0"0"46"16,0 0 5-16,0 0-27 0,0 0 2 15,-6-29 3-15,6 20 4 16,0 1 0-16,3 1 2 15,0 0-4-15,-1 3 0 16,0 0-3-16,3 1-3 16,0 0-3-16,0 3-1 0,1-2 1 15,4 2 4-15,3 0 1 16,3-1 0-16,7 0 2 16,4-2 4-16,9 0 0 15,9-2-2-15,9-2-4 16,9-1-3-16,9 1 2 0,7-1-2 15,8-2 0-15,5 2-1 16,3 0-2-16,3 1 3 16,-2 2-1-16,-2 0 3 15,-2 4-1-15,-7 1-2 16,-7 0-2-16,-10 6 2 0,-6 6-2 16,-10 1-1-16,-8 2-1 15,-8 3 1-15,-5-3-2 16,-4-2-4-16,-6-2-12 15,-5-2-13-15,-5-6-22 16,-6-3-54-16,-5 0-67 0</inkml:trace>
  <inkml:trace contextRef="#ctx0" brushRef="#br0" timeOffset="210897.07">11462 10106 239 0,'0'0'-1'0,"0"0"30"0,0 0-15 16,0 0-11-16,33-10-1 15,-4 8 3-15,13-1 13 0,16-2 17 16,13-3-1-16,14-1-10 15,11-2-12-15,13 1-5 16,9 0-2-16,3 0-2 16,2-2-1-16,-4-1 0 0,-3-1 0 15,-9-2-1-15,-10-1-5 16,-14 4-12-16,-14 5-13 16,-13-1-36-16,-16 4-38 15</inkml:trace>
  <inkml:trace contextRef="#ctx0" brushRef="#br0" timeOffset="-186411.53">14527 11510 100 0,'0'0'8'16,"0"0"13"-16,0 0 3 15,0 0-10-15,0 0-7 0,-11-28-1 16,8 25 0-16,-3 0 3 15,-1-1-5-15,0 0 23 16,-2 1-15-16,-3 0 3 16,1 1-4-16,-3 1-8 15,0 1-1-15,-4 0-1 16,-3 0 0-16,-1 0-1 0,-6 2 0 16,-2 1 0-16,-4 1 0 15,-1-2 1-15,-4 2-1 16,-2 0 0-16,-3-1 0 15,-1 1 2-15,-3-1-1 16,-1 2 3-16,0-2 0 0,-3 1 4 16,-2-1 0-16,0 0 2 15,-2 1 0-15,-4 1 1 16,-1-1-4-16,-2 0 1 16,0 0-3-16,-1 0-1 15,-1 1 1-15,-4-1-1 0,2 1-1 16,-2-1 1-16,-1 1 3 15,-1 0-3-15,1 0-2 16,1 2 1-16,-1-1 0 16,0 2 0-16,1-1 1 15,0 0 0-15,-2 1 0 0,0 2 1 16,0 1-1-16,6-2-1 16,-4 1-1-16,2 3 0 15,0-2-1-15,4 2-1 16,0-1 0-16,-1 3 0 15,2-1 0-15,3 2 0 0,4 0 0 16,0 1 0-16,2-1 0 16,4 2 2-16,0 2-2 15,3-1 0-15,1 2 0 16,5 0 0-16,4 1 0 16,0 0 0-16,5-1 0 0,2 2 1 15,4 2-1-15,0 0 0 16,2 3 0-16,3 1 0 15,2 3 0-15,1 1 0 16,4 0 0-16,-1 0 0 16,1 2 1-16,2 0-1 15,0 0 0-15,0 1 1 0,-1 4-1 16,2 0 1-16,-2 2 1 16,1 1-2-16,-2 2 2 15,0 2 0-15,0 2 1 16,0 1-1-16,3 1 1 15,0-3-1-15,1 0 0 0,4 0-1 16,3 0 0-16,2-3 0 16,0 2-2-16,1-1 2 15,7 0-1-15,2-2 0 16,0-3 1-16,2 0-2 0,-1-1 2 16,5-2-2-16,-2-2 2 15,3-1-1-15,0-4 0 16,3-1 0-16,2-2 0 15,0-2 0-15,3-1 0 16,0 0 0-16,3-2 0 0,1-1 0 16,0-2 1-16,3 0-1 15,-2 0 0-15,3-1 1 16,0 0-1-16,3 0 1 16,2-2-1-16,2-1 0 15,6 1 0-15,2-1 1 16,5 0-1-16,3-1 0 0,3-1 0 15,0 0 0-15,2 1 0 16,0-2-1-16,-1-1 2 16,2 2 0-16,2-2-1 15,5-1 0-15,2-1 1 16,1 0-1-16,1-1 0 0,-1 0 1 16,-1-2 0-16,3 0 0 15,-1-2-1-15,5 2 2 16,2-4 0-16,2 0-2 15,1-1 0-15,0-2 0 0,0 0 0 16,0 1 0-16,2-1 1 16,-1-4-2-16,0-1 2 15,0-2-2-15,-2-2 2 16,0 0-1-16,2-2 1 16,-2 0-1-16,0 0 2 0,-1 0 3 15,-4-1-1-15,-2 2 1 16,1 0 1-16,-7-2-1 15,1 1-1-15,-2 2-1 16,-2-2-1-16,-4 1-1 16,-4 1 1-16,-5-1-1 15,-2 0-1-15,-7 1 2 0,-1 0 0 16,-3 0-1-16,-4 1 2 16,-3 1-1-16,-4-2 0 15,-3 2-1-15,0 0 2 16,-4-2-1-16,-2 1 2 15,-2-1 1-15,-1 1 1 0,0-2-2 16,-1 0-1-16,0 0-3 16,-2-1 1-16,0 0 0 15,-1-2-1-15,-2 1 0 16,-1-2 1-16,0-1-1 16,0-1 1-16,-3-1-2 0,-2 0 2 15,1-1-1-15,-3-2 0 16,-1-3 1-16,-1 1-1 15,-1-5 0-15,0-1 1 16,0-2-2-16,0-4 2 16,-3-1-1-16,0-2 0 15,-1 0 0-15,0-2 0 0,-1 1 0 16,0-3 0-16,-1-1 0 16,0 1 0-16,-1-2 0 15,0 2-1-15,-1 0 1 16,-2 0 0-16,0 1 0 15,-3-2-1-15,0 0 1 0,-1 0-1 16,-1-2 1-16,0 2-1 16,-3-1 1-16,0 2 0 15,-1 1 0-15,0-1-1 16,-1 0 2-16,0 3-1 16,0 1-1-16,-1 1 1 0,2 0-1 15,0 1 1-15,-1 1-1 16,-1-1 1-16,0 0 0 15,1 0-1-15,-1-1 1 16,0 5 0-16,1 0-1 16,1 1 1-16,1 2-1 0,-2 1 1 15,2 3-1-15,-2-1 0 16,1 2 1-16,-2 1-1 16,2 2 1-16,-1 2-1 15,-2 0 1-15,2 2 0 16,-1 1 0-16,1 1 0 0,0 1 0 15,2 0 0-15,-1 1 0 16,1 2 1-16,0-1-1 16,1 2-1-16,1 0 1 15,2 1 1-15,-3 1-1 16,2 0 0-16,-1 4 1 0,-1-1-2 16,1 4 2-16,-3 0-2 15,2 0 2-15,1 0-2 16,-1 0 1-16,5 2 0 15,1 3 0-15,3-1-3 16,4-4-51-16,0-3-94 16</inkml:trace>
  <inkml:trace contextRef="#ctx0" brushRef="#br0" timeOffset="-180898.53">6901 12254 257 0,'0'0'-5'0,"0"0"8"0,0 0-1 0,0 0-2 16,0 0-14-16,0 0-26 16,0 0-13-16,0 0-72 15</inkml:trace>
  <inkml:trace contextRef="#ctx0" brushRef="#br0" timeOffset="-168700.27">14310 11153 108 0,'0'2'15'15,"-2"-1"-1"-15,2 2-10 16,0-1 5-16,0 0 2 15,2 1 1-15,6-3 3 0,4 0 1 16,0 0 3-16,4 0-2 16,3 0 1-16,1 0-5 15,2 2-3-15,0-2-3 16,2-2-2-16,4 2 0 16,-1 0 0-16,4 0-2 0,3 0 7 15,-1 0-4-15,3 0-3 16,0 2-1-16,1-2 2 15,1 0-1-15,1 0-2 16,2 0 2-16,-1 1-1 16,0 1-1-16,0-1-1 0,2 1 1 15,-2-2-1-15,0 2 0 16,4-2 0-16,-2 0 2 16,2 2-2-16,-3-2 0 15,1 1 3-15,0-1 1 16,1 0 4-16,-1 0-3 15,1 0 0-15,-2 0 0 0,2 0-1 16,-1 0-3-16,0-1 2 16,1-3-1-16,0 0 0 15,2 0 2-15,-1 1-2 16,1 0 2-16,-1-1-4 0,0 0 2 16,1 0-1-16,-2 2 0 15,-2-1 0-15,3 0 0 16,-2 0 0-16,1-1 0 15,2 1 1-15,-1 1 0 16,3-3 0-16,-3 3 2 0,4-1-2 16,-1-1 0-16,1 2 0 15,-2-2 1-15,3 1-2 16,-1 1 0-16,0 0-1 16,2-1 0-16,1 0 1 15,1 2 0-15,1-1-1 0,2 0 0 16,-2 1 0-16,1 0 0 15,0 0 0-15,1 1 0 16,1-1 0-16,2 1 0 16,1 0 0-16,3 0 2 15,1 0-4-15,3 0 4 16,1 0-2-16,0-1 0 0,0 0 0 16,2 0 0-16,1 0 0 15,2 1 0-15,-2-2 0 16,2 2 0-16,-3 0 0 15,2 0 0-15,-1-1 0 16,0-1 0-16,2 0 0 0,0 0 0 16,2-2 0-16,0-2 0 15,1 0 0-15,1 1 0 16,-1-3 0-16,1 3 0 16,3-2 0-16,-1-1 0 15,1 1 0-15,1 1 0 16,-1-2 0-16,0 0 0 0,3 1 0 15,-1 0 0-15,2 0 0 16,2 1 0-16,-1-1 0 16,2 2 0-16,-2-1 0 15,0 1 0-15,2 0 0 0,2 0 0 16,-2 0 0-16,3 0 0 16,0 0 0-16,0 2 0 15,1-3 0-15,-1 2 0 16,0 0 0-16,-1-1 0 15,0 0 0-15,-1 1 0 0,-1 0 0 16,1-2 0-16,-3 2 0 16,3-1 0-16,-2 0 0 15,0-1 0-15,1 1 0 16,-1 0 0-16,0 0 0 16,1-1 0-16,0 2 0 0,-3-1 0 15,-2 3 0-15,-4-2 0 16,0 2 0-16,-2-1 0 15,-2 2 1-15,-1 0-1 16,-3-1 1-16,-4 2 0 16,-2 0 0-16,-2 0 1 15,-3-1 0-15,0-1-1 0,-1 2 2 16,-1 0-2-16,1-2 1 16,-2 2 0-16,-3-1 1 15,-1-1-2-15,-4 1 0 16,-3 0-1-16,-5-1 1 0,-2 1 0 15,-3-1-1-15,-3 1 1 16,-2-1 0-16,-3 1 1 16,-2 1-1-16,-3-1 1 15,-4 1-2-15,0 1 0 16,-3-1 2-16,-1 0-2 16,-4 0 0-16,0 0 0 0,-5 0 0 15,-2 0-2-15,-2 5 0 16,0-1-17-16,-4-2-56 15,-3-2-106-15</inkml:trace>
  <inkml:trace contextRef="#ctx0" brushRef="#br0" timeOffset="-160024.39">16110 9962 64 0,'2'0'14'0,"-1"0"20"0,1 0-22 15,-1 0 9-15,-1 0-13 16,1 0 35-16,-1 0-40 15,0 0-2-15,0 0-3 16,0 0-7-16,0 0-26 0,0 0-119 16</inkml:trace>
  <inkml:trace contextRef="#ctx0" brushRef="#br0" timeOffset="-158399.79">2135 12230 187 0,'0'0'75'0,"0"0"-56"0,0 0 7 16,0 0-23-16,-18 30 4 16,16-4 26-16,-1 7 4 15,1 8-15-15,2 6-10 16,0 5-4-16,0 4-5 0,3 1-1 15,4-3-3-15,2-5 2 16,1-7-2-16,0-9 1 16,1-10 0-16,1-10 0 15,1-11-1-15,1-2 2 16,-1-16-1-16,2-7 1 0,1-6 0 16,-2-3-2-16,-2 0 2 15,-2 1 0-15,-5 4 0 16,-1 9 14-16,-3 4 18 15,-1 6-1-15,1 6-6 16,-1 2-18-16,1 8-9 0,3 5 3 16,0 3-2-16,0 5 1 15,4-1-1-15,0 2 0 16,1 3 0-16,2-1 1 16,1-2-2-16,-1-2 2 15,1-2-2-15,-1-3 1 0,1-5 0 16,-2-6 0-16,0-4-1 15,-1-3 1-15,0-10 0 16,-1-7 1-16,-2-8-1 16,0-5 1-16,-2-5-1 15,-3-4 1-15,-1-2-2 16,0 1 2-16,-1 1-1 0,-6 4 1 16,-3 4 4-16,-5 6 1 15,0 8-1-15,-4 4 0 16,1 9-3-16,1 4-2 15,0 3 0-15,2 7-2 16,2 4-16-16,5 4-15 0,1 0-17 16,5 2-26-16,1-1-32 15,1-4 11-15</inkml:trace>
  <inkml:trace contextRef="#ctx0" brushRef="#br0" timeOffset="-157932.62">2583 12672 147 0,'0'0'176'0,"0"0"-165"0,0 0 10 0,-4 33 17 16,4-21-8-16,-2 6-2 15,2 3-13-15,0 3-7 0,0 2-5 16,4 2-2-16,-1 1 1 16,1 0-2-16,-1-1 1 15,-1 0-2-15,1-4 2 16,0-6-1-16,-3-4 0 16,1-4 0-16,-1-5 0 0,0-5 3 15,0 0 45-15,0-8 8 16,0-5-45-16,0-6-11 15,1-2 1-15,4-3-1 16,2 3 1-16,3 2-2 16,-1 2 1-16,1 7 0 0,0 4-1 15,1 4-1-15,0 2 1 16,-1 4 1-16,-1 5-1 16,-1 5 1-16,1 2-1 15,0 2 1-15,-3 1-4 16,1 2-12-16,0 0-13 15,0 1-16-15,-3-6-43 0,-1-1-49 16,0-6-80-16</inkml:trace>
  <inkml:trace contextRef="#ctx0" brushRef="#br0" timeOffset="-138573.06">3121 12466 176 0,'-6'-3'-19'0,"2"-2"45"15,-2 1 8-15,3 3 18 0,2-2-27 16,-1 1 4-16,2 0-6 16,0 0-8-16,9 1-13 15,2-2-1-15,6 1 2 16,1-1 4-16,2 0-1 16,0 2-3-16,2-1-3 15,0 2 0-15,-2 0 0 0,-1 0 0 16,-5 0-53-16,-4 2-11 15,-7 2-58-15</inkml:trace>
  <inkml:trace contextRef="#ctx0" brushRef="#br0" timeOffset="-138374.49">3139 12636 219 0,'0'0'22'15,"0"0"-21"-15,0 0 5 0,0 0 11 16,39 3 6-16,-17-11 20 16,1-2-30-16,6-4-4 15,-1 3-6-15,0 1-2 16,0 1 2-16,-5 2-40 16,-6 0-67-16</inkml:trace>
  <inkml:trace contextRef="#ctx0" brushRef="#br0" timeOffset="-137618.29">3863 12043 151 0,'0'0'63'0,"0"0"-38"0,0 0-20 16,0 0-5-16,0 0 7 0,0 0 12 16,0 0-4-16,7 45 1 15,-5-20 16-15,-2 7-13 16,0 5-8-16,0 4 0 15,0 2-1-15,0 3-3 16,-3-3-4-16,-1-1-1 0,2-6-2 16,1-2 2-16,-2-6-1 15,2-6 0-15,1-5 0 16,0-4 0-16,0-3 3 16,2-4-1-16,6 0-1 15,2-5 1-15,6-1 2 0,2 0 3 16,4-3-1-16,5-6-3 15,1-3-1-15,2 0-2 16,-3 0 0-16,0 0-1 16,-5 3 1-16,-2 2-8 15,-5 2-39-15,-9 2-43 0,-4-1-10 16</inkml:trace>
  <inkml:trace contextRef="#ctx0" brushRef="#br0" timeOffset="-137399.99">3905 12386 274 0,'0'0'43'16,"0"0"-34"-16,0 0 5 16,-10-30 1-16,13 24-13 15,10-2 1-15,5-3 7 0,2-1 6 16,5-2-3-16,2 1-8 15,0-1-3-15,-2 0-1 16,-4 3 0-16,-2-1-10 16,-6-1-59-16,-7-2-34 0</inkml:trace>
  <inkml:trace contextRef="#ctx0" brushRef="#br0" timeOffset="-137135.98">3765 12032 341 0,'0'0'4'0,"0"0"6"0,0 0-1 16,0 0-4-16,21-32 10 15,-2 24 10-15,2-4-7 16,6 1-7-16,4-1-5 15,3 0-3-15,2 0-2 16,1 1-2-16,-2 3 2 16,-1 3-17-16,-6-1-82 0,-4 1-32 15</inkml:trace>
  <inkml:trace contextRef="#ctx0" brushRef="#br0" timeOffset="-136651.8">4243 12392 409 0,'0'0'1'16,"0"0"-8"-16,-6 40 5 15,3-14 1-15,1 4-1 16,0 3 3-16,1 3 0 16,1 0-1-16,0 0 1 0,0 0-1 15,0-2 0-15,0-3 0 16,0-4 1-16,0-4-1 16,0-7 0-16,0-6 1 15,0-4-1-15,0-4 1 0,0-2 3 16,0 0 36-16,0-10-24 15,0-6-15-15,7-1 0 16,1-4-1-16,2-2 0 16,0 2 1-16,2 3-1 15,-2 4 0-15,0 4 0 16,0 4 0-16,0 4-1 0,0 2 0 16,-1 3 0-16,-1 7 1 15,2 3 0-15,-2 4 0 16,-1 1 0-16,-1 2 1 15,0 0-2-15,-1-1 2 16,1-1-2-16,-2-3-13 0,2-1-26 16,-2-3-36-16,-1-4-3 15,-1-4-54-15</inkml:trace>
  <inkml:trace contextRef="#ctx0" brushRef="#br0" timeOffset="-136339.58">4537 12738 333 0,'0'0'1'0,"0"0"65"15,0 0-47-15,0 0-17 0,0 0 0 16,0 0 4-16,0 0 0 16,37-10-2-16,-22 10-1 15,1 0-3-15,0-3 2 16,-1 0-2-16,2 0-2 16,-2-2-43-16,-2 0-68 0,-3-4-9 15</inkml:trace>
  <inkml:trace contextRef="#ctx0" brushRef="#br0" timeOffset="-136107.41">4831 12572 356 0,'0'0'35'0,"0"0"-22"15,0 0-9-15,0 0 3 16,0 34 10-16,0-15 1 16,1 3-8-16,1 3-6 15,0 3-3-15,-1 2 0 16,1 0-3-16,-2-7-54 0,0-5-109 16</inkml:trace>
  <inkml:trace contextRef="#ctx0" brushRef="#br0" timeOffset="-135620.78">4619 11520 272 0,'0'0'22'0,"0"0"41"0,0 0 11 0,0 0-53 15,0 0-16-15,-20 31 5 16,7 2 7-16,0 7-10 16,-1 7-6-16,1 6 0 15,-3 0-3-15,0-8-71 0,-3-9-154 16</inkml:trace>
  <inkml:trace contextRef="#ctx0" brushRef="#br0" timeOffset="-133980.39">5213 11820 264 0,'0'0'0'15,"0"0"4"-15,0 0-2 16,-15 44 10-16,8-20 13 16,2 6 6-16,3 4-8 0,-1 4-10 15,1 3-6-15,2 4-4 16,0 0-1-16,1 0 1 15,-1-6-3-15,4-5 1 16,2-8-1-16,2-10 0 16,2-5 0-16,2-9 0 15,3-2 0-15,1-10 1 0,4-9 0 16,0-8 0-16,2-8-1 16,-2-5-1-16,0-5 0 15,-3-1 0-15,-2 1 0 16,-5 5 1-16,-3 4 0 0,-4 6 1 15,-3 4 12-15,0 6 22 16,0 5-9-16,0 3-6 16,-3 4 0-16,0 6-2 15,0 2-8-15,2 5-8 16,-2 9 0-16,2 5-1 16,1 5 2-16,0 5-2 0,0 4 0 15,0 2 0-15,1 3 0 16,6 2-1-16,0-1 0 15,5-1 0-15,-1-5 0 16,4-5 0-16,-1-6-1 16,4-10-1-16,2-6-8 0,2-6-2 15,0 0 4-15,3-12-8 16,1-2-17-16,-2-5-26 16,0-1-43-16,-6-3-11 15</inkml:trace>
  <inkml:trace contextRef="#ctx0" brushRef="#br0" timeOffset="-133405.02">5691 12071 345 0,'0'0'0'0,"0"0"57"0,0 0-18 0,0 0-29 15,0 0-11-15,0 0 8 16,0 0 12-16,1 50 1 0,-1-19-8 15,0 2-6-15,0 3-3 16,-1 3 0-16,-3-1-2 16,1-2 0-16,1-3-1 15,-1-3 1-15,1-6 0 16,2-5-1-16,-1-6 1 0,0-6-1 16,1-4 0-16,0-3 1 15,0 0 9-15,0-6 5 16,4-5-14-16,1-5 0 15,5-2-1-15,2-2 0 16,1 0 0-16,2 0 0 0,-2 5 0 16,1 0 1-16,-4 7-2 15,0 5 2-15,-4 3-1 16,1 0 0-16,-3 6 0 16,-1 7 0-16,-1 4 1 15,-2 5 0-15,0 2 1 0,1 3-1 16,-4 1-1-16,-1 0 2 15,1 1-2-15,2-3-2 16,-1-2-8-16,1-2-25 16,1-6-17-16,0-5-30 15,-2-8-60-15</inkml:trace>
  <inkml:trace contextRef="#ctx0" brushRef="#br0" timeOffset="-109778.83">6422 11670 123 0,'3'-8'50'15,"-3"0"-24"-15,0 2 6 16,0 1 8-16,0 2-2 16,0 3 5-16,0 0-23 0,0 0-18 15,0 8 0-15,0 4 5 16,0 2 9-16,0 8 1 16,0 3-1-16,-2 6-4 15,2 6-3-15,0 2-4 16,0 0-1-16,0-2-4 15,3-5 0-15,4-8 0 0,0-4 0 16,2-7 0-16,1-5 0 16,-1-4 1-16,2-4 0 15,2-2 1-15,-1-11 2 16,1-5-1-16,0-5-1 16,3-7-2-16,-3-6 2 15,-2-2-2-15,1-2 0 0,-4 2 1 16,-1 2-1-16,-2 5 0 15,-3 5 0-15,-2 7 2 16,0 6 7-16,0 3 19 16,0 6-2-16,0 4-8 0,0 4-16 15,-1 10-3-15,0 5 2 16,1 6 1-16,0 4 0 16,0 3-1-16,0 2 0 15,7 1-1-15,2 0 0 16,-1-2 0-16,1 0 0 0,2-3 0 15,1-4 0-15,-2-3-17 16,2-5-26-16,-2-5-28 16,1-7-44-16,-2-6 30 15,-2-2-118-15</inkml:trace>
  <inkml:trace contextRef="#ctx0" brushRef="#br0" timeOffset="-109362.7">6775 11921 231 0,'0'0'113'0,"0"0"-82"0,0 0-32 16,3 28 23-16,1-10 21 15,-1 3-13-15,1 4-14 16,1 1-1-16,-1 3-3 16,2 2-7-16,-3 0-2 15,0-4-3-15,1-1 1 16,-3-7 0-16,-1-4 0 0,2-6 0 15,-2-6-2-15,0-3 4 16,0-1 20-16,0-9 3 16,1-4-24-16,0-2-1 15,4-3 0-15,1 0-2 16,3 2 2-16,-1 5-2 0,1 4 2 16,-1 6-2-16,-1 2 1 15,1 3-2-15,-1 12 0 16,-2 2 2-16,1 4 0 15,-1 0 1-15,-1 1-2 16,-1-2 1-16,0 1-3 0,0-6-12 16,0-1-8-16,-2-3-14 15,-1-2-20-15,0-3-40 16,0-4 2-16,0-2-86 16</inkml:trace>
  <inkml:trace contextRef="#ctx0" brushRef="#br0" timeOffset="-109023.95">6911 11493 291 0,'0'0'-5'16,"0"0"27"-16,0-28 22 16,0 26 3-16,0 2-11 0,0 2-19 15,-2 8-16-15,-1 6 4 16,-1 5 6-16,1 3-3 15,1 4-4-15,1-1-3 16,-2 1 0-16,1-2-1 16,1-1 0-16,-3 0-9 15,-2-4-63-15,-2-4-58 0</inkml:trace>
  <inkml:trace contextRef="#ctx0" brushRef="#br0" timeOffset="-107945.14">7335 11657 188 0,'0'0'10'0,"-2"-35"5"16,2 18 23-16,0 1 18 15,0 4-40-15,-3 5 14 16,3 1 6-16,-2 5 1 15,1 1-9-15,-1 9-26 16,2 7 0-16,0 6 3 0,0 3 0 16,0 5 5-16,0 1-2 15,7 2-5-15,-2 1-1 16,3 2-1-16,-1-2-1 16,0-4 1-16,0-2-2 0,2-7 2 15,-2-6 1-15,1-8-4 16,0-5 2-16,3-2 2 15,0-10 0-15,3-11 0 16,-1-6-3-16,-1-6 2 16,2-5-1-16,-3 0 0 15,-1 0 0-15,-3 2 0 0,-2 4 1 16,-3 4-1-16,-2 5 1 16,0 6-1-16,0 5 3 15,-2 6 6-15,-3 6 13 16,1 5-16-16,-2 10-4 15,2 6 0-15,0 4 0 0,1 3 2 16,3 2-2-16,1 0-1 16,2 2 0-16,5 0-1 15,3-2 0-15,2-4 0 16,2-3 0-16,3-6-1 16,-1-5-7-16,1-6-27 0,1-4-24 15,-4-2-81-15,-1-7 0 16</inkml:trace>
  <inkml:trace contextRef="#ctx0" brushRef="#br0" timeOffset="-107524.5">7685 11835 347 0,'0'0'-2'0,"0"0"16"16,0 0-4-16,1 27 23 15,0-11 8-15,2 0-16 0,-1 3-12 16,1 2-5-16,-2 2-2 16,0 0-4-16,0 1-1 15,0 0 0-15,-1-2 1 16,0-2-2-16,0-5 2 0,0-4-2 16,2-5 1-16,-2-3-1 15,-3-3 5-15,2-3 3 16,1-6-3-16,0-3-3 15,0-1-2-15,0 0 0 16,4 0 1-16,2 3-1 16,1 2 0-16,-2 4 0 0,1 2-1 15,1 2 1-15,-2 0 0 16,2 4-1-16,-3 6 0 16,0 1 1-16,0 4 0 15,-1 2 0-15,1 0 0 16,-3 0 0-16,2 1 0 0,-1 0 1 15,-1-1-2-15,2-2-13 16,-2-2-29-16,-1-1-25 16,0-5-41-16,0-5-9 15</inkml:trace>
  <inkml:trace contextRef="#ctx0" brushRef="#br0" timeOffset="-106889.64">7770 11326 270 0,'0'0'5'0,"0"0"13"15,0 0 19-15,0 0-6 16,0 0-8-16,0 0-4 15,0 0-10-15,0 0 5 0,0 0 8 16,55-18-8-16,-24 15-8 16,3-1-2-16,-3 2-1 15,-3 2 0-15,-5 1 2 16,-6 2-4-16,-4 7 1 16,-3 5-1-16,-3 5 0 15,-2 8 1-15,-4 8 3 0,-1 9 1 16,0 9 8-16,1 6 2 15,-1 3-5-15,0 6-6 16,0-3-1-16,6-3-1 16,3-3-2-16,-1-1 2 15,2-5 0-15,0-3-3 0,-2-4 2 16,-1-3-1-16,-1-3 1 16,-3-4 0-16,-3-4-1 15,0-3 1-15,-5-6-1 16,-3-4 1-16,-1-2 0 15,-4-5 2-15,0-2 3 0,-4-3 1 16,-2-1-4-16,-4-1-4 16,-4-1 0-16,-7 1-12 15,-4-2-43-15,-8-4-70 16,-6-5-142-16</inkml:trace>
  <inkml:trace contextRef="#ctx0" brushRef="#br0" timeOffset="-106120.14">6263 11419 340 0,'0'0'5'0,"0"0"15"0,0 0 12 0,0 0-5 16,0 0-20-16,0 0-4 15,-29-12-1-15,7 21 1 16,-2 2 1-16,-2 1-2 16,2-1-1-16,1 1 0 15,2-2-1-15,7-1 1 0,4-1 0 16,3 1-1-16,4 4 0 16,0 4-1-16,4 8 1 15,-1 6 0-15,6 10 2 16,3 14 3-16,2 11 8 15,3 9 1-15,3 10-3 16,1 6-6-16,4 0-2 0,1-4 4 16,-1-4-7-16,-1-6 2 15,-2-9 0-15,-2-8 0 16,-2-6 2-16,-4-4-2 16,-2-9-1-16,-2-5 0 15,-2-7 1-15,0-6-2 0,0-7 1 16,0-5-1-16,0-3 0 15,3-4 1-15,2-2-1 16,3-2 2-16,3 0-2 16,4 0 0-16,4-5 1 0,0 0-1 15,5-2 1-15,1 1-8 16,2-3-30-16,-1-4-56 16,2-5-62-16</inkml:trace>
  <inkml:trace contextRef="#ctx0" brushRef="#br0" timeOffset="-105610.35">7976 11310 188 0,'0'0'94'0,"0"0"-64"0,0 0 27 0,39-8-9 16,-19 2-12-16,6-1-12 15,3 0-6-15,6 0-12 16,-2 0 0-16,0 1-4 0,-2 4-2 16,-3 0 0-16,-6 2-5 15,-4 0-34-15,-3 0-40 16,-8-1-32-16,-3-6-56 16</inkml:trace>
  <inkml:trace contextRef="#ctx0" brushRef="#br0" timeOffset="-105341.77">8413 11125 293 0,'0'0'0'0,"0"0"61"15,0 0 9-15,0 0-17 16,0 0-15-16,0 0-17 15,0 0-12-15,0 0-1 16,30 8 3-16,-22 7-1 0,0 8-2 16,-1 5-4-16,-1 7-1 15,-2 3-2-15,-2 3 1 16,0 0-2-16,-2-5-47 16,0-9-74-16,-5-10-152 15</inkml:trace>
  <inkml:trace contextRef="#ctx0" brushRef="#br0" timeOffset="-95292.77">4955 13341 258 0,'0'0'6'0,"0"0"20"15,0 0 25-15,0 0-29 16,-27 1-17-16,21 13 3 16,2 5 8-16,1 4-1 15,1 5-7-15,0 3-3 0,2 4-1 16,0 2-1-16,0 0 0 16,5 0-2-16,2-3 1 15,2-4-2-15,1-3 1 16,0-5 1-16,1-5-1 15,1-6 1-15,0-2-2 0,-2-5 2 16,1-3-1-16,1-1 1 16,0-5-1-16,-1-7 2 15,-1-4-1-15,-1-2-1 16,-1-1 0-16,-3 0 0 16,-1 3-1-16,-3 4 10 15,1 4 18-15,0 4-9 0,-1 4-5 16,1 0-12-16,3 8 0 15,2 4 0-15,1 2 1 16,-1 2-2-16,1 0 0 16,2-3-1-16,0 1 1 15,2-3-1-15,0-2 0 0,-1-2-1 16,2-5 1-16,0-2 0 16,2 0 0-16,-3-7 1 15,1-5-2-15,-1-7 2 16,0-4 1-16,-4-7-2 15,-2-4 2-15,-2-5-1 0,-4-3 0 16,0-3-1-16,-10-1 2 16,-7 3-3-16,-3 5 2 15,-5 7-3-15,-2 7 5 16,-3 9 2-16,-1 9-4 16,4 6-1-16,2 0-2 0,7 6-1 15,5 3 1-15,6 2 0 16,7 1-2-16,0-1-12 15,7 3-35-15,4-1-21 16,6-1-30-16,-2-1 13 16</inkml:trace>
  <inkml:trace contextRef="#ctx0" brushRef="#br0" timeOffset="-94157.4">6224 13231 396 0,'0'0'3'16,"0"0"10"-16,-26 34-8 15,19-6 2-15,3 7 6 16,-3 5 7-16,2 4-5 16,0 1-5-16,0 1-2 0,-4-3-3 15,1 0-2-15,-4-3-1 16,-1-3 2-16,-4-5-1 16,-2-6-1-16,-2-4-1 15,1-7 1-15,2-7-2 16,-2-5 2-16,3-3 1 0,2-10 1 15,2-9-1-15,3-4-1 16,4-5 0-16,5-2 4 16,1-2-6-16,3 4 0 15,8 7 0-15,5 5 0 16,2 11-1-16,6 5-1 0,0 9-1 16,4 8 3-16,-2 6-3 15,1 3 3-15,-1 1 0 16,0-1 0-16,-4-3 0 15,-2-1-4-15,-3-6-46 16,-2-7-64-16,-4-8-69 16</inkml:trace>
  <inkml:trace contextRef="#ctx0" brushRef="#br0" timeOffset="-93305.59">6711 13303 248 0,'0'0'17'0,"0"0"-11"16,0 0 15-16,0 0-5 15,0 0-15-15,0 0 14 16,0 0 24-16,0 0-11 0,39 33 0 15,-14-15-10-15,5 4 1 16,4 1-10-16,3 4-4 16,-1-1-2-16,1 0-1 15,-2-3-1-15,-4 0-1 16,-3-3 1-16,-5-4-1 0,-4-3 0 16,-4-3-1-16,-4-2 0 15,-4-2-18-15,-1-1-40 16,-6-4-53-16,0-1 6 15</inkml:trace>
  <inkml:trace contextRef="#ctx0" brushRef="#br0" timeOffset="-92962.14">6976 13186 218 0,'0'0'4'0,"0"0"27"15,0 0 9-15,0 0-13 16,0 0 1-16,0 0-10 15,-27 16 6-15,19 6 1 0,-2 6-3 16,0 6-4-16,0 5-8 16,-2 2 3-16,0 4-5 15,2-1-6-15,-1-3-1 16,1-3 0-16,3-6 0 16,0-4-1-16,4-5 0 15,1-3 0-15,2-5-24 0,0-7-53 16,0-5-57-16</inkml:trace>
  <inkml:trace contextRef="#ctx0" brushRef="#br0" timeOffset="-92398.46">7137 12975 247 0,'0'0'6'0,"0"0"30"16,0 0-33-16,0 0 0 16,0 0 34-16,0 31 3 0,2-14-14 15,-1 3-8-15,1 2-5 16,2 3-6-16,-1-1-2 15,0 0-4-15,1-2-1 16,-1-2 1-16,1-2 0 0,-1 0-2 16,0-3-32-16,-3-5-73 15,0-5-31-15</inkml:trace>
  <inkml:trace contextRef="#ctx0" brushRef="#br0" timeOffset="-91888.27">6958 13001 196 0,'0'0'4'0,"0"0"31"16,0 0-6-16,0 0-9 15,0 0 2-15,0 0 6 0,0 0-15 16,0 0 1-16,0 0 14 16,0 0-5-16,47-10-6 15,-19 0-3-15,-1 0-7 16,0-1-2-16,1 1 2 15,-4 2-6-15,-4 3 0 0,-3 0 0 16,-4 4-1-16,-5 1 0 16,1 0 0-16,-6 0-8 15,-1 0-36-15,-2 0-64 16,0 0 8-16</inkml:trace>
  <inkml:trace contextRef="#ctx0" brushRef="#br0" timeOffset="-89711.55">7437 13199 110 0,'0'-8'19'0,"0"0"34"0,0 0-17 16,0 1-7-16,-3 0 1 15,1 2 2-15,-1 2 4 16,2 0-7-16,0 3-5 16,1 0-8-16,0 0-15 0,0 8 3 15,0 4 8-15,0 5 2 16,0 3-1-16,0 4-2 15,1 7-2-15,5 4-1 16,-1 3-3-16,2 1-3 16,-1 2 0-16,5-4-1 15,-1-4 0-15,3-5-1 0,-2-6 1 16,3-6 0-16,0-6-1 16,0-6 2-16,0-4 0 15,1-2 1-15,0-12 1 16,0-4-2-16,-2-5 1 15,-1-2-2-15,-2-6 0 0,-1-1 0 16,-5-2-2-16,2-1 1 16,-5 0-1-16,-1 3 0 15,0 5 1-15,0 4 0 16,0 7-1-16,-3 6 1 0,-1 4 1 16,1 3 4-16,2 3 4 15,-1 0-4-15,2 9-4 16,0 4 0-16,0 3 2 15,0 6 3-15,5 4 2 16,2 2 8-16,3 2-10 0,1 5-2 16,3-4-2-16,3 0-1 15,0-3 0-15,0-6-1 16,2-4 1-16,1-8-1 16,0-4 0-16,2-6-2 15,-2-3-22-15,2-11-17 16,-2-5-43-16,-1-9-72 0</inkml:trace>
  <inkml:trace contextRef="#ctx0" brushRef="#br0" timeOffset="-79746.48">3835 12924 9 0,'17'0'15'0,"6"0"-13"16,4 0-1-16,7 0 5 15,2 0-2-15,5 0 1 0,6 3-5 16,1 0 0-16,0 1 2 16,4-1-2-16,-1-2-2 15,-2-1 2-15,-1 0 2 16,-3 0-2-16,-4-1 0 15,-3-4 6-15,-3 0 1 0,-6-1-6 16,-4 0 1-16,-5 0 0 16,-1-2 0-16,-6 1 0 15,-5 0-2-15,-2 1-2 16,-5 2 0-16,-1-1-33 16</inkml:trace>
  <inkml:trace contextRef="#ctx0" brushRef="#br0" timeOffset="-79338.76">3830 13153 52 0,'0'0'10'0,"0"0"-8"0,28-1 11 0,-8 1 9 15,6 0 1-15,7 0 13 16,7-1-29-16,6-4 7 0,8-1-2 16,5-3-8-16,4 0-3 15,5-1 2-15,-1 0-3 16,0-2 0-16,-5 1-1 16,-4-1-1-16,-6 1-2 15,-9-2-6-15,-8-2-84 0</inkml:trace>
  <inkml:trace contextRef="#ctx0" brushRef="#br0" timeOffset="-77327.58">7176 13787 40 0,'0'0'-6'0,"0"0"8"0,1 0-3 16,1 0 0-16,-2 2 1 15,1-2 0-15,-1 1 2 16,0 0 3-16,1-1 5 16,-1 0 1-16,0 1-1 0,1-1 12 15,-1 0-12-15,0 0-7 16,0 1-2-16,0-1 0 16,0 1 0-16,0-1 0 15,0 0 0-15,2 0-2 16,0 0-1-16,-1 0 1 15,1 0-8-15</inkml:trace>
  <inkml:trace contextRef="#ctx0" brushRef="#br0" timeOffset="-75302.29">7190 13716 27 0,'0'2'58'15,"0"-2"-33"-15,0 0-5 0,0 0-2 16,-1 0-3-16,-1 0 7 15,2 0-5-15,-1-3-2 16,1 1-1-16,-2 0-3 16,2-1 0-16,0 0 0 15,0 1-5-15,0 0-2 16,-1 0-1-16,1 1 0 0,-1 1 0 16,1-1-1-16,0 1-1 15,0 0 2-15,0 0-2 16,-1 0-1-16,1 0 1 15,0 0-2-15,0 0 2 16,0 0-2-16,0 0 1 0,0 0 1 16,0 0-1-16,0 0 0 15,0 0 0-15,0 0 0 16,0 0 0-16,0 0 0 16,0 0 0-16,1 0 0 0,0 0 0 15,0 0 0-15,-1 0 0 16,2 0 0-16,-2 0 0 15,0 0 0-15,0 0 0 16,0 0 1-16,0 0-1 16,0 0 0-16,0 0 1 15,0 0 0-15,0 0 2 0,0 0-1 16,0 0 5-16,0 0-2 16,0 0-4-16,0 0 0 15,0 0 1-15,0 0-2 16,0 0 1-16,0 0 0 15,0 0 0-15,0 0-1 0,0 0 1 16,0 0 0-16,0 0 0 16,0-1 0-16,0 0 0 15,0-1 0-15,0 1 0 16,0 0 1-16,0-2 1 16,-2 3-1-16,2-2-1 0,0 1 1 15,0 1-1-15,-1-1 1 16,1 1-1-16,0-1 0 15,-1 1 0-15,1 0 0 16,-1 0 1-16,1 0-2 16,-1 0 1-16,1 0-1 0,0 0 0 15,-1-1 1-15,1 1-1 16,0 0 1-16,-2 0-1 16,2 0 0-16,0 0 0 15,0 0-1-15,0 0-4 16,0 1 2-16,3 4-1 0,3-1 0 15,-2-3-41-15,2-1-52 16</inkml:trace>
  <inkml:trace contextRef="#ctx0" brushRef="#br0" timeOffset="-74415.18">7898 13660 59 0,'0'0'3'0,"0"0"10"0,0-1 3 16,-1-1 1-16,1 2-5 15,0-1 0-15,0 1 2 16,0-1-7-16,0 0-1 16,0 1-4-16,0 0-2 0,0 0 1 15,0-1-1-15,0 1 1 16,0 0-1-16,0 0 2 15,0 0-2-15,-3 0 6 16,3 0 0-16,-2 0-3 16,1 0-1-16,1 0-1 0,-1 0 0 15,1 0 0-15,0 0-1 16,0 0 0-16,0 0-1 16,0 0 1-16,0 0 0 15,0 0 0-15,0 0 0 16,0 0 0-16,1 0-1 0,1 1-8 15,-1-1-43-15,-1 0-70 16</inkml:trace>
  <inkml:trace contextRef="#ctx0" brushRef="#br0" timeOffset="-73490.56">7997 13530 170 0,'-14'0'-5'16,"3"0"-2"-16,1-4-141 16</inkml:trace>
  <inkml:trace contextRef="#ctx0" brushRef="#br0" timeOffset="-71873.66">7449 12351 71 0,'0'0'29'15,"0"0"-26"-15,-5 43 6 16,5-21 8-16,5 3 4 16,3 2 1-16,4 0-8 15,5 0 6-15,1 4 0 0,6-2-4 16,3-3-2-16,6-4-6 16,3-8-1-16,6-10 2 15,9-4 8-15,3-17 4 16,6-10-8-16,6-7-3 15,3-6-1-15,2-2-6 16,-5 0-2-16,-1 4 0 0,-5 3-2 16,-5 4-1-16,-2 6-1 15,-5 6 0-15,-6 2-1 16,-8 5-5-16,-6 2-55 16,-9-1-69-16</inkml:trace>
  <inkml:trace contextRef="#ctx0" brushRef="#br0" timeOffset="-71577.09">8344 12198 200 0,'0'0'3'16,"36"-27"3"-16,-8 19 3 15,7 5 2-15,2 3-2 16,0 10-2-16,-4 8 0 15,-4 4-1-15,-6 4 1 0,-6 4-5 16,-10 5-1-16,-6 1-1 16,-2 0 2-16,-11 1-2 15,-1-3 0-15,-5-1 0 16,2-5-2-16,1-6 1 16,5-4-1-16,3-5 1 0,4-7-6 15,3-5-21-15,0-3-75 16</inkml:trace>
  <inkml:trace contextRef="#ctx0" brushRef="#br0" timeOffset="-71119.58">8973 11827 191 0,'0'0'5'0,"-29"-7"2"15,13 11 8-15,2 12-7 16,1 4-5-16,1 3 0 15,3 0-1-15,8 0 0 16,1-1-2-16,4-2 1 0,9-1 0 16,5-1 1-16,2-1-1 15,2 0 0-15,2 1-1 16,-5 0 1-16,-1 0-1 16,-6 2 0-16,-3-2 0 15,-4 2 1-15,-5-2-1 16,0 1 0-16,-7-2 0 0,-4-2 1 15,-5-2-1-15,0-1 0 16,-4-2 0-16,1-2 0 16,-1-2-1-16,4-2 1 15,2-3-1-15,4-1 0 16,6 0-1-16,4-7-2 0,0-7-6 16,6-4-128-16</inkml:trace>
  <inkml:trace contextRef="#ctx0" brushRef="#br0" timeOffset="-70496.13">9135 11967 231 0,'0'0'5'0,"0"0"-1"15,-40 43 5-15,28-22 8 0,2 2-1 16,5-1 0-16,3-2-5 15,2 1-4-15,3-4-3 16,8 0-1-16,4-3-2 16,4-3-1-16,2-5-1 15,3-6 1-15,0 0-2 0,4-12 0 16,-4-6 2-16,0-4-2 16,-2-3 2-16,-6-1 0 15,-3 3 0-15,-7 3 1 16,-6 4-1-16,0 3 2 15,-8 5 0-15,-5 5 0 0,-4 3 4 16,-2 1-1-16,-1 10 8 16,2 3 0-16,0 5-3 15,5 1-3-15,3 2-2 16,7-1-3-16,3-1-1 16,0-2 2-16,5-3-3 0,6-2 0 15,2-3-3-15,2-8 0 16,2-1 1-16,-3-4 0 15,-1-10 1-15,-1-4 0 16,-2-1 1-16,-4-2 0 16,-4 2 1-16,-2 3 0 0,0 3-1 15,0 3 2-15,-2 4 0 16,-4 3 0-16,3 2 2 16,2 0-3-16,1 2 0 15,0 3-1-15,0 5 0 16,7-3 1-16,1 2-1 15,1 0 0-15,2-1 0 0,-1 0-2 16,-1 0-2-16,1-2 0 16,-1-2-3-16,-2-4-56 15,-1 0-28-15,-2-8-42 16</inkml:trace>
  <inkml:trace contextRef="#ctx0" brushRef="#br0" timeOffset="-70293.03">9366 11795 229 0,'0'0'3'0,"0"0"4"0,0 0 5 0,-14 30-4 0,14-4 2 16,3 1 0-16,4 0-1 16,4 2-7-16,1-1 0 15,1-3-2-15,0 1-1 16,0-1-1-16,-2-5-2 0,-1-2-2 15,-1-6-34-15,0-8-151 16</inkml:trace>
  <inkml:trace contextRef="#ctx0" brushRef="#br0" timeOffset="-69871.27">9598 11970 189 0,'0'0'6'15,"0"0"9"-15,-33-10 16 16,19 10 2-16,-4 0 3 16,4 2 2-16,-1 6-9 0,5 2-10 15,2 2-9-15,3 1-6 16,4 3-3-16,1-2-1 16,0 1 0-16,3-3-1 15,5 0 0-15,3-4-2 0,-1-1 0 16,0-5-1-16,3-2 2 15,-2-2 1-15,1-8 1 16,-4-2 0-16,0-2 0 16,-2-1 0-16,-2 2 0 15,-4 1 2-15,0 3-1 16,0 2 2-16,0 2 1 0,0 3 1 16,-3 2 2-16,0 0-4 15,1 6 0-15,1 3-2 16,2 3 0-16,-1 1 0 15,0 2-1-15,7 0 0 16,0-1 0-16,0 0-1 0,4-3-2 16,-1-1-3-16,0-3-3 15,0-6-115-15,-1-1-91 16</inkml:trace>
  <inkml:trace contextRef="#ctx0" brushRef="#br0" timeOffset="-69589.84">9667 11992 240 0,'0'0'7'0,"0"0"10"0,0 0 1 15,0 0 8-15,-22 36 0 0,23-22-3 16,-1-1-4-16,4 0-5 16,2 0-6-16,0 0-7 15,-2 1 0-15,2-4-1 16,-3-1 0-16,-3-4-1 15,1-5 1-15,-1 0-1 0,0-11 2 16,1-10 0-16,5-7 7 16,3-7 0-16,7-5-3 15,5-3-3-15,7 2-4 16,5 3 0-16,-2 3-4 16,-1 2-9-16,-8-2-349 15</inkml:trace>
  <inkml:trace contextRef="#ctx0" brushRef="#br0" timeOffset="-40572.15">7117 14107 62 0,'79'-41'157'0,"8"-3"-129"15,7-4-14-15,5 2 0 0,-4-1 3 16,-4 4 6-16,-6 4 2 16,-7 5 0-16,-8 5-9 15,-11 8-10-15,-11 7-3 16,-13 8-3-16,-15 6-1 16,-13 3-2-16,-8 13-22 15,-25 6-28-15,-16 3-41 0,-20 2-12 16</inkml:trace>
  <inkml:trace contextRef="#ctx0" brushRef="#br0" timeOffset="-40320.63">6976 14260 308 0,'27'-9'0'16,"15"-6"5"-16,12-6 6 0,17-7-5 15,10-7 6-15,8-4 15 16,6-3 11-16,2-1 46 16,-4 1-78-16,-4 3-2 15,-9 5-2-15,-8 2-1 16,-11 6 1-16,-15 6-2 0,-10 4 0 16,-14 4 0-16,-12 5-5 15,-10 4-29-15,-17 3-51 16,-21 0-48-16,-16 0-112 15</inkml:trace>
  <inkml:trace contextRef="#ctx0" brushRef="#br0" timeOffset="-40071.43">6794 14120 141 0,'62'-47'34'0,"20"-7"-24"16,16-6 168-16,13-3-142 15,8 0-9-15,4 3-8 16,-1 7-9-16,-7 3-3 0,-10 7-5 16,-11 5-1-16,-9 7 1 15,-10 4 0-15,-11 4-3 16,-12 2-37-16,-14-9-127 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.21476" units="1/cm"/>
          <inkml:channelProperty channel="Y" name="resolution" value="32.23881" units="1/cm"/>
          <inkml:channelProperty channel="T" name="resolution" value="1" units="1/dev"/>
        </inkml:channelProperties>
      </inkml:inkSource>
      <inkml:timestamp xml:id="ts0" timeString="2026-07-24T15:03:13.2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1733 8797 0,'13'0'125,"27"0"-109,-14 0-1,1 0-15,52 0 16,54 0 0,12-13 15,-39 13-31,0-13 16,0 13 15,171 0-16,41 0 1,-14 0 0,-145 0-16,119 0 15,-212 0 1,-26 0-16,12 0 16,-38 0 15,39 0 16,92 0-32,14 0 1,158 0-16,-92 0 31,-145 0-31,-14 0 16,-40 0-16,1 0 0,12 0 15,107 0 1,118 0 0,199 0-1,40 0 1,-27 0 0,-145 0-1,-212 0 1,-79 0-1,-27 0 1,40 0 47,0 0-63,40 0 15,-27 0 1,0 0-16,-53 0 31,67 0 219,78 0-250,14 13 16,-13-13-1,13 0 1,-106 0-16,-26 0 16,-27 0-1,0 0 345,133 66-360,-14-39 0,0 12 31,14-12-31,158-1 15,-158-26-15,-54 14 16,1-14 0,-80 0-1,14 0 595,92-27-610,-14 14 15,41 0-15,-40-1 16,0 1-16,-1 13 16,-25-13-16,-1 0 15,-39 13-15,0 0 16,-14-13-16,27 13 15,0-14-15,26 14 16,-13 0-16,27 0 16,-27 0-1,27 0-15,-27 0 0,-26 0 16,-14 0-16,-13 0 16,1 0-1,105 0 48,39 0-63,28 0 0,-41 0 15,1 0 1,-41 0-16,94 0 31,-146 0-31,0 0 16,-40 0-16,0 0 0,0 0 62,67 0-62,12 0 16,80 0 0,-79 0-1,-53 0 1,39 0 78,53 0-94,1 0 0,78 0 31,-131 0-31,-41 0 31,-52-13 391,-27 0-422,14 0 16,-1 13-1,1 0 1,-53 0-1,-27 0 1,-79 0 0,92 0-16,-132 0 15,106 0-15,-26 0 16,-160 0 0,-52 0-1,-132 0 1,52-27-1,53-13 1,54 27 0,39-13-1,79 13 1,-13 13 15,159 0-31,-27 0 16,-92 0-16,106 0 0,-93 0 31,92-14-15,14 14-1,40 0 1,13 0 0,-1 0 30,-25 0-30,-41 0 0,-12 0-1,-94 0 1,94 0-16,-67 0 16,80 0-16,-1 0 0,-65 0 31,13 0-31,26 0 31,-53 0-15,-92 0-1,-14 0 1,40 0 0,80 0-1,12 0 1,80 0-1,0 0 1,-26 0-16,39 0 16,-65-13-1,12 0 1,-66 13 0,14-13-1,-1 13 1,54 0-1,-14-14 1,-13 1 0,13 0-1,-13 0 1,26-1 0,14 1-16,-27 13 15,66 0 1,1 0-16,-28 0 15,-38 0 1,-28-13 15,-12 13-15,26-13-16,13 13 31,27-13-15,39 13-1,27 0 1,-14 0 265,-52 66-281,26-53 16,-53 53 0,-26-13-1,-14 0 1,54-13-1,52-27 1,27-13 15,-1 0 63,-12 0-94,-14 0 16,-39 0-1,-14 0 1,-52-13 0,26-1-1,79 14-15,0 0 16,14 0-16,13-13 15,-1 13-15,-12 0 16,13 0 0,-80 0 15,-26 0-15,26 0-1,14-13 1,66 13-1,13-13 407,-27 13-422,14-27 16,0 27-16,-14-13 16,14 0-1,0 13 266,-27-13-281,27-1 16,0 14 0,0-13-1,-40 13 345,40 0-345,-1 0 17,54 13 311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48:22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1512 9791 49 0,'0'0'13'0,"0"0"-4"0,0 0-19 15,-5-39-16-15</inkml:trace>
  <inkml:trace contextRef="#ctx0" brushRef="#br0" timeOffset="961.21">3947 9286 176 0,'-11'-28'16'16,"-1"-1"34"-16,-1 1-12 15,-1 3 12-15,1 2-13 16,-4 3-15-16,0 1-1 0,-4 1-8 16,-2 0-5-16,-3-1 0 15,-6 0 3-15,-4 0-4 16,-6-1-1-16,-7 0-4 15,-7 5-1-15,-11 1 1 16,-7 5-4-16,-10 4 1 16,-8 5 1-16,-6-1 1 0,-9 7-4 15,-3 6 3-15,-1 3 2 16,1 3 0-16,-1 3-2 16,4 2-2-16,3 1 2 15,3 2 2-15,7 0-1 0,4 4-3 16,4 1 0-16,8 4 5 15,6 4-2-15,4 3-2 16,6 3-2-16,7 3 8 16,8 4-5-16,7 3 1 15,8 3 0-15,10 1-1 0,11 4 1 16,11-1 2-16,4-2 0 16,20-2 2-16,11-5-3 15,13-4 1-15,10-6 0 16,14-5 4-16,12-5-2 15,10-6 5-15,12-4 5 16,7-5-6-16,8-5-2 0,5-4-5 16,1-5 1-16,-1-4 0 15,-1 0-2-15,-4-12 2 16,-4-5-3-16,-4-3 3 16,-7-6-1-16,-8-2-2 15,-7-2 0-15,-7-5 0 0,-11-3 2 16,-9-6-1-16,-10-2 0 15,-10-5-1-15,-16-4 1 16,-13-5 0-16,-13-1 1 16,-11-2-3-16,-19-3 0 15,-18-3-1-15,-14 1 1 0,-14 5 0 16,-11 5 4-16,-10 9-6 16,-6 10 1-16,-1 9-4 15,2 11-15-15,12 7-26 16,7-1-80-16,15-7-187 15</inkml:trace>
  <inkml:trace contextRef="#ctx0" brushRef="#br0" timeOffset="5571.38">13717 1162 2 0,'1'0'4'16,"1"0"-2"-16,-1 0-2 15,-1 2-8-15</inkml:trace>
  <inkml:trace contextRef="#ctx0" brushRef="#br0" timeOffset="8651.15">6028 3438 8 0,'0'0'11'15,"0"0"-5"-15,0 0 0 16,0 0 0-16,0 0-1 15,0 0-2-15,0 0-1 0,0 0 0 16,0 0-2-16,0 0 1 16,0 0-1-16,13-1-1 15,-8 4-8-15,3 2-27 16</inkml:trace>
  <inkml:trace contextRef="#ctx0" brushRef="#br0" timeOffset="8883.65">6801 3356 40 0,'0'0'-2'16,"0"0"-7"-16,0 0-20 15</inkml:trace>
  <inkml:trace contextRef="#ctx0" brushRef="#br0" timeOffset="9184.14">6801 3356 21 0</inkml:trace>
  <inkml:trace contextRef="#ctx0" brushRef="#br0" timeOffset="9302.58">6801 3356 21 0,'21'-14'17'0,"-21"12"-7"0,0 1-6 0,0 1-10 0,0 0 1 16,0 0 4-16,0 2 0 15,0 1 2-15,0 0 0 16,0-1-2-16,0 3 2 16,0-2-1-16,0 0-1 15,0-1-15-15</inkml:trace>
  <inkml:trace contextRef="#ctx0" brushRef="#br0" timeOffset="9916.29">7853 3423 29 0,'0'0'6'16,"0"0"5"-16,0 0-8 0,0 0 14 16,0 0 40-16,0 0-41 15,28-13-9-15,-27 13-5 16,0 0 1-16,-1 0-2 15,0 0-3-15,1 0 6 16,2 1 2-16,-3 0-4 0,1 0-1 16,-1 0 1-16,0 0-1 15,0-1 3-15,2 0-1 16,-2 0 0-16,1 0-2 16,0 0-11-16,0 0-23 15,-1 0-39-15</inkml:trace>
  <inkml:trace contextRef="#ctx0" brushRef="#br0" timeOffset="12399.69">6416 2366 146 0,'1'-3'13'16,"0"1"7"-16,-1 1 32 0,0 0 11 16,0 1-23-16,0 0-18 15,0 0-11-15,0 0-2 16,0 4-3-16,-2 4 4 15,-1 0-1-15,1 2-2 16,1 2 2-16,1 0 1 16,0 2 0-16,0 3-1 0,0 0-5 15,5 2-1-15,2 2-1 16,-1 0-1-16,4 0 0 16,1-1 0-16,-1-3-1 15,3-3 4-15,-1-3-4 16,-2-4-2-16,1-3 6 0,-1-4-1 15,-1 0-1-15,-1-3 1 16,1-6-2-16,0-1 0 16,-2-1 0-16,-3-1-2 15,1 3 1-15,-5 0 1 16,0 0 0-16,0 3 0 0,0-1 9 16,-3 4 11-16,-1-2 3 15,-1 3-2-15,0 1 1 16,2 0-11-16,-2 1-3 15,3 0-5-15,0 0-3 16,0 0 1-16,2 2-3 0,0 3 0 16,0 2 1-16,0 1-2 15,0 1 1-15,2 0 1 16,3 1-1-16,3 0-1 16,1-2 1-16,1-1 1 15,0 1 1-15,3-2-1 0,-1-2 0 16,3-2 1-16,-2-2 0 15,0 0 1-15,1-3 1 16,0-7-1-16,-2-3 1 16,0-2-1-16,-1-5-1 15,-2-3 0-15,-3 0 0 0,-3-5 1 16,-2 1 0-16,-1 1-1 16,-4 1 1-16,-8 3 0 15,-4 4 12-15,-2 5-1 16,-4 2-7-16,1 2-2 0,-2 3-2 15,4 4-1-15,0-3-1 16,6 2 0-16,3 2 0 16,2 0 0-16,5-2-1 15,3 3 0-15,0 0-17 16,1 0-72-16,6 0-19 16,0-2-43-16</inkml:trace>
  <inkml:trace contextRef="#ctx0" brushRef="#br0" timeOffset="16600.23">6242 2518 11 0,'0'-3'10'0,"0"3"2"16,0-2 1-16,0-1 0 0,0 1 16 15,-3 1-16-15,1-2 3 16,-1-1 5-16,0 2-11 16,0-1-7-16,0 0-1 15,0 0-7-15,-1 2-14 16,1-2 9-16,2 3-26 0,-2-1 4 15,2 0 6-15,1 1 5 16</inkml:trace>
  <inkml:trace contextRef="#ctx0" brushRef="#br0" timeOffset="17495.5">6197 2434 42 0,'38'-8'48'0,"-6"1"-6"16,-8 2-32-16,-10 3 2 15,-1-1 0-15,-7 3-3 0,-2 0-7 16,-1 0-1-16,-3 0-2 16,0 1-1-16,-6 1 1 15,-4-2-81-15</inkml:trace>
  <inkml:trace contextRef="#ctx0" brushRef="#br0" timeOffset="18334.98">5922 2622 0 0,'60'-14'41'0,"-6"3"-16"0,-6 2-14 16,-7 1-5-16,-6 1 10 16,-4 0 6-16,-4 1 3 0,-3-1-5 15,-6 0-3-15,-1 0 0 16,-2 1-6 0,-5 1 0-16,-1 2-5 0,-5 0 1 15,-1 2-5-15,-3 1 0 16,-3 0-18-16,-8-1-80 15</inkml:trace>
  <inkml:trace contextRef="#ctx0" brushRef="#br0" timeOffset="18876.41">6190 2560 13 0,'0'0'6'0,"0"0"8"16,-32 3 13-16,23-3-8 16,2 0 8-16,-2 0 2 15,2 0-3-15,4-4-19 16,-2 1-9-16,0 0-10 0,1 0-4 15,1 0-6-15,-3 2 3 16,-1-2 1-16,-2 3-15 16</inkml:trace>
  <inkml:trace contextRef="#ctx0" brushRef="#br0" timeOffset="20700">5285 2707 48 0,'-3'-1'22'15,"2"1"-4"-15,-2 0-7 16,2 0 0-16,-1 0 11 16,0 0 54-16,0 0-61 15,1 0 2-15,1 0-3 0,-2 0-4 16,2 0-5-16,0 0-4 15,3 0 1-15,7 0 3 16,4 0 4-16,6-5 14 16,7-3 1-16,6-3-3 15,7-6 1-15,8 0-2 0,4-2-3 16,4-3-3-16,5 1-4 16,-2-2 0-16,1 4-2 15,-5 1-1-15,-1 2-2 16,-6 3-3-16,-3 3-1 15,-6 2 1-15,-6 1-2 0,-4 5 1 16,-6 0-2-16,-4 2 2 16,-4 0-1-16,-7 0 0 15,-1 0-1-15,-5 0 2 16,-1 0-1-16,-1 0 0 16,0 1 2-16,0 0-1 15,-1-1-1-15,-4 2 2 0,0-2-2 16,-2 0 0-16,2 0 0 15,-1 2 2-15,-3-2-2 16,2 0 0-16,-3 1 0 16,-1 2 0-16,-3 0-2 0,-3 1 2 15,-4 5 0-15,-6 2-1 16,-4 0-1-16,-7 4 1 16,-6 2 2-16,-4 1-4 15,-5 3 0-15,-3-1-2 16,-4 1-3-16,0 0 1 15,2-1 4-15,2-1 2 0,5-1 1 16,7-4 0-16,6-1-1 16,6-2 1-16,4-2-1 15,4-1-4-15,6-3-6 16,5-2 5-16,2-1 5 0,5 0 1 16,2-2 0-1,4 0 0-15,0 0-3 0,4 0-61 16,6 0 30-16,1-2-15 15,2-6-41-15</inkml:trace>
  <inkml:trace contextRef="#ctx0" brushRef="#br0" timeOffset="21262.51">5176 2546 171 0,'0'0'2'0,"0"0"4"0,0-31 18 15,0 24-1-15,0 1 2 16,-2 2 5-16,1 1-4 0,-1 2-9 16,0 1-7-16,-3 0-8 15,-1 6-2-15,1 5 0 16,-4 5 0-16,-1 3-1 16,-2 1 1-16,1 4 0 15,-3 0 0-15,-1-1-1 0,-1 0 1 16,2-1 1-16,-1-1-1 15,1-1 0-15,1 0 1 16,3-4-1-16,3-1 0 16,1-2 0-16,2-1 0 15,1-2 0-15,3-2 0 16,0 0-1-16,0-1 2 0,1-1-1 16,8-1 0-16,2-3 3 15,6-1 22-15,5-1 12 16,7 0-7-16,4-1-12 15,4-4-3-15,3 0-5 16,1 2-4-16,-1 1-5 0,-5 2-1 16,-3 0 0-16,-5 4-3 15,-2 4-18-15,-10 0-70 16,-7-3-58-16</inkml:trace>
  <inkml:trace contextRef="#ctx0" brushRef="#br0" timeOffset="30529.03">23005 8324 209 0,'7'-4'1'0,"0"-3"25"0,1 1-5 15,-1-2 0-15,-1 4-2 16,-1-2 11-16,-2 0 17 16,-1 0-11-16,-2 0-9 15,0-1-12-15,0-1-9 16,-2 2-1-16,-5-3-1 0,-2 2 1 15,-3-1-3-15,-1-1 0 16,-5 0 2-16,-3 1-2 16,-2-2-1-16,-6 2-1 15,-1-1 1-15,-3-1-1 16,-3 0 0-16,-1 1 0 0,-3 0 0 16,-1 1 1-16,-2 0-1 15,-2 1 0-15,-2 1 0 16,-1 1 1-16,0-2-2 15,0 2 2-15,-1 1-1 16,-3 0-1-16,-1 0 1 16,-3-1 0-16,-2 2 0 0,-2 0 1 15,1 0-1-15,0 1 0 16,1 0 0-16,4 1-1 16,2 0 2-16,3 1-1 15,4 0 0-15,1 0 0 0,5 0 0 16,0 0 0-16,-1 0 0 15,1 0 0-15,-1 1 0 16,-1 1 0-16,1-1 0 16,1 3 0-16,0-1 0 15,3 0 0-15,1 2 0 0,1 0 0 16,-1 0 0-16,1 0 1 16,1 1-2-16,1-1 1 15,0 1 0-15,-1 2 1 16,0 1-1-16,1 0 0 15,0 2 0-15,-1 1 0 0,2 1 0 16,-3 1 0-16,4 0 0 16,0 3 0-16,0-1 0 15,1 1 0-15,1-1 1 16,1 1-1-16,-3 0 0 16,2 0 0-16,0-1 0 15,0 3 0-15,0-1 0 0,1 4 0 16,1-1 0-16,1 2 0 15,2 0 0-15,2 0 0 16,3 0 0-16,3 1 0 16,2-2 0-16,4 2-1 15,0-1 1-15,3 2 0 0,3 1 1 16,1 0 0-16,2 1 0 16,0 2 1-16,0-1-1 15,0 1-1-15,0-2 2 16,0-1-2-16,0 0 0 15,0-2 0-15,0 0 0 0,0-1 1 16,0 2-1-16,0-2 0 16,5 2 0-16,4-1 0 15,2 0 1-15,3-1 0 16,0 0 2-16,4-1 2 16,-1 3-3-16,0-1-1 0,1 3 0 15,2-1 0-15,1 2 0 16,0 0-1-16,2-1 1 15,2-1 0-15,1 0 2 16,3-4 2-16,2-1 1 16,1-4-2-16,3-4 2 0,2-1 0 15,3-2 3-15,2-4 1 16,0 1-1-16,3-2 3 16,-1 0 2-16,1-2-3 15,-1 2-4-15,-4 0-4 16,0-1-1-16,-2 0-1 15,-2 1 0-15,-1-1 0 0,0-1-1 16,-1 0 1-16,0-1 1 16,2-1-1-16,-1 1 2 15,3 0 2-15,-3-2-1 16,2 0-1-16,-2 0 0 16,-1 0 0-16,1 0 0 0,-2 0 1 15,-1-3 1-15,3-1-1 16,-6 1 0-16,2 0 0 15,-2-1-1-15,1-1 0 16,0 0 0-16,0 0 1 16,1 0-1-16,-1 0-2 0,0-1 0 15,0-1 1-15,0 2-2 16,-2-1 0-16,0-1 1 16,-1 1 0-16,0-1-1 15,-1 0 1-15,0-1 1 0,0 0-1 16,-1-1 1-16,0-1 0 15,-2 1 1-15,-1-2 0 16,0 0 0-16,-1 1 0 16,-1-1-1-16,0 1 0 15,-1 1-1-15,0 0-1 16,1-1 1-16,-4 0-1 0,2 0 0 16,0-1 0-16,0 1 0 15,1-1 1-15,-2 1-1 16,1-1 0-16,-3 1-1 15,1 2 2-15,-1-2-1 16,-2 2 0-16,0-3 0 0,-1 1 0 16,-2-1 0-16,0-2 0 15,-1 0 0-15,0 0 1 16,0-2 0-16,0 1-1 16,1-2 0-16,1 1 0 0,2 0 0 15,-1 1 0-15,-1-1 0 16,2 1 0-16,-1-1 0 15,1 2 0-15,-2 0 0 16,1 0 0-16,-2 0 0 16,-1 1 0-16,-2 0 2 0,-1 0-2 15,2 0 0 1,-2 2 0-16,1-2 0 0,-1 0 0 16,1 1 0-16,0-2 0 15,1 3 0-15,0-3 0 16,0 1 0-16,0 0 0 15,0 0 0-15,1 0 0 16,-2 2 0-16,2-1 0 0,-1 1 0 16,1 0 0-16,-1 1 0 15,-1 1 0-15,0-1 0 16,0 1 0-16,-3-3 0 16,3 3 0-16,-4-1 0 0,1 0 0 15,0-1 1-15,-1 1-2 16,0 1 1-16,2 0 1 15,-2 1-1-15,-1 0-1 16,2 1 1-16,0-1 1 16,2-1-2-16,-2 2 2 0,1-1-2 15,0 0 1-15,-1 1 0 16,1-2 0-16,-1 1-3 16,1-3 1-16,-1 0-2 15,1-1-5-15,-1-1 3 16,-2 0-1-16,0 1 0 15,-2 2 0-15,1 0 1 0,-1 1 1 16,0 0 1-16,0 2 1 16,0 1 0-16,0-1-1 15,0 1 1-15,0 0-1 16,-2-2 2-16,-1 2-2 0,-3-3-6 16,0 0 4-16,-1-1-1 15,-3-2-9-15,-1-1 4 16,-1-1 0-16,-2-3 0 15,-3-1-2-15,1-2-6 16,2-1 0-16,1 1-5 16,3 1 0-16,1 5-1 0,2 2 9 15,3 2 6-15,4-5-42 16</inkml:trace>
  <inkml:trace contextRef="#ctx0" brushRef="#br0" timeOffset="31336.01">19614 8422 112 0,'0'0'1'15,"-14"-32"-4"-15,6 15-20 16,-1 3-16-16,1-1-7 15</inkml:trace>
  <inkml:trace contextRef="#ctx0" brushRef="#br0" timeOffset="31754.33">18472 8870 84 0,'-7'76'81'15,"9"0"-22"-15,16-3-3 16,16-2 6-16,12-3 3 15,11-7-12-15,14-10-13 16,6-7-23-16,11-12-5 0,8-12 4 16,6-10-3-16,5-8-2 15,-2-2-3-15,-4-12 0 16,-7-6-1-16,-12-4-3 16,-12-4-1-16,-14-2-1 15,-11-7-2-15,-14-3 1 0,-10-7-1 16,-13-9 1-16,-8-9 0 15,-16-5-1-15,-14-8-1 16,-9-7-50-16,-8-4-28 16,-4 4-64-16,-4 4-29 15</inkml:trace>
  <inkml:trace contextRef="#ctx0" brushRef="#br0" timeOffset="32120.05">19540 8400 60 0,'0'0'-8'0,"0"0"-11"15,0 0-1-15</inkml:trace>
  <inkml:trace contextRef="#ctx0" brushRef="#br0" timeOffset="32434.24">18293 8867 17 0,'-12'51'70'16,"12"0"-4"-16,5-1-14 0,19-2 5 16,11-1-12-16,15-2-41 15,9-6-4-15,10-10-19 16,9-13-135-16</inkml:trace>
  <inkml:trace contextRef="#ctx0" brushRef="#br0" timeOffset="55883.15">15341 4868 126 0,'0'-4'13'16,"0"0"-3"-16,0-1 31 15,0 0-36-15,0 2 2 0,1 1-4 16,0-1 0-16,-1 3-2 15,0 0-1-15,0 0-1 16,0 0-1-16,0 0-2 16,0 0 4-16,-2 1-1 15,-1 3-7-15,-3-2-18 0,1-2-51 16</inkml:trace>
  <inkml:trace contextRef="#ctx0" brushRef="#br0" timeOffset="60057.41">19761 4295 146 0,'17'-14'29'0,"-1"0"-9"0,-2 1-13 16,-4 0 3-16,-3 3 9 16,-2 0 12-16,-1 0-1 15,-2 0-1-15,-2 2-6 16,0 0 2-16,0 0 9 0,0-1-18 16,-5 2-6-16,-2-1-3 15,-1 0 3-15,-5-2-3 16,-2 2-4-16,-5-2-1 15,-8 1 4-15,-3 1-5 16,-3-1 0-16,-7 0 0 0,-1 1 0 16,-3 3-1-16,-4-1-3 15,-2 1 5-15,0 1-1 16,-5 3-1-16,0 1 1 16,0 0-1-16,0 0 1 15,0 1-2-15,1 6 2 16,1 0 1-16,2 3 0 0,0 1 0 15,2 2 0-15,3 2 1 16,-3 3 0-16,3 2 1 16,1 0-2-16,0 1 1 15,2 3-1-15,3 0-1 16,3 0 1-16,2 0 0 0,3 4 1 16,3 0-2-16,-2 4 2 15,-1 5-2-15,0 3 2 16,-1 2-1-16,-2 2 0 15,1 5-1-15,2 1 2 16,2 2-2-16,2-1 1 0,5 0 0 16,2-2-1-16,4 1 2 15,4-3-1-15,6 0-1 16,1-2-1-16,7-1 1 16,0-1 0-16,13-2 1 15,4-3 1-15,5 0 0 0,3-3 1 16,2 1-1-16,2-4 0 15,2 1 0-15,2-3-2 16,1-4 3-16,1 0-2 16,3-1 1-16,-1-4 1 15,2 2 0-15,2-1 0 0,2 0 0 16,2-1-1-16,1-1 0 16,4-2-1-16,2-1 2 15,1-4 2-15,1-1-1 16,2-4 2-16,-2-2 0 15,0-4 3-15,0 0-3 0,-3-1-2 16,-1-1-2-16,-3 0-2 16,-4 0 2-16,-2 0-3 15,-3-5 1-15,-2 0 0 16,-1-3-1-16,0 0 2 16,-3-3-1-16,0 0-1 0,0-2 1 15,-1-2-1-15,0 0 1 16,1-1-1-16,-1-2 1 15,0 0-1-15,-3 0 1 16,0 1-2-16,-2 0 2 16,-3-1-1-16,0 2 1 15,-1-1 0-15,0-1-1 0,-2-2 0 16,-3-1 1-16,0 0-1 16,-1-1 2-16,-2-1-2 15,-1 2-2-15,1-1 4 16,-1-1-2-16,-2 1 0 15,0-1 0-15,1 2-2 0,0 1 4 16,-2-2-2-16,0 2 0 16,-2 0-2-16,1 0 2 15,-2-2-1-15,-2 1 2 16,1-1-2-16,-1 0 1 0,-1 1 0 16,1-1 0-16,-2 1 0 15,3-1 0-15,-2-1 0 16,0 1 0-16,-1-2 0 15,1-2-1-15,-1 1 1 16,1-2-1-16,-1 3 0 16,1-1 1-16,-2 2 0 0,0-2-1 15,0 4 1-15,-1 0-1 16,2 1 2-16,-3 1-1 16,0-1 1-16,1 0 0 15,-1 1 0-15,1-2 0 16,-1 0 0-16,0 0 1 0,0 0 0 15,0-1 0-15,0 4 1 16,0 0 0-16,-2 0-1 16,-5 1-2-16,-1 2 0 15,-4-2-1-15,-5 1 1 16,-4 1-1-16,-4 0 1 0,-6 1 0 16,-1 2-4-16,-3 0-24 15,2 4-18-15,4-4-35 16,10-8-122-16</inkml:trace>
  <inkml:trace contextRef="#ctx0" brushRef="#br0" timeOffset="62998.11">21523 4779 96 0,'0'0'12'0,"0"0"75"15,0 0-66-15,0 0 4 0,0 0 0 16,0 0 0-16,-7-31 3 15,6 24 1-15,1-1-1 16,0 2-8-16,0-1-5 16,0 0-3-16,1-1-3 15,3 1-5-15,-2-1-1 0,1 1 0 16,-1-1-2-16,1-2 1 16,-2 0 0-16,-1 0 0 15,0-2 0-15,0 1 2 16,0-2 3-16,-5 1-5 0,0 0 1 15,-3 0 0-15,1-1 0 16,-1 0 0-16,-3 1 1 16,0 0-2-16,-1 2 0 15,-1-3 0-15,-2 3 1 16,-1-1-1-16,-2 1-1 16,3 0-1-16,-4 3 1 0,2-1-1 15,-1 1 0-15,1 2-1 16,0 0 1-16,1 1 1 15,-2 0-1-15,3 1 2 16,-1 1-2-16,3 0 0 16,0 1 0-16,0 1 0 0,0 0 0 15,0 0 0-15,0 5 0 16,-3 0 0-16,0 1 0 16,1 3 0-16,-3 1 0 15,1 1 0-15,0 0 0 16,-1 1 0-16,1 3 0 0,0-2 0 15,-2 2 0-15,1 2 0 16,0-1 1-16,-2 2-1 16,1 3 1-16,-1 1 0 15,1 5 0-15,3 1 0 16,1 3 3-16,4 2 2 0,1 4-3 16,3-1-1-16,3 0 1 15,-2 2 3-15,3 0 0 16,0 1-2-16,0 0-1 15,1 1 1-15,-1-1-1 16,3-1-1-16,0-1 1 0,0-3-2 16,0 1 0-16,0-1 2 15,5-2-2-15,3 0 0 16,1-1 2-16,2-3-1 16,1-2 1-16,3-1-2 15,-1-4 0-15,1-1 1 0,2-1-1 16,1-2 1-16,0-1 0 15,1-3 0-15,2 1 2 16,3-2-1-16,0-2 2 16,2 0-1-16,0-5 1 15,2 1 1-15,-1-2-3 0,-2-1 0 16,-1-3 0-16,0 0 1 16,-2 0-1-16,0 0 1 15,-1-3-1-15,1-2 0 16,0-1 0-16,-1 0 2 15,0 0-2-15,0-2 0 16,-1-1 1-16,1 1-2 0,-2-2 1 16,1 0-1-16,0 0-1 15,-2-1 2-15,-2-2-3 16,0 2 1-16,-4-2 1 16,-1 0-2-16,-1-1 1 15,-2 0-1-15,-2 1 1 0,0-2-1 16,-3 0 2-16,2-1-1 15,-4 1-2-15,1-2 1 16,1-1 2-16,-2 1-2 16,2-1 0-16,0 0 0 0,0 1 1 15,2-2-1-15,-1 2 0 16,1 0 0-16,-1 1 0 16,0 1 0-16,1 1 0 15,-2 0 0-15,-1 1 0 16,-1 1 0-16,0-1-1 15,-1 2-1-15,0-2 2 0,0 1-1 16,0 2 3-16,-3-1-2 16,1 2 0-16,1 0 1 15,-2 0 0-15,3 1-1 16,-1-1 1-16,0 0-1 16,1-3 0-16,-1 3 0 0,1-2 0 15,0 0 0-15,-1-1 0 16,1 1 1-16,-1-1-1 15,-1 0 0-15,0 2 0 16,0-1-1-16,-1 1 0 16,0-1 3-16,0 1-2 0,0-2 1 15,1 1 0-15,0-1-1 16,1 0 1-16,1 1 0 16,0-2-1-16,0-1 0 15,0 1 0-15,0 0-1 16,0 0 2-16,-1 1-1 0,0 1-1 15,0 2 1-15,-5-1 0 16,2 2-3-16,-3 0 2 16,1 0 1-16,0 1 1 15,-1 2 0-15,0-3-1 16,0 2 1-16,2-1 0 0,-2-1-1 16,0-1 0-16,0-2 0 15,-2-1 1-15,1 0-1 16,-3-1 0-16,-1-2 0 15,-1 2-1-15,1 0-1 16,0 1 0-16,0 3 4 0,1 2-28 16,2 5-24-16,0-3-55 15,3-5-161-15</inkml:trace>
  <inkml:trace contextRef="#ctx0" brushRef="#br0" timeOffset="69487.39">11490 5648 213 0,'0'0'3'0,"0"0"61"16,-23-30-47-16,11 26 64 15,-3 3-58-15,-3 1 10 16,-2 2-9-16,-2 11-6 15,0 7-4-15,-1 5-1 16,-1 6-1-16,3 5-4 16,2 6 1-16,3 1 1 0,5 3 0 15,5-1-4-15,5-2-2 16,1-4 1-16,8-6-1 16,4-4 1-16,5-7-1 15,2-5 0-15,1-8-1 16,3-6-10-16,-1-3-8 0,2-11-12 15,1-5-25-15,-2-4-27 16,-1-1-20-16,-1-2-85 16</inkml:trace>
  <inkml:trace contextRef="#ctx0" brushRef="#br0" timeOffset="69856.38">11562 5896 192 0,'0'0'75'0,"0"0"-21"15,0 0-7-15,0 0-7 16,0 0-5-16,-27-10 4 16,21 13-10-16,-1 7-7 0,0 2-11 15,3 3-4-15,0 3 3 16,1 1-4-16,3 0-2 16,0 0-2-16,0-4 0 15,7 0 0-15,1-3 0 16,4-4 3-16,-1-3-1 0,4-5-1 15,1 0 2-15,-1-10-2 16,3-3-1-16,-1-7-1 16,-2-4 0-16,-5-2-6 15,0-2-14-15,-6 1 11 0,-4 2 1 16,-2 5 2-16,-8 3-1 16,-4 7 3-16,-4 5 1 15,1 5 0-15,-1 0 0 16,0 7 2-16,4 4 0 15,-1 4-6-15,5 0-21 16,3 2-10-16,2 1-27 0,3-2-22 16,2-1-40-16</inkml:trace>
  <inkml:trace contextRef="#ctx0" brushRef="#br0" timeOffset="70370.1">11774 5919 261 0,'0'0'14'0,"0"0"28"16,0 0-9-16,0 0-9 16,0 0-14-16,0 0 8 0,0 0 0 15,0 0-8-15,0 0-1 16,0 0 3-16,19-5 0 15,-13 12-1-15,-1 0 0 16,1 2-3-16,1 4 3 16,0 2 0-16,3 1-3 0,-2 2 0 15,1 1 0-15,1-2-2 16,0-1-2-16,-2-3-1 16,2-5-1-16,2-4 3 15,0-4 7-15,2-7 11 16,2-9-5-16,1-6-8 15,1-4-5-15,-3-4-3 0,0-2 0 16,-4-2-1-16,-2 1-2 16,-5 5-49-16,-4 3-47 15,0 5-65-15</inkml:trace>
  <inkml:trace contextRef="#ctx0" brushRef="#br0" timeOffset="71229.83">12647 5556 231 0,'0'0'10'0,"0"0"25"0,0 0-25 16,0 0-2-16,0 0 1 0,-37-4 1 16,24 9 1-16,-2 2-4 15,-2-1-3-15,-3 1 0 16,3 1-2-16,0-1-1 15,1-1 1-15,4 0-2 0,1 0 0 16,5 1 1-16,1 2-2 16,3 5-1-16,1 4 1 15,-2 8 4-15,3 9 13 16,-2 8-8-16,1 10-1 16,-2 8-3-16,-1 3-2 15,1 1 1-15,-1-1-1 0,-2-4 2 16,2-8-1-16,-2-7-2 15,1-5 2-15,-1-10 2 16,1-7 22-16,-1-7-11 16,3-7-4-16,0-3-2 0,2-3 4 15,1-2 5-15,0-1 1 16,0 0-12-16,6 0-7 16,2 0 2-16,6 0-1 15,4-1-1-15,1 0 0 16,4-1-1-16,1 0 1 15,2 2-1-15,-2 0 3 0,1 0-5 16,0 0-41-16,-3-2-39 16,-4-5-60-16</inkml:trace>
  <inkml:trace contextRef="#ctx0" brushRef="#br0" timeOffset="71966.06">12721 5735 213 0,'0'0'42'16,"0"0"1"-16,0 0-20 15,0 0-14-15,27 0 0 16,-7-4 5-16,5-1 0 16,6-2-6-16,5 0-6 15,0-2 0-15,0 1 0 0,-1-1-8 16,-8 1-87-16,-2-5-158 15</inkml:trace>
  <inkml:trace contextRef="#ctx0" brushRef="#br0" timeOffset="72652.5">12791 5752 144 0,'0'0'54'0,"0"0"-17"0,0 0-3 16,0 0-19-16,5-28 31 15,-3 27-25-15,0 1 7 16,-1 0-22-16,-1 10-4 16,2 4 20-16,-2 6 2 15,0 6 1-15,0 2-14 0,0 4-5 16,-3 4-3-16,-1-1 2 15,1-4-2-15,0-3-1 16,1-3 0-16,2-9-1 16,-2-4-3-16,2-5-40 15,0-4-46-15,0-3-59 16</inkml:trace>
  <inkml:trace contextRef="#ctx0" brushRef="#br0" timeOffset="72888.93">13000 5990 334 0,'0'0'16'0,"0"0"-3"16,2 29 2-16,-2-12 19 15,-3 4-15-15,-5 2-2 16,-3 1-12-16,-2 2-2 16,-2 1 1-16,-2-3 1 15,-1 1-1-15,-4-3-1 0,0-2-33 16,1-7-172-16</inkml:trace>
  <inkml:trace contextRef="#ctx0" brushRef="#br0" timeOffset="74156.13">13646 5570 345 0,'0'0'2'16,"0"0"2"-16,0 0 4 15,0 0 10-15,0 0-10 0,0 0 1 16,0 0-6-16,0 0 2 16,0 0 6-16,0 0-3 15,45-19-2-15,-23 20-4 16,0 2 1-16,-1-1-1 16,-1 1-1-16,-3 2 0 15,-3 3-1-15,0 4-1 0,-6 2 1 16,-1 5 1-16,-2 6 13 15,-4 5 8-15,-1 6-1 16,2 7 6-16,-2 6-4 16,0 3-10-16,-2 1-4 15,1 0-1-15,1-1-2 0,0-2-1 16,0-4-2-16,0-3 2 16,0-3 1-16,1-4-1 15,-1-2 0-15,0-7-2 16,0-2 1-16,-1-4-2 15,-6-4 1-15,-5 0 0 0,-4-1 1 16,-4-3-2-16,-4 2 1 16,-4-2-1-16,-4 1-1 15,-1 0 0-15,-2 0-1 16,1-1 1-16,-1-1-2 16,-3-8-56-16,3-4-136 0</inkml:trace>
  <inkml:trace contextRef="#ctx0" brushRef="#br0" timeOffset="77339.25">12637 6333 99 0,'0'0'49'15,"0"0"-43"-15,0 0 1 16,-16 27 28-16,12-17-23 0,4-2 5 16,-2 2 2-16,2-2 1 15,0 2-4-15,0-1 5 16,6 0 0-16,1 2-1 15,4 1-1-15,2 0-1 16,2 3-4-16,1 1-3 0,2 1-2 16,2 1-4-16,-2-1-3 15,-1-2-1-15,-1-1 1 16,-5-4-2-16,-1 0 1 16,-2-3-1-16,-4-2 1 0,1-2-1 15,-5 0-1-15,0 0-16 16,0-1-13-16,-3-2-26 15,-3 0-23-15,0 0-9 16,1-3-66-16</inkml:trace>
  <inkml:trace contextRef="#ctx0" brushRef="#br0" timeOffset="77745.33">12800 6419 27 0,'0'0'17'0,"0"0"1"15,0 0 4-15,0 0 5 16,0 0 1-16,0 0-7 16,0 0-3-16,0 0 2 0,0 0-3 15,0-25-1-15,0 24-2 16,0 0 10-16,0 0 0 15,-2 1-8-15,0 0-3 16,-1 0-2-16,1 0-2 16,-3 0-2-16,2 2 0 0,-5 4 3 15,1 3 2-15,-3 4 2 16,0 2 5-16,-3 2-1 16,-1 2-6-16,2 4-6 15,-4-3-2-15,0 2-2 16,-2-1-1-16,0-3 0 15,-2 0 0-15,-1-3 1 0,3 0 0 16,-1-2-4-16,3-1-19 16,4-2-42-16,0-5-67 15,4-5-81-15</inkml:trace>
  <inkml:trace contextRef="#ctx0" brushRef="#br0" timeOffset="80030.19">13147 6318 31 0,'0'-2'36'16,"0"0"-3"-16,0-1 14 0,0 0-24 15,0 0 7-15,0-1-2 16,0 1-3-16,0 0-3 16,0 2 8-16,0-1-1 15,0 2-8-15,0 0-10 16,1 0-11-16,4 2 0 15,4 4 1-15,-1 2 1 0,1 1 0 16,1 3-1-16,-1 1 1 16,0-1 0-16,0 2 0 15,-1-1-1-15,-3 0-3 16,0-1-24-16,-1-4-39 16,-1-2-8-16,0-3-76 0</inkml:trace>
  <inkml:trace contextRef="#ctx0" brushRef="#br0" timeOffset="80308.19">13353 6284 146 0,'0'0'34'0,"0"0"11"15,0 0-19-15,0 0-11 16,0 0-12-16,0 0 7 16,0 0 20-16,0 0-7 15,0 0-14-15,-32 38-4 16,22-25-2-16,-1 0-1 0,-1 2 1 16,-2 0 0-16,-2 1-3 15,2 0-31-15,-3-2-31 16,4-4-42-16</inkml:trace>
  <inkml:trace contextRef="#ctx0" brushRef="#br0" timeOffset="80764.27">13189 6461 145 0,'0'0'50'15,"0"0"-3"-15,0 0-22 16,0 0-3-16,0 0 12 15,0 0-4-15,0 0-9 16,0 0-4-16,0 0-9 0,0-15-6 16,0 15-2-16,0 1 0 15,0 5 0-15,0 3 2 16,0 4 5-16,0 3 2 16,0 3 13-16,0 3-1 15,-3 1-10-15,2 1-3 0,-4-1-4 16,2-2 0-16,1-3-1 15,0-5-2-15,1-1 1 16,-1-6-2-16,2-1 0 16,0-2 3-16,0-3-1 0,0 1-1 15,0 0-3-15,-1-1-35 16,-3 0-99-16</inkml:trace>
  <inkml:trace contextRef="#ctx0" brushRef="#br0" timeOffset="117142.3">13244 5622 83 0,'0'-5'17'16,"0"0"23"-16,0 1-10 15,0 1-1-15,-2 1-6 16,0 0 6-16,1 1-8 16,0 1-3-16,0 0-1 0,-1 0-8 15,2 3-6-15,-1 4 4 16,-1 0 5-16,2 3-1 16,-1 0-1-16,0 3-1 15,1-2 0-15,0 2-1 16,0-1 1-16,1 3-2 0,-1 0 1 15,0 0-1-15,0 0 1 16,0 2-3-16,0 0-2 16,3 1 1-16,1-1-2 15,2 0 1-15,-2 0-1 16,3-1-1-16,-1-2-1 0,0-2 3 16,-1-1-1-16,2-2 0 15,-2-1 2-15,1-3 1 16,1-2 2-16,0 1 2 15,-1-1 5-15,3-3 2 16,1 0-6-16,0 0-5 16,0 0 5-16,0-4-2 0,2-1-2 15,-2-1-2-15,0-1-1 16,1-1-1-16,-2 0 0 16,2-2 1-16,-1-2-1 15,1 0-1-15,-1-1 0 16,-1-2-2-16,-1-1 2 0,-1 0-2 15,-1-2 1-15,-2-1-1 16,-1 0-4-16,-1 0 1 16,-2 1-2-16,0 1 4 15,0 1-2-15,-5 1 8 0,0 0-3 16,-4 4-2-16,0 0 1 16,0 2 1-16,2 2 3 15,2 2 0-15,0 0-1 16,1 2 2-16,2 2-3 15,2-1-1-15,0 2-1 16,0 0-2-16,2 0 1 0,8 0-1 16,3 0-5-16,2-2-45 15,-3-8-82-15,0-9-142 16</inkml:trace>
  <inkml:trace contextRef="#ctx0" brushRef="#br0" timeOffset="131197.17">18205 9851 225 0,'0'0'4'0,"0"0"26"15,0 0 20-15,0 0-6 0,0 0-10 16,0 0-20-16,0 0-16 15,0 0 4-15,0 0 0 16,0 0 6-16,32 45-2 16,-11-18 0-16,2 2-3 15,1 3 0-15,1 0-2 0,-2-2-1 16,-1 0 1-16,-4-4-1 16,-4-2-1-16,-2-4 0 15,-4-3-13-15,-1-5-24 16,-4-7-34-16,-3-5-10 0,0-3-68 15</inkml:trace>
  <inkml:trace contextRef="#ctx0" brushRef="#br0" timeOffset="131446.47">18410 9845 243 0,'0'0'9'0,"0"0"24"16,0 0 1-16,0 0-14 16,-31 31 37-16,19-8-17 0,-4 4-18 15,-1 1-8-15,-4 3-9 16,0 4-1-16,-2 1-3 16,-3 4-2-16,2 0 2 15,-2 0-2-15,4-3-27 16,1-5-47-16,3-7-32 0,5-9-25 15</inkml:trace>
  <inkml:trace contextRef="#ctx0" brushRef="#br0" timeOffset="132043.76">18529 10023 271 0,'0'0'38'0,"0"0"32"0,0 0-22 15,0 0-17-15,0 0 1 16,0 0-18-16,0 0-11 16,0 0-1-16,-3 14 5 15,6 0-3-15,2 3-3 0,1-1 0 16,3 3-1-16,-2-3-1 15,2-1-1-15,1-5 1 16,1-4-1-16,2-5 0 16,1-1 3-16,0-5 0 15,-1-7-1-15,-2 0-1 16,-3-1 1-16,-2 2 1 0,-3 1-1 16,1 3 0-16,-4 0 1 15,0 3 4-15,0 2 15 16,0 1-4-16,1 1-13 15,1 0-3-15,1 1 1 16,2 2 0-16,1 2 0 0,4 1 0 16,0-2 0-16,1-1-1 15,5 0 1-15,2-3-1 16,-3 0 1-16,5 0 0 16,-2-4-1-16,-2-2 0 15,-2-5 0-15,-2 1 0 0,-3-1 1 16,-6-4-1-16,-2 2 1 15,-1-3-1-15,-2 0 1 16,-9-2-1-16,-1 1 0 16,-2 1-1-16,-1-1-2 0,1 4-6 15,2 3-4-15,4 4-4 16,2 4-8-16,4 2-28 16,2 0-66-16,0 8 39 15,4 2-45-15</inkml:trace>
  <inkml:trace contextRef="#ctx0" brushRef="#br0" timeOffset="132583.91">18951 10071 151 0,'0'0'103'0,"0"0"-30"0,0 0-4 0,31-17-27 15,-20 9-13-15,2-3-8 16,1 2-12-16,3-1-3 15,-2 1-3-15,1-1-3 16,-4 1 1-16,-3 1 0 16,-2 1-1-16,-6-1 1 0,-1 2 1 15,-5 2 3-15,-9 1 4 16,-2 1-2-16,-4 2-1 16,0 1-1-16,0 7 1 15,1 2 3-15,5 2-1 16,6 1-4-16,4 1-2 0,4-2-1 15,1 2 0-15,11-2-2 16,5-2 2-16,5-1-1 16,4-4 1-16,3-4 0 15,3-1 0-15,-2-1 0 16,2-8-1-16,-7-1 0 16,-2-3 2-16,-6 2-2 0,-6 1 1 15,-5 0 0-15,-6 3 1 16,0 2 0-16,0 0 12 15,-7 4 2-15,1 1-5 16,-1 0-5-16,2 1-5 16,3 9 1-16,1-1-1 0,1 2-1 15,0 3 1-15,8 0-2 16,0 1 0-16,1-2 1 16,4 0-9-16,-2-3-41 15,0-5-15-15,-1-2-15 16,-3-3-37-16,-2-5 34 0,-2-9-53 15</inkml:trace>
  <inkml:trace contextRef="#ctx0" brushRef="#br0" timeOffset="132697.84">19241 9918 189 0,'0'0'7'0,"-18"-38"39"0,15 24-10 16,3 4-19-16,0 5-15 15,2 4-2-15,8 1-4 16,2 1-25-16,1 8-19 15,0-1-56-15</inkml:trace>
  <inkml:trace contextRef="#ctx0" brushRef="#br0" timeOffset="133571.84">19478 9988 176 0,'0'0'96'0,"0"0"-22"16,22-32 0-16,-17 19-18 15,-2 4-12-15,-2-1-6 16,-1 3-8-16,0 1-7 16,0 4-12-16,-8 2-8 15,-1 0-1-15,-2 0-2 0,-2 9 0 16,-1-1 0-16,1 3 0 16,2-1-2-16,2 2 1 15,4-2 0-15,3-2-1 16,1 0-2-16,1-1-6 15,0-2-1-15,4-1 4 0,5 0 5 16,2-2 2-16,2 0 1 16,2 1-1-16,-1 1 1 15,-1 3-1-15,0 3 0 16,-4 7 1-16,-1 4-1 16,-6 9 1-16,-2 3 3 0,1 6 3 15,-6 3-2-15,-3-2-3 16,-3-1 0-16,-1-4-1 15,-1-6 0-15,-2-5 0 16,0-5 2-16,-1-8 0 16,0-4 1-16,-2-6-1 15,0-1-2-15,-1-7 1 0,4-7-2 16,0-5 0-16,6-4 0 16,8-7 0-16,4-1-1 15,12-3-3-15,9-2-4 16,7 1 5-16,7 1 3 15,2 2-1-15,3 4 2 0,-1 2-2 16,-3 5 0-16,-4 2 1 16,-6 1 0-16,-9 0 1 15,-7 0-1-15,-6-1 0 16,-7 0 0-16,0 1 1 16,-6 1 0-16,-4 4-1 0,-2 3 0 15,2 5 0-15,0 5 1 16,4 0-2-16,-1 12 0 15,4 6 0-15,1 4 0 16,0 5 1-16,2 1 1 16,2-1-2-16,3 3 1 0,2-5 0 15,3-2 0-15,-3-3 0 16,-2-4-1-16,0-6 1 16,-1-2 0-16,-3-6-1 15,1-2 2-15,-1-1 3 16,-1-8-2-16,0 0-2 0,0-2 1 15,0 1-1-15,0 3 0 16,0 2 1-16,0 2-1 16,0 3-1-16,5 0 0 15,5 0-1-15,0 5 2 16,2 4 0-16,2-1 0 0,-2 2-1 16,0 0 1-16,-2-1-1 15,0 1-1-15,-2-3-44 16,0 1-8-16,0-6-46 15,-4-2-58-15</inkml:trace>
  <inkml:trace contextRef="#ctx0" brushRef="#br0" timeOffset="134017.23">19916 9863 365 0,'0'0'64'0,"0"0"-2"15,0 0-29-15,0 0-22 16,0 0-8-16,0 0 5 16,0 0 10-16,0 0-4 15,-6 44-5-15,11-22-4 0,3 5-2 16,-1-2-2-16,-1-1 0 16,0-1-1-16,-3-5 0 15,0-3 0-15,1-5-1 16,-3-3 1-16,0-5-1 15,0-2 1-15,0 0 4 16,1 0-2-16,-1-2-2 0,2-2 0 16,1-1 1-16,2 1-1 15,-1 1 0-15,3 1 0 16,-1 0 0-16,5 2 0 16,-2 0 0-16,1 0-1 15,0 4 1-15,0 3 1 0,-1 0-2 16,-2 1 1-16,-3 1 0 15,0 2 0-15,-4-1-1 16,-1 1-20-16,0 0-19 16,0-3-16-16,-5-2-55 0,-5-2-23 15</inkml:trace>
  <inkml:trace contextRef="#ctx0" brushRef="#br0" timeOffset="134200.07">19922 9997 163 0,'0'0'188'0,"0"0"-88"16,-3-35-44-16,7 22-33 16,10 1-10-16,5-1-8 0,7 1-2 15,3 1-2-15,4 3-1 16,-1 0-1-16,-2-3-55 15,-3-4-155-15</inkml:trace>
  <inkml:trace contextRef="#ctx0" brushRef="#br0" timeOffset="134888.29">21476 9475 150 0,'0'0'79'0,"0"0"-54"0,0 0 22 0,0 0-6 16,0 0-16-16,0 0-25 15,0 0 7-15,-9 31 20 16,5 2 3-16,2 9-6 16,1 7 3-16,1 6-9 15,0 4-4-15,2 5-6 0,5-2-4 16,-1-1-2-16,0-2-2 15,-2-4 1-15,0-7-1 16,-1-5-1-16,-3-7-1 16,1-7 1-16,-1-8-3 15,0-7-37-15,0-8-38 0,0-6-54 16,-4-4-22-16</inkml:trace>
  <inkml:trace contextRef="#ctx0" brushRef="#br0" timeOffset="135169.01">21243 10142 323 0,'0'0'-3'0,"0"0"62"0,0 0-49 16,0 0 8-16,0 0 21 15,35 36-14-15,-10-21-3 16,1 0-12-16,3 2-6 16,1-1-3-16,-1-1-2 0,-3 0 0 15,-1-4-19-15,-3-4-58 16,-3-4-69-16,0-3-108 16</inkml:trace>
  <inkml:trace contextRef="#ctx0" brushRef="#br0" timeOffset="135373.34">21706 10144 319 0,'0'0'6'0,"0"0"101"0,0 0-51 15,0 0-20-15,0 0-16 16,0 0-9-16,-28 15 29 15,7 6-18-15,-3 7-11 16,-2 5-8-16,-3 2-3 16,-1 3-1-16,-2-3-17 0,4-7-114 15,2-9-238-15</inkml:trace>
  <inkml:trace contextRef="#ctx0" brushRef="#br0" timeOffset="135921.34">20613 10771 231 0,'0'0'78'0,"0"0"-45"0,0 0-28 16,17 37 23-16,-7-18-1 15,5 2-12-15,3 2-7 16,1 0-6-16,4-3 0 16,-1-1-2-16,3-8-45 15,-2-5-49-15,1-6-58 0</inkml:trace>
  <inkml:trace contextRef="#ctx0" brushRef="#br0" timeOffset="136215.15">21006 10708 199 0,'0'0'91'0,"0"0"-3"15,0 0-23-15,0 0-33 16,0 0-12-16,0 0-2 15,0 0 9-15,-28 44-5 0,14-10-3 16,-3 11 1-16,-4 10-5 16,1 7 1-16,-3 4-7 15,4 3-4-15,4-1-4 16,3-3 0-16,5-6-1 16,3-9 0-16,4-6 0 0,0-10-2 15,0-9-32-15,4-9-31 16,0-12-53-16,1-4-106 15</inkml:trace>
  <inkml:trace contextRef="#ctx0" brushRef="#br0" timeOffset="136838.28">21151 11346 406 0,'0'0'8'0,"0"0"62"0,15-28-35 0,-2 15-12 15,1 0-4-15,4-1-1 0,-1-3 2 16,2 0-13-16,-2-2-3 15,-3 0-2-15,-1-2-1 16,-3-1 0-16,-1-3-1 16,0 3 0-16,-1 3 0 15,2 2 0-15,0 7 0 16,2 9 0-16,1 1-1 0,2 11 0 16,-3 7 1-16,2 3 0 15,-4 2 0-15,-1 1 0 16,-4-2 0-16,-2-3 0 15,-3-1 0-15,0-3 0 16,-1-4 0-16,-8-2 0 0,-1-2 0 16,-2-4 0-16,-1 0 0 15,-3-3-1-15,2 0-1 16,-2 0-10-16,2 0-7 16,-1-4-3-16,4 0-6 15,1 0-5-15,4 2-4 0,2-2-18 16,4 2-58-16,0-4-76 15</inkml:trace>
  <inkml:trace contextRef="#ctx0" brushRef="#br0" timeOffset="137448.24">21685 11127 390 0,'0'0'1'0,"0"0"40"0,-36-11-13 15,24 11-3-15,1 2-1 16,2 5-2-16,2 3-1 16,4 3-10-16,2 2-6 0,1 2-3 15,0 2-1-15,7-1-1 16,3 2 0-16,0-3 0 15,3-1 0-15,2-4-9 16,2-5-25-16,1-5-9 16,3-2-16-16,-1-3-29 0,-3-7 6 15,2-3 6-15,-3 0 37 16,-5 0 39-16,-2 1 19 16,-2 2 36-16,-3 2 12 15,-1 2 5-15,-3 2 4 16,0 2-31-16,0 2-23 15,0 0 1-15,0 0-18 0,0 5 11 16,0 2 5-16,0 3-11 16,0 2-1-16,0-1-5 15,4 1-1-15,2-1-1 16,2-1-1-16,2-2 0 16,-1-2 1-16,2-2-2 0,2-4 0 15,0 0 1-15,2-3-1 16,-1-7-3-16,-1-3 0 15,-2-3-4-15,-2-1 0 16,-4 0 3-16,-5-1 2 0,0 1 1 16,-10 1 0-16,-7 2 0 15,-4 3 0-15,-1 1 0 16,-1 4-2-16,3 2-13 16,2 2-6-16,5 2-6 15,5 0-14-15,3 1-21 0,5 4-16 16,0 1 20-16,5 0-31 15</inkml:trace>
  <inkml:trace contextRef="#ctx0" brushRef="#br0" timeOffset="137773.91">21964 11187 258 0,'0'0'28'0,"0"0"75"0,35-12-45 0,-21 8-17 0,0 3-1 16,2 1-18-16,-2 0-8 15,1 4-6-15,1 4-4 16,-5 1-1-16,0 2-1 0,-2-2-1 16,-5 2 0-16,-1-1 0 15,-3-1-1-15,0-3 0 16,0-1-2-16,-3-4-4 16,-1-1 2-16,0 0 3 15,1-8 1-15,1-5 0 0,2-2-1 16,0-5 0-16,3-1-1 15,4 0 1-15,4-1-1 16,2 4-13-16,0 3-19 16,0 5-27-16,2 3-41 15,-1 4 4-15,0 1-79 0</inkml:trace>
  <inkml:trace contextRef="#ctx0" brushRef="#br0" timeOffset="138320.71">22324 11244 240 0,'0'0'29'15,"0"0"39"-15,0 0-11 16,0 0-20-16,42-23-2 16,-28 13-11-16,4 1-8 0,-1-1-8 15,0-1-6-15,-2 1 0 16,-2 0-1-16,-7 0-1 15,-1 0 1-15,-5 0 0 16,0 2 1-16,-6 1 1 16,-5 2 7-16,-2 2 5 0,0 3 1 15,-2 0-4-15,2 5-3 16,1 5 0-16,2 3-3 16,4 2 0-16,4 0-3 15,2 2-2-15,0-1-1 16,6 1 2-16,4-3-3 15,2-3 2-15,2-3 0 0,3-4-1 16,1-4 0-16,3 0 0 16,3-11 1-16,6-5 0 15,2-6-1-15,6 0 1 16,0 0-1-16,0 2 0 16,-3 5 0-16,-5 8 0 0,-6 7 0 15,-7 0 1-15,-7 13-2 16,-3 4 1-16,-4 3 0 15,-3-1 1-15,0 0 0 16,-7-1 0-16,-3-3 0 0,-3-4 0 16,-2-1 0-16,-1-5-1 15,-1-2 2-15,1-3-2 16,2 0 0-16,1 0-14 16,3-1-29-16,3-5-19 15,3-1-43-15,4-3-77 16</inkml:trace>
  <inkml:trace contextRef="#ctx0" brushRef="#br0" timeOffset="138461.31">23045 11214 407 0,'0'0'-22'15,"0"0"-179"-15</inkml:trace>
  <inkml:trace contextRef="#ctx0" brushRef="#br0" timeOffset="156385.18">17113 12236 215 0,'0'0'120'0,"-28"14"-100"16,15 2-3-16,2 7 0 16,4 8-3-16,1 4 1 0,4 3-4 15,2 2-8-15,1 3-1 16,7-2-1-16,1-3 0 16,1-3-1-16,0-4 1 15,0-8-1-15,-1-8 0 16,-2-6 1-16,2-9-2 15,1-6 1-15,2-15 0 0,3-6-1 16,1-7-1-16,0-4 1 16,-3 2 1-16,-3 6 0 15,-2 8 1-15,-3 8 3 16,-1 9 12-16,-2 5-7 16,2 9-8-16,2 6 0 0,1 4 4 15,0 2 0-15,3 2-2 16,1 2-3-16,0-2 2 15,2 0-1-15,-3-5-1 16,1-5 1-16,-3-6-1 0,0-5 1 16,-1-2-1-16,-2-8 1 15,-1-7 0-15,-3-5-2 16,-1-4-2-16,0 0 0 16,-1-2-2-16,-7 1 3 15,1 3 2-15,2 3-1 16,-2 5 1-16,4 1 0 0,3 6 0 15,0 2 1-15,2 1-2 16,8-1 1-16,4 0 0 16,6-3 0-16,3-1 0 15,0-2 1-15,2-1-1 16,1-1 0-16,-4-3 0 0,-1 0 0 16,-5-2 0-16,-2-2 0 15,-5-3 0-15,-2 0 1 16,-4-5-1-16,-2 2 0 15,-1 1 0-15,0 3 0 16,-4 4 0-16,-1 5 1 0,0 8 9 16,1 5 2-16,1 8-1 15,-2 12-11-15,3 8 3 16,0 8 3-16,1 6 4 16,1 4-2-16,0 1-5 15,0 0 1-15,0-2-3 0,0-2 0 16,2-5-1-16,0-6 1 15,1-6-1-15,-2-7 0 16,1-7 0-16,-2-7 1 16,0-5-1-16,0-5 6 15,0-9-5-15,3-6-2 16,2-4 2-16,2-1-1 0,3-1 0 16,2 3 0-16,1 8 0 15,0 4 1-15,0 9-2 16,0 2 1-16,0 8 0 15,-3 8-1-15,2 4 1 0,-5 2 0 16,0 2 0-16,0-2 0 16,2 1-13-16,-4-6-32 15,4-3-15-15,0-6-41 16,0-6-105-16</inkml:trace>
  <inkml:trace contextRef="#ctx0" brushRef="#br0" timeOffset="157609.87">17847 12590 34 0,'0'0'51'15,"0"0"-15"-15,27-22-2 0,-20 16-4 16,-1-1-14-16,-2 1 8 15,-2 2 73-15,-1-2-41 16,-1 2-10-16,0 1-12 16,-1 0 5-16,-3 3-7 15,-3 0-14-15,-2 1-11 0,1 7 0 16,-2 4-3-16,3 2 3 16,1 2-3-16,3 1-2 15,3 1-2-15,0 1 1 16,4-3-1-16,5-2 0 15,3-1 0-15,3-5 1 16,1-5-1-16,0-3 0 0,2-2 3 16,-2-8-2-16,-2-4 0 15,-2-4 0-15,-4 0-1 16,-4-3 1-16,-4-1-1 16,0-1-1-16,-4 3 1 0,-9 2 0 15,-2 3-2-15,-2 5 0 16,-1 7 0-16,1 2-1 15,2 1-1-15,4 6-10 16,5 5-22-16,1 1-25 16,4 1-38-16,1-3-29 0</inkml:trace>
  <inkml:trace contextRef="#ctx0" brushRef="#br0" timeOffset="158228.1">18713 12342 241 0,'0'0'57'0,"0"0"-20"0,0 0 7 16,0 0-10-16,0 0-14 16,-39-12-2-16,26 12 0 0,-4 5-7 15,1 4-6-15,1 2-3 16,3 4-2-16,2 0 0 16,2 0 1-16,6-1-1 15,2 1-1-15,0-6 0 0,7-1-1 16,4-6-29-16,2-2 31 15,3-2 1-15,0-11 0 16,1 0 2-16,-2-1-3 16,-2 1 2-16,0 3-2 0,-5 5 2 15,-2 5 7-15,-1 2-4 16,-1 17-1-16,-2 10 6 16,-2 10 8-16,0 11 3 15,-7 8-10-15,-3 8 2 16,2 0-3-16,-2-1-4 15,1-5-3-15,1-5 0 16,1-7-2-16,-1-8 1 0,-1-9-1 16,-2-3 0-16,-2-10 0 15,-3-8 1-15,0-6 0 16,-3-4 1-16,2-9-1 16,-2-11-1-16,1-6-1 15,5-4-1-15,3-3-3 0,8-3-15 16,2-2-6-16,12 2-5 15,8 2-1-15,7 1-19 16,6 2-27-16,5 2 4 16,2 2-5-16</inkml:trace>
  <inkml:trace contextRef="#ctx0" brushRef="#br0" timeOffset="158668.79">19032 12451 274 0,'0'0'25'0,"0"0"51"0,-36-23-24 15,22 21-24-15,-1 2 1 16,2 4-10-16,0 7-6 16,3 2-7-16,1 2 0 0,2 3-3 15,2 1-2-15,1 2 0 16,2-1 0-16,2 0-1 15,0-2 0-15,1-5-1 16,5-3-3-16,0-4-15 16,2-6 2-16,3-3 10 0,0-12 5 15,3-5-1-15,-1-6 2 16,0 1-1-16,-1 4 4 16,-5 0-2-16,-1 7 0 15,-3 6 12-15,-2 5 13 16,0 3-8-16,-1 1-20 0,3 9 5 15,0 5 4-15,1 3 6 16,1 0-1-16,0 2-4 16,3 0-3-16,1 0-3 15,-1 0 0-15,1-5-1 16,1-1 0-16,1-3-19 16,3-7-38-16,-2-3-12 0,1-3-44 15,2-12-6-15</inkml:trace>
  <inkml:trace contextRef="#ctx0" brushRef="#br0" timeOffset="158967.97">19203 12496 289 0,'0'0'12'0,"0"0"50"16,0 0-28-16,0 0-29 16,0 0 23-16,0 0 7 15,1 33-1-15,4-20-8 0,2 2-7 16,0 0-9-16,3-1-3 15,-1-2-6-15,-1-2 0 16,-1-3-1-16,1-3 1 16,-1-4-1-16,-1-3 4 15,1-8 0-15,0-7-1 0,0-4-2 16,0-3-1-16,0-1 0 16,-3-2-1-16,2 3-1 15,-2 2-4-15,-1 8-19 16,-1 2-5-16,0 6-11 15,-1 7-15-15,0 0-80 16,0 7 32-16,2 4-64 0</inkml:trace>
  <inkml:trace contextRef="#ctx0" brushRef="#br0" timeOffset="159313.1">19434 12568 234 0,'0'0'47'0,"0"0"27"16,0 0-5-16,34 0-31 15,-22-6-5-15,1-3-9 16,0 0-5-16,-1-1-9 16,0-2-7-16,-4 0-1 15,-2 1 0-15,0 0-1 0,-6 1 1 16,0 1 1-16,-6 4-2 16,-4 2 2-16,-2 3 1 15,-2 0-2-15,-4 4 0 16,3 9 1-16,0 4 2 0,2 2 1 15,4 2-1-15,7 3-1 16,2-1-1-16,1-1-3 16,13-4 1-16,4-2-1 15,5-5 0-15,3-4-1 16,1-4-20-16,3-3-40 16,1-3-23-16,-2-9-54 0,1-7-37 15</inkml:trace>
  <inkml:trace contextRef="#ctx0" brushRef="#br0" timeOffset="159801.66">20015 12329 515 0,'0'0'2'0,"0"0"-3"16,0 0 0-16,-7 40 3 15,7-21 2-15,0 0 3 0,5 0 6 16,2-2-3-16,3-1-5 16,0-1-2-16,2-3-3 15,2-6-1-15,1-5 2 16,3-1-2-16,2-16-4 16,2-7-1-16,3-5-1 0,0-2 1 15,-3-1 1-15,-5 7-1 16,-5 7 6-16,-5 7 0 15,-3 12 1-15,-2 6-6 16,-1 15 4-16,1 9 11 0,-2 10 10 16,0 8-3-16,0 4-6 15,-7 3 3-15,-1 2-3 16,-2-1-6-16,0-4 0 16,-1-4-3-16,1-4 0 15,-1-9-1-15,0-8 0 0,-1-9 0 16,-2-6 0-16,-1-8 1 15,-2-5-1-15,-2-1 1 16,-2-6-1-16,-2-6-1 16,0-2 0-16,1-3-1 15,4 0 0-15,4-3-6 16,7-1-10-16,7-5-28 0,4-2-33 16,13-4-44-16,5-2-50 15</inkml:trace>
  <inkml:trace contextRef="#ctx0" brushRef="#br0" timeOffset="160540.13">20361 12504 483 0,'0'0'3'16,"-33"13"6"-16,19-1-1 0,-1 3 4 0,5 1 3 15,6 2 0-15,2-2-1 16,2 0-7-16,5 0-3 16,6-3-3-16,3-2-1 15,2-5 1-15,3-1-1 16,1-5-1-16,-3 0-5 0,-2-7-5 16,-2-4-2-16,-3-2 3 15,-6-2 4-15,-4 0 5 16,0 0 1-16,-5 0 0 15,-5-2 0-15,-1 1 0 0,-1 0 1 16,1 2-1-16,1 3 5 16,0 0 5-16,4 4-2 15,2 1-1-15,3 5 0 16,1-1-1-16,0 2-3 16,10 0-3-16,3 0 1 0,4 0-1 15,3 5 1-15,0-2-1 16,1 1 0-16,-2 2 1 15,-4-2 0-15,-1 2 1 16,-3 1 2-16,-3 0 0 16,-2 1 1-16,-3 0-1 15,0 2 2-15,0-1 2 0,0 0-2 16,0 2-3-16,1-2-2 16,0 0 0-16,3 0 0 15,-2-2-1-15,2-1 1 16,1 1-2-16,-1-5 1 15,2-2 0-15,2 0 1 0,2-7 0 16,1-5 2-16,1-6-4 16,-2 0 2-16,-1-1-1 15,-2 1 0-15,-4 4 2 16,-2 3 2-16,0 5 17 16,-4 2-2-16,0 4-3 0,0 0-10 15,0 6-6-15,0 5 0 16,0 4 3-16,0 4 5 15,0 2-1-15,1-1-4 16,6 1-1-16,3-3-1 16,5-3-1-16,5-3 0 0,6-6 1 15,3-5-10-15,0-1-38 16,1-14-49-16,-1-10-191 16</inkml:trace>
  <inkml:trace contextRef="#ctx0" brushRef="#br0" timeOffset="161273.66">21542 12217 464 0,'0'0'3'0,"0"0"37"0,0 0-38 0,-14 39 3 0,11-16 3 16,1 2 6-16,1 6 3 16,1 1-1-16,0 1-7 15,6 2-4-15,2-2-4 16,3-3 0-16,2-6-1 16,4-8 0-16,3-7 0 0,3-9-1 15,3 0-1-15,0-11-1 16,1-6-4-16,-2-8 1 15,-2-5 1-15,-2-3 3 16,-6-3-1-16,-2 1 2 16,-4 1 1-16,-4 6 0 15,-3 4 3-15,-2 8 7 0,0 7 14 16,0 9 7-16,-3 1-16 16,0 15-13-16,0 5 4 15,3 6 8-15,0 4-5 16,3 1-3-16,7-1-3 15,6-3-1-15,2-1-1 0,3-5-1 16,2-5 1-16,2-7-2 16,0-3-24-16,0-7-35 15,-3 0-54-15,-2-15-129 16</inkml:trace>
  <inkml:trace contextRef="#ctx0" brushRef="#br0" timeOffset="161571.94">21129 12094 381 0,'0'0'39'0,"0"0"28"0,0 0-40 0,0 0-24 0,0 0 0 0,0 0 0 0,32 42-1 15,-11-24-1-15,3 0-1 16,5-2-2-16,4-4-57 15,4-8-114-15</inkml:trace>
  <inkml:trace contextRef="#ctx0" brushRef="#br0" timeOffset="161866.41">22299 11990 398 0,'0'0'6'0,"0"0"58"15,-35 13-26-15,18 2-10 16,-1 5-11-16,-1 8-9 15,1 2-6-15,0 6-2 16,1-2-3-16,1-8-100 0,5-10-277 16</inkml:trace>
  <inkml:trace contextRef="#ctx0" brushRef="#br0" timeOffset="163403.26">22765 12071 270 0,'3'-3'5'16,"-1"-4"32"-16,-1-1 15 16,2 0-23-16,-1-1 8 15,2 1-7-15,1-2-5 16,0-1-4-16,2 1-8 0,3 1-6 15,3 1-2-15,2 3-3 16,2 1 0-16,-1 3-1 16,1 1-1-16,-3 5 1 15,-1 7-1-15,-3 4 0 16,-3 1-1-16,-5 2 1 16,-2 3 0-16,0 3 1 0,-10 1-1 15,-5-1 1-15,-2 1-1 16,0-1 1-16,-3-1-1 15,0-1 0-15,1-3 0 16,3-1 1-16,1-1 0 16,4 1 0-16,1 1-2 0,3 1 0 15,2 2-28-15,2 2-16 16,2-2-8-16,0 0-45 16,1-1-32-16</inkml:trace>
  <inkml:trace contextRef="#ctx0" brushRef="#br0" timeOffset="163713.26">22764 12686 302 0,'0'0'5'0,"0"0"45"0,0 0-7 0,0 0-7 16,0 0-2-16,0 0 0 0,0 0-2 16,0 0-7-16,0 0-12 15,27-24-6-15,-22 24-4 16,0 0-2-16,-2 0-1 16,-2 4 0-16,-1 2 0 15,0-1 1-15,-3 0-2 0,-4-1-2 16,-1-4-69-16,1-7-45 15</inkml:trace>
  <inkml:trace contextRef="#ctx0" brushRef="#br0" timeOffset="-176844.75">22182 9415 1 0,'-1'0'7'0,"1"0"-7"16,0 0 2-16,0 0 7 15,-1 0 1-15,1 0 6 16,0 0-4-16,0 0-5 0,0 1 0 16,0-1-5-16,0 1-2 15,-2-1-4-15,1 0 1 16,1 0 0-16,-1 2 1 15,0-1-1-15,1-1-1 16,0 0 3-16,0 0-1 0,0 2 0 16,0-2 1-16,0 0 2 15,0 0 0-15,0 0-51 16</inkml:trace>
  <inkml:trace contextRef="#ctx0" brushRef="#br0" timeOffset="-163720.37">20409 6977 172 0,'0'0'-2'16,"0"0"9"-16,0-37 19 15,0 25 37-15,0-1-44 0,0-1 20 16,-2 3 6-16,0 1-12 16,0 4-4-16,-1 4-9 15,0 2-3-15,-2 6-16 16,-1 8 0-16,0 7 1 15,-3 6-1-15,2 4-1 16,1 5 1-16,2 1-1 0,1-2 1 16,3 1-2-16,0-5 2 15,5-1-1-15,3-5-1 16,4-4 1-16,-1-5-1 16,4-7 0-16,2-7 1 0,3-2-1 15,3-10 1-15,2-8-1 16,1-7-2-16,1-7-2 15,-3-4-13-15,-3-4 12 16,-4 2 1-16,-6 2 3 16,-4 3 2-16,-4 8 3 15,-3 8 27-15,0 7-4 0,-7 9 5 16,4 1-12-16,-4 8-16 16,3 9 0-16,0 3 0 15,3 6 0-15,1 2 1 16,0 2-1-16,9 0-1 15,5-1-2-15,1-1-2 0,1-2 1 16,3-5-2-16,1-5-19 16,0-3-20-16,0-5-11 15,-1-8-62-15,0 0 11 16</inkml:trace>
  <inkml:trace contextRef="#ctx0" brushRef="#br0" timeOffset="-163471.41">20967 6756 168 0,'0'0'22'0,"0"0"24"0,0 0 10 16,-13-28-7-16,8 28-1 0,-1 3-31 15,-4 11-14-15,1 2 0 16,-2 7 0-16,-1 1-2 16,-1 2-1-16,2 1 0 15,1-1-3-15,2-1-33 16,0-4-61-16,4-4-28 0</inkml:trace>
  <inkml:trace contextRef="#ctx0" brushRef="#br0" timeOffset="-162749.46">21105 6908 248 0,'0'0'72'0,"0"0"0"15,0 0-27-15,0 0-29 16,0 0-15-16,0 0 1 16,0 0-1-16,0 0 4 15,-3 7-4-15,3 4 0 0,0 2-1 16,2 1 0-16,3 1 0 16,0-2 0-16,2 3 0 15,3-2-1-15,0-3 0 16,3-4 1-16,2-4-6 15,1-3-1-15,3-3 0 0,0-7 0 16,1-5 2-16,-5 0-1 16,0-1 0-16,-5 1 5 15,-5 0 1-15,-2 2 1 16,-3 3 1-16,0 1 15 16,-1 3 6-16,-3 1-1 0,-1 3-1 15,0 2-9-15,0 0-9 16,1 3-1-16,0 1 0 15,-1 2-1-15,4-2 1 16,-1-1-1-16,1-1-1 16,1 0 2-16,0-2-2 0,0 0 1 15,0 0 3-15,0 0 12 16,0 0 4-16,0 0-15 16,0-3-3-16,0-1 0 15,0 1-1-15,0 0 1 16,0 1-1-16,0 0 0 15,0 0 1-15,0 0 1 0,0 1 1 16,0 0 0-16,0 1 0 16,0 0-1-16,-1 0-3 15,-1 4 0-15,-2 5 1 16,2 2 1-16,0 6 1 16,0 1 1-16,2 3 4 0,0 1-2 15,0 1-4-15,6-1-1 16,6-1-1-16,4-5 1 15,6-2-3-15,4-3 2 16,6-6-2-16,1-2-4 16,2-3-37-16,2 0-28 0,-1-13-80 15,0-5-122-15</inkml:trace>
  <inkml:trace contextRef="#ctx0" brushRef="#br0" timeOffset="-162470.48">21696 6930 227 0,'0'0'20'0,"0"0"46"16,0 0-13-16,31-25-33 0,-19 22-13 16,1 1-4-16,3 2-3 15,-4 0 0-15,1 1 0 16,0 5-6-16,-3-1-72 16,-1-1-31-16</inkml:trace>
  <inkml:trace contextRef="#ctx0" brushRef="#br0" timeOffset="-162303.28">21733 7012 200 0,'0'0'32'0,"0"0"33"15,0 0-32-15,0 0-14 0,0 0 47 16,0 0-33-16,38-3-29 16,-6-2-3-16,5-5-3 15,-2-1-71-15,2-5-96 16</inkml:trace>
  <inkml:trace contextRef="#ctx0" brushRef="#br0" timeOffset="-161595.62">22857 6302 122 0,'0'0'74'0,"0"0"-42"15,11-33 9-15,-10 25-3 16,0 1-1-16,-1 4 8 15,-3 3-16-15,-9 0-22 16,-5 3-6-16,-5 5-1 16,-4 2 1-16,-6 2-1 0,-2-1 0 15,0-1 0-15,0 2-1 16,2-1 1-16,3-2 0 16,4 1 0-16,5 1 0 15,4 2 0-15,4 4 0 16,2 4 0-16,0 6 1 0,-1 8-1 15,-2 4 2-15,-1 7 4 16,0 3 8-16,-3 5-8 16,3-4 2-16,1-3-4 15,1-4-2-15,1-6 1 16,4-6 3-16,-1-6 7 16,1-4-3-16,3-4-1 0,1-1-2 15,2-3-2-15,1-3-2 16,3-2 0-16,9-4-1 15,6-1 7-15,9-3 3 16,7 0-1-16,6-3-7 16,2-1-2-16,1-2-2 0,-1 3 0 15,-5-2-1-15,0 1-13 16,-5-4-36-16,-2-4-75 16,-2-9-133-16</inkml:trace>
  <inkml:trace contextRef="#ctx0" brushRef="#br0" timeOffset="-161010.34">23339 6343 264 0,'0'0'22'0,"0"0"30"0,0 0 3 15,0 0-16-15,1-29-13 16,6 27-14-16,7 2-6 16,4 0-4-16,5-1 1 15,4 0 0-15,-1 1-2 0,2 0 0 16,-2-1-1-16,-2 1 1 15,-7 0-1-15,-3 0 1 16,-3 0-1-16,-5 0 1 16,-2 0-1-16,-2 6 1 15,-2-1 0-15,0 5 3 16,0 3-2-16,-2 4 5 0,-3 3 3 16,-1 6 1-16,-2 4 2 15,2 4 0-15,1 1 0 16,3 0-9-16,0 1 0 15,2-3 0-15,2-3-1 0,2-2 1 16,3-1-1-16,-3-3-1 16,0-2 0-16,-1-4-2 15,-2-3 1-15,-1-2 0 16,0-3 1-16,-2 0-1 16,-6-4 0-16,-4-1 0 0,-5 1 1 15,-4-2-2-15,-7 1 0 16,-4-3-1-16,-5 1-1 15,-3 1-2-15,-1-3-1 16,3 1-33-16,3-2-21 16,10 0-56-16,8-7-43 0</inkml:trace>
  <inkml:trace contextRef="#ctx0" brushRef="#br0" timeOffset="-160264.21">24157 6221 142 0,'0'0'34'0,"0"0"4"16,0 0-10-16,0 0-5 16,-41-23-5-16,21 23 1 15,-3 0-1-15,-3 0-5 16,-2 0-5-16,1 3-1 0,2 1-2 16,5-1 2-16,3 0-3 15,4 2-1-15,3 0-2 16,1 2-1-16,3 1 1 15,1 5-1-15,-1 4 1 16,1 6-1-16,-1 10 5 0,0 12 18 16,-1 12 8-16,-3 12-6 15,-2 13-7-15,-1 8-5 16,-2 7 0-16,0 5 0 16,1 1-4-16,-1-1-3 15,-1-2-2-15,-1-3-3 0,0-4 0 16,-1-6 0-16,1-5-1 15,0-8 0-15,1-11 0 16,1-7 0-16,4-12 0 16,1-7 0-16,3-13 0 15,4-4 0-15,3-9 0 0,0-5 0 16,13-6 0-16,5 0 0 16,6-4 0-16,5-6 1 15,4-3-1-15,2-1 0 16,2 1 0-16,0-1-1 15,1 1-11-15,-1 1-3 0,-2 1-20 16,-2-1-33-16,-3-2-51 16,-2-3-71-16</inkml:trace>
  <inkml:trace contextRef="#ctx0" brushRef="#br0" timeOffset="-159560.48">24536 6404 187 0,'0'0'21'0,"0"0"15"15,0 0-5-15,-12-31-3 16,12 27-4-16,2-2 13 15,9 3-15-15,6-3-12 16,4 2-6-16,3 2 2 16,1-1 0-16,-1 2-1 0,-1 1 2 15,-3 0-2-15,-5 0-2 16,-2 0-1-16,-3 1 0 16,-4 4 1-16,-1 0 0 15,-2 2-2-15,-1 3 1 16,-2 4 1-16,0 3 1 0,0 5 1 15,-4 7 4-15,-2 9 0 16,-3 10 0-16,-1 14 10 16,-1 7 4-16,0 7-14 15,1 4-3-15,1 4 0 16,2-3 3-16,2-1-1 0,0 2-3 16,0-2-1-16,-2-3-1 15,-2-4-1-15,0-7 0 16,-3-7 0-16,1-8 2 15,1-8 0-15,-3-6 1 16,3-6 5-16,2-8 4 16,0-7-1-16,-2-4 1 0,-1-5 0 15,-4-5-4-15,-2 0-4 16,-4-2-4-16,-5 0-1 16,-3-4-1-16,-3-3-1 15,-1-1-1-15,2-2-28 0,1-6-69 16,8-9-85-16</inkml:trace>
  <inkml:trace contextRef="#ctx0" brushRef="#br0" timeOffset="-158685.34">21142 7627 201 0,'9'0'82'0,"2"-5"-30"0,4 1-16 15,3 1-16-15,2 5-5 16,0-2-9-16,-1 0-5 16,-2 5-1-16,-3 5 0 15,-4 0-4-15,-4 0-54 0,-4-2-14 16,-2-2-27-16</inkml:trace>
  <inkml:trace contextRef="#ctx0" brushRef="#br0" timeOffset="-158514.58">21109 7744 168 0,'0'0'40'0,"0"0"30"16,0 0-56-16,0 0 1 15,40 5-2-15,-12-5-8 16,4 0-3-16,3 0-2 15,-1 0-2-15,4-5-64 16,-2-8-124-16</inkml:trace>
  <inkml:trace contextRef="#ctx0" brushRef="#br0" timeOffset="-158094.47">21738 7521 222 0,'0'0'16'0,"0"0"11"16,3-30 38-16,-7 22-31 16,-8 3-15-16,-4 0 16 15,-2 4-6-15,-2 1-9 0,-2 0-10 16,2 6-5-16,4 1-2 16,2 2-3-16,7 1 0 15,3-1 1-15,4 4-1 16,0 0-1-16,9 3 1 0,3 2 0 15,2 1 0-15,0-1 0 16,1 2 0-16,-1-2-1 16,-1 0 1-16,-4-2-1 15,-5-2 1-15,-2-4 1 16,-2 0-2-16,-2-2 1 16,-8-1 0-16,-1-1 1 0,-1-2-2 15,-3-1 1-15,-2 2 0 16,-1-2-1-16,1-1 1 15,-4 1-2-15,3-1-8 16,2-1-19-16,4 2-8 16,3-2-6-16,5 0 1 0,4 1-11 15,0-2-8-15,10 0-19 16</inkml:trace>
  <inkml:trace contextRef="#ctx0" brushRef="#br0" timeOffset="-157796.55">21848 7641 168 0,'0'0'5'0,"0"0"21"0,0 0 27 0,0 0-29 16,0 0 18-16,0 0-3 15,0 0 0-15,0 0-28 16,0 0-6-16,-4-8 2 15,1 20 3-15,-1 1-6 16,1 2-1-16,2 1-1 0,1-1-2 16,0 0 1-16,8-1-1 15,2-2 0-15,4-1 0 16,4-3-1-16,2-2 2 16,5-2-2-16,1-3-17 15,4-1-53-15,-3-1-33 0,2-9-133 16</inkml:trace>
  <inkml:trace contextRef="#ctx0" brushRef="#br0" timeOffset="-157370.29">22207 7654 235 0,'0'0'36'0,"0"0"14"15,-36-19-5-15,22 17 4 16,-2 2-9-16,0 0-7 15,1 3-10-15,1 6-5 16,3 2-8-16,1 1-6 0,4 0-3 16,2 0 1-16,3 0-2 15,1-3-1-15,1 1 1 16,7-4 0-16,0 1-1 16,4-3 1-16,1-3-7 0,0-1-14 15,0 0 4-15,-3-4 4 16,0-4-3-16,-2 1 6 15,-6-1 6-15,0 0 5 16,-2 2 0-16,0 1 3 16,0 1 8-16,-3 1 6 15,2 1-4-15,-2 2-6 0,3 0-6 16,0 0-1-16,0 5 1 16,4 0-1-16,5 3-1 15,-1-2 1-15,4 0-1 16,1 1 0-16,0 0 0 15,3 0-4-15,-4-2-30 0,1 0-30 16,1-3-45-16,0-2 8 16</inkml:trace>
  <inkml:trace contextRef="#ctx0" brushRef="#br0" timeOffset="-157120.83">22392 7463 370 0,'0'0'10'15,"0"0"40"-15,-36-11-25 0,28 11-6 16,4 6-7-16,3 6 0 16,1 2 2-16,0 3-6 15,4 6-4-15,1 1-3 16,1 4-1-16,-2 3-1 15,0 0 1-15,-4-1-4 0,0-2-25 16,0-2-23-16,2-6-39 16,-2-6-4-16,4-6-58 15</inkml:trace>
  <inkml:trace contextRef="#ctx0" brushRef="#br0" timeOffset="-156635.47">22559 7656 252 0,'0'0'-18'15,"0"0"95"-15,0 0-12 16,-13-36-6-16,6 30-20 16,-2 2-7-16,1 3-7 15,-2 1-10-15,-2 0-7 16,-1 6-4-16,1 4-1 0,1 0-3 15,1 3 2-15,3 0-1 16,2-1-1-16,3 1 0 16,2-3-1-16,0 2 2 15,0-4-2-15,7 0 0 16,0-3 0-16,3-1-1 0,1-3-3 16,2-1-4-16,1 0-1 15,-4 0 0-15,2-5 6 16,-3-2 3-16,-2-2 2 15,-3 0-1-15,-1 0 0 16,-2 0 0-16,0 2 1 0,-1 1-1 16,0 1 1-16,0 2 4 15,0 1 5-15,0 2-1 16,0 0-4-16,3 0-4 16,-1 8 0-16,4 1 0 15,0 0-1-15,3 1 1 0,0 2-2 16,1-1 1-16,2-2-2 15,-2 2-31-15,1-3-48 16,0-4-82-16,1-4 0 16</inkml:trace>
  <inkml:trace contextRef="#ctx0" brushRef="#br0" timeOffset="-156322.46">22704 7682 285 0,'0'0'56'0,"0"0"21"0,0 0-31 16,0 0-17-16,0 0-7 16,0 0-7-16,0 0-9 15,0 0-3-15,0 0 2 16,0 0-1-16,8 14-1 16,-2 0-1-16,-1-1-1 0,0 0-1 15,-3-2 1-15,-2-1-1 16,1-1 0-16,-1-4 0 15,0-2 0-15,0-3 1 16,0 0 1-16,0-4-1 16,0-7-1-16,7-4 0 15,6-2 0-15,7-2 0 0,4-1-1 16,7 3-1-16,-1 2-7 16,2-2-63-16,1 0-126 15</inkml:trace>
  <inkml:trace contextRef="#ctx0" brushRef="#br0" timeOffset="-147432.83">24595 9301 14 0,'69'1'20'15,"-7"2"-12"-15,-2-2-4 16,-8 1 1-16,-2-1 1 16,-8 1-6-16,-5-2-1 0,-6 0-27 15</inkml:trace>
  <inkml:trace contextRef="#ctx0" brushRef="#br0" timeOffset="-147173.75">24080 9470 61 0,'0'0'11'15,"0"0"-6"-15,0 0-8 16,0 0-5-16,37 1-4 15,1-1-23-15</inkml:trace>
  <inkml:trace contextRef="#ctx0" brushRef="#br0" timeOffset="-147080.31">24805 9489 8 0,'78'6'31'0,"-7"0"-13"16,-9 1-9-16,-10-2-6 15,-11-3-5-15</inkml:trace>
  <inkml:trace contextRef="#ctx0" brushRef="#br0" timeOffset="-83880.31">17002 8495 1 0,'0'-1'7'16,"0"-1"1"-16,0 2 0 16,0 0-3-16,0 0 0 15,0-1-2-15,0 1-1 16,0-1 0-16,0 1 1 0,0 0-2 16,0 0 1-16,0 0 1 15,0 0-1-15,0 0-4 16,0 0 2-16,0 0-1 15,0 0 2-15,0 0-1 0,0 1 0 16,0 0-2-16,0-1-35 16</inkml:trace>
  <inkml:trace contextRef="#ctx0" brushRef="#br0" timeOffset="-71978.56">2140 10022 35 0,'0'0'19'0,"0"0"-15"16,0 0 4-16,0 0 0 16,0 0-8-16,0 0-1 15,0 0-12-15,0 0-16 0,-1 0 4 16</inkml:trace>
  <inkml:trace contextRef="#ctx0" brushRef="#br0" timeOffset="-70403.01">3456 9809 3 0,'0'0'14'0,"0"0"2"16,0 0-2-16,0 0 5 16,0 0-1-16,0 0-12 15,0 0 4-15,0 0 7 16,0 0-11-16,0 0 8 0,0 0 1 16,0 0 7-16,0 0-16 15,0 0-2-15,7-7-1 16,-7 7 0-16,1 0 3 15,-1 0-1-15,0 0-1 16,0 0 1-16,0 0 0 16,0 0 7-16,0 0 4 0,0 0-1 15,0 0 5-15,0-1-10 16,0 0-7-16,0 0-1 16,0 0 2-16,0 0-3 15,0 1 2-15,0-1-2 16,0 1-1-16,0 0 0 0,0-1 1 15,0 1-1-15,0 0 0 16,0 0 1-16,0-1-1 16,0 1 0-16,0 0-1 15,0 0 1-15,0 0 0 16,0 0-1-16,0 0 2 0,2 0-1 16,-2 0 0-16,0 0 0 15,0 0 0-15,0 0 0 16,0 0 0-16,0 0 0 15,1 0 1-15,0-1-1 16,-1 0 1-16,2 1 0 0,-2-2 1 16,1 1-1-16,1-1 0 15,-1 1 0-15,1 0 0 16,-2 1 0-16,2-1 1 16,-2-1-1-16,0 2 0 15,2 0 2-15,-2 0 0 0,0 0 4 16,0 0-1-16,0 0-3 15,0 0 2-15,0 0 14 16,0 0-6-16,0 0-5 16,0 0 2-16,0 0 3 15,0 0-6-15,0 0-1 0,0 0-2 16,0 0-2-16,0-1-2 16,0 1 1-16,0-1 1 15,0 1-2-15,0-1 0 16,3 1 1-16,0 0 0 15,2 0-1-15,0-2-2 16,-5-4-76-16,-5-12-103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4:59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18 285 1666,'0'0'9609,"-5"-2"-9241,-7-6-318,12 4 97,27-1 276,6 1-135,258-77 954,-39 9-589,-68 34-304,2 8 1,0 8 0,2 9-1,0 7 1,366 38 0,135 85 1189,-541-79-1397,-3 6 0,222 99-1,-276-99-194,93 40 595,-157-75-463,1 0-1,-1-2 1,1-1 0,1-1-1,32 1 1,193 1 2676,-253-7-2611,17 3 742,-16 88-700,0-49-164,-1 1-1,-2-1 1,-2 0-1,-11 56 1,13-107-504,1 8-119,0 0 0,-1 0 0,1 0 0,0 1 0,-1-1-1,1 0 1,-1 0 0,0 0 0,1 1 0,-1-1 0,0 0-1,1 1 1,-1-1 0,0 1 0,0-1 0,1 1 0,-1-1-1,0 1 1,0-1 0,-1 0 0,-12-3-7727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4:59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0 174 5381,'18'-1'7889,"3"3"-4268,18 36-2017,-33-31-1333,0 0-1,0 0 1,1-1 0,0 0-1,1 0 1,11 6 0,-16-10-201,0-1 1,0 0 0,0 0-1,0-1 1,0 1 0,0-1-1,1 1 1,-1-1-1,0 0 1,0 0 0,0 0-1,0-1 1,1 1 0,-1-1-1,0 0 1,0 0-1,0 0 1,0 0 0,0 0-1,0-1 1,-1 1 0,1-1-1,4-3 1,39-26 110,-14 12-506,-1-2 0,-1-2 1,0 0-1,-2-2 1,30-35-1,-21 8-5163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5:01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72 64,'0'0'2290,"-8"-6"-325,7-9-2467,2-19 1053,0 33-669,-1 0-1,0 0 1,1 0-1,-1 0 1,1 0-1,-1 1 1,1-1-1,-1 0 1,1 0-1,0 1 1,-1-1-1,1 0 1,0 1-1,0-1 0,-1 0 1,1 1-1,0-1 1,0 1-1,0-1 1,0 1-1,0 0 1,0-1-1,0 1 1,0 0-1,0 0 1,0 0-1,0 0 1,0 0-1,0 0 1,1 0-1,2 0-383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5:0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0 320,'0'0'2264,"-2"8"-2222,-2-1-99,2-4-48,1-1 1,0 1-1,0-1 0,0 1 1,0 0-1,0-1 1,1 1-1,-1 0 0,1 0 1,-1-1-1,1 6 0,0-6-1176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5:04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5154 254 320,'3'-19'7477,"-3"18"-7298,0 1-1,0-1 1,1 1 0,-1 0-1,0-1 1,0 1-1,0-1 1,0 1 0,1 0-1,-1-1 1,0 1 0,0-1-1,1 1 1,-1 0-1,0-1 1,1 1 0,-1 0-1,0 0 1,1-1-1,-1 1 1,0 0 0,1 0-1,-1-1 1,1 1-1,-1 0 1,1 0 0,-1 0-1,0 0 1,1 0 0,-1 0-1,1-1 1,-1 1-1,1 0 1,-1 0 0,0 1-1,1-1 1,0 0-1,0 1-116,-1 0-1,1 0 0,-1 0 0,1 0 0,-1 0 0,1 0 0,-1 1 0,1-1 0,-1 0 0,0 0 0,0 0 0,0 1 0,0-1 0,0 0 0,0 0 0,0 0 0,0 1 0,0-1 0,0 0 0,-1 0 0,0 2 0,-7 26 657,-5-11-479,0-1-1,-1-1 1,-1-1 0,-1 0-1,0-1 1,-1 0 0,0-1 0,-1-1-1,-1-1 1,-32 15 0,0-4 179,-1-3 1,-106 26-1,79-29-312,0-5-1,0-2 1,-1-4 0,0-4-1,-96-10 1,-391-80 557,167 20-444,301 58-127,-2 5-1,1 5 1,0 3 0,0 6-1,-125 24 1,-557 58 52,324-34-132,267-27 4,-263 5-1,374-31 9,50-1-24,1-1-1,-1-1 1,0-1-1,1-2 1,-1-1 0,-41-11-1,64 12 2,1 0-1,-1 0 1,1 0-1,0-1 1,0 0-1,1 0 1,-1 0-1,1-1 1,0 0-1,-7-8 1,0-3 3,0-1 0,-11-23 0,14 22 3,-2 1-1,-20-27 1,26 38-13,5 5 4,-1 0 1,0 0-1,0 0 0,0 0 0,0 0 0,0 1 0,0-1 0,0 0 0,0 0 0,0 1 0,0-1 0,0 0 1,-1 1-1,1-1 0,0 1 0,0 0 0,-1-1 0,1 1 0,0 0 0,0 0 0,-1 0 0,1 0 0,0 0 1,-1 0-1,1 0 0,0 0 0,-3 1 0,4-2 2,-1 1-1,0-1 1,1 0 0,-1 1 0,1-1-1,-1 0 1,1 1 0,-1-1 0,1 0-1,-1 0 1,1 0 0,0 0 0,-1 1 0,1-1-1,0 0 1,0 0 0,0 0 0,0 0-1,0 0 1,0 0 0,0 0 0,0-1-1,0-28 0,0 26-3,1-21 0,2 0 0,1 0-1,11-40 1,-8 40 2,-2 0-1,0 0 1,2-44 0,-7 35-36,0 34-15,-4 22-1318,2-14-1225,4-18 215,6-23-4265,-4 9 1858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5:05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35 1954,'0'0'145,"-1"0"0,1 0 1,-1 0-1,0 1 0,1-1 0,-1 0 1,1 0-1,-1 0 0,1 0 1,-1-1-1,0 1 0,1 0 0,-1 0 1,1 0-1,-1 0 0,1-1 0,-1 1 1,1 0-1,-1 0 0,1-1 0,-1 1 1,1 0-1,-1-1 0,1 1 0,-1 0 1,1-1-1,0 1 0,-1-1 1,1 1-1,0-1 0,-1 1 0,1-1 1,0 1-1,0-1 0,-1 1 0,1-1 1,0 0-1,0 1 0,0-1 0,0 1 1,0-2-1,-8-16 2359,8 18-2410,-1 0-1,1-1 0,0 1 1,-1 0-1,1-1 1,-1 1-1,1 0 0,-1 0 1,1 0-1,-1-1 0,1 1 1,-1 0-1,1 0 1,-1 0-1,1 0 0,-1 0 1,1 0-1,-1 0 0,0 0 1,1 0-1,-1 0 1,1 0-1,-1 0 0,1 1 1,-1-1-1,1 0 0,-1 0 1,1 1-1,0-1 0,-1 0 1,1 0-1,-1 1 1,1-1-1,-1 0 0,1 1 1,0-1-1,-1 1 0,1-1 1,0 0-1,0 1 1,-1-1-1,1 1 0,-17 24-171,15-21 375,-87 123 383,-24 38-234,326-410-30,-200 229-612,-10 13 344,-1 0 0,0 0 0,1 1 0,0-1 0,-1 0 1,1 1-1,0 0 0,5-3 0,-6 4-99,-1 1 1,0 0-1,1-1 0,-1 1 1,1 0-1,-1 0 1,1 0-1,-1 0 1,1 1-1,-1-1 1,0 0-1,1 1 1,-1-1-1,1 1 1,-1-1-1,0 1 0,1-1 1,-1 1-1,0 0 1,0 0-1,0 0 1,1 0-1,-1-1 1,0 2-1,0-1 1,1 1-1,60 60 1048,54 49-82,-102-99-911,1-1 0,1 0 0,0-1 0,0-1 0,1-1 0,25 9 0,-30-13 316,-12-4-495,0 0 0,0 0 0,0 0 0,0-1 0,0 1 0,0 0-1,0 0 1,0 0 0,0 0 0,0 0 0,0 0 0,0 0 0,0 0 0,0 0 0,0-1 0,0 1 0,0 0 0,0 0 0,0 0 0,0 0 0,0 0-1,1 0 1,-1 0 0,0 0 0,0 0 0,0 0 0,0 0 0,0 0 0,0 0 0,0 0 0,0-1 0,0 1 0,1 0 0,-1 0 0,0 0 0,0 0 0,0 0-1,0 0 1,0 0 0,0 0 0,0 0 0,1 0 0,-11-8-5888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7T11:55:25.5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6004 4425 61 0,'0'0'-7'0,"0"0"10"15,0 0 4-15,0 0 4 16,0 0 22-16,0 0-24 0,0 0 2 15,0 0 2-15,27-4 4 16,-17-1-1-16,3-1-3 16,3-1-2-16,1 1-4 15,4 0-1-15,4 0-2 16,0 1-2-16,2 1 0 0,0 1 0 16,3 1-1-16,-2 0-1 15,3-1 2-15,2 0 0 16,-1 1 1-16,5-1 5 15,0-2 0-15,1 0 2 16,-1-1-1-16,4 2-6 0,-1-1 1 16,-1 2-1-16,1 2-2 15,1 0 0-15,0 1 1 16,-1 0 0-16,-2 0-1 16,1 2 0-16,-2 2 1 15,1 0-1-15,-2-1 3 0,2 1-2 16,-4-1-1-16,3 1 0 15,-3 0 1-15,2 0 0 16,1-1-1-16,3 0 3 16,-1 1 1-16,1 0 4 15,-1 0-2-15,1 0 0 0,0-1-3 16,0 1-1-16,2-2 1 16,0 1-1-16,2-1-1 15,-1-1 1-15,2 1-1 16,1-2 0-16,-1 2-1 15,1 1 0-15,2 1 1 0,0-1 0 16,0 3 2-16,1-1-2 16,-1 2 2-16,-1 0 1 15,-1 0-2-15,-1 1 0 16,1-1-1-16,1 0 1 16,0-2 1-16,2-3 0 15,2 0-1-15,1-2-2 0,-1 0 2 16,1-4-1-16,-2-2 0 15,0-1 2-15,-3-1 2 16,0 2 3-16,-2 0-2 16,-1 0 0-16,-4 1-3 15,0 2-2-15,-2 1 0 0,0 2-2 16,-4 0 1-16,1 0 0 16,-2 0 0-16,0 0 0 15,0 0 0-15,-2 0-1 16,-1 0 1-16,-3 2 0 15,-2-2-1-15,-1 0 1 0,-1 0 0 16,-1-2 0-16,0-2 0 16,-1-2 0-16,0 1 0 15,-1 0-1-15,-2 0-11 16,-2 0-17-16,-1 0-27 16,-7-1-55-16,-3-7-82 0</inkml:trace>
  <inkml:trace contextRef="#ctx0" brushRef="#br0" timeOffset="9557.64">23065 3754 74 0,'0'0'4'0,"0"0"29"0,0 0-24 16,0 0 6-16,0 0 81 16,0 0-70-16,0 0-11 15,0 0-7-15,3-4-7 16,-17 4 0-16,-3 0 3 15,-6 0 0-15,-2 0 1 16,-2 3-2-16,0 0 0 16,-1 1-2-16,3 1-1 0,1-3 0 15,4 1 0-15,3-1 1 16,5-1 0-16,3 0-1 16,2 0 1-16,2 2-1 15,3-1 0-15,1 4-2 0,1 1-3 16,0 4 12-16,0 3-1 15,5 3 4-15,0 5 0 16,0 3-5-16,-1 2-1 16,2 4 5-16,-4-1-4 15,2 1 4-15,-2 0-3 0,1-1 2 16,1-2-4-16,1-2 0 16,1-2 1-16,0-2 1 15,2-3 6-15,0-2 1 16,0-2-1-16,1-4-1 15,1 1-5-15,0-2 0 0,2-2 3 16,0-3 2-16,3 0-1 16,-1-2-3-16,3-2-1 15,-1 0 5-15,3-1-7 16,0 0-1-16,0 0-1 16,1 0-2-16,0 0 0 0,1-2 0 15,1-1-2-15,0-1-17 16,-1 1-8-16,0 0-15 15,-5-2-28-15,-5-3-46 16,-5 0-28-16</inkml:trace>
  <inkml:trace contextRef="#ctx0" brushRef="#br0" timeOffset="9822.62">22800 4083 319 0,'0'0'11'0,"40"-9"12"0,-9 4-12 0,7 2-9 16,8 2-1-16,6 1-4 15,3-2-41-15,0-4-54 16</inkml:trace>
  <inkml:trace contextRef="#ctx0" brushRef="#br0" timeOffset="88854.3">16416 5807 123 0,'0'0'4'16,"0"0"29"-16,0 0-13 16,0 0-5-16,0-28 1 0,0 26 4 15,0 2 35-15,0-2-22 16,0 2-5-16,0 0-19 15,-1 1-10-15,0 7 2 16,1 5 4-16,0 5 4 16,0 8 2-16,3 9 1 0,2 4-1 15,0 7-3-15,2 4 3 16,-3 0-5-16,2 1-5 16,-2-2 1-16,0-4-1 15,-2-6 0-15,0-5-1 16,0-6 1-16,-2-7-1 15,0-6 0-15,0-3 0 0,0-5-2 16,0-3-28-16,-3-4-20 16,-4-1-36-16,0-14-109 15</inkml:trace>
  <inkml:trace contextRef="#ctx0" brushRef="#br0" timeOffset="89358.21">16362 5930 112 0,'0'0'29'0,"0"0"-5"0,0 0-16 15,0 0 5-15,11-34 14 16,-8 27-6-16,3 0 1 0,-2-1 2 16,2 0 3-16,-2 0-16 15,2-1 3-15,-1 2-1 16,1 0 1-16,0 0-5 15,2 4 0-15,2-1 0 16,1 1-3-16,1 3-1 0,2 0-2 16,0 0-1-16,0 8 0 15,0 2 0-15,-2 2-1 16,-2 3-2-16,-2 1 1 16,-4-1 0-16,-3 2-2 15,-1-1 0-15,-3 1 3 0,-5-1 3 16,-6-3-2-16,-2 0-2 15,-3-1 3-15,-2-1-1 16,-1-1-2-16,0-3 2 16,0 0-2-16,3-1 0 15,2-2-12-15,4-3-21 0,4-1-36 16,4 0-43-16</inkml:trace>
  <inkml:trace contextRef="#ctx0" brushRef="#br0" timeOffset="90154.93">16737 5888 217 0,'0'0'20'0,"0"0"-19"16,0 0 22-16,5 39 20 15,-3-17-13-15,1 1-3 16,-1 5-10-16,1-1-5 15,-1 3-4-15,-1-3-4 0,2-1-2 16,-2-3 0-16,2-4-1 16,-1-5 0-16,-1-7 0 15,0-2-1-15,-1-5 1 16,0 0 10-16,0-5 25 0,-1-5-31 16,-2-5-3-16,-1-6-1 15,1-2 1-15,2-4-2 16,-1 1 0-16,2-3 0 15,0 2 1-15,0 3-1 16,0 3 0-16,0 5 1 16,2 3 0-16,2 3 0 0,2 3 1 15,2 4-1-15,2 1-1 16,1 2 0-16,-1 0 0 16,-1 3 0-16,0 4-1 15,-1 3 0-15,-3 0 0 16,-1 1 0-16,-1 1 0 0,-3 0 1 15,0-1-1-15,-1-1 0 16,-8 0 1-16,-1 0-1 16,-1-2 0-16,-2-1-2 15,2 0-8-15,0-1 4 16,4-1 1-16,1-2 2 0,2 1 1 16,2-1 1-16,2-2 0 15,0 2-2-15,0-2 2 16,6 0 1-16,4 2 2 15,2-1-1-15,3 3 4 16,3 0 0-16,2 3 1 0,1-1-1 16,-3 4-1-16,-1-1-2 15,0 2 0-15,-3-1-1 16,-3 0 0-16,-1 0 0 16,0-2 0-16,-2 0-4 15,-1-1-12-15,-2-1-30 0,2-2-28 16,-3-2-33-16</inkml:trace>
  <inkml:trace contextRef="#ctx0" brushRef="#br0" timeOffset="90634.86">17372 5896 155 0,'0'0'7'0,"0"0"43"0,0 0-31 15,0 0 0-15,0 0-2 0,-38-7 6 16,23 7 0-16,-4 0-2 15,1 3-5-15,1 1-2 16,2 3-2-16,0 1-3 16,4 1 2-16,1 3-4 0,2 2-2 15,1 2-1-15,1 2 1 16,2 3 2-16,1-1-1 16,3 5 0-16,0-2-1 15,6 0-4-15,4-1 0 16,2-1 0-16,3-4 0 15,0-4 0-15,2-3 0 0,-1-5 0 16,1-3 0-16,1-2-1 16,-4 0-17-16,-1 0-22 15,-1-5-15-15,-5 0-24 16,-2-3 4-16,-3-1-82 16</inkml:trace>
  <inkml:trace contextRef="#ctx0" brushRef="#br0" timeOffset="90872.29">17156 6080 231 0,'0'0'25'0,"0"0"27"16,0 0-37-16,0 0-2 15,32-13 5-15,-16 7 0 0,4 0-8 16,3 0-6-16,1 1-4 16,-2 0 0-16,2 1-2 15,-4-1-57-15,1-1-91 16</inkml:trace>
  <inkml:trace contextRef="#ctx0" brushRef="#br0" timeOffset="91401.28">17756 5907 240 0,'0'0'39'0,"0"0"14"15,-33-11-35-15,17 11-5 16,-2 0-1-16,0 0-3 0,0 6-2 16,2 0-1-16,2 0-3 15,4 2 0-15,2 0 0 16,4 1-5-16,4-1 4 15,0-1-1-15,4 0-1 16,7 0 3-16,3 0-2 16,5 0 1-16,-2-1-1 0,3 1-1 15,0 1 0-15,-1 0 0 16,-1 1 0-16,-1 2 1 16,-2-1-2-16,-4 2 2 15,-2 1-1-15,-3-2 0 0,-2 1 0 16,-3-1 0-16,-1-1 0 15,0-1 0-15,-5-1 0 16,-4 0 1-16,-3-3-1 16,-3 0 1-16,-3-1 0 15,-3-3-1-15,-1-1 0 0,0 0 1 16,3 0-1-16,3-7-3 16,3 0-10-16,5-2-7 15,5-1-18-15,3-1-54 16,0-1-34-16</inkml:trace>
  <inkml:trace contextRef="#ctx0" brushRef="#br0" timeOffset="91920.97">18095 5935 238 0,'0'0'11'0,"0"0"53"0,0 0-32 0,-12-29-18 15,2 25-7-15,-2 2 3 16,-2 1 0-16,-2 1 0 15,1 0-7-15,0 0 1 0,2 4-3 16,0 2 1-16,4 2-1 16,4-1-1-16,0 1 0 15,3 1 0-15,2 1 0 16,2 0 1-16,8 0-1 16,5 1 1-16,1-1-1 0,4 0-3 15,1 0-4-15,1-1 0 16,0 3 4-16,-3-2 1 15,-2 1 1-15,-1 1 0 16,-5-1 1-16,-2 0-1 16,-5 1 1-16,-3-2-1 0,-1-1 0 15,-2 2 2-15,-8-3 3 16,-5-1 7-16,-2-2 0 16,-3-2-4-16,-2-1-3 15,-2-2-1-15,1 0-3 16,0 0 0-16,3-5-10 15,4-7-69-15,4-7-188 0</inkml:trace>
  <inkml:trace contextRef="#ctx0" brushRef="#br0" timeOffset="98276.96">19876 5494 26 0,'0'0'21'0,"0"0"-10"16,0 0-9-16,0 0-3 0,0 0 6 15,0 0 6 1,0 0-2-16,0 0 2 0,0 0 16 16,0 0-21-16,-2 17 3 15,2-13 0-15,0 0-2 16,0 1 3-16,0 0 3 16,-2 5 1-16,1 3 2 0,-2 5 1 15,-3 6 1-15,-1 8 7 16,0 5-8-16,-3 7 1 15,1 8 4-15,0 7 4 16,-1 5-8-16,3 3-8 16,2 2-3-16,-1 0-1 0,0-3-3 15,0-8 0-15,2-5 0 16,0-5-2-16,2-10 2 16,0-8 2-16,2-7 0 15,0-7 5-15,0-4 0 16,0-4 2-16,0-3-4 15,0-2-1-15,0-2-3 0,0 0 0 16,0-1-1-16,0 0 1 16,0 0 1-16,0 0 0 15,0 0-3-15,1 0-1 16,1 0 0-16,1 0-1 16,1 0 1-16,1 0-1 0,4 0 0 15,1 0-1-15,4 0 2 16,4 0-1-16,5 0 1 15,7 0-1-15,6 0 0 16,9 0 1-16,7 0 2 16,9-2-1-16,9 1 5 0,7-3-2 15,9 1 0-15,2 0-3 16,6-2 2-16,2 1 0 16,-1-2 0-16,-2 0-3 15,-2 1 1-15,-2-1-2 0,-6 0 1 16,-6 2 1-16,-6-1-1 15,-7 2-1-15,-6 1 0 16,-8 1 0-16,-5 0 1 16,-6 1-2-16,-7 0 2 15,-6 0-1-15,-7 0 0 16,-5 0 0-16,-5 1 0 0,-4 0-1 16,-3 1-14-16,-2-1-16 15,0 0-6-15,-2-1-33 16,-3 0-43-16</inkml:trace>
  <inkml:trace contextRef="#ctx0" brushRef="#br0" timeOffset="99682.63">20891 6684 99 0,'3'-4'60'0,"-1"1"-11"15,-1-2-6-15,-1 2-10 0,0-1 3 16,0 1-3-16,-6 3-2 15,-3-2-7-15,-4 2-6 16,-2 0-2-16,-3 0-1 16,1 3 0-16,-1 3 0 15,1 2-2-15,3 0-1 0,2 1-4 16,3 1-4-16,4-1-2 16,1 1 0-16,3 0-1 15,1-2-1-15,0 1 0 16,1-3 1-16,7 1-1 15,2-4 0-15,0 0 0 0,1-3 1 16,1 0-2-16,1 0 0 16,-1-8 1-16,1 1-1 15,-3-2-1-15,-2 1 2 16,-2-1 2-16,-1 4-2 16,-2 0 0-16,-3 0 0 0,0 2 4 15,0 1 11-15,0 1 6 16,0-1-5-16,0 2 2 15,0 0-4-15,0 0-10 16,0 2-2-16,0 5-1 16,0 4 0-16,0 0 0 15,5 1 1-15,3 1-2 0,3-1 0 16,2-1 0-16,5-3 1 16,2-2-1-16,4-5 0 15,3-1-1-15,2 0-27 16,-1-10-42-16,-1-3-90 15</inkml:trace>
  <inkml:trace contextRef="#ctx0" brushRef="#br0" timeOffset="100786.79">18649 5572 251 0,'1'0'0'0,"-1"0"46"15,0 8-46-15,-1 10 1 0,-4 4 20 16,-1 6 12-16,0 3 11 15,-1 2-20-15,2 1-12 16,-2 2-7-16,4-3-3 16,0-3 0-16,2-6-2 15,1-4 0-15,0-6 1 0,0-6-1 16,0-5 0-16,-1-3 1 16,-3 0 3-16,0-3-3 15,1-8-1-15,1-3-9 16,1-3-5-16,1-3-8 15,0-3-1-15,1-1 7 0,4-1 8 16,0 0 3-16,3 0 4 16,-4 1 2-16,3 0-1 15,-1 3 0-15,1 0 3 16,-1 2 7-16,0 4 8 16,1 2 4-16,1 2-5 0,-1 5-5 15,2 3-6-15,3 3-1 16,-1 0-3-16,2 4-1 15,-3 5 0-15,1 2-1 16,-5 1 0-16,-2 2 0 16,-4-3 0-16,0 2 0 0,-3-1 0 15,-3 0 1-15,-4-3-2 16,-2-2 0-16,-1 1-13 16,0-1-26-16,0-2-8 15,2-2-16-15,1-1 5 16,2-2-44-16</inkml:trace>
  <inkml:trace contextRef="#ctx0" brushRef="#br0" timeOffset="101385.63">18807 5665 236 0,'0'0'8'0,"0"0"2"0,0 0 21 16,9 36 9-16,-8-20 4 16,0 2-7-16,-1 2-14 0,0 2-7 15,0 1-8-15,0-2-3 16,0-1-1-16,-2-3-3 16,0-5 0-16,1-3-1 15,-1-6 1-15,0-3 0 16,0 0 25-16,-2-9-8 0,0-5-16 15,2-4-1-15,1-5-1 16,1-2 0-16,0-4 0 16,1 0 1-16,5 1-1 15,2 3 0-15,1 4 0 0,1 6 0 16,0 4 1-16,0 3-1 16,1 6-1-16,0 2 2 15,0 0-1-15,-2 1-1 16,-3 6 1-16,-3 3 0 15,-2-2 0-15,-1 2 0 16,0 0-1-16,-6-2 1 0,-2-1 0 16,-2 1-2-16,-4 0 1 15,0-2-11-15,3 0-2 16,-2-2-2-16,4 0 4 16,2-2 6-16,3 1 5 15,1 1 0-15,3-2 0 0,0 2 0 16,7 0 1-16,3 2 0 15,2 1 0-15,2 1 1 16,1 0-1-16,0 2 0 16,-2-2 1-16,0 1-1 15,-3-1 0-15,-1 0-1 0,0-2 1 16,-4 0-10-16,1-3-49 16,-1-1-12-16,1-2 4 15,2 0-61-15</inkml:trace>
  <inkml:trace contextRef="#ctx0" brushRef="#br0" timeOffset="101685.83">19114 5707 110 0,'0'0'96'0,"0"0"-49"0,0 0 13 15,-2-30-20-15,-6 26 7 16,-2 2-16-16,-3 2-12 15,-1 0-1-15,1 4-3 16,-2 5-6-16,3 1-3 16,1 3-1-16,3-1-2 15,3 4-1-15,4-2 0 0,-1 0-1 16,2 0-1-16,3-2 1 16,6 0 0-16,2-2-2 15,1-3 2-15,4-2 0 16,-1-3-3-16,1-1-21 0,0-1-23 15,-2 0-41-15,-3-6-12 16,-3-2-74-16</inkml:trace>
  <inkml:trace contextRef="#ctx0" brushRef="#br0" timeOffset="101871.01">19039 5777 191 0,'0'0'8'0,"0"0"19"16,0 0-22-16,0 0-4 16,0 0 9-16,0 0 9 0,0 0-13 15,42-4-5-15,-23 0 0 16,2-2-1-16,1-3-18 16,4-2-105-16</inkml:trace>
  <inkml:trace contextRef="#ctx0" brushRef="#br0" timeOffset="102311.48">19427 5640 242 0,'0'0'6'0,"0"0"35"15,0 0-7-15,-35 0-7 16,21 0 21-16,-3 0-15 15,3 5-11-15,1 1-8 16,2-1-9-16,1 3-3 0,5-1-2 16,3 3 0-16,2-3 0 15,0 1 0-15,6 1 1 16,4 0-1-16,2 1 0 16,-2 0 0-16,2 0 0 15,0 0 0-15,-3 0 0 0,-1 0-3 16,-2-2-7-16,-1 0 1 15,-5-1 3-15,0-1 3 16,0-1 2-16,0 0 0 16,-8-1 1-16,-2 0 0 0,-2-2 0 15,-2 0 0-15,-1-1 1 16,0 0-1-16,-1 0 0 16,2-1 0-16,0 2 0 15,4-1-1-15,3-1 1 16,2 2-3-16,3-2-32 15,2 0-22-15,0 0 21 0,10-2-22 16,4-6-28-16</inkml:trace>
  <inkml:trace contextRef="#ctx0" brushRef="#br0" timeOffset="102666.82">19550 5693 90 0,'0'0'103'0,"0"0"-53"0,0 0-13 16,0 0-14-16,-22-28 1 0,10 26 6 15,-1 2 6-15,2 0-13 16,1 0-10-16,2 5-6 16,2 1-5-16,4 1-1 15,2 3-1-15,0-2 0 16,3 2 0-16,6 0 2 0,2 2-2 15,0-1 0-15,2-1 1 16,0 0-1-16,-1 0 1 16,-2-2-1-16,-3 1 0 15,-2-1 0-15,-4-1 0 16,-1 0 0-16,-1-1 0 0,-9 0 0 16,-2-1 0-16,-4 1 1 15,0 0-2-15,-2-1-1 16,-2 1-45-16,2-4-46 15,4 0-40-15</inkml:trace>
  <inkml:trace contextRef="#ctx0" brushRef="#br0" timeOffset="104852.23">19971 5673 86 0,'1'0'38'15,"-1"0"-25"-15,0 0 39 0,0 0-7 16,0 1-10-16,0-1-12 16,0 0 4-16,0 0-2 15,0 0-5-15,0 0 0 16,0 0-5-16,0 0-4 16,0 0-3-16,0 0 3 0,0 0-4 15,2 0 2-15,-1 0-4 16,1-1-2-16,0-1-2 15,3 2-1-15,-1-1 0 16,2 1 1-16,-2 0-1 16,0 0 1-16,0 0-1 0,1 0 0 15,-2 0 0-15,-1 1 0 16,-1 3 0-16,0-1 0 16,-1 0 0-16,0 2 1 15,-3-2-1-15,-3 0 1 16,-1 0-1-16,-1 0 2 0,-1-2-2 15,1 2 2-15,-1-3-2 16,3 0 0-16,-1 0 0 16,3 0 1-16,0 0-1 15,4-3 1-15,0-3 0 16,1-1 1-16,7 1-1 16,4-1 0-16,-2 0-1 0,1 1 1 15,-1 2 0-15,-2 4 3 16,0 0-1-16,-3 0 0 15,-1 0-2-15,-1 5-1 16,-2 1 1-16,-1 0 0 16,0-1-1-16,0-1 0 0,0 0 0 15,-3 0 1-15,-2-1 0 16,-1-2 0-16,-3 1 0 16,0-2 0-16,2 0-1 15,0 0 1-15,1 0-1 0,4 0 1 16,2-4-1-16,0-2 0 15,0 2 0-15,8-1 0 16,2-1 0-16,0 2-2 16,3 1-6-16,-3 3-18 15,1 0-32-15,-5 0-54 0,-1 0-131 16</inkml:trace>
  <inkml:trace contextRef="#ctx0" brushRef="#br0" timeOffset="109002.52">20155 5899 104 0,'3'0'45'16,"-3"-1"6"-16,1 0-22 15,-1 1-5-15,1 0-5 16,-1 0-9-16,0 0-3 16,0 0 3-16,0 0 1 15,0 0 3-15,0 0 0 0,0 0 2 16,0 0-3-16,0 0-2 16,0 1 0-16,0 0-4 15,0-1 3-15,0 0-3 16,-1 0-2-16,1 1-2 15,-1-1 2-15,1 1-1 0,0-1 1 16,-1 0 1-16,-1 0-2 16,2 0 4-16,-1 0 4 15,1 0 6-15,0 0-6 16,0-2-1-16,0 0-5 16,0 1-1-16,1-1-3 0,3 1 0 15,-1 1-1-15,0 0 0 16,0 0-1-16,-1 4-1 15,-1 2 1-15,-1 2 1 16,0-2-1-16,0 1 0 16,-3-1 1-16,-2-1-1 0,0 0 0 15,0-2 1-15,0-2-1 16,-1 0 0-16,2 0 1 16,-2-1 1-16,2 0-2 15,-2 0 1-15,3-1-1 16,0-2 2-16,3-2 2 15,0 2 0-15,0-3-1 0,0 2-3 16,6 1 1-16,1-1-1 16,1 3 0-16,-3 1-1 15,2 0-5-15,-1 0-35 16,-1 1-50-16,-2 1-90 0</inkml:trace>
  <inkml:trace contextRef="#ctx0" brushRef="#br0" timeOffset="109699.25">20366 6163 11 0,'0'0'41'0,"0"0"15"0,0 0-10 0,0 0-4 15,0 0 0-15,0 0-1 16,0 0-5-16,0 0 10 16,9-30-10-16,-9 27-4 15,0 0-3-15,0-2-6 0,0 2-7 16,2 1-3-16,0-1-8 16,4 3-4-16,-3 0 0 15,1 0 0-15,1 0-1 16,-1 0 0-16,0 0 1 15,-2 5-1-15,0 0 0 0,-1 0 1 16,-1 1-2-16,0-2 2 16,0 0-1-16,0 0 0 15,-4-3 0-15,0 0 1 16,-1-1 0-16,0 0-1 16,1 0 1-16,1-1-1 0,3-4 1 15,0 1-1-15,0-1 0 16,3 0-4-16,8-2-27 15,2-1-50-15,4-1-71 16</inkml:trace>
  <inkml:trace contextRef="#ctx0" brushRef="#br0" timeOffset="110599.08">20655 6059 67 0,'0'0'44'0,"0"0"-16"0,0 0 0 15,0 0 9-15,0 0 0 16,0 0-2-16,0 0-5 16,0 0 10-16,0 0-2 0,0 0-11 15,0 0-5-15,0 0-5 16,5-10-5-16,-5 10-4 16,0 0-2-16,0 0-1 15,0 0-2-15,0 0-2 0,0 0 0 16,0 0-1-16,0 0 1 15,0 0-1-15,1 0 0 16,-1 0 0-16,2 0 2 16,-1 0 0-16,0 0 3 15,1-1 5-15,-1 1-4 16,1-2-1-16,1 1 0 0,-1 0-1 16,1 0 0-16,-1-1 0 15,1 0-2-15,0 1-1 16,0-1 1-16,0 2-1 15,0 0 0-15,1-2 0 16,-1 1 1-16,0 1 0 0,-1 0 0 16,0 0 0-16,0 0-1 15,-1 0-1-15,0 0 0 16,-1 0 1-16,0 0-1 16,0 0 0-16,0 0 0 15,0 0 1-15,-2 0-1 0,-3 0 1 16,1 0-1-16,1 0 0 15,1 0 0-15,0 1-1 16,2 0-13-16,0 0-40 16,1-1-35-16,6 0-48 15</inkml:trace>
  <inkml:trace contextRef="#ctx0" brushRef="#br0" timeOffset="111159.8">20947 5977 163 0,'0'0'45'0,"0"0"12"0,0 0-19 16,0 0 22-16,0 0-10 15,0 0-11-15,0 0-13 0,0 0-9 16,0 0-3-16,0 0-6 16,0 0-3-16,13-30-2 15,-10 30-2-15,-2 0-1 16,3-1 2-16,-1 1-4 16,1 0 4-16,-1 0-2 0,2 0 0 15,-3 0 0-15,2 0 0 16,-3 3 0-16,1 0 0 15,-1 0 0-15,-1 2-2 16,0-2 4-16,0-1-1 16,0 1-2-16,-4-2 2 15,0 0-1-15,1-1 0 0,-1 0 0 16,1 0-4-16,3 0-13 16,0 0-15-16,0-1-29 15,8-3-74-15,2-2-70 16</inkml:trace>
  <inkml:trace contextRef="#ctx0" brushRef="#br0" timeOffset="111597.82">21319 5916 172 0,'0'0'66'0,"0"0"-22"16,0 0-9-16,0 0 23 16,0 0-16-16,0 0-7 15,0 0-10-15,0 0-7 16,0 0 0-16,1-28-3 0,0 26-5 16,3 2-4-16,-2-1-2 15,0 1 0-15,1 0-2 16,0 0-1-16,-2 0 0 15,-1 1-1-15,0 1 0 16,0 1 0-16,-3 0 0 0,-2-1-7 16,0-2-49-16,2-3-104 15</inkml:trace>
  <inkml:trace contextRef="#ctx0" brushRef="#br0" timeOffset="113198.66">20343 6162 147 0,'0'0'48'0,"0"0"-25"16,0 0-17-16,0 0-2 16,0 0 11-16,0 0-5 15,0 0 1-15,0 0-4 16,0 0 1-16,7 30-2 0,-6-21-5 15,1 0 1-15,1 0-2 16,1-1-5-16,-1-1-29 16,1 0-55-16</inkml:trace>
  <inkml:trace contextRef="#ctx0" brushRef="#br0" timeOffset="113440.2">20392 6346 232 0,'0'0'9'16,"0"0"1"-16,0 0-8 16,0 0 3-16,0 0 1 0,0 0-3 15,0 0-2-15,0 34 0 16,0-27-3-16,0 2-15 15,0-1-20-15,0-1-64 16</inkml:trace>
  <inkml:trace contextRef="#ctx0" brushRef="#br0" timeOffset="114440.24">20530 6391 155 0,'0'0'29'0,"0"0"8"15,0 0-16-15,0 0-9 16,0 0 9-16,0 0 5 16,-7-28-7-16,3 25-2 0,-2-1-2 15,0 2 1-15,0 0-3 16,-3 0-1-16,0 0-4 16,-2 1 1-16,0-1 4 15,0 1-6-15,-1 0-4 0,1 1-1 16,-3 0 2-16,3 0 0 15,-1 0 2-15,2 0-1 16,0 0 1-16,1 0-3 16,0 0-2-16,1 3 0 15,-1 1-1-15,-1-1 0 0,0 2 1 16,0 0 0-16,0 2 0 16,-1-1 1-16,1 3 1 15,0 0 1-15,0 1 0 16,2 2-1-16,2 0-2 15,-1 2 0-15,4 0 0 16,0 0-1-16,3 1 0 0,0 2 0 16,0-1 1-16,6-1-1 15,4 0 1-15,1 0 0 16,2 0 0-16,2-4 0 16,2-1 2-16,2-1 0 15,1-3 5-15,1-1 0 0,2-2-1 16,0-2 0-16,-4-1 1 15,1 0 0-15,-2 0-2 16,-2-1-1-16,-2-2-1 16,-3-3-1-16,-1 0 0 15,-2-2 0-15,0-3 2 0,-4-3 1 16,-1-2-3-16,-2-5-2 16,-1-3 0-16,0-2 0 15,-4 1-1-15,-4-1-1 16,-4 5-9-16,-2 4-21 15,-3 5-15-15,0 4-34 0,0 1-115 16</inkml:trace>
  <inkml:trace contextRef="#ctx0" brushRef="#br0" timeOffset="128910.99">9058 7637 8 0,'20'-5'29'0,"-3"0"-10"16,-2 0-5-16,-3 2-14 0,-2 1 17 16,-4 0-10-16,-4 2-6 15,-2 0-1-15,0 0-64 16</inkml:trace>
  <inkml:trace contextRef="#ctx0" brushRef="#br0" timeOffset="129303.33">8885 7581 76 0,'0'0'15'0,"0"0"11"15,0 0-4-15,0 0-10 16,0 0-8-16,0 0 0 15,0 0 7-15,0 0 8 16,36-4 2-16,-13 1 0 0,4-1-3 16,3-3-5-16,1 1-5 15,-4 1-3-15,-1-1-3 16,-6 2 0-16,-4 1-1 16,-4 3 2-16,-4 0-1 15,-4 0-2-15,-4 0-3 0,0 5-5 16,-8 0-35-16,-8 2-79 15</inkml:trace>
  <inkml:trace contextRef="#ctx0" brushRef="#br0" timeOffset="129493.02">8884 7684 134 0,'0'0'25'0,"0"0"-13"16,0 0-8-16,0 0 33 15,0 0 21-15,40-5-25 16,-15-4-6-16,7-3-5 0,4 0-5 16,2 1-5-16,-1 1-6 15,-1 5-1-15,-3 4-1 16,-5 1-2-16,-8 2-37 16,-8 1-122-16</inkml:trace>
  <inkml:trace contextRef="#ctx0" brushRef="#br0" timeOffset="132202.99">19632 7546 0 0,'0'0'7'0,"0"0"5"0,0 0-8 0,27 0 6 15,-22 0 23-15,-3 0-18 16,0 0-14-16,-1 0-1 16,-1 0 0-16,0 0 0 15,0 0 1-15,0 0 0 16,0 0 0-16,0 0 0 15,0 1 1-15,0 1-1 0,0 1 0 16,0-2 1-16,0 1-2 16,0-1 2-16,0 0 0 15,0 1-1-15,0-2 1 16,0 0 0-16,0 1 0 16,0-1 2-16,1 0 0 0,-1 0-1 15,0 0-1-15,1 0-2 16,-1 2 0-16,0-2 1 15,0 2-1-15,0 3 2 16,0-2-2-16,0 2-2 16,0-1-3-16,0 1-38 0</inkml:trace>
  <inkml:trace contextRef="#ctx0" brushRef="#br0" timeOffset="134602.07">21750 7073 20 0,'-3'-2'13'0,"1"-1"15"0,-2 0-29 15,0 0-1-15,-1 1-21 16,0 0-12-16</inkml:trace>
  <inkml:trace contextRef="#ctx0" brushRef="#br0" timeOffset="135122.01">21902 7106 4 0,'0'0'38'15,"-14"42"-3"-15,0-21-16 0,-4 0-15 16,-1 1 10-16,-2 0-4 16,1-1-1-16,2 0-2 15,-2-1 1-15,3 0-2 16,4-2 0-16,2-3 4 15,3-1-5-15,5-3 0 0,3-3 3 16,2-2 2-16,9-2 0 16,5-1-1-16,6-1 0 15,5 0-4-15,4-1-2 16,1 0-1-16,3 0 3 16,-3 1-1-16,-2-1 0 0,-8 0-2 15,-3 0 1-15,-5 1-1 16,-5-1-2-16,-4-1 1 15,0 0 0-15,-4 2-1 16,1-2 1-16,-2 0-2 16,0 1 0-16,-3 0-1 15,-4 1 2-15,-2 1-1 0,-2 1 3 16,0 0 6-16,-2-1-19 16,0-3-1-16</inkml:trace>
  <inkml:trace contextRef="#ctx0" brushRef="#br0" timeOffset="135352.49">21640 7155 14 0,'0'0'13'0,"0"0"4"0</inkml:trace>
  <inkml:trace contextRef="#ctx0" brushRef="#br0" timeOffset="135866.84">21932 7151 15 0,'0'0'25'0,"-28"38"-1"16,10-18-11-16,-1-2-8 15,-1 0-3-15,-1-1 1 16,1 0 4-16,2 0-2 16,0-2-1-16,1-1 2 15,2-1-4-15,4 0 2 0,2-3 3 16,2 0-3-1,4-4 2-15,2 0-3 0,1-2-2 16,3-2 0-16,7 0 1 16,5-1 3-16,4-1-4 15,6 0-1-15,5 0 0 16,5 0 0-16,6 0-1 0,4-1 1 16,1-1-2-16,-3 2 1 15,-5 0-3-15,-9 0 4 16,-7 0-2-16,-10 0 1 15,-6 0 0-15,-6 0 0 16,0 5-3-16,0 0 6 0,-3 1 2 16,-4 2-1-16,-1-1-1 15,0-5 0-15,4-2-5 16</inkml:trace>
  <inkml:trace contextRef="#ctx0" brushRef="#br0" timeOffset="140184.81">13183 8459 6 0,'0'0'15'15,"0"0"6"-15,0 0 3 16,0 0-14-16,0 0-8 15,0 0 2-15,0 0 2 0,0 0 0 16,0 0-1-16,0 0-5 16,0-1 0-16,0 0 0 15,2 0 1-15,-2 1-2 16,0 0 2-16,0 0-1 16,0 0 0-16,0 0-1 0,0 0 2 15,0 0-1-15,0 0-1 16,0 0 1-16,0 1 0 15,0 1 0-15,0 1-2 16,0 0-50-16</inkml:trace>
  <inkml:trace contextRef="#ctx0" brushRef="#br0" timeOffset="144536.79">10265 8482 50 0,'0'0'19'16,"0"0"-18"-16,0 0 0 0,0 0 0 15,0 0 2-15,30 5 4 16,-20-3 0-16,0-2 3 16,0 0-1-16,3 1 4 15,-1-1-5-15,2 0-1 16,2 0-3-16,0-1 3 0,2-3 0 16,3 0 1-16,-1-1-4 15,3 1-2-15,0-1 1 16,4 0-2-16,0 1 0 15,4 0 0-15,1 2-1 16,2 1 1-16,1 1 0 0,2 0-1 16,1 0 0-16,1 0 2 15,2 5-2-15,1-2 0 16,2 2 1-16,2-1-2 16,3 0 1-16,0-2 1 15,4 0 0-15,1 0 1 16,2-1 0-16,2 0 2 0,2-1 11 15,2 0-13-15,0 0 1 16,3 0-1-16,6 0 2 16,-1 0 0-16,6 0 1 15,-1-1-3-15,4 2 2 0,-2-1-1 16,3 0 0-16,1 0-1 16,-1 0 0-16,3 2 0 15,0 3 1-15,3-2 1 16,-2 2 2-16,4 0-2 15,2 1 3-15,0 0-2 0,4-1-1 16,3 0-1-16,1-2 0 16,0 2-1-16,-1-3 0 15,1 3-1-15,-1-2 0 16,-3 2 1-16,1 1 1 16,1 0 0-16,-1 1-2 15,1 0 1-15,0 0-2 0,-2 1 1 16,2 1 0-16,2 0 1 15,0-2-2-15,1 3 1 16,2-2-1-16,3 0 2 16,5-2 0-16,-1 0 0 0,3 1-1 15,3-2 0-15,-1 0 1 16,3-1-1-16,2-1 3 16,0-1-3-16,1-2 1 15,-1 1 2-15,5-1 2 16,2 0-1-16,0 1-1 15,-2-3-1-15,-1 0 0 0,3-2-1 16,-2 1-1-16,-3-1 1 16,-4 2-1-16,-1 0 0 15,0 1 0-15,-3-2-1 16,-1 3 1-16,-6-3-1 16,-2 1 1-16,0-1-1 15,-6-2 1-15,-1 1-1 0,-7 0 1 16,0-1-1-16,-5-1 2 15,-6 0-2-15,-2 1 0 16,-6 0 0-16,-6 0 1 16,-5-1 0-16,-6 1 1 0,-9 0-2 15,-6 1 0-15,-10 1 2 16,-7 0-1-16,-6 1 0 16,-6 1-5-16,-7 0-33 15,-2-2-24-15,-2-4-85 16</inkml:trace>
  <inkml:trace contextRef="#ctx0" brushRef="#br0" timeOffset="144984.31">19061 7821 47 0,'-2'-6'-6'0,"1"-3"11"15,-2 3 18-15,2-1-57 16,-3 1 14-16</inkml:trace>
  <inkml:trace contextRef="#ctx0" brushRef="#br0" timeOffset="145200.76">18854 7988 42 0,'-4'38'34'0,"4"2"-9"0,2 0-4 16,11 1-4-16,4-3 2 15,6-5-2-15,3-4-2 16,4-8 12-16,1-5-3 15,-1-5-15-15,-1-4-6 0,-3-2 0 16,-2-3 0-16,-2-2-18 16,-4-2-70-16</inkml:trace>
  <inkml:trace contextRef="#ctx0" brushRef="#br0" timeOffset="145843.38">19044 7856 84 0,'0'0'7'0,"0"0"4"16,0 0-4-16,0 0-6 0,0 0 0 15,0 0-1-15,0 0 1 16,0 0-4-16,0 0 3 16,0 0-7-16,-10-10-6 15,-1 10-4-15,-3 0-5 16,1 0 11-16,-3 0-2 0,0 3 4 16,-1 4 3-16,1 6 7 15,-1 2-1-15,2 3 8 16,4 4 11-16,1 1 11 15,2 3 5-15,6 4-16 16,2 0-12-16,0 1-3 16,7 2 9-16,4-7-2 0,2-3-167 15</inkml:trace>
  <inkml:trace contextRef="#ctx0" brushRef="#br0" timeOffset="146502.22">19294 7968 42 0,'0'0'17'0,"0"0"7"0,0 0-11 16,0 0 41-16,19-29-38 16,-18 27 4-16,0-1-18 0,-1 3-7 15,0 0-24-15,0 0-3 16,0 7 10-16,-3 1 10 16,-2 2 7-16,1 2 3 15,-1 0 3-15,1 2 3 16,2 1-1-16,0 2 4 15,-1 2 3-15,3 1 9 0,0 1 9 16,3 0-4-16,4 1 3 16,3-4-3-16,0-1 0 15,3-4-6-15,1-3 0 16,1-4 0-16,1-4-7 16,0-2-3-16,1 0-1 0,-1-6-4 15,-1-4 0-15,-1-4 0 16,-1-2 0-16,-1-2-1 15,-1-4-1-15,-1-1-6 16,0 0-16-16,-3 1-10 16,0-1 3-16,0 2-8 0,-4 3-10 15,-2 2 0-15,0 2 8 16,-1 4-2-16,0 0-10 16</inkml:trace>
  <inkml:trace contextRef="#ctx0" brushRef="#br0" timeOffset="146639.18">19548 7944 14 0,'0'0'33'0,"0"0"-16"15,0 0-47-15</inkml:trace>
  <inkml:trace contextRef="#ctx0" brushRef="#br0" timeOffset="146810.22">19763 7797 24 0</inkml:trace>
  <inkml:trace contextRef="#ctx0" brushRef="#br0" timeOffset="146981.04">19865 7975 2 0,'-3'45'76'16,"-11"0"-9"-16,-9 2-14 15,-6-2 14-15,-9-4-25 0,-2-1-38 16,-6-6-3-16,-4-3 0 16,-1-7-36-16,0-8-114 15</inkml:trace>
  <inkml:trace contextRef="#ctx0" brushRef="#br0" timeOffset="148134.07">19798 7771 35 0,'0'0'6'0,"0"0"24"0,0 0-2 16,0 0-7-16,-2-32 32 16,2 24-48-16,0 3 13 0,0 0 1 15,0 0-2-15,0 3-12 16,0 0-4-16,0 1-3 15,-2 1-7-15,0 0-2 16,0 0-3-16,0 0 10 16,0 0 4-16,-2 3-2 0,2-1 2 15,0 1 0-15,2 0 0 16,0 1 0-16,0-1-1 16,0-1-2-16,0 1 1 15,0 4-1-15,2 0 2 16,3 5 1-16,-1 6 2 15,1 6 5-15,1 6 3 0,0 8 3 16,-1 6 16-16,-3 7 27 16,-2 7 8-16,-7 6-29 15,-11 2-30-15,-9-1-3 16,-3-1-8-16,-3-12-90 0,-1-13-144 16</inkml:trace>
  <inkml:trace contextRef="#ctx0" brushRef="#br0" timeOffset="190150.29">12352 10223 4 0,'-4'2'5'0,"1"-1"-3"15,-1 1 0-15,2-2-1 16,0 0-1-16,0 0 1 16,2 0 0-16,-1 0 5 15,1 0 8-15,0 0-6 16,0 0-7-16,0 0-2 16,1 0-1-16,2 0-12 0,1 0-14 15</inkml:trace>
  <inkml:trace contextRef="#ctx0" brushRef="#br0" timeOffset="190295.26">12424 10170 22 0,'0'0'24'0,"0"0"20"16,0 0-34-16,0 0-19 15,0 0 9-15,0 0-1 0,0 0-8 16,0 0-11-16,5-19-7 15,-5 19 1-15</inkml:trace>
  <inkml:trace contextRef="#ctx0" brushRef="#br0" timeOffset="190493.47">12331 10273 9 0,'-31'32'20'16,"-3"6"-3"-16,-4 0-3 16,0 4-3-16,-1-4-4 15,0 0-1-15,4-4-1 16,3-5-4-16,4-5 0 15,6-7-4-15,6-2 2 16,6-5 1-16,6-3-2 0,1-1-2 16,3-6-4-16,3 0 5 15,8 0 20-15,6-4-7 16,7-7-8-16,2-6-2 16,7-4-23-16</inkml:trace>
  <inkml:trace contextRef="#ctx0" brushRef="#br0" timeOffset="190857.28">12701 10180 73 0,'0'0'19'15,"0"0"-7"-15,0 0 1 16,0 0 0-16,0 0-9 0,0 0-9 16,0 0 0-16,-29 33-5 15,5-10 2-15,-7 7 1 16,-6 4 5-16,-5 5 4 16,-3 2 3-16,-2 2 0 0,0 0-2 15,0-4-3-15,4-2 0 16,3-3 0-16,4-3 0 15,6-3 1-15,4-1-1 16,6-2 0-16,5-3 1 16,4-4 0-16,2-3 0 0,3-7 0 15,4-2-2-15,2-6-1 16,0-3-10-16</inkml:trace>
  <inkml:trace contextRef="#ctx0" brushRef="#br0" timeOffset="211415.43">11874 11605 6 0</inkml:trace>
  <inkml:trace contextRef="#ctx0" brushRef="#br0" timeOffset="212567.12">17057 11523 104 0,'0'1'6'0,"0"-1"-13"0,0 0-13 15,0 0-16-15,0 0 4 16</inkml:trace>
  <inkml:trace contextRef="#ctx0" brushRef="#br0" timeOffset="212723.29">17057 11523 14 0,'4'28'20'0,"-4"-25"-3"0,0-3-27 15</inkml:trace>
  <inkml:trace contextRef="#ctx0" brushRef="#br0" timeOffset="-214716.04">10312 8952 160 0,'0'0'66'0,"0"0"-61"16,0 0 19-16,-14-29-3 15,13 21-4-15,-1-2-5 0,0 0 3 16,-1 1 0-16,0 0 0 15,-2-1 0-15,-2 0 1 16,-2 1-1-16,-1 1 2 16,-3-1-4-16,-2-1-6 15,-2 1 1-15,-1 1-3 16,-6-1 1-16,0 0 0 0,-3-1 3 16,-2 0-1-16,-1 1 1 15,-2 0-1-15,-2-2-3 16,3 1 1-16,-4-2-1 15,1 2-3-15,-3 0 0 16,0-3 1-16,-1 2 2 0,1 0 3 16,0 0-1-16,-2 3-2 15,2 0-2-15,-1 1-2 16,-2 5 1-16,3 1-2 16,-2 1 1-16,2 0 0 15,1 3-1-15,-2 4 1 0,1 3-1 16,1 1 1-16,-3 4-1 15,3 1 0-15,-2 4-1 16,-1 0 0-16,2 3 2 16,-1 2 0-16,-1-1-1 0,2 1 0 15,-1 0 0-15,2-1 0 16,2-1 0-16,4 0 0 16,1 0 0-16,4 1 0 15,2-1 0-15,3 1 0 16,1 0 1-16,4 1-2 15,1 0 1-15,4-2-1 0,3 3 1 16,4-2-2-16,2 1 1 16,1 3 0-16,1 1 1 15,8 1-1-15,1 1 0 16,2 3 2-16,0-1-2 16,3 1 1-16,-2 2 0 0,2 1 0 15,-1 3 0-15,1-1-1 16,1 1 1-16,1 1 0 15,2-1 0-15,0-2-1 16,2 0 0-16,4-1 1 16,1 0-1-16,2-2 1 0,0-4-2 15,6-1 2-15,-1-5-1 16,3-4 1-16,1-3 0 16,4-3 0-16,-1 0 0 15,2-3 1-15,1-2-2 16,2 1 2-16,-2-3 0 15,0 0-1-15,2-1-1 0,3-2 1 16,-3-1 0-16,4-1 1 16,-1-2-1-16,-1-1 0 15,0 0 2-15,0 0-2 16,-2-5 0-16,0 0 1 16,-2-2 4-16,0-2-1 0,-1 1 7 15,-1-2-1-15,-1 0 1 16,-1-2-3-16,-1 0 1 15,-4 0-4-15,-1-1 0 16,-2-1 0-16,-1-1-2 16,-3-1-1-16,-1-1 1 0,-1-1 2 15,-3 0-1-15,-2-1 0 16,-5-2-2-16,1 1 0 16,-3-2 0-16,-1-2 1 15,1 0 0-15,-2-2 1 16,-1-2-2-16,-2-3 2 0,0-2-1 15,1 0-2-15,-3-2 2 16,-1-1-1-16,-2 0 0 16,-1 0 0-16,-2-1-1 15,0-3 3-15,0 0-1 16,-3-1-2-16,-1 0 1 0,-3-2-1 16,-1 5 0-16,-1 0 0 15,-2 0 0-15,-2 1 0 16,0 1 0-16,-1 0-1 15,-4 2 1-15,0 2-1 16,-4 3 0-16,-3 4 1 0,-2 3-1 16,-5 3 0-16,-1 4 1 15,-4 3-1-15,-1 4 0 16,-1 4 0-16,2 4 0 16,4 0-13-16,5 0-16 15,8 5-15-15,7-2-18 16,8-3-64-16,5-14-117 0</inkml:trace>
  <inkml:trace contextRef="#ctx0" brushRef="#br0" timeOffset="-213079.73">11829 8859 83 0,'-2'-4'8'0,"2"-2"12"15,0-1 36-15,0-1-44 16,0-2 1-16,4 0-2 0,-1 0 13 16,-1-1-4-16,1 0-2 15,-1 0 7-15,-2 0 1 16,0 2-4-16,0 0 4 15,0 0-5-15,0 1-5 16,-5 1-3-16,-2 2-2 16,-3-1-2-16,-4 2 1 0,-2 1-3 15,-3 3-4-15,-1 0 1 16,-2 0 0-16,2 3-2 16,-3 3 2-16,1 2-2 15,-1 0 1-15,1 2-1 0,0 1-1 16,0 1 1-16,0 1 4 15,-1 0-3-15,1 2-2 16,0-3 0-16,-1 2-1 16,3 1 2-16,0-3-2 15,2 3 0-15,-1 0 0 16,2 1 1-16,0 1 0 0,1 1-1 16,-2 4 0-16,1 2 2 15,0 4-2-15,-2-1 0 16,1 4 0-16,0 0 1 15,2 1 0-15,0 1 0 16,4 3 2-16,3 1 4 0,3 3-4 16,3 1 0-16,1 0-2 15,2 0 1-15,0-1 1 16,6 1 1-16,3 1 3 16,1-1-1-16,3 0 0 0,-1 0 0 15,6-3-1-15,-2 0 0 16,2-3-1-16,2 0-1 15,-2-1-1-15,2-1 0 16,-1-3-1-16,1 0 1 16,0-3-1-16,1-1 0 0,0-3 0 15,1-2 0-15,1-1 0 16,0-2 2-16,0-2-3 16,0-3 2-16,-1-1 0 15,1-5 1-15,-3-2-1 16,0-3 2-16,2-2 1 15,0-2 3-15,0-8 4 0,2-2-1 16,0-5-1-16,1 0-3 16,1-3-2-16,-2 2-2 15,-1-2-1-15,0 0-1 16,-1-1 1-16,-2-2-1 16,2 1-1-16,-4-4 1 0,1 1-1 15,0 0 1-15,-1 2-1 16,-3 0 2-16,1 0-1 15,-3 2 1-15,1 0-2 16,0-2 1-16,-3 2-1 16,-2-4 1-16,-1 1-2 0,-3-3 2 15,-3-3-1-15,-2 1 1 16,0-3-2-16,-1-1 1 16,-7-2 0-16,-3-2 0 15,0-2-1-15,-3-2 1 16,0-1 0-16,0-2 1 15,1 1-1-15,0 0 0 0,1-3-1 16,1-2 1-16,1-2 1 16,0 1-2-16,1-5 1 15,2 1 1-15,-3 3-30 16,1 1-16-16,-1 4-5 16,-1 7-6-16,-4 5 3 0,-2 10 5 15,-5 10-1-15,-1 7 15 16,-3 6 13-16,2 2 16 15,-3 0 1-15</inkml:trace>
  <inkml:trace contextRef="#ctx0" brushRef="#br0" timeOffset="-206074.31">12934 12508 2 0,'82'0'11'16,"-2"0"-4"-16,1 1-5 15,-1-1-1-15,2 0-1 16,-1 1 1-16,-1 1-2 16,4-2 1-16,-2 0 0 15,2 0 0-15,0 0 2 0,2 2 2 16,2-2 0-16,-2 0-1 16,4 0 0-16,1 0 7 15,-2 1-11-15,1-1 1 16,1 0-2-16,-2 0 1 15,0 1 0-15,-1-1-1 16,-3 0 1-16,0 0 1 0,-1 0-1 16,-1 1-1-16,-3-1-1 15,1 2-4-15,-3 0-5 16,-2 0 0-16,-2 0 8 16,-2 0 4-16,0 1 0 0,-2-1 0 15,-1 0 0-15,1-1 0 16,-2 2 0-16,-3-1 0 15,-1 0 0-15,0 1 0 16,-2-1 0-16,-2 0 0 16,1-1 0-16,-2 2 0 0,-1-1 0 15,-3 1 3-15,-3-1 3 16,-2 2-3-16,-3 0-2 16,1-2 0-16,-3 3-1 15,0-2 0-15,-1 1 0 16,-2-1-2-16,-1 0-7 15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.21476" units="1/cm"/>
          <inkml:channelProperty channel="Y" name="resolution" value="32.23881" units="1/cm"/>
          <inkml:channelProperty channel="T" name="resolution" value="1" units="1/dev"/>
        </inkml:channelProperties>
      </inkml:inkSource>
      <inkml:timestamp xml:id="ts0" timeString="2026-07-24T15:09:07.01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807 8440 0,'13'0'63,"0"0"-48,27 0 1,-27 0-1,14 0 1,-1 13 0,120-13-16,171 14 15,-237-14-15,26 0 16,118 13 0,-118-13-1,-79 0 1,65 0-1,-26 0 1,40 0 0,132 0 15,-52 0-31,-41 0 16,-132 0-1,1 0 1,-1 0 31,40 13-32,92-13-15,14 0 16,66 13 0,-13 1-1,-27-14 1,-132 0-1,-40 0 126,66 0-141,80 13 16,-40-13-1,119 0 1,-79 0 0,-53 0-1,-80 0 1,54 13 31,12-13-32,-26 13 1,67-13-16,-54 0 16,-66 0 15,1 0 141,118 0-172,79 0 15,-52 13 1,159-13 0,-146 0-1,-106 0 1,-53 0 15,93 14 0,66-1-31,119 0 16,-66 0 0,-146-13-1,-66 0 1,1 0-1,-1 0 142,146 14-142,13-14-15,-67 13 16,134-13 0,-94 0-1,-92 0 1,-40 0 46,133 0-46,-14 13-16,-26-13 0,79 13 16,-132-13 15,-40 0-31,27 0 94,172 0-79,-27 14-15,-79-14 16,13 0-1,-93 0-15,80 0 110,0 0-110,79 0 15,-53 0 1,120-14 0,-67 14-1,-132-13 1,53 13 46,119 0-46,-14 0 0,120 0-1,-133-26 1,-158 26 0,-27 0-1,67 0 63,-41 0-62,-12 0-16,-14-14 16,40 1-1,-40 13 1,0 0-1,80 0 64,13 0-79,-53 0 15,0 0 1,-40-13-1,146 39 142,-54-26-157,-12 14 0,13-14 31,-53 0-31,-40 0 0,-26-14 328,-40-25-312,26 25-16,-39 14 15,-40 0 1,54-13-16,12 13 16,27 0-16,-1 0 15,1-13-15,-13 13 16,-40 0-1,13-13 1,-53 13 0,-26 0 15,65 0-31,54 0 16,0 0 15,0 0 47,-133 0-62,93 0-16,-13 0 15,13 0 1,0 0 15,14 0-15,-54 0-1,-119 0 1,-52 0 0,12 0-1,107 0 1,79 0-16,13 0 15,40 0-15,-14 0 110,-52 0-95,26 0-15,0 0 16,-93 0 0,93 0-16,1 0 31,-1 0-31,26 0 0,1 0 0,-40-13 31,-1-1-15,-78 14-1,-14 0 1,27 0 0,53 0-1,26 0 1,39 0 0,1 0 46,-66-13-62,-67 0 16,14-14-16,-146 1 31,133 13-31,65 13 16,54 0 15,13 0 0,-27 0 0,-119 0-31,14 0 16,-27 0-16,0-27 16,26 27-16,40 0 15,14 0-15,-1 0 16,80 0 15,-53 0 16,-14 0-31,1 0-16,-40 0 31,40 0-31,26 0 31,39 0 32,1 0-63,-106 0 15,-93 0 1,-26 0-1,53 0 1,26 0 0,106 0 15,27-13-31,13 13 47,-106-26-47,13 26 31,-40 0-15,40 0-1,67 0 1,26 0 0,-54 0 62,-65-14-63,13 1 1,-106-13 0,66 26-1,80 0 1,53 0-1,26-14 1,-14 14 78,-131 0-94,52 0 15,-39 0-15,-133 0 16,14 0 0,92-13 15,93 13-31,40 0 16,12 0 15,1 0 0,-79 0-15,12 13-1,-39 1 1,40-14 0,39 0-16,-13 0 15,40 0 1,0 0-16,-1 0 140,-52 0-140,-13 0 16,26 0 0,-40 0-16,-118 0 15,105 0-15,27 0 16,-40 0 0,105 0 93,1 0 0,-80 0-93,14 0-16,53 0 16,-54 0-1,67 0 1,-13 0 46,-80 0-62,53 0 16,26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6:09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2787,'8'-7'8830,"30"-10"-9048,-37 17 660,26-11-210,0 1 0,1 2 0,0 0 0,1 2 1,46-3-1,-74 9-173,-1-1-22,-47 1 160,41 0-237,0 0 0,0 1-1,-1-1 1,1 1 0,0 1-1,0-1 1,0 1 0,-10 5-1,-18-1 52,30-6-10,1 0 1,-1 0-1,1 0 1,-1 1-1,1-1 1,0 1 0,0 0-1,-1 0 1,1 0-1,0 1 1,0-1-1,0 1 1,-5 3-1,11-4-6,1 0-1,-1 0 0,1 0 0,-1 0 0,1-1 0,-1 0 1,1 1-1,-1-1 0,5-1 0,-8 1 6,142-9 454,-142 9-385,-27-1 29,0 2-1,0 1 1,1 1-1,-1 1 1,1 1 0,-27 10-1,73-14-116,19-7 38,88-37-40,-190 66 7,22-8 2,-49 23 1,90-38 9,0 0 1,0 0 0,0 0 0,0 0 0,0 0 0,0 0 0,0 0 0,1 0 0,-1 0 0,0 0 0,0 0 0,0 0 0,0 0 0,0 0-1,0 0 1,0 0 0,0 1 0,0-1 0,1 0 0,-1 0 0,0 0 0,0 0 0,0 0 0,0 0 0,0 0 0,0 0 0,0 0 0,0 0 0,0 0-1,0 0 1,0 0 0,0 0 0,0 1 0,0-1 0,0 0 0,1 0 0,-1 0 0,0 0 0,0 0 0,0 0 0,0 0 0,0 0 0,0 0-1,0 1 1,0-1 0,0 0 0,0 0 0,0 0 0,0 0 0,0 0 0,-1 0 0,1 0 0,0 0 0,0 0 0,0 1 0,0-1 0,0 0 0,0 0-1,18 1-135,22-4-47,22-20 235,-44 16-30,-1 0-1,1 1 1,29-5 0,-45 11 16,-15 2-22,0 0 0,0 1 1,0 0-1,0 1 0,0 1 0,1 0 1,-17 10-1,-17 5 12,17-6-53,31-11-38,17-3 64,-5-2 16,-1-1 0,0 0 0,0-1 0,-1 0 0,1-1 0,12-7 0,31-11 133,-126 36 353,49-7-503,14-5-4,0 0 1,1 1-1,-1 0 1,0 1-1,1-1 1,-1 1-1,-9 7 1,15-10-71,83-19-64,-72 16 147,41-18 36,-36 12-6,-15 9-38,0 0 1,0 0 0,0 0 0,0 0-1,0 0 1,-1 1 0,1-1 0,0 0 0,0 0-1,0 0 1,0 0 0,0 0 0,0 0 0,-1 0-1,1 0 1,0 0 0,0 0 0,0 0-1,0 0 1,0 1 0,-1-1 0,1 0 0,0 0-1,0 0 1,0 0 0,0 0 0,0 0-1,-1-1 1,1 1 0,0 0 0,0 0 0,0 0-1,0 0 1,0 0 0,-1 0 0,1 0 0,0 0-1,0 0 1,0 0 0,0 0 0,0 0-1,0 0 1,-1-1 0,1 1 0,0 0 0,0 0-1,0 0 1,0 0 0,0 0 0,0 0-1,0-1 1,0 1 0,0 0 0,0 0 0,0 0-1,0 0 1,0-1 0,0 1 0,0 0 0,0 0-1,0 0 1,0 0 0,0 0 0,0-1-1,0 1 1,0 0 0,0 0 0,0 0 0,0 0-1,-9 0 2,0 1-1,1 0 0,-1 1 1,0 0-1,1 0 0,0 1 1,-16 7-1,72-9-295,-43-2 308,2-1 19,-1 1 1,0-1 0,0 0-1,1 0 1,-2-1 0,1 0 0,8-5-1,-43 9 117,5 4-125,0 1 0,-33 13 0,57-19-27,0-1-1,0 1 1,0 0 0,0 0 0,1 0 0,-1 0 0,0 0 0,0 0 0,0 0 0,0 0 0,0 0 0,0 0 0,0 1 0,0-1 0,1 0 0,-1 0 0,0 0 0,0 0 0,0 0 0,0 0 0,0 0 0,0 0 0,0 0 0,0 0 0,0 0 0,1 0 0,-1 0 0,0 0 0,0 0 0,0 1 0,0-1 0,0 0 0,0 0-1,0 0 1,0 0 0,0 0 0,0 0 0,0 0 0,0 0 0,0 1 0,0-1 0,0 0 0,0 0 0,0 0 0,0 0 0,0 0 0,0 0 0,0 0 0,0 0 0,0 1 0,0-1 0,0 0 0,0 0 0,0 0 0,0 0 0,0 0 0,0 0 0,20 3-258,22-1-126,53-11-13,-57 1-3296,-31 5 428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9:15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64,'0'-9'2779,"0"6"-1540,0 6-1328,0-2-1181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9:55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3844,'0'0'6496,"0"21"-6074,-27 189 2628,14-122-6874,9-59-5011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2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92 1954,'2'0'439,"0"0"1,0 0-1,0-1 1,0 1-1,0 0 0,0-1 1,0 0-1,0 1 1,0-1-1,0 0 0,0 0 1,-1 0-1,1 0 1,0 0-1,-1 0 0,1 0 1,-1-1-1,1 1 1,-1 0-1,0-1 1,1 0-1,-1 1 0,0-1 1,0 0-1,1-2 1,-2 3-364,1-1 1,-1 1-1,0 0 1,1-1 0,-1 1-1,0-1 1,0 1-1,0-1 1,0 1 0,0-1-1,0 1 1,-1-1-1,1 1 1,0-1 0,-1 1-1,1-1 1,-1 1-1,0 0 1,1-1 0,-1 1-1,0 0 1,0-1-1,0 1 1,0 0 0,0 0-1,0 0 1,0 0-1,0 0 1,0 0 0,-1 0-1,1 1 1,0-1 0,-3-1-1,-4-1 21,0-1 0,0 1 0,-1 1 0,1-1-1,-1 2 1,1-1 0,-1 1 0,0 0 0,0 1 0,1 0 0,-1 1-1,0-1 1,0 2 0,1-1 0,-12 4 0,9-2-59,1 1 1,0 0-1,0 0 1,1 1-1,-1 0 1,1 1-1,0 0 1,0 0-1,1 1 1,0 0-1,0 0 1,-9 12-1,13-13-33,1 0 1,-1 0-1,1 1 0,0-1 1,1 0-1,0 1 0,0 0 1,0 0-1,1 0 0,0-1 1,0 1-1,0 0 0,1 0 1,0 0-1,1 0 0,2 12 1,-3-15-4,1 0 0,0 0-1,0 0 1,0-1 0,0 1 0,1 0 0,0-1 0,0 1 0,0-1 0,0 0 0,0 1 0,1-1-1,-1 0 1,1 0 0,0-1 0,0 1 0,0 0 0,0-1 0,0 0 0,0 0 0,1 0-1,-1 0 1,1 0 0,0-1 0,-1 1 0,1-1 0,0 0 0,0-1 0,0 1 0,4 0 0,-2-1-4,0 0 1,1-1 0,-1 1 0,0-1-1,0-1 1,0 1 0,0-1 0,0 0 0,0 0-1,-1-1 1,1 1 0,0-1 0,-1-1-1,5-3 1,-1-1-5,0 1 1,0-2-1,-1 1 0,-1-1 0,1 0 1,8-16-1,-7 11-2,-2 0 1,0 0 0,0-1-1,-1 0 1,-1 0 0,-1 0-1,3-17 1,-5 52 193,1 0 0,0 0 0,2 0-1,0-1 1,11 28 0,3 11 98,-1 12-51,37 109-12,-55-178-217,0-1 1,0 0 0,0 0 0,0 1 0,0-1 0,0 0 0,1 0 0,-1 0 0,0 1 0,0-1 0,0 0-1,0 0 1,0 0 0,0 0 0,0 1 0,1-1 0,-1 0 0,0 0 0,0 0 0,0 0 0,0 1 0,1-1-1,-1 0 1,0 0 0,0 0 0,0 0 0,0 0 0,1 0 0,-1 0 0,0 0 0,0 0 0,1 0 0,-1 0-1,0 0 1,0 0 0,0 0 0,1 0 0,-1 0 0,0 0 0,0 0 0,0 0 0,1 0 0,-1 0 0,0 0-1,0 0 1,0 0 0,1 0 0,-1 0 0,0-1 0,10-12 100,2-17-66,13-41-10,51-98-1,-21 50-15,-50 97 510,-3 11-1180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3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47 114 1281,'-1'-12'114,"-8"-38"3168,9 49-3038,-1 0 0,1 0 1,0 0-1,-1 0 0,1 0 0,0 0 0,-1 0 1,1 0-1,-1 0 0,0 1 0,1-1 1,-1 0-1,0 0 0,1 1 0,-1-1 0,0 0 1,0 1-1,0-1 0,1 0 0,-1 1 0,0-1 1,0 1-1,0 0 0,0-1 0,0 1 1,0 0-1,0 0 0,0-1 0,0 1 0,0 0 1,0 0-1,0 0 0,0 0 0,0 0 1,0 0-1,0 1 0,0-1 0,0 0 0,-2 1 1,2 3-142,0-1 1,0 1-1,1-1 1,-1 1-1,1-1 1,0 1-1,0 0 1,1-1-1,-1 1 0,1-1 1,-1 1-1,3 6 1,2-2-71,0 0 0,1-1 0,-1 0 0,1 0 0,1 0 0,9 8 0,-14-13-32,0 0 0,1 0 1,-1 0-1,1 0 0,0 0 0,0 0 0,-1-1 0,1 1 0,0-1 1,0 0-1,0 0 0,1 0 0,-1 0 0,0-1 0,0 1 0,0-1 0,1 0 1,-1 0-1,0 0 0,0 0 0,5-1 0,-6-1-13,-1 1 1,1 0-1,0-1 0,-1 1 0,1-1 0,-1 0 0,1 1 1,-1-1-1,0 0 0,0 0 0,0 0 0,0 0 1,0 0-1,0 0 0,-1 0 0,1 0 0,0 0 0,-1-4 1,7-43-170,-6 43 148,0-6 28,0 7 35,0 0 1,0 0-1,-1 0 0,1-1 0,-1 1 0,-1 0 0,1 0 0,-1 0 0,0 0 0,-1-7 0,6 56 1427,52 75-1140,-37-84-213,-2 2 1,-1 0-1,-2 1 0,11 45 1,-23-77-42,-1-1 1,0 0 0,-1 1 0,1-1-1,-1 1 1,0-1 0,0 1-1,-1-1 1,0 0 0,0 1 0,0-1-1,-3 9 1,2-11-19,-1 1 0,1 0 0,-1-1-1,0 0 1,0 0 0,0 1 0,0-2 0,0 1 0,-1 0 0,1-1-1,-1 1 1,0-1 0,0 0 0,0 0 0,0-1 0,-5 2-1,-2 2-98,0-1 0,0-1 0,0 0-1,-1 0 1,1-1 0,-1-1 0,1 0-1,-1 0 1,0-1 0,1-1-1,-21-3 1,30 3-78,1 1-1,0 0 1,0-1-1,0 0 1,0 1-1,0-1 1,0 0-1,0 1 1,0-1-1,1 0 1,-1 0-1,0 0 1,0 0-1,1 1 1,-1-1-1,0 0 1,0-2-1,-2-14-4897,3 6 994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4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9513,'0'0'6395,"8"7"-5791,21 27-368,-1 1 1,-2 1 0,-1 1-1,-2 2 1,18 41 0,-40-79-632,-1-1 1,1 1-1,0-1 1,-1 0-1,1 1 0,0-1 1,-1 0-1,1 0 1,0 0-1,0 1 1,-1-1-1,1 0 1,0 0-1,0 0 1,0 0-1,-1 0 1,1 0-1,0-1 1,0 1-1,-1 0 1,1 0-1,0 0 1,0-1-1,-1 1 1,1 0-1,0-1 0,-1 1 1,1-1-1,0 1 1,0-1-1,7-6-3480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4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60 5317,'0'0'11344,"1"-4"-11066,0 5-177,-1 5-66,1 0 1,0 0-1,-1 0 0,2 0 1,-1 0-1,1 0 0,0 0 1,0-1-1,1 1 0,-1-1 0,1 1 1,0-1-1,1 0 0,4 6 1,-5-9-61,-1 1 0,1 0 0,0-1 0,0 1 1,0-1-1,0 0 0,0 0 0,1 0 0,-1 0 1,1-1-1,-1 0 0,1 1 0,0-1 0,-1 0 0,1-1 1,0 1-1,0-1 0,-1 1 0,1-1 0,0-1 1,0 1-1,0 0 0,-1-1 0,6-1 0,-7 1 23,-1 1-1,1-1 0,-1 0 1,1 0-1,-1 0 1,0 0-1,1 0 0,-1 0 1,0 0-1,0-1 0,0 1 1,0 0-1,0-1 1,0 1-1,0-1 0,0 1 1,0-1-1,-1 1 0,1-1 1,-1 1-1,1-1 0,-1 0 1,0 1-1,1-1 1,-1 0-1,0 1 0,0-1 1,0 0-1,0 0 0,-1 1 1,1-1-1,0 0 0,-1 1 1,1-1-1,-2-1 1,1-4-3,-1 0 0,0 0 0,-1 0 0,0 1 0,0 0 1,0-1-1,-5-6 0,2 7-275,0 0 1,0 0-1,0 1 1,0 0-1,-1 0 0,0 0 1,0 1-1,-1 0 1,-15-6-1,21 9 171,0 0 0,0 0 0,0 0 1,-1 0-1,1 1 0,0-1 0,-1 1 0,1 0 0,-1 0 0,1-1 1,0 2-1,-1-1 0,1 0 0,-1 0 0,1 1 0,0-1 0,-1 1 1,1 0-1,0 0 0,0 0 0,-1 0 0,1 0 0,0 0 0,0 0 1,0 1-1,0-1 0,1 1 0,-1-1 0,0 1 0,1 0 0,-1 0 1,1 0-1,-1 0 0,1 0 0,0 0 0,0 0 0,0 0 0,-1 4 1,0-1-3277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4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0 7815,'0'0'5707,"-9"5"-4362,6-3-1249,-13 8 701,0 0 1,1 1 0,-18 17-1,30-26-739,-1 1 0,1 0 0,0 0 0,1 0 0,-1 0 0,0 0 0,1 1 0,0-1 0,0 1 0,0-1 0,0 1 0,1 0 0,-1 0 0,1 0 0,0 0 0,0 0 0,0 0 0,1 0 0,-1 0 0,1 0 0,0 0 0,0 0 0,1 1 0,1 6 0,-1-9-58,0 0 0,1-1 0,0 1 0,-1 0 0,1 0 0,0-1 0,0 1 0,0-1 0,0 1 0,0-1 0,0 0 0,1 0 0,-1 0 0,0 0 0,1 0 0,-1-1 1,0 1-1,1-1 0,-1 1 0,1-1 0,-1 0 0,4 0 0,-3 0-67,0 1 1,0-1-1,0 0 1,0 0-1,0-1 1,0 1-1,0 0 1,0-1-1,0 0 1,0 0-1,0 0 1,-1 0-1,1 0 1,0-1-1,0 1 1,-1-1-1,5-3 1,-4 0 58,0 1 0,0-1 0,0 0 0,-1 0 0,0 0 0,0-1 0,0 1 0,-1 0 0,0-1 0,0 1 0,0-1 0,0 1 0,-1-1 0,0 1 0,-1-10 0,-1 20 1064,12 11-1103,-4-12-158,0 0 1,0-1-1,0 1 1,0-1-1,1-1 1,0 1-1,-1-1 1,12 2 0,-13-3-858,0 0 1,0 0 0,0-1 0,1 0-1,-1 0 1,0 0 0,8-2 0,2-5-2964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5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124 152 7431,'0'0'2680,"-8"2"-689,5-2-1882,-1 1 0,1 0 0,-1-1 0,1 2 0,-1-1 0,1 0 1,0 1-1,-1-1 0,1 1 0,0 0 0,0 0 0,0 0 0,1 1 0,-1-1 0,0 1 0,1-1 0,0 1 0,-1 0 0,1 0 0,0 0 0,1 0 0,-1 0 0,0 1 0,1-1 0,0 0 1,0 1-1,0-1 0,0 1 0,0-1 0,1 1 0,0-1 0,-1 1 0,1 0 0,1 5 0,-1-7-116,0-1 0,0 1 0,1-1 0,-1 0 0,0 1 0,1-1 0,-1 1 0,1-1 0,-1 1 0,1-1 0,-1 0 0,1 0 0,0 1 0,0-1 0,0 0 0,0 0 0,0 0 0,0 0 0,0 0 0,0 0 0,0 0 0,1 0 0,-1 0 0,0 0 0,0-1 0,1 1 0,-1-1 0,1 1 0,-1-1 0,0 1 0,1-1 0,-1 0 0,1 0 0,-1 1 0,1-1 0,-1 0 0,1 0 0,1-1 0,0 1-88,-1-1-1,1 1 1,0-1-1,-1 1 0,0-1 1,1 0-1,-1 0 1,1 0-1,-1-1 0,0 1 1,0 0-1,0-1 0,0 0 1,0 1-1,0-1 1,0 0-1,0 0 0,-1 0 1,1 0-1,-1 0 1,1 0-1,0-4 0,1-2 20,-1-1 0,0 1 1,-1-1-1,0 1 0,0-1 0,-1 0 0,0 0 0,-1 1 0,1-1 0,-2 0 0,1 1 0,-1-1 0,-1 1 0,0-1 0,-5-11 0,4 12 169,0 1 0,0 0 0,0-1 0,-1 2 0,0-1-1,-1 0 1,-7-7 0,8 11 289,1-1 0,-1 1 0,1-1 0,-1 1 0,0 0 0,0 1-1,-1 0 1,1-1 0,0 1 0,-1 1 0,-6-2 0,11 3-334,0 1 0,1-1 0,-1 1 0,1-1 0,-1 1 0,1-1 0,-1 1 0,0 0 0,1-1 0,0 1 0,-1-1 0,1 1 0,-1 0 0,1-1 0,0 1 0,0 0-1,-1 0 1,1-1 0,0 1 0,0 0 0,0 0 0,0-1 0,0 1 0,0 0 0,0 0 0,0-1 0,0 1 0,0 0 0,0 0 0,0-1 0,1 1 0,-1 0 0,0 0 0,1 0 0,6 33 19,2-5-24,1-1 0,1-1 0,21 36 0,-24-49-42,1 0-1,0-1 1,1 0-1,1 0 0,0-1 1,0 0-1,23 17 1,-32-28-14,0 1 0,0-1 0,0 0 0,0 1 0,0-1 0,0 0 0,0 0 0,0 0 0,0-1 0,0 1 0,1 0 0,-1-1 0,0 0 0,1 1 0,-1-1 0,0 0 0,1 0 0,-1 0 0,0-1 0,0 1 0,1 0 0,3-2 0,-4 0 0,1 1 1,0-1-1,-1 0 1,0 0 0,1 0-1,-1-1 1,0 1 0,0 0-1,0-1 1,0 1-1,-1-1 1,1 0 0,-1 0-1,2-4 1,2-6-2,-2 1 0,1-1 0,-2 1 0,0-1 1,0 0-1,-1-24 0,-1 30 63,0-20-118,0 27 96,0-1 0,0 1 0,0-1 0,0 0 0,0 1 0,0-1 0,-1 0 0,1 1 0,0-1 0,0 0 0,0 1 0,-1-1 0,1 1 0,0-1 0,0 0 0,-1 1 0,1-1 0,-1 1 0,1-1 0,0 1 0,-1-1 0,1 1 0,-1 0 0,1-1 0,-1 1 1,1-1-1,-2 1 0,2 2-10,0-1 0,0 1 0,0 0 1,0 0-1,1 0 0,-1 0 0,1 0 1,-1 0-1,1-1 0,0 1 0,0 0 1,1 3-1,4 0-35,-1 0 0,1 0 0,0-1 1,0 1-1,0-1 0,0 0 0,1-1 1,0 0-1,8 3 0,18-2-7433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5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9641,'0'0'128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6.2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11403,'0'0'3966,"7"7"-3683,55 44 166,-72-55 53,9 4-457,0 0 1,0 0-1,0 0 0,0 0 0,0 0 1,1-1-1,-1 1 0,0 0 1,0-1-1,0 1 0,1-1 0,-1 1 1,0-1-1,0 1 0,1-1 1,-1 1-1,0-1 0,1 0 0,-1 1 1,1-1-1,-1 0 0,1 0 1,-1 1-1,1-1 0,0 0 0,-1 0 1,1 0-1,0 1 0,0-1 1,-1 0-1,1 0 0,0 0 1,0 0-1,0 0 0,0 1 0,0-3 1,1 1-27,0-1 1,0 1-1,-1-1 1,2 1 0,-1 0-1,0 0 1,0-1-1,1 1 1,-1 0-1,1 0 1,0 1 0,-1-1-1,1 0 1,0 0-1,0 1 1,0-1 0,0 1-1,1 0 1,-1-1-1,0 1 1,5-1-1,53-19 42,-44 19-1105,0 1 0,28 1 0,-20 0-3939,-13 0 798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6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3 8680,'0'0'4698,"-8"0"-4031,5-1-625,1 1 0,-1-1 1,1 1-1,-1 0 0,1 0 0,0 0 0,-1 0 0,1 1 0,-1-1 0,1 0 0,0 1 0,-1 0 0,1-1 1,0 1-1,-1 0 0,1 0 0,0 1 0,0-1 0,0 0 0,0 1 0,0-1 0,0 1 0,1 0 0,-1-1 0,0 1 1,1 0-1,-1 0 0,1 0 0,0 0 0,0 0 0,0 1 0,0-1 0,0 0 0,0 0 0,0 1 0,1-1 0,-1 1 1,1-1-1,0 0 0,0 1 0,0-1 0,0 5 0,0-7-41,0 0 1,1 1-1,-1-1 0,0 0 1,0 1-1,0-1 0,1 0 1,-1 1-1,0-1 0,1 0 1,-1 0-1,0 1 0,1-1 1,-1 0-1,0 0 0,1 0 1,-1 0-1,0 1 0,1-1 1,-1 0-1,0 0 0,1 0 1,-1 0-1,1 0 0,-1 0 1,0 0-1,1 0 0,-1 0 1,1 0-1,-1 0 0,0 0 1,1 0-1,-1-1 0,0 1 1,1 0-1,-1 0 0,0 0 1,1 0-1,-1-1 0,0 1 1,1 0-1,-1 0 0,0-1 1,1 1-1,-1 0 0,0-1 1,17-9 36,-16 8 18,1 1 0,0-1-1,0 1 1,0 0-1,0 0 1,0-1-1,0 1 1,1 0-1,-1 1 1,0-1-1,0 0 1,1 1 0,-1-1-1,1 1 1,-1 0-1,0 0 1,1 0-1,-1 0 1,0 0-1,1 0 1,-1 1 0,0-1-1,1 1 1,-1-1-1,0 1 1,1 0-1,-1 0 1,0 0-1,0 0 1,0 0 0,0 1-1,0-1 1,0 1-1,-1-1 1,3 3-1,9 8 340,0 0 1,-1 0-1,17 25 0,-23-30-319,22 30 161,-2 0 0,33 62 0,-52-86-227,-1 1-1,0-1 0,-1 1 0,0 1 1,-1-1-1,0 1 0,-2-1 0,0 1 1,0 0-1,-1 0 0,-2 26 0,0-38 15,0-1-1,0 1 1,0 0 0,0-1-1,0 1 1,-1-1-1,1 1 1,-1-1-1,0 0 1,0 0-1,0 1 1,0-1 0,0 0-1,0-1 1,0 1-1,-1 0 1,1-1-1,0 1 1,-1-1-1,0 0 1,1 0-1,-1 0 1,0 0 0,1 0-1,-1 0 1,0-1-1,0 0 1,0 1-1,0-1 1,1 0-1,-1 0 1,-4-1 0,2 1 18,0 0 1,0 0-1,0-1 1,0 0-1,0 0 1,1 0-1,-1-1 1,0 1-1,0-1 1,1 0 0,-1 0-1,1-1 1,0 1-1,0-1 1,0 0-1,0 0 1,0-1-1,-4-4 1,3-1-43,1 0 0,0 0 0,0 0 0,1-1 0,0 1 0,1-1-1,0 0 1,0 0 0,1 0 0,1 0 0,-1 0 0,2 0 0,-1 0 0,4-16 0,3-13-1169,3 0 0,17-48 1,8-26-5842,-23 54 695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00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2402,'0'0'1330,"7"0"4568,11-3-7414,-12-7-833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22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3844,'6'-19'8987,"-4"50"-5011,0-10-4106,4 53 1522,-3-19-983,2 0 0,3 0-1,17 60 1,-23-108-396,1 1 0,0 0 0,0-1 0,1 1 0,0-1 0,0 0 0,7 8 0,-9-13-19,1 1 0,-1-1 1,1 1-1,0-1 0,-1 0 0,1 0 1,0 0-1,0 0 0,1-1 0,-1 1 1,0-1-1,1 0 0,-1 0 0,0 0 1,1 0-1,-1-1 0,1 1 0,5-1 1,33-5-2929,-40 4 2396,0 0 0,1 0 0,-1-1 0,0 1 0,0 0 0,0-1 1,0 1-1,0-1 0,0 0 0,-1 0 0,1 0 0,0 0 0,-1 0 0,3-4 0,3-8-3898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23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0 153 4901,'0'0'11050,"3"-5"-10964,1-1-54,0 1 0,1 0 0,-1 0 0,1 0 1,0 0-1,0 1 0,0 0 0,1 0 0,-1 1 1,8-5-1,72-28 399,-62 28-1568,0-1-1,27-16 1,-28 9-3881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24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0 265 3523,'0'0'6412,"9"-4"-5494,152-75 1935,287-97 1,-435 173-4323,-3 1-2255,-19 1-538,-1 1-2843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24.6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7111,'0'0'5530,"27"-3"-4195,23 14-469,59 3 0,-58-8-1591,54 13 1,-107-19 792,1 0 1,-1 0-1,1 1 1,-1-1-1,1 1 1,-1-1-1,1 1 0,0 0 1,-1-1-1,1 1 1,0 0-1,0 0 1,-1 0-1,1 0 1,0 0-1,0 0 1,0 0-1,0 1 0,0-1 1,0 0-1,1 1 1,-1-1-1,0 0 1,1 1-1,-1-1 1,1 1-1,-1-1 1,1 3-1,-19 58 219,15-47-23,-104 303-846,106-315-1959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2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2691,'0'-28'13470,"0"45"-13296,0 2-65,1 0 0,0 0-1,2 0 1,0-1 0,8 28 0,-10-42-100,1 1 0,-1-1 1,1 0-1,0 1 0,0-1 1,0 0-1,1 0 0,-1-1 1,1 1-1,0 0 1,0-1-1,0 0 0,1 0 1,-1 0-1,1 0 0,-1 0 1,1-1-1,0 1 0,0-1 1,0 0-1,1 0 0,-1-1 1,0 1-1,1-1 1,-1 0-1,1 0 0,-1-1 1,7 1-1,-5-1-3,1 0 1,-1-1-1,0 0 0,0 0 1,0-1-1,0 1 0,0-1 0,0 0 1,0-1-1,-1 0 0,1 0 1,-1 0-1,0 0 0,6-5 1,-8 5-1,0 0 1,-1 1 0,1-1 0,-1 0 0,1 0 0,-1-1 0,0 1 0,-1 0 0,1-1-1,0 1 1,-1-1 0,0 0 0,0 1 0,0-1 0,0 0 0,-1 0 0,1 1 0,-1-1 0,0 0-1,0 0 1,0 0 0,-1 0 0,1 1 0,-3-7 0,3 9 67,-1-1 0,1 1 0,-1 0 0,0 0 0,1-1 0,-1 1 0,0 0 0,0 0 0,0 0 0,1 0 0,-1 0 0,0 0 0,-1 0 0,1 1 1,0-1-1,0 0 0,0 1 0,0-1 0,-1 0 0,-1 0 0,-4 4 968,14 13-570,-2-10-465,0 0 0,1-1 0,-1 1 0,1-1 0,0 0 0,1-1 0,-1 1 0,1-1 0,0-1-1,0 1 1,0-1 0,0 0 0,0-1 0,1 0 0,-1 0 0,1 0 0,0-1 0,-1 0 0,1-1-1,0 0 1,0 0 0,0 0 0,8-3 0,-12 2-3,-1-1 0,0 1 0,1-1 0,-1 0 0,0-1 0,0 1 0,-1 0 0,1-1 0,0 0 0,-1 1 0,0-1 0,1 0 0,-1 0 0,0 0-1,-1-1 1,1 1 0,-1 0 0,1-1 0,-1 1 0,0-1 0,1-6 0,0 2 0,-1 0 0,1-1 0,-2 1 1,1 0-1,-1 0 0,-1 0 0,1-1 0,-1 1 0,-2-8 0,-1 8-2,0-1 0,0 1 0,0 1 0,-1-1 0,0 0 0,-1 1 0,1 0 0,-1 1 0,-1-1 0,1 1 1,-1 0-1,0 1 0,-10-7 0,6 5-51,0 0 0,-1 1 0,1 0 0,-1 1 0,0 0 1,-1 1-1,1 0 0,-22-3 0,26 7-665,1 0-1739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7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1 279 6406,'0'0'8136,"11"-4"-7501,253-115 2494,-186 79-2738,2 3 0,123-38 1,-203 74-429,1 1 0,-1 0 1,0-1-1,1 1 0,-1 0 0,1 0 1,-1-1-1,0 1 0,1 0 0,-1 0 1,1 0-1,-1 0 0,1-1 0,-1 1 1,1 0-1,-1 0 0,1 0 1,-1 0-1,1 0 0,-1 0 0,1 0 1,-1 0-1,1 0 0,-1 1 0,1-1 1,-1 0-1,1 0 0,-1 0 0,0 1 1,1-1-1,-1 0 0,1 0 1,-1 1-1,0-1 0,1 0 0,-1 1 1,0-1-1,1 0 0,-1 1 0,0-1 1,1 1-1,-1-1 0,0 0 0,0 1 1,1 0-1,-2 0-312,1 0 0,0-1 0,-1 1 0,1 0 0,-1-1 0,1 1 0,-1 0 0,0-1 0,1 1 0,-1-1 0,1 1 0,-1-1 0,0 1 0,0-1 0,1 1 0,-1-1 0,0 0 0,0 1 0,1-1 0,-1 0 0,0 0 0,0 0 0,0 1 0,-1-1 0,-7 0-4264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6822,'0'0'7677,"4"11"-6620,2-9-847,0 0 0,1 0 0,-1 0 0,1-1 0,-1 0 0,1-1 0,-1 1 0,1-1 0,7-1 0,5 2 71,15 0-19,49 4-1,-75-4-247,-1 0 0,1 0 0,-1 1 0,1 0 0,-1 1 0,0 0 0,14 7 0,-20-9 3,1 0 0,-1 1 0,0-1 0,0 1 0,1-1 0,-1 1-1,0 0 1,0-1 0,-1 1 0,1 0 0,0 0 0,-1 0 0,1-1 0,-1 1 0,1 0-1,-1 0 1,0 0 0,0 0 0,1 0 0,-2 0 0,1 0 0,0 0 0,0 0 0,-1 0-1,1-1 1,-1 1 0,-1 3 0,-22 51 684,22-51-679,-36 60 220,20-35-832,1 1 1,-23 57-1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8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12 5573,'0'0'12748,"-2"-11"-12657,15 67 854,24 68 653,-27-82-1422,2 0-1,2-1 1,34 70 0,-46-108-161,1 1 0,-1-1 0,0 0 1,1 0-1,0-1 0,-1 1 0,1 0 0,0-1 0,0 0 1,1 0-1,-1 0 0,0 0 0,1 0 0,-1-1 0,1 1 1,0-1-1,-1 0 0,1 0 0,0 0 0,0-1 0,0 1 1,-1-1-1,1 0 0,0 0 0,0 0 0,0-1 0,0 1 1,-1-1-1,1 0 0,0 0 0,0-1 0,4-1 0,4-2-209,0 0 0,0 0-1,17-12 1,24-21-3981,-35 15-1222,-13 10 1275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48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1 203 7591,'0'0'9737,"62"-51"-8936,-22 32-160,2-1-193,3-3-192,-1 6-159,-3-1-33,-7 6-64,-5 0 0,-6 6-769,-12-4-1890,-6-4-4035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55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1409,'1'0'245,"-1"0"1,1 0-1,0 1 0,-1-1 0,1 0 0,0 0 0,-1 1 0,1-1 0,0 0 0,-1 0 0,1 0 0,0 0 1,0 0-1,-1 0 0,1 0 0,0-1 0,0 1 0,-1 0 0,1 0 0,0-1 0,-1 1 0,1 0 1,0 0-1,-1-1 0,1 1 0,-1-1 0,1 1 0,-1-1 0,1 1 0,-1-1 0,1 1 0,-1-1 0,1 0 1,-1 1-220,6-18 198,36 27-1345,-34-8-1473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5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1409,'0'0'545,"0"0"-513,5 0 1089,2-6-1703,-3-4-1943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58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2691,'0'0'5872,"4"0"-5440,40 0 5563,-44-1-5968,0 1-25,0-1-1,0 1 1,0-1 0,0 1 0,0-1 0,0 1-1,0-1 1,0 1 0,0-1 0,0 1-1,0-1 1,1 1 0,-1 0 0,0-1 0,0 1-1,1-1 1,-1 1 0,0-1 0,1 1-1,-1 0 1,0-1 0,1 1 0,-1 0 0,1-1-1,-1 1 1,0 0 0,1 0 0,-1-1-1,1 1 1,-1 0 0,1 0 0,-1 0 0,1 0-1,-1-1 1,1 1 0,-1 0 0,1 0-1,0 0 1,2-24 676,-3 23-676,0 0 1,0 0-1,1 0 0,-1 1 0,0-1 0,1 0 1,-1 1-1,1-1 0,-1 0 0,1 1 0,-1-1 0,1 0 1,0 1-1,-1-1 0,1 1 0,0-1 0,-1 1 1,1 0-1,0-1 0,-1 1 0,1-1 0,0 1 0,0 0 1,0 0-1,-1 0 0,1-1 0,1 1 0,13-2-1446,-5 1-4123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00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6342,'0'0'961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13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45 2050,'6'-9'10908,"-7"27"-10237,-15 152 1923,16-154-2488,1-1-1,0 1 0,1-1 0,0 1 1,2-1-1,9 28 0,-12-38-97,1-1-1,0 0 1,0 0-1,1 0 1,-1 0-1,1 0 1,0 0-1,0-1 1,0 1-1,0-1 1,1 0-1,-1 0 1,1 0-1,0 0 1,0-1-1,0 1 1,0-1-1,0 0 1,0-1-1,1 1 1,-1-1-1,1 1 1,-1-1-1,1-1 1,-1 1-1,9 0 1,-5-1 3,0 0 0,0 0 0,0-1 0,1 0 0,-1-1 0,-1 0 0,1 0 0,12-5 0,-15 4-5,-1 0 0,1 0 0,-1 0 1,0 0-1,0-1 0,0 0 0,-1 1 1,1-2-1,-1 1 0,0 0 0,0-1 0,0 1 1,-1-1-1,3-7 0,0 0 86,0 0 1,-1-1-1,0 1 1,-2-1-1,1 0 0,-1 0 1,-1 0-1,0 0 0,-3-26 1,2 39-82,0-1 0,0 0 0,0 1-1,0-1 1,0 1 0,0-1 0,0 1 0,0-1 0,0 1 0,0-1 0,-1 0 0,1 1 0,0-1 0,0 1 0,-1-1 0,1 1 0,0 0 0,-1-1 0,1 1 0,0-1 0,-1 1 0,1 0 0,-1-1 0,1 1 0,0 0 0,-1-1 0,0 0 0,0 2-2,0-1 0,1 1 0,0-1 1,-1 0-1,1 1 0,-1-1 0,1 1 1,-1-1-1,1 1 0,0-1 0,-1 1 1,1-1-1,0 1 0,0 0 0,0-1 1,-1 1-1,1-1 0,0 1 0,0 0 1,0-1-1,0 1 0,0-1 0,0 1 0,0 0 1,0-1-1,0 1 0,0 1 0,1 10-9,-1 0-1,1-1 1,1 1-1,0 0 1,1 0-1,0-1 0,1 0 1,7 16-1,-8-22 1,-1-1 0,0 0-1,1 1 1,-1-1 0,1-1 0,1 1 0,-1 0-1,0-1 1,1 1 0,-1-1 0,1 0-1,0 0 1,0-1 0,1 1 0,-1-1 0,0 0-1,1 0 1,-1 0 0,1-1 0,0 1-1,-1-1 1,1-1 0,5 2 0,24 0 6,-22 0 3,1-1-1,0 0 1,0-1 0,0-1 0,24-3 0,-34 3-8,0 0 0,0 0 0,0 0 1,0-1-1,0 1 0,0-1 1,0 0-1,-1 0 0,1 0 0,0 0 1,-1 0-1,0 0 0,1-1 1,-1 1-1,0-1 0,0 1 0,-1-1 1,1 0-1,0 0 0,-1 0 1,0 0-1,1 0 0,-1 0 0,-1 0 1,1-1-1,0 1 0,-1 0 1,1-5-1,1-8 53,-1 0 1,0 0-1,-1 0 1,-3-23-1,1 31-26,0 0-1,0 0 1,-1 1 0,0-1-1,-1 1 1,1 0 0,-1-1-1,0 2 1,-1-1 0,-9-10-1,-42-35 465,44 43-382,0-1-1,1-1 0,-19-22 0,21 23-90,8 14-131,7 4-1965,4-3-3803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14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2402,'0'-1'480,"0"-1"0,0 1-1,0-1 1,0 1-1,0 0 1,0-1 0,0 1-1,1-1 1,-1 1-1,1 0 1,-1-1 0,1 1-1,-1 0 1,1 0-1,0-1 1,-1 1 0,1 0-1,0 0 1,0 0 0,0 0-1,1-1 1,28-7 1167,-16 7-1760,125-28 477,137-23 415,-256 51-3160,-32 4-1602,7-1 674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14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5894,'0'0'7943,"1"-1"-7899,0 0-1,-1 1 1,1-1-1,0 1 1,0-1-1,0 1 1,0-1-1,0 1 1,0 0 0,0 0-1,0-1 1,0 1-1,0 0 1,0 0-1,0 0 1,0 0-1,0 0 1,2 1 0,71 15 904,-62-15-849,0 1 0,0 0 0,0 1 0,-1 0 0,0 1 0,1 0 0,14 8 0,-25-11-88,0 0 0,0 0 1,0 0-1,0 0 0,0 0 0,0 0 1,-1 1-1,1-1 0,0 0 0,0 0 1,-1 0-1,1 1 0,-1-1 1,1 1-1,-1-1 0,0 0 0,1 1 1,-1-1-1,0 0 0,0 1 0,0-1 1,0 1-1,0-1 0,0 1 0,-1-1 1,1 0-1,0 1 0,-1-1 0,1 0 1,-1 1-1,1-1 0,-1 0 1,0 1-1,-1 1 0,-32 44 368,28-40-330,-46 49 109,33-38-508,2 2-1,0 0 1,-21 32-1,37-51-268,0 2-426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15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96 5958,'0'0'7959,"-2"9"-7265,0-1-569,1 1 1,-1-1-1,1 0 0,1 1 1,0-1-1,0 0 0,0 1 0,1-1 1,0 0-1,1 1 0,0-1 0,0 0 1,1 0-1,7 15 0,-4-13-97,1 1-1,0-1 1,1 0-1,0-1 1,0 1-1,1-2 1,0 1-1,1-1 1,0-1-1,18 12 1,-24-17-21,0 0-1,0 0 1,0 0 0,1 0-1,-1-1 1,1 0 0,-1 0-1,0 0 1,1 0 0,0-1-1,-1 1 1,1-1 0,-1 0 0,1-1-1,-1 1 1,1-1 0,-1 0-1,1 0 1,-1 0 0,1-1-1,-1 1 1,0-1 0,0 0-1,0-1 1,0 1 0,0 0-1,-1-1 1,1 0 0,-1 0-1,1 0 1,-1-1 0,3-3-1,0-1 2,-1-1 0,0 0 0,0-1 0,-1 1 0,0-1 0,-1 1 0,0-1 0,0 0 0,-1 0 0,-1-1 0,1 1 0,-2 0 0,0-20 0,-1 8 57,-1 0 0,-1 0 0,0 0 0,-2 0 0,-11-31 0,10 42 376,2 15-314,3 22-101,1-25-6,0-1 50,0 32 186,0-18-155,0 1 0,2 0 0,-1-1 0,2 1-1,0-1 1,1 1 0,0-1 0,1 0 0,0-1 0,2 1 0,7 12 0,-9-18-87,0-1 0,1 0 0,0 0 0,0-1 0,1 1-1,0-1 1,0-1 0,0 1 0,1-1 0,0-1 0,-1 1 0,2-1 0,-1-1 0,0 0 0,1 0 0,0 0-1,0-1 1,0 0 0,9 0 0,-18-2-14,67 2-957,-64-2 480,1-1-1,-1 1 1,1-1-1,-1 0 1,0-1 0,1 1-1,-1 0 1,0-1-1,0 0 1,4-2 0,15-21-10024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3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 64,'-4'-1'160,"2"1"-64,-1 0-64,-1 0-32,0 0-64,-1 0-128,1 0 96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3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43 192,'0'0'4271,"-4"-4"-3796,2 3-503,0-3 278,-1 0-1,0 1 1,0-1-1,0 1 1,0 0-1,0 0 1,-1 0 0,1 1-1,-1-1 1,-6-3-1,9 6-83,50 3 2519,-22 3-2298,-1 0 0,0 2 0,-1 1 0,42 19 0,89 62-139,-120-59-101,-35-29-183,0-1 0,1 0 0,-1 0 0,-1 0 0,1 1-1,0-1 1,0 0 0,0 1 0,-1-1 0,1 1 0,-1-1 0,1 1-1,-1-1 1,1 1 0,-1-1 0,0 1 0,0-1 0,0 1 0,0-1 0,0 1-1,0 0 1,0-1 0,0 1 0,-1-1 0,1 1 0,-1-1 0,0 3 0,-12-2-4913,0-2-37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4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2114,'0'0'5664,"-6"6"-5381,-5 6-77,0 1 0,1 1 0,1-1 0,0 1 1,1 1-1,0-1 0,-7 22 0,-39 127 1028,38-109-1042,9-29-140,1-1-1,1 0 1,-2 40-1,5-4-4357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5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55 3940,'0'0'3117,"0"-8"-1953,1 0-781,-1 5-216,1 0 1,-1 1-1,0-1 1,0 0 0,0 0-1,-1 0 1,1 0-1,-1 0 1,1 0 0,-2-3-1,2 9 1826,-1 6-1696,1 1-1,1 0 1,0-1-1,3 16 1,7 4-275,-4-6-31,1-1-1,1 0 0,1-1 0,25 39 0,-34-59 7,-1 0-1,0-1 1,1 1 0,-1 0-1,1-1 1,0 1 0,-1 0 0,1-1-1,0 1 1,-1-1 0,1 1-1,0-1 1,-1 1 0,1-1 0,0 0-1,0 1 1,0-1 0,-1 0-1,1 0 1,0 1 0,0-1 0,0 0-1,0 0 1,-1 0 0,1 0-1,0 0 1,0 0 0,0 0 0,0-1-1,-1 1 1,1 0 0,1-1-1,0 0 4,0 0 0,0-1 0,0 0 0,0 1-1,0-1 1,-1 0 0,1 0 0,-1 0 0,1 0-1,-1 0 1,1-3 0,23-57-39,-21 15 71,-4 46-16,5 36 27,-4-32-39,0-1-1,0 1 1,0-1 0,1 1-1,-1-1 1,1 0 0,0 0-1,-1 0 1,1 0 0,0 0 0,0 0-1,1 0 1,-1-1 0,0 1-1,0-1 1,1 1 0,-1-1-1,1 0 1,-1 0 0,1 0-1,0 0 1,-1-1 0,1 1-1,0-1 1,0 0 0,-1 1-1,1-1 1,0 0 0,0-1-1,-1 1 1,1 0 0,3-2-1,-3 2-1,0-1-1,0 0 0,0 0 1,0 0-1,0 0 0,0 0 1,0-1-1,-1 0 0,1 1 1,-1-1-1,1 0 0,-1 0 1,1 0-1,-1 0 0,0-1 1,0 1-1,0-1 1,0 1-1,-1-1 0,1 0 1,-1 0-1,1 0 0,-1 1 1,0-1-1,0 0 0,0 0 1,-1-1-1,1-2 0,0-1 5,-1 1-1,-1-1 0,1 1 1,-1 0-1,0-1 0,-1 1 1,1 0-1,-1 0 0,-1 0 1,1 0-1,-1 0 0,0 0 1,-6-9-1,6 12-25,1 0 1,-1 0-1,1 1 1,-1-1-1,0 1 1,0 0-1,0-1 1,0 1-1,0 1 1,0-1-1,-1 0 1,1 1-1,-1-1 1,1 1-1,-1 0 1,1 0-1,-1 1 1,0-1-1,1 1 1,-1 0-1,0 0 1,0 0-1,1 0 1,-1 1-1,-5 0 1,9 0-184,-1-1 0,0 1 0,1-1 0,-1 1 0,1 0 0,-1-1 0,1 1 0,-1 0 0,1-1 0,-1 1 0,1 0 0,0-1 0,-1 1-1,1 0 1,0 0 0,-1-1 0,1 1 0,0 0 0,0 0 0,0 0 0,0-1 0,0 1 0,0 0 0,0 0 0,0 0 0,0-1 0,0 1 0,1 0 0,-1 0 0,0 0 0,1 0 0,4 4-2125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6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22 186 5349,'0'0'2765,"4"-7"-1873,27-33 521,-15 21-808,0-1 0,-2 0 0,14-26 0,-27 45-594,-1 0 1,1 0-1,-1 1 1,0-1-1,1 0 1,-1 0-1,0 0 0,1 0 1,-1 0-1,0 0 1,0 0-1,0 0 1,0 0-1,0 0 1,0 0-1,0 0 1,0 1-1,0-1 0,0 0 1,0 0-1,-1 0 1,1 0-1,0 0 1,-1 0-1,1 0 1,-1 0-1,1 1 1,-2-3-1,1 3 16,-1-1-1,1 0 1,-1 0-1,1 1 1,-1-1 0,0 1-1,1-1 1,-1 1-1,0 0 1,1 0-1,-1 0 1,0 0 0,1 0-1,-1 0 1,-1 0-1,-3 1 63,0 0 0,0 0 0,0 1 1,0 0-1,0 0 0,1 0 0,-1 0 0,-8 6 0,10-5-75,1 1 0,-1-1 0,1 1 0,0 0 0,0 0 0,0 0 0,0 0 0,1 0 0,0 1 0,0-1 0,0 1 0,0-1 0,0 1 0,1 0 0,0 0 0,0 0 0,1 0 0,-1-1 0,1 1 0,0 0 0,0 0 0,1 0 0,0 0 0,-1 0 0,2 0 0,-1 0 0,0-1 0,1 1 0,3 6 0,-3-6-3,1-1 0,0 1 0,0 0 1,0-1-1,0 1 0,1-1 0,-1 0 0,1 0 0,0-1 0,1 1 0,-1-1 0,0 0 1,1 0-1,0 0 0,0-1 0,0 1 0,0-1 0,0-1 0,0 1 0,0-1 1,1 1-1,-1-2 0,1 1 0,-1 0 0,1-1 0,6-1 0,-8 1-8,0-1-1,0-1 1,0 1-1,-1 0 1,1-1-1,0 0 1,-1 0-1,1 0 1,-1 0-1,0 0 1,0-1-1,0 0 1,0 1-1,0-1 1,-1 0-1,1 0 1,-1-1-1,0 1 1,0 0-1,0-1 1,2-5-1,-1 3 5,0-1 0,0 0 0,-1 0 1,0-1-1,0 1 0,-1 0 0,0-1 0,-1 1 0,1-1 1,-2-12-1,-4 8 574,-1 14 37,5-1-608,1 0-1,0 0 1,0 0 0,0 0 0,0 0-1,0 0 1,0 1 0,0-1 0,0 0 0,0 0-1,0 0 1,1 0 0,-1 0 0,0 0-1,1 0 1,-1 0 0,1 0 0,-1 0-1,1 0 1,-1 0 0,1 0 0,0 0-1,0-1 1,-1 1 0,1 0 0,2 1-1,3 4-95,0-1 0,1 0 0,0 0 0,0-1 0,1 0 0,-1 0 0,1-1 0,15 5 0,15-2-6282,-34-8 3079,-3-7-1905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6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2755,'0'0'96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6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26 5189,'0'0'7927,"-4"-5"-7153,2 3-740,0 0 0,1 1-1,-1-1 1,0 1 0,0-1-1,0 1 1,-1-1 0,1 1-1,0 0 1,0 0-1,-1 0 1,1 0 0,-1 1-1,1-1 1,0 1 0,-1-1-1,1 1 1,-1 0-1,0 0 1,1 0 0,-1 0-1,1 0 1,-1 1 0,1-1-1,0 1 1,-1 0 0,1 0-1,-1-1 1,1 2-1,0-1 1,0 0 0,0 0-1,-1 1 1,1-1 0,0 1-1,1-1 1,-1 1-1,0 0 1,-2 3 0,2-3-36,0 1 1,0-1 0,1 1-1,-1-1 1,0 1 0,1 0-1,0 0 1,0 0 0,0-1 0,0 1-1,0 0 1,1 0 0,-1 5-1,0-7 0,1 0-1,0 0 1,0 0 0,0 0-1,0 0 1,0 0-1,0 0 1,0 0 0,1 0-1,-1 0 1,0 0-1,0 0 1,1 0-1,-1 0 1,1-1 0,-1 1-1,1 0 1,-1 0-1,1 0 1,-1 0 0,1-1-1,0 1 1,-1 0-1,1-1 1,0 1 0,0 0-1,0-1 1,-1 1-1,1-1 1,0 1-1,0-1 1,0 0 0,0 1-1,0-1 1,0 0-1,0 0 1,0 1 0,0-1-1,0 0 1,1 0-1,29-2 14,-28 1-8,-1 1 0,1-1 0,0 1 0,0-1 0,1 1 0,-1 0 0,0 0 0,0 1 0,0-1 0,0 1 0,-1-1 0,1 1 0,0 0 0,0 0 0,0 0 0,0 1-1,-1-1 1,1 1 0,-1-1 0,1 1 0,-1 0 0,1 0 0,-1 0 0,0 0 0,0 0 0,2 3 0,4 6 3,1 1-1,-2-1 1,1 2 0,-2-1 0,0 1-1,0 0 1,-1 0 0,-1 1-1,0-1 1,-1 1 0,0 0-1,-1 0 1,-1 0 0,0 18-1,-2-30 0,1 1 0,-1-1 0,0 1 0,0-1 0,-1 0 0,1 0 0,0 1 0,-1-1 0,1 0 0,-1 0-1,0-1 1,0 1 0,0 0 0,0 0 0,0-1 0,0 1 0,0-1 0,0 0 0,-1 0 0,1 0-1,0 0 1,-1 0 0,1 0 0,-1 0 0,-4 0 0,-68 12 49,73-13-75,-1 0 0,1 1 0,0-1 0,-1 0 0,1 0 0,-1 0 0,1 0 0,-1-1 0,1 1 0,-1-1 0,1 0 0,-3 0 0,4 0-183,0 0 0,0 0 0,1-1 0,-1 1 0,0 0 0,1 0 0,-1 0 1,1 0-1,-1-1 0,1 1 0,0 0 0,-1-1 0,1 1 0,0 0 0,0 0 0,0-1 0,0 1 0,0 0 0,0-1 0,0 1 0,1 0 0,-1-1 0,1-1 0,5-19-3250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7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6758,'0'0'5600,"6"7"-4922,139 162 662,-149-175-1298,0 0-1,1 0 1,0 0-1,0 0 1,1-1-1,0 1 0,0-1 1,0 1-1,1-1 1,0 0-1,0 0 1,1 0-1,0 0 1,0 0-1,1 1 0,1-11 1,-1 16-36,-1 0 0,1 0 1,0 0-1,0 0 0,0 0 0,-1 0 1,1 0-1,0 1 0,0-1 0,0 0 1,0 0-1,0 1 0,0-1 0,0 1 1,1-1-1,-1 1 0,0-1 0,0 1 0,0 0 1,1 0-1,-1 0 0,0-1 0,0 1 1,0 0-1,1 0 0,-1 1 0,0-1 1,0 0-1,0 0 0,1 1 0,-1-1 1,0 0-1,0 1 0,0-1 0,0 1 1,2 1-1,3 0 20,0 1 1,0 0-1,0 0 1,-1 1-1,9 6 1,-7-4-503,0 0-1,-1 0 1,1 1 0,-1 0 0,-1 1 0,0 0 0,0-1 0,0 1 0,-1 1-1,0-1 1,0 1 0,-1-1 0,0 1 0,-1 0 0,2 10 0,-4-11-2669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7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6566,'0'0'812,"2"-8"239,4-21-106,-6 29-910,0 0 0,0 1 0,0-1 1,0 0-1,0 0 0,1 0 0,-1 0 0,0 1 0,0-1 0,0 0 0,1 0 0,-1 0 0,0 0 0,0 0 0,0 0 0,1 0 1,-1 0-1,0 0 0,0 0 0,1 0 0,-1 0 0,0 0 0,0 0 0,0 0 0,1 0 0,-1 0 0,0 0 0,0 0 0,1 0 1,-1 0-1,0 0 0,0 0 0,0 0 0,1 0 0,-1 0 0,0 0 0,0-1 0,0 1 0,0 0 0,1 0 0,-1 0 1,0 0-1,0-1 0,0 1 0,0 0 0,0 0 0,1 0 0,-1 0 0,0-1 0,0 1 0,0 0 0,0 0 0,0-1 0,0 1 1,0 0-1,0 0 0,0 0 0,0-1 0,0 1 0,0 0 0,0 0 0,0-1 0,0 1 0,0 0 0,0 0 0,0-1 1,6 14 838,-6-13-794,56 138 3609,-49-123-3672,1 1 1,1-1-1,0-1 1,1 0-1,1 0 1,18 19-1,-25-30-72,1 0-1,-1 0 0,1 0 1,-1 0-1,1-1 0,0 0 1,0 0-1,6 2 1,-9-4-186,0 1 0,-1 0 0,1-1 1,0 0-1,0 1 0,0-1 1,0 0-1,0 0 0,0 0 1,0 0-1,0 0 0,0-1 0,0 1 1,0-1-1,0 1 0,0-1 1,-1 0-1,1 1 0,0-1 1,0 0-1,-1 0 0,1 0 0,0-1 1,1-1-1,7-11-2812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1:37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6406,'0'0'6823,"28"-45"-6631,0 27-160,7-1 0,0-1-32,-2-6-2403,-7-5-3906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06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3 877 2114,'0'0'72,"0"1"0,0-1 0,-1 0 0,1 0-1,0 0 1,0 0 0,0 0 0,0 0 0,0 0 0,-1 1 0,1-1 0,0 0-1,0 0 1,0 0 0,0 0 0,0 0 0,0 1 0,0-1 0,0 0 0,0 0-1,0 0 1,0 0 0,0 1 0,0-1 0,0 0 0,0 0 0,0 0 0,0 0-1,0 1 1,0-1 0,0 0 0,0 0 0,0 0 0,0 0 0,0 1 0,0-1-1,0 0 1,0 0 0,0 0 0,0 0 0,0 1 0,1-1 0,-1 0 0,0 0-1,0 0 1,0 0 0,0 0 0,0 0 0,1 0 0,-1 1 0,0-1 0,0 0-1,0 0 1,1 0 0,14 3 950,18-4-931,-12-3 181,1 0 0,0-1 0,-1-1-1,0-1 1,38-19 0,99-63 948,-78 41-948,68-27 365,263-93 0,-70 33-203,327-147 111,-581 256-513,-86 15 239,-2 21-1466,1-5-2173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07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0 970 2787,'6'-1'262,"0"-1"0,-1 0 0,0 0 0,1 0 0,-1-1 0,0 0 0,0 0 0,8-7-1,14-6 270,212-109 2497,136-64-2640,-39 47 185,192-91 589,-429 183-1057,2 5 0,190-57 0,-195 66-25,-84 33-1153,-7 3-1099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12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596 151 96,'1'0'212,"-1"0"-1,1 0 1,-1-1-1,1 1 1,0 0-1,-1 0 1,1-1-1,-1 1 1,1 0-1,-1-1 1,1 1-1,-1-1 1,1 1-1,-1 0 1,1-1 0,-1 1-1,1-1 1,-1 1-1,0-1 1,1 0-1,-1 1 1,0-1-1,0 1 1,1-1-1,-1 0 1,0 1-1,0-1 1,0 1-1,0-1 1,0 0-1,0 1 1,0-1-1,0 0 1,0 1 0,0-2-1,0 1-58,0 0 0,0-1 0,0 1 0,-1 0 0,1-1 0,0 1-1,-1 0 1,1 0 0,0 0 0,-1-1 0,0 1 0,1 0 0,-1 0 0,0 0 0,1 0 0,-1 0 0,0 0 0,0 0 0,0 0-1,-1-1 1,-19-9 178,0 1-1,-1 1 1,0 1 0,0 1-1,0 0 1,-1 2-1,0 1 1,-1 0-1,1 2 1,0 1 0,-1 1-1,-40 4 1,54-2-323,-1 1 0,0-1-1,1 2 1,0 0 0,0 0 0,0 1 0,0 0 0,1 0 0,-1 1 0,2 1 0,-1 0 0,1 0-1,0 0 1,0 1 0,1 0 0,0 1 0,0-1 0,1 1 0,0 1 0,1-1 0,0 1 0,0 0-1,1 0 1,-4 17 0,-11 50 565,4 0-1,4 1 1,-3 114-1,14-154-401,2 0-1,7 45 1,-7-70-155,1 0 0,1 0 0,0 0 0,1 0 1,0-1-1,1 0 0,0 0 0,1 0 0,14 18 0,-13-22 49,0 0-1,1-1 0,-1 0 1,2 0-1,-1-1 1,1 0-1,0-1 1,0 0-1,1-1 1,20 7-1,-7-5-31,-1-1 1,1 0-1,0-2 0,25 1 1,-21-3 107,1-2 0,-1 0 0,0-2 0,0-1 0,0-1 0,40-13 0,-18 2 7,-24 9-128,0-2 0,-1 0 0,40-22 0,-58 27 21,-1 0-1,1 0 1,-1-1-1,0 0 0,-1 0 1,1-1-1,-1 1 1,0-1-1,-1 0 0,1-1 1,-1 1-1,0-1 1,-1 0-1,0 0 0,0 0 1,0 0-1,2-12 1,10-74 118,-5-1 0,-3-180 0,-7 233-150,1 34-6,-1 0 0,0 0 0,-1 1 0,1-1 0,-1 0 0,-1 0 0,1 0 0,-1 1 0,0-1 0,-1 1 0,0-1 0,0 1 0,0 0 0,0 0 0,-1 1 0,0-1 0,-1 1 0,1-1 0,-1 1 1,-9-7-1,2 5-2,-1 1 1,0 1-1,0 0 0,0 0 1,-19-3-1,-27-9 17,-21-5-1,66 20-93,0-1 1,0 0-1,0-1 1,1-1-1,0 0 1,0-1 0,-16-9-1,27 13-325,0 1 1,1-1-1,0 1 0,-1-1 1,1 0-1,0 1 0,-1-1 1,1 0-1,0 0 0,0 0 1,1 0-1,-1 0 0,0 0 0,1 0 1,-1 0-1,1 0 0,0 0 1,-1-3-1,0-1-1467,-5-24-9839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13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3459,'0'0'9166,"12"3"-8797,2 1-336,0 1 0,0 0 1,-1 1-1,0 0 0,0 1 1,-1 1-1,22 17 1,22 25-61,-4-2-1500,2-11-4036,-40-31 1021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14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47 7623,'0'0'2274,"0"-7"-1056,2-25 169,-1 25-244,-13 46-155,-48 228 499,28-107-1154,8-69-369,-8 44 123,23-47-3090,9-88 2893,0 0 0,0 1 0,0-1 1,0 0-1,0 0 0,0 0 0,0 1 0,0-1 1,0 0-1,0 0 0,0 0 0,0 0 0,0 0 1,0 1-1,1-1 0,-1 0 0,0 0 0,0 0 0,0 0 1,0 0-1,0 1 0,0-1 0,1 0 0,-1 0 1,0 0-1,0 0 0,0 0 0,0 0 0,1 0 1,-1 0-1,0 0 0,0 0 0,0 0 0,0 0 1,1 0-1,-1 0 0,0 0 0,0 0 0,0 0 1,1 0-1,-1 0 0,0 0 0,0 0 0,0 0 1,0 0-1,1 0 0,-1 0 0,0 0 0,0 0 1,0 0-1,0 0 0,0-1 0,1 1 0,-1 0 1,1 0-285,11-6-4784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14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42 8680,'0'0'2814,"-8"-7"-1741,4 3-928,0 0-1,-1 1 1,0-1 0,1 1 0,-1 0 0,-1 1 0,1-1 0,0 1 0,-10-3 0,12 5-97,0-1 0,0 1 1,0 0-1,0 0 0,0 0 0,0 0 0,0 1 0,0-1 0,0 1 1,0 0-1,1-1 0,-1 1 0,0 0 0,0 1 0,1-1 0,-1 0 1,1 1-1,-1 0 0,1-1 0,-1 1 0,1 0 0,0 0 0,0 1 1,0-1-1,-2 4 0,1-3-48,1-1 0,0 1 0,0 0 0,0 0 0,0 0 0,1 0 0,-1 1 0,1-1 0,0 0 0,-1 1 0,2-1 0,-1 1 0,0-1 0,1 1 0,-1-1 0,1 1 0,0-1 0,1 1 0,-1-1 0,0 1 0,1-1 0,0 1 0,2 5 0,2 0-2,0 0 0,1 0 0,0-1 0,0 0-1,1-1 1,12 12 0,-13-14 6,0 0 0,-1 1-1,0-1 1,0 1 0,0 0-1,0 0 1,-1 0 0,0 1 0,-1-1-1,1 1 1,-1 0 0,-1 0-1,4 13 1,-6-15 9,0 1 1,0-1-1,0 1 0,-1-1 1,0 0-1,0 1 0,-1-1 1,1 0-1,-1 0 0,0 0 1,-1 0-1,1 0 0,-1 0 1,0-1-1,0 1 0,-1-1 1,1 0-1,-1 0 0,0 0 1,0 0-1,0-1 0,0 1 1,-1-1-1,1 0 0,-9 3 1,-12 7-397,-1-2 1,-1-1 0,-50 13 0,23-7-3336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15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42 6342,'0'0'9518,"-3"-6"-9432,3 6-85,-1-1 0,1 0 0,0 0 0,-1 0 0,1 0 0,-1 1 0,1-1 0,-1 0 1,1 0-1,-1 1 0,0-1 0,1 0 0,-1 1 0,0-1 0,1 1 0,-1-1 0,0 1 0,0-1 0,0 1 1,-1-1-1,-5 14 107,6-4-76,1 1-1,0-1 0,0 0 1,3 12-1,-3-16-30,2 0 0,-1 0 0,0-1 0,1 1 0,0-1 0,0 0 0,0 1 0,0-1 0,1 0 0,0 0 0,0 0 0,0-1 1,0 1-1,1-1 0,-1 0 0,1 0 0,0 0 0,0 0 0,0 0 0,0-1 0,0 0 0,0 0 0,1 0 0,-1 0 0,1-1 0,0 0 0,-1 0 0,1 0 0,0 0 0,0-1 0,-1 0 0,1 0 0,0 0 0,0 0 0,8-3 0,-8 3 6,1-1-1,-1 0 0,1 0 0,-1 0 0,0-1 0,0 0 1,0 0-1,0 0 0,0-1 0,0 0 0,0 0 0,-1 0 1,1 0-1,-1-1 0,0 1 0,0-1 0,0 0 1,-1 0-1,1-1 0,-1 1 0,0-1 0,-1 0 0,1 1 1,-1-1-1,0-1 0,0 1 0,0 0 0,-1 0 0,1-1 1,-1 1-1,0-6 0,-3 3 461,-2 14-354,4-5-115,0 1 0,0-1 0,-1 1 0,1-1 1,0 1-1,0-1 0,0 1 0,1-1 0,-1 0 0,0 1 0,0-1 0,1 1 1,-1-1-1,1 1 0,-1-1 0,1 0 0,0 0 0,1 3 0,2 0 5,0 0-1,0-1 1,0 1-1,1-1 0,-1 0 1,1 0-1,0 0 0,0 0 1,0-1-1,0 0 1,1 0-1,-1 0 0,9 1 1,5-1 5,0 0 1,30-1-1,-48-1-8,1 1 2,-1-1 0,1 0 0,-1-1 0,1 1 0,0 0 0,-1 0 1,1-1-1,-1 1 0,1-1 0,-1 1 0,1-1 0,-1 0 0,1 0 0,-1 1 0,0-1 0,1 0 0,-1 0 0,0 0 0,0-1 0,0 1 0,0 0 0,0 0 0,0-1 0,0 1 0,0 0 1,0-1-1,-1 1 0,1-1 0,0 1 0,-1-1 0,1 1 0,-1-1 0,0 1 0,0-1 0,1 0 0,-1 1 0,0-1 0,-1-2 0,1 1 2,0 0 1,0-1-1,-1 1 0,0 0 0,1 0 1,-1 0-1,0 0 0,-1 0 0,1 0 0,0 0 1,-1 0-1,0 0 0,1 1 0,-1-1 0,0 1 1,-1-1-1,1 1 0,-5-4 0,-5-1-29,-1 2 0,0-1-1,0 1 1,-1 1 0,1 1-1,-1 0 1,0 0-1,0 1 1,0 1 0,0 1-1,-25 1 1,36-1-86,1 1 0,-1-1-1,0 0 1,1 1 0,-1 0 0,1-1-1,-1 1 1,0 0 0,1 0 0,0 0 0,-1 1-1,1-1 1,-2 2 0,3-2-259,0 0 0,0 0 0,0 0-1,0 0 1,0 0 0,1 0 0,-1 0 0,0 0 0,1 0 0,-1 0 0,1 0-1,-1 1 1,1-1 0,0 0 0,-1 0 0,1 0 0,0 1 0,0 1 0,0 1-3869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15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0 128 9513,'0'0'5648,"8"-3"-5258,-5 1-375,0 1 1,0 0 0,-1-1-1,1 2 1,0-1 0,0 0-1,0 0 1,0 1 0,0 0-1,0-1 1,0 1 0,0 0-1,0 1 1,0-1 0,0 0-1,0 1 1,0 0 0,0 0-1,0 0 1,0 0 0,0 0-1,-1 0 1,1 1 0,0-1-1,-1 1 1,1 0 0,-1 0-1,0 0 1,3 3-1,-2-2-12,1-1 3,0 1 1,-1-1-1,1 1 1,-1 0-1,0 1 1,0-1 0,0 0-1,-1 1 1,1 0-1,-1-1 1,0 1-1,0 0 1,0 0-1,0 0 1,2 8-1,-17-28 267,11 9-232,0 0 1,0 0 0,1-1 0,0 1 0,1-1 0,-1 1 0,1-1-1,1 1 1,-1-1 0,1 1 0,1-1 0,-1 1 0,1-1 0,5-9-1,-6 13-143,1 0 0,0 0 1,1 0-1,-1 0 0,0 0 0,1 1 0,0-1 0,0 1 0,0 0 0,1 0 0,-1 0 0,0 0 0,1 0 0,0 1 0,0 0 0,0 0 0,0 0 0,0 0 0,0 0 0,0 1 0,1 0 0,-1 0 0,1 0 0,-1 1 0,6-1 0,32 1-6982,-23 0 1073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16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58 164 8712,'0'0'5493,"9"-9"-4670,109-93 671,-117 102-1474,1-1-1,-1 0 0,0 0 0,0 0 0,0 1 1,0-1-1,0 0 0,0-1 0,0 1 1,-1 0-1,1 0 0,0 0 0,-1 0 1,1-1-1,-1 1 0,1 0 0,-1-1 1,1 1-1,-1 0 0,0-1 0,0 1 0,1 0 1,-1-1-1,0 1 0,-1-3 0,0 3 0,0-1-1,0 1 0,0 0 1,0 0-1,0 0 0,0 0 1,-1 0-1,1 0 0,0 0 1,-1 0-1,1 0 0,-1 1 0,1-1 1,-1 1-1,1-1 0,-1 1 1,1-1-1,-3 1 0,-7-2 37,0 1-1,0 0 1,-1 0-1,1 1 0,-13 2 1,20-1-16,-1 0 1,1 0-1,0 1 0,0 0 1,0 0-1,0 0 1,0 0-1,0 0 1,0 1-1,1-1 1,0 1-1,-1 0 0,1 1 1,0-1-1,0 0 1,1 1-1,-1-1 1,1 1-1,-1 0 0,1 0 1,-2 7-1,0-3 30,1 2-1,0-1 1,1 0-1,0 1 1,0-1-1,1 1 1,0-1-1,1 20 1,1-26-59,0 0 1,-1 0-1,1 0 0,0 0 1,1-1-1,-1 1 1,0 0-1,1-1 0,-1 1 1,1-1-1,0 1 0,0-1 1,0 0-1,0 0 1,1 0-1,-1 0 0,0 0 1,1 0-1,-1-1 1,1 1-1,0-1 0,-1 0 1,1 1-1,0-1 0,0-1 1,0 1-1,0 0 1,3 0-1,13 2 22,-1 0-1,1-2 1,25 0-1,-30-1-36,5 1-13,-2 0-441,0-2 1,27-2-1,-1-11-2920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0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798 65 1826,'0'0'3411,"-6"-1"-301,-22-5-1779,16 6-1178,0 0-1,0 1 1,0 0-1,0 1 1,0 1-1,1-1 1,-1 2-1,-19 8 0,30-12-149,-32 14 218,-43 27-1,65-34-175,0 1-1,1 0 1,0 0 0,0 1-1,1 1 1,0 0 0,-9 14-1,-175 244 778,162-221-641,3 0 0,2 2-1,1 1 1,3 1 0,3 1-1,1 0 1,-13 72 0,12-20 458,5 2 0,1 197 1,13-281-451,1 0 0,1 0 0,1 0 0,1-1 1,1 1-1,1-1 0,12 30 0,-12-38-173,0-1-1,1 0 1,0 0-1,1 0 0,0-1 1,1 0-1,0-1 1,0 0-1,1-1 0,1 0 1,0 0-1,0-1 1,14 8-1,15 3 371,0-1 0,1-2 0,84 22 0,135 8 296,-152-32-330,156-2 0,-202-14-141,-1-2 0,1-3 0,120-31 0,587-215 926,-695 221-1124,135-80-1,-174 89 16,-2-1 0,-1-1 0,-1-2 0,-1-1 0,44-55 0,-64 72-8,-2 0 0,1 0 1,-2-1-1,1-1 0,-2 1 1,0-1-1,0 0 0,-1 0 1,-1-1-1,0 1 1,-1-1-1,0 0 0,-1 0 1,-1 0-1,0-20 0,-1 31-13,1-22 42,-2 1 0,0 0 0,-2 0 1,-6-29-1,7 46-40,0 0 0,-1-1 0,0 1 0,0 1 0,-1-1 1,0 0-1,0 1 0,0 0 0,-1 0 0,0 0 0,0 1 0,-1-1 0,0 1 0,1 0 0,-2 1 0,1 0 1,-11-6-1,-9-5 0,-1 2 0,-1 1 0,0 1 0,0 2 0,-1 1 0,0 0 0,-1 3 0,0 0 0,-43 0 0,32 2-7,1-1 0,0-2 0,-52-15 0,-42-6 1,-219-7-8,265 33 13,-56-4-22,138 4 14,-1 0-1,1-1 0,0 1 0,0-1 1,-1-1-1,1 1 0,1-1 1,-1 0-1,0 0 0,1-1 0,-1 0 1,1 0-1,0 0 0,1 0 0,-1-1 1,1 0-1,0 0 0,0 0 0,0-1 1,0 1-1,1-1 0,0 0 0,1 0 1,-1 0-1,1 0 0,0 0 1,0 0-1,0-9 0,11-111-28,-5 83-304,-1-71 1,-3 107 244,-1 0-1,1 0 1,-2 0-1,1 0 1,-1 1 0,0-1-1,0 0 1,-1 1-1,0-1 1,0 1-1,-1 0 1,0 0 0,0 0-1,-7-7 1,3 5-94,0 1 1,-1 0 0,-1 0 0,1 1 0,-1 0-1,0 0 1,0 1 0,-13-4 0,3 1-31,-5-3-234,-1 1-1,-1 0 1,0 2-1,0 1 1,0 2 0,-50-5-1,-10 7-443,32 0-600,-95 6 0,147-2 1362,1-1 0,-1 1 0,1-1 0,-1 1 0,0 0 0,1 0 1,-1 0-1,1 0 0,0 0 0,-1 1 0,1-1 0,0 1 0,0 0 0,0-1 0,0 1 1,0 0-1,0 0 0,1 0 0,-1 0 0,1 1 0,-1-1 0,0 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1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3171,'0'0'4805,"10"4"-4202,21 10 785,-1 1 0,54 37 0,-44-25-462,52 24 0,35 3-389,-80-37-462,-1 3 1,-1 1-1,75 49 0,-110-62-61,1 1-1,-1 0 0,0 0 0,15 21 1,-21-25-21,0 0 1,-1 1 0,0-1-1,0 1 1,0 0 0,-1 0-1,1 0 1,-2 0 0,1 0-1,-1 0 1,0 0 0,1 10-1,-3-15-208,1-1 1,-1 1-1,0-1 0,1 1 0,-1-1 1,0 0-1,1 1 0,-1-1 0,0 0 1,0 1-1,1-1 0,-1 0 0,0 0 1,0 0-1,1 0 0,-1 0 0,0 0 0,0 0 1,0 0-1,1 0 0,-1 0 0,0 0 1,0 0-1,0 0 0,0-1 0,-8-1-2603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2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1 256,'0'0'11585,"10"5"-10427,14 3-761,0-2 0,0 0-1,1-1 1,-1-1 0,37 0 0,52 9 592,-37-4-2482,-64-10-7009,-23-6 4370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2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 3427,'0'0'7768,"-2"-3"-7149,-2 1-332,1 11 162,0 30 678,2 62 266,1-90-1478,-2 45 217,1-27-160,1 1 0,4 31 0,1-49-5124,-2-12 2190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2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8648,'0'0'5686,"10"1"-5185,11 4-267,1 0 0,-1 1 0,0 2-1,0 0 1,31 18 0,104 67 61,-128-73-410,-1 0 0,-1 2 1,25 28-1,-2 5-7861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3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1 1922,'0'0'9438,"-9"3"-8552,2 0-715,1 0 0,0 0 0,-1 1 0,1 0-1,1 0 1,-1 0 0,1 1 0,0 0 0,0 0 0,0 1-1,0-1 1,1 1 0,0 0 0,-4 8 0,-40 61 227,-94 161 1066,117-188-4648,-25 69 0,48-109-168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205 111 4676,'0'0'753,"4"-7"544,0 0-944,21-44 2000,-16 12 2479,-9 38-4786,-1 1 0,1-1-1,-1 1 1,1-1 0,-1 1 0,0 0-1,1-1 1,-1 1 0,1 0 0,-1-1 0,0 1-1,1 0 1,-1 0 0,0-1 0,1 1-1,-1 0 1,0 0 0,0 0 0,1 0-1,-1 0 1,0 0 0,1 0 0,-1 0-1,0 0 1,1 0 0,-1 1 0,0-1-1,0 0 1,0 1 0,-24 4-47,11 1 29,0 1 0,1 0 1,0 0-1,-22 18 0,30-22-27,1 0-1,0 0 0,1 1 1,-1-1-1,1 1 1,-1 0-1,1 0 1,0 0-1,1 1 1,-1-1-1,1 1 1,0-1-1,0 1 1,0 0-1,1 0 1,-1 0-1,0 9 1,2-12-3,1 0 1,-1 0 0,1 0 0,0 0 0,0-1 0,-1 1-1,1 0 1,0 0 0,1-1 0,-1 1 0,0-1-1,0 1 1,1-1 0,-1 0 0,1 1 0,-1-1-1,1 0 1,0 0 0,-1 0 0,1 0 0,0 0 0,0 0-1,-1-1 1,1 1 0,3 0 0,60 14-279,-47-11 30,-10-3 199,9 3-149,0 0 1,0 1-1,18 8 1,-32-12 176,0 0 1,0 1-1,0-1 1,0 1 0,-1-1-1,1 1 1,-1 0-1,1 0 1,-1 0 0,0 0-1,1 0 1,-1 1-1,0-1 1,-1 1 0,1-1-1,0 1 1,-1 0-1,1 0 1,-1 0 0,0-1-1,0 1 1,0 0 0,0 1-1,0 4 1,-2-6 32,1-1 1,-1 1-1,0-1 1,0 1 0,0-1-1,0 1 1,0-1-1,0 0 1,0 1-1,-1-1 1,1 0 0,0 0-1,-1 0 1,1 0-1,-1 0 1,1 0-1,-1 0 1,1-1-1,-1 1 1,0-1 0,1 1-1,-1-1 1,-3 1-1,-43 9 356,-166 7 349,195-12-1435,10 3-5072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4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11115,'0'0'1265,"-8"0"208,2 1-1191,0 0-1,0 0 1,0 1-1,0-1 1,0 1 0,0 0-1,1 1 1,-1 0-1,-7 4 1,11-6-240,1 1 1,-1-1-1,1 0 1,-1 0-1,1 0 1,-1 1-1,1-1 1,0 1 0,0-1-1,0 1 1,0 0-1,0-1 1,0 1-1,0 0 1,0 0-1,1-1 1,-1 1-1,1 0 1,-1 0-1,1 0 1,0 0-1,0 0 1,0 0-1,0 0 1,0 0-1,0 0 1,0 0-1,1 0 1,-1-1-1,1 1 1,-1 0-1,1 0 1,0 0-1,-1-1 1,1 1 0,0 0-1,0-1 1,1 1-1,-1 0 1,2 1-1,3 3-126,-1 0 1,1 0-1,0-1 0,0 0 1,1 0-1,0-1 0,-1 0 1,1 0-1,1 0 0,-1-1 1,0 0-1,15 3 0,40 3-3467,-4-15-3309,-31-4 2285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4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69 5862,'0'0'7671,"-7"-2"-6529,3 1-1094,-27-3 1387,30 5-1379,0-1-1,0 1 0,0-1 1,0 1-1,0-1 0,0 1 1,0 0-1,0-1 1,0 1-1,0 0 0,1 0 1,-1-1-1,0 1 0,0 0 1,1 0-1,-1 0 0,1 0 1,-1 0-1,1 0 0,-1 0 1,1 0-1,-1 0 0,1 0 1,0 1-1,0-1 1,0 0-1,-1 0 0,1 0 1,0 0-1,0 0 0,1 1 1,-1 0-1,0 1-45,1 1 0,-1-1 1,1 0-1,0 0 0,-1 0 0,1 0 0,1 0 1,-1-1-1,0 1 0,1 0 0,-1 0 0,1-1 1,0 1-1,0-1 0,0 0 0,0 1 0,1-1 1,-1 0-1,0 0 0,1 0 0,0-1 0,-1 1 1,1-1-1,0 1 0,0-1 0,0 0 0,-1 0 1,1 0-1,1 0 0,-1-1 0,5 1 0,-3 0-38,0 0-1,0-1 1,-1 0-1,1 0 1,0 0-1,0 0 1,0-1-1,-1 0 1,1 0-1,0 0 1,-1 0-1,1-1 1,-1 0-1,1 0 1,-1 0-1,0 0 1,0-1-1,0 0 1,0 0-1,6-5 1,-8 6 24,0-1 0,0 1 0,0 0 0,-1-1 0,1 1 0,0-1 0,-1 0 0,0 1 0,1-1 0,-1 0 0,0 0 0,-1 0 0,1 0 0,0 0 0,-1 0 0,0 0 0,1 0 0,-1 0 0,0 0 0,-1 0 0,1 0 1,-1 0-1,1 0 0,-3-5 0,1 4 0,0 1 1,-1 0-1,1-1 1,-1 1 0,0 0-1,0 1 1,0-1-1,0 0 1,-1 1 0,1 0-1,-1 0 1,1 0 0,-1 0-1,0 1 1,0-1-1,1 1 1,-9-2 0,-58-7-1819,66 9 1088,0 1 1,0 0-1,0 1 0,0-1 1,0 1-1,0 0 1,0 0-1,-7 3 1,4 1-2150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4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 8456,'0'0'3465,"10"-4"-2035,-1 0-1064,0 1 0,1 0 0,-1 1-1,1 0 1,19-2 0,-24 4-276,0 0-1,0 0 1,0 0 0,0 1 0,-1-1 0,1 1-1,0 1 1,0-1 0,-1 1 0,1 0-1,-1 0 1,0 0 0,1 0 0,-1 1 0,0-1-1,7 8 1,17 25 113,-27-33-194,0 0 1,0 0 0,0 0 0,0 0 0,0 0 0,0 0 0,-1 0-1,1 0 1,-1 0 0,1 1 0,-1-1 0,0 0 0,0 0 0,0 1-1,0-1 1,0 0 0,-1 0 0,0 3 0,1-5-7,0 0-1,0 1 1,-1-1 0,1 0 0,0 0-1,0 1 1,-1-1 0,1 0 0,0 0-1,0 0 1,-1 0 0,1 0 0,0 1-1,0-1 1,-1 0 0,1 0 0,0 0-1,-1 0 1,1 0 0,0 0 0,-1 0-1,1 0 1,0 0 0,-1 0 0,1 0-1,0 0 1,0 0 0,-1 0 0,1 0-1,0 0 1,-1-1 0,1 1 0,0 0-1,0 0 1,-1 0 0,1 0 0,0-1-1,0 1 1,-1 0 0,1 0 0,0 0-1,0-1 1,-1 1 0,1 0 0,0 0-1,0-1 1,0 1 0,0-1 0,-11-13 49,10 7-70,0 1 0,1-1 0,-1 0 1,1 1-1,0-1 0,1 0 0,-1 1 1,2-1-1,-1 0 0,0 1 1,1-1-1,1 1 0,-1 0 0,1 0 1,0 0-1,0 0 0,1 0 0,-1 1 1,1-1-1,1 1 0,-1 0 0,1 0 1,0 1-1,0-1 0,8-5 0,-8 7-634,0 0-1,1 1 0,-1-1 0,1 1 0,0 0 0,0 0 0,0 1 0,0 0 0,0 0 1,0 0-1,7 0 0,3 1-2967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25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25 119 9353,'0'0'3582,"8"-2"-2893,40-9 514,-21 6-778,-1-2 0,-1 0 0,38-16 1,-62 22-407,0 1 1,0 0-1,-1 0 0,1-1 1,0 1-1,0-1 1,0 1-1,0-1 1,0 1-1,0-1 1,0 0-1,-1 1 0,1-1 1,0 0-1,-1 0 1,1 1-1,0-1 1,-1 0-1,1 0 1,-1 0-1,1 0 0,-1 0 1,0 0-1,1 0 1,-1 0-1,0 0 1,0 0-1,1 0 1,-1 0-1,0 0 0,0 0 1,0 0-1,0 0 1,-1 0-1,1 0 1,0 0-1,0 0 1,-1 0-1,1 0 0,-1-1 1,-1 0 52,1 0 1,-1 0-1,0 0 1,0 0-1,0 0 1,0 1-1,-1-1 1,1 1-1,0 0 1,-1-1-1,1 1 1,0 0-1,-1 1 1,-3-2-1,-4 0 74,1 0 0,-1 1 0,1 0 0,-1 0 0,0 1 0,1 1 0,-1 0 0,0 0 0,1 1 0,-1 0 0,1 0 0,-16 7-1,21-7-105,0 0 0,1 0 0,-1 0-1,0 1 1,1-1 0,-1 1-1,1 0 1,0 0 0,0 0 0,0 1-1,0-1 1,0 1 0,1-1-1,0 1 1,0 0 0,0 0-1,0 0 1,0 0 0,1 1 0,0-1-1,0 0 1,0 0 0,0 1-1,1-1 1,0 1 0,-1-1 0,2 1-1,-1-1 1,0 0 0,2 5-1,-1-5-29,1 0-1,-1-1 0,1 1 0,0-1 1,0 0-1,0 1 0,1-1 0,-1 0 1,1 0-1,-1 0 0,1-1 0,0 1 0,0-1 1,0 0-1,0 1 0,1-1 0,-1-1 1,1 1-1,-1 0 0,1-1 0,0 0 1,-1 0-1,1 0 0,5 1 0,11 2 31,1 0 0,-1-2-1,24 1 1,-31-2-47,76-3-1430,-81 0 663,1 1 1,-1-1-1,1-1 1,14-5-1,31-23-9758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30 2594,'0'0'3422,"-11"-23"2568,-5 16-6598,21 9-630,29 16 655,43 34 690,-22-16 1386,-1 3 0,89 83 0,-137-117-1494,-1 1-1,0 0 1,0 1 0,-1-1 0,0 1 0,0 0 0,0 0 0,4 12 0,-3 16-4185,-5-30 977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3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0 5317,'0'0'4388,"-4"12"-3512,-182 510 4165,180-508-5032,-35 85 192,-58 100 1,55-115-135,32-50-285,16-23-1238,13-18-1894,-3-7-296,2-7-2664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6438,'0'0'2920,"0"10"-2391,23 316 4475,-7-133-5006,-14-140-298,-2-31-2954,0-20 2649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4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5477,'0'0'5968,"-1"7"-4547,-2 14-863,-1-4-253,1 0-1,1 1 1,1-1-1,1 0 1,0 1-1,4 22 1,-4-38-298,0-1 0,1 0 1,-1 1-1,0-1 0,1 1 0,0-1 0,-1 0 1,1 1-1,0-1 0,-1 0 0,1 0 0,0 1 1,0-1-1,0 0 0,0 0 0,0 0 0,0 0 1,0 0-1,1-1 0,-1 1 0,0 0 0,0 0 1,1-1-1,-1 1 0,1-1 0,-1 1 0,0-1 1,1 0-1,-1 1 0,1-1 0,-1 0 0,1 0 1,-1 0-1,1 0 0,-1 0 0,0 0 0,1-1 1,-1 1-1,1 0 0,1-2 0,1 1 12,0-1 1,0 0-1,-1 0 0,1 0 0,0 0 0,-1-1 1,0 0-1,1 1 0,-1-1 0,0 0 0,-1-1 0,5-4 1,-4 2 0,1 0 0,-1 0 1,-1 0-1,1 0 0,-1 0 1,0 0-1,-1-1 0,0 1 1,0-1-1,1-7 0,-2 12-18,0 0 0,0 0 0,0 0 0,-1 0-1,1 0 1,0 0 0,-1 1 0,1-1 0,-1 0 0,0 0-1,1 0 1,-1 1 0,0-1 0,0 0 0,0 1 0,0-1-1,-1 1 1,1-1 0,0 1 0,-1-1 0,1 1 0,-1 0 0,1 0-1,-1 0 1,1 0 0,-1 0 0,0 0 0,0 0 0,1 1-1,-1-1 1,0 0 0,0 1 0,0 0 0,0-1 0,0 1-1,0 0 1,-2 0 0,-49 1-526,32 3-4349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4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3844,'0'0'9470,"-20"16"-8744,15-14-672,1-1 0,-1 1 0,0 0 0,1 1 1,0-1-1,-1 1 0,1 0 0,0 0 0,0 0 0,1 1 0,-1-1 0,1 1 1,-1 0-1,1 0 0,0 0 0,1 1 0,-1-1 0,1 0 0,0 1 0,0 0 1,0-1-1,1 1 0,-1 0 0,1 0 0,0 0 0,1 0 0,-1 0 0,1 0 1,0 0-1,0 0 0,1 0 0,0 0 0,-1 0 0,2 0 0,2 8 0,-3-10-49,1-1 0,-1 0 0,1 1 0,0-1 0,0 0 0,0 0 0,0 0 0,0 0 0,1 0 0,-1-1 0,1 1-1,-1-1 1,1 1 0,-1-1 0,1 0 0,0 0 0,0 0 0,-1 0 0,1-1 0,0 1 0,0-1 0,0 0 0,0 0 0,0 0-1,0 0 1,0 0 0,0-1 0,-1 1 0,1-1 0,0 1 0,0-1 0,0 0 0,-1-1 0,1 1 0,-1 0 0,1-1-1,-1 1 1,1-1 0,-1 0 0,0 0 0,0 0 0,0 0 0,0 0 0,0 0 0,0 0 0,0-1 0,-1 1 0,1-1 0,-1 1-1,2-5 1,0-3 17,1-1-1,-2 0 0,4-20 0,-5 27-9,-1-1 1,1 1-1,-1-1 1,0 1-1,0-1 0,-1 1 1,1-1-1,-1 1 0,0-1 1,0 1-1,-1 0 1,-1-5-1,-3 6 1176,7 16-986,10 19-295,-5-23-39,1-1 0,0-1 0,1 0 0,0 0 0,0 0 0,0-1 0,13 7 0,-16-10-768,1-1 1,-1 1-1,1-1 0,-1-1 1,1 1-1,0-1 1,-1 0-1,1 0 1,7-1-1,3 0-3339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5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108 228 6246,'0'0'4271,"-9"-3"-2681,4 2-1282,0-1-1,0 1 0,-1-1 1,1 1-1,-1 1 0,1-1 0,-1 1 1,-7 1-1,11-1-270,0 1 0,0 0 0,0-1 1,0 1-1,0 0 0,0 0 0,0 1 0,0-1 0,0 0 1,0 1-1,1-1 0,-1 1 0,0-1 0,1 1 0,-1 0 1,1 0-1,0 0 0,0 0 0,0 0 0,0 0 0,0 0 1,0 0-1,0 0 0,1 0 0,-1 0 0,1 1 1,-1 3-1,0-2-34,0 1 1,1-1-1,-1 1 1,1-1-1,0 1 1,1 0-1,-1-1 1,1 1-1,0-1 1,0 1-1,0-1 1,2 5-1,-2-7-5,0-1 0,0 1-1,0-1 1,0 1-1,0-1 1,0 1-1,0-1 1,1 0-1,-1 0 1,0 0-1,1 0 1,-1 0 0,1 0-1,-1 0 1,1 0-1,-1-1 1,1 1-1,0 0 1,0-1-1,-1 0 1,1 1-1,0-1 1,-1 0-1,1 0 1,0 0 0,0 0-1,-1 0 1,1 0-1,0 0 1,0-1-1,-1 1 1,1-1-1,0 1 1,-1-1-1,3-1 1,-1 1-119,1-1 1,-1 0-1,0 0 1,0 0-1,0-1 1,0 1-1,-1-1 1,1 0-1,-1 0 1,1 0-1,-1 0 0,0 0 1,0 0-1,0 0 1,0-1-1,-1 1 1,0-1-1,1 1 1,-1-1-1,-1 0 0,2-4 1,1-9-943,-1 0 1,0-1-1,-1-19 0,-1 25 394,-1-1 0,0 1-1,0-1 1,-1 1-1,-1 0 1,0 0 0,-7-18-1,3 16 2215,0 0-1,-1 1 0,-13-20 6133,30 43-6615,11 24-1124,-15-15 400,1 0 1,0 0-1,2-1 0,12 22 1,-15-32-329,0 0 1,1-1 0,0 0 0,0 0-1,1 0 1,0 0 0,0-1-1,1 0 1,-1-1 0,17 9-1,-8-5-365,24 11-3379,-13-14-4807,-20-6 4457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5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5285,'0'0'8317,"6"8"-7954,7 10-341,49 60-1181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6022,'0'0'3139,"49"-8"-5702,-38 18-4035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6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2947,'0'0'6000,"7"-2"-4623,-1 1-972,5-3 260,1 1-1,1 0 1,-1 1 0,0 1 0,24-1 0,-33 2-652,-1 1 0,1-1 0,0 0 0,-1 1-1,1 0 1,-1-1 0,1 1 0,-1 0 0,0 0 0,1 1 0,-1-1 0,0 0 0,0 1 0,0-1 0,0 1 0,0 0 0,0 0 0,0 0-1,0 0 1,-1 0 0,1 0 0,-1 0 0,0 0 0,1 1 0,-1-1 0,0 0 0,0 1 0,-1-1 0,1 1 0,0-1 0,-1 1-1,0 0 1,1-1 0,-1 1 0,0-1 0,0 1 0,-1 2 0,1-4 2,0 0 0,0 1 0,0-1 0,-1 0 0,1 0 0,0 0 0,-1 0 0,1 0 0,-1 0 0,1 0-1,-1 0 1,1-1 0,-1 1 0,0 0 0,1 0 0,-1 0 0,0-1 0,0 1 0,0 0 0,1-1 0,-1 1 0,0 0 0,0-1 0,0 1 0,0-1 0,0 0 0,0 1 0,0-1 0,0 0-1,0 1 1,0-1 0,0 0 0,0 0 0,-1 0 0,1 0 0,0 0 0,0 0 0,0 0 0,0-1 0,0 1 0,0 0 0,0-1 0,0 1 0,0 0 0,0-1 0,0 1 0,0-1 0,0 1-1,0-1 1,1 0 0,-1 0 0,0 1 0,0-1 0,1 0 0,-1 0 0,0 0 0,1 1 0,-1-1 0,1 0 0,-1 0 0,1 0 0,-1 0 0,1 0 0,0 0 0,-1 0 0,1 0 0,0 0 0,0-1-1,0 0 1,-1-1 9,1 0-1,0 0 1,0 0-1,0 1 1,0-1-1,0 0 1,1 0-1,-1 0 0,1 0 1,0 1-1,-1-1 1,1 0-1,1 1 1,-1-1-1,0 0 1,1 1-1,-1 0 0,1-1 1,0 1-1,2-2 1,-2 2-8,1 1 0,-1-1 0,1 1 1,-1 0-1,1 0 0,0 1 0,-1-1 0,1 0 1,0 1-1,0 0 0,0 0 0,-1-1 0,1 2 1,0-1-1,0 0 0,0 0 0,-1 1 0,1 0 1,0 0-1,-1-1 0,5 3 0,36 18-2342,-35-16 1313,-1-1 0,1 0 1,0 0-1,0-1 0,14 3 1,-6-4-3846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25 6854,'0'0'6903,"-8"-5"-5414,-27-12-618,34 16-860,0 1 0,0 0 0,0-1 0,0 1 0,0 0 0,0 0 0,0 0 0,0 0 0,0-1 0,0 1 0,0 1 0,0-1 0,0 0 0,0 0 0,0 0 0,0 0 0,0 1 1,0-1-1,0 1 0,0-1 0,0 1 0,0-1 0,0 1 0,0-1 0,1 1 0,-1 0 0,0-1 0,0 1 0,1 0 0,-1 0 0,0-1 0,1 1 0,-1 0 0,1 0 0,-1 0 1,1 0-1,-1 0 0,1 0 0,0 0 0,-1 0 0,1 0 0,0 0 0,0 0 0,0 0 0,0 2 0,-2 44-71,7-44 55,5-11 3,6-9 4,-15 16-2,0-1 10,1 0 0,-1 1 0,1-1 1,0 0-1,-1 1 0,1-1 0,0 1 1,0 0-1,0 0 0,0 0 0,0 0 0,0 0 1,0 0-1,1 0 0,-1 0 0,0 1 1,0 0-1,1-1 0,-1 1 0,0 0 1,0 0-1,1 0 0,2 0 0,-2 2 33,1-1 0,0 0 0,0 1 0,0 0 0,-1 0 0,1 0 0,-1 0 0,0 1-1,1-1 1,-1 1 0,0 0 0,2 3 0,8 9 153,-2 1 0,0 0 0,-1 0 0,11 24 0,-9-16-138,-2 0 1,0 1 0,-2 1 0,-1-1-1,-1 1 1,-1 1 0,-1-1-1,-1 1 1,-2 0 0,0-1 0,-4 32-1,0-49-50,1 0-1,-1 0 0,-1 0 0,0 0 0,0 0 0,0-1 1,-9 11-1,12-17 22,-1 1 0,1-1-1,-1 0 1,0 0 0,0 0 0,0 0 0,0-1 0,-1 1 0,1 0 0,0-1 0,-1 0-1,1 1 1,-4 0 0,4-2 21,1 0 0,-1 1 0,0-1 0,1-1 0,-1 1 0,1 0 0,-1 0 0,1 0 0,-1-1 0,1 1 0,-1-1 0,1 1 0,0-1 0,-1 0 0,1 1 0,0-1 0,-1 0 0,1 0 0,0 0 0,0 0 0,0 0 0,0 0 0,0-1 0,0 1 0,-2-3 0,-1-3-12,-1 0-1,2-1 1,-1 0-1,1 0 1,0 0-1,1 0 1,0-1-1,0 1 1,1 0 0,0-1-1,0-15 1,1 1-70,1-1 1,2 0 0,5-25 0,30-84-3589,-17 57-1563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9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69 833,'0'0'12465,"0"-6"-12166,0 4-297,0 1 0,0 0-1,0 0 1,0-1 0,0 1 0,1 0 0,-1 0 0,0-1-1,1 1 1,-1 0 0,1 0 0,-1 0 0,1 0 0,-1 0-1,1 0 1,0 0 0,0 0 0,-1 0 0,1 0 0,0 0-1,0 0 1,0 0 0,0 1 0,0-1 0,0 0 0,0 1-1,2-2 1,43 0 37,-31 2-1,100-2 29,147-23 1,-244 23-80,6 0-615,-14 2-2830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9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 5541,'0'0'4645,"52"-4"-3716,-10-4-129,11-2-191,11-4-129,8-4-127,1 0-129,1 0-128,-5 1-32,-5 4-64,-9 4 0,-5 3-288,-11-1-2883,-10-4-1922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55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3209 346 4356,'0'0'2589,"0"-7"-1398,1 2-898,-1-1 0,0 0 0,-1 1 0,1-1 0,-1 1 0,0-1 0,0 1 0,-1-1 0,1 1 0,-1 0 1,-1 0-1,1 0 0,-1 0 0,1 0 0,-2 0 0,1 1 0,0-1 0,-1 1 0,-4-4 0,-13-9-116,0 1-1,-1 1 1,-1 1-1,0 1 0,-46-18 1,-130-34 238,114 46-404,-1 3 1,0 3 0,0 5 0,-1 3 0,0 4 0,-116 14 0,1 14 45,-311 82 0,344-59-20,1 7-1,4 6 1,2 8-1,3 8 1,-201 132-1,345-201-24,0 0-1,1 0 1,1 2-1,0 0 1,0 0-1,1 1 1,1 1 0,-11 15-1,15-17 2,1 0-1,0 0 1,1 1 0,0 0 0,1 0-1,0 0 1,2 0 0,-1 0-1,1 1 1,1-1 0,1 16-1,1-8 6,1-1 0,1 0 0,1 0-1,0 0 1,2 0 0,0-1 0,2 1 0,0-2-1,1 1 1,12 18 0,18 24 21,70 82-1,-93-123-22,11 11-3,1-2 0,2-2 1,0 0-1,2-2 0,0-1 1,2-2-1,1-2 0,0 0 1,74 27-1,20-3 151,212 44 0,-282-75-49,247 49 1007,45 11-237,77-2-464,5-38-254,-334-29-89,0-5 1,132-16 0,-168 7 27,0-2 1,-1-3-1,-1-3 1,101-44-1,-111 38-74,-1-3-1,-1-1 1,-1-3 0,-2-2-1,-1-2 1,-2-1-1,-1-3 1,-2-1 0,-2-2-1,-2-2 1,47-72-1,-73 100-8,-1-1-1,-1 0 1,0 0 0,-1 0-1,-1-1 1,-1 0-1,0 0 1,-1-1 0,-1 1-1,-1-1 1,-1 0-1,-1-32 1,-2 42-12,0 1-1,-1 0 1,0 0 0,-1 0 0,1 0-1,-1 1 1,-1-1 0,1 1-1,-1 0 1,-1 0 0,1 1 0,-9-9-1,-13-10 30,-41-32 0,24 26 21,0 1 1,-2 2 0,-77-34-1,34 26 246,-103-27-1,136 46-300,0-2-1,-102-51 1,128 53-17,1-1 1,1-1-1,1-1 0,1-2 0,0 0 0,-34-41 1,-4-16-112,30 35-2692,-71-70 0,55 70-1873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32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20 133 1794,'7'-7'4671,"-7"7"-4598,0-1 0,0 1 0,0-1 0,1 1 0,-1-1-1,0 1 1,0 0 0,1-1 0,-1 1 0,0-1 0,1 1-1,-1 0 1,1-1 0,-1 1 0,0 0 0,1-1 0,-1 1 0,1 0-1,-1-1 1,1 1 0,-1 0 0,1 0 0,-1 0 0,1 0-1,-1 0 1,1-1 0,-1 1 0,1 0 0,-1 0 0,1 0 0,0 0-1,-1 0 1,1 1 0,-1-1 0,1 0 0,0 0 0,8 3 606,0 0 1,0 1 0,0 0 0,16 11 0,26 10 1425,-43-22-1999,0 0 1,0-1 0,0 0 0,0-1-1,0 0 1,0 0 0,1-1 0,-1 0-1,0 0 1,0-1 0,1 0 0,-1 0 0,0-1-1,0 0 1,0 0 0,0-1 0,-1 0-1,1-1 1,-1 0 0,0 0 0,0 0-1,0-1 1,0 0 0,-1 0 0,0-1-1,0 1 1,0-2 0,-1 1 0,0 0 0,0-1-1,-1 0 1,0 0 0,0-1 0,0 1-1,-1-1 1,4-14 0,-2 9-133,-5 27-43,0-9 56,-1 0 0,0 0 1,0 0-1,0 0 0,0-1 0,-1 1 0,-3 6 0,1-6 22,-1 0 0,0-1 0,1 0 0,-1 0 0,-1 0 0,1-1 0,-1 0 0,1 0 0,-1 0 0,0 0 0,0-1 0,0 0 0,0 0 0,0-1 0,-10 1 0,-10 1 65,0-2-1,-41-3 1,12 0-33,40 2-26,-41-4 229,53 3-232,0 0 1,0 0-1,0 0 1,0-1-1,0 1 1,1-1-1,-1 0 1,0 0 0,1 1-1,0-2 1,-1 1-1,1 0 1,0 0-1,0-1 1,-3-4-1,2 2 28,-8-9 111,11 38-144,0-22 5,1 1 0,0 0 1,0 0-1,0-1 0,0 1 1,0-1-1,0 1 0,1-1 1,-1 1-1,1-1 0,0 0 0,0 0 1,0 0-1,0 0 0,0 0 1,0 0-1,0 0 0,1-1 1,-1 1-1,1-1 0,-1 0 0,1 0 1,-1 0-1,1 0 0,0 0 1,-1 0-1,6 0 0,6 2 166,0 0 1,1-2-1,26 1 0,-33-1-146,0-1-1,-1 0 1,1-1 0,-1 0 0,1 0 0,0-1-1,-1 1 1,0-2 0,1 1 0,-1-1 0,0 0-1,-1 0 1,1-1 0,0 0 0,-1 0 0,0-1-1,0 0 1,0 0 0,-1 0 0,1-1 0,-1 0 0,-1 0-1,8-10 1,-6 6-41,1 0 1,1 0-1,0 1 0,0 0 1,0 1-1,1-1 0,15-9 1,-23 18-46,6 42-175,-5-33 232,-1 0-1,0 0 1,-1 0 0,1-1 0,-2 1 0,1 0-1,-1 0 1,-1 0 0,1-1 0,-4 11 0,3-15-2,0 0 1,0-1-1,0 1 1,-1-1 0,1 0-1,-1 1 1,0-1-1,0 0 1,0-1 0,0 1-1,0 0 1,-1-1-1,1 0 1,-1 0 0,1 0-1,-1 0 1,0-1 0,0 1-1,0-1 1,0 0-1,0 0 1,0 0 0,-8 0-1,4 0 9,0 0-1,0-1 1,-1 0 0,1 0-1,0-1 1,0 0 0,0 0-1,0-1 1,0 0-1,-14-6 1,6-1-6,0 0 1,1-1-1,-25-20 0,40 30-5,1 1-1,-1-1 1,0 1 0,0-1-1,0 1 1,0-1-1,0 1 1,0-1 0,0 1-1,0-1 1,0 1 0,0-1-1,0 1 1,0-1-1,0 1 1,-1-1 0,1 1-1,0-1 1,0 1 0,0-1-1,-1 1 1,1-1-1,0 1 1,-1-1 0,1 0-1,0 1 1,-1-1 0,1 1-1,0-1 1,-1 0-1,1 1 1,-1-1 0,1 0-1,-1 0 1,1 1 0,-1-1-1,1 0 1,-1 0-1,1 0 1,-1 0 0,1 0-1,-1 0 1,1 0 0,-1 1-1,1-2 1,-1 1-1,1 0 1,-1 0 0,1 0-1,-1 0 1,1 0 0,-1 0-1,1 0 1,-1-1-1,1 1 1,-1 0 0,1 0-1,-1-1 1,1 1 0,-1 0-1,1-1 1,0 1 0,-1 0-1,1-1 1,0 1-1,-1-1 1,1 1 0,0 0-1,-1-2 1,1 5-6,0 0 0,1-1 0,-1 1 0,1-1 1,-1 1-1,1-1 0,0 1 0,0-1 0,0 1 0,0-1 0,0 0 1,1 1-1,2 2 0,3 0 19,0-1 0,1 0 0,-1-1 0,1 0 1,0 0-1,0 0 0,0-1 0,0-1 0,14 2 0,-5-1 21,0-1-1,0-1 0,31-4 1,-43 3-34,-1-1 0,1 1 0,-1-1 0,0 0 0,0 0 0,0-1 0,0 1 0,0-1 0,0 0 0,0 0 0,-1 0 0,0-1 0,1 1 0,-1-1 0,0 1 0,-1-1 0,1 0 0,-1 0 0,0 0 0,0-1 0,0 1 0,0-1 0,-1 1 0,0-1 0,0 1 0,0-1 0,0 0 0,-1 1 0,0-1 0,0 0 0,0-5 0,0 10-31,-5 40-145,4-30 180,-1 0 0,0 0 0,0 0 0,-1-1 0,0 1-1,-1-1 1,0 1 0,-6 8 0,8-15-2,-1 1 1,1-1-1,-1 0 1,0 0-1,0 0 1,-1 0-1,1-1 1,0 1 0,-1-1-1,0 0 1,1 0-1,-1 0 1,0-1-1,0 1 1,0-1-1,0 0 1,0 0-1,-1 0 1,1-1-1,0 1 1,-8-2-1,-2 2 7,0-2 0,0 0 0,0 0 1,0-2-1,0 0 0,-13-4 0,20 4-8,0 0 0,1 0 0,-1-1 0,0 0 1,1 0-1,0 0 0,0-1 0,0 0 0,1 0 0,0-1 1,0 1-1,-8-13 0,12 45-1067,1-17-7395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3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7286,'6'2'0,"0"-24"0,-18 42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38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0 2947,'0'0'6758,"-2"9"-6277,-16 90 2199,-32 213-396,35-184-2106,4-50 40,1 79 0,10-156-63,-25-5-3951,9 4-2209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6:12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 2402,'0'0'769,"-2"-2"-769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6:13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2114,'27'-6'4237,"118"-21"-2618,-116 23-1420,-19 2-160,1 0 0,-1 1 0,1 0 0,-1 1 0,1 0 0,-1 0 0,1 1 0,19 5 0,-29-6-73,0 1 0,0-1 0,0 1 0,-1 0 0,1-1 0,0 1 0,0 0 0,0 0 0,-1 0 0,1 0 0,-1-1 0,1 1 0,0 0 0,-1 0 0,0 0 0,1 0 0,-1 0-1,1 1 1,-1-1 0,0 0 0,0 0 0,0 0 0,0 0 0,0 0 0,0 0 0,0 0 0,0 0 0,0 0 0,0 1 0,-1-1 0,1 1 0,-2 5-1760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6:14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 2594,'0'0'4714,"3"-2"-4399,16-5 102,1 1 1,0 0-1,0 1 0,1 2 0,30-3 0,-9 1-213,21-2 27,-4 1-681,-22-1-3869,-39 8 1153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6:1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2819,'0'0'4105,"9"-1"-3438,136-32 1586,45-7-1362,-168 40-469,-8 0-1551,-8-1-3299,-13 3 237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6:14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6662,'0'0'2242,"43"-6"-1441,-19-2-64,1 0-32,3-2-225,4-1-224,0 0-96,0 3-96,-2 0-32,0 5-64,-5 1-1057,-5 0-1537,-5-1-3876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41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390 567 416,'0'0'6481,"-6"-1"-5990,-29-5 481,72-16 373,50-16-1101,275-113 71,-276 120-243,1 5 0,119-21-1,1164-108 1735,-1104 132-1402,1096-44 1198,-1339 67-1582,737 21 669,-635-9-557,1 4 1,-2 7-1,241 75 0,-320-80-84,-1 1 0,0 2 0,-2 3 1,-1 0-1,-1 3 0,-1 2 0,-1 1 0,-2 1 0,33 38 0,-59-56-15,0 0 0,-1 1 1,0 0-1,-2 0 0,0 1 0,0 0 1,-1 0-1,-1 1 0,0 0 0,4 31 1,-5-12 28,-1-1 1,-2 1-1,-1 0 0,-6 40 1,1-49 32,0-1 0,-1 0 1,-2 0-1,0 0 0,-14 25 1,-4 3 117,-37 55 0,49-87-115,-2-1 1,0-1-1,-1-1 0,-1 0 1,0-1-1,-2-1 1,0-1-1,0-1 0,-38 20 1,19-14-4,-1-3 1,0-1 0,-1-2 0,-77 16 0,65-23-72,0-3 0,-102-4 0,106-2-21,-155-8 66,-49-1 11,-530 36 21,-37-32 32,516-7-47,203 11-76,-647-38 146,709 37-156,-706-47 101,658 50-86,-731-18 82,778 17-95,0-1 0,0-3 0,0 0-1,0-3 1,-58-21 0,91 26 9,0 1-1,1-1 1,-1-1-1,1 1 1,0-1 0,1 0-1,-1 0 1,1-1-1,0 0 1,0 0 0,1 0-1,0 0 1,0-1-1,0 0 1,1 1 0,0-2-1,-4-13 1,3 6 14,0 0 0,1-1-1,1 0 1,0 1 0,1-1 0,1 0 0,2-27 0,1 29-19,0 0-1,1 1 1,1-1 0,0 1 0,0 0 0,2 0-1,11-19 1,63-79-26,-47 71-26,2 1 1,1 2-1,2 1 0,2 2 0,0 2 0,3 2 0,0 1 0,2 3 0,94-40 0,85-21-5271,-107 39-2071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46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35 1057,'-1'-2'113,"-10"-24"4794,15 19-2277,11 12-1637,65 40 787,128 94 1,-207-139-1776,0 1 0,0-1 0,0 1 0,0 0 0,-1 0 1,1-1-1,0 1 0,0 0 0,-1 0 0,1 0 1,0 0-1,-1 0 0,1 0 0,-1 0 0,1 0 1,-1 0-1,0 0 0,1 0 0,-1 0 0,0 2 0,-1 5-2218,-4 0-3338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47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2 2915,'0'0'5867,"-21"-2"-3214,7 21-1926,0 0 0,1 1 0,-21 42 0,-16 26 187,46-83-828,1 0 0,0 0 1,0 0-1,0 1 0,0-1 0,1 0 0,0 1 1,0 0-1,0 0 0,1-1 0,0 1 0,0 0 0,0 10 214,1-16-295,-1 0 1,-1 2-180,0-1 0,1 0 0,-1 1 0,0-1 0,0 1 0,1 0 0,-1-1 0,1 1 0,-1 0-1,1 0 1,0 0 0,0 0 0,0 0 0,0 0 0,0 0 0,0 1 0,1-1 0,-1 0 0,1 0 0,-1 1 0,1-1 0,0 0 0,0 0 0,0 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55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9 480,'1'0'2435,"1"0"-1090,-2-1-1185,2-2 32,-1 1-31,0 0-1,1 2-32,0 0-96,-1 0 0,1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58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13 224,'2'-1'9034,"-4"-3"-6942,-14 0-1874,16 1-1825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6:09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2787,'8'-7'8830,"30"-10"-9048,-37 17 660,26-11-210,0 1 0,1 2 0,0 0 0,1 2 1,46-3-1,-74 9-173,-1-1-22,-47 1 160,41 0-237,0 0 0,0 1-1,-1-1 1,1 1 0,0 1-1,0-1 1,0 1 0,-10 5-1,-18-1 52,30-6-10,1 0 1,-1 0-1,1 0 1,-1 1-1,1-1 1,0 1 0,0 0-1,-1 0 1,1 0-1,0 1 1,0-1-1,0 1 1,-5 3-1,11-4-6,1 0-1,-1 0 0,1 0 0,-1 0 0,1-1 0,-1 0 1,1 1-1,-1-1 0,5-1 0,-8 1 6,142-9 454,-142 9-385,-27-1 29,0 2-1,0 1 1,1 1-1,-1 1 1,1 1 0,-27 10-1,73-14-116,19-7 38,88-37-40,-190 66 7,22-8 2,-49 23 1,90-38 9,0 0 1,0 0 0,0 0 0,0 0 0,0 0 0,0 0 0,0 0 0,1 0 0,-1 0 0,0 0 0,0 0 0,0 0 0,0 0 0,0 0-1,0 0 1,0 0 0,0 1 0,0-1 0,1 0 0,-1 0 0,0 0 0,0 0 0,0 0 0,0 0 0,0 0 0,0 0 0,0 0 0,0 0 0,0 0-1,0 0 1,0 0 0,0 0 0,0 1 0,0-1 0,0 0 0,1 0 0,-1 0 0,0 0 0,0 0 0,0 0 0,0 0 0,0 0 0,0 0-1,0 1 1,0-1 0,0 0 0,0 0 0,0 0 0,0 0 0,0 0 0,-1 0 0,1 0 0,0 0 0,0 0 0,0 1 0,0-1 0,0 0 0,0 0-1,18 1-135,22-4-47,22-20 235,-44 16-30,-1 0-1,1 1 1,29-5 0,-45 11 16,-15 2-22,0 0 0,0 1 1,0 0-1,0 1 0,0 1 0,1 0 1,-17 10-1,-17 5 12,17-6-53,31-11-38,17-3 64,-5-2 16,-1-1 0,0 0 0,0-1 0,-1 0 0,1-1 0,12-7 0,31-11 133,-126 36 353,49-7-503,14-5-4,0 0 1,1 1-1,-1 0 1,0 1-1,1-1 1,-1 1-1,-9 7 1,15-10-71,83-19-64,-72 16 147,41-18 36,-36 12-6,-15 9-38,0 0 1,0 0 0,0 0 0,0 0-1,0 0 1,-1 1 0,1-1 0,0 0 0,0 0-1,0 0 1,0 0 0,0 0 0,0 0 0,-1 0-1,1 0 1,0 0 0,0 0 0,0 0-1,0 0 1,0 1 0,-1-1 0,1 0 0,0 0-1,0 0 1,0 0 0,0 0 0,0 0-1,-1-1 1,1 1 0,0 0 0,0 0 0,0 0-1,0 0 1,0 0 0,-1 0 0,1 0 0,0 0-1,0 0 1,0 0 0,0 0 0,0 0-1,0 0 1,-1-1 0,1 1 0,0 0 0,0 0-1,0 0 1,0 0 0,0 0 0,0 0-1,0-1 1,0 1 0,0 0 0,0 0 0,0 0-1,0 0 1,0-1 0,0 1 0,0 0 0,0 0-1,0 0 1,0 0 0,0 0 0,0-1-1,0 1 1,0 0 0,0 0 0,0 0 0,0 0-1,-9 0 2,0 1-1,1 0 0,-1 1 1,0 0-1,1 0 0,0 1 1,-16 7-1,72-9-295,-43-2 308,2-1 19,-1 1 1,0-1 0,0 0-1,1 0 1,-2-1 0,1 0 0,8-5-1,-43 9 117,5 4-125,0 1 0,-33 13 0,57-19-27,0-1-1,0 1 1,0 0 0,0 0 0,1 0 0,-1 0 0,0 0 0,0 0 0,0 0 0,0 0 0,0 0 0,0 0 0,0 1 0,0-1 0,1 0 0,-1 0 0,0 0 0,0 0 0,0 0 0,0 0 0,0 0 0,0 0 0,0 0 0,0 0 0,0 0 0,1 0 0,-1 0 0,0 0 0,0 0 0,0 1 0,0-1 0,0 0 0,0 0-1,0 0 1,0 0 0,0 0 0,0 0 0,0 0 0,0 0 0,0 1 0,0-1 0,0 0 0,0 0 0,0 0 0,0 0 0,0 0 0,0 0 0,0 0 0,0 0 0,0 1 0,0-1 0,0 0 0,0 0 0,0 0 0,0 0 0,0 0 0,0 0 0,20 3-258,22-1-126,53-11-13,-57 1-3296,-31 5 428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9:15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64,'0'-9'2779,"0"6"-1540,0 6-1328,0-2-1181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39:55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3844,'0'0'6496,"0"21"-6074,-27 189 2628,14-122-6874,9-59-5011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30 2594,'0'0'3422,"-11"-23"2568,-5 16-6598,21 9-630,29 16 655,43 34 690,-22-16 1386,-1 3 0,89 83 0,-137-117-1494,-1 1-1,0 0 1,0 1 0,-1-1 0,0 1 0,0 0 0,0 0 0,4 12 0,-3 16-4185,-5-30 977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3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0 5317,'0'0'4388,"-4"12"-3512,-182 510 4165,180-508-5032,-35 85 192,-58 100 1,55-115-135,32-50-285,16-23-1238,13-18-1894,-3-7-296,2-7-2664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6438,'0'0'2920,"0"10"-2391,23 316 4475,-7-133-5006,-14-140-298,-2-31-2954,0-20 2649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4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5477,'0'0'5968,"-1"7"-4547,-2 14-863,-1-4-253,1 0-1,1 1 1,1-1-1,1 0 1,0 1-1,4 22 1,-4-38-298,0-1 0,1 0 1,-1 1-1,0-1 0,1 1 0,0-1 0,-1 0 1,1 1-1,0-1 0,-1 0 0,1 0 0,0 1 1,0-1-1,0 0 0,0 0 0,0 0 0,0 0 1,0 0-1,1-1 0,-1 1 0,0 0 0,0 0 1,1-1-1,-1 1 0,1-1 0,-1 1 0,0-1 1,1 0-1,-1 1 0,1-1 0,-1 0 0,1 0 1,-1 0-1,1 0 0,-1 0 0,0 0 0,1-1 1,-1 1-1,1 0 0,1-2 0,1 1 12,0-1 1,0 0-1,-1 0 0,1 0 0,0 0 0,-1-1 1,0 0-1,1 1 0,-1-1 0,0 0 0,-1-1 0,5-4 1,-4 2 0,1 0 0,-1 0 1,-1 0-1,1 0 0,-1 0 1,0 0-1,-1-1 0,0 1 1,0-1-1,1-7 0,-2 12-18,0 0 0,0 0 0,0 0 0,-1 0-1,1 0 1,0 0 0,-1 1 0,1-1 0,-1 0 0,0 0-1,1 0 1,-1 1 0,0-1 0,0 0 0,0 1 0,0-1-1,-1 1 1,1-1 0,0 1 0,-1-1 0,1 1 0,-1 0 0,1 0-1,-1 0 1,1 0 0,-1 0 0,0 0 0,0 0 0,1 1-1,-1-1 1,0 0 0,0 1 0,0 0 0,0-1 0,0 1-1,0 0 1,-2 0 0,-49 1-526,32 3-4349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4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3844,'0'0'9470,"-20"16"-8744,15-14-672,1-1 0,-1 1 0,0 0 0,1 1 1,0-1-1,-1 1 0,1 0 0,0 0 0,0 0 0,1 1 0,-1-1 0,1 1 1,-1 0-1,1 0 0,0 0 0,1 1 0,-1-1 0,1 0 0,0 1 0,0 0 1,0-1-1,1 1 0,-1 0 0,1 0 0,0 0 0,1 0 0,-1 0 0,1 0 1,0 0-1,0 0 0,1 0 0,0 0 0,-1 0 0,2 0 0,2 8 0,-3-10-49,1-1 0,-1 0 0,1 1 0,0-1 0,0 0 0,0 0 0,0 0 0,0 0 0,1 0 0,-1-1 0,1 1-1,-1-1 1,1 1 0,-1-1 0,1 0 0,0 0 0,0 0 0,-1 0 0,1-1 0,0 1 0,0-1 0,0 0 0,0 0 0,0 0-1,0 0 1,0 0 0,0-1 0,-1 1 0,1-1 0,0 1 0,0-1 0,0 0 0,-1-1 0,1 1 0,-1 0 0,1-1-1,-1 1 1,1-1 0,-1 0 0,0 0 0,0 0 0,0 0 0,0 0 0,0 0 0,0 0 0,0-1 0,-1 1 0,1-1 0,-1 1-1,2-5 1,0-3 17,1-1-1,-2 0 0,4-20 0,-5 27-9,-1-1 1,1 1-1,-1-1 1,0 1-1,0-1 0,-1 1 1,1-1-1,-1 1 0,0-1 1,0 1-1,-1 0 1,-1-5-1,-3 6 1176,7 16-986,10 19-295,-5-23-39,1-1 0,0-1 0,1 0 0,0 0 0,0 0 0,0-1 0,13 7 0,-16-10-768,1-1 1,-1 1-1,1-1 0,-1-1 1,1 1-1,0-1 1,-1 0-1,1 0 1,7-1-1,3 0-3339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5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108 228 6246,'0'0'4271,"-9"-3"-2681,4 2-1282,0-1-1,0 1 0,-1-1 1,1 1-1,-1 1 0,1-1 0,-1 1 1,-7 1-1,11-1-270,0 1 0,0 0 0,0-1 1,0 1-1,0 0 0,0 0 0,0 1 0,0-1 0,0 0 1,0 1-1,1-1 0,-1 1 0,0-1 0,1 1 0,-1 0 1,1 0-1,0 0 0,0 0 0,0 0 0,0 0 0,0 0 1,0 0-1,0 0 0,1 0 0,-1 0 0,1 1 1,-1 3-1,0-2-34,0 1 1,1-1-1,-1 1 1,1-1-1,0 1 1,1 0-1,-1-1 1,1 1-1,0-1 1,0 1-1,0-1 1,2 5-1,-2-7-5,0-1 0,0 1-1,0-1 1,0 1-1,0-1 1,0 1-1,0-1 1,1 0-1,-1 0 1,0 0-1,1 0 1,-1 0 0,1 0-1,-1 0 1,1 0-1,-1-1 1,1 1-1,0 0 1,0-1-1,-1 0 1,1 1-1,0-1 1,-1 0-1,1 0 1,0 0 0,0 0-1,-1 0 1,1 0-1,0 0 1,0-1-1,-1 1 1,1-1-1,0 1 1,-1-1-1,3-1 1,-1 1-119,1-1 1,-1 0-1,0 0 1,0 0-1,0-1 1,0 1-1,-1-1 1,1 0-1,-1 0 1,1 0-1,-1 0 0,0 0 1,0 0-1,0 0 1,0-1-1,-1 1 1,0-1-1,1 1 1,-1-1-1,-1 0 0,2-4 1,1-9-943,-1 0 1,0-1-1,-1-19 0,-1 25 394,-1-1 0,0 1-1,0-1 1,-1 1-1,-1 0 1,0 0 0,-7-18-1,3 16 2215,0 0-1,-1 1 0,-13-20 6133,30 43-6615,11 24-1124,-15-15 400,1 0 1,0 0-1,2-1 0,12 22 1,-15-32-329,0 0 1,1-1 0,0 0 0,0 0-1,1 0 1,0 0 0,0-1-1,1 0 1,-1-1 0,17 9-1,-8-5-365,24 11-3379,-13-14-4807,-20-6 4457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5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5285,'0'0'8317,"6"8"-7954,7 10-341,49 60-1181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6022,'0'0'3139,"49"-8"-5702,-38 18-4035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6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2947,'0'0'6000,"7"-2"-4623,-1 1-972,5-3 260,1 1-1,1 0 1,-1 1 0,0 1 0,24-1 0,-33 2-652,-1 1 0,1-1 0,0 0 0,-1 1-1,1 0 1,-1-1 0,1 1 0,-1 0 0,0 0 0,1 1 0,-1-1 0,0 0 0,0 1 0,0-1 0,0 1 0,0 0 0,0 0 0,0 0-1,0 0 1,-1 0 0,1 0 0,-1 0 0,0 0 0,1 1 0,-1-1 0,0 0 0,0 1 0,-1-1 0,1 1 0,0-1 0,-1 1-1,0 0 1,1-1 0,-1 1 0,0-1 0,0 1 0,-1 2 0,1-4 2,0 0 0,0 1 0,0-1 0,-1 0 0,1 0 0,0 0 0,-1 0 0,1 0 0,-1 0 0,1 0-1,-1 0 1,1-1 0,-1 1 0,0 0 0,1 0 0,-1 0 0,0-1 0,0 1 0,0 0 0,1-1 0,-1 1 0,0 0 0,0-1 0,0 1 0,0-1 0,0 0 0,0 1 0,0-1 0,0 0-1,0 1 1,0-1 0,0 0 0,0 0 0,-1 0 0,1 0 0,0 0 0,0 0 0,0 0 0,0-1 0,0 1 0,0 0 0,0-1 0,0 1 0,0 0 0,0-1 0,0 1 0,0-1 0,0 1-1,0-1 1,1 0 0,-1 0 0,0 1 0,0-1 0,1 0 0,-1 0 0,0 0 0,1 1 0,-1-1 0,1 0 0,-1 0 0,1 0 0,-1 0 0,1 0 0,0 0 0,-1 0 0,1 0 0,0 0 0,0-1-1,0 0 1,-1-1 9,1 0-1,0 0 1,0 0-1,0 1 1,0-1-1,0 0 1,1 0-1,-1 0 0,1 0 1,0 1-1,-1-1 1,1 0-1,1 1 1,-1-1-1,0 0 1,1 1-1,-1 0 0,1-1 1,0 1-1,2-2 1,-2 2-8,1 1 0,-1-1 0,1 1 1,-1 0-1,1 0 0,0 1 0,-1-1 0,1 0 1,0 1-1,0 0 0,0 0 0,-1-1 0,1 2 1,0-1-1,0 0 0,0 0 0,-1 1 0,1 0 1,0 0-1,-1-1 0,5 3 0,36 18-2342,-35-16 1313,-1-1 0,1 0 1,0 0-1,0-1 0,14 3 1,-6-4-3846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25 6854,'0'0'6903,"-8"-5"-5414,-27-12-618,34 16-860,0 1 0,0 0 0,0-1 0,0 1 0,0 0 0,0 0 0,0 0 0,0 0 0,0-1 0,0 1 0,0 1 0,0-1 0,0 0 0,0 0 0,0 0 0,0 0 0,0 1 1,0-1-1,0 1 0,0-1 0,0 1 0,0-1 0,0 1 0,0-1 0,1 1 0,-1 0 0,0-1 0,0 1 0,1 0 0,-1 0 0,0-1 0,1 1 0,-1 0 0,1 0 0,-1 0 1,1 0-1,-1 0 0,1 0 0,0 0 0,-1 0 0,1 0 0,0 0 0,0 0 0,0 0 0,0 2 0,-2 44-71,7-44 55,5-11 3,6-9 4,-15 16-2,0-1 10,1 0 0,-1 1 0,1-1 1,0 0-1,-1 1 0,1-1 0,0 1 1,0 0-1,0 0 0,0 0 0,0 0 0,0 0 1,0 0-1,1 0 0,-1 0 0,0 1 1,0 0-1,1-1 0,-1 1 0,0 0 1,0 0-1,1 0 0,2 0 0,-2 2 33,1-1 0,0 0 0,0 1 0,0 0 0,-1 0 0,1 0 0,-1 0 0,0 1-1,1-1 1,-1 1 0,0 0 0,2 3 0,8 9 153,-2 1 0,0 0 0,-1 0 0,11 24 0,-9-16-138,-2 0 1,0 1 0,-2 1 0,-1-1-1,-1 1 1,-1 1 0,-1-1-1,-1 1 1,-2 0 0,0-1 0,-4 32-1,0-49-50,1 0-1,-1 0 0,-1 0 0,0 0 0,0 0 0,0-1 1,-9 11-1,12-17 22,-1 1 0,1-1-1,-1 0 1,0 0 0,0 0 0,0 0 0,0-1 0,-1 1 0,1 0 0,0-1 0,-1 0-1,1 1 1,-4 0 0,4-2 21,1 0 0,-1 1 0,0-1 0,1-1 0,-1 1 0,1 0 0,-1 0 0,1 0 0,-1-1 0,1 1 0,-1-1 0,1 1 0,0-1 0,-1 0 0,1 1 0,0-1 0,-1 0 0,1 0 0,0 0 0,0 0 0,0 0 0,0 0 0,0-1 0,0 1 0,-2-3 0,-1-3-12,-1 0-1,2-1 1,-1 0-1,1 0 1,0 0-1,1 0 1,0-1-1,0 1 1,1 0 0,0-1-1,0-15 1,1 1-70,1-1 1,2 0 0,5-25 0,30-84-3589,-17 57-1563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9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69 833,'0'0'12465,"0"-6"-12166,0 4-297,0 1 0,0 0-1,0 0 1,0-1 0,0 1 0,1 0 0,-1 0 0,0-1-1,1 1 1,-1 0 0,1 0 0,-1 0 0,1 0 0,-1 0-1,1 0 1,0 0 0,0 0 0,-1 0 0,1 0 0,0 0-1,0 0 1,0 0 0,0 1 0,0-1 0,0 0 0,0 1-1,2-2 1,43 0 37,-31 2-1,100-2 29,147-23 1,-244 23-80,6 0-615,-14 2-2830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2:39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 5541,'0'0'4645,"52"-4"-3716,-10-4-129,11-2-191,11-4-129,8-4-127,1 0-129,1 0-128,-5 1-32,-5 4-64,-9 4 0,-5 3-288,-11-1-2883,-10-4-1922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32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20 133 1794,'7'-7'4671,"-7"7"-4598,0-1 0,0 1 0,0-1 0,1 1 0,-1-1-1,0 1 1,0 0 0,1-1 0,-1 1 0,0-1 0,1 1-1,-1 0 1,1-1 0,-1 1 0,0 0 0,1-1 0,-1 1 0,1 0-1,-1-1 1,1 1 0,-1 0 0,1 0 0,-1 0 0,1 0-1,-1 0 1,1-1 0,-1 1 0,1 0 0,-1 0 0,1 0 0,0 0-1,-1 0 1,1 1 0,-1-1 0,1 0 0,0 0 0,8 3 606,0 0 1,0 1 0,0 0 0,16 11 0,26 10 1425,-43-22-1999,0 0 1,0-1 0,0 0 0,0-1-1,0 0 1,0 0 0,1-1 0,-1 0-1,0 0 1,0-1 0,1 0 0,-1 0 0,0-1-1,0 0 1,0 0 0,0-1 0,-1 0-1,1-1 1,-1 0 0,0 0 0,0 0-1,0-1 1,0 0 0,-1 0 0,0-1-1,0 1 1,0-2 0,-1 1 0,0 0 0,0-1-1,-1 0 1,0 0 0,0-1 0,0 1-1,-1-1 1,4-14 0,-2 9-133,-5 27-43,0-9 56,-1 0 0,0 0 1,0 0-1,0 0 0,0-1 0,-1 1 0,-3 6 0,1-6 22,-1 0 0,0-1 0,1 0 0,-1 0 0,-1 0 0,1-1 0,-1 0 0,1 0 0,-1 0 0,0 0 0,0-1 0,0 0 0,0 0 0,0-1 0,-10 1 0,-10 1 65,0-2-1,-41-3 1,12 0-33,40 2-26,-41-4 229,53 3-232,0 0 1,0 0-1,0 0 1,0-1-1,0 1 1,1-1-1,-1 0 1,0 0 0,1 1-1,0-2 1,-1 1-1,1 0 1,0 0-1,0-1 1,-3-4-1,2 2 28,-8-9 111,11 38-144,0-22 5,1 1 0,0 0 1,0 0-1,0-1 0,0 1 1,0-1-1,0 1 0,1-1 1,-1 1-1,1-1 0,0 0 0,0 0 1,0 0-1,0 0 0,0 0 1,0 0-1,0 0 0,1-1 1,-1 1-1,1-1 0,-1 0 0,1 0 1,-1 0-1,1 0 0,0 0 1,-1 0-1,6 0 0,6 2 166,0 0 1,1-2-1,26 1 0,-33-1-146,0-1-1,-1 0 1,1-1 0,-1 0 0,1 0 0,0-1-1,-1 1 1,0-2 0,1 1 0,-1-1 0,0 0-1,-1 0 1,1-1 0,0 0 0,-1 0 0,0-1-1,0 0 1,0 0 0,-1 0 0,1-1 0,-1 0 0,-1 0-1,8-10 1,-6 6-41,1 0 1,1 0-1,0 1 0,0 0 1,0 1-1,1-1 0,15-9 1,-23 18-46,6 42-175,-5-33 232,-1 0-1,0 0 1,-1 0 0,1-1 0,-2 1 0,1 0-1,-1 0 1,-1 0 0,1-1 0,-4 11 0,3-15-2,0 0 1,0-1-1,0 1 1,-1-1 0,1 0-1,-1 1 1,0-1-1,0 0 1,0-1 0,0 1-1,0 0 1,-1-1-1,1 0 1,-1 0 0,1 0-1,-1 0 1,0-1 0,0 1-1,0-1 1,0 0-1,0 0 1,0 0 0,-8 0-1,4 0 9,0 0-1,0-1 1,-1 0 0,1 0-1,0-1 1,0 0 0,0 0-1,0-1 1,0 0-1,-14-6 1,6-1-6,0 0 1,1-1-1,-25-20 0,40 30-5,1 1-1,-1-1 1,0 1 0,0-1-1,0 1 1,0-1-1,0 1 1,0-1 0,0 1-1,0-1 1,0 1 0,0-1-1,0 1 1,0-1-1,0 1 1,-1-1 0,1 1-1,0-1 1,0 1 0,0-1-1,-1 1 1,1-1-1,0 1 1,-1-1 0,1 0-1,0 1 1,-1-1 0,1 1-1,0-1 1,-1 0-1,1 1 1,-1-1 0,1 0-1,-1 0 1,1 1 0,-1-1-1,1 0 1,-1 0-1,1 0 1,-1 0 0,1 0-1,-1 0 1,1 0 0,-1 1-1,1-2 1,-1 1-1,1 0 1,-1 0 0,1 0-1,-1 0 1,1 0 0,-1 0-1,1 0 1,-1-1-1,1 1 1,-1 0 0,1 0-1,-1-1 1,1 1 0,-1 0-1,1-1 1,0 1 0,-1 0-1,1-1 1,0 1-1,-1-1 1,1 1 0,0 0-1,-1-2 1,1 5-6,0 0 0,1-1 0,-1 1 0,1-1 1,-1 1-1,1-1 0,0 1 0,0-1 0,0 1 0,0-1 0,0 0 1,1 1-1,2 2 0,3 0 19,0-1 0,1 0 0,-1-1 0,1 0 1,0 0-1,0 0 0,0-1 0,0-1 0,14 2 0,-5-1 21,0-1-1,0-1 0,31-4 1,-43 3-34,-1-1 0,1 1 0,-1-1 0,0 0 0,0 0 0,0-1 0,0 1 0,0-1 0,0 0 0,0 0 0,-1 0 0,0-1 0,1 1 0,-1-1 0,0 1 0,-1-1 0,1 0 0,-1 0 0,0 0 0,0-1 0,0 1 0,0-1 0,-1 1 0,0-1 0,0 1 0,0-1 0,0 0 0,-1 1 0,0-1 0,0 0 0,0-5 0,0 10-31,-5 40-145,4-30 180,-1 0 0,0 0 0,0 0 0,-1-1 0,0 1-1,-1-1 1,0 1 0,-6 8 0,8-15-2,-1 1 1,1-1-1,-1 0 1,0 0-1,0 0 1,-1 0-1,1-1 1,0 1 0,-1-1-1,0 0 1,1 0-1,-1 0 1,0-1-1,0 1 1,0-1-1,0 0 1,0 0-1,-1 0 1,1-1-1,0 1 1,-8-2-1,-2 2 7,0-2 0,0 0 0,0 0 1,0-2-1,0 0 0,-13-4 0,20 4-8,0 0 0,1 0 0,-1-1 0,0 0 1,1 0-1,0 0 0,0-1 0,0 0 0,1 0 0,0-1 1,0 1-1,-8-13 0,12 45-1067,1-17-7395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34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7286,'6'2'0,"0"-24"0,-18 42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38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0 2947,'0'0'6758,"-2"9"-6277,-16 90 2199,-32 213-396,35-184-2106,4-50 40,1 79 0,10-156-63,-25-5-3951,9 4-2209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55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9 480,'1'0'2435,"1"0"-1090,-2-1-1185,2-2 32,-1 1-31,0 0-1,1 2-32,0 0-96,-1 0 0,1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5:58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13 224,'2'-1'9034,"-4"-3"-6942,-14 0-1874,16 1-1825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7:49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2 128,'0'-1'64,"0"0"0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7:50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0 128,'0'0'320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7:50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64,'-14'42'32,"15"-42"64,1 0 64,0 0-32,1 0-160,-2 0 0,1-5 0,1 0-96,2 0-128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7:54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17 352,'2'0'96,"1"0"97,-2-4-161,1 1 352,-1-1-320,0 3 0,0-1-32,-1 0 0,3 1-32,-1 1 0,0 0 32,0 0-32,-1 0 0,3 0 0,-2 0-128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02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94 128,'2'-9'0,"2"1"128,1-1 64,2 2-128,-1 0-64,4 1 33,-1-1 31,1 1 32,-2-2-96,2 1 32,2 0-32,-3 2 0,4 1 0,-1 3-32,2-2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15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2498,'0'0'4234,"11"11"-4160,26 24 296,2-1 0,1-2-1,53 32 1,-35-36-137,1-3 0,77 23-1,48 19-4704,-170-60 890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16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9 7271,'0'0'705,"-7"-3"143,6 2-812,-1 0-1,1 1 1,-1-1 0,1 1-1,-1-1 1,0 1-1,1-1 1,-1 1-1,1 0 1,-1 0-1,0 0 1,1 0-1,-1 0 1,0 0 0,1 0-1,-1 1 1,0-1-1,1 0 1,-4 2-1,3 1 1,-1-1-1,0 1 1,1 0-1,0 0 1,0 0-1,0 0 1,0 0-1,0 1 1,1-1-1,-1 0 1,-1 6-1,-99 275 1928,-8 19-2100,107-296 83,-7 15-614,1 0 1,1 1 0,1 0 0,1 0 0,-5 47 0,10-45-1938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16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1 9449,'0'0'1297,"-8"0"-416,4 1-861,0-1 0,-1 1 1,1-1-1,0 1 0,0 1 0,0-1 0,1 0 0,-1 1 1,0 0-1,0 0 0,1 0 0,0 0 0,-1 1 0,1-1 1,0 1-1,0 0 0,0 0 0,0 0 0,1 0 0,-1 1 1,1-1-1,0 0 0,0 1 0,0 0 0,0 0 0,-2 7 1,3-8-20,-1-1 0,1 1 1,-1 0-1,1 0 0,0 0 1,0 0-1,1 0 1,-1 1-1,1-1 0,-1 0 1,1 0-1,0 0 1,0 0-1,0 1 0,1-1 1,-1 0-1,1 0 1,0 0-1,0 0 0,0 0 1,0 0-1,0 0 1,0 0-1,1 0 0,0 0 1,-1-1-1,1 1 1,0-1-1,1 1 0,-1-1 1,0 0-1,0 0 0,1 0 1,0 0-1,3 2 1,8 3 10,1-1-1,-1-1 1,1 0 0,0-1 0,30 5 0,-40-8-5,10 1-3,0 1 1,0 1 0,0 1 0,25 11 0,-38-15-2,0-1-1,0 1 1,0 0-1,-1 0 1,1 0 0,0 0-1,0 0 1,-1 1-1,1-1 1,-1 0 0,1 1-1,-1-1 1,0 1-1,1 0 1,-1-1 0,0 1-1,0 0 1,0 0 0,0-1-1,-1 1 1,1 0-1,0 0 1,-1 0 0,1 0-1,-1 0 1,0 0-1,0 0 1,0 0 0,0 0-1,0 0 1,0 0-1,0 0 1,-1 0 0,1 0-1,-1 0 1,1 0-1,-1 0 1,0 0 0,0 0-1,0 0 1,0 0-1,0-1 1,0 1 0,0 0-1,0-1 1,-1 1 0,-2 1-1,-6 9-11,-2-1 0,1-1 0,-1 0 0,-1 0 0,0-1-1,0-1 1,-1 0 0,0-1 0,0-1 0,-1 0 0,1 0 0,-1-2 0,-1 0 0,1-1 0,0 0-1,-19 0 1,34-4-258,0 0 0,0 0 1,1 0-1,-1 0 0,0 1 0,0-1 0,0 0 0,1 0 0,-1 0 0,1 0 0,-1 0 0,1 0 0,-1 0 0,1 1 1,-1-1-1,1 0 0,1-1 0,12-14-2290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17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6182,'0'0'7399,"-1"9"-6678,0-1-671,0-1 0,0 0 1,1 0-1,0 1 1,0-1-1,0 0 0,1 0 1,0 0-1,1 1 1,0-1-1,0 0 1,0 0-1,1-1 0,0 1 1,0-1-1,1 1 1,7 9-1,-5-8-68,1-2 0,0 1 0,0-1 0,1 0 0,-1 0 0,1-1 0,1 0-1,-1-1 1,14 6 0,-18-8-105,-1-1-1,1 0 1,-1 0-1,1 0 0,0 0 1,-1-1-1,1 0 1,0 0-1,-1 0 1,1 0-1,0 0 0,-1-1 1,1 1-1,-1-1 1,1 0-1,-1 0 1,1 0-1,-1-1 0,1 1 1,-1-1-1,0 0 1,0 0-1,0 0 1,0 0-1,0-1 0,0 1 1,2-4-1,1-3-83,0 1 0,0-1 0,-1-1 0,-1 1 0,6-14 0,-6 5 4369,-3 22-4149,0 1-1,1-1 1,-1 1-1,1-1 0,0 0 1,0 1-1,1-1 1,-1 0-1,1-1 1,0 1-1,0 0 0,0-1 1,0 1-1,1-1 1,-1 0-1,1 0 0,6 3 1,-8-5-10,-1 1 0,1-1 1,0 0-1,0 0 0,0 0 0,0 0 1,0 0-1,0 0 0,1-1 0,-1 1 1,0-1-1,0 0 0,0 1 0,1-1 1,-1 0-1,0 0 0,0 0 0,1-1 1,-1 1-1,0 0 0,0-1 0,0 0 1,1 1-1,-1-1 0,0 0 0,0 0 1,0 0-1,0 0 0,0-1 0,-1 1 1,1 0-1,0-1 0,-1 1 0,1-1 1,-1 0-1,1 0 0,1-2 0,-1 2 1,-1-1-1,0 1 1,1 0-1,-1-1 0,0 1 1,0-1-1,0 1 1,0-1-1,-1 0 0,1 1 1,-1-1-1,1 0 1,-1 0-1,0 1 0,0-1 1,0 0-1,-1 1 1,1-1-1,-1 0 1,1 1-1,-1-1 0,0 0 1,0 1-1,0-1 1,0 1-1,0-1 0,-1 1 1,1 0-1,-1 0 1,-2-3-1,0 2-11,1-1-1,-1 1 1,0 0 0,0 1 0,-1-1-1,1 1 1,0 0 0,-1 0 0,0 0-1,1 1 1,-1-1 0,0 1-1,0 0 1,0 1 0,-8-1 0,6 1-117,-1 0-1,1 0 1,-1 1 0,1 0 0,0 0 0,0 1 0,-1 0-1,1 0 1,-6 4 0,8-4-375,1 0-1,0 1 1,1 0 0,-1 0-1,0 0 1,1 0 0,0 0-1,0 1 1,0 0 0,0-1-1,0 1 1,1 0 0,-1 0 0,1 1-1,-2 5 1,1-2-3963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17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0 113 7143,'0'0'1169,"10"-1"-443,-3 0-589,1 1 0,0-1 0,0 2-1,0-1 1,0 1 0,0 0 0,-1 1 0,1-1 0,0 2 0,-1-1 0,0 1 0,1 0-1,10 7 1,4 7-184,0-1 1551,-19-21-680,-8-14-302,0 3-511,1 0 1,0 0-1,1-1 1,1 0-1,1 1 1,0-18-1,1 33-132,0 1 0,0-1-1,0 1 1,0-1 0,0 1 0,0-1 0,0 1-1,0-1 1,0 1 0,1-1 0,-1 1 0,0-1-1,0 1 1,0 0 0,1-1 0,-1 1 0,0-1-1,1 1 1,-1 0 0,0-1 0,1 1 0,-1-1-1,0 1 1,1 0 0,-1 0 0,1-1-1,-1 1 1,0 0 0,1 0 0,-1-1 0,1 1-1,-1 0 1,1 0 0,-1 0 0,1 0 0,-1 0-1,1 0 1,-1 0 0,1 0 0,-1 0 0,1 0-1,-1 0 1,1 0 0,-1 0 0,1 0 0,-1 0-1,1 1 1,-1-1 0,1 0 0,-1 0 0,0 0-1,1 1 1,-1-1 0,1 0 0,-1 1-1,0-1 1,1 0 0,-1 1 0,0-1 0,1 1-1,6 10-3438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17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1 236 5765,'0'0'3065,"8"-6"-2120,8-6-322,-1-1-1,0 0 1,-1-1 0,17-21 0,-25 28-462,-1 0-1,1-1 0,-1 0 1,-1 0-1,0 0 1,0 0-1,0-1 0,-1 1 1,-1-1-1,1 0 0,-1 0 1,1-18-1,-3 26-122,0 0-1,0 0 1,-1 1-1,1-1 0,0 0 1,-1 0-1,1 0 1,-1 0-1,1 1 1,-1-1-1,1 0 1,-1 1-1,0-1 1,1 0-1,-1 1 1,0-1-1,0 1 0,1-1 1,-1 1-1,0-1 1,0 1-1,0-1 1,0 1-1,1 0 1,-1-1-1,0 1 1,0 0-1,0 0 1,0 0-1,0 0 0,0 0 1,0 0-1,0 0 1,0 0-1,0 0 1,1 0-1,-1 1 1,0-1-1,0 0 1,0 0-1,0 1 1,-1 0-1,-2 0 15,-1 0 0,1 0 1,0 1-1,-1-1 0,1 1 0,0 0 1,-6 4-1,6-2-26,0 1 0,0-1 0,0 1 0,0 0 0,1 0-1,0 1 1,0-1 0,0 0 0,1 1 0,0 0 0,0 0 0,0 0 0,0 0 0,1 0 0,0 0 0,1 0 0,-1 0 0,2 12 0,-1-14-24,1-1 1,-1 1 0,1-1-1,0 1 1,0-1-1,0 1 1,0-1 0,1 0-1,0 1 1,-1-1 0,1 0-1,0 0 1,0 0-1,1 0 1,-1-1 0,1 1-1,-1-1 1,1 1-1,0-1 1,0 0 0,0 0-1,0 0 1,0 0 0,0-1-1,1 1 1,-1-1-1,1 0 1,-1 0 0,1 0-1,-1-1 1,1 1-1,-1-1 1,5 1 0,6-2 6,1 1 0,-1-2 1,0 0-1,1 0 0,-1-2 1,0 0-1,-1 0 1,1-1-1,-1-1 0,22-12 1,30-24-3065,-52 31-383,-6 2-903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18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1 145 7623,'0'0'7784,"2"-10"-7614,-2 6-148,3-12 105,0 1 1,1 0-1,11-26 0,-14 38-109,1-1-1,-1 1 0,1 0 1,0-1-1,1 1 1,-1 0-1,0 1 0,1-1 1,0 0-1,4-3 0,-5 5-20,-1 0-1,1 0 1,0 1-1,-1-1 0,1 0 1,0 1-1,-1 0 1,1-1-1,0 1 0,0 0 1,0 0-1,-1 0 0,1 0 1,0 0-1,0 0 1,-1 1-1,1-1 0,0 0 1,0 1-1,-1-1 1,1 1-1,-1 0 0,4 2 1,-3-2-10,0 1 0,0 1 0,0-1 0,-1 0 0,1 0 0,-1 1 0,1-1 0,-1 1 0,0-1 0,0 1 1,0 0-1,0-1 0,-1 1 0,1 0 0,-1 0 0,1-1 0,-1 1 0,0 0 0,0 0 0,0 0 0,-1 3 0,0 1-263,1 0-1,-1 0 0,0 0 0,-1 0 1,0 0-1,0-1 0,-5 12 0,4-13-222,0 0 0,-1 0 0,0 0 0,0 0 1,0-1-1,0 0 0,-1 0 0,1 0 0,-1-1 0,0 1 0,0-1 0,-1 0 0,1 0 0,-8 2 0,-5-3-2208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18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6470,'0'0'4580,"5"53"-3330,-10-13-450,-4 5-287,-1 4-289,-4 6-160,0-3-32,-6-7-929,-4-8-4964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29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0 276 705,'0'0'3870,"2"-6"-3512,4-28 1489,-4 35-1846,-1-1 1,1 1-1,-1 0 0,0-1 1,1 1-1,-1 0 1,0 0-1,1 0 1,-1 0-1,0 0 0,0 0 1,0 0-1,0 0 1,0 1-1,0-1 1,-1 0-1,1 1 0,1 0 1,-2 0 0,1 0 0,0 0 0,0-1 0,0 1 0,0-1 1,1 1-1,-1-1 0,0 0 0,1 1 0,-1-1 0,0 0 0,1 0 0,0 0 0,-1 0 1,1 0-1,0 0 0,-1 0 0,1-1 0,3 2 0,159-14 68,-113 9-34,0-2 0,93-22 0,-84 14 6,87-8 0,96-9 559,-152 15-135,139-3-1,-150 17-474,184 7 878,-224-3-643,-1 2 0,0 1 1,-1 2-1,59 21 0,-79-22-151,0 1 0,-1 0-1,0 2 1,-1 0 0,0 0-1,0 2 1,-1 0 0,25 25 0,-7 30 309,-33-68-328,0 0-1,0 0 0,0 0 1,0 0-1,0 0 1,0 0-1,1 0 1,-1 0-1,0 0 1,0 0-1,1 0 1,-1 0-1,1 0 1,-1 0-1,1 0 0,-1 0 1,1 0-1,0 0 1,-1 1-1,1-1 1,0 0-1,0 0 1,0 1-1,-1-1 1,1 0-1,2 0 1,32-26-286,-24 20 361,21-20-129,2 3 0,1 0 0,1 3 0,45-21 0,-68 37 5,0 2-1,0 0 0,1 0 0,-1 1 0,0 1 0,1 0 0,-1 1 0,1 0 0,25 5 0,10 4 46,65 21 0,-18-4-19,-34-12 16,175 33 35,-200-42-71,2-2 0,-1-1 0,0-2 0,51-7-1,52-12 106,213-1-1,-252 21-29,36 2 1,234-25 1,-300 12-75,-1 3 0,1 4 0,0 2 0,72 10 0,-116-7 35,-1 0 0,1-2-1,0-1 1,-1-1 0,36-8 0,-48 7 23,-1-1 0,1 0 0,-1-1 0,0 0 0,-1-2 0,1 1 0,-1-2-1,-1 1 1,1-2 0,-1 0 0,16-16 0,6 1 25,7-6 824,-40 28-928,0 1 1,1-1-1,-1 0 1,0 0-1,0 1 1,0-1-1,0 0 0,0 0 1,0 0-1,-1 0 1,1 0-1,-1 0 0,1 0 1,-1 0-1,0 0 1,0-1-1,1 1 1,-2 0-1,1 0 0,0 0 1,-1-3-1,-6-19-2748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1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1730,'6'-16'2703,"0"-1"2400,-6 17-5073,0 0 0,0-1-1,0 1 1,1 0 0,-1 0 0,0-1 0,0 1 0,0 0-1,1 0 1,-1 0 0,0-1 0,0 1 0,1 0 0,-1 0-1,0 0 1,1 0 0,-1 0 0,0-1 0,0 1 0,1 0-1,-1 0 1,0 0 0,1 0 0,-1 0 0,0 0 0,1 0-1,-1 0 1,0 0 0,1 0 0,-1 0 0,0 0 0,0 1-1,1-1 1,-1 0 0,0 0 0,1 0 0,-1 0 0,0 0-1,0 1 1,1-1 0,-1 0 0,1 2-106,0-1 0,-1 0 0,1 0 1,0 1-1,-1-1 0,1 0 0,-1 1 0,0-1 1,1 0-1,-1 1 0,0-1 0,0 1 0,0-1 1,0 0-1,0 1 0,0-1 0,0 2 0,0 2-2461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2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2274,'0'0'6865,"2"12"-6416,9 92 1047,-4 0 0,-7 119 0,-2-88-854,2-102-467,-7 58 0,6-82-198,-1 0 0,0-1 1,0 1-1,-1-1 0,0 0 0,0 0 0,-1 0 0,0 0 1,-1-1-1,1 1 0,-1-1 0,-7 7 0,10-13-427,1 0-1,-1 1 1,1-1-1,-1-1 1,1 1-1,-1 0 1,0 0-1,1 0 1,-1-1-1,0 1 1,0-1-1,0 0 1,0 1-1,1-1 1,-1 0-1,0 0 1,-3 0-1,-11 0-6019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2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6694,'0'0'1543,"8"-5"-507,-3 2-848,0 0 0,1 1 0,-1-1 0,1 1 1,-1 0-1,1 1 0,0-1 0,0 1 0,0 0 1,0 1-1,0 0 0,0 0 0,0 0 0,0 0 0,0 1 1,0 0-1,0 0 0,0 1 0,9 3 0,9 8 32,0 1-1,-1 1 1,-1 2-1,-1 0 1,36 37 0,9 6-2125,-54-55-4031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2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0 7239,'0'0'5317,"-26"64"-4068,4-32-576,-2 4-481,-4 3-64,-1 2-128,-2 1 0,-2-2-128,-3-4-1121,-3-9-3204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3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4901,'0'0'5701,"8"-2"-5359,-3 2-283,0 0 1,0-1-1,0 2 1,0-1-1,0 0 1,0 1-1,-1 0 1,1 0-1,0 1 1,0-1-1,-1 1 1,1 0-1,-1 0 1,1 1 0,-1-1-1,0 1 1,0 0-1,0 0 1,3 4-1,36 29 137,-20-16-140,0-1 0,26 15 0,-44-30-84,1-1 0,0 1 0,0-2 0,0 1-1,0-1 1,0 0 0,0 0 0,1 0 0,-1-1-1,1 0 1,-1 0 0,1-1 0,-1 0 0,12-1-1,-12-1 5,0 0 0,0 0 0,-1-1 0,1 0-1,-1 0 1,0 0 0,0-1 0,0 0-1,0 0 1,0 0 0,-1 0 0,0-1-1,5-5 1,46-72 59,-50 75-46,10-20 91,18-45 0,-22 41 4239,-82 257-2756,-2 8-633,71-226-1047,-55 260 223,48-154-5513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3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14 9545,'0'0'4372,"-11"-4"-4089,8 2-242,0 1 0,-1 0 0,1-1 0,-1 1 0,1 0 0,-1 1 0,1-1 0,-1 1-1,1-1 1,-1 1 0,0 0 0,1 1 0,-1-1 0,0 0 0,1 1 0,-1 0 0,1 0 0,-1 0 0,1 0 0,0 1 0,-1-1 0,1 1-1,0 0 1,0 0 0,0 0 0,0 0 0,1 1 0,-1-1 0,-4 6 0,2-4-27,0 1-1,0 0 1,1 0 0,-1 0 0,1 1 0,0-1-1,1 1 1,0 0 0,0 0 0,0 0-1,0 1 1,1-1 0,0 0 0,0 1 0,1 0-1,0-1 1,0 1 0,1 0 0,-1 0-1,1 0 1,1-1 0,-1 1 0,1 0 0,1 0-1,-1-1 1,1 1 0,0-1 0,1 1-1,-1-1 1,5 6 0,-2-4-14,49 87-1,-50-88 2,-1 1-1,0-1 1,0 1-1,-1 0 1,0 0-1,0 0 1,-1 0-1,0 0 1,-1 0-1,1 0 1,-2 9-1,0-16 3,0 1-1,0-1 1,0 0 0,0 0-1,0 1 1,0-1-1,-1 0 1,1 0-1,0 0 1,-1 0 0,1-1-1,-1 1 1,1 0-1,-1-1 1,1 1-1,-1 0 1,1-1 0,-1 0-1,0 1 1,1-1-1,-4 0 1,-43 5 60,42-5-60,-110 8-126,115-8 67,1 0 1,0 0-1,-1 0 0,1 0 0,-1 0 0,1 0 0,0 1 0,-1-1 1,1 0-1,0 0 0,-1 0 0,1 0 0,0 0 0,-1 1 0,1-1 1,0 0-1,-1 0 0,1 0 0,0 1 0,-1-1 0,1 0 0,0 1 1,0-1-1,0 0 0,-1 0 0,1 1 0,0-1 0,0 0 0,0 1 0,0-1 1,-1 1-1,1-1 0,0 0 0,0 1 0,0-1 0,0 0 0,0 1 1,0-1-1,0 1 0,0-1 0,0 0 0,0 1 0,0-1 0,1 1 1,12 10-4964,4-8 1816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4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72 9321,'0'0'5226,"-9"-5"-4863,-26-14-96,34 19-243,0 0 0,0 0 0,0 0 0,0 0 0,-1 0 0,1 0 0,0 0-1,0 1 1,0-1 0,0 1 0,0-1 0,0 1 0,0-1 0,0 1 0,0-1 0,0 1 0,0 0 0,0 0 0,0-1 0,0 1 0,0 0 0,1 0-1,-1 0 1,0 0 0,1 0 0,-1 0 0,1 0 0,-1 0 0,1 0 0,-1 0 0,1 0 0,-1 2 0,-9 34 467,9-29-471,0 0 0,1-1 0,0 1-1,0 0 1,1 0 0,0-1 0,1 1-1,-1 0 1,1-1 0,1 0 0,0 1-1,0-1 1,0 0 0,1 0 0,5 8 0,-6-11-26,0 0 1,1 0 0,-1-1 0,1 1 0,0-1 0,0 0-1,0 0 1,1 0 0,-1 0 0,1-1 0,-1 1-1,1-1 1,0-1 0,0 1 0,0-1 0,0 1 0,0-1-1,0-1 1,0 1 0,1-1 0,-1 0 0,0 0 0,10-2-1,-12 1-5,0 0 0,0 0 0,1 0 0,-1 0 0,0-1 0,0 1 0,0-1 0,0 0 0,-1 0 0,1 0 0,0-1-1,-1 1 1,1 0 0,-1-1 0,0 0 0,0 1 0,0-1 0,0 0 0,-1 0 0,1 0 0,2-6 0,-1 0 100,0 0 0,-1 0 0,1 0 0,-2-1 0,1 1-1,0-17 1,-2 25 162,7 25 48,-5-18-295,0-1 0,1 0 0,-1 0 0,1 0 0,0-1 0,0 1 0,0-1 0,1 1 0,-1-1 0,1 0 0,0 0 0,1-1 0,-1 1 0,1-1 0,-1 0 0,1 0 0,0-1 0,0 1 0,0-1 0,0 0-1,1 0 1,-1-1 0,0 0 0,1 0 0,-1 0 0,1 0 0,-1-1 0,1 0 0,0 0 0,7-1 0,-11 0-4,0 0 0,0 0 0,0 0 0,0-1 0,1 1 0,-2 0 0,1-1 0,0 1 0,0-1 0,0 0 0,-1 0 0,1 1 0,-1-1 0,1 0 0,-1 0 0,0-1 0,0 1 0,0 0 0,0 0 0,0 0 0,0-1 0,-1 1 0,1 0 0,-1-1 0,0 1 0,0-1 0,1 1 0,-2-5 0,2-1 0,-1 0 0,0 0 0,-1 0 0,0 0 0,0-1 0,-1 1 0,-4-11 0,2 10-22,-1-1 1,0 0-1,-1 1 1,0 0-1,0 0 0,-1 1 1,0 0-1,-1 0 0,-9-7 1,14 12-3,-1 0 1,1 0 0,-1 1-1,0-1 1,0 1 0,0 0-1,0 0 1,0 1-1,0-1 1,-1 1 0,1 0-1,-1 0 1,1 0 0,-1 0-1,1 1 1,-1 0-1,1 0 1,-1 0 0,1 1-1,-1-1 1,1 1-1,-1 0 1,1 1 0,-7 2-1,9-3-264,0 0-1,1 0 0,-1 1 0,0-1 1,1 1-1,-1-1 0,1 1 0,-1 0 0,1 0 1,0-1-1,-1 1 0,1 0 0,0 0 1,1 0-1,-1 0 0,0 1 0,0-1 1,1 0-1,-1 0 0,1 0 0,0 4 1,-1 10-3310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4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1 208 8648,'0'0'1420,"4"-7"-373,-2 4-820,1-1 0,0 0 0,-1 1 1,1 0-1,0 0 0,1 0 1,-1 0-1,0 0 0,8-4 1,-10 6-183,1 1 0,-1-1 0,1 1 1,0-1-1,-1 1 0,1 0 0,0-1 1,-1 1-1,1 0 0,0 0 0,-1 0 1,1 1-1,0-1 0,-1 0 0,1 0 1,0 1-1,-1-1 0,1 1 0,-1 0 1,1-1-1,-1 1 0,1 0 0,-1 0 1,0 0-1,1 0 0,-1 0 1,0 0-1,1 0 0,-1 1 0,0-1 1,0 0-1,0 1 0,0-1 0,-1 0 1,2 3-1,6 10 163,-1 1 0,0 0 0,-1 0 1,5 20-1,-9-52 25,1 0 1,0 1 0,2-1-1,-1 1 1,14-29-1,43-72-316,-42 92-143,-6 16-2251,0 10-5694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5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0 269 8168,'0'0'523,"10"-5"-197,-10 5-329,25-12 582,-1-1 1,-1-1 0,0-1-1,-1-1 1,30-27 0,-51 42-523,-1 0 0,1 0 1,0 1-1,0-1 0,0 0 0,-1 0 1,1 0-1,-1 0 0,1 0 0,-1 0 1,1 0-1,-1 0 0,1 0 0,-1 0 1,0-1-1,0 1 0,1 0 0,-1 0 1,0 0-1,0 0 0,0 0 0,0 0 1,0-1-1,-1 1 0,1 0 0,0 0 1,-1-2-1,0 2 8,0 0 0,0 0 0,-1-1 0,1 1 0,0 0-1,-1 0 1,1 0 0,-1 1 0,1-1 0,-1 0 0,1 0 0,-1 1 0,0-1 0,1 1 0,-1 0 0,-2-1-1,-1 0 50,1 0-1,-1 1 0,0 0 1,0 0-1,0 0 0,0 0 1,0 1-1,0-1 0,0 1 1,1 1-1,-1-1 0,-7 4 1,8-2-103,0 1 1,1-1 0,-1 1 0,1 0-1,0 1 1,0-1 0,1 0-1,-1 1 1,1 0 0,0-1-1,0 1 1,0 0 0,1 0-1,0 0 1,0 0 0,0 1 0,0-1-1,1 0 1,0 0 0,0 0-1,1 1 1,0 4 0,-1-6-11,1 0 1,-1 1-1,1-1 1,0 0-1,0 0 1,1 0-1,-1 0 1,1 0-1,0 0 1,0 0-1,0-1 1,0 1-1,1-1 1,0 1-1,-1-1 1,1 0-1,0 0 1,1 0-1,-1-1 1,0 1-1,1-1 1,0 1-1,-1-1 1,1-1-1,0 1 1,7 2-1,-1-3 2,-1 0-1,0-1 0,0-1 1,1 1-1,-1-2 1,0 1-1,0-1 0,0 0 1,0-1-1,-1 0 0,1 0 1,-1-1-1,1 0 0,-1-1 1,-1 0-1,1 0 0,-1-1 1,1 0-1,-2 0 0,10-10 1,4-5 4,-2 0 0,-1-1-1,0-1 1,-2-1 0,20-38 0,-19 16 9,-16 45-16,1 0 1,-1 1-1,0-1 0,0 0 1,0 1-1,0-1 0,1 0 0,-1 0 1,0 1-1,0-1 0,0 0 0,-1 0 1,1 1-1,0-1 0,0 0 1,0 1-1,0-1 0,-1 0 0,1 1 1,0-1-1,-1 0 0,1 1 0,-1-1 1,1 0-1,0 1 0,-1-1 0,1 1 1,-1-1-1,0 1 0,1-1 1,-1 1-1,1 0 0,-1-1 0,0 1 1,1-1-1,-1 1 0,0 0 0,1 0 1,-1-1-1,0 1 0,0 0 1,1 0-1,-1 0 0,0 0 0,0 0 1,1 0-1,-1 0 0,0 0 0,1 0 1,-1 0-1,0 1 0,0-1 1,1 0-1,-1 0 0,0 1 0,1-1 1,-1 0-1,-1 1 0,1 0 0,-1 0 0,0 0 0,1-1 0,-1 1 0,0 0 0,1 0 0,-1 0 0,1 1 0,0-1 0,-1 0 0,1 1 0,0-1 0,0 0 0,0 1 0,0 0 0,0-1 0,0 1 0,0-1 0,0 1 0,1 0 0,-1 0 0,1-1 0,-1 1 0,1 0 0,0 0 0,0 0 0,0 0 0,0-1 0,0 1 0,0 0 0,0 2 0,1 1 0,0-1 0,-1 0 0,1 0 0,1 0 0,-1 0 0,1 0 0,-1 0 0,1 0 0,0 0 0,0 0 0,1-1 0,4 6 0,8 4 4,0-1 0,0 0-1,2-2 1,18 11 0,-14-10 3,36 28-1,-56-38-5,-1-1-1,1 0 1,-1 1 0,1-1-1,0 1 1,-1-1-1,1 1 1,-1-1-1,1 1 1,-1-1 0,0 1-1,1 0 1,-1-1-1,0 1 1,1-1-1,-1 1 1,0 0 0,0-1-1,1 1 1,-1 0-1,0 0 1,0-1-1,0 1 1,0 0 0,0-1-1,0 1 1,0 0-1,0 0 1,0-1-1,0 1 1,-1 1 0,0-1 0,0 1 0,0-1 1,-1 0-1,1 1 1,0-1-1,-1 0 0,1 0 1,-1 0-1,0 0 1,1 0-1,-1 0 0,-2 1 1,-64 18-1,55-18-17,-24 9-275,-43 10 139,28-17-5208,31-6-390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7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3171,'0'0'3593,"8"9"-2963,15 23 180,-2 1 0,0 1 0,20 48 0,-26-44-557,-2 1 0,-1 0 0,-2 0 0,10 82 0,-20-118-344,0-2-98,1 0-1,-1 0 1,0-1-1,0 1 1,0 0-1,0 0 1,0 0-1,0 0 1,0 0-1,0 0 1,0 0-1,-1 0 1,1 0-1,0 0 1,-1 0-1,1 0 1,0 0-1,-1-1 1,0 3-1,-6-3-3184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7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3235,'0'0'8141,"9"-3"-7708,4 0-361,1 1 0,0 1 0,0 0 0,-1 0 0,1 1 0,0 1 0,0 0 0,0 1 0,-1 1 0,1 0 0,19 8 0,-13-2-370,-9-1-3851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8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0 5189,'0'0'5189,"-21"44"-4773,4-21-160,0-1-159,-1 2-97,0-2 0,0 2-32,0 1-33,-1-2-671,0-2-2179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8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5509,'0'0'3096,"10"6"-2284,87 45 1640,-53-30-2106,0 3 1,-2 1 0,0 2-1,46 40 1,-82-60-928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0 4708,'0'0'7864,"-8"5"-7218,0 1-566,1 0 1,0 1-1,0 0 1,1 0-1,-1 0 1,2 1-1,-1 0 1,1 0 0,0 0-1,1 1 1,-6 17-1,-30 72 94,19-47-1125,0-1-3439,15-34 1267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39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5 148 6919,'0'0'7868,"-4"-8"-7601,4 14-270,1-1-1,0 1 0,0-1 1,0 1-1,1-1 0,-1 0 1,1 1-1,1-1 0,-1 0 1,1 0-1,0 0 0,0-1 1,0 1-1,1-1 0,7 8 1,-10-10 0,1-1 1,0 1 0,0-1-1,0 0 1,0 1 0,0-1 0,0 0-1,0 0 1,0 0 0,0 0 0,0-1-1,1 1 1,-1-1 0,0 1-1,1-1 1,-1 0 0,0 0 0,1 0-1,-1 0 1,0 0 0,1 0 0,-1-1-1,0 1 1,1-1 0,-1 1 0,0-1-1,0 0 1,0 0 0,0 0-1,0 0 1,0-1 0,0 1 0,0 0-1,0-1 1,0 0 0,-1 1 0,1-1-1,-1 0 1,3-3 0,0-1 68,0-1-1,0 1 1,0-1 0,-1 0 0,0 1 0,-1-1 0,0-1-1,0 1 1,0 0 0,-1 0 0,1-11 0,-2 22-63,1 0 0,0 0 1,0-1-1,0 1 0,1-1 0,-1 1 1,1-1-1,0 0 0,0 1 0,0-1 1,0 0-1,1 0 0,-1-1 0,1 1 1,-1 0-1,1-1 0,4 4 0,-4-4-2,-1 0-1,1 0 0,0-1 0,0 1 1,-1 0-1,1-1 0,0 0 0,0 0 1,0 1-1,0-2 0,1 1 0,-1 0 1,0-1-1,0 1 0,0-1 0,1 0 1,-1 0-1,0 0 0,0-1 0,1 1 1,3-2-1,-5 1-1,-1-1 1,1 1-1,0-1 0,-1 0 1,1 1-1,-1-1 0,1 0 1,-1 0-1,0 0 1,0 0-1,0 0 0,0 0 1,0-1-1,0 1 0,-1 0 1,1 0-1,-1-1 1,1 1-1,-1 0 0,0 0 1,0-3-1,0-57-16,-1 54 16,0 0-164,0 1 1,-1-1-1,0 0 1,0 1-1,-1 0 1,-3-9-1,5 14 119,1 1 0,-1 0 0,1-1 0,-1 1 1,1 0-1,-1-1 0,0 1 0,1 0 0,-1 0 0,0 0 0,0 0 0,0 0 0,0 0 0,0 0 0,0 0 0,0 0 1,0 0-1,0 0 0,-1 1 0,1-1 0,0 0 0,0 1 0,-1-1 0,1 1 0,-1-1 0,1 1 0,0 0 0,-1 0 1,1 0-1,-1-1 0,1 1 0,0 0 0,-1 1 0,1-1 0,-1 0 0,1 0 0,0 1 0,-1-1 0,1 1 0,0-1 1,-3 2-1,2 0-329,1 0-1,-1 0 1,1 0 0,-1 0 0,1 1 0,0-1 0,0 0 0,0 1 0,0-1 0,0 1-1,1-1 1,-1 1 0,1-1 0,-1 6 0,1 7-3250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0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0 168 7527,'0'0'272,"8"-7"278,24-24-119,-14 16 39,-1-1 1,-1-1-1,23-29 0,-38 46-421,-1-1-1,1 0 1,0 0 0,-1 0 0,1 0-1,-1 0 1,1 0 0,-1 0 0,1 0-1,-1 0 1,0 0 0,1 0 0,-1-1-1,0 1 1,0 0 0,0 0 0,0 0-1,0 0 1,0 0 0,0 0 0,0-1-1,0 1 1,-1 0 0,1 0 0,-1-2-1,0 3 21,0-1 0,0 0 0,0 0 0,0 1 0,0-1-1,0 1 1,-1-1 0,1 1 0,0-1 0,0 1 0,-1 0-1,1 0 1,0-1 0,0 1 0,-1 0 0,1 0 0,0 0-1,-2 1 1,-3-1 40,1 1-1,0 0 1,-1 0 0,1 0 0,0 1-1,0 0 1,0 0 0,0 0-1,-9 6 1,10-3-36,-1 0-1,1 0 1,0 0 0,0 0 0,0 1 0,0 0-1,1 0 1,0 0 0,1 0 0,-1 0 0,1 0-1,0 1 1,1-1 0,0 1 0,-1 7 0,2-11-66,-1 0 0,1 0 1,1 0-1,-1 0 0,0 0 1,1 0-1,0 0 1,-1 0-1,1 0 0,0 0 1,1-1-1,-1 1 1,0 0-1,1-1 0,-1 1 1,1-1-1,0 0 1,0 1-1,0-1 0,0 0 1,0 0-1,1 0 0,-1 0 1,1-1-1,-1 1 1,1-1-1,-1 1 0,1-1 1,0 0-1,0 0 1,0 0-1,0 0 0,-1-1 1,1 1-1,4-1 1,0 1-9,1 0 1,0 0 0,0-1-1,-1 0 1,1-1-1,0 0 1,-1 0 0,1-1-1,-1 0 1,1 0 0,-1 0-1,0-1 1,0 0 0,0-1-1,0 0 1,6-4 0,-8 4 26,0 0 0,0-1 0,-1 1 0,0-1 1,0 0-1,0 0 0,0-1 0,-1 1 0,0-1 1,0 1-1,0-1 0,-1 0 0,1 0 0,-2 0 0,1-1 1,-1 1-1,0 0 0,0-1 0,0-11 0,-3 15 807,0 9-651,-3 14-209,6-12 18,0 1 0,0-1 0,0 0-1,1 0 1,0 0 0,1 0 0,5 12 0,8 9-3495,-10-24-131,-1-4-166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87 3011,'0'0'160,"-12"-51"961,9 34-320,1 5-449,2 6-320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0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8296,'0'0'1729,"-9"1"-575,-2 1-790,1 0 0,-1 1 0,1 0 0,0 0 0,-1 1 0,-15 9 1,22-11-283,0 0 0,0 1 0,1-1 1,-1 1-1,1 0 0,-1 0 1,1 0-1,0 0 0,0 0 0,1 1 1,-1-1-1,1 1 0,-1 0 1,1 0-1,1-1 0,-1 2 0,0-1 1,1 0-1,0 0 0,0 0 1,0 1-1,0 7 0,0-12-82,1 1 0,0-1 0,0 1-1,0 0 1,0-1 0,0 1 0,0-1 0,0 1-1,1 0 1,-1-1 0,0 1 0,0-1 0,0 1-1,1-1 1,-1 1 0,0 0 0,0-1 0,1 1-1,-1-1 1,0 1 0,1-1 0,-1 0 0,1 1 0,-1-1-1,1 1 1,-1-1 0,1 0 0,-1 1 0,1-1-1,-1 0 1,1 0 0,-1 1 0,1-1 0,0 0-1,24-6-13,22-26-8,-37 21 28,-8 8-3,0 0 0,1 1-1,-1-1 1,0 1 0,1-1-1,0 1 1,-1 0-1,1 0 1,0 0 0,0 0-1,0 1 1,0-1 0,1 1-1,-1 0 1,0 0 0,0 0-1,6-1 1,-8 3-2,1 0-1,-1 0 1,0 1 0,1-1-1,-1 0 1,0 0 0,1 1 0,-1-1-1,0 1 1,0-1 0,0 1-1,-1-1 1,1 1 0,0 0 0,0 0-1,-1-1 1,1 1 0,-1 0-1,0 0 1,1 2 0,7 44 52,-8-41-36,6 65 553,-3 1-1,-7 80 0,3-135-441,-1 0-1,-1 0 0,-8 29 0,10-44-86,0 1 0,-1 0 0,1 0 0,-1-1-1,0 1 1,0-1 0,-1 0 0,1 0 0,-1 1 0,-3 2 0,4-4-13,1-1 0,-1 0 0,1-1 0,-1 1 0,1 0 1,-1 0-1,0-1 0,1 1 0,-1-1 0,0 1 0,0-1 0,1 0 0,-1 1 1,0-1-1,0 0 0,0 0 0,1-1 0,-1 1 0,0 0 0,0-1 1,0 1-1,1-1 0,-4 0 0,2-1-15,0 0-1,-1 0 1,1-1-1,1 1 1,-1-1-1,0 1 1,1-1-1,-1 0 1,1 0-1,0 0 1,0 0-1,0 0 1,0 0-1,0-1 1,1 1-1,0-1 1,-1 1-1,1-1 1,1 0-1,-1 1 1,0-6-1,-2-11-49,2 0 0,0-32 0,1 46 33,1-4-149,0 0 0,0 0-1,1 0 1,0 0 0,0 1 0,1-1 0,1 0-1,-1 1 1,10-16 0,8-8-2998,5-1-3286,-14 18 1222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1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6983,'0'0'1505,"2"7"-667,18 110 2637,-15-74-3224,-1-1 0,-3 63 0,-13-145 69,11 35-282,0 0-1,1 1 0,-1-1 0,1 0 1,0 0-1,0 0 0,1 0 0,-1 0 1,1 1-1,0-1 0,1 0 0,-1 0 1,3-6-1,-2 9-15,0 0 0,0-1 0,0 1-1,0 0 1,0 0 0,1 0 0,-1 0 0,1 1 0,-1-1 0,1 1 0,-1-1-1,1 1 1,0 0 0,0 0 0,0 0 0,0 1 0,0-1 0,-1 0-1,1 1 1,0 0 0,0 0 0,0 0 0,4 0 0,-4 1-8,1-1 0,0 1 0,0-1 1,0 1-1,0 0 0,-1 1 0,1-1 1,0 1-1,-1-1 0,1 1 0,-1 0 1,0 0-1,0 1 0,0-1 0,0 1 1,0-1-1,0 1 0,-1 0 0,1 0 1,-1 0-1,0 1 0,0-1 0,0 0 0,0 1 1,0-1-1,-1 1 0,0 0 0,0 0 1,0-1-1,0 1 0,0 4 0,1 1-252,-1 0-1,0 0 0,-1 0 0,0-1 0,-2 18 0,1-19-568,0 0 0,0 0-1,-1 0 1,0-1-1,-1 1 1,0-1 0,-4 9-1,-2-3-2768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1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7815,'0'0'2798,"0"11"-1400,3 31-430,3 0-1,14 59 0,5 23-831,-24-120-132,7 32-13,1-29 6,6-20 22,9-29 3,-19 33-11,0-1 0,1 0 0,11-15 0,-15 23-9,0 0-1,0 0 0,0 0 0,1 0 1,-1 0-1,1 0 0,-1 1 0,1-1 1,-1 1-1,1 0 0,0-1 0,0 1 1,-1 1-1,1-1 0,0 0 1,0 1-1,0-1 0,4 1 0,-4 0-2,-1 1 0,0 0 0,0 0 0,-1-1 0,1 1 0,0 1 0,0-1 1,0 0-1,-1 0 0,1 0 0,0 1 0,-1-1 0,1 1 0,-1 0 0,0-1 0,1 1 0,-1 0 0,0 0 0,0-1 0,0 1 0,0 0 0,-1 0 0,1 0 0,-1 0 0,1 0 0,-1 1 0,1-1 0,-1 0 0,0 3 0,1 2-37,0 1 1,0-1-1,-1 0 0,0 0 0,-1 0 1,1 1-1,-4 12 0,3-17-387,-1 0 0,1 1 0,-1-1 0,0 0 0,0 0-1,0 0 1,0-1 0,-1 1 0,1 0 0,-1-1 0,0 0-1,0 1 1,-5 2 0,-9 2-3221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1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0 224 7527,'0'0'2691,"10"-64"-737,7 45-705,4-1-609,3 0-127,5 5-289,4-2-192,0 1-64,-4-7-545,-3-7-4836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5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26 3619,'-6'-21'2240,"5"17"-1350,3 13-523,5 8-39,0-1 0,1 0-1,1 0 1,0-1 0,2 0 0,-1-1 0,19 19-1,-9-9-109,23 34 616,-32-41-686,0 0 1,1-1-1,1-1 1,1 0 0,0-1-1,30 24 1,-37-35-51,-1 1 0,1-2-1,0 1 1,1-1 0,-1 0 0,0 0 0,1-1-1,-1 0 1,0 0 0,1-1 0,10-1 0,13-1 293,44-10 0,-25 4-313,-12 4-78,-1 2 0,39 2 0,-76-1-15,0 1 1,1 0-1,-1 0 1,0 0-1,1 0 1,-1 0-1,0 0 1,1 0-1,-1 0 1,1 0-1,-1 0 1,0 1-1,1-1 1,-1 0-1,0 0 1,1 0-1,-1 0 1,0 0-1,1 1 1,-1-1-1,0 0 0,1 0 1,-1 1-1,0-1 1,0 0-1,1 0 1,-1 1-1,0-1 1,0 0-1,0 1 1,1-1-1,-1 0 1,0 1-1,0-1 1,0 0-1,0 1 1,0-1-1,0 0 1,0 1-1,1-1 1,-1 1-1,0-1 1,0 0-1,-1 1 1,1-1-1,0 0 1,0 1-1,0-1 1,0 0-1,0 1 1,0-1-1,0 1 1,-1-1-1,1 0 1,0 1-1,0-1 0,0 0 1,-1 0-1,1 1 1,0-1-1,0 0 1,-1 1-1,0 0-325,0 1 1,-1-1-1,1 1 0,0-1 0,-1 0 0,1 0 0,-1 0 0,1 0 0,-1 0 0,1 0 1,-1 0-1,-2 1 0,-9-2-2842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5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2274,'0'0'4783,"4"-7"-4062,-1-1-480,-2 5-137,-1 0 0,1 1 0,1-1 1,-1 1-1,0-1 0,1 1 1,-1-1-1,1 1 0,-1-1 0,1 1 1,0 0-1,4-3 0,-1 4 250,0 0 0,1 0-1,-1 1 1,0 0 0,0 0 0,1 0-1,7 2 1,-1-1 67,8 0-15,1 1-1,-1 2 0,28 7 0,-39-9-378,0 1 0,0 0 0,0 1 0,-1 0 0,1 1 0,-1 0-1,0 0 1,0 0 0,11 11 0,-18-15-21,-1 0-1,1 0 0,0 1 1,-1-1-1,1 0 1,-1 0-1,1 0 1,-1 1-1,1-1 1,-1 0-1,0 0 0,0 1 1,0-1-1,1 0 1,-1 1-1,0-1 1,-1 0-1,1 1 1,0-1-1,0 0 0,-1 0 1,1 1-1,0-1 1,-1 0-1,1 0 1,-1 0-1,0 1 1,1-1-1,-1 0 0,0 0 1,0 0-1,0 0 1,0 0-1,-2 1 1,-42 37 171,32-29-193,-16 17-36,-30 34 1,21-21-1346,28-33-2142,2-6-1677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7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24 1634,'-17'-24'8128,"29"36"-7534,23 22-144,-2 2 0,-1 1 0,-2 1 0,-2 2 0,-2 1 0,41 84 0,-64-120-647,-1 1 0,0-1 0,0 1 0,0 0 0,-1 0 1,0 0-1,0 0 0,0 8 0,-2-10-2184,-6-4-438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7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0 3844,'0'0'5237,"-6"10"-4394,-139 243 1774,89-150-3849,-1-3-3356,52-94-724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8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59 4901,'0'0'2866,"1"-8"-1632,1 0-744,-1 6-255,0-1-1,-1 1 1,1-1-1,-1 0 1,1 1-1,-1-1 1,0 0-1,0 0 1,0 1-1,-1-1 1,1 0-1,-2-4 1,1 7-185,1-1 1,-1 1-1,0-1 1,0 1-1,1-1 1,-1 1 0,0 0-1,0 0 1,0-1-1,0 1 1,0 0-1,0 0 1,0 0-1,1 0 1,-1 0-1,0 0 1,0 0-1,0 0 1,0 1-1,0-1 1,0 0-1,1 0 1,-1 1-1,0-1 1,0 1 0,-1 0-1,-24 10-21,16-4 25,-2-1-17,0 2-1,0 0 1,0 0 0,1 1-1,1 0 1,-1 1 0,-16 21-1,26-30-35,1 0-1,-1 0 1,1-1-1,-1 1 0,1 0 1,0 0-1,0 0 1,-1 0-1,1-1 1,0 1-1,0 0 1,0 0-1,0 0 0,0 0 1,0 0-1,0 0 1,0 0-1,0-1 1,0 1-1,1 0 1,-1 0-1,0 0 0,1 0 1,-1-1-1,0 1 1,1 0-1,-1 0 1,1-1-1,-1 1 1,1 0-1,0-1 0,-1 1 1,1 0-1,0-1 1,-1 1-1,1-1 1,0 1-1,0-1 1,-1 1-1,1-1 0,0 0 1,0 1-1,0-1 1,0 0-1,-1 0 1,1 0-1,0 0 1,1 1-1,57 7 23,-38-6-20,-12 0 10,0 0 1,-1 0-1,1 1 0,0 0 0,-1 0 0,1 1 0,7 5 1,-14-7-11,0-1 1,0 0-1,0 0 0,0 1 1,0-1-1,0 1 1,-1 0-1,1 0 1,0-1-1,-1 1 0,0 0 1,1 0-1,-1 0 1,0 1-1,0-1 1,0 0-1,0 0 1,0 1-1,-1-1 0,1 0 1,-1 1-1,0-1 1,1 0-1,-1 1 1,0-1-1,0 1 0,-1-1 1,1 1-1,0-1 1,-1 0-1,0 1 1,0 1-1,-1-1 2,0 0-1,0 0 1,0 0-1,0-1 1,0 1-1,0-1 1,-1 1 0,1-1-1,-1 0 1,0 0-1,0 0 1,0-1-1,-5 4 1,-48 17 1,42-17-12,-11 4-83,-47 10-1,30-15-3286,43-13-6815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9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4484,'0'0'11328,"-5"10"-10890,1-5-393,1 0 0,0 1 0,0 0 0,1 0 1,-1 0-1,1 0 0,1 0 0,-1 0 0,0 8 0,2-11-34,0 0 0,0 0 0,0 0 0,1 1 0,-1-1 0,1 0 0,0 0 0,0 0 0,0 0 0,0 0 0,1 0 0,-1 0 0,1 0 0,0 0 0,0-1 0,-1 1 0,2-1 0,-1 1 0,0-1 0,0 0 0,1 0 0,0 0 0,-1 0 0,5 2 0,-1-1-13,1 0 0,1 0 0,-1 0 0,0-1 1,1 1-1,-1-2 0,1 1 0,-1-1 0,1-1 0,0 1 0,-1-1 0,1-1 0,8 0 0,-11 0 1,-1 1 0,0-1 0,0 0 0,0 0 0,0 0 0,0 0 0,0-1 0,-1 1 0,1-1 0,0 0 0,-1-1 0,1 1 0,-1 0 0,0-1 0,0 0 0,0 0 0,0 0 0,0 0 0,-1 0 0,1 0 0,-1-1 0,0 1 0,0-1 0,0 0 0,2-7 0,-4 10 5,0 0 1,0 0 0,-1 0-1,1 0 1,0 0-1,-1 1 1,1-1 0,-1 0-1,1 0 1,-1 0 0,1 0-1,-1 0 1,1 1-1,-1-1 1,0 0 0,0 1-1,1-1 1,-1 0 0,0 1-1,0-1 1,0 1-1,0-1 1,1 1 0,-1-1-1,0 1 1,0 0-1,0 0 1,0-1 0,0 1-1,0 0 1,0 0 0,0 0-1,0 0 1,0 0-1,0 0 1,0 0 0,0 0-1,0 1 1,0-1 0,-2 1-1,2-1 4,-1 0 1,0 0-1,0 0 0,1 0 0,-1 0 0,0 1 1,0-1-1,1 1 0,-1-1 0,1 1 0,-1 0 0,0 0 1,1-1-1,-1 1 0,1 0 0,0 0 0,-1 1 1,1-1-1,0 0 0,0 0 0,-1 1 0,1-1 1,0 0-1,0 1 0,1-1 0,-1 1 0,0 0 1,0 1-1,1-1-5,0-1 1,0 1-1,0-1 0,1 1 1,-1-1-1,0 1 0,1-1 1,0 1-1,-1-1 1,1 1-1,0-1 0,-1 0 1,1 1-1,0-1 0,0 0 1,0 0-1,0 0 1,1 0-1,-1 0 0,0 0 1,0 0-1,1 0 1,-1 0-1,0 0 0,1-1 1,-1 1-1,1 0 0,-1-1 1,1 1-1,-1-1 1,1 0-1,-1 0 0,1 1 1,-1-1-1,4 0 0,69 2 103,-59-2-98,-12 0-9,-1 0 0,1 0 0,0-1 0,0 1 0,0-1 0,0 0 0,-1 0 0,1 0 0,0 0 0,-1 0 0,1 0 0,-1-1 0,1 1 0,-1-1 0,1 0 0,-1 1 0,0-1 0,0 0 0,0-1 0,0 1 0,0 0 0,-1 0 0,3-5 0,-3 6 0,-1-1-1,1 0 1,-1 0 0,1 1 0,-1-1 0,0 0 0,0 0 0,1 0 0,-1 0 0,0 1 0,-1-1 0,1 0 0,0 0-1,-1 0 1,1 0 0,-1 1 0,1-1 0,-1 0 0,0 1 0,0-1 0,1 0 0,-1 1 0,-1-1 0,1 1 0,0-1-1,0 1 1,0 0 0,-1-1 0,1 1 0,-1 0 0,1 0 0,-1 0 0,1 0 0,-1 0 0,0 0 0,-2 0 0,-7-4-110,-1 1 1,1 1-1,-1 0 1,0 0 0,0 1-1,-23 0 1,25 2-1166,-1 0 0,1 0-1,0 1 1,-17 4 0,20-1-987,4 0-524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9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 5381,'0'0'3967,"9"-6"-2526,-5 3-1394,35-18 1870,-37 20-1821,0 1 0,0-1 1,1 1-1,-1-1 0,0 1 1,1 0-1,-1 0 1,1 0-1,-1 0 0,0 0 1,1 1-1,-1-1 0,0 1 1,0-1-1,1 1 1,-1 0-1,0 0 0,0 0 1,0 0-1,0 1 0,3 1 1,0 1-17,5 3-30,-1 0-1,0 0 1,0 1 0,-1 0 0,0 1 0,0 0 0,-1 0-1,7 12 1,-13-17-28,-18-29 90,14 15-105,0 0 1,0 0 0,1 0 0,1-1-1,-1-18 1,2 23-23,0 0-1,0 0 1,0 0-1,1 0 1,0 0 0,0 0-1,1 0 1,-1 1-1,1-1 1,1 0-1,3-7 1,-5 12-42,-1 0 0,1 1-1,0-1 1,-1 1 0,1-1 0,0 1 0,-1-1 0,1 1 0,0-1-1,0 1 1,-1-1 0,1 1 0,0 0 0,0 0 0,0-1-1,0 1 1,-1 0 0,1 0 0,0 0 0,2 0 0,-3 0-207,1 0 0,0 0 0,0 0 1,0 0-1,0 1 0,0-1 0,0 0 1,-1 1-1,1-1 0,0 0 0,0 1 1,0-1-1,-1 1 0,1-1 0,0 1 0,-1 0 1,1-1-1,0 1 0,0 1 0,5 9-3371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49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0 200 5221,'0'0'3048,"9"-5"-1430,209-119 4088,-215 122-5699,0 1 0,0-1 0,0 0 0,-1 0 0,1 0-1,-1-1 1,1 1 0,-1-1 0,0 1 0,0-1 0,0 0-1,0 1 1,-1-1 0,1 0 0,1-4 0,-3 7-3,0-1-1,0 0 1,0 0 0,0 1-1,0-1 1,0 0 0,0 0-1,0 0 1,0 1 0,0-1-1,0 0 1,0 0 0,-1 0-1,1 1 1,0-1 0,-1 0-1,1 1 1,0-1 0,-1 0-1,1 1 1,-1-1 0,1 0-1,-2 0 1,0-1 6,0 1 1,1 0-1,-1 0 0,0 0 0,0 1 1,-1-1-1,1 0 0,0 1 0,0-1 1,0 1-1,0 0 0,-4-1 0,-3 1 143,0 0-1,1 0 0,-1 0 0,0 1 0,1 1 1,-1-1-1,1 1 0,-14 6 0,19-7-79,0 0-1,0 1 1,0 0-1,0 0 1,0 0-1,0 0 1,0 0-1,1 0 1,-1 1-1,1-1 0,0 1 1,0 0-1,0 0 1,0-1-1,0 1 1,1 0-1,-1 1 1,1-1-1,0 0 1,0 0-1,0 1 1,0-1-1,0 1 1,1 5-1,-1-5-26,1 0 0,0 0 0,0 0 0,0 0-1,0 0 1,1 0 0,0 0 0,0 0 0,0 0 0,0 0 0,1 0 0,-1 0-1,1 0 1,0-1 0,0 1 0,0-1 0,1 0 0,4 6 0,-2-5-22,1 0 0,-1-1 1,0 1-1,1-1 0,0-1 1,0 1-1,0-1 0,0 0 1,0 0-1,0-1 0,11 2 1,0 0-293,-1-1 1,1 0-1,0-1 0,-1-1 1,1-1-1,0 0 1,31-7-1,-28-7-3853,-7-7-3865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2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75 673,'1'-4'505,"0"0"0,0 0 0,0 0 1,0 0-1,-1 0 0,0 0 0,0 0 1,0 0-1,0 0 0,-1-5 0,0 8-376,0-1-1,0 1 0,-1 0 1,1-1-1,0 1 0,0 0 0,-1 0 1,1 0-1,0 0 0,-1 0 1,1 0-1,-1 0 0,1 1 1,-1-1-1,0 1 0,1-1 0,-1 1 1,0-1-1,1 1 0,-1 0 1,0 0-1,0 0 0,1 0 1,-1 0-1,0 0 0,-2 1 1,-4-1 32,0 0 0,0 1 1,0 0-1,0 0 0,1 1 1,-1 0-1,0 1 0,1-1 1,-1 2-1,1-1 0,0 1 1,-7 4-1,4 0-15,-1 1-1,1 0 1,0 1 0,1 0 0,0 0-1,-10 15 1,-5 6 127,-33 33-1,30-35 104,-26 35 0,44-49-319,0 1-1,0 0 0,2 1 1,0 0-1,-7 27 0,3-1 37,-5 50 0,13-66 45,1 1 0,2 0 0,1 0 0,1 0 0,7 30 0,38 137 1419,-23-108-926,-12-34-378,-6-21-51,2-1 1,13 33 0,-17-56-167,-1 0 0,1 0 0,0 0 0,1-1 0,0 1 0,0-1 0,1 0 0,0-1 0,0 1 0,0-1 0,1 0 0,9 6 0,4 1 53,0-1-1,1-1 1,0-1 0,26 8-1,-38-15-71,1-1 0,0 0 0,0 0 0,0-1-1,0 0 1,0-1 0,0 0 0,-1-1 0,1 0-1,0-1 1,0 0 0,14-4 0,5-3 8,-1-2 1,-1 0-1,0-2 0,0-1 0,-1-1 1,-1-1-1,25-22 0,-40 29-17,0 0 0,-1 0 0,0-1 0,-1-1 0,0 0 0,0 0 0,-2 0 0,1-1-1,-1 0 1,-1 0 0,0-1 0,-1 1 0,0-1 0,-1 0 0,0 0 0,-1 0-1,-1-1 1,1-15 0,7-225-122,-6 194 100,-3 17-53,-1 0 1,-2 1-1,-17-83 0,9 82-17,-24-62-1,-6-20 94,36 112-7,0 0 0,-1 0 0,-1 1 0,0-1 0,-1 2-1,-1-1 1,1 1 0,-2 0 0,1 1 0,-2 0 0,1 1 0,-1 0 0,-23-14 0,25 20-23,-1 0 1,0 0-1,0 1 1,0 0-1,0 1 1,-1 0-1,1 1 1,0 0-1,-20 3 1,-2-2-21,32-1 27,0-1 1,-1 1-1,1 0 0,0 0 1,0 0-1,-1 0 0,1 0 1,0-1-1,-1 1 0,1 0 1,0 0-1,0 0 0,-1 0 0,1 0 1,0 0-1,-1 0 0,1 0 1,0 0-1,-1 0 0,1 0 1,0 1-1,0-1 0,-1 0 1,1 0-1,0 0 0,-1 0 0,1 0 1,0 0-1,0 1 0,-1-1 1,1 0-1,0 0 0,0 0 1,0 1-1,-1-1 0,1 0 0,0 0 1,0 1-1,0-1 0,0 0 1,-1 0-1,1 1 0,0-1 1,0 0-1,0 1 0,0-1 1,0 0-1,0 1 0,0-1 0,0 0 1,0 0-1,0 1 0,0-1 1,0 0-1,0 1 0,0-1 1,0 0-1,0 1 0,0-1 0,1 1 1,16 9-4229,0-10-637,0-1-1532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3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 4100,'0'0'432,"-16"24"2205,1 7-1707,1 1 0,2 0 0,1 1 0,1 0-1,-6 45 1,16-77-917,1 0-1,-1-1 1,1 1 0,-1-1 0,1 1-1,0 0 1,-1-1 0,1 1-1,0-1 1,-1 0 0,1 1-1,0-1 1,-1 1 0,1-1 0,0 0-1,0 0 1,0 1 0,-1-1-1,1 0 1,0 0 0,0 0-1,0 0 1,0 0 0,-1 0 0,1 0-1,0 0 1,1-1 0,34 1 147,-28 0-94,23 0 71,13-1-86,82 10 1,-119-4-852,-18-2-7133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3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0 276 2755,'0'0'3331,"5"-8"-2472,0 1-672,0 1-1,0-1 0,0 1 1,1 0-1,0 1 1,0-1-1,0 1 0,1 0 1,0 1-1,0 0 1,14-7-1,46-15 937,1 3-1,1 2 1,104-16 0,221-10-194,-114 17-797,-253 26-140,-16 1-7,1 1 0,0 1 0,1 0 0,-1 0 0,0 1 1,21 3-1,-33-3-73,0 0 1,1 1 0,-1-1-1,1 0 1,-1 0 0,1 1-1,-1-1 1,0 0 0,1 1-1,-1-1 1,0 0 0,0 1-1,1-1 1,-1 1 0,0-1-1,0 0 1,1 1-1,-1-1 1,0 1 0,0-1-1,0 1 1,0-1 0,1 0-1,-1 1 1,0-1 0,0 1-1,0-1 1,0 1 0,0-1-1,0 1 1,-1-1-1,1 1 1,0 2-1274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4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3876,'0'0'4356,"55"65"-3299,-28-35-256,2-2-193,2 3-159,-1-2-289,-1-1-128,-1-4-32,-5-2 0,-3-6 0,-3-5-64,-1-5-481,-7-6-1825,-5 0-1922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4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4676,'0'0'6188,"-1"7"-4763,-40 262 3444,23 148-3647,21-362-913,0-4-2999,-1-59-4068,-1-8 400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4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7271,'0'0'4847,"-2"13"-3795,-2 182 2007,23 118-2851,-19-312-334,3 20-870,-3-20 888,0-1 1,0 0-1,0 1 1,0-1-1,0 0 1,0 1-1,0-1 1,0 0-1,0 0 1,0 1-1,0-1 0,0 0 1,0 1-1,1-1 1,-1 0-1,0 1 1,0-1-1,0 0 1,0 0-1,0 1 1,1-1-1,-1 0 1,0 0-1,0 1 1,1-1-1,-1 0 1,0 0-1,0 0 1,1 1-1,-1-1 1,0 0-1,0 0 1,1 0-1,-1 0 1,0 0-1,1 0 1,-1 1-1,0-1 1,1 0-1,-1 0 1,0 0-1,1 0 1,-1 0-1,0 0 1,1 0-1,-1 0 1,0-1-1,1 1 1,-1 0-1,0 0 1,0 0-1,1 0 1,-1 0-1,0 0 1,1-1-1,6-9-2492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5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7591,'0'0'2888,"0"9"-1137,0-3-1422,1 1 0,0 0 0,0-1 0,0 1 1,1-1-1,0 1 0,0-1 0,5 8 0,-6-11-264,1 0-1,0 0 1,0-1 0,0 1 0,0 0 0,1-1 0,-1 0 0,1 1-1,0-1 1,-1 0 0,1 0 0,0-1 0,0 1 0,0-1-1,0 1 1,1-1 0,-1 0 0,0 0 0,1 0 0,-1-1 0,6 1-1,-5 0-61,0 0 0,0-1 1,0 0-1,0 0 0,0 0 0,0-1 0,0 1 0,0-1 0,0 0 0,0 0 0,0 0 0,0 0 0,-1-1 0,1 0 0,0 1 0,-1-1 0,1-1 0,-1 1 0,0 0 0,0-1 0,0 0 1,0 0-1,0 0 0,-1 0 0,1 0 0,-1 0 0,0-1 0,0 1 0,0-1 0,0 1 0,-1-1 0,1 0 0,-1 0 0,0 0 0,0 0 0,0 0 0,-1 0 0,0 0 0,1 0 0,-1 0 0,-1-5 1,1 7-13,0 1 0,-1-1 1,1 1-1,-1-1 0,1 0 1,-1 1-1,1-1 0,-1 1 1,0 0-1,0-1 0,0 1 1,0-1-1,0 1 1,0 0-1,0 0 0,0 0 1,0 0-1,-1-1 0,1 2 1,0-1-1,-1 0 0,-1-1 1,-2 0-1,1 0 1,-1 1 0,1-1-1,-1 1 1,0 0 0,1 1 0,-1-1-1,-5 1 1,4-1-80,0 1-1,0 0 1,0 1-1,0 0 1,1-1 0,-1 2-1,0-1 1,1 1 0,-1 0-1,1 0 1,-1 0-1,1 1 1,-9 6 0,3 7-4866,11-12 1751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5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1 7399,'0'0'1602,"-7"3"-316,-22 11 411,12-7-1033,1 0 0,0 1 1,1 1-1,-15 11 0,27-18-629,1 0 0,-1 0-1,0 0 1,1 1 0,-1-1 0,1 1-1,0-1 1,0 1 0,0 0-1,0 0 1,1 0 0,-1 0-1,1 0 1,-1 1 0,1-1-1,0 0 1,0 1 0,1-1 0,-1 1-1,1-1 1,0 0 0,0 1-1,0-1 1,0 1 0,0-1-1,1 1 1,0 3 0,0-5-33,0 1 0,0-1 0,1 1 0,-1-1 0,1 1 1,-1-1-1,1 1 0,0-1 0,-1 0 0,1 0 0,0 0 0,0 0 1,1-1-1,-1 1 0,0 0 0,1-1 0,-1 1 0,1-1 0,-1 0 0,1 0 1,0 0-1,-1 0 0,1-1 0,0 1 0,0-1 0,4 1 0,-4-1-2,1 0 1,-1 0-1,1 0 0,0 0 0,-1-1 0,1 0 0,-1 1 0,0-1 0,1 0 0,-1-1 0,0 1 0,1-1 0,-1 1 0,0-1 0,0 0 0,0 0 0,-1 0 0,1-1 0,0 1 0,3-4 0,-1-3 136,-1 0 0,0 0 0,0-1 0,0 1 0,-1-1-1,-1 1 1,1-1 0,0-11 0,-2 26-118,0 0 1,0 0-1,1 0 0,0 0 1,0 0-1,0-1 0,0 1 1,1 0-1,0-1 0,0 0 1,0 0-1,0 0 0,1 0 1,-1 0-1,7 4 0,-2-1-635,1 0 0,0 0 1,0-1-1,0 0 0,1-1 0,14 7 0,-1-7-2912,-3-4-934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6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132 332 7143,'0'0'448,"-8"-1"972,0-1-955,0 1-1,0 1 0,1-1 1,-1 1-1,0 1 0,0-1 1,-14 4-1,20-3-370,-1 0 0,1 0 1,-1 0-1,1 0 0,-1 0 0,1 1 1,0-1-1,-1 1 0,1-1 0,0 1 0,0 0 1,0 0-1,0 0 0,1 0 0,-1 0 1,1 0-1,-1 1 0,1-1 0,0 1 0,-1-1 1,1 1-1,1-1 0,-1 1 0,0-1 0,0 1 1,1 0-1,0-1 0,0 1 0,-1 0 1,2 4-1,-1 0-80,1 0 0,0 0 1,0-1-1,0 1 0,1 0 1,5 11-1,-6-16-13,-1-1 0,0 0 0,1 1 0,-1-1 0,1 0 0,0 0 0,-1 1 0,1-1 0,0 0 0,0 0 0,0 0 0,0 0 0,0 0 0,0 0 0,0 0 0,0-1 0,0 1 0,0 0 0,0 0 0,1-1 0,-1 1 0,0-1 0,1 1 0,-1-1 0,0 0 0,1 1 0,-1-1 0,0 0 0,1 0 0,-1 0 0,0 0 0,1 0 0,-1 0 0,1 0 0,-1-1 0,0 1 0,1 0 0,-1-1 0,0 1 0,0-1 0,1 1 0,-1-1 0,1-1 0,1 0-2,0-1 0,0 0 0,-1 0 0,1-1 0,-1 1 0,0 0 0,0-1 1,0 1-1,-1-1 0,1 1 0,-1-1 0,0 0 0,0 0 0,1-5 0,8-59-51,-9 66 49,2-40-142,-1-1 1,-4-48 0,1 72 82,-2 0 0,0 1 0,-1-1 0,-1 1 0,0 0 0,-2 0 0,-9-20 0,16 37 83,0 1 1,0 0-1,0 0 0,0-1 1,0 1-1,0 0 1,0 0-1,-1-1 1,1 1-1,0 0 1,0-1-1,0 1 1,0 0-1,0 0 1,0 0-1,0-1 0,-1 1 1,1 0-1,0 0 1,0-1-1,0 1 1,-1 0-1,1 0 1,0 0-1,0 0 1,0-1-1,-1 1 0,1 0 1,0 0-1,0 0 1,-1 0-1,1 0 1,0 0-1,0 0 1,-1 0-1,1 0 1,0 0-1,-1 0 0,1 0 1,0 0-1,0 0 1,-1 0-1,1 0 1,0 0-1,0 0 1,-1 0-1,1 0 1,0 0-1,-1 1 0,-4 17 320,3 30-25,2-47-257,1 18 153,0 1 1,1-1-1,2 1 1,-1-1-1,2 0 1,1 0-1,11 25 1,-13-34-205,0-1 0,1 0 0,1 0 0,-1 0 1,1 0-1,1-1 0,0 0 0,0 0 1,0-1-1,1 0 0,0 0 0,0-1 0,1 0 1,0 0-1,16 7 0,-22-12-8,1 0 1,0 0-1,0 0 0,-1 0 0,1-1 1,0 1-1,0-1 0,0 0 0,0 0 1,0-1-1,0 1 0,-1-1 0,1 0 0,0 0 1,0 0-1,-1 0 0,1-1 0,-1 1 1,1-1-1,-1 0 0,1 0 0,-1-1 1,0 1-1,0 0 0,0-1 0,-1 0 1,1 0-1,-1 0 0,1 0 0,-1 0 1,0 0-1,0-1 0,0 1 0,0-1 1,-1 1-1,0-1 0,1 0 0,-1 1 1,-1-1-1,1 0 0,0 0 0,-1 0 0,0-7 1,0 10 25,4 31 39,-2-22-191,0 0 1,1 0-1,0 0 1,1 0-1,0-1 1,0 0-1,0 1 1,1-1-1,8 8 1,-13-20-4984,-7-23 1575,-6 8 1084,-3-3-705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6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3523,'0'0'2050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6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5157,'0'0'8926,"1"4"-7955,6 13-341,-3-9-550,0 1-1,-1 0 0,0-1 1,0 1-1,-1 0 0,2 16 0,-4-25-82,-1 0 0,1 0-1,-1 0 1,1 0 0,0 0-1,-1 0 1,1 0-1,-1 0 1,1 0 0,-1 0-1,1 0 1,0 0 0,-1 0-1,1 0 1,-1 0-1,1-1 1,0 1 0,-1 0-1,1 0 1,0 0 0,-1-1-1,1 1 1,0 0-1,-1-1 1,1 1 0,0 0-1,0 0 1,-1-1 0,1 1-1,0-1 1,0 1-1,-1 0 1,1-1 0,0 1-1,0 0 1,0-1 0,0 0-1,-2-7 3,1 0 0,0-1-1,0 1 1,1-1 0,0 1-1,1 0 1,0-1 0,0 1-1,4-13 1,-5 19 1,1-1 0,0 1 0,-1-1 0,1 1 0,0-1 0,0 1 0,0-1 1,1 1-1,-1 0 0,1 0 0,-1 0 0,1 0 0,0 0 0,0 0 0,0 0 0,0 0 0,0 0 0,0 1 0,0 0 0,0-1 1,1 1-1,-1 0 0,1 0 0,-1 0 0,1 0 0,-1 0 0,1 1 0,-1-1 0,1 1 0,0 0 0,-1-1 0,1 1 0,4 1 1,-5 0-1,0 0 1,0 0 0,1 0-1,-1 0 1,0 0 0,0 0-1,0 1 1,0-1 0,0 1 0,0 0-1,-1-1 1,1 1 0,-1 0-1,1 0 1,-1 0 0,3 4 0,20 43-5,-13-27-4,-6-12-205,19 29-714,-22-38 414,-1 1-1,1-1 1,-1 0-1,1 0 1,-1 0-1,1 0 1,0 0-1,-1 0 1,1 0 0,0 0-1,0-1 1,-1 1-1,3 0 1,10 0-5755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8:57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86 7976,'0'0'678,"-9"-4"1345,1 0-1462,0 1 0,0 0 0,0 0 0,-1 1 0,1 0 0,-1 1 0,-16-2 0,23 3-494,0 0 1,-1 0-1,1 0 0,-1 0 1,1 0-1,0 1 1,-1-1-1,1 1 1,0-1-1,0 1 0,-1 0 1,1 0-1,0 0 1,0 0-1,0 0 1,0 0-1,0 1 1,0-1-1,0 1 0,1-1 1,-1 1-1,0 0 1,1 0-1,-1-1 1,1 1-1,0 0 1,0 1-1,0-1 0,0 0 1,0 0-1,0 0 1,0 0-1,1 1 1,-1-1-1,1 0 0,-1 1 1,1-1-1,0 1 1,0 2-1,0-3-62,0-1 0,0 0-1,0 1 1,0-1-1,0 0 1,0 0 0,0 1-1,0-1 1,1 0 0,-1 1-1,0-1 1,1 0-1,-1 0 1,1 0 0,-1 1-1,1-1 1,0 0 0,-1 0-1,1 0 1,0 0 0,0 0-1,0 0 1,0 0-1,0 0 1,0-1 0,0 1-1,0 0 1,0 0 0,0-1-1,0 1 1,0-1 0,1 1-1,-1-1 1,0 0-1,0 1 1,1-1 0,-1 0-1,0 0 1,1 0 0,-1 0-1,0 0 1,0 0 0,1 0-1,1-1 1,2 0-1,-1 0 1,1 0-1,-1-1 1,0 0-1,0 0 1,1 0-1,-1 0 1,-1 0-1,1-1 1,0 0-1,-1 0 1,4-3-1,-1-1-8,0 0 5,-1 1 0,1 1 0,0-1-1,0 1 1,13-9 0,-17 13 4,-1 0 0,1 1 0,-1-1 0,1 0 0,0 1 0,-1 0 0,1-1 0,0 1 0,-1 0 0,1 0 0,0 0 0,-1 0 0,1 0 0,0 0 0,-1 0 0,1 1 0,0-1 0,-1 1 0,1-1 0,-1 1 0,1-1 0,-1 1 0,1 0 0,-1 0 0,1 0 0,-1 0 0,0 0 0,1 0 0,-1 0 0,0 0 0,0 1 0,0-1 0,0 0 0,2 4 0,9 13 280,0 2 0,-2 0-1,0 0 1,-1 1 0,-2 0-1,0 0 1,-1 1 0,4 23 0,-5-9-130,0 0 1,-3 0 0,-1 1 0,-4 44 0,1-68-132,0-1 1,-1 1-1,0-1 0,-1 0 1,0 0-1,-11 20 0,14-28 2,-2 0 1,1 0-1,0 0 0,-1 0 0,0 0 1,1-1-1,-2 1 0,1-1 0,0 0 1,-1 1-1,1-2 0,-1 1 0,0 0 1,0-1-1,0 0 0,0 0 0,0 0 1,-1 0-1,1-1 0,-1 1 0,-6 0 1,11-2-17,-1 0 1,0 0 0,0 0 0,0-1 0,0 1 0,1 0-1,-1 0 1,0 0 0,0-1 0,0 1 0,1-1 0,-1 1 0,0 0-1,1-1 1,-1 0 0,0 1 0,1-1 0,-1 1 0,1-1 0,-1 0-1,1 1 1,-1-1 0,1 0 0,-1 1 0,1-1 0,-1 0 0,1 0-1,0 1 1,0-1 0,-1 0 0,1 0 0,0 0 0,0-1 0,-2-34 157,2 27-150,2-15 6,0 1-1,1 0 1,1 0 0,1 1 0,2-1-1,0 1 1,17-37 0,92-147-1310,-46 86-2690,-24 34-2275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49:23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34 242 512,'0'0'5456,"2"-8"-5296,-1 2-107,1 1-1,1-1 1,-1 1-1,1 0 0,-1 0 1,2 0-1,-1 0 0,0 1 1,1-1-1,0 1 1,0 0-1,0 0 0,1 0 1,-1 1-1,1-1 0,0 1 1,0 0-1,0 1 0,0-1 1,8-2-1,26-10 122,1 2 0,0 1 1,1 2-1,0 2 0,50-3 0,211 1 808,-264 10-954,584-26 624,-565 19-620,219-21 19,-212 25-27,1 2 0,81 11 0,-88 1-17,0 3 0,-2 2 0,102 43 0,-108-37 5,1-2 1,1-3-1,1-2 1,97 14-1,-56-22 1,-43-5 12,0 2-1,82 19 0,-116-18-20,0 0 0,-1 1 0,0 1 0,0 0 0,-1 1 0,0 1 0,0 0 0,-1 1 0,0 1 0,0 0 0,20 23 0,-20-18 14,1 1 0,-2 0 1,-1 1-1,0 1 1,-1 0-1,-1 0 0,-1 1 1,0 0-1,-2 1 0,0 0 1,-2 0-1,0 0 0,-1 1 1,-1 0-1,0 38 0,-4-36 19,-1 1 1,-2-1-1,0 0 0,-1 0 0,-1-1 0,-2 1 0,0-1 0,-14 26 0,-15 21 55,-55 79 0,24-44-65,57-89-22,-1-1 0,0 1 0,-1-2 0,-1 0 0,0 0 0,-1-2 0,-1 0 0,1 0 0,-2-2 0,0 0 0,0 0 0,-31 10 0,-19 4 10,-1-3 1,-81 13-1,91-21-9,-79 14-9,-1-5 0,-2-7 0,0-5 0,0-7 0,0-6 0,-166-24 0,211 14 9,-117-19 2,174 24 5,1-2-1,0-2 1,-55-25-1,-188-98 292,266 130-292,1 1-1,-1 0 1,0 1-1,-1 1 1,1 0-1,0 0 0,-16 2 1,10-1 4,0 0-1,-37-8 1,46 4 35,1 0 1,-1 0-1,1-1 1,0-1-1,1 1 0,-1-2 1,1 1-1,1-1 0,-1-1 1,1 1-1,-10-17 1,-31-27 137,14 22-160,25 22-2,1 1-1,-1-2 1,1 1-1,1-1 1,-1 0-1,2-1 1,-1 0-1,1 0 1,1-1-1,0 0 1,0 0-1,-7-23 1,7 8-3,3 0 0,0-1 0,1 1 0,2 0 0,0-1 0,2 1 0,7-38 0,-8 58-19,0-4 5,0 0-1,0 0 0,-1 0 0,-1 0 0,0 0 0,0 0 0,-1 0 1,0 0-1,-1 1 0,0-1 0,0 1 0,-1-1 0,-8-12 1,9 14-8,0 1 0,0 0 0,1-1 0,0 0 0,0 1 0,1-1 0,0 0 0,0 0 1,1 0-1,1-9 0,2-10 20,10-44 0,-8 49-12,0 0-1,2-42 1,-8 60 19,1 0 0,-1 0 0,0 0 0,0 0 1,0 0-1,0 0 0,0 0 0,-1 0 0,-3-5 0,3 5 3,-1 0 0,2 0-1,-1 0 1,0 0 0,1 0 0,0-1-1,0 1 1,0 0 0,0-9-1,22 15-970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.21476" units="1/cm"/>
          <inkml:channelProperty channel="Y" name="resolution" value="32.23881" units="1/cm"/>
          <inkml:channelProperty channel="T" name="resolution" value="1" units="1/dev"/>
        </inkml:channelProperties>
      </inkml:inkSource>
      <inkml:timestamp xml:id="ts0" timeString="2026-07-24T13:36:31.43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1640 5286 0,'75'0'125,"-12"0"-125,36 0 15,38 0-15,163 12 16,-39 12-1,14-1 17,-63-11-32,-50 0 31,-13 0-15,26 0-1,24 0 1,1-12-1,-63 12 1,-37-12 0,-38 0-1,-50 0-15,1 0 16,49 12 78,88-12-79,62 12 1,149 12 0,-37-24-1,-99 12 1,-138-12-16,-37 0 15,0 12-15,-25-12 16,0 0-16,-13 0 16,63 0-1,74-12 1,1 0 0,-13 0-1,-50 12 1,-37 0-1,-37 0 17,12 0 15,187 0-47,37 0 31,-74 0-16,-38 0 1,-50 0 0,-50 0-1,51 0 1,49 0 0,50 0-1,25 0 1,-38-12-1,-99 12-15,-13 0 32,-24-12-32,-26 12 0,13 0 0,25 0 31,75 0-15,-13 0-1,87 0 1,13-12-1,-62 12 1,-75 0 0,-38-12-1,-12 12 1,25 0 0,0 0-16,24 0 15,39 0-15,-39 0 16,101 0-1,-75 0 17,-88 0-17,1 0 1,-1 0 15,50 0-15,238 0-1,-76 0 1,-62 0 0,-124 0-16,-14 0 15,-11 0-15,24 0 78,26 0-78,-13 0 16,-38 0 0,0 0-1,1 0 126,-1 0-125,1 0-16,-1 0 15,-24 0 313,-26 0-312,-11 0-16,11 0 16,-74 0-1,-25 0 1,0 0-1,37 0 1,50 0 0,0 0-1,0 0 1,13 0 0,25 0-1,-1 0-15,1 0 16,-1 0-1,1 0-15,-26 0 32,1 0-32,-13 0 31,-37 0-15,-13 0-1,-87-12 1,0-12-1,25 12 1,0 0 0,100 12-16,-13-11 15,0-1-15,-50 0 0,13-12 16,-150 0 0,25 0-1,38-12 16,112 24-15,74 12 62,-49 0-78,12 0 16,-12 0-1,37 0-15,-25 0 16,37 0-16,-12 0 78,-49 0-78,-63 0 16,12 0-16,-249-48 31,112 48-15,75 0-16,100-12 31,74 12-31,-49 0 47,-100 0-32,-25 0 1,50 0 0,0 0-1,37 0 1,50-12 0,13 12-1,-1 0 1,-24 0-1,25 0 17,24 0-32,-74 0 15,49 0-15,-36 0 16,-39 12 0,1-12-1,50 0 1,37 0-1,13 0 1,-13 0 31,-63 0-31,26 0-16,-13 0 15,25 0-15,-62 0 16,37 0-1,-37 0 1,-13-12 0,51 12-16,24-12 31,25 12-15,12 0-1,-12 0 1,-87 0-1,13 0 1,-39 12 0,89-12-16,-14 0 15,26 0 1,24 0-16,-24 0 94,-63 0-79,13 0 1,-100 0 0,87 0-1,63 0 1,-25 0 31,-38 0-32,-25 0-15,-162 0 16,38 0 0,112 0-1,100 0 1,24 0-1,-12 0 329,-62 0-328,37 0-16,25 0 15,13 0 1,136 0 547,1 0-563,37 0 15,13 0-15,12 0 16,24 0-16,-36 0 15,24 0-15,13 0 16,-12 0-16,111 0 16,-36 0-16,124 0 15,12 0-15,25 0 16,13 0-16,-50 0 16,187 0-1,-175 0 1,-99 0-1,-63 0 1,-49 0 0,12 0-1,25 0 1,-50 0 0,-75 0-1,-50 0 1,-12 0-1,0 0 17,-13 0-32,63 0 0,0 0 15,-25 0 1,87 0 0,-13 0-1,-12 0 1,13 0-1,0 0 1,-38 0 0,-75 0-1,-24 0 1,74 0 46,38 0-46,-51 0 0,39 0-16,-88 0 31,112 0 156,-13 0-171,-36 0 0,-1 0-16,38-12 31,-63 12-15,-50 0-16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1:48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433 105 2306,'2'0'509,"-1"-1"1,1 0-1,-1 1 0,0-1 1,1 0-1,-1 0 0,0 0 1,0 0-1,1 0 0,-1 0 1,0 0-1,0-1 0,0 1 1,-1 0-1,1-1 0,0 1 0,0 0 1,-1-1-1,1-1 0,0 1-265,-1-1-1,1 1 1,-1-1-1,0 1 1,0-1-1,0 1 1,0-1-1,0 1 1,0-1-1,-1 1 1,-1-5-1,2 5-216,-1-1 0,0 0 0,-1 1 0,1-1 0,0 1 0,-1-1 0,1 1 0,-1-1 0,0 1 1,1 0-1,-1 0 0,0 0 0,-1 0 0,1 0 0,0 1 0,0-1 0,-1 1 0,1-1 0,-1 1 0,1 0 0,-1 0 0,0 0 0,-4-1 0,-6 2 27,-1 0 0,1 1 1,0 0-1,0 1 0,0 1 0,0 0 0,0 0 0,1 2 0,-1-1 0,1 2 1,0 0-1,0 0 0,-19 15 0,5-3 33,2 1-1,0 2 1,1 0-1,-35 44 1,51-56-85,1 0 0,0 0 0,1 0 0,0 0 0,0 1 0,1 0 0,0 0 0,-4 20 0,8-28 0,-1 1 0,1-1 1,-1 1-1,1-1 0,0 1 0,0-1 1,0 1-1,0 0 0,1-1 1,-1 1-1,1-1 0,-1 1 1,1-1-1,0 1 0,0-1 0,0 0 1,0 1-1,0-1 0,1 0 1,-1 0-1,1 0 0,0 0 0,-1 0 1,1 0-1,0 0 0,0-1 1,0 1-1,0-1 0,0 1 1,0-1-1,1 0 0,-1 1 0,1-1 1,-1-1-1,0 1 0,1 0 1,-1-1-1,1 1 0,0-1 0,4 1 1,2-1 9,0 1 0,-1-1 0,1-1 0,0 0 0,-1 0 0,1 0 0,0-1 0,-1 0 0,0-1 0,1 0 0,-1-1 0,0 1 0,-1-1 0,1-1 0,-1 0 0,1 0 0,-2 0 0,9-8 0,9-11 65,-1-2 0,-1 0 0,26-42 0,10-11-10,-53 72-68,-1 2-11,1-1-1,-1 1 1,1 0 0,0 0 0,7-4-1,-11 8-99,-1 27-101,1 159 477,26 196 0,-16-220-98,-11-161-134,0 0 1,0 1-1,0-1 1,0 0-1,0 1 1,0-1-1,0 0 1,0 0-1,1 1 1,-1-1-1,0 0 1,0 0-1,0 1 1,1-1-1,-1 0 1,0 0-1,0 0 1,0 0-1,1 1 1,-1-1-1,0 0 1,0 0-1,1 0 1,-1 0 0,0 0-1,1 0 1,-1 1-1,0-1 1,0 0-1,1 0 1,-1 0-1,0 0 1,1 0-1,-1 0 1,0 0-1,0 0 1,1 0-1,-1-1 1,0 1-1,1 0 1,-1 0-1,0 0 1,0 0-1,1 0 1,-1 0-1,0 0 1,0-1-1,1 1 1,-1 0-1,0 0 1,0 0-1,0-1 1,1 1 0,-1 0-1,0 0 1,0-1-1,0 1 1,1-1-1,17-16 59,-16 14-2,56-55 73,-3-4-1,68-97 1,-123 159-162,5-7-82,-4 12-1870,-1 0 89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1:50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5157,'0'0'5493,"0"7"-4623,-3 56 1063,-15 81 0,9-94-1670,3 1-1,2 0 1,4 90 0,0-138-259,1-1 0,-1 0 0,1 1 0,-1-1 0,1 0 0,0 0-1,0 0 1,0 0 0,0 0 0,0 0 0,1 0 0,-1 0 0,0 0 0,1 0 0,0-1 0,-1 1 0,1-1 0,0 1 0,2 1 0,1-1 14,-1 1 0,1-1 0,0 0 0,0 0 0,0-1 0,0 0 0,0 0 0,7 1 0,2-1 16,-1-1-1,0 0 1,0 0-1,0-2 0,1 0 1,13-4-1,-13 3-1010,0-1-1,0 0 1,-1-1-1,1-1 1,-1 0-1,-1-1 1,1-1-1,-1 1 1,20-19-1,-17 8-5230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1:51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82 3587,'0'0'10266,"-2"-4"-9828,2 4-424,0-1 0,-1 0 1,1 1-1,0-1 0,-1 0 0,1 1 1,0-1-1,0 0 0,-1 1 0,1-1 1,0 0-1,0 0 0,0 1 1,0-1-1,0 0 0,0 0 0,0 1 1,0-1-1,1 0 0,-1 1 0,0-1 1,0 0-1,0 0 0,1 1 0,-1-1 1,0 1-1,1-1 0,-1 0 0,1 1 1,-1-1-1,1 1 0,-1-1 1,1 1-1,0-2 0,33-7 357,-29 8-350,244-35 1961,-80 28-7263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3:21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1666,'13'-11'-257,"3"-2"97,2-1-224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1:24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20 1473,'0'0'2152,"-2"8"2780,180-21-2860,2-1-1437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1:24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0 1666,'0'0'7495,"-16"32"-6983,37-32-192,7 0-63,8 0-161,7 0 0,7 0 32,5-9-256,7-8-5349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1:56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4516,'0'0'8189,"9"3"-7665,20 4-93,0-1 1,0-2-1,1 0 1,0-2-1,0-2 1,34-3-1,192-31 484,-135 15-809,-102 16-104,74-6-127,-112 31-6206,1-14 2978,-4 0-2092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1:56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80 6983,'0'0'5124,"79"2"-4002,-31-9-418,10-4-448,3-1-159,7 2-33,1 0-64,-3 0 0,-3 0-2275,-3-1-3010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1:56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 2819,'0'0'6230,"11"-2"-5713,672-66 4768,-106 16-5183,-524 45-194,12-3-428,80-1 0,-158 17-4580,-4 1 3474,-16-2-3035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1:57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6470,'0'0'4196,"15"0"-2909,764-60 2488,-566 37-3541,332-27-410,-514 44-2793,-16-3-3474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3:33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2273 308 1537,'0'0'7095,"1"-8"-6785,0-22-1,-2 29-283,1 0 0,0-1 0,0 1 0,-1 0 0,1 0 0,-1 0 0,1 0 0,-1 0-1,1 0 1,-1 0 0,0 0 0,1 1 0,-1-1 0,0 0 0,0 0 0,1 0 0,-1 1-1,0-1 1,0 0 0,0 1 0,0-1 0,0 1 0,0-1 0,0 1 0,0 0 0,0-1-1,-2 1 1,-32-7 50,27 6-1,-66-19 506,1-3 1,-102-47-1,-48-16 296,170 73-772,0 3-1,0 2 1,-1 3-1,0 2 0,0 2 1,-81 9-1,63 1-19,0 3-1,1 3 0,1 3 1,-114 46-1,135-39-77,0 1-1,2 3 1,1 2-1,-74 64 1,-37 25-13,117-93 9,8-6 5,1 0-1,1 3 0,-33 31 1,56-47-8,-1 0 1,1 1-1,0 0 1,1 0 0,0 0-1,1 1 1,0 0 0,0 0-1,1 1 1,0-1-1,1 1 1,0 0 0,1 0-1,0 0 1,0 15 0,3-3 8,0 0 0,2 1 0,1-1 0,0-1 0,2 1 0,1-1 0,0 0 0,18 34 0,-2-11 15,1-2 1,61 79-1,-70-105-2,0-1-1,1 0 0,1-1 1,0-1-1,1-1 0,1 0 1,0-2-1,0 0 0,1-1 1,1-1-1,-1-1 0,2 0 0,-1-2 1,33 6-1,28 0 125,0-4 0,132-2 0,-112-5-108,0 1 8,0-4 0,138-21 1,-110 1 58,128-39 1,-214 47-81,-1-1 0,-1-3-1,0-1 1,-1-2 0,-1-2-1,60-45 1,-49 29-3,61-51 79,-99 78-90,0-1-1,0-1 1,-1 0 0,-1-1-1,14-23 1,-20 28-7,-2 1 1,1 0-1,-1-1 1,-1 0-1,0 0 1,0 0 0,0-12-1,0-77 49,-3 64-46,2 19-3,-1-1 0,0 1 0,-2 0 0,0 0 1,-1 0-1,0 0 0,-1 0 0,-10-22 0,2 10 17,11 22-23,-2-1 1,1 1-1,-1 0 0,0 0 0,0 0 1,0 0-1,-1 0 0,0 1 0,0 0 1,0 0-1,-1 0 0,0 0 0,0 1 1,0-1-1,-1 1 0,1 1 0,-10-6 1,-94-32-48,82 32 47,0 0 0,0-2 0,1-1 0,-32-21 0,32 16-191,-25-17 283,13 15-3361,19 11-1843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3:35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4097 3812,'133'17'6128,"498"50"-1342,-83-4-4004,460-35 182,-734-38-875,455-76 0,-37-86-2,-16-54 24,-406 121-31,412-226 0,-66-59 299,-570 357-280,-2-2-1,-1-2 1,-3-2-1,0-2 1,41-57 0,-32 31 90,-4-3 0,70-145 0,97-348-120,-159 406-81,81-164 0,-95 243 26,3 1 0,4 1 0,100-124 0,-106 157-11,2 2 0,2 1 1,1 2-1,2 3 0,94-55 1,278-109-29,-225 119 9,4 9 0,2 9 0,222-39 0,-392 95-35,59-1 0,-88 7-2,-5 0-227,3 0 148,1 0 1,0 0 0,-1 0-1,1 1 1,-1-1 0,1 0-1,0 0 1,-1 0 0,1 0 0,-1 0-1,1 0 1,-1 0 0,1 0-1,0 0 1,-1 0 0,1 0-1,-1 0 1,1-1 0,0 1-1,-1 0 1,1 0 0,0 0-1,-1 0 1,1-1 0,-1 1 0,1 0-1,0 0 1,0-1 0,-1 1-1,1 0 1,0-1 0,-1 1-1,1 0 1,0-1 0,-1 0-1,2-9-4656,1-6-2590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3:35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28 256,'-2'0'375,"1"-1"0,-1 0-1,0 1 1,1-1 0,-1 0-1,1 0 1,-1 0 0,1 0 0,0-1-1,-1 1 1,1 0 0,0-1-1,0 1 1,0 0 0,0-1 0,0 1-1,0-1 1,0 0 0,0 1-1,0-3 1,32 4 1093,-3 4-979,1 1 0,-1 1 0,0 2 0,-1 1-1,30 14 1,-15-7-262,-31-11-197,-1-3-7,0 2 0,-1-1 0,1 1 0,-1 0 0,0 1 0,-1 0 0,1 1 0,-1 0 0,0 0 0,12 13 0,-19-17-91,0 0-1,0 0 1,0 0 0,-1 0-1,1 0 1,-1 0-1,1 0 1,-1 0-1,0 0 1,0 0 0,0 0-1,0 0 1,-1 4-1,4 20-1578,0-24-696,3-1-844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3:36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3 416,'0'0'3193,"-7"-1"-2611,0 1-619,3-1 271,0 1 0,1 0 0,-1-1 0,1 2 0,-1-1 0,1 0 0,-1 1 0,1-1 0,-1 1 0,1 0 0,-1 0 0,1 0 0,0 1 0,-1-1 0,1 1 0,0 0 0,0 0 0,-4 4 0,-31 33 2176,-41 53-1,-69 128 203,125-191-3973,23-35-2387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1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4805,'0'0'4537,"-1"0"-4532,1 0 0,0 0 0,0 0 0,0 0 0,-1 0 0,1 0 0,0 0 0,0 0 0,-1 0 0,1 0 0,0 1 0,0-1 0,0 0 0,-1 0 0,1 0 0,0 0 0,0 0 0,0 1 0,0-1 0,-1 0 0,1 0 0,0 0 0,0 0 0,0 1 0,0-1 0,0 0 0,0 0 0,-1 1 0,1-1 0,0 0 0,0 0 0,0 0 0,0 1 0,0-1 0,0 0 0,0 0 0,0 1-1,0-1 1,0 0 0,0 0 0,0 1 0,0-1 0,0 0 0,1 1 0,4 50 657,3-1 0,2 1 0,2-1-1,34 88 1,12 45-292,-32-65-170,12 145 1,-9 123 102,-27-341-255,0 119 182,-2-163-86,0-2-142,0 1 0,0-1-1,0 1 1,-1 0 0,1-1 0,0 1 0,0-1 0,0 1-1,0 0 1,0-1 0,0 1 0,0-1 0,0 1-1,0-1 1,0 1 0,0 0 0,0-1 0,0 1 0,0-1-1,0 1 1,0 0 0,0-1 0,1 1 0,-1-1 0,0 1-1,0 0 1,1-1 0,-1 1 0,0 0 0,0-1-1,1 1 1,-1 0 0,0-1 0,1 1 0,-1 0 0,0 0-1,1-1 1,-1 1 0,0 0 0,1 0 0,124-24 21,230-36 119,610-16 264,-609 71-525,-296 5-296,-57 0-45,4-1-661,-9-4-3240,-12-12-2963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2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6374,'3'2'705,"-2"-1"160,4 5-833,3 6 64,8 3 32,1 4 160,4 2 64,3-1-31,4 1-97,-1-2-96,1 0 32,0-6-96,-4-2-32,-2-3-96,-5-4-737,-5-4-1088,-4 0-1410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2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6983,'0'0'4996,"0"8"-3741,-2 24-477,-2 0 1,-1 0 0,-12 44-1,-39 102-624,36-117-64,4-10-296,-14 43-108,3-38-5903,14-39-2036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3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1429 0 1281,'0'0'7650,"-4"2"-7063,-28 17 61,1 2 0,-40 33 0,4-2-344,-682 448 1153,487-314-1328,141-96-103,111-83-26,3-1 1,0-1 0,0 0 0,0 0 1,-1-1-1,0 1 0,0-2 0,0 1 0,-9 1 1,17-5-2,0 0-1,-1 0 1,1 0 0,0 0 0,0 0 0,0 0 0,0 0 0,-1 0 0,1 0 0,0 0 0,0 0 0,0 0 0,0 0-1,0 0 1,-1 0 0,1 0 0,0 0 0,0 0 0,0-1 0,0 1 0,0 0 0,0 0 0,-1 0 0,1 0 0,0 0-1,0 0 1,0-1 0,0 1 0,0 0 0,0 0 0,0 0 0,0 0 0,0 0 0,0-1 0,0 1 0,0 0 0,0 0-1,0 0 1,0 0 0,0-1 0,0 1 0,0 0 0,0 0 0,0 0 0,0 0 0,0 0 0,0-1 0,0 1 0,0 0-1,0 0 1,0 0 0,0 0 0,0 0 0,0-1 0,1 1 0,-1 0 0,0 0 0,0 0 0,0 0 0,0 0-1,0 0 1,0 0 0,1-1 0,-1 1 0,0 0 0,0 0 0,0 0 0,0 0 0,1 0 0,6-9-32,44-33-4415,-42 29 1789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3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 6118,'0'0'1703,"-5"11"-1260,-28 58 219,7-10-343,-3-2 0,-3-1 0,-49 66 0,80-121-296,0 1 0,0-1 0,0 0 0,0 0 0,0 1 0,0-1 0,0 1 0,1-1 0,-1 1 0,0-1 0,1 1 0,0 0 0,-1-1 0,1 1 0,0-1 0,-1 1 0,1 2 0,1-3 1,-1 0-1,0 0 1,1 0 0,-1-1-1,1 1 1,-1 0 0,1 0-1,0-1 1,-1 1-1,1 0 1,-1-1 0,1 1-1,0 0 1,0-1 0,-1 1-1,1-1 1,0 1-1,0-1 1,0 0 0,0 1-1,0-1 1,1 0 0,7 2 161,1 0 0,0-1 1,-1-1-1,18 0 0,-13 0-83,34-3-187,0-2 0,0-2 1,-1-2-1,0-2 1,66-25-1,-35 5-3075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4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5125,'0'0'4164,"8"11"-3492,168 215 3471,-93-126-3545,138 127 0,317 208-299,-527-427-283,-5-3-10,0 0 1,0 0 0,1-1-1,-1 0 1,1-1 0,0 1-1,0-1 1,0 0 0,0-1-1,1 0 1,10 2 0,-18-4-7,1 0 0,-1 0 0,1-1 0,-1 1 0,1 0 0,-1 0 0,1 0 0,-1-1 0,1 1 0,-1 0 0,1-1 0,-1 1 0,1 0 0,-1-1 0,1 1 0,-1 0 0,0-1 0,1 1 0,-1-1 0,0 1 0,1-1 0,-1 1 0,0-1 0,0 1 0,0-1 0,1 1 0,-1-1 0,0 0 1,0 1-1,0-1 0,0 1 0,0-1 0,0 1 0,0-1 0,0 1 0,0-1 0,0 0 0,0 1 0,0-1 0,-1 1 0,1-1 0,0 1 0,0-1 0,0 1 0,-1-1 0,1 1 0,0-1 0,-1 1 0,1-1 0,0 1 0,-1-1 0,-18-28-1443,-18 0-4023,15 15 427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19 6854,'0'0'577,"9"-3"731,-4 0-1101,1 1 0,-1 0-1,1 0 1,0 0 0,-1 1 0,1 0-1,0 0 1,0 0 0,0 1 0,0-1 0,0 2-1,0-1 1,-1 1 0,1-1 0,0 2 0,0-1-1,0 1 1,7 3 0,1 3 21,0 1-1,-1 0 1,0 1-1,0 1 1,-1 0-1,-1 1 1,0 0-1,-1 0 1,13 20-1,-20-27-220,0 0 0,0 0 0,0 0 0,0 0 0,-1 1 0,0-1 0,0 1 0,-1-1-1,0 1 1,0 0 0,0-1 0,0 1 0,-1 0 0,0 0 0,0-1 0,-1 1 0,1 0 0,-1 0-1,-1-1 1,1 1 0,-1-1 0,0 1 0,0-1 0,0 1 0,-1-1 0,0 0 0,0 0 0,0-1-1,-6 7 1,-6 4-12,0 0 0,-1-2-1,-1 0 1,0-1 0,0 0-1,-29 13 1,32-18-838,-1-1-1,1-1 1,-1 0-1,0-1 1,-24 3-1,-10-5-4275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5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1 996 897,'0'0'10015,"10"-10"-8990,256-273 1059,-97 94-1718,293-262 45,-447 437-412,-5 6 3,-1 0-1,0-1 1,11-14-1,-57 47-5927,32-22 3674,-7 5-4053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5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7976,'0'0'3203,"41"-43"-2114,-21 32 64,7 6-321,-3 3-351,2 2-161,-2 2-128,-4 15-63,-4 6-97,-8 5 0,-7 7 0,-1 5-32,-11 7 0,-15 2-64,-8 2-481,-8 1-1377,-9 1-2786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5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1852 359 6758,'0'0'5462,"-4"-7"-4427,1 2-873,1 1 0,-1 0 0,1 0 0,-1 0-1,0 0 1,-1 1 0,1-1 0,-1 1 0,1 0 0,-1 0-1,0 0 1,0 1 0,0-1 0,-1 1 0,1 0 0,0 0-1,-1 0 1,-8-2 0,-49-5 440,0 2 1,-103 1-1,26 3-540,2-9 41,-170-36 1,-129-54-209,235 52-29,-57-4-224,257 55 352,1-1 1,0 0-1,0 1 1,-1-1-1,1 0 1,0 1 0,0-1-1,0 0 1,-1 1-1,1-1 1,0 1-1,0-1 1,0 1-1,0-1 1,0 0-1,0 1 1,0-1-1,0 1 1,0-1-1,0 0 1,0 1-1,0-1 1,0 1 0,0-1-1,0 0 1,0 1-1,1-1 1,-1 1-1,0-1 1,0 0-1,0 1 1,1-1-1,-1 0 1,0 1-1,1-1 1,-1 0-1,0 1 1,1-1-1,-1 0 1,10 19-598,-4-8-451,2 4-1386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6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143 236 7015,'0'0'945,"2"9"-305,13 34 897,24 52-1,-14-37-1336,-25-57-191,1-1 1,-1 1 0,1 0-1,-1 0 1,1-1 0,-1 1-1,0 0 1,1 0 0,-1 0-1,0 0 1,1 0 0,-1-1-1,0 1 1,0 0 0,0 0-1,0 0 1,0 0 0,0 0-1,0 0 1,0 0 0,0 0-1,0-1 1,-1 1 0,1 0 0,0 0-1,-1 0 1,1 0 0,0-1-1,-1 1 1,1 0 0,-1 0-1,-1 1 1,0-2-2,1 0 1,-1 0-1,0 0 1,0 0-1,0 0 1,0 0-1,0-1 1,0 1 0,1 0-1,-1-1 1,0 0-1,0 1 1,1-1-1,-3-1 1,-61-38-40,47 25-94,1 0-1,-26-28 1,37 36 145,0 0 1,1 0 0,0 0-1,0-1 1,1 1-1,0-1 1,0 0 0,1-1-1,0 1 1,-2-9-1,5 14 52,0-1 0,0 1 0,0 0-1,0 0 1,1 0 0,0 0 0,-1 0-1,1 0 1,0 0 0,1 0-1,-1 0 1,0 0 0,1 0 0,0 1-1,0-1 1,0 1 0,0-1-1,0 1 1,0 0 0,0 0 0,1 0-1,-1 0 1,1 0 0,3-2-1,11-6 112,1 0-1,33-13 1,-25 12 39,38-16-267,2 3 0,1 3 0,1 3 1,103-14-1,-87 19-2774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7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5445,'0'0'7698,"9"-3"-7340,2 2-270,1 0 0,-1 1 1,0 0-1,0 1 0,0 0 1,1 1-1,-1 0 0,0 0 1,-1 2-1,22 7 0,-1-1-18,-19-7-48,1 1 1,-1 0-1,1 1 0,-1 0 0,18 11 0,-29-15-16,1 0 1,-1 1-1,0-1 0,0 0 0,0 0 0,-1 1 1,1-1-1,0 1 0,0-1 0,-1 1 0,1-1 0,-1 1 1,1-1-1,-1 1 0,0-1 0,0 1 0,1-1 1,-1 1-1,0 0 0,0-1 0,-1 1 0,1-1 0,0 1 1,0-1-1,-1 1 0,1 0 0,-1-1 0,0 1 1,1-1-1,-2 3 0,-31 45 255,25-39-137,-149 195 67,111-145-2405,33-45-2249,5-8-2734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12716,'0'0'1666,"58"20"-1410,-36-2 32,3 4-160,0 1-64,3-1 0,1 1-32,1 1-32,-3-4 0,-2-5-64,-2-6-961,-1-5-896,-8-4-1122,-5-6-192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7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9 7495,'0'0'4260,"-51"-8"-3203,40 12-224,-2 12-353,2 5-127,-3 8-161,0 4-64,1 5-96,-1 3 0,1-1-32,1 0 0,6-5-32,-1-3-416,4-4-1186,3-9-1089,0-10-1312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7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11627,'0'0'4004,"43"29"-2947,-36-1-385,-1 8-351,-1 4-193,0 3-64,-1 4-32,0 3-128,-2-5-993,-2-9-1442,0-16-3650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8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6951,'0'0'7399,"55"-11"-7239,-14 27-64,1 2-32,1 0 0,-5-4-64,-3-5-256,-7-4-1090,-8-5-1184,-6 0-1218,-9-14-1376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8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8264,'0'0'1569,"-40"47"-832,33-19-160,0 5-33,5 4-192,0-1-191,0-3-65,2 0-64,0-1-32,0-7-160,0-5-2659,0-10-1665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8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10410,'0'0'544,"8"-7"764,28-23-331,-35 29-916,0 0 0,1 0 0,-1 0-1,0 0 1,0 1 0,0-1 0,0 0-1,1 1 1,-1-1 0,0 1 0,1-1-1,-1 1 1,0 0 0,1-1 0,-1 1 0,0 0-1,1 0 1,-1 0 0,3 0 0,-3 1-39,0-1 0,-1 1 0,1-1 0,0 1 0,0 0 1,-1-1-1,1 1 0,-1 0 0,1-1 0,0 1 0,-1 0 1,1 0-1,-1-1 0,0 1 0,1 0 0,-1 0 0,0 0 1,1 0-1,-1 0 0,0 0 0,0 1 0,-1 49 173,1-50-187,-4 18 25,-1 0-1,0-1 1,-10 21-1,9-24-36,0-1 0,2 1 0,-1 0 0,2 0 0,0 0 0,-1 20-1,4-34 5,0 0 0,0-1 0,0 1 0,0-1 0,0 1 0,1 0 0,-1-1 0,0 1 0,0 0 0,1-1 0,-1 1 0,0-1 0,1 1 0,-1-1 0,0 1 0,1-1 0,-1 1-1,1-1 1,-1 1 0,1-1 0,-1 0 0,1 1 0,-1-1 0,1 0 0,-1 1 0,1-1 0,0 0 0,-1 0 0,1 1 0,0-1 0,0 0 0,29 0-4,27-15-1,-22 1-384,-9 4-1043,-1 0-1,0-2 1,24-16 0,-32 14-4227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9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6662,'0'0'225,"54"29"31,-25-17-192,5-2 32,2-2 0,0-2-96,0-5 0,-5-1 0,-6-3-1890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19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9033,'0'0'96,"-27"44"-64,19-16 32,1 3 128,1 0 320,-1 2-319,-2 0-129,3 3-32,-2 1-32,4 1-32,0-5-193,-1-9-2433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20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9705,'0'0'326,"4"-8"416,-3 4-686,1 0 1,-1 1 0,1-1-1,0 1 1,0 0 0,0-1-1,0 1 1,1 0-1,-1 0 1,1 0 0,0 1-1,0-1 1,0 1 0,0-1-1,0 1 1,0 0-1,1 0 1,-1 1 0,1-1-1,-1 1 1,1-1 0,0 1-1,0 0 1,-1 1-1,1-1 1,0 1 0,6-1-1,-7 1-52,-1 0-1,1 0 1,0 0-1,0 0 1,-1 1-1,1-1 1,0 1-1,0-1 1,-1 1-1,1 0 1,-1 0-1,1 0 0,-1 1 1,1-1-1,-1 1 1,0-1-1,1 1 1,-1 0-1,0-1 1,0 1-1,2 3 1,-2-1-16,0 0 1,0 1 0,0-1 0,0 1-1,-1-1 1,1 1 0,-1-1 0,0 1-1,-1 0 1,1 0 0,-1 8 0,-4 31-196,3-36 45,0 1 1,0 0-1,1 0 1,1 16-1,0-24 164,0 0-1,-1 0 1,1 0-1,0 0 1,0 0-1,0 0 1,0 0-1,0 0 1,0-1-1,0 1 1,1 0-1,-1 0 1,0-1-1,0 1 1,1-1-1,-1 1 1,0-1-1,0 0 1,3 1-1,35 7 200,-23-5-58,-15-3-121,1 0-1,-1 0 1,1 1-1,-1-1 1,1 0 0,-1 1-1,1-1 1,-1 1-1,0-1 1,1 1-1,-1 0 1,0 0 0,0-1-1,1 1 1,-1 0-1,0 0 1,0 0-1,0 0 1,0 1 0,0-1-1,0 0 1,0 0-1,-1 0 1,1 1-1,0-1 1,-1 1 0,1-1-1,-1 0 1,1 1-1,0 1 1,-2 0 9,0 1 1,0-1 0,0 0-1,0 0 1,-1 0-1,1 0 1,-1 0-1,1 0 1,-1-1-1,0 1 1,0 0-1,-1-1 1,-2 3-1,-21 24-97,-57 61-2473,63-67-1027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2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11147,'0'0'480,"64"7"-416,-30 2-32,4 2 32,1 2-64,1 0 32,1-2-32,-6-3-512,-3-4-2723,-7-4-1794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2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9641,'0'0'3363,"-48"2"-2978,46 13-129,1 3 0,1 5-32,0 2-128,1 2-64,8 3-32,2 2 0,-3-4-224,0-3-1954,-4-6-2562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21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6919,'0'0'7714,"6"7"-7442,0 0-253,0 1 33,1 0 0,1 0-1,-1-1 1,15 11 0,-21-17-60,0 0 0,0 0 1,0 0-1,1-1 0,-1 1 1,0 0-1,0-1 0,1 1 0,-1-1 1,0 1-1,1-1 0,-1 0 0,1 1 1,-1-1-1,0 0 0,1 0 0,-1 0 1,1 0-1,-1 0 0,0 0 0,1-1 1,-1 1-1,1 0 0,-1-1 1,0 1-1,1-1 0,-1 1 0,0-1 1,0 0-1,1 1 0,-1-1 0,0 0 1,0 0-1,0 0 0,0 0 0,0 0 1,0 0-1,0 0 0,-1 0 0,1-1 1,0 1-1,0 0 0,-1 0 1,1-1-1,-1 1 0,1-3 0,6-14-263,-7 15 273,1 0 0,0 0 0,0 0-1,1 0 1,-1 0 0,1 0 0,-1 1 0,1-1 0,0 1 0,2-4 0,-2 6 10,-1-1 0,0 1 0,0 0 0,1 0 0,-1-1 0,0 1 0,1 0 0,-1 0 0,0 0 0,0 0 0,1 1 0,-1-1 0,0 0 0,1 0 0,-1 1 0,0-1 0,0 1 0,1-1 0,-1 1 0,0 0 0,0-1 0,0 1 0,0 0 0,0 0 0,0 0 0,0-1 0,0 1 0,0 0 0,-1 0 0,1 1 0,1 0 0,22 24 0,-17-18-391,-1-1 1,1 0-1,0 0 1,1-1 0,0 0-1,14 9 1,-5-10-6653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21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11371,'0'0'2850,"57"-10"-2785,-30 26-1,2 4-32,0 0 0,1-1-32,-2-1 32,1-3-32,-4-1 0,-2-3-673,-5-5-1729,-6-6-2819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21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52 6790,'0'0'2323,"-8"-8"-418,0-2-1329,5 6-361,1 1 0,-1-1 0,0 1 1,-1 0-1,1 0 0,-1 0 1,1 0-1,-1 1 0,-4-3 0,6 12 8,1 1 0,0 0-1,0 0 1,0-1 0,1 1-1,1 10 1,24 149-67,-8-64-5725,-14-76 450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22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9513,'0'0'2701,"9"6"-2343,10 7-195,0 0 1,-2 1-1,27 26 1,-40-35-153,1-1 0,0 1 0,-1 0 0,0 1 0,0-1 0,-1 1 1,1-1-1,-1 1 0,-1 0 0,1 0 0,-1 1 0,0-1 0,0 0 0,-1 1 0,1-1 0,-2 1 0,1-1 0,-1 1 0,0 7 0,-2-10-93,0 0 0,0 0 0,0 0-1,0 0 1,-1 0 0,1-1 0,-1 1 0,0-1-1,-1 0 1,1 0 0,0 0 0,-1 0-1,0 0 1,1-1 0,-1 0 0,0 1-1,0-2 1,-5 3 0,5-2-424,0-1 0,1 0 0,-1 1-1,0-1 1,0-1 0,1 1 0,-1-1 0,0 1 0,0-1 0,0 0 0,0 0-1,0-1 1,-4 0 0,-9-8-3813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22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1 267 4036,'0'0'4036,"25"-51"-1250,-8 23-832,4 1-897,0 2-480,5-2-225,1 4-224,1 3-64,-4 0-32,-5 0-993,-4-6-5925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0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91 6054,'0'0'304,"7"-8"-69,24-25-54,-30 32-174,0 0-1,0-1 1,0 1 0,0 0-1,0 1 1,0-1-1,0 0 1,0 0-1,0 0 1,0 1-1,1-1 1,-1 0-1,0 1 1,0 0-1,1-1 1,-1 1 0,0-1-1,1 1 1,-1 0-1,0 0 1,1 0-1,-1 0 1,1 0-1,-1 0 1,0 0-1,1 1 1,-1-1-1,0 0 1,1 1 0,-1-1-1,0 1 1,0-1-1,1 1 1,-1 0-1,0-1 1,0 1-1,0 0 1,0 0-1,0 0 1,0 0-1,0 0 1,0 0-1,0 0 1,0 0 0,-1 0-1,1 0 1,0 1-1,0 1 1,2 3 46,-1 0 0,0 0 1,0 0-1,0 0 1,-1 1-1,0-1 0,1 12 1,-2-13 36,0 0 1,-1 0-1,0 1 1,0-1-1,0 0 0,0 0 1,-1 0-1,1 0 1,-1 0-1,-1 0 1,1-1-1,-1 1 1,0-1-1,0 1 0,0-1 1,0 0-1,-1 0 1,0 0-1,1-1 1,-1 1-1,-1-1 1,1 0-1,0 0 1,-1-1-1,0 1 0,1-1 1,-1 0-1,0 0 1,0 0-1,0-1 1,-1 0-1,1 0 1,0 0-1,-8-1 0,12 0-42,-1 0-1,0 0 0,0 0 0,1 0 0,-1-1 1,0 1-1,1-1 0,-1 1 0,0-1 0,1 0 1,-1 0-1,1 0 0,-1 0 0,1 0 1,0 0-1,-1 0 0,1 0 0,0 0 0,0-1 1,-1 1-1,1 0 0,-1-2 0,0-1-1,1 0 0,-1 0-1,1 1 1,-1-1 0,1 0 0,0 0-1,1 0 1,-1-1 0,1-4 0,-1 0-46,2 1-1,-1-1 1,1 1 0,0-1 0,1 1 0,0 0 0,0 0 0,1 0 0,4-10 0,1 7-292,0-1 0,1 2-1,12-14 1,-20 23 212,22-24-3566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0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78 8008,'1'-8'384,"0"1"-83,0 1 1,1-1-1,0 1 1,0 0-1,1 0 1,4-8-1,-7 12-278,1 1 0,0 0 0,-1 0 0,1 0-1,0 0 1,0 0 0,0 0 0,0 0 0,0 1 0,0-1-1,0 0 1,0 0 0,0 1 0,0-1 0,0 1 0,0-1 0,1 1-1,-1-1 1,0 1 0,0 0 0,1-1 0,-1 1 0,0 0-1,0 0 1,1 0 0,-1 0 0,0 0 0,0 0 0,1 0 0,-1 1-1,0-1 1,0 0 0,1 1 0,-1-1 0,0 1 0,0-1-1,0 1 1,0 0 0,0-1 0,0 1 0,0 0 0,0 0 0,0 0-1,0 0 1,0 0 0,0 0 0,0 0 0,0 2 0,3 1-4,-1 0 0,1 0 0,-1 1 0,0-1 0,-1 1 0,1 0 0,-1 0 0,0 0 0,0 0 0,0 0 0,-1 0 0,0 0 0,0 1 0,0-1 0,-1 11 0,0-13-11,0-1 0,0 1 0,0-1 0,-1 1 0,1-1 0,-1 1 0,0-1 0,0 1-1,0-1 1,0 0 0,0 0 0,-1 1 0,1-1 0,-1 0 0,1 0 0,-1 0 0,0 0 0,1-1 0,-1 1 0,0 0 0,0-1 0,-1 1-1,1-1 1,0 0 0,0 0 0,-1 1 0,1-2 0,-1 1 0,1 0 0,0 0 0,-1-1 0,0 1 0,1-1 0,-4 0 0,2 1 7,0-1 0,1 0 0,-1 0 0,1 0 0,-1 0 0,0-1 0,1 1 0,-1-1 0,1 0 0,-1 0 0,1 0 0,-1-1 0,1 1 1,0-1-1,0 0 0,-5-3 0,6 3-176,0-1-1,0 1 1,0-1 0,0 0 0,1 1-1,-1-1 1,1 0 0,0 0 0,0 0 0,0 0-1,0 0 1,0 0 0,1 0 0,-1 0 0,1 0-1,0 0 1,0-1 0,0 1 0,1-5-1,2-11-4333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1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68 166 13549,'0'-13'64,"1"4"-53,0 0 0,0 0 0,0 0 1,1 0-1,1 0 0,-1 1 0,1-1 1,1 1-1,4-9 0,-5 13-6,-1 0-1,1 0 1,0 0-1,0 0 1,0 1 0,1 0-1,-1-1 1,1 1 0,0 0-1,0 1 1,0-1 0,0 1-1,0 0 1,1 0 0,-1 0-1,1 0 1,-1 1 0,1 0-1,-1 0 1,1 0-1,0 0 1,8 1 0,-11-1-4,0 1 0,0 0 0,0 0 0,1 0-1,-1 1 1,0-1 0,0 1 0,0-1 0,0 1 0,1 0 0,-1-1 0,0 1 0,0 0 0,0 0 0,-1 1 0,1-1 0,0 0 0,0 1 0,-1-1 0,1 1 0,-1-1 0,1 1 0,-1 0 0,1-1-1,-1 1 1,0 0 0,0 0 0,0 0 0,0 0 0,-1 0 0,1 0 0,0 1 0,-1-1 0,1 0 0,-1 0 0,0 0 0,0 1 0,0-1 0,0 3 0,0 1 8,-1-1 0,0 0 1,1 1-1,-2-1 0,1 0 1,-1 0-1,1 0 0,-2 0 0,1 0 1,0 0-1,-1 0 0,0-1 1,0 1-1,0-1 0,-7 7 1,3-6 30,0 0 0,0 0 0,-1 0 0,0-1 0,1 0 0,-1-1 1,-1 0-1,1 0 0,0-1 0,-1 0 0,-15 2 0,20-4-125,-1 0 0,1 0 0,-1 0-1,1 0 1,-1-1 0,1 0 0,0 0 0,-1 0-1,1 0 1,0-1 0,0 1 0,0-1-1,-6-3 1,8 3-215,-1-1 1,0 1-1,1 0 1,0-1-1,-1 1 0,1-1 1,0 0-1,0 1 0,1-1 1,-1 0-1,1 0 0,-2-4 1,-4-13-4469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1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78 929,'-1'-9'11098,"-4"-30"-8909,5 38-2191,0 0-1,-1 0 1,1-1-1,0 1 0,0 0 1,0 0-1,0 0 1,0 0-1,0 0 1,1 0-1,-1 0 1,0 0-1,0 0 1,1 0-1,-1 0 1,1 0-1,-1 0 0,1 0 1,-1 0-1,1 0 1,-1 1-1,1-1 1,0 0-1,0 0 1,-1 1-1,1-1 1,0 0-1,1 0 1,0 0 2,0 1 0,0 0 1,0-1-1,0 1 1,0 0-1,0 0 1,0 0-1,0 0 1,0 1-1,0-1 1,0 0-1,-1 1 1,5 1-1,2 1 11,0 0 1,-1 1-1,1 0 0,-1 0 0,13 11 0,-16-11-7,0 0-1,-1 0 0,1 1 1,-1-1-1,0 1 0,-1 0 1,1 0-1,-1 0 1,0 0-1,0 0 0,0 1 1,-1-1-1,0 1 1,0-1-1,0 0 0,-1 8 1,0-11-4,0 0 0,0 0 0,0 0 0,-1 0 1,1 1-1,-1-1 0,1 0 0,-1 0 0,0 0 0,0 0 0,0 0 1,0 0-1,0 0 0,0-1 0,-1 1 0,1 0 0,-1-1 1,1 1-1,-1 0 0,1-1 0,-1 0 0,0 1 0,0-1 0,0 0 1,1 0-1,-1 0 0,0 0 0,-1-1 0,1 1 0,0 0 0,0-1 1,0 1-1,0-1 0,0 0 0,-1 0 0,1 0 0,0 0 1,0 0-1,0 0 0,0-1 0,-5 0 0,6 0-46,0 1 0,0 0-1,-1-1 1,1 1 0,0-1-1,0 1 1,0-1 0,0 1-1,0-1 1,0 0 0,0 0-1,0 0 1,0 1 0,0-1-1,0 0 1,0 0 0,1 0 0,-1 0-1,0-1 1,1 1 0,-1 0-1,0 0 1,1 0 0,0 0-1,-1-1 1,1 1 0,0 0-1,-1 0 1,1-1 0,0 1 0,0 0-1,0-1 1,0 1 0,1 0-1,-1 0 1,0-1 0,0 1-1,1-2 1,0-2-570,0 0 1,1 0 0,-1 0-1,1 0 1,0 1-1,0-1 1,1 0-1,3-6 1,20-18-3373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1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62 15439,'0'0'149,"-7"-2"-53,-23-7-90,29 9-11,1 0 0,-1 0 1,0-1-1,1 1 0,-1 1 1,1-1-1,-1 0 0,1 0 1,-1 0-1,1 0 0,-1 0 1,1 0-1,-1 0 0,1 1 1,0-1-1,-1 0 0,1 0 1,-1 1-1,1-1 0,-1 0 1,1 1-1,0-1 0,-1 1 1,1-1-1,0 0 0,-1 1 1,1-1-1,0 1 0,0-1 1,-1 1-1,1-1 0,0 1 1,0 0-1,-6 19 53,4-13-44,-2 3-6,0-1-1,0 1 1,-2-1 0,1 0 0,-1 0 0,0 0-1,-15 14 1,18-20-18,0 1-1,-1-1 1,1 0-1,-1 0 1,0-1-1,0 1 1,0-1-1,0 1 1,-1-1-1,1-1 1,-1 1-1,1-1 1,-1 1 0,1-1-1,-1 0 1,0-1-1,0 1 1,1-1-1,-10-1 1,12 0-4,0 1 1,0-1-1,0 0 1,0 0-1,1 0 0,-1 0 1,0-1-1,1 1 1,-1 0-1,1-1 1,0 1-1,-1-1 1,1 1-1,0-1 1,0 0-1,0 0 1,0 1-1,0-1 1,0 0-1,1 0 1,-1 0-1,1 0 0,-1 0 1,1 0-1,-1 0 1,1 0-1,0 0 1,0 0-1,0 0 1,1 0-1,-1 0 1,0 0-1,1 0 1,0-2-1,0-3-139,0 1 0,0-1-1,1 1 1,-1-1 0,2 1 0,-1-1 0,1 1-1,0 0 1,5-7 0,-2 6-378,1 0 1,1 0-1,-1 1 0,1 0 1,0 0-1,1 1 1,-1 0-1,1 0 0,0 1 1,12-4-1,21-6-3489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2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64 122 15118,'-2'-9'112,"1"4"-105,-1-3 2,0 0 0,0 0 0,1 1 0,1-1 0,-1 0-1,1-9 1,0 15-10,1 0-1,-1 0 1,1 0 0,-1 0-1,1 0 1,-1 0-1,1 0 1,0 0 0,0 0-1,0 0 1,0 1-1,0-1 1,0 0 0,1 1-1,-1-1 1,1 1-1,-1 0 1,1-1 0,-1 1-1,1 0 1,0 0-1,-1 0 1,1 0 0,0 0-1,0 0 1,0 1 0,0-1-1,0 0 1,0 1-1,0 0 1,0-1 0,0 1-1,3 0 1,0 0-7,0 1 0,0-1 0,0 1 0,0 0 0,0 0 0,-1 1 1,1-1-1,0 1 0,-1 0 0,1 0 0,-1 1 0,0-1 0,1 1 0,-1 0 1,-1 0-1,1 0 0,0 1 0,-1-1 0,1 1 0,-1 0 0,0 0 0,-1 0 0,5 9 1,-2-6-100,-2 1 1,1 0 0,-1 0 0,0 0 0,0 0-1,-1 0 1,0 1 0,-1-1 0,0 1-1,0-1 1,-1 1 0,0 0 0,-2 11 0,1-18 85,0 1 1,0-1 0,-1 1 0,1-1-1,-1 1 1,0-1 0,1 0 0,-1 0 0,0 0-1,0 0 1,-1 0 0,1-1 0,0 1-1,0 0 1,-1-1 0,1 0 0,-1 1 0,0-1-1,1 0 1,-1-1 0,0 1 0,1 0 0,-1-1-1,0 1 1,0-1 0,-4 0 0,-6 1-49,1 0-1,-1-1 1,0 0 0,-19-4 0,26 2 10,0 0 0,0 0-1,0 0 1,1-1 0,-1 0 0,1 0 0,0-1 0,0 1 0,0-1-1,1 0 1,-5-5 0,8 8 5,-1 0 0,1 0-1,0 0 1,0-1 0,0 1 0,0 0-1,0-1 1,0 1 0,0 0 0,0-1 0,0 1-1,1-1 1,-1 1 0,0-1 0,1 0 0,0 1-1,-1-1 1,1 0 0,0 1 0,0-1-1,0 0 1,0 1 0,0-1 0,0 0 0,0 1-1,1-1 1,-1 1 0,1-1 0,-1 0 0,1 1-1,-1-1 1,1 1 0,0-1 0,0 1 0,0 0-1,0-1 1,0 1 0,0 0 0,0 0-1,0-1 1,0 1 0,1 0 0,-1 0 0,2-1-1,19-10-3874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2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3 15567,'0'0'977,"5"-1"-967,-3 0-11,1 1 0,0 0-1,-1 0 1,1 0-1,0 0 1,-1 1 0,1-1-1,-1 1 1,1-1 0,0 1-1,-1 0 1,1 0-1,-1 0 1,0 0 0,1 0-1,-1 1 1,0-1 0,0 1-1,0 0 1,0-1-1,0 1 1,0 0 0,0 0-1,-1 0 1,1 0 0,-1 1-1,1-1 1,-1 0-1,0 1 1,0-1 0,0 1-1,0-1 1,0 4 0,1-3-8,-1 1 1,0 0-1,-1 0 1,1 0-1,-1 0 1,1 0-1,-1 0 1,0 0-1,-1 0 0,1 0 1,-1 0-1,1 0 1,-1 0-1,0 0 1,-1-1-1,1 1 1,-1 0-1,1-1 1,-1 1-1,0-1 1,-1 1-1,1-1 1,-4 4-1,-3 1-7,0-1 0,0 0-1,-1 0 1,0-1 0,0-1-1,0 1 1,-1-2-1,0 1 1,1-1 0,-2-1-1,1 0 1,0-1 0,-1 0-1,-16 1 1,26-3 11,1 0 0,-1 0 1,1 0-1,-1 0 0,0-1 0,1 1 1,-1 0-1,1 0 0,0-1 0,-1 1 1,1-1-1,-1 0 0,1 1 1,0-1-1,-1 0 0,1 0 0,0 0 1,0 0-1,0 0 0,-1 0 0,1 0 1,0 0-1,0 0 0,1 0 0,-2-2 1,1 0-145,0 0 0,0 0 0,0 0 0,1 0 0,-1 0 0,1-1 0,0 1 0,0 0 1,0 0-1,0 0 0,2-6 0,1-4-1047,1 0 0,0 1 0,1-1 0,12-21 0,12-17-3545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2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77 301 12556,'0'0'336,"8"-3"695,-3 0-906,1 0 0,-1 1 0,1 0 0,0 0 0,0 1 0,10-2 0,-15 3-112,0 0 1,0 0-1,0 0 1,1 0-1,-1 0 1,0 0-1,0 0 1,1 1-1,-1-1 1,0 0-1,0 1 1,0-1-1,0 1 0,0 0 1,0-1-1,0 1 1,0 0-1,2 1 1,-2-1-6,0 1 0,0-1 0,0 1 0,-1 0 0,1-1 0,0 1 0,-1 0 0,1 0 0,-1-1 0,0 1 0,0 0 0,0 0 0,1 0 0,-2-1 0,1 1 0,0 0 0,-1 2 0,1-1 12,-1 0-1,0-1 0,-1 1 1,1 0-1,0-1 0,-1 0 0,1 1 1,-1-1-1,0 0 0,0 0 1,0 0-1,0 0 0,0 0 1,0 0-1,0 0 0,-1-1 1,1 1-1,-1-1 0,1 0 0,-1 1 1,0-1-1,1-1 0,-1 1 1,0 0-1,0-1 0,-2 1 1,1 0-15,1 0 1,0-1 0,0 1-1,-1-1 1,1 0-1,0 0 1,-1 0 0,1 0-1,0-1 1,-1 1 0,1-1-1,0 0 1,0 0 0,0 0-1,-1 0 1,1-1 0,1 1-1,-1-1 1,0 0 0,0 0-1,0 0 1,-2-3 0,0-1-3,1-1 1,1 1 0,0-1 0,-1 0-1,2 0 1,-1 0 0,1 0 0,0-1-1,1 1 1,0-1 0,0 1-1,0-1 1,1 1 0,0-1 0,1 1-1,0-1 1,0 1 0,4-14 0,-2 10-43,1 0 1,0 0-1,1 1 1,0-1 0,1 1-1,0 0 1,0 1-1,1 0 1,0 0 0,1 0-1,14-13 1,-7 11-918,0 1 1,0 0-1,23-10 1,3 2-3796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3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145 166 17521,'0'0'1585,"-2"7"-1590,0 4 12,-2-1 0,1 1 0,-1-1 0,-1 0 0,-8 13 0,12-20-5,-1 0 0,0-1-1,0 1 1,0 0-1,0-1 1,0 0 0,0 1-1,-1-1 1,1 0-1,-1 0 1,1-1-1,-1 1 1,0 0 0,0-1-1,0 0 1,0 1-1,0-1 1,0 0 0,0-1-1,0 1 1,0 0-1,0-1 1,-1 0-1,1 0 1,0 0 0,-6-1-1,7 0-21,0 1 0,0-1 0,0 0 0,0-1 0,0 1 0,0 0 0,1 0 1,-1-1-1,1 1 0,-1-1 0,1 0 0,-1 1 0,1-1 0,0 0 0,0 0 0,0 0 0,0 0 0,0 0 0,0 0 0,1 0 0,-1 0 0,1 0 0,-1 0 0,1 0 0,0 0 0,0-3 0,-2-66-1149,2 55 774,1-10-1933,8-47 1,0 20-2286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3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137 116 14798,'0'0'32,"5"11"-5,-4-10-23,4 9-6,-1 0-1,0 0 0,0 0 1,-1 1-1,3 16 0,-6-25 11,1 0-1,-1 1 0,0-1 1,0 0-1,0 1 1,0-1-1,0 0 0,0 0 1,-1 1-1,1-1 1,-1 0-1,0 0 0,0 1 1,1-1-1,-1 0 1,-1 0-1,1 0 1,0 0-1,0-1 0,-1 1 1,1 0-1,-1 0 1,0-1-1,1 1 0,-1-1 1,0 1-1,0-1 1,0 0-1,0 0 1,0 0-1,0 0 0,0 0 1,0 0-1,0 0 1,-1-1-1,1 1 0,0-1 1,-4 0-1,2 1-1,0 0 0,0-1 1,0 1-1,-1-1 0,1 0 0,0-1 0,0 1 0,0-1 0,0 1 0,0-1 0,0-1 0,0 1 0,0 0 0,0-1 1,0 0-1,1 0 0,-1 0 0,1 0 0,-1-1 0,-4-3 0,5 1-3,-1 1-1,1-1 1,0 0-1,0 0 1,1 0-1,-1 0 1,1 0-1,0-1 1,0 1-1,1 0 1,0-1-1,0 0 1,0 1-1,0-10 1,1 5-79,0 1 0,1-1 1,-1 1-1,2-1 0,-1 1 1,6-15-1,16-27-4183,-7 23-1896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3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75 126 10826,'-5'-13'262,"-2"-2"-151,3 7 56,1 1-1,0-1 0,0 0 0,1 0 1,0 0-1,0 0 0,0-9 0,2 17-144,0-1 1,0 0-1,0 1 0,0-1 0,0 0 0,0 1 0,0-1 1,0 0-1,0 1 0,0-1 0,1 0 0,-1 1 1,0-1-1,1 1 0,-1-1 0,0 0 0,1 1 0,-1-1 1,0 1-1,1-1 0,-1 1 0,1-1 0,-1 1 1,1 0-1,0-1 0,-1 1 0,1 0 0,-1-1 0,1 1 1,-1 0-1,1 0 0,0-1 0,-1 1 0,1 0 1,0 0-1,-1 0 0,1 0 0,0 0 0,-1 0 0,1 0 1,0 0-1,-1 0 0,1 0 0,0 0 0,-1 0 1,1 1-1,0-1 0,-1 0 0,1 0 0,-1 1 0,1-1 1,0 0-1,0 2 0,36 17-19,-30-12-2,1 0 0,-2 0 0,1 1-1,-1 0 1,0 0 0,8 17 0,-11-21 5,-1 0 0,0 1 0,-1-1-1,1 0 1,-1 1 0,0-1 0,0 1 0,0-1 0,-1 1 0,0-1 0,0 1 0,0 0 0,0-1 0,-1 1 0,1-1 0,-1 1 0,-2 6-1,2-9 6,-1 0-1,1 0 0,-1 1 0,1-1 0,-1 0 0,0-1 0,1 1 0,-1 0 0,0 0 0,0-1 1,0 1-1,-1-1 0,1 0 0,0 1 0,0-1 0,-1 0 0,1 0 0,-1-1 0,1 1 1,-1 0-1,1-1 0,-1 0 0,1 1 0,-1-1 0,1 0 0,-1 0 0,-3-1 0,1 0-9,0 1 0,1-1 0,-1 0-1,1 0 1,0 0 0,-1-1-1,1 1 1,0-1 0,0 0-1,0-1 1,0 1 0,0-1 0,0 1-1,-5-6 1,5 2-111,0 0 1,0 0-1,1 0 0,0-1 0,0 1 1,0-1-1,1 1 0,0-1 0,0 0 1,1 0-1,0 0 0,0-8 0,0 7-847,1-1 0,0 0 0,1 0 0,0 1 0,3-15 0,9-9-5562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4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62 145 14830,'-12'-22'-120,"5"11"211,0-1 0,1 0 0,0 0 0,1-1 0,0 1 0,1-1 1,-3-15-1,7 28-90,0 0 0,0-1 0,0 1 0,-1 0 0,1 0 0,0-1 0,0 1 0,0 0 0,0-1 0,0 1 0,0 0 0,0 0 0,0-1 0,0 1 0,0 0 0,0 0 0,0-1 0,0 1 0,0 0 0,0-1 1,1 1-1,-1 0 0,0 0 0,0-1 0,0 1 0,0 0 0,0 0 0,1 0 0,-1-1 0,0 1 0,0 0 0,0 0 0,1 0 0,-1 0 0,0-1 0,0 1 0,1 0 0,-1 0 0,0 0 0,0 0 0,1 0 0,-1 0 0,1-1 1,12 9 15,10 19-22,-15-12-3,-1 1-1,0 0 1,-1 0-1,-1 0 1,0 1-1,-1 0 1,-1 0-1,-1 0 0,1 32 1,-3-48-33,0 0 1,0 0-1,0 0 0,0 0 1,-1 0-1,1 0 0,0 0 1,0 0-1,-1 0 0,1 0 1,0 0-1,-1 0 0,1 0 1,-1-1-1,1 1 0,-1 0 1,0 0-1,1 0 0,-1-1 1,0 1-1,1 0 0,-1-1 1,0 1-1,0-1 0,0 1 1,0-1-1,0 1 0,0-1 0,1 1 1,-1-1-1,0 0 0,0 1 1,0-1-1,0 0 0,0 0 1,0 0-1,0 0 0,0 0 1,0 0-1,0 0 0,0 0 1,0 0-1,0-1 0,0 1 1,0 0-1,0-1 0,-1 0 1,-2 1-305,1-2 0,-1 1 0,1 0-1,0-1 1,-1 1 0,1-1 0,0 0 0,0 0 0,0 0 0,0-1 0,1 1 0,-4-4 0,-9-20-3056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4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56 512,'0'0'7218,"-6"-8"-5398,-19-27-699,25 36-1100,1-1 0,-1 0-1,0 0 1,1 0 0,-1 0 0,0 0-1,1 0 1,-1 0 0,0 0-1,1 0 1,-1 0 0,0 0-1,1 0 1,-1 0 0,0 0-1,1 0 1,-1 0 0,0-1-1,1 1 1,-1 0 0,0 0 0,1 0-1,-1-1 1,0 1 0,1 0-1,-1 0 1,0 0 0,0-1-1,0 1 1,1 0 0,-1-1-1,0 1 1,0 0 0,0 0-1,1-1 1,-1 1 0,0 0-1,0-1 1,0 1 0,0 0 0,0-1-1,0 1 1,0-1 0,0 1-1,0 0 1,0-1 0,0 1-1,0 0 1,0-1 0,0 1-1,0 0 1,0-1 0,0 1-1,-1 0 1,1-1 0,0 1 0,0 0-1,0-1 1,0 1 0,-1-1-1,27 12-102,-19-6 94,-1 0-1,0 0 0,0 0 1,-1 1-1,1 0 1,-1 0-1,-1 1 0,1-1 1,-1 1-1,0 0 1,-1 0-1,1 1 0,-1-1 1,-1 0-1,1 1 1,-1 0-1,-1 0 1,0 0-1,0-1 0,0 1 1,-1 16-1,-1-21-5,0 0-1,0 0 1,-1-1 0,1 1-1,0 0 1,-1-1-1,0 1 1,1-1 0,-1 0-1,0 1 1,0-1 0,-1 0-1,1 0 1,0-1-1,-1 1 1,1 0 0,-1-1-1,1 1 1,-1-1-1,0 0 1,1 0 0,-1 0-1,0 0 1,0 0 0,0-1-1,0 1 1,0-1-1,0 0 1,0 0 0,0 0-1,-4-1 1,1 2-37,1-2 1,0 1 0,0 0-1,-1-1 1,1 0-1,0 0 1,0 0-1,0-1 1,0 0-1,0 0 1,0 0-1,1-1 1,-1 1 0,1-1-1,0 0 1,-1 0-1,-4-6 1,7 6-257,-1-1 0,1 0 0,0 1 1,1-1-1,-1 0 0,1 0 0,0 1 0,0-1 0,0 0 1,0-5-1,0-16-3968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5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79 11147,'3'-10'-118,"-3"10"116,14-44-95,-14 43 91,1-1-1,-1 1 1,0 0-1,1 0 1,-1 0 0,1 0-1,-1-1 1,1 1-1,0 0 1,-1 0 0,1 0-1,0 0 1,0 0-1,0 0 1,0 1 0,0-1-1,0 0 1,0 0-1,0 1 1,0-1-1,0 0 1,0 1 0,0-1-1,1 1 1,-1 0-1,0-1 1,0 1 0,0 0-1,1 0 1,-1 0-1,0 0 1,0 0-1,1 0 1,-1 0 0,0 0-1,0 0 1,1 0-1,-1 1 1,0-1 0,0 1-1,2 0 1,-1 1-5,0 0-1,-1 0 1,1 0 0,0 0 0,-1 0 0,1 1-1,-1-1 1,0 0 0,0 1 0,0-1 0,0 1 0,0-1-1,-1 1 1,1 0 0,-1-1 0,0 1 0,1 0 0,-1 0-1,0-1 1,-1 1 0,1 0 0,0-1 0,-2 5-1,1 1 25,-1 0-1,0 0 1,0 1-1,-1-1 0,0 0 1,-6 9-1,2-5 12,-1-1 0,0 0 0,-1 0-1,0-1 1,-1 0 0,-10 9 0,14-15-18,-1 1 1,1-1-1,0 0 1,-1 0-1,0 0 1,0-1-1,0 0 1,0-1-1,-1 0 1,1 0-1,-1 0 1,-9 0-1,16-2-11,-1 0 1,1 0-1,0 0 0,0 0 1,-1 0-1,1 0 0,0 0 1,0-1-1,0 1 0,-1 0 1,1-1-1,0 1 0,0-1 1,0 1-1,0-1 0,0 0 1,0 0-1,0 1 0,0-1 1,0 0-1,0 0 0,0 0 0,0 0 1,1 0-1,-1 0 0,0 0 1,1 0-1,-1 0 0,1 0 1,-1-1-1,1 1 0,-1 0 1,1 0-1,0-3 0,-1-1-289,0-1-1,1 0 0,0 0 1,1 0-1,-1 1 1,3-12-1,10-24-3308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5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10474,'0'0'1660,"10"-3"-1558,-8 2-95,1 0 0,-1 0 0,0 0 0,1 1 0,-1-1 0,1 0 0,-1 1 0,0 0-1,1-1 1,-1 1 0,1 0 0,-1 1 0,1-1 0,-1 0 0,1 1 0,-1-1 0,1 1 0,-1 0 0,0 0 0,1 0 0,-1 0 0,0 0 0,0 0 0,0 0 0,1 1 0,-2-1 0,1 1 0,0 0 0,0 0 0,0-1 0,-1 1 0,1 0 0,-1 0 0,0 1 0,1-1 0,-1 0 0,0 0 0,0 1 0,0-1 0,-1 0 0,2 3 0,-2-2-1,1-1 0,0 0 0,-1 0 0,1 0 0,-1 1 0,0-1-1,1 0 1,-1 1 0,0-1 0,-1 0 0,1 0 0,0 1 0,-1-1 0,1 0 0,-1 0 0,-1 4-1,2-5 5,-1 0-1,0 0 1,0 0-1,0 0 1,1 0-1,-1 0 1,0 0-1,0 0 0,0-1 1,-1 1-1,1 0 1,0 0-1,0-1 1,0 1-1,0-1 1,-1 1-1,1-1 0,0 0 1,0 1-1,-1-1 1,-1 0-1,1 0-17,-1 0 0,1 0 0,-1-1 0,1 1 0,-1-1 0,1 1 0,-1-1 0,1 0 0,0 0 0,-1 0 0,1 0 0,0-1 0,0 1 0,0 0 0,0-1-1,0 0 1,0 1 0,0-1 0,0 0 0,1 0 0,-1 0 0,1 0 0,-1 0 0,1 0 0,0-1 0,0 1 0,0 0 0,-1-4 0,0-3-689,0 0 0,0-1-1,1 1 1,0-14 0,-1-13-3873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5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48 11082,'0'0'-218,"-1"-8"330,-3-26 229,5 28-240,5 13-113,4 12-13,-8-10 65,-1 1-1,0 0 0,0-1 0,-1 1 0,-1 17 0,-3-22 10,-4-12-18,-4-13-287,4-7-1853,-2-9-4628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6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44 9097,'0'0'400,"-6"-7"11,-14-22-192,20 29-218,0 0 0,0 0 0,0-1 0,0 1 0,0 0 0,0 0 0,0 0 0,0-1 0,0 1 0,0 0 0,0 0 0,0-1 0,0 1 0,0 0 0,0 0 0,0-1 0,0 1 0,0 0 0,0 0 0,1-1 0,-1 1 0,0 0 0,0 0 0,0 0 0,0-1 0,0 1 0,1 0 0,-1 0 0,0 0 0,0-1 0,0 1 0,1 0 0,-1 0 0,0 0 0,0 0 0,0 0 0,1 0 0,-1 0 0,0-1 0,0 1 0,1 0 0,-1 0 0,0 0 0,0 0 0,1 0 0,-1 0 0,0 0 0,0 0 0,1 0 1,-1 0-1,0 0 0,0 0 0,1 1 0,-1-1 0,0 0 0,0 0 0,0 0 0,1 0 0,-1 0 0,0 0 0,1 1 0,16 3 5,-12-1-2,0 1-1,-1-1 1,1 1 0,-1 0-1,0 0 1,0 0-1,-1 0 1,1 1-1,-1 0 1,0 0-1,0-1 1,0 2 0,-1-1-1,0 0 1,0 0-1,0 1 1,0-1-1,-1 1 1,0 0-1,0-1 1,-1 1 0,0 0-1,0 8 1,-1-12 3,0 0 1,0 0-1,-1-1 1,1 1-1,0 0 1,-1-1-1,1 1 1,-1-1-1,0 1 1,1-1-1,-1 0 1,0 0-1,0 0 1,0 0-1,0 0 1,0 0-1,0 0 1,0-1-1,0 1 1,0-1-1,0 1 1,0-1 0,0 0-1,-1 0 1,1 0-1,-3-1 1,1 2 3,1-1 0,-1 0 1,1-1-1,-1 1 0,0-1 1,1 1-1,-1-1 0,1 0 1,0-1-1,-1 1 0,1 0 1,0-1-1,0 0 0,0 0 1,-4-2-1,5 1-90,0-1-1,-1 1 1,1-1 0,0 0-1,1 0 1,-1 0 0,1 0-1,0 0 1,0 0-1,0 0 1,0 0 0,1 0-1,-1 0 1,1-7 0,0-20-2382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6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38 10154,'0'0'309,"10"-6"-330,-2 1 19,1 1 1,0 0-1,0 0 0,0 1 1,0 0-1,0 1 0,11-2 1,-16 3 1,0 1 0,-1-1 0,1 1 0,0 0 0,0 0 0,0 0 0,-1 0 0,1 1 0,0-1 1,-1 1-1,1 0 0,0 0 0,-1 1 0,1-1 0,-1 1 0,0 0 0,1 0 0,-1 0 0,0 0 1,0 0-1,0 0 0,0 1 0,-1 0 0,1 0 0,3 4 0,-5-5 0,0-1-1,0 1 1,-1 0 0,1 0-1,0 0 1,0 0-1,-1 0 1,1 0 0,-1 0-1,0 0 1,0 0-1,1 0 1,-1 0-1,0 0 1,-1 0 0,1 0-1,0 0 1,-1 0-1,1 0 1,-1 0 0,-1 2-1,0 0-1,0 0 0,0 0-1,-1-1 1,0 1 0,0-1-1,0 0 1,0 0 0,0 0-1,-6 4 1,-3 1-9,-1-1 1,1 0-1,-1 0 0,0-2 1,-17 6-1,17-8-117,0 0 0,-1 0 0,1-1 0,-17 0 0,26-2-72,1 0 1,-1 0-1,0 0 0,0 0 0,0 0 0,0-1 0,1 0 0,-1 0 0,0 0 0,1 0 0,-1-1 0,1 1 0,-1-1 0,1 0 0,0 0 0,0 0 0,0 0 0,0-1 0,-4-3 0,-5-17-3766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7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17 107 7431,'-1'-8'0,"-1"-1"-20,-1 3 165,1-1 0,0 0 0,1 1 0,0-1 0,0 0 0,0 0 0,1 0 1,0 0-1,2-13 0,-2 20-145,1-1 0,0 0 0,-1 0 1,1 1-1,0-1 0,0 1 0,0-1 1,-1 1-1,1-1 0,0 1 0,0-1 0,0 1 1,0 0-1,0-1 0,0 1 0,0 0 1,0 0-1,0 0 0,0 0 0,0 0 1,0 0-1,0 0 0,0 0 0,0 0 0,0 0 1,0 0-1,0 1 0,-1-1 0,3 1 1,25 14-88,-25-12 89,0 1 0,-1 0 0,1-1 0,-1 1 0,0 0 0,0 0-1,-1 1 1,1-1 0,-1 0 0,0 1 0,0-1 0,0 0 0,0 1 0,-1-1 0,0 1 0,0-1 0,-1 8 0,1-10 1,-1 1 0,1-1 0,-1 0 0,0 1 0,0-1 0,1 0 0,-2 1 1,1-1-1,0 0 0,0 0 0,-1 0 0,1 0 0,-1 0 0,0-1 0,1 1 0,-1 0 0,0-1 0,0 1 0,0-1 0,0 0 0,0 0 0,-1 1 0,1-1 0,0-1 0,-1 1 0,1 0 0,0 0 0,-1-1 0,1 0 0,-1 1 0,1-1 0,0 0 0,-3 0 0,4 0-39,0 0 0,1 0 0,-1 0 0,0 0 0,0 0 0,1-1-1,-1 1 1,0 0 0,1 0 0,-1 0 0,0-1 0,1 1 0,-1 0-1,1-1 1,-1 1 0,0 0 0,1-1 0,-1 1 0,1-1-1,-1 1 1,1-1 0,-1 1 0,1-1 0,0 0 0,-1 1 0,1-1-1,0 1 1,-1-1 0,1 0 0,0 1 0,0-1 0,-1 0 0,1 1-1,0-2 1,-6-21-3615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7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61 9353,'0'0'416,"-2"-8"-266,-6-29-102,8 36-47,0 1-1,0-1 1,-1 1 0,1-1 0,0 1 0,0-1 0,0 1 0,0-1 0,0 1-1,0-1 1,0 1 0,1-1 0,-1 1 0,0-1 0,0 1 0,0-1-1,0 1 1,1-1 0,-1 1 0,0-1 0,0 1 0,1-1 0,-1 1-1,0 0 1,1-1 0,-1 1 0,0-1 0,1 1 0,-1 0 0,1 0 0,-1-1-1,1 1 1,0-1 0,21 1 32,19 14 6,-37-10-35,1 0-1,-1 0 1,1 0-1,-1 1 1,-1-1-1,1 1 0,-1 0 1,1 0-1,-1 0 1,-1 1-1,1-1 1,-1 1-1,0-1 1,2 11-1,-3-14-1,-1 1-1,0-1 0,0 0 1,1 0-1,-2 0 0,1 0 1,0 0-1,0 0 1,-1 0-1,1 1 0,-1-1 1,1 0-1,-1 0 0,0-1 1,0 1-1,0 0 0,0 0 1,0 0-1,-1 0 1,1-1-1,0 1 0,-1-1 1,1 1-1,-1-1 0,0 0 1,1 1-1,-1-1 0,0 0 1,0 0-1,0 0 1,0 0-1,0 0 0,0-1 1,0 1-1,0-1 0,0 1 1,0-1-1,0 0 0,0 0 1,0 0-1,0 0 1,-1 0-1,-1 0 0,0 0 6,0 0 0,0 0 0,0 0-1,-1 0 1,1-1 0,0 0-1,0 1 1,0-2 0,0 1 0,0 0-1,0-1 1,1 0 0,-1 1 0,0-2-1,-5-3 1,7 4-20,0-1 1,0 1-1,0-1 0,0 0 0,1 0 1,-1 1-1,1-1 0,-1-1 0,1 1 0,0 0 1,0 0-1,0 0 0,1 0 0,-1-1 1,1 1-1,0 0 0,0-1 0,0 1 1,0 0-1,1-6 0,6-18-1284,9-4-1661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8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1 111 8712,'0'-9'-1425,"0"6"1338,0-1 0,0 1 0,0-1 0,0 0 0,1 1 0,-1-1 0,1 1 1,0-1-1,0 1 0,0-1 0,1 1 0,-1 0 0,1 0 0,0 0 0,0 0 0,0 0 0,0 0 0,0 0 1,1 0-1,-1 1 0,1-1 0,0 1 0,-1 0 0,1 0 0,0 0 0,1 0 0,-1 0 0,0 1 0,0 0 0,1-1 1,5 0-1,1-1 261,0 0 0,0 1 1,1 0-1,-1 1 0,22 0 1,-30 1-116,0 0 0,0 0 1,0 0-1,1 0 0,-1 0 1,0 0-1,0 1 0,0-1 1,0 1-1,0-1 0,0 1 1,0 0-1,0 0 0,0 0 1,-1 0-1,1 0 0,0 0 0,0 0 1,-1 1-1,1-1 0,-1 0 1,1 1-1,-1 0 0,0-1 1,1 1-1,-1 0 0,0 0 1,0-1-1,0 1 0,-1 0 1,1 0-1,0 0 0,-1 0 1,1 0-1,0 4 0,-2-4-44,1 0-1,-1 0 1,1 0-1,-1 0 1,1 0-1,-1 0 1,0 0-1,0-1 1,0 1-1,0 0 1,-1-1-1,1 1 1,0-1-1,0 1 1,-1-1-1,1 1 1,-1-1-1,0 0 1,1 0-1,-1 0 1,0 0-1,0 0 1,1 0-1,-1-1 1,0 1-1,0 0 1,0-1-1,0 1 1,0-1-1,0 0 1,0 0-1,0 0 1,-3 0-1,2 0-32,1 0 0,-1 0 0,0 0 0,0 0 0,1 0 0,-1 0 0,0-1 0,1 0 0,-1 1 0,1-1-1,-1 0 1,1 0 0,-1-1 0,1 1 0,-1 0 0,1-1 0,0 1 0,0-1 0,0 0 0,0 0 0,0 0 0,0 0 0,0 0 0,1 0 0,-1 0 0,-1-4 0,-5-22-1781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9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4068,'0'0'4372,"7"-7"-4196,-2 4-149,-1-1 0,1 1-1,0 0 1,0 0 0,0 0-1,0 1 1,9-4 0,-12 6-22,-1-1 0,1 1 1,0 0-1,-1-1 0,1 1 1,0 0-1,-1 0 0,1 0 1,0 0-1,0 0 0,-1 1 1,1-1-1,0 0 0,-1 1 1,1-1-1,-1 1 0,1 0 1,0 0-1,-1-1 0,0 1 1,1 0-1,-1 0 0,1 0 1,-1 0-1,0 1 0,0-1 1,0 0-1,1 1 0,-1-1 1,-1 0-1,1 1 1,0-1-1,0 1 0,0-1 1,-1 1-1,1 0 0,0 2 1,-1-2 2,1 0-1,-1-1 1,0 1 0,1-1 0,-1 1 0,0 0 0,0-1 0,0 1 0,0 0 0,-1-1 0,1 1 0,0 0 0,-1-1 0,1 1 0,-1-1 0,1 1 0,-1-1 0,0 1 0,0-1 0,0 1 0,1-1 0,-1 0 0,-1 1 0,1-1 0,0 0 0,0 0 0,0 0 0,-1 0 0,1 0 0,0 0 0,-1 0 0,1 0-1,-3 0 1,0 1 1,0-1-1,1 1 1,-1-1-1,0 0 1,0 0-1,1 0 1,-1-1-1,0 0 1,0 1-1,0-1 1,0-1-1,0 1 1,-5-1-1,8 0-5,0 0 0,0 0 0,0 0 0,0 0 0,0-1 1,0 1-1,1 0 0,-1 0 0,0 0 0,1-1 0,-1 1 0,1 0 0,-1-1 0,1 1 0,0 0 0,0-1 0,0 1 0,-1 0 0,1-1 0,0 1 0,0-1 0,1 1 0,-1 0 0,1-3 0,5-38-976,5 6-2235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39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59 128 5477,'0'0'577,"-4"-8"223,-15-61 455,19 66-1177,-1 0-1,1 0 1,0 0-1,0 1 1,0-1-1,0 0 0,0 0 1,1 0-1,-1 1 1,1-1-1,0 0 1,1-3-1,-1 5-56,-1 0 0,1 1-1,0-1 1,0 0 0,0 0 0,0 1-1,0-1 1,0 0 0,0 1 0,0-1-1,0 1 1,0-1 0,0 1 0,0 0 0,0-1-1,0 1 1,0 0 0,1 0 0,-1 0-1,0 0 1,0 0 0,0 0 0,0 0-1,0 0 1,1 0 0,-1 1 0,0-1-1,0 0 1,0 1 0,0-1 0,0 1-1,1 0 1,1 1-14,1 0-1,-1 0 0,0 0 0,-1 1 1,1-1-1,0 1 0,-1 0 0,1-1 1,-1 1-1,0 1 0,0-1 0,0 0 1,0 0-1,-1 1 0,1-1 0,-1 1 1,0-1-1,0 1 0,0 0 1,0 5-1,0-3 1,0-1 0,0 0 0,-1 1 0,1-1 0,-1 1 0,-1-1 0,1 0 0,-1 1 0,0-1 0,0 0 0,0 1 0,-1-1 0,-3 9 0,2-11 4,0 1 0,0-1 0,0 1 0,-1-1 0,1 0 0,-1 0 0,0-1 0,1 1 0,-1-1 0,0 0 0,-1 0 0,1 0 1,0 0-1,0-1 0,-5 2 0,7-3-12,1 0 1,-1 1 0,0-1-1,1 0 1,-1 0-1,1 0 1,-1 0 0,0 0-1,1-1 1,-1 1 0,1 0-1,-1-1 1,1 1-1,-1-1 1,1 0 0,-1 1-1,1-1 1,0 0 0,-1 0-1,1 0 1,0 0 0,0 0-1,-1 0 1,1 0-1,0 0 1,0-1 0,0 1-1,0 0 1,1-1 0,-1 1-1,0 0 1,1-1-1,-1 1 1,1-1 0,-1 1-1,1-1 1,-1 0 0,1 1-1,0-1 1,0 1-1,0-1 1,0 1 0,0-1-1,1-2 1,-1-26-603,2-5-1170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0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56 7431,'0'0'2306,"5"7"-2279,1 2-21,-1-1 0,0 1 1,0 0-1,-1 0 0,0 0 0,0 0 1,-1 1-1,-1 0 0,1-1 0,-2 1 0,2 13 1,-3-22-5,-1 0 1,1 0 0,0 0-1,0 0 1,-1 0-1,1 0 1,0 0 0,-1 0-1,1 0 1,-1 0 0,0 0-1,1-1 1,-1 1 0,1 0-1,-1 0 1,0-1 0,0 1-1,1 0 1,-1-1-1,0 1 1,0-1 0,0 1-1,0-1 1,0 1 0,0-1-1,0 0 1,0 0 0,0 1-1,0-1 1,0 0 0,0 0-1,0 0 1,0 0-1,0 0 1,0 0 0,0 0-1,0 0 1,-1-1 0,-1 1 0,0 0 1,0-1-1,0 0 1,0 1 0,1-1-1,-1 0 1,0 0-1,1 0 1,-1-1-1,0 1 1,1-1 0,-4-2-1,2-1 12,0 0 0,0 0 1,1 0-1,0 0 0,0 0 0,0-1 0,1 1 0,0-1 0,0 0 1,0 0-1,-1-8 0,-1-67-2381,4 76 1982,0-28-6652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0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9033,'0'0'1270,"6"9"-1281,-4-5 12,3 4 4,-1-1 0,0 1-1,0 0 1,0 0 0,-1 1 0,-1-1 0,1 1 0,-1-1 0,-1 1-1,1 0 1,-1 12 0,-1-21-4,0 0 0,-1 1 0,1-1 1,0 0-1,0 1 0,-1-1 0,1 0 0,0 1 0,0-1 0,-1 0 0,1 0 1,0 1-1,-1-1 0,1 0 0,0 0 0,-1 0 0,1 0 0,0 1 0,-1-1 1,1 0-1,0 0 0,-1 0 0,1 0 0,0 0 0,-1 0 0,1 0 0,-1 0 1,1 0-1,0 0 0,-1 0 0,1 0 0,0 0 0,-1 0 0,1 0 0,-1 0 1,1-1-1,0 1 0,-1 0 0,1 0 0,0 0 0,-1-1 0,1 1 0,0 0 1,0 0-1,-1-1 0,1 1 0,0 0 0,0-1 0,-1 1 0,1 0 0,0-1 1,0 1-1,0 0 0,0-1 0,-1 1 0,1-1 0,0-42-481,0 8-1287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16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 1537,'-1'7'5168,"1"2"-3502,3-25-1992,4-8-1025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27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1730,'0'0'57,"1"0"0,-1 0 0,0 0 0,0 0 0,0 0 1,0 0-1,1 1 0,-1-1 0,0 0 0,0 0 0,0 0 1,0 0-1,1 0 0,-1 0 0,0 0 0,0 0 0,0 0 1,1 0-1,-1 0 0,0 0 0,0 0 0,0 0 0,1 0 1,-1 0-1,0 0 0,0 0 0,0 0 0,0 0 0,1 0 1,-1 0-1,0-1 0,0 1 0,0 0 0,0 0 0,1 0 1,-1 0-1,0 0 0,0 0 0,0-1 0,0 1 0,0 0 1,0 0-1,1 0 0,-1 0 0,0-1 0,0 1 0,0 0 1,0 0-1,0 0 0,0-1 0,0 1 0,0 0 0,0 0 1,0 0-1,0-1 0,0 1 0,0 0 0,0 0 0,0 0 1,0 0-1,0-1 0,0 1 0,0 0 0,0 0 0,0 0 1,-1-1-1,8 18-1480,-7-14 606,0 0-517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2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7 1089,'1'-3'8648,"-9"0"-8913,3 2-3631,4 1 3157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06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3061 2370,'0'0'3123,"1"8"-2797,-1-2-208,0-4-67,0 0 0,0 0-1,0 1 1,0-1 0,0 0 0,1 0 0,-1 1 0,1-1 0,-1 0-1,1 0 1,0 0 0,0 0 0,0 0 0,2 4 0,-3-6 0,1 1 0,-1-1 0,1 1 1,-1-1-1,1 1 0,-1-1 1,1 0-1,-1 1 0,1-1 0,-1 0 1,1 1-1,-1-1 0,1 0 0,0 0 1,-1 0-1,1 1 0,-1-1 0,1 0 1,0 0-1,-1 0 0,1 0 0,-1 0 1,1 0-1,0 0 0,-1 0 0,1 0 1,0-1-1,-1 1 0,1 0 1,-1 0-1,1 0 0,-1-1 0,1 1 1,0 0-1,-1-1 0,1 1 0,-1 0 1,1-1-1,-1 1 0,0-1 0,1 1 1,-1-1-1,1 1 0,-1-1 0,0 1 1,1-1-1,-1 1 0,0-1 0,1 0 1,17-35 795,-15 28-707,52-126 1161,-6-3 0,32-149 0,-64 223-1040,423-1460 1372,-158 676 673,-276 833-2218,-4 11-16,-1 0 0,1 0 0,-1-1 0,0 1 0,0 0-1,0 0 1,0-1 0,0 1 0,-1-1 0,1 1 0,-1-1 0,0 1 0,-1-7 0,1 9-72,0 1 0,0 0 0,-1-1 0,1 1 0,0 0 0,0-1 0,-1 1 0,1 0-1,0-1 1,-1 1 0,1 0 0,0 0 0,-1 0 0,1-1 0,0 1 0,-1 0 0,1 0 0,0 0 0,-1 0 0,1 0 0,-1 0 0,1 0 0,0-1 0,-1 1 0,1 0 0,-1 0 0,1 1 0,0-1 0,-1 0 0,1 0 0,-1 0 0,1 0 0,0 0 0,-1 0 0,1 0 0,0 1 0,-1-1 0,1 0 0,0 0 0,-1 1 0,1-1 0,0 0-1,-1 0 1,1 1 0,0-1 0,0 0 0,-1 1 0,-11 15-4,5 34-711,7-38-844,-2-8-1339,-5-3-1795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07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 1666,'-7'27'187,"-17"55"490,22-77-584,0 0 0,0-1 0,0 1 0,0-1 0,-1 1 0,0-1 1,0 0-1,0 0 0,0 0 0,-1-1 0,0 1 0,1-1 0,-7 4 0,8-6 39,1-1-1,-1 1 1,0-1-1,0 1 1,0-1-1,0 0 1,0 0-1,0 0 1,0 0 0,0 0-1,0 0 1,0 0-1,0-1 1,1 1-1,-1-1 1,0 1-1,0-1 1,0 0 0,0 0-1,1 0 1,-1 0-1,0 0 1,1 0-1,-1 0 1,1 0-1,-1-1 1,1 1 0,0-1-1,-1 1 1,1-1-1,0 1 1,0-1-1,0 0 1,0 0-1,1 1 1,-2-4 0,-2-2 631,1 0 1,0 0-1,0-1 1,1 1-1,0-1 1,0 1-1,0-1 1,0-9-1,3 15-728,0 0 0,0 0-1,0 0 1,0 1 0,0-1 0,0 0-1,0 0 1,0 0 0,1 1 0,-1-1-1,1 1 1,-1-1 0,1 1 0,0 0-1,0-1 1,-1 1 0,1 0 0,0 0 0,0 0-1,0 1 1,0-1 0,0 0 0,0 1-1,0-1 1,0 1 0,1 0 0,3-1-1,-2 0 5,1 0-1,0 1 0,0-1 0,0 1 0,0 0 0,0 0 0,0 1 0,0 0 0,0-1 1,0 2-1,7 1 0,-9-1-19,0 0 1,0 0-1,-1 0 1,1 0 0,-1 0-1,1 0 1,-1 1-1,0-1 1,0 1-1,0 0 1,0 0-1,-1 0 1,1-1-1,-1 2 1,0-1 0,1 0-1,-1 0 1,-1 0-1,1 0 1,0 1-1,-1-1 1,0 0-1,1 1 1,-1-1 0,-1 0-1,1 1 1,0-1-1,-1 0 1,0 0-1,1 1 1,-2-1-1,1 0 1,-2 5-1,-1 1 18,-1 0-1,1-1 0,-2 1 0,1-1 0,-1 0 0,0-1 0,-1 1 1,1-1-1,-2 0 0,-7 6 0,-26 8 5,40-20-40,0-1 0,0 1 0,0-1 1,0 1-1,1-1 0,-1 0 0,0 1 1,0-1-1,0 0 0,0 0 0,0 0 1,0 0-1,0 0 0,0 0 1,0 0-1,0 0 0,0 0 0,0 0 1,0 0-1,0 0 0,0-1 0,1 1 1,-1 0-1,0-1 0,0 1 0,0-1 1,0 1-1,1-1 0,-1 1 0,0-1 1,0 0-1,1 1 0,-1-1 1,0 0-1,1 1 0,-1-1 0,1 0 1,-1 0-1,1 0 0,-1 0 0,1 1 1,0-1-1,-1-1 0,1-9-157,0 1 0,1-1 0,0 1 0,0 0 0,1 0 0,1 0 0,-1 0 0,2 0 0,-1 0 0,2 1 0,8-17 0,-5 9-919,18-40-4274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07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58 150 6983,'0'0'5098,"-7"-9"-3966,-20-31-177,26 38-906,0 0 1,0 0-1,0 0 1,0-1-1,0 1 1,1 0-1,-1 0 0,1-1 1,-1 1-1,1 0 1,0-1-1,0 1 0,0 0 1,0-1-1,0 1 1,1-1-1,-1 1 1,1 0-1,-1 0 0,1-1 1,0 1-1,0 0 1,0 0-1,0 0 0,0 0 1,1 0-1,-1 0 1,1 0-1,-1 0 1,1 1-1,0-1 0,-1 0 1,5-2-1,-3 2-37,-1 0 0,1 1-1,0-1 1,0 0 0,0 1-1,0 0 1,0-1 0,0 1 0,0 1-1,0-1 1,0 0 0,0 1-1,1-1 1,-1 1 0,0 0 0,1 0-1,-1 0 1,0 1 0,0-1-1,1 1 1,4 1 0,-6-1-8,-1 0 0,0 0 0,0 1-1,1-1 1,-1 0 0,0 0 0,0 1 0,0-1 0,0 1 0,0-1-1,0 1 1,-1-1 0,1 1 0,-1-1 0,1 1 0,-1 0 0,1-1 0,-1 1-1,0 0 1,0-1 0,1 1 0,-1 0 0,-1 0 0,1-1 0,0 1 0,0 0-1,-1-1 1,1 1 0,-1 0 0,0 1 0,0 1 10,0 0 0,-1 0 0,1 0 0,-1-1 0,0 1 0,0 0 0,0-1 0,-1 1 0,1-1 0,-1 0 0,-4 4 0,3-4 0,0 0 0,1 0-1,-1-1 1,-1 0 0,1 0-1,0 0 1,0 0 0,-1 0-1,1-1 1,-1 0 0,0 0-1,1 0 1,-1-1 0,-5 0-1,8 0-33,1 0-1,0 0 0,-1 0 1,1-1-1,0 1 1,0-1-1,0 1 0,-1-1 1,1 1-1,0-1 0,0 0 1,0 1-1,0-1 1,0 0-1,0 0 0,0 0 1,0 0-1,0 0 1,1 0-1,-2-2 0,1 1-138,0 0-1,0-1 1,0 0-1,1 1 1,-1-1-1,1 0 1,0 1-1,0-1 1,0 0-1,0 1 1,0-1-1,0 0 1,2-3-1,8-30-4217,5-7-2809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08.0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17 121 6054,'0'0'2279,"-4"-9"-485,2 2-1381,-1 0-1,1 0 1,0 0 0,1 0-1,0 0 1,-1-13-1,2 18-351,0-1 0,1 1 0,-1 0 0,0 0 0,1 0 0,-1 0 0,1 0 0,0 0 0,0 0 0,0 0-1,0 1 1,0-1 0,0 0 0,0 0 0,1 1 0,-1-1 0,0 1 0,1-1 0,0 1 0,-1-1-1,1 1 1,0 0 0,-1 0 0,1 0 0,0 0 0,0 0 0,0 0 0,0 1 0,0-1 0,0 1 0,0-1-1,0 1 1,4-1 0,-4 1-50,0 0 0,0 0-1,-1 0 1,1 0 0,0 0-1,0 0 1,0 0 0,0 0 0,-1 1-1,1-1 1,0 1 0,0-1-1,0 1 1,-1 0 0,1 0 0,0 0-1,-1 0 1,1 0 0,-1 0-1,1 0 1,-1 0 0,0 1-1,0-1 1,1 1 0,0 1 0,0 0-1,0 0 1,-1 1 0,1-1 0,-1 0 0,0 1 0,0-1-1,0 1 1,-1 0 0,1-1 0,-1 1 0,0 0 0,0 6-1,0-7-6,0 1 0,0-1 0,-1 0 0,1 1 0,-1-1 0,0 0 0,0 1 0,0-1 0,0 0 0,0 0 0,-1 0-1,1 0 1,-1 0 0,0 0 0,0 0 0,0 0 0,0-1 0,-1 1 0,1-1 0,-1 0 0,1 0 0,-1 0 0,0 0-1,0 0 1,0 0 0,0-1 0,0 1 0,0-1 0,0 0 0,-1 0 0,-2 1 0,5-2-3,-1 0 0,1 0 0,0 0 0,0 0 0,0 0 0,0 0 0,0 0-1,0 0 1,0 0 0,-1 0 0,1-1 0,0 1 0,0 0 0,0-1 0,0 1 0,0-1 0,0 0 0,0 1 0,0-1 0,0 0 0,1 1 0,-1-1 0,0 0 0,0 0 0,1 0 0,-1 1 0,-1-3 0,2 1-9,-1 0 0,1 0 0,0 0 0,0 0 0,0-1 0,0 1 0,0 0 0,0 0 0,0 0 1,1 0-1,-1 0 0,1 0 0,1-3 0,3-5-1090,-1 0 0,2 0 0,-1 1 0,13-16 1,3 1-4413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08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1 145 5701,'0'0'6460,"0"-9"-5515,0 5-894,0 0-1,0 1 1,1-1 0,0 0 0,-1 0 0,1 0-1,0 1 1,1-1 0,-1 1 0,1-1-1,0 1 1,0-1 0,0 1 0,0 0 0,0 0-1,1 0 1,-1 0 0,1 0 0,0 1 0,0-1-1,0 1 1,0-1 0,0 1 0,1 0 0,-1 1-1,1-1 1,-1 1 0,1-1 0,0 1 0,-1 0-1,1 0 1,6 0 0,-8 0-43,-1 1-1,1 0 1,0 0 0,-1 0-1,1 0 1,0 0 0,-1 0-1,1 0 1,0 0 0,-1 1-1,1-1 1,0 0 0,-1 1-1,1 0 1,-1-1 0,1 1 0,-1 0-1,1 0 1,-1 0 0,1 0-1,-1 0 1,0 0 0,0 0-1,1 0 1,-1 1 0,0-1-1,0 0 1,0 1 0,-1-1-1,2 3 1,-1 0 31,1 0 1,-2 0-1,1 1 0,0-1 1,-1 0-1,0 1 0,0-1 1,0 0-1,-1 1 0,1-1 1,-3 7-1,2-8-15,-1 1 0,0 0 0,0 0 0,0-1-1,0 1 1,-1-1 0,1 1 0,-1-1 0,0 0 0,0 0 0,0 0 0,0-1 0,-1 1-1,1-1 1,-5 3 0,5-3-12,0-1-1,0 1 1,0-1-1,0 1 1,0-1-1,0 0 1,0 0 0,0 0-1,0-1 1,0 1-1,0-1 1,-1 0-1,1 1 1,0-2-1,0 1 1,0 0-1,-1-1 1,1 1 0,0-1-1,-5-2 1,7 3-8,0-1 0,0 0 1,0 0-1,0 0 0,1 0 1,-1-1-1,0 1 0,1 0 1,-1 0-1,1 0 0,-1 0 1,1-1-1,-1 1 0,1 0 1,0-1-1,0 1 1,0 0-1,-1 0 0,1-1 1,1 1-1,-1 0 0,0-1 1,0 1-1,0 0 0,1-1 1,-1 1-1,0 0 0,2-2 1,14-35-249,30-33-4662,-21 30-1959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38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2691,'0'-14'7913,"0"-2"-1771,4 0-4629,-2 14-1517,-1 1 1,1 0 0,0 0-1,-1 1 1,1-1 0,0 0-1,-1 0 1,1 1 0,0-1-1,0 1 1,0 0 0,0-1-1,-1 1 1,1 0 0,0 0-1,0 0 1,3 1 0,38 0 109,0 3-1,0 1 1,-1 2 0,53 16 0,160 65 261,-251-86-367,115 41 325,-33-13-41,103 51-1,-159-66-206,0-2 0,2-1 0,-1-2 0,1-1 0,36 5 0,166 11 470,-231-25-542,27 4 38,-1 1-1,1 1 1,-1 2-1,46 18 1,-13-4 219,-8-15 285,-47-7-468,0 0 1,-1 1 0,1-1 0,0 2 0,0-1 0,0 1 0,-1 0 0,9 3 0,-46 1-1869,6-8-1360,-6-11-1971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39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2 1602,'9'-1'9733,"-18"15"-7249,-20 16-2167,-137 91 601,166-121-951,1 0-1,-1 0 1,0 0-1,0 0 1,1 0 0,-1 0-1,0 0 1,1 0-1,-1 0 1,0 0-1,0 0 1,1 0-1,-1 0 1,0 1 0,1-1-1,-1 0 1,0 0-1,0 0 1,0 0-1,1 1 1,-1-1 0,0 0-1,0 0 1,0 1-1,1-1 1,-1 0-1,0 0 1,0 1-1,0-1 1,0 0 0,0 0-1,0 1 1,0-1-1,1 0 1,-1 1-1,0-1 1,0 0-1,0 1 1,0-1 0,0 0-1,0 0 1,-1 1-1,1-1 1,0 0-1,0 1 1,0-1-1,0 0 1,0 0 0,0 1-1,0-1 1,-1 0-1,1 1 1,0-1-1,0 0 1,0 0-1,0 0 1,-1 1 0,1-1-1,0 0 1,0 0-1,-1 0 1,1 0-1,0 1 1,0-1-1,-1 0 1,1 0 0,0 0-1,-1 0 1,23 1-4221,-8-3-267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0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2819,'0'0'9700,"-21"-1"-6375,22 10-3247,1-1-1,0 1 0,0-1 1,1 0-1,0 0 1,0 0-1,1 0 0,6 10 1,12 28 160,-12-15-167,-9-22-158,1-1 0,1 1 1,0-1-1,0 0 0,0 0 0,1 0 0,1-1 0,5 9 1,-8-14-2135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1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1473,'4'-2'1538,"-2"0"-641,1 2-417,-1 0-320,1 8 0,-2 6 33,2 3 63,-3 3-192,1 3 0,1-2-32,-1 2 0,1-2 0,0 2 32,-1-4-192,-1-1-1602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2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14 4548,'0'0'7784,"-2"-14"-5665,-14 81-285,-16 127 0,19-98-1226,-13 64 64,-45 348 845,42-247-781,29-261-709,-1 0-16,1 0 10,-1 0-21,0 0-42,8-42-8858,1 10 1993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3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2626,'0'0'3940,"-7"0"-2739,-50 5 3476,56-5-4645,1 0 0,0 0 0,-1 0 0,1 0 0,0 1 0,-1-1 0,1 0 0,0 0 1,0 0-1,-1 1 0,1-1 0,0 0 0,0 1 0,-1-1 0,1 0 0,0 0 0,0 1 0,0-1 0,0 0 0,0 1 0,-1-1 1,1 0-1,0 1 0,0-1 0,0 0 0,0 1 0,0-1 0,0 0 0,0 1 0,0-1 0,0 0 0,0 1 0,0-1 1,0 0-1,0 1 0,1-1 0,-1 0 0,0 1 0,0-1 0,0 0 0,0 1 0,1-1 0,-1 0 0,0 0 0,0 1 1,0-1-1,1 0 0,-1 0 0,0 1 0,1-1 0,-1 0 0,0 0 0,0 0 0,1 1 0,-1-1 0,0 0 0,1 0 0,-1 0 1,0 0-1,1 0 0,0 0 0,18 13 536,-2-8-308,0 0 1,1-1-1,-1-2 0,1 1 1,-1-2-1,1 0 1,22-3-1,-13 1-639,-1 2-1,32 4 1,-57-1-1875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3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3171,'0'0'8205,"-6"6"-7671,1-1-381,0 0 1,1 0-1,-1 0 0,2 1 0,-1 0 1,0-1-1,1 1 0,0 0 1,0 1-1,1-1 0,0 0 0,0 1 1,-2 11-1,-42 203 840,45-213-333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4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1129 416,'0'0'2755,"-1"7"-1938,-1 1-457,-2 21 23,3-6 6892,13-61-4643,27-41-1707,80-167 281,92-273-1,-202 492-1085,0-2 1,-2 1-1,-1-1 0,-1 0 0,0-40 0,-5 69-61,-5 1-94,0-1 37,0 2 0,0-1 0,-1 0 0,2 1 1,-1 0-1,0 0 0,0 1 0,0-1 0,-7 6 0,-47 39-5,40-31 9,-42 31 63,156-133 5,-56 52-113,-1-2 1,38-45-1,-73 97-229,-2 32 300,-1-13 208,6 45 1,-3-61-197,1 1-1,1-2 0,1 1 1,0-1-1,2 0 1,0 0-1,13 20 0,-13-33-1645,3-6-4611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5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16 2498,'0'-7'769,"-7"1"-1153,-8 3-161,-8 3-256,-4 0-95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5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51 201 705,'-8'16'516,"0"-1"1,2 2-1,-1-1 0,2 1 1,0 0-1,1 0 1,1 0-1,-1 24 1,4-36-398,-1 0-1,2 0 1,-1 0 0,0 0 0,1 0 0,0 0 0,0 0 0,1-1 0,-1 1 0,1 0 0,0-1 0,0 1-1,1-1 1,-1 0 0,1 0 0,0 0 0,0 0 0,0 0 0,1 0 0,-1-1 0,1 0 0,0 0 0,0 0-1,0 0 1,0 0 0,1-1 0,-1 0 0,1 0 0,-1 0 0,1 0 0,0-1 0,-1 0 0,9 1 0,2 0 58,0-1 0,-1 0 1,1-2-1,0 1 1,-1-2-1,1 0 0,-1-1 1,0 0-1,0-1 1,0-1-1,0 0 1,21-12-1,-20 10-181,-1-1 1,0-1-1,-1 0 1,0-1-1,-1 0 0,0-1 1,0 0-1,-1-1 1,-1-1-1,0 1 1,12-21-1,-19 27-111,0 0 0,-1-1 0,1 1 1,-1-1-1,0 0 0,-1 0 0,0 0 0,0 0 0,-1 0 0,1 0 0,-1 0 1,-1 0-1,1 0 0,-1 0 0,-1 0 0,1 0 0,-1 0 0,-1 1 0,1-1 1,-5-8-1,-3-3-717,-1 0 0,0 0 0,-1 1 0,-1 1 0,-23-23 0,-2 3-2142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6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18 2659,'0'0'1041,"-7"-2"346,-1 0-1134,0 0-1,0 1 0,0 0 0,0 0 0,0 1 0,0 0 0,0 0 0,1 1 0,-1 0 0,0 1 0,0 0 0,0 0 0,-12 5 0,2 4-147,0 0 0,1 1-1,0 0 1,1 2 0,0 0 0,1 0-1,1 2 1,0 0 0,-16 26 0,22-31 96,1 1 1,1 1-1,0-1 1,1 1-1,0 0 0,1 0 1,0 0-1,1 1 1,1 0-1,0-1 1,0 1-1,2 0 1,0 0-1,0 0 0,4 18 1,-4-29-191,1 1 0,0 0-1,0-1 1,0 1 0,1-1 0,-1 1 0,1-1 0,0 0-1,-1 0 1,2 0 0,-1 0 0,0 0 0,1 0 0,-1 0-1,1-1 1,0 1 0,-1-1 0,8 4 0,-5-3-2,1-1 1,-1 0 0,1 0 0,0 0-1,0-1 1,0 0 0,0 0-1,0-1 1,0 1 0,11-2-1,0-1 18,0 0-1,0-1 0,0-1 1,0-1-1,-1-1 0,0 0 1,20-11-1,-19 8-4,0-1-1,0-2 0,-1 1 1,0-2-1,-1 0 1,-1-1-1,0 0 1,0-1-1,12-20 1,-22 30-15,-1 0 0,0 0 0,0-1 0,0 0 0,-1 1 0,0-1 0,0 0 0,0 0 0,-1 0 0,0 0 0,0 0 0,0-1 0,-1 1 0,0 0 0,0 0 0,-1 0 0,0-1 0,0 1 0,0 0 0,-1 0 0,0 0 0,0 0 0,0 1 0,-1-1 1,1 0-1,-2 1 0,1 0 0,0 0 0,-1 0 0,0 0 0,0 0 0,-1 1 0,-5-5 0,-1-1-21,-1 1 0,1 0 0,-1 1 1,-1 0-1,0 1 0,0 1 0,0 0 0,-1 0 1,0 2-1,-19-5 0,-10 1-2179,1 3 0,-53-1 0,86 6 1482,-28-3-5711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6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32 5477,'-11'-3'123,"-5"-1"-15,0 0 0,-1 1 0,-17 0 0,27 2-129,-1 1 0,0 0 1,0 1-1,1 0 0,-1 0 0,0 1 0,1-1 0,-1 2 1,1-1-1,-12 7 0,7-3-47,1 2 0,0 0 1,1 0-1,0 1 0,0 0 1,1 1-1,0 0 0,0 0 0,1 1 1,1 0-1,-12 23 0,15-25 225,0 1-1,0-1 1,1 1-1,0 0 1,1 0-1,0 1 0,0-1 1,1 0-1,1 0 1,0 1-1,0-1 1,1 0-1,0 1 1,1-1-1,0 0 0,4 11 1,-3-14-16,0 0 1,0 0-1,0-1 0,1 0 1,-1 0-1,2 0 0,-1 0 1,1 0-1,0-1 1,0 0-1,0 0 0,0 0 1,1-1-1,0 1 0,0-2 1,1 1-1,-1-1 1,0 1-1,1-2 0,0 1 1,0-1-1,0 0 0,0 0 1,0-1-1,0 0 0,1 0 1,-1-1-1,0 0 1,12-2-1,-3 1-59,-1-1 0,0-1-1,-1 0 1,1-2 0,0 1 0,-1-2 0,0 0-1,-1 0 1,1-2 0,-1 1 0,0-2 0,-1 1 0,14-14-1,-19 15-146,0 0-1,0-1 1,-1 0-1,0 0 1,0-1-1,-1 1 1,0-1-1,-1-1 0,0 1 1,0 0-1,-1-1 1,-1 0-1,1 0 1,-1 1-1,-1-1 1,1-13-1,-2 15-135,-1 0-1,1 0 1,-2 1-1,1-1 1,-1 0 0,0 0-1,0 1 1,-1-1-1,0 1 1,-1 0 0,1 0-1,-1 0 1,-1 0-1,1 1 1,-1-1 0,0 1-1,-1 0 1,1 1-1,-1 0 1,-12-9 0,6 7-278,-1-1 0,0 2 0,-1 0 0,1 0 1,-1 2-1,0-1 0,-1 2 0,1 0 1,-1 1-1,1 0 0,-1 1 0,0 0 0,1 2 1,-1 0-1,-16 2 0,29-2 477,0-1-1,0 1 1,0-1-1,0 1 1,0 0-1,0 0 1,0-1-1,0 1 1,0 1-1,1-1 1,-1 0-1,-2 3 1,2-2 2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7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29 4420,'0'0'1570,"-11"-5"-839,2 1-589,0 0-1,-1 1 1,0 0 0,1 0-1,-1 1 1,0 0-1,-1 1 1,1 0 0,0 1-1,0 0 1,0 0 0,0 1-1,0 1 1,-1-1-1,2 2 1,-12 3 0,-8 7-83,0 1 0,0 2 0,1 0 1,-49 41-1,65-47-23,0 0 1,1 1-1,0 0 0,1 1 1,0 0-1,0 1 0,2 0 1,0 0-1,0 1 0,1 0 1,1 0-1,-6 19 0,10-29 47,1 1-1,0-1 1,0 1-1,1 0 1,-1-1-1,1 1 1,0 0-1,0 0 1,1-1-1,-1 1 1,1 0-1,0-1 1,0 1-1,1-1 1,-1 1-1,1-1 1,0 0-1,5 8 1,-3-8-35,0 0 0,0-1 0,0 1 0,0-1 0,1 0 1,-1 0-1,1-1 0,0 1 0,0-1 0,0 0 1,0-1-1,0 1 0,1-1 0,-1 0 0,0 0 0,8 0 1,11 1-27,-1-1 1,1-1 0,0-1 0,-1-1-1,1-1 1,-1-1 0,0-1 0,0-1-1,0-2 1,-1 0 0,0-1 0,-1-1-1,0-1 1,0-1 0,-1 0 0,-1-2 0,0 0-1,18-18 1,-32 27-18,-1-1 0,1 1 0,-1-1 1,0 0-1,0 0 0,0 0 0,-1 0 0,0-1 0,0 1 0,-1-1 1,0 0-1,0 0 0,0 1 0,0-13 0,-2 14-3,0 0 0,0 1 0,-1-1 0,0 0 0,0 1 0,0-1 0,0 1 0,-1-1 0,0 1 0,0-1 0,0 1 0,0 0 0,-1 0 0,1 0 0,-1 0 0,0 1 0,0-1 0,-1 1 0,1-1 0,-1 1 0,0 1 0,-6-5 0,0 1-66,0 0 0,-1 1 0,0 0 0,0 1 0,0 0 0,-1 1 0,-23-4 0,0 4-1306,-49 0 1,42 3-660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09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0 155 5573,'0'0'769,"3"-9"1089,-1 3-1692,1-6 782,1 1 0,0 0 1,1-1-1,7-10 1,-10 19-838,0 0 1,0 0-1,0 0 1,0 1 0,0-1-1,1 0 1,-1 1-1,1 0 1,0 0-1,0 0 1,0 0-1,0 0 1,0 0-1,0 1 1,0-1-1,1 1 1,-1 0-1,0 0 1,1 0-1,-1 1 1,5-1-1,-7 1-105,0-1 1,0 1-1,1 0 0,-1 0 0,0 0 0,0 1 0,1-1 0,-1 0 0,0 0 0,0 1 0,0-1 0,1 0 0,-1 1 0,0 0 0,0-1 0,0 1 0,0-1 1,0 1-1,0 0 0,0 0 0,0 0 0,0 0 0,-1-1 0,1 1 0,0 0 0,0 0 0,-1 1 0,1-1 0,-1 0 0,1 0 0,-1 0 0,1 0 0,-1 0 1,0 1-1,1-1 0,-1 0 0,0 0 0,0 1 0,0-1 0,0 0 0,0 0 0,0 0 0,0 1 0,-1 1 0,1-1-1,-1 0 0,0 1 0,1-1 0,-1 0 0,0 1-1,0-1 1,0 0 0,-1 0 0,1 0 0,0 0 0,-1 0 0,0 0 0,1 0-1,-1 0 1,0-1 0,0 1 0,0-1 0,0 1 0,0-1 0,0 0-1,0 1 1,0-1 0,-4 1 0,4-2-4,0 1 0,1 0 0,-1-1-1,0 0 1,1 1 0,-1-1 0,0 0 0,1 0-1,-1 0 1,0 0 0,0 0 0,1 0 0,-1 0-1,0-1 1,1 1 0,-1 0 0,0-1 0,1 0-1,-3 0 1,4 0 0,-1 0-1,1 0 1,0 1 0,-1-1-1,1 0 1,0 0-1,0 0 1,-1 0-1,1 0 1,0 0 0,0 0-1,0 0 1,0 1-1,0-1 1,0 0 0,0 0-1,1 0 1,-1 0-1,0 0 1,0 0-1,1 1 1,-1-1 0,1 0-1,0-1 1,5-9-787,0 1 0,1 0 1,14-16-1,4-4-4109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09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84 236 4164,'0'0'3459,"-2"-9"-1985,-58-153 4798,59 161-6262,1 0 0,-1 0 0,1 1 1,0-1-1,-1 0 0,1 0 0,0 0 0,-1 0 0,1 0 0,0 0 0,0 0 0,0 0 0,0 0 0,0 0 0,0 0 0,0 0 1,0 0-1,0 1 0,1-1 0,-1 0 0,0 0 0,0 0 0,1 0 0,-1 0 0,1 0 0,-1 0 0,1 1 0,-1-1 1,1 0-1,0 0 0,-1 1 0,1-1 0,0 0 0,-1 1 0,1-1 0,0 1 0,0-1 0,0 1 0,-1-1 0,1 1 1,0 0-1,0-1 0,0 1 0,0 0 0,0 0 0,0-1 0,0 1 0,0 0 0,0 0 0,0 0 0,0 0 0,0 0 0,0 0 1,-1 1-1,1-1 0,2 1 0,1-1-8,0 1 1,0 0 0,0 0-1,0 0 1,-1 1 0,1-1-1,0 1 1,-1 0-1,1 0 1,-1 0 0,1 1-1,5 5 1,-8-7 9,1 1 0,-1 0 0,1 0 0,-1 0 1,0 0-1,0 0 0,0 0 0,0 0 0,0 0 1,0 0-1,-1 0 0,1 1 0,-1-1 0,0 0 0,1 0 1,-1 5-1,-1-5 4,1-1 0,0 1 0,-1-1 0,0 1 1,1-1-1,-1 1 0,0-1 0,0 0 0,0 1 1,0-1-1,0 0 0,0 0 0,0 0 0,0 0 0,0 0 1,-1 0-1,1 0 0,-3 1 0,-2 1 11,0 0 0,0-1 0,0 0 0,0 0 0,-1-1 0,1 0 0,-1 0 0,1 0 0,-1-1 0,-8-1 0,14 2-26,0-1 0,1 0 0,-1 0 0,0 0 1,0 0-1,1-1 0,-1 1 0,0 0 0,1 0 0,-1 0 0,0-1 0,0 1 0,1 0 0,-1-1 0,1 1 0,-1 0 0,0-1 0,1 1 0,-1-1 0,1 1 0,-1-1 1,1 1-1,-1-1 0,1 1 0,-1-1 0,1 0 0,0 1 0,-1-1 0,1 0 0,-1-1 0,8-22-2,26-19-1622,-7 16-1959,1-4-1884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10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4324,'0'0'3897,"7"-7"-2701,21-23-59,-27 29-1076,0 1 0,0-1 1,0 0-1,0 0 0,-1 0 0,1 1 1,0-1-1,0 0 0,1 1 0,-1-1 0,0 1 1,0-1-1,0 1 0,0 0 0,0-1 1,0 1-1,1 0 0,-1 0 0,0 0 1,0 0-1,0 0 0,1 0 0,-1 0 0,0 0 1,0 0-1,0 1 0,1-1 0,-1 1 1,0-1-1,0 0 0,0 1 0,0 0 0,0-1 1,0 1-1,0 0 0,0-1 0,0 1 1,0 0-1,-1 0 0,1 0 0,0 0 1,0 0-1,-1 0 0,1 0 0,0 0 0,0 2 1,1 0 8,0 1 1,-1 0 0,0 0 0,1 0 0,-1 0 0,0 0-1,-1 0 1,1 0 0,-1 0 0,0 8 0,-1-11-57,0 0 1,1 0 0,-1 0-1,0 0 1,0 0 0,0 0-1,0 0 1,-1 0 0,1-1-1,0 1 1,0 0-1,0-1 1,-1 1 0,1-1-1,0 1 1,-1-1 0,1 0-1,0 1 1,-1-1 0,1 0-1,0 0 1,-1 0 0,1 0-1,-1 0 1,1 0-1,-3-1 1,2 1-6,0 0 1,1 0-1,-1 0 0,0-1 1,0 1-1,0 0 0,0-1 1,1 1-1,-1-1 0,0 1 1,0-1-1,1 0 0,-1 0 1,1 0-1,-1 0 0,1 0 1,-1 0-1,1-1 0,-2-1 1,2 2-5,1-1 1,-1 0-1,1 1 0,0-1 1,0 0-1,0 1 1,0-1-1,0 0 1,0 0-1,1 1 0,-1-1 1,0 0-1,1 1 1,-1-1-1,1 1 1,0-1-1,-1 0 0,1 1 1,0 0-1,0-1 1,0 1-1,0-1 1,0 1-1,2-2 0,37-24-461,-23 17-366,19-14-2963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7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80 6342,'0'0'-897,"4"-48"961,-4 31-800,-12 6-514,-10 8 97,-10 3-320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8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95 156 64,'-20'28'1004,"2"1"-1,-15 33 0,29-55-777,0 1-1,1 0 1,0 0-1,1 0 0,0 1 1,0-1-1,1 1 1,0-1-1,0 1 0,1 0 1,0-1-1,0 1 1,4 16-1,-3-21-150,1-1 1,0 1-1,0-1 1,0 0 0,1 0-1,-1 1 1,1-1-1,-1-1 1,1 1-1,0 0 1,0-1-1,1 1 1,-1-1-1,0 0 1,1 0-1,-1 0 1,1-1-1,0 1 1,-1-1-1,1 0 1,0 0 0,0 0-1,0-1 1,0 1-1,4-1 1,13 2 225,1-1 1,-1-2 0,25-2 0,-15-2-241,-1-1 1,0-2 0,0-1-1,0-1 1,-1-2-1,-1 0 1,0-2-1,-1-2 1,-1 0 0,0-2-1,-1 0 1,-1-2-1,0-1 1,25-30-1,-40 42-195,-1-1 0,-1-1 0,0 1 0,0-2 0,-1 1 0,-1 0 0,0-1 0,5-15 0,-9 24 50,0 0 0,0-1-1,-1 1 1,1 0 0,-1 0 0,0-1 0,0 1-1,0 0 1,0-1 0,-1 1 0,1 0-1,-1-1 1,0 1 0,0 0 0,0 0-1,0 0 1,-1 0 0,1 0 0,-1 0 0,1 0-1,-1 0 1,0 1 0,0-1 0,-1 1-1,1-1 1,0 1 0,-1 0 0,0 0-1,1 0 1,-1 0 0,0 1 0,0-1-1,0 1 1,0-1 0,-6-1 0,-5-1-436,-1 1-1,0 0 1,1 1 0,-1 0 0,0 1 0,0 1-1,0 0 1,-21 4 0,-25 9-692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8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248 21 6022,'-9'0'58,"9"0"-64,-10-2 179,1 1 0,-1 0 0,1 0 0,-1 1 0,0 1 0,1 0 0,-1 0 0,1 0 0,0 1 0,-1 1 0,1 0 0,0 0 0,0 1 0,-11 6 1,13-5-36,0 0 0,1 1 0,-1-1 0,1 1 1,0 1-1,1-1 0,0 1 0,0 0 1,0 0-1,1 1 0,0-1 0,0 1 1,1 0-1,0 0 0,0 0 0,1 1 1,0-1-1,-1 11 0,4-17-104,-1 0 0,1 1 0,0-1-1,0 0 1,-1 0 0,1 0 0,0 0 0,1 0 0,-1 0-1,0-1 1,1 1 0,-1 0 0,1-1 0,-1 1 0,1-1 0,0 1-1,-1-1 1,1 0 0,0 1 0,0-1 0,0 0 0,0 0-1,0-1 1,0 1 0,1 0 0,-1-1 0,0 1 0,0-1-1,0 0 1,4 1 0,11 1 98,1 0-1,29-1 1,-38-1-92,19 0 19,0-2 0,52-9 0,-70 9-47,0 0 0,-1-1 0,1 0-1,-1 0 1,0-1 0,1-1 0,-2 0 0,1 0 0,-1 0 0,1-1 0,11-11 0,-18 15-6,-1 1 0,1-1 0,-1 0 0,1 0 0,-1 0 0,1 0 0,-1 0 0,0 0 0,0 0 0,0 0 0,0-1 0,0 1 0,-1 0 0,1-1 0,-1 1 0,1 0 0,-1-1-1,0 1 1,0 0 0,0-1 0,0 1 0,-1-1 0,0-2 0,0 1-19,-1 1-1,0-1 1,0 1-1,0 0 1,0-1-1,-1 1 0,1 0 1,-1 0-1,0 1 1,0-1-1,0 0 1,-6-3-1,-4-2-275,0 1 1,-1 0-1,0 1 0,0 0 0,0 2 0,-19-5 0,-76-3-2690,52 7 743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8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1 0 1634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49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1 275 737,'55'9'1409,"1"-9"-320,1 0-384,0-9-225,-4-11-256,-6-6-160,-2-4 33,-7-5-194,-11-2-511,-6-4-289,-13-2-384,-8 1-641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2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4548,'0'0'5333,"4"-6"-5039,-2 4-268,0 0 0,-1 0-1,1 0 1,0 0 0,0 0 0,0 1 0,1-1 0,-1 0-1,0 1 1,1 0 0,-1-1 0,0 1 0,1 0 0,0 0-1,4-1 1,55-2 546,-61 4-564,1444 52 2309,-1281-51-2942,-164-1 512,0 0-1,1 0 1,-1 0-1,0 0 1,1 0-1,-1 0 1,0 0-1,0 0 0,1-1 1,-1 1-1,0 0 1,0 0-1,0 0 1,1 0-1,-1 0 1,0 0-1,0-1 1,1 1-1,-1 0 1,0 0-1,0 0 1,0 0-1,0-1 1,1 1-1,-1 0 1,0 0-1,0-1 1,0 1-1,0 0 1,0 0-1,0 0 0,0-1 1,0 1-1,0 0 1,1 0-1,-1-1 1,0 1-1,0 0 1,0-1-1,0 1 1,-1 0-1,1 0 1,0-1-1,0 1 1,0 0-1,0-1 1,0 1-120,0-10-5169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2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4388,'0'0'4415,"9"5"-3465,28 19 171,0 1-1,46 43 1,48 36-853,-91-76-107,-9-7-1126,-11-7-2464,-14-11-404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2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555 0 2787,'0'0'5071,"-8"3"-4254,-6 5-395,-1 1-1,1 1 1,1 0 0,0 1 0,0 1-1,-17 21 1,-34 28 417,-108 81-1,30-27-817,91-63-1917,45-47-1589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7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2819,'-4'53'6986,"-12"117"-4032,8-105-2062,-1-11-560,3 0 0,2 1 0,6 100 1,-2-150-319,1-1 0,0 1 0,0-1 0,0 1 0,0-1 0,1 0 0,-1 1 0,1-1 0,0 0 0,1 0 0,-1 0 1,1-1-1,-1 1 0,1 0 0,0-1 0,0 0 0,1 0 0,-1 0 0,1 0 0,-1 0 0,1-1 0,0 1 0,0-1 1,0 0-1,1-1 0,-1 1 0,0-1 0,1 1 0,-1-1 0,0 0 0,1-1 0,-1 1 0,1-1 0,0 0 0,-1 0 1,1-1-1,7-1 0,0 1-206,0-1 1,0-1 0,0 0 0,0-1-1,20-9 1,-21 8-754,-1-1 0,0 0 0,0 0 0,-1-1-1,15-13 1,-1-5-4260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7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1 261 7271,'0'0'2114,"35"-53"-1762,4 30-64,8-3-63,10-3-97,4 0-96,2 2 0,-5 4-32,-1 4-32,-12 2-929,-5 2-5317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8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217 356 5701,'0'0'3887,"-10"-5"-2718,3 0-882,5 4-203,-1-1 0,1 0-1,-1 0 1,1 1 0,-1-1-1,0 1 1,0 0 0,1 0-1,-1 0 1,0 0 0,0 1-1,0-1 1,0 1 0,0-1-1,0 1 1,0 0 0,0 0-1,0 1 1,0-1 0,0 1-1,0-1 1,0 1 0,-5 2-1,-1 3 24,-1 1 0,1 0 0,0 0 0,1 1 0,0 0 0,0 1 0,0-1 0,1 2 0,1-1 0,0 1 0,0 0 0,1 0 0,0 0 0,0 1 0,1 0 0,1 0 0,0 0 0,1 0 0,0 1 0,0-1 0,1 1 0,1-1 0,0 1 0,2 18 0,-1-26-101,0-1 1,0 1-1,1-1 1,-1 1 0,1-1-1,0 0 1,0 0-1,0 1 1,1-2-1,-1 1 1,0 0-1,1 0 1,0-1-1,0 1 1,0-1-1,0 0 1,0 0-1,0 0 1,1 0-1,-1-1 1,0 1-1,1-1 1,-1 0-1,1 0 1,0 0 0,-1 0-1,1-1 1,0 0-1,0 1 1,-1-1-1,1-1 1,0 1-1,0 0 1,-1-1-1,1 0 1,0 0-1,-1 0 1,1 0-1,-1-1 1,0 1-1,1-1 1,-1 0-1,0 0 1,5-4-1,0-3 1,-1 0 0,0-1 0,0 0 0,-1 0 0,0-1 0,-1 0 0,0 0 0,-1 0 0,5-22 0,1-11-36,4-56 0,-13 84 12,6-41-14,-3 0 1,-2-1-1,-7-73 0,5 130 31,-7-32-11,7 32 10,0 0 0,0 0 0,0 0-1,-1 1 1,1-1 0,0 0 0,-1 0 0,1 0-1,0 0 1,-1 0 0,1 1 0,-1-1 0,1 0 0,-1 0-1,0 1 1,1-1 0,-1 0 0,0 1 0,1-1-1,-1 1 1,0-1 0,0 1 0,0-1 0,1 1-1,-1-1 1,0 1 0,0 0 0,0 0 0,0-1 0,-1 1-1,1 1-2,0-1 0,0 1 0,0 0 0,0-1 1,0 1-1,1 0 0,-1 0 0,0-1 0,0 1 0,1 0 0,-1 0 0,0 0 0,1 0 0,-1 0 0,1 0 0,-1 0 0,1 0 0,0 0 0,0 0 0,-1 1 0,1-1 0,0 0 0,0 1 0,-4 35 4,4-27 10,-3 20 38,1 0 0,1 0 0,2 0 0,1-1 0,2 1 0,1 0 0,1-1 0,1 0 0,1 0 0,2-1 0,1 0 0,2 0 0,29 48 1,-42-74-46,1-1 1,0 1 0,0 0-1,0-1 1,0 1-1,0-1 1,1 1 0,-1-1-1,0 0 1,0 1 0,1-1-1,-1 0 1,1 0 0,0 0-1,-1 0 1,1 0 0,0 0-1,-1-1 1,1 1 0,0 0-1,0-1 1,-1 1 0,1-1-1,0 0 1,0 0 0,0 0-1,0 0 1,3 0-1,-3-2 3,1 1-1,0-1 1,-1 0-1,0 0 0,1 0 1,-1-1-1,0 1 1,0-1-1,0 1 0,0-1 1,-1 1-1,1-1 1,-1 0-1,1 0 0,0-5 1,11-36 0,-3 10-3,-7 29-14,-1 14-14,-1 2 100,1 1-1,0-1 1,0 0-1,1 1 1,1-1-1,0 0 1,7 14-1,-9-20-235,1-1 0,0 1 0,0-1 0,0 0 0,1 1 0,-1-2 0,1 1 0,0 0 0,0-1 1,6 5-1,-8-7-312,1 0 0,0 1 0,0-1 0,0 0 0,0 0 0,0 0 0,0-1 0,0 1 1,0-1-1,0 1 0,5-1 0,0-1-4150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8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74 3523,'0'0'96,"-33"-51"-64,19 36 0,3 7-32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8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0 126 6406,'0'0'1377,"8"0"-341,3 0-699,-1 1-1,1 1 1,-1-1 0,0 2 0,0-1-1,1 2 1,-2-1 0,1 1 0,0 1-1,-1 0 1,0 0 0,17 13-1,3 13-237,-27-29-94,-1-1-1,0 1 0,0-1 1,0 1-1,0 0 1,0 0-1,0-1 0,-1 1 1,1 0-1,0 0 1,-1 0-1,0 0 0,1 0 1,-1 0-1,0 0 1,0 0-1,0 0 1,0-1-1,-1 5 0,1-5-1,-1-1 1,1 1-1,-1-1 0,1 1 0,0-1 0,-1 0 0,1 1 0,-1-1 1,1 0-1,-1 1 0,0-1 0,1 0 0,-1 0 0,1 0 0,-1 1 1,1-1-1,-1 0 0,0 0 0,1 0 0,-1 0 0,0 0 0,1 0 0,-1 0 1,1 0-1,-1 0 0,0 0 0,1 0 0,-1-1 0,1 1 0,-1 0 1,1 0-1,-1-1 0,0 1 0,1 0 0,-1-1 0,1 1 0,0 0 1,-2-2-1,-18-14 45,17 10-38,0 1 0,1-1 0,0 0-1,0 0 1,0 0 0,1 0 0,0 0 0,0-1-1,0 1 1,1 0 0,0-1 0,0 1 0,1 0 0,-1 0-1,4-11 1,-2 8-118,0 1 0,1-1 0,0 1 0,1 0 0,0 0 1,0 0-1,1 1 0,0-1 0,0 1 0,10-11 0,3 3-2284,-1 2-1014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9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0 173 6470,'0'0'2023,"10"-1"-725,1-1-1107,-1-1 0,0 0 1,1-1-1,-1 0 1,-1 0-1,1-1 1,0 0-1,-1-1 0,0 0 1,-1-1-1,1 1 1,-1-2-1,8-8 0,-14 14-183,2-1-2,0-1 0,0 1 0,-1 0 0,0-1 1,0 0-1,0 0 0,0 0 0,0 0 0,-1 0 0,0-1 0,0 1 0,0-1 0,0 1 0,-1-1 1,1 0-1,-1 0 0,0-5 0,-1 9 1,-1 0 0,0 0-1,1 1 1,-1-1 0,0 0 0,1 1 0,-1-1-1,0 0 1,0 1 0,0-1 0,0 1 0,1-1-1,-1 1 1,0 0 0,0-1 0,0 1 0,0 0-1,0 0 1,0 0 0,0-1 0,0 1 0,0 0-1,0 0 1,0 1 0,0-1 0,0 0 0,0 0-1,0 0 1,0 1 0,-1-1 0,-34 8 412,26-3-279,1 0 0,0 1 0,0 0 0,0 1-1,1 0 1,0 0 0,0 1 0,1 0 0,0 0 0,-8 12 0,11-15-112,1 0 1,0 0-1,0 0 1,0 1-1,0-1 1,1 1-1,0 0 1,0-1-1,0 1 1,1 0-1,0 0 1,0 0-1,1 1 1,0-1-1,0 0 1,0 0-1,0 0 1,1 0-1,3 11 1,-2-13-6,1 0 1,-1-1 0,1 1-1,0-1 1,0 0 0,0 0 0,1 0-1,-1 0 1,1 0 0,-1-1 0,1 0-1,0 0 1,0 0 0,0 0 0,0 0-1,0-1 1,1 0 0,-1 0-1,0 0 1,9 1 0,-2-1-357,0 0 1,0 0-1,0-1 1,0 0-1,-1-1 1,1 0-1,18-5 0,-20 3-750,-1-1-1,0 0 0,0 0 1,0-1-1,12-10 0,9-9-4489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9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4068,'0'0'3795,"-8"1"-2246,5 0-1415,-1-1 0,0 1 1,1 1-1,-1-1 0,1 0 1,-1 1-1,1 0 1,0 0-1,0 0 0,0 0 1,0 0-1,0 1 1,0-1-1,0 1 0,1 0 1,0-1-1,-1 1 0,1 1 1,0-1-1,0 0 1,1 0-1,-1 1 0,1-1 1,-1 1-1,1-1 0,0 1 1,1 0-1,-2 6 1,1-4-19,0-1 0,0 1 0,0 0 0,1 0 0,-1 0 1,1 0-1,1 0 0,-1 0 0,1 0 0,0 0 1,4 11-1,-3-14-103,-1-1 0,1 1 0,0-1 1,-1 1-1,1-1 0,0 1 0,1-1 0,-1 0 1,0 0-1,1 0 0,-1 0 0,1-1 0,0 1 1,-1-1-1,1 1 0,0-1 0,0 0 0,0 0 1,0 0-1,0-1 0,0 1 0,0-1 0,0 1 1,5-1-1,-2 0-212,-1 0 1,1 0-1,0 0 1,-1-1 0,1 0-1,0 0 1,-1 0-1,8-3 1,-8 2-375,0-1 0,-1 0 0,1 0 1,-1 0-1,0 0 0,0 0 0,0-1 0,0 0 1,0 0-1,-1 0 0,1 0 0,-1-1 1,-1 1-1,4-7 0,10-24-3281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9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43 106 512,'-1'-11'2141,"1"9"-1789,-3-48 1293,3 48-1432,0 0-1,0 0 0,0 0 0,0 1 0,-1-1 0,1 0 0,-1 0 0,1 0 1,-1 1-1,0-1 0,1 0 0,-1 0 0,0 1 0,0-1 0,0 1 0,-1-1 1,1 1-1,0-1 0,0 1 0,-1 0 0,1 0 0,-1 0 0,1 0 0,-1 0 1,0 0-1,-2-1 0,3 2-131,0 1 0,1-1-1,-1 1 1,0-1 0,0 1 0,1-1 0,-1 1 0,0 0 0,1 0 0,-1-1 0,1 1-1,-1 0 1,1 0 0,-1-1 0,1 1 0,0 0 0,-1 0 0,1 0 0,0 0-1,0 0 1,-1 0 0,1 0 0,0 0 0,0-1 0,0 1 0,0 0 0,0 0 0,0 0-1,1 1 1,-1 39 1064,1-35-830,2 16-45,1 0-1,1 0 1,1 0 0,1-1-1,1 0 1,13 25-1,6 18-154,-24-53-110,-2-7 0,0 0 1,0-1-1,0 1 0,1 0 1,-1 0-1,1-1 1,0 1-1,0-1 0,5 7 1,1-45 207,-8 31-210,15-74 80,-14 73-78,1 0-1,0 0 1,-1 0-1,1 1 1,1-1 0,-1 0-1,1 1 1,0 0-1,0-1 1,0 1-1,0 0 1,1 1-1,4-5 1,-7 8-6,0-1 1,0 1 0,0-1 0,1 0-1,-1 1 1,0 0 0,1-1-1,-1 1 1,0 0 0,1 0-1,-1 0 1,0 0 0,1 0-1,-1 0 1,0 0 0,0 0-1,1 0 1,-1 1 0,0-1-1,1 0 1,-1 1 0,0-1 0,0 1-1,1 0 1,-1-1 0,0 1-1,0 0 1,0 0 0,0 0-1,0-1 1,0 1 0,0 0-1,0 0 1,-1 1 0,1-1-1,0 0 1,-1 0 0,1 0 0,0 0-1,-1 1 1,1 1 0,5 9-5,-1 0 1,0 0-1,3 17 1,-4-17 3,1 4-1278,-1 0 1,0 1-1,-1 0 1,-1-1-1,0 22 1,-2-33-4600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49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29 133 5477,'0'0'128,"-16"-73"353,10 45 672,2 9-416,1 10-449,3 5-96,0 6-256,9 9 32,5 3-1153,1-1-3331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0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78 7783,'0'0'2557,"-6"8"-1265,4-3-1238,-22 42 2046,23-45-2022,1 0 0,-1 0 1,1 0-1,-1 0 1,1 0-1,-1 0 0,1 0 1,0 1-1,0-1 0,0 0 1,1 0-1,-1 0 0,0 0 1,1 0-1,-1 0 0,1 0 1,0 0-1,0 0 0,-1 0 1,1 0-1,1-1 1,-1 1-1,0 0 0,0 0 1,3 2-1,3 2-33,1-1 0,-1 0 0,1-1 0,13 7 0,-18-10-37,0 1 0,0-1 1,0 0-1,0 0 0,0-1 0,0 1 1,0-1-1,0 1 0,0-1 0,0 0 1,0 0-1,0 0 0,0 0 1,0-1-1,0 0 0,0 1 0,4-3 1,-5 2-10,-1 0 1,1 0 0,-1 0 0,0 0-1,1 0 1,-1-1 0,0 1 0,0-1-1,0 1 1,0-1 0,0 1-1,0-1 1,-1 0 0,1 1 0,0-1-1,-1 0 1,1 1 0,-1-1 0,0 0-1,0 0 1,1 1 0,-1-1 0,0 0-1,-1 0 1,1 0 0,0 1-1,0-1 1,-1 0 0,1 0 0,-1 1-1,-1-4 1,1 1-4,-1 0 0,0-1 0,0 1-1,0 0 1,0 0 0,-1 0 0,1 0 0,-1 1-1,0-1 1,0 1 0,-5-4 0,-32-13-46,34 18 53,0 0-1,0-1 1,0 1 0,1-1-1,0 0 1,-1-1-1,1 1 1,0-1-1,0 0 1,-4-5 0,9 8-3,-1 0 1,1 1 0,0-1 0,-1 1-1,1-1 1,0 0 0,-1 0 0,1 1-1,0-1 1,0 0 0,0 0 0,-1 1 0,1-1-1,0 0 1,0 0 0,0 1 0,0-1-1,1 0 1,-1 0 0,0 1 0,0-1-1,0 0 1,1 1 0,-1-1 0,0 0-1,1 1 1,-1-1 0,0 0 0,1 1 0,0-2-1,24-12 42,32 3 15,-50 10-57,-1 0 0,1 1 0,-1 0 0,0 0 0,1 1 0,-1 0 0,0 0 0,1 0 0,-1 1 0,0 0 0,0 0 0,0 0 0,8 6 0,-7-3 0,-1 0 0,-1 0 0,1 0 0,-1 1 0,0 0 0,0 0 0,-1 1 0,0-1 0,0 1 0,6 14 0,19 51 6,-29-72 20,-4-31 6,2 24-30,1 0-1,0-1 1,0 1-1,0-1 1,1 1-1,0-1 1,1 1-1,-1-1 0,1 1 1,1-1-1,2-8 1,-2 12-2,-1 1 1,1 0-1,0-1 0,0 1 1,0 0-1,0 0 0,0 0 1,1 1-1,0-1 1,-1 1-1,1-1 0,0 1 1,0 0-1,0 0 0,0 0 1,1 0-1,-1 1 1,1-1-1,-1 1 0,1 0 1,-1 0-1,1 0 0,-1 0 1,7 0-1,-4 1-37,1 0 0,-1 0-1,0 0 1,0 0 0,1 1 0,-1 0 0,0 1-1,0-1 1,0 1 0,0 0 0,-1 1 0,1-1-1,-1 1 1,1 0 0,-1 1 0,0-1 0,0 1-1,0 0 1,-1 0 0,1 1 0,-1-1 0,0 1-1,0 0 1,-1 0 0,1 0 0,-1 1 0,0-1-1,-1 1 1,1 0 0,-1 0 0,0 0-1,1 9 1,1 6-3822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1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7559,'0'0'1004,"0"10"-929,0 78 1457,23 154 0,69 234 3587,29 182-3549,-94-465-1298,2 279 0,-29-455-254,1 64 33,-3 0 1,-4 0 0,-18 88-1,24-168 3,19-12 143,47-27-170,2 3 0,2 3-1,1 2 1,80-20-1,304-59 35,-424 102-57,967-171 321,90-20-148,-1040 188-235,-7 3-389,-1-3-1,1-1 1,59-26 0,-58 10-2303,-20-3-2193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1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9321,'0'0'1345,"64"53"-961,-26-25 385,5-2-96,5-1-289,3-1-160,2-2-128,-4-4-31,-1-2-33,-6-3 0,-6-4 0,-8-5-128,-6-4-2339,-9-4-2433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1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6054,'0'0'2610,"-10"7"-1323,10-7-1286,-7 5 290,1 0 1,0 0-1,0 1 0,0 0 0,1 0 1,0 0-1,0 1 0,1-1 1,-1 1-1,2 0 0,-7 15 0,-15 60 1500,3 0 0,-14 110 0,4 173-480,27-245-1404,15 193-1,-9-300-270,0-9-129,0 0 0,-1 0 0,1 1 0,-1-1 0,0 0 0,0 1 0,-2 4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3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3299,'7'-29'3990,"-5"23"634,-2 25-3047,0 53 804,3 129 1269,0-168-3417,1-1 0,2 0 0,0 0 0,14 35 0,-18-61-217,-1-1 0,1 0-1,1 0 1,-1 0 0,1 0-1,0 0 1,0 0 0,1-1 0,-1 1-1,1-1 1,0 0 0,0 0-1,0 0 1,1-1 0,-1 0-1,1 0 1,0 0 0,0 0 0,7 3-1,-6-5-3,0 0-1,-1 0 1,1-1 0,0 1-1,0-1 1,0 0-1,0-1 1,0 1-1,-1-1 1,1-1 0,0 1-1,-1-1 1,1 0-1,-1 0 1,1 0-1,-1-1 1,0 0-1,7-4 1,7-6-649,0-1 0,22-20 0,0-15-5961,-30 27 774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3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 7239,'0'0'7495,"81"-59"-6118,-23 36-448,7-4-384,7 0-225,-2 4-224,-8 4-64,-7 3 32,-19-2-640,-18-6-5830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4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2555 2819,'0'0'4025,"-7"3"-2979,-25 9-299,24-9 3407,13-6-4046,1 0 0,-1-1 0,0 0 0,0 0 0,0 0 1,0 0-1,-1-1 0,0 0 0,0 0 0,3-5 0,8-8 53,2025-2324 2802,-1895 2181-2941,-162 182-124,-43 52-4868,31-45-550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5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16 177 4388,'0'0'1858,"-4"-10"-940,2 5-849,1 1 51,-1 1 1,1-1 0,-1 0 0,1 0 0,0 0 0,0 0 0,1 0 0,-1-1 0,1 1-1,0 0 1,0 0 0,1 0 0,-1 0 0,1 0 0,0 0 0,0 0 0,0 0-1,0 0 1,1 0 0,-1 0 0,4-4 0,0 1 14,1 1 0,0-1 0,1 1 0,-1 1 0,1-1 0,0 1 0,0 0 0,1 1 0,14-7 0,-19 9-107,-1 1-1,0 0 1,1 1 0,-1-1-1,1 0 1,-1 1 0,0-1 0,1 1-1,0 0 1,-1 0 0,1 0-1,-1 0 1,1 0 0,-1 0-1,1 1 1,-1 0 0,0-1-1,1 1 1,-1 0 0,1 0 0,-1 0-1,0 0 1,0 0 0,0 1-1,0-1 1,0 1 0,0-1-1,0 1 1,0 0 0,0 0-1,-1 0 1,1 0 0,-1 0 0,0 0-1,1 0 1,-1 1 0,1 2-1,1 1 24,0 1-1,-1 0 0,0-1 0,-1 1 1,1 0-1,-1 0 0,0 0 0,-1 0 1,0 0-1,0 0 0,0 0 1,-1 0-1,0 0 0,0-1 0,-1 1 1,0 0-1,0 0 0,-1-1 1,0 1-1,-3 6 0,2-8-4,1-1 1,-1 1-1,0-1 1,0 1-1,0-1 0,0 0 1,-1-1-1,1 1 1,-1-1-1,0 0 0,0 0 1,-1 0-1,1-1 0,0 0 1,-1 0-1,0 0 1,1-1-1,-1 1 0,0-1 1,0-1-1,1 1 1,-1-1-1,0 0 0,-7-1 1,13 1-45,-1 0-1,0 0 1,1-1 0,-1 1 0,0 0 0,1 0-1,-1 0 1,0-1 0,1 1 0,-1 0 0,0-1 0,1 1-1,-1-1 1,1 1 0,-1 0 0,1-1 0,-1 1-1,1-1 1,-1 1 0,1-1 0,0 0 0,-1 1-1,1-1 1,0 1 0,-1-1 0,1 0 0,0 1 0,0-1-1,-1 0 1,1 1 0,0-1 0,0 0 0,0 1-1,0-1 1,0 0 0,0 0 0,0 1 0,0-1 0,0 0-1,1 1 1,-1-1 0,0 0 0,0 1 0,1-1-1,-1 1 1,0-1 0,1 0 0,0 0 0,18-31-86,36-26-4961,-21 28-2023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131 221 8712,'0'0'2226,"-6"-11"-843,1 3-1170,0-1 0,1 0 1,0 0-1,0 0 0,1 0 0,1-1 0,0 1 1,-2-11-1,4 15-175,-1 1 0,1-1 1,0 0-1,0 0 0,0 0 0,1 1 1,0-1-1,0 0 0,0 0 0,0 1 0,1-1 1,0 1-1,-1-1 0,2 1 0,-1 0 1,1 0-1,-1 0 0,1 0 0,0 0 0,0 0 1,7-5-1,-8 7-39,0 1 0,0-1 1,0 1-1,0 0 0,0 0 0,0 0 1,0 0-1,1 0 0,-1 0 0,0 1 0,1-1 1,-1 1-1,0-1 0,1 1 0,-1 0 1,0 0-1,1 0 0,-1 0 0,0 1 1,1-1-1,-1 0 0,0 1 0,5 1 0,-4 0 3,1 0-1,0 0 0,-1 1 0,1-1 0,-1 1 1,0 0-1,1 0 0,-2 0 0,1 0 0,0 1 1,-1-1-1,5 7 0,-5-5 4,1 1 0,-1-1 0,0 0 0,0 1-1,0-1 1,-1 1 0,0-1 0,0 1 0,1 10 0,-2-13-1,0 0 0,-1-1 0,1 1 0,0 0 1,-1 0-1,1 0 0,-1 0 0,0-1 0,0 1 0,0 0 0,-1-1 0,1 1 0,-1-1 0,1 1 1,-1-1-1,0 1 0,0-1 0,1 0 0,-4 2 0,-3 1-2,0 1 0,-1-2-1,1 1 1,-1-1 0,0 0 0,0-1 0,-1 0-1,1-1 1,-1 0 0,0 0 0,1-1-1,-1 0 1,0-1 0,0 0 0,1 0 0,-1-1-1,-14-3 1,21 2-256,-1 0 0,1-1 0,1 1 0,-1 0 0,0-1 1,0 0-1,1 0 0,0 0 0,0 0 0,-1 0 0,2 0 0,-1 0 0,0-1 0,1 1 0,-1 0 0,1-1 0,0 0 1,0 1-1,1-1 0,-1 0 0,1 1 0,-1-5 0,-1-37-6040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6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39 188 8232,'-5'-9'2194,"0"1"-1809,0 0 0,1 0 0,0-1 0,1 1 0,-1-1 0,2 0 0,-4-18 0,6 25-351,0-1 1,-1 1 0,1-1 0,1 0 0,-1 1-1,0-1 1,0 1 0,1-1 0,0 1-1,-1 0 1,1-1 0,0 1 0,0-1 0,0 1-1,0 0 1,1 0 0,-1 0 0,1 0-1,-1 0 1,1 0 0,0 0 0,0 0 0,0 1-1,0-1 1,0 1 0,0-1 0,0 1-1,0 0 1,0 0 0,1 0 0,-1 0 0,1 0-1,-1 0 1,0 1 0,1-1 0,-1 1-1,1-1 1,4 1 0,-3 0-27,1-1-1,0 1 1,-1 0-1,1 1 1,-1-1 0,1 1-1,0 0 1,-1 0-1,1 0 1,-1 0 0,0 1-1,1 0 1,-1 0-1,0 0 1,0 0-1,0 1 1,3 3 0,-4-4-2,-1 0 0,0 0 1,0 1-1,-1-1 0,1 1 1,0-1-1,-1 1 0,0-1 1,1 1-1,-1 0 0,0 0 1,0-1-1,-1 1 0,1 0 1,-1 0-1,1 0 0,-1 0 1,0 0-1,0 0 0,0 0 1,0 0-1,-1 0 0,1 0 1,-1 0-1,0-1 0,0 1 1,0 0-1,-2 3 0,0-2 5,0 1-1,0-1 1,0-1-1,-1 1 1,0 0-1,1-1 1,-1 0-1,-1 0 1,1 0-1,0 0 0,-1-1 1,1 0-1,-1 0 1,0 0-1,0 0 1,0-1-1,0 0 1,0 0-1,0 0 1,0 0-1,0-1 1,0 0-1,0 0 0,-6-1 1,10 0-11,-1 1 1,1 0-1,-1-1 0,1 0 0,-1 1 1,1-1-1,0 0 0,-1 0 1,1 0-1,0 0 0,-1 0 0,1 0 1,0 0-1,0 0 0,0-1 1,0 1-1,0 0 0,0-1 0,1 1 1,-1 0-1,0-1 0,1 1 1,-1-1-1,1 1 0,-1-1 1,1 0-1,0 1 0,-1-1 0,1 1 1,0-1-1,0 0 0,0 1 1,0-1-1,1-2 0,0-3-418,-1-1 0,1 1 1,1-1-1,0 1 0,0 0 0,4-9 0,13-22-4050,5-3-2024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6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72 104 5669,'0'0'4581,"1"-8"-3386,1 0-734,0-1-1,0 1 0,1 0 0,0 0 0,7-12 0,-9 18-414,0 0 1,0 0-1,0 0 0,1 0 1,-1 0-1,0 0 0,1 0 1,-1 1-1,1-1 1,0 0-1,-1 1 0,1-1 1,0 1-1,0 0 0,0 0 1,0 0-1,0 0 0,0 0 1,1 0-1,-1 0 1,0 1-1,0-1 0,1 1 1,-1-1-1,0 1 0,0 0 1,1 0-1,-1 0 0,0 0 1,1 0-1,2 1 1,-5 0-44,1 0 0,0 0 0,-1-1 0,1 1 0,-1 0 0,1 0 0,-1 0 0,1 0 0,-1 0 0,0 0 1,1 0-1,-1 0 0,0 0 0,0 0 0,1 0 0,-1 0 0,0 0 0,0 0 0,0 0 0,0 0 1,-1 0-1,1 0 0,0 0 0,0 0 0,-1 0 0,1-1 0,-1 2 0,-8 27 81,1-18-60,1 0 0,-1-1 0,-1 0 0,0-1 0,-11 10 0,15-14-22,-1-1 0,1 0 0,-1 0-1,0-1 1,1 0 0,-1 0 0,-1 0 0,1-1-1,0 1 1,-1-2 0,-10 3 0,17-4-68,-1 0 1,1 0-1,-1-1 1,1 1-1,-1 0 0,1 0 1,-1 0-1,1-1 1,0 1-1,-1 0 1,1-1-1,-1 1 1,1 0-1,0-1 0,-1 1 1,1 0-1,0-1 1,-1 1-1,1-1 1,0 1-1,0 0 0,-1-1 1,1 1-1,0-1 1,0 1-1,0-1 1,0 1-1,-1-1 1,1 1-1,0-1 0,0 1 1,0-1-1,0 1 1,0-1-1,0 1 1,1-1-1,-1 1 0,0-1 1,0 1-1,0-1 1,0 1-1,1-1 1,-1 0-1,1-4-866,0-24-4006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7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40 126 9353,'0'0'2183,"7"-7"-1377,-3 4-728,-1-1 0,1 1-1,0-1 1,0 1 0,0 0-1,0 1 1,1-1 0,-1 1-1,1 0 1,0 0-1,-1 0 1,1 1 0,0-1-1,0 1 1,0 0 0,0 1-1,0-1 1,0 1 0,0 0-1,0 0 1,10 2 0,-15-2-68,1 0 0,0 0 0,-1 0 0,1 1 0,0-1 0,-1 0 0,1 0 0,0 0 0,0 1 0,-1-1 0,1 0 0,-1 1 0,1-1 1,0 1-1,-1-1 0,1 1 0,-1-1 0,1 1 0,-1-1 0,1 1 0,-1-1 0,0 1 0,1 0 0,-1-1 0,0 1 0,1 0 0,-1-1 0,0 1 1,0 0-1,0-1 0,1 1 0,-1 0 0,0 0 0,0-1 0,0 1 0,0 0 0,0-1 0,0 1 0,0 0 0,-1 0 0,1-1 0,0 1 0,0 0 0,-1 1 1,0 0 29,0-1 1,0 1-1,0 0 1,0 0 0,-1-1-1,1 1 1,-1-1 0,1 1-1,-1-1 1,1 1-1,-1-1 1,0 0 0,1 0-1,-3 1 1,-5 2 10,-1-1 0,1 0 0,0-1 1,-1 0-1,0-1 0,1 0 0,-1 0 0,0-1 0,0 0 1,1-1-1,-11-1 0,18 1-47,1 1-1,0 0 1,0-1 0,0 1-1,0-1 1,0 1 0,0-1-1,0 0 1,0 1 0,0-1-1,0 0 1,0 0 0,0 0-1,0 0 1,0 1 0,1-1-1,-1 0 1,0-1 0,1 1-1,-1 0 1,1 0 0,-1 0-1,1 0 1,-1 0 0,1 0-1,0-1 1,0 1 0,-1 0-1,1 0 1,0-1 0,0 1-1,0 0 1,1 0 0,-1 0-1,0-1 1,0 1 0,1 0-1,-1 0 1,1-3 0,1 0-59,0-1 0,0 0 0,1 1 0,-1-1 0,1 1 0,0 0 1,0-1-1,5-3 0,21-20-2022,6-2-2161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7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93 8072,'0'0'533,"3"-10"599,-2 9-1124,0-3 166,-1 0 0,2 0 1,-1 1-1,0-1 1,1 0-1,-1 1 1,1-1-1,0 1 1,0 0-1,1 0 0,-1 0 1,1 0-1,-1 0 1,1 0-1,0 0 1,0 1-1,0 0 1,0-1-1,1 1 0,-1 0 1,1 1-1,-1-1 1,1 1-1,-1-1 1,1 1-1,0 0 0,0 0 1,5 0-1,-7 1-155,0 0 0,0 0-1,0 0 1,0 0 0,1 0-1,-1 0 1,0 1 0,0-1-1,0 1 1,0-1 0,0 1 0,0 0-1,0 0 1,0 0 0,0 0-1,0 0 1,0 0 0,-1 0-1,1 1 1,0-1 0,-1 1-1,1-1 1,-1 1 0,0 0-1,1-1 1,-1 1 0,0 0-1,0 0 1,0 0 0,0 0 0,-1 0-1,1 0 1,0 0 0,-1 0-1,0 0 1,1 0 0,-1 0-1,0 1 1,0-1 0,0 0-1,0 0 1,0 0 0,-1 0-1,1 1 1,-2 2 0,1-2-6,0 0-1,0 0 1,0 0 0,-1-1-1,1 1 1,-1 0 0,1-1 0,-1 1-1,0-1 1,0 0 0,0 1-1,-1-1 1,1 0 0,0 0 0,-1-1-1,1 1 1,-1 0 0,0-1 0,1 0-1,-1 1 1,0-1 0,-6 1-1,2 1 13,-1-1-1,0 0 0,-1-1 0,1 0 0,0 0 0,0 0 0,-12-2 1,18 1-24,1 0 1,0 0 0,0 0 0,-1 0-1,1 0 1,0-1 0,0 1 0,-1 0-1,1-1 1,0 1 0,0-1 0,0 0 0,0 1-1,0-1 1,0 0 0,0 1 0,0-1-1,0 0 1,0 0 0,0 0 0,0 0-1,1 0 1,-1 0 0,0 0 0,0-2-1,0 1-7,1 0 0,0 0 0,0 0 0,0 0 0,0 0 0,0 0 0,0 0 0,1 0 0,-1 0 0,0 0 0,1 0-1,0 0 1,-1 0 0,2-1 0,3-7-1249,0 1 0,1 0 0,0 1 0,12-15 0,6-2-5242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7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113 141 8104,'0'0'501,"4"-8"338,-2 4-740,-1 1 78,0 0 0,0 0 1,1 0-1,0 0 0,-1 0 0,1 0 0,0 0 0,0 0 1,1 1-1,-1-1 0,1 1 0,-1 0 0,1 0 1,0-1-1,0 2 0,0-1 0,0 0 0,0 1 0,0-1 1,0 1-1,0 0 0,7-1 0,-10 2-168,1 0 0,-1 0-1,1 0 1,-1 0 0,1 1-1,-1-1 1,0 0 0,1 0 0,-1 1-1,0-1 1,1 0 0,-1 0-1,0 1 1,1-1 0,-1 0 0,0 1-1,0-1 1,1 0 0,-1 1-1,0-1 1,0 1 0,0-1 0,0 1-1,1-1 1,-1 0 0,0 1-1,0-1 1,0 1 0,0-1-1,0 1 1,0-1 0,0 0 0,0 1-1,0-1 1,0 1 0,-1-1-1,1 1 1,0-1 0,0 0 0,0 1-1,0-1 1,-1 1 0,1-1-1,0 0 1,0 1 0,-1-1 0,1 0-1,0 1 1,-1-1 0,1 1-1,-15 20 242,1-10-136,0-1 1,-1-1-1,-17 9 0,28-15-105,0-1 1,-1 0-1,1 0 0,-1-1 0,1 1 1,-1-1-1,0 0 0,0 0 0,1-1 0,-1 1 1,0-1-1,0 0 0,0 0 0,1-1 1,-1 0-1,-5 0 0,9 0-6,0 0 1,1 0-1,-1 0 0,0 0 1,0 0-1,1 0 0,-1 0 1,1 0-1,-1-1 0,1 1 1,-1 0-1,1 0 0,0 0 1,-1-1-1,1 1 0,0 0 1,0 0-1,0-1 0,0 1 0,0 0 1,0 0-1,0-1 0,0 1 1,1 0-1,-1 0 0,1 0 1,-1-1-1,1 0 0,15-35-142,-7 25-838,1 0-1,1 1 0,18-14 0,-10 7-2099,9-7-3729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8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1 173 6790,'0'0'1468,"1"-10"-480,1 4-745,-1-1 1,1 0-1,0 1 0,1-1 1,-1 1-1,1 0 0,1 0 0,4-7 1,-6 10-158,0 0 0,1 1 1,-1-1-1,1 0 1,0 1-1,0 0 0,0 0 1,0 0-1,0 0 1,0 0-1,0 1 0,1-1 1,-1 1-1,1 0 1,-1 0-1,1 0 0,0 0 1,-1 1-1,1-1 0,4 1 1,-4 0-85,-1 1-1,0-1 1,0 1 0,0 0-1,0 0 1,0 0-1,0 0 1,0 0 0,-1 1-1,1-1 1,0 1 0,-1 0-1,1 0 1,-1 0 0,3 3-1,-3-4 3,-1 0 0,0 0 0,0 1-1,0-1 1,0 1 0,0-1 0,0 1-1,0-1 1,0 1 0,0 0 0,-1-1-1,1 1 1,-1 0 0,0-1 0,1 1-1,-1 0 1,0 0 0,0-1 0,0 1-1,0 0 1,0 0 0,0 0-1,-1-1 1,1 1 0,-1 0 0,1 0-1,-1-1 1,1 1 0,-2 1 0,0-1 10,1 0 0,-1 0 0,0-1 0,0 1 0,0 0 0,0-1 0,0 0 0,0 1 0,-1-1 0,1 0 0,0 0 0,-1 0 0,1-1 1,-1 1-1,1 0 0,-1-1 0,-4 1 0,-50 1 122,45-3-120,10 2-14,1-1 0,-1 0 0,0 0 0,1 0 0,-1 0 0,1-1 0,-1 1 0,1 0 0,-1 0 0,1-1 0,0 1-1,-1-1 1,1 0 0,-1 1 0,1-1 0,0 0 0,-1 0 0,1 0 0,0 0 0,0 0 0,0 0 0,0 0 0,0 0 0,0 0-1,0 0 1,0-1 0,0 1 0,1 0 0,-1-1 0,0 1 0,1-1 0,-1 1 0,1-1 0,0 1 0,-1-3 0,1 1-3,0 0 0,0 0 0,1 0 0,-1 1 0,1-1 0,-1 0 0,1 0 1,0 1-1,0-1 0,0 1 0,0-1 0,1 0 0,-1 1 0,1 0 0,0-1 1,-1 1-1,5-4 0,49-42-4067,-23 19-1996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4:58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24 152 5733,'0'0'732,"0"-10"314,0 1-964,0-1 289,0-1 0,0 1 0,1-1 0,1 1 0,-1 0 0,5-12 0,-5 19-322,0 0 0,0 0 0,1 1 1,-1-1-1,1 0 0,0 1 0,0-1 0,0 1 0,0-1 1,0 1-1,0 0 0,1 0 0,-1 0 0,1 0 1,-1 1-1,1-1 0,0 1 0,-1-1 0,1 1 1,0 0-1,0 0 0,0 0 0,0 1 0,0-1 1,0 1-1,0-1 0,1 1 0,4 0 0,-7 1-48,1-1 0,-1 0 0,0 1 0,1-1-1,-1 1 1,1-1 0,-1 1 0,0 0 0,1-1 0,-1 1 0,0 0-1,0 0 1,0 0 0,1 0 0,-1 0 0,0 0 0,0 1-1,-1-1 1,1 0 0,0 0 0,0 1 0,-1-1 0,1 0-1,0 1 1,-1-1 0,1 1 0,-1-1 0,0 1 0,0-1-1,1 1 1,-1-1 0,0 1 0,0-1 0,0 1 0,-1-1-1,1 1 1,-1 1 0,1 2 12,0 1 0,-1-1 0,0 0 1,0 0-1,0 0 0,0-1 0,-1 1 0,0 0 0,0 0 0,-4 5 0,2-4 1,-1 0-1,0-1 0,0 0 0,0 0 0,0 0 1,-1-1-1,0 0 0,0 0 0,0 0 0,0-1 1,0 1-1,-1-2 0,0 1 0,1-1 0,-1 0 1,-13 2-1,20-4-12,-1 0-1,1 0 1,-1-1 0,1 1 0,0 0 0,-1 0 0,1-1 0,0 1 0,-1 0 0,1-1-1,0 1 1,0 0 0,-1-1 0,1 1 0,0 0 0,0-1 0,-1 1 0,1-1-1,0 1 1,0 0 0,0-1 0,0 1 0,0-1 0,0 1 0,0-1 0,0 1-1,0-1 1,0 1 0,0 0 0,0-1 0,0 1 0,0-1 0,0 1 0,0-1 0,0 1-1,1 0 1,-1-1 0,0 1 0,0-1 0,0 1 0,1 0 0,-1-1 0,0 1-1,1 0 1,-1-1 0,0 1 0,1 0 0,-1 0 0,1-1 0,14-21 35,57-44-1232,-46 40-3011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03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1 259 1185,'0'0'4116,"7"-2"-3417,173-44 2491,201-53-609,-339 87-2491,60-18 65,2 4 0,129-15 0,-219 39-184,5 1 148,-41 11-363,-13-3-4326,16-7-790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04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6182,'0'0'6038,"6"0"-5665,21 2-60,0 2-1,-1 1 1,1 2 0,-1 0-1,35 15 1,0-1-187,-41-15 0,-12-4-124,-1 0 0,0 0-1,0 0 1,0 1 0,0 0 0,8 5 0,-14-7 31,0 0 0,1 0 0,-1 0 0,0 0 0,0 0 0,-1 0 0,1 1 0,0-1 0,0 0 0,0 1 0,-1-1 0,1 0 0,-1 1 0,1-1 0,-1 0 0,0 1 0,1-1 0,-1 1 0,0-1 0,0 1 0,0-1 0,0 1 0,0-1 0,0 1 0,-1-1 0,1 1 0,0-1 0,-1 0 0,1 1 0,-1-1 0,1 1 0,-1-1 0,0 0 0,0 0 0,1 1 0,-1-1 0,-2 2 0,-9 15 194,-26 40-235,3 1 0,-35 83 0,51-95-3040,2-9-3753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50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5445,'0'0'609,"46"2"-289,-13 0 385,9-2 320,14 0 320,10 0-160,9-7-480,6-1-353,3-1-192,-3 0-96,-7 3 0,-9 0-32,-10 2-32,-13 1-96,-12 0-1025,-9-1-1890,-12-2-1121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5:51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4 3235,'0'0'3838,"-8"-2"-2861,4 2-892,1-1 0,-1 1 0,0 0-1,1 0 1,-1 0 0,1 0 0,-1 1-1,0 0 1,1 0 0,-1 0 0,1 0 0,-1 0-1,1 0 1,0 1 0,-1 0 0,1 0-1,0 0 1,0 0 0,0 0 0,1 1 0,-1-1-1,1 1 1,-1-1 0,-3 7 0,-126 142 1769,54-59-1739,77-91-110,0 0 0,0-1-1,0 1 1,1 0-1,-1 0 1,0 0-1,0 0 1,1 0-1,-1 0 1,1 0-1,-1 0 1,1 0 0,-1 1-1,1-1 1,0 0-1,0 0 1,-1 0-1,1 0 1,0 2-1,1-2 2,-1-1-1,0 1 1,1-1-1,-1 1 1,1-1-1,-1 1 0,1-1 1,-1 1-1,1-1 1,0 0-1,-1 1 1,1-1-1,-1 0 1,1 1-1,0-1 0,-1 0 1,1 0-1,0 0 1,-1 0-1,1 0 1,0 1-1,0-1 0,-1 0 1,2-1-1,60-7 258,-42 5-213,41-5 93,70-12-3206,-66 8-4005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8:1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342 278 2626,'0'0'2755,"1"-7"-2328,0-4-429,4-66 2178,-5 73-1964,0 0 0,0 0 0,0 0 0,-1 0-1,1 0 1,-1 0 0,0 1 0,-1-1 0,1 0 0,0 0 0,-1 1 0,0-1 0,0 1 0,0-1-1,0 1 1,-6-6 0,6 8-190,-1-1-1,0 1 1,0-1-1,0 1 1,-1 0-1,1 1 1,0-1-1,0 0 1,-1 1-1,1 0 1,0-1-1,0 1 1,-1 1-1,1-1 1,0 0-1,0 1 1,-1 0-1,1 0 1,0 0-1,0 0 1,0 0-1,0 0 1,-4 3-1,-10 5-19,0 1-1,-26 20 1,33-22 38,-4 2-37,2 0-1,-1 1 1,2 1 0,-1 0 0,2 0 0,0 1-1,0 1 1,1 0 0,1 0 0,0 0 0,1 1-1,0 0 1,2 1 0,-1-1 0,2 1 0,0 0-1,1 1 1,1-1 0,0 0 0,2 28 0,-1-19-1,2-1 0,1 0 0,1 1 0,1-1 0,13 43 0,-12-53 1,1-1-1,0 1 0,1-1 0,0 0 1,1-1-1,1 1 0,0-2 0,0 1 0,1-1 1,22 18-1,-14-15 102,1-1 0,0-1 0,1-1 0,0-1 0,1 0 0,0-2-1,0 0 1,1-2 0,-1 0 0,2-2 0,-1 0 0,0-1 0,46-1 0,-57-2-11,1 0 0,-1-2 0,1 1 0,-1-1 0,0-1 0,1 0 0,-1 0 0,0-2 0,-1 1 0,1-1 0,-1 0 1,0-1-1,0-1 0,-1 1 0,0-1 0,0-1 0,0 0 0,-1 0 0,0-1 0,-1 0 0,0 0 0,-1 0 0,1-1 0,-2 0 0,1-1 0,-2 1 0,1-1 0,4-18 0,-2-1-81,-2 1 0,-1-1 0,-1 0 0,-2 0 0,-1 0 0,-1 0-1,-1 0 1,-2 0 0,-1 0 0,-2 1 0,0 0 0,-2 0 0,-1 1 0,-2 0 0,0 0-1,-2 2 1,-1 0 0,-1 0 0,-1 1 0,-2 1 0,-39-40 0,50 56-244,-1 0 0,0 1 0,0 0 0,0 0 0,-1 1 0,0 1 0,0-1 0,0 2 0,-13-5 0,2 4-816,1 0 0,-1 2-1,-42-2 1,28 3-2977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8:21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1409,'0'2'89,"1"0"-1,-1 0 0,1 0 0,0 0 0,0-1 1,0 1-1,0 0 0,0 0 0,0-1 1,0 1-1,0-1 0,1 1 0,-1-1 1,1 0-1,-1 1 0,1-1 0,-1 0 0,1 0 1,0 0-1,0 0 0,-1 0 0,1-1 1,0 1-1,0 0 0,0-1 0,0 1 0,0-1 1,0 0-1,3 0 0,77 7 1133,-58-6-1053,911 0 2689,34 3-1486,258 43 1552,-1167-45-2894,904-4 2174,-667-2-1528,-138-4-291,-159 8-443,-5-11-7083,-6-5-231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8:22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882 53 2210,'-11'-3'107,"-30"-9"746,0 2-1,0 2 1,-81-5 0,97 15-641,1 0 0,-1 1 0,1 1 0,0 2 1,0 0-1,1 2 0,0 0 0,0 2 0,1 0 0,0 2 0,1 0 0,1 2 0,-29 22 1,22-13 52,2 1 0,0 1-1,1 1 1,1 1 0,2 1 0,1 1 0,1 1 0,-27 57 0,37-65-158,1-1-1,1 1 0,1 0 0,0 0 0,2 1 1,1 0-1,1 0 0,1 0 0,0 0 0,2 0 1,1 0-1,7 33 0,-7-44-90,2 0 0,0 0 0,0 0 0,1-1 0,0 1 1,1-1-1,0 0 0,1-1 0,0 0 0,1 0 0,0 0 0,0-1 0,1 0 0,1-1 0,-1 0 1,1 0-1,1-1 0,-1 0 0,1-1 0,0 0 0,1-1 0,-1 0 0,1-1 0,14 3 1,-1-2 120,0-1 0,0-1 1,1-1-1,-1-2 0,1 0 1,-1-2-1,0-1 0,0-1 1,0-1-1,0-1 0,-1-1 1,0-1-1,43-21 0,-29 9-15,-1 0-1,-1-3 0,-2-1 1,0-2-1,-2-1 0,0-1 1,43-52-1,-60 62-108,-2 0 0,0-1 0,-1 0 0,-1-1 0,-1-1 0,0 1-1,-2-1 1,-1-1 0,0 0 0,-1 0 0,-2 0 0,4-45 0,-7 52-7,-2-1 0,1 1 0,-2-1 0,0 1 0,-1 0 0,0 0 0,-1 0 0,-1 0 0,0 0 0,-1 1 0,-1 0 0,0 0 0,-1 1 0,-1 0 0,1 0 0,-2 1 0,0 0 0,-1 1 0,-21-18 0,19 19-222,0 1 0,-1 0 1,-1 1-1,1 1 0,-1 1 0,-1 0 0,1 0 0,-1 2 0,0 0 1,-29-3-1,-9 2-2154,-103 6 1,131 0 1763,-38 1-5384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8:23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87 1505,'0'0'4164,"0"-7"-2979,2-40 876,-2 29 379,-3 40-657,-9 80-1265,-5 78 206,15-148-660,2 0 1,2 0-1,8 50 1,-8-74-56,0 1 1,0-1-1,1 0 1,0 0-1,0 0 0,1-1 1,5 9-1,-8-14-5,0-1 0,0 0 0,0 1-1,0-1 1,0 0 0,0 0 0,1 0 0,-1 0-1,0 0 1,1 0 0,-1 0 0,0 0-1,1 0 1,-1-1 0,1 1 0,0-1 0,-1 1-1,1-1 1,-1 1 0,1-1 0,0 0-1,-1 0 1,1 0 0,0 0 0,-1 0 0,1 0-1,0-1 1,-1 1 0,1 0 0,-1-1 0,1 1-1,-1-1 1,1 0 0,-1 1 0,1-1-1,-1 0 1,1 0 0,-1 0 0,0 0 0,1 0-1,-1 0 1,0 0 0,0-1 0,1 0-1,25-28 18,-2-2 0,0 0 1,-3-1-1,0-1 0,26-59 0,-21 40-41,100-202 357,-127 254-315,0 1 0,0-1 0,1 1 1,-1 0-1,0-1 0,0 1 0,0 0 1,0-1-1,0 1 0,0-1 0,0 1 1,1 0-1,-1-1 0,0 1 0,0 0 1,1-1-1,-1 1 0,0 0 0,0 0 1,1-1-1,-1 1 0,0 0 0,1 0 1,-1 0-1,0-1 0,1 1 0,-1 0 1,0 0-1,1 0 0,-1 0 0,0 0 1,1-1-1,-1 1 0,1 0 0,-1 0 1,0 0-1,1 0 0,-1 0 0,1 1 1,4 17 269,-4 44-184,-1-50 102,-1 29 36,2 0 1,2 1 0,2-1-1,1-1 1,16 54 0,-18-82-275,0-1 1,1 0-1,1 0 0,-1 0 1,2-1-1,0 1 1,0-2-1,0 1 1,17 15-1,-17-19-72,1 0 1,0-1-1,0 0 0,1 0 0,-1-1 1,1 0-1,0 0 0,0-1 0,1 0 0,-1-1 1,1 0-1,-1 0 0,20 0 0,-14-1-757,0-1 0,-1-1-1,1 0 1,0-1 0,0 0-1,-1-1 1,1-1 0,-1 0-1,15-7 1,31-18-5538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8:24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6854,'0'0'1511,"9"0"-924,803-100 3278,-790 97-3852,0-1-5,0 0 0,0-1 1,-1-1-1,24-10 0,-44 16-7,0 0 1,0-1-1,0 1 0,0 0 1,0-1-1,0 1 1,0-1-1,0 1 0,0-1 1,-1 0-1,1 1 1,0-1-1,0 0 1,-1 1-1,1-1 0,-1 0 1,1 0-1,0 0 1,-1 0-1,0 1 0,1-1 1,-1 0-1,1 0 1,-1-2-1,0 2-4,0 0 0,-1 0 0,1 0 0,-1 0 0,1 0 0,-1 0 0,1 1 0,-1-1 0,0 0 0,1 0 0,-1 0 0,0 1 0,0-1 0,0 0 0,1 1 0,-1-1 1,0 1-1,-2-2 0,-48-17-256,50 19 251,-153-27-339,227 20 384,-60 7-21,1 0 0,-1 1 1,0 1-1,1 0 0,-1 1 0,0 0 0,13 5 1,-22-6-10,0 0 1,0 0-1,0 0 1,0 1 0,0 0-1,0-1 1,-1 1 0,1 0-1,-1 1 1,0-1-1,0 0 1,0 1 0,0 0-1,-1 0 1,1 0 0,-1 0-1,0 0 1,0 0-1,-1 1 1,1-1 0,-1 0-1,0 1 1,0 0 0,0 5-1,-1-1 10,0 1-1,-1-1 1,0 1-1,0-1 1,-1 0-1,0 1 1,-1-1-1,0 0 1,-1 0-1,0-1 1,0 1-1,0-1 1,-1 0-1,-1 0 1,1 0-1,-1-1 1,-1 0-1,1 0 1,-13 10-1,1-3-27,0 0 0,0-2 0,-1 0-1,-1 0 1,0-2 0,0-1 0,-30 10-1,37-16-272,6-3-1016,22-20-9949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8:24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1 270 8552,'0'0'4356,"1"9"-4196,4 28 347,18 62 1,-20-87-466,1-2 0,0 1 0,0 0 0,1-1 1,0 0-1,1 0 0,0 0 0,1-1 1,0 0-1,16 16 0,-20-22-36,1-1-1,-1 0 1,0 1 0,1-1-1,-1-1 1,1 1-1,0 0 1,0-1 0,-1 0-1,1 0 1,0 0-1,0 0 1,0-1 0,0 0-1,0 0 1,0 0-1,0 0 1,0 0 0,0-1-1,0 0 1,0 1-1,0-2 1,0 1 0,0 0-1,-1-1 1,8-3-1,6-6 26,-1 0-1,0-1 0,0-1 0,19-21 0,21-16 10,-55 50-40,-1-1 1,1 1-1,0-1 1,0 1-1,-1 0 0,1-1 1,0 1-1,0 0 1,0 0-1,0-1 1,0 1-1,0 0 1,-1 0-1,1 0 1,0 0-1,0 0 1,0 0-1,0 0 0,0 1 1,0-1-1,-1 0 1,1 0-1,0 1 1,0-1-1,0 0 1,0 1-1,-1-1 1,1 1-1,0-1 0,-1 1 1,1-1-1,0 1 1,-1 0-1,1-1 1,0 1-1,-1 0 1,1 0-1,-1-1 1,1 1-1,-1 0 0,0 0 1,1 0-1,-1 1 1,17 48 215,-11-28 23,-2-13-203,-1 0 0,1-1 0,1 1 0,0-1 0,0 0 0,0 0 0,1-1 0,10 11 0,-12-14-19,1-1-1,0 1 1,0-1-1,0 0 0,0 0 1,0-1-1,0 0 1,1 0-1,-1 0 1,1 0-1,0-1 1,0 0-1,-1 0 1,13 0-1,-3-1 37,0-1-1,0 0 1,0-2-1,0 1 1,0-2-1,-1 0 1,1-1-1,-1 0 1,0-1 0,0 0-1,-1-2 1,0 1-1,0-2 1,-1 1-1,0-2 1,12-11-1,-12 9-14,-1-1-1,1 0 0,-2 0 0,0-1 1,-1-1-1,0 0 0,-1 0 0,-1 0 1,0-1-1,-1 0 0,-1-1 0,-1 1 1,0-1-1,2-18 0,-5 19 5,0 1 0,-1-1 0,0 0 0,-2 0 0,0 0 0,0 1 0,-1-1 0,-1 1 0,-7-18 0,8 27-118,0 0 1,0 0-1,0 0 1,0 0-1,-1 1 1,0 0-1,0-1 1,0 1-1,-1 1 1,0-1-1,0 1 1,0 0-1,0 0 1,-1 0-1,0 1 1,1 0-1,-1 0 1,0 0-1,-1 1 1,1 0-1,0 0 1,-1 0-1,1 1 1,-11-1-1,-3 0-2961,6-2-3151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10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4260,'-5'49'8408,"3"-32"-5787,-28 202-1866,15-127-33,-5 153 1,20-232-723,-1 2 3,1-1 0,1 1-1,0-1 1,1 0 0,6 24 0,-6-34-3,-1-1 1,0 1 0,1-1-1,0 0 1,0 0-1,0 0 1,0 0-1,0 0 1,1 0-1,-1-1 1,1 1-1,0-1 1,0 1-1,0-1 1,0 0-1,0 0 1,0-1-1,0 1 1,1-1-1,-1 1 1,1-1-1,-1 0 1,1 0 0,-1-1-1,1 1 1,-1-1-1,8 0 1,0 0-151,1 0 0,-1-1 0,0-1 0,1 0 1,-1 0-1,0-1 0,0-1 0,-1 0 0,1 0 1,14-9-1,-15 7-1097,0 0 0,-1-1 0,1 0 1,-1-1-1,16-17 0,-6 0-3397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10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 8776,'0'0'2114,"62"-5"-1313,-27-2-192,10-4-129,7-1-128,7-2-191,6-1-129,2 1 0,1 0-32,-5-4-1121,-2 0-2499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11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1 167 2723,'0'0'7265,"8"-1"-6870,250-16 3550,783-108-3299,-1039 125-812,14-4-844,-16 4 907,1 0 0,-1 0 0,0 0 0,0 0 1,1-1-1,-1 1 0,0 0 0,0 0 0,1 0 0,-1 0 0,0-1 0,0 1 0,0 0 1,1 0-1,-1 0 0,0-1 0,0 1 0,0 0 0,0 0 0,1-1 0,-1 1 0,0 0 1,0-1-1,0 1 0,0 0 0,0 0 0,0-1 0,0 1 0,0 0 0,0-1 0,0 1 1,0 0-1,0-1 0,0 1 0,0 0 0,0 0 0,0-1 0,0 1 0,0 0 0,-1 0 1,1-1-1,0 1 0,0 0 0,0 0 0,0-1 0,-1 1 0,1 0 0,0 0 0,-1-1 1,-8-6-3363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11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6150,'0'0'1537,"8"-1"-1248,9 2 156,-1 0 0,1 1 1,-1 0-1,0 2 1,22 6-1,89 37 1686,-73-26-2231,-14-5-193,-5-2 573,57 15 1,-78-26-1064,-1-1 0,0 0 0,1-1 0,21-1 1,-34 0 586,0 0 0,0 0 0,0-1 0,0 1 0,0 0 0,0 0 0,0-1 0,0 1 0,0 0 0,0-1 0,0 1 1,0-1-1,-1 1 0,1-1 0,0 0 0,0 1 0,0-1 0,-1 0 0,2-1 0,7-8-3669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12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1 3203,'0'0'5093,"-56"20"-3588,29 2 321,-8 7-641,-7 7-64,-6 7-608,-4 3-321,-2 3-192,-1-1 32,5-6-769,8-9-3106,10-13-4806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13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366 133 5541,'3'-9'1020,"-1"0"-1,0 0 1,0-1 0,-1 1-1,0-1 1,-1-11-1,0 19-934,0-1-1,-1 1 1,1 0-1,-1-1 1,0 1 0,0 0-1,0 0 1,0 0-1,0 0 1,0 0-1,-1 0 1,1 0-1,-1 0 1,1 0-1,-1 0 1,0 1-1,0-1 1,0 1-1,1-1 1,-1 1 0,-1 0-1,1 0 1,0 0-1,0 0 1,0 0-1,-1 0 1,1 1-1,0-1 1,-4 0-1,-7-1-10,1 0 0,-1 0 0,0 2 0,0-1-1,1 2 1,-1-1 0,0 2 0,1 0-1,-1 0 1,1 1 0,0 1 0,-1 0 0,2 1-1,-1 0 1,0 0 0,-12 10 0,16-10-64,0 1 0,0 1 0,0-1 0,1 1 1,0 1-1,1-1 0,0 1 0,0 0 0,0 1 1,1-1-1,0 1 0,1 0 0,0 1 1,0-1-1,1 1 0,1-1 0,-1 1 0,1 0 1,1 0-1,0 0 0,0 11 0,1-18-9,0-1-1,1 1 1,-1 0 0,0-1-1,1 1 1,0 0 0,-1-1-1,1 1 1,0-1 0,0 1-1,1-1 1,-1 1 0,0-1-1,1 0 1,0 0 0,-1 0-1,1 0 1,0 0 0,0 0-1,0 0 1,0 0 0,0-1-1,1 1 1,-1-1 0,0 0-1,1 1 1,-1-1 0,1 0-1,-1-1 1,1 1 0,0 0-1,-1-1 1,1 1 0,0-1-1,-1 0 1,1 0 0,3 0-1,3 0 6,1 0 0,-1-1 0,1 0 0,-1-1 0,0 0 0,1 0 0,-1-1 1,0 0-1,14-8 0,1-3-8,-1-1 0,41-33 0,-56 41 61,-1 1 0,0-1 0,0 0 1,-1-1-1,0 1 0,0-1 0,-1-1 0,0 1 1,0-1-1,-1 0 0,5-16 0,-14 61 397,1 1 0,2 42 0,-1-4 189,3-72-627,-6 66 131,4-1 0,2 0 0,14 100 0,-12-153-139,1 0 0,0-1-1,2 0 1,-1 0 0,2 0 0,7 15 0,15-79 2291,7 5-2300,3 1 1,2 2-1,47-40 0,-2 1-1,-70 68-54,-11 10-7,0 0 0,0 0-1,0 0 1,0 0 0,-1-1 0,0 0 0,0 0 0,0 0 0,0 0 0,-1 0 0,1 0 0,2-8-1,-26 10-7304,4-4 1104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46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0,'0'0'5712,"8"-1"-5509,-2 1-30,1 1 1,0 0-1,-1 0 1,1 1-1,0 0 1,-1 0-1,0 0 1,1 1-1,-1 0 1,0 0-1,-1 1 1,1 0-1,0 0 1,-1 0-1,9 9 1,39 36 1202,78 90 0,2 5-1203,-127-138-309,0 1 0,1-1 0,-1-1 0,1 1 0,0-1 0,1-1-1,-1 1 1,1-1 0,0 0 0,0-1 0,11 4 0,-2-6-2576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4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0 5445,'0'0'2787,"-20"53"-1986,4-26-129,-1 2-95,-8 6-193,1 3-256,-4 0-64,-1 3-32,0-3 0,0 0 0,0-5-32,2-5-1217,6-6-4292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47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2018,'0'0'8376,"-5"11"-7554,-7 28-10,2 1 0,1-1 0,2 1-1,-3 56 1,4 180-2304,6-233 318,0-29-3588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48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0 4837,'0'0'3496,"-7"10"-2743,-18 32 217,-30 66 1,-16 30-366,92-193 116,9-3-614,72-100 0,-102 158-58,0-1 1,1 0 0,-1 0 0,1 0 0,-1 1 0,1-1 0,0 0 0,-1 1 0,1-1 0,-1 1 0,1-1 0,0 1 0,0-1 0,-1 1 0,1-1-1,0 1 1,0-1 0,0 1 0,0 0 0,-1 0 0,1-1 0,0 1 0,0 0 0,0 0 0,0 0 0,0 0 0,0 0 0,-1 0 0,1 0 0,0 0-1,0 1 1,0-1 0,0 0 0,0 0 0,0 1 0,-1-1 0,1 0 0,0 1 0,0-1 0,-1 1 0,1-1 0,0 1 0,-1 0 0,1-1 0,1 2-1,25 43 283,-14-20-126,12 11-535,2-2-1,1-1 0,45 42 1,-45-53-4401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2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2306,'0'0'2178,"2"-4"-2151,0 0-889,-1 4 1001,-1-1-1,0 0 0,0 1 0,1-1 0,-1 0 1,1 1-1,-1-1 0,0 0 0,1 1 0,-1-1 1,1 1-1,0-1 0,-1 1 0,1-1 0,-1 1 1,1 0-1,0-1 0,-1 1 0,1 0 0,1-1 0,7 3-2845,-6 0-721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2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1 1 384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2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38 384,'51'-18'385,"-50"14"287,-1 1-255,2 0 63,-2 0 289,0-1-257,0 1 97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3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1249,'0'0'4436,"3"-8"-4147,0 2-203,-1 1 3,0 1-1,0-1 0,0 0 0,-1 0 0,0 0 1,0 0-1,0 0 0,0-6 0,-2 22 129,1-1-3968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3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0 1 1569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3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1569,'7'-14'302,"2"-3"-52,-7 0 3960,-4 14-2675,4 2-3347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8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83 4132,'-5'-20'128,"0"0"160,5 5 321,0 1-161,0 5-191,10 5-161,-1 4-64,1 0-32,0 0-64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9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10922,'0'0'1992,"-5"11"-1512,1-4-321,1 1 1,0-1-1,0 1 1,1 0-1,0 0 0,1 0 1,-1 0-1,1 0 1,1 0-1,0 0 0,0 1 1,1-1-1,2 15 0,27 77 769,-27-92-910,0-1-1,0 1 1,1-1 0,0 0-1,1 0 1,0 0-1,0-1 1,0 1-1,1-1 1,9 8 0,-14-13-11,0 0 1,0-1-1,1 1 1,-1 0 0,0 0-1,1-1 1,-1 1 0,0-1-1,1 1 1,-1-1 0,1 0-1,-1 1 1,1-1 0,-1 0-1,1 0 1,-1 0 0,1 0-1,-1 0 1,1-1 0,-1 1-1,1 0 1,-1-1 0,0 1-1,1-1 1,-1 1 0,1-1-1,-1 0 1,0 0-1,0 1 1,1-1 0,-1 0-1,0 0 1,0 0 0,0 0-1,0 0 1,0-1 0,1-1-1,5-7 14,-1 0 0,0 0-1,0 0 1,3-13 0,4-3-26,-7 15 7,0 0-1,2 0 1,-1 1-1,1 0 1,1 1-1,15-15 1,-22 22-1,1 0 1,-1 1-1,0-1 1,0 1-1,1-1 1,-1 1-1,1 0 0,-1 0 1,1 0-1,0 0 1,-1 0-1,1 1 1,0-1-1,-1 1 1,1 0-1,0 0 0,0 0 1,0 0-1,-1 0 1,1 0-1,0 1 1,-1-1-1,1 1 1,0 0-1,-1 0 0,1 0 1,-1 0-1,1 1 1,-1-1-1,1 0 1,-1 1-1,0 0 1,0 0-1,0-1 0,0 1 1,3 4-1,1 1 37,-1 0 0,0 0 0,-1 0-1,1 0 1,-1 1 0,-1 0 0,0-1 0,0 1-1,0 1 1,-1-1 0,2 15 0,-4-20-149,1 0 1,-1 1-1,0-1 1,-1 0-1,1 0 1,0 1-1,-1-1 1,0 0-1,0 0 1,0 0-1,0 0 1,0 0-1,-1 0 1,-1 3-1,1-4-287,0 0-1,0 1 0,0-1 1,-1 0-1,1-1 0,-1 1 0,1 0 1,-1-1-1,1 1 0,-1-1 0,0 0 1,0 0-1,0 0 0,1 0 0,-1 0 1,0-1-1,-6 1 0,-17 0-5954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9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10282,'0'0'0,"-1"-50"384,4 38 0,10 8-287,6 4-97,6 0 0,3 8-65,1-1-447,-1 1-5029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0:59:59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1 280 12684,'7'0'176,"-1"-1"-69,1 1-1,-1 0 1,0 0-1,0 0 1,1 1-1,-1 0 1,0 0-1,0 1 1,0 0-1,0 0 1,0 0-1,-1 0 1,1 1 0,-1 0-1,1 1 1,-1-1-1,0 1 1,0 0-1,-1 0 1,1 0-1,3 6 1,-2-2-46,0 1-1,-1 0 1,-1 0 0,1 1 0,-2 0 0,1-1-1,-1 1 1,-1 0 0,0 1 0,0-1-1,-1 0 1,0 0 0,-1 1 0,0-1 0,-1 1-1,0-1 1,-3 14 0,4-23-55,-1 0-1,1 1 1,-1-1 0,1 0-1,-1 0 1,1 0-1,-1 0 1,0 0 0,1 0-1,-1 0 1,0 0-1,0 0 1,0 0 0,0 0-1,0-1 1,0 1 0,0 0-1,0-1 1,0 1-1,0 0 1,0-1 0,0 0-1,0 1 1,-1-1-1,1 1 1,0-1 0,0 0-1,-1 0 1,1 0 0,0 0-1,0 0 1,0 0-1,-1 0 1,1 0 0,0-1-1,0 1 1,-1 0-1,1-1 1,0 1 0,0-1-1,0 1 1,0-1 0,0 1-1,0-1 1,0 0-1,0 0 1,0 1 0,0-1-1,0 0 1,0 0-1,0 0 1,1 0 0,-1 0-1,0 0 1,1 0 0,-1 0-1,0-2 1,-1-6 5,-1-1 1,1 0 0,1 0-1,0 1 1,1-1 0,-1 0-1,2 0 1,0 0-1,0 0 1,0 0 0,1 0-1,1 1 1,0-1 0,0 1-1,5-10 1,7-13-14,1 1 1,38-54-1,-27 47-191,42-46 0,-49 64-1501,35-29 0,-26 28-2433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00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54 507 6406,'0'0'5189,"11"-9"-4127,-1 2-806,59-53 896,-64 56-1084,-1 0 1,0 0 0,0-1 0,-1 1 0,0-1 0,1 0-1,-2 0 1,1 0 0,0 0 0,-1 0 0,0-1-1,0 1 1,-1-1 0,2-7 0,-4 12-22,1 0 1,-1 0-1,1 1 0,-1-1 1,0 0-1,0 0 0,1 1 1,-1-1-1,0 1 0,0-1 1,0 0-1,0 1 1,0 0-1,0-1 0,0 1 1,0 0-1,1-1 0,-1 1 1,0 0-1,-1 0 0,1 0 1,0 0-1,0 0 0,0 0 1,0 0-1,0 0 1,0 0-1,0 0 0,0 0 1,-1 1-1,-37 6 514,31-3-487,1 0 1,-1 1-1,0-1 1,1 2-1,0-1 1,0 1-1,1 0 1,-1 0-1,1 1 1,1 0 0,-1 0-1,1 0 1,0 1-1,1-1 1,0 1-1,0 0 1,1 1-1,0-1 1,0 1-1,1-1 1,0 1 0,1 0-1,-1 0 1,2 0-1,-1-1 1,1 1-1,2 15 1,-1-21-66,0-1 0,0 1 1,-1 0-1,2-1 0,-1 1 0,0-1 0,0 1 1,1-1-1,-1 0 0,1 1 0,0-1 1,0 0-1,0 0 0,0 0 0,0-1 0,0 1 1,0 0-1,1-1 0,-1 1 0,0-1 1,1 0-1,-1 0 0,1 0 0,0 0 0,-1 0 1,1 0-1,0-1 0,0 1 0,-1-1 1,1 0-1,0 0 0,0 0 0,0 0 0,-1-1 1,6 0-1,2-1 12,0 1-1,0-2 1,0 1-1,0-1 1,-1-1 0,1 0-1,-1 0 1,16-10 0,-9 2-9,-1-2 0,-1 1 1,0-2-1,0 0 0,-2 0 0,0-2 1,0 1-1,-2-1 0,0-1 1,-1 0-1,11-32 0,-11 25-53,-2-1 1,0 0-1,-2-1 0,-1 1 1,-1-1-1,-1 0 0,-1 0 0,-4-31 1,3 53 21,-1 0 1,0 0 0,0 1-1,-1-1 1,0 0-1,0 1 1,0-1 0,0 1-1,0 0 1,-1 0-1,0-1 1,0 2 0,0-1-1,0 0 1,-1 1-1,-6-6 1,9 8 15,-1 0 0,0 0 0,1 0 0,-1 1 0,0-1 0,0 0 0,0 1 0,0-1 0,0 1 0,0-1 0,0 1 0,0 0 0,0 0 0,0 0 0,1 0 0,-1 0 0,0 0 1,0 1-1,0-1 0,0 1 0,0-1 0,0 1 0,0 0 0,0 0 0,1 0 0,-1 0 0,0 0 0,1 0 0,-1 0 0,1 0 0,-1 1 0,1-1 0,-1 1 0,1-1 0,0 1 0,0-1 0,0 1 0,0 0 0,0-1 0,0 1 0,-1 4 0,-4 7 68,0 1 0,0 0 0,2 0 0,0 1 1,0 0-1,1-1 0,1 1 0,1 0 0,0 0 0,1 0 0,0 0 0,3 16 0,-1-14-29,2 0-1,-1 0 0,2-1 0,0 1 0,1-1 0,0 0 1,2-1-1,0 1 0,0-2 0,15 19 0,-11-17-101,1-1 0,1-1 0,1 0 0,0-1 0,1 0 0,24 15-1,-30-23-500,0 0-1,0 0 0,1-1 0,0 0 0,15 3 0,-18-5-345,0-1-1,1 0 1,-1-1-1,0 1 1,1-2-1,-1 1 1,0-1-1,9-2 1,18-11-5734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01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241 661 5381,'0'0'3102,"-8"-8"-833,5 4-2011,-1 0 1,0 0 0,0 0 0,0 0-1,-1 1 1,1 0 0,-1 0 0,0 0-1,0 0 1,0 1 0,0 0 0,0 0-1,-1 0 1,1 1 0,0-1 0,-8 0-1,2 2 214,-1 0 0,1 0 1,0 1-1,0 0 0,0 1 0,1 0 0,-14 5 0,22-7-450,-1 1 0,1 0 0,-1 0 0,1 0 1,0 1-1,-1-1 0,1 0 0,0 1 0,0-1 0,0 1 0,0 0 0,1 0 1,-1 0-1,0 0 0,1 0 0,-1 0 0,1 0 0,0 0 0,-1 1 1,1-1-1,0 1 0,1-1 0,-1 0 0,0 1 0,1 0 0,-1-1 1,1 1-1,0-1 0,0 1 0,0-1 0,0 1 0,0 0 0,1-1 0,-1 1 1,1-1-1,0 1 0,1 3 0,-1-4-20,0 0 0,0 0 0,0 0 0,0-1 0,0 1 0,1 0 0,-1 0 0,1-1 0,-1 1 0,1-1 0,0 1 0,0-1 0,0 0 0,-1 0 0,1 1-1,0-1 1,1-1 0,-1 1 0,0 0 0,0 0 0,0-1 0,0 1 0,1-1 0,-1 0 0,0 0 0,0 0 0,0 0 0,1 0 0,-1 0 0,0 0 0,5-2 0,-2 1 3,0 0 0,0 0 0,0 0 0,0-1 0,0 0 0,-1 0 0,1 0 0,0 0 0,-1-1 0,0 0 0,1 0 0,6-6 0,-1-14 24,-7 13 20,-6 10 87,1 3-132,0 1 1,1-1-1,0 1 1,-1-1-1,1 1 1,0 0 0,1-1-1,-1 1 1,1 0-1,-1 0 1,2 7-1,3 44 43,-3-50-51,1-1-1,0 0 1,0 1-1,0-1 1,0 0 0,1 0-1,0-1 1,0 1-1,0-1 1,0 1-1,0-1 1,1 0 0,-1 0-1,1 0 1,0-1-1,0 1 1,0-1-1,4 2 1,-5-2-1,-1-1 0,1 0 0,0 0 0,-1 0 0,1 0 0,0-1 0,0 1 0,0-1 0,-1 0 0,1 1 0,0-1 0,0-1 0,0 1 0,0 0-1,-1-1 1,1 1 0,0-1 0,0 0 0,-1 0 0,1 0 0,0 0 0,-1 0 0,1-1 0,-1 1 0,1-1 0,-1 0 0,0 1 0,0-1 0,0 0 0,3-3 0,2-6-103,-1 0 0,0-1 0,0 1 1,-1-1-1,-1 0 0,0-1 0,0 1 0,-2-1 1,3-16-1,4-121-957,-9 135 1008,2-33-184,-3-98-387,-1 129 530,0 1 1,0 0-1,-2 0 0,0 0 0,0 0 1,-12-24-1,15 39 115,1-1 0,-1 1 0,1 0 0,-1 0 0,1 0 0,-1 0 0,0 0 0,1 0 0,-1 0 0,0 0 0,0 0 0,0 0 0,0 0 0,0 0 0,0 0 0,0 1 0,0-1 0,-2 0 0,3 1 3,-1 0-1,1 0 1,-1 0 0,1 1-1,-1-1 1,1 0 0,-1 0 0,1 1-1,-1-1 1,1 0 0,-1 1-1,1-1 1,0 1 0,-1-1-1,1 1 1,0-1 0,-1 0-1,1 1 1,0-1 0,-1 1-1,1-1 1,0 1 0,0 0 0,0-1-1,0 1 1,-1 0 0,-6 48 705,9-8-394,2 0-1,2 0 1,2 0-1,1-1 1,2 0-1,20 45 1,-4-5-205,-24-72-136,-1 1 1,0 0-1,0-1 0,1 19 1,-5-28-44,0 1 1,0-1-1,1 0 1,-1 0-1,0 0 0,1 0 1,-1 0-1,1 0 1,-1 0-1,1 0 1,-1-1-1,-1-1 0,1 0 37,-1 0-1,1 1 1,0-1-1,0 0 0,0 0 1,1-1-1,-1 1 1,1 0-1,-1 0 0,1-1 1,0 1-1,-1-7 1,3 8 13,-1 0 0,0 0 0,1 0 0,0 0 0,-1 0 0,1 0 0,0 0 0,0 1-1,0-1 1,0 0 0,0 0 0,0 1 0,1-1 0,-1 0 0,0 1 0,1 0 0,-1-1 0,1 1 0,0 0 0,-1 0 0,1 0 0,0 0 0,3-2 0,28-12 37,1 0 0,1 2-1,0 2 1,58-12 0,-12 4 21,-87 19 59,-8 0-95,1 0-1,-1 1 0,-19 4 0,18-1 14,1 1 0,-1 0 0,1 1 0,1 0 0,-1 1 0,1 0 0,0 2 0,1-1 1,-19 17-1,30-24-27,0 0 1,-1 1 0,1-1-1,0 0 1,0 0 0,0 1 0,1-1-1,-1 0 1,0 1 0,0-1 0,1 1-1,-1-1 1,1 1 0,-1-1-1,1 1 1,-1-1 0,1 1 0,0-1-1,0 1 1,0 0 0,0-1-1,0 1 1,0-1 0,1 1 0,-1 0-1,0-1 1,1 2 0,1-1-1,0 0 0,-1 0 0,1 0 0,0 0 0,0 0 0,0-1 1,0 1-1,1-1 0,-1 0 0,0 1 0,1-1 0,-1 0 0,1 0 0,4 1 0,11 2 9,0-1 0,0 0 0,27 0 0,-45-3-13,30 1-11,-1 0 1,1-2-1,-1-1 0,1-2 0,-1-1 0,0-1 1,-1-1-1,0-1 0,0-2 0,0-1 1,36-20-1,-45 15 20,-17 9-2,-13 8-5,3 2 8,0 0 0,1 1 0,0 0 0,0 0 0,0 1-1,0 0 1,1 0 0,-1 1 0,1-1 0,1 1 0,-1 1 0,1-1 0,0 1 0,0 0 0,1 0-1,0 0 1,1 0 0,-1 1 0,1 0 0,1 0 0,-1 0 0,1 0 0,-1 9 0,3-16-9,0 0 1,0 0-1,1 0 1,-1 0-1,0-1 1,0 1-1,1 0 1,-1 0-1,0 0 1,1-1-1,-1 1 1,1 0-1,-1-1 1,1 1-1,-1 0 1,1-1-1,-1 1 1,1-1-1,0 1 1,-1-1-1,1 1 1,0-1-1,-1 1 1,1-1-1,0 1 1,0-1-1,0 0 1,-1 0-1,1 1 1,0-1-1,0 0 1,0 0-1,-1 0 1,1 0-1,0 0 1,0 0-1,0 0 1,0 0-1,1-1 1,1 1 4,-1 0 1,1-1-1,-1 1 1,1-1-1,-1 0 1,1 0-1,-1 0 1,1 0-1,-1 0 1,0-1-1,0 1 1,3-2-1,2-7 6,1 1 0,-1-1-1,-1 0 1,0 0 0,0-1-1,-1 1 1,-1-1 0,0-1 0,5-20-1,16-110-23,-23 130 18,10-103-74,-3-168 0,-15 246 33,-1 28 5,-2 26 7,2 12 56,2 1 0,0 0-1,2 1 1,1-1 0,2 0 0,1 1 0,1-1 0,2 0-1,0 0 1,3 0 0,15 49 0,-12-55 12,2 0 0,18 31 1,-23-45-191,0 0-1,0 0 1,1-1 0,0 0 0,0 0 0,1-1 0,16 11-1,-23-17-269,1 0 0,-1-1 0,1 0 0,0 1 0,0-1 0,-1 0 0,1 0 0,0-1 0,0 1-1,0-1 1,0 1 0,0-1 0,5 0 0,13-2-5010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0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14029,'-2'18'1490,"4"8"-966,2-1 0,0 1 0,2-1 0,1 0 0,1-1 1,1 0-1,17 35 0,-14-36-606,-2 1 0,0 0 1,-2 0-1,0 1 0,-2 1 1,-1-1-1,3 40 0,-8-66 72,0 1 0,0 0 0,-1 0 0,1 0 1,0 0-1,0-1 0,0 1 0,-1 0 0,1 0 0,0 0 0,0 0 0,-1 0 0,1 0 1,0 0-1,0 0 0,-1 0 0,1-1 0,0 1 0,0 0 0,-1 0 0,1 0 0,0 1 1,0-1-1,-1 0 0,1 0 0,0 0 0,0 0 0,0 0 0,-1 0 0,1 0 0,0 0 0,0 0 1,-1 1-1,1-1 0,0 0 0,0 0 0,0 0 0,-1 0 0,1 1 0,0-1 0,0 0 1,0 0-1,0 0 0,0 1 0,-1-1 0,1 0 0,0 0 0,0 1 0,0-1 0,0 0 1,-12-24-288,11 16 318,0 0-1,0 0 0,0 0 0,1 0 1,1 0-1,-1 0 0,1 0 0,1 0 1,-1 1-1,1-1 0,1 0 0,-1 1 1,1-1-1,1 1 0,-1 0 0,8-11 1,-7 13-2,-1 0 1,1 0 0,0 1 0,0-1 0,0 1 0,0 0 0,1 0-1,0 0 1,0 1 0,0 0 0,0 0 0,0 0 0,1 1-1,-1-1 1,1 1 0,0 0 0,0 1 0,0 0 0,0 0-1,0 0 1,0 0 0,11 1 0,-15 1-9,-1-1 0,0 1 0,1 0 0,-1-1 0,0 1 0,1 0 0,-1 0 0,0 0 0,0 0 0,0 0 0,0 0 0,0 0 0,0 0 0,0 0 0,0 1 0,0-1 0,-1 0 0,1 1 0,-1-1 0,1 0 0,0 1 0,-1 1 0,13 43 93,-7-22-45,-4-19-54,0 0 0,1-1 0,-1 1 0,1 0 0,0-1 0,0 1-1,1-1 1,-1 0 0,1 0 0,0 0 0,0-1 0,0 1-1,0-1 1,1 0 0,0 0 0,-1 0 0,1-1 0,0 0-1,0 0 1,0 0 0,0 0 0,1-1 0,-1 0 0,0 0 0,1-1-1,-1 1 1,1-1 0,-1 0 0,1 0 0,-1-1 0,0 0-1,1 0 1,-1 0 0,0-1 0,0 1 0,0-1 0,0 0-1,0-1 1,0 1 0,0-1 0,-1 0 0,1 0 0,-1-1 0,0 1-1,0-1 1,0 0 0,-1 0 0,1 0 0,-1-1 0,0 1-1,0-1 1,-1 1 0,4-9 0,-4 9-5,-1 1 0,0-1 0,0 0 0,0 0 0,-1 1 0,1-1 0,-1 0 0,0 0 0,0 0 0,0 1 0,0-1 0,-1 0 0,1 0 0,-1 1 0,0-1 0,-1 0 0,1 1 0,0-1 0,-4-4 0,2 3 1,-1 1-1,1-1 1,-1 1 0,-1 0-1,1 0 1,0 0 0,-1 1-1,0-1 1,0 1 0,0 0-1,-9-3 1,2 1-11,0 1 1,0 0-1,0 1 1,0 0-1,-1 1 1,1 0-1,-1 1 1,1 1-1,-1 0 0,0 0 1,-16 4-1,26-3-74,0 0 0,0 0 1,1 1-1,-1-1 0,0 1 0,1 0 0,-1 0 0,1 0 0,0 0 0,-1 0 0,-2 4 0,-4 13-2478,9-18 2229,-1 0 1,1 0 0,0 0 0,0 0 0,0 0-1,0 0 1,1 0 0,-1 0 0,0 0 0,0 0-1,1 0 1,-1 0 0,0 0 0,1 0 0,-1 0-1,1-1 1,-1 1 0,2 1 0,9 5-6213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03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74 9993,'0'0'657,"-4"-9"507,2 5-950,1 1 0,-1-1 1,0 0-1,0 1 0,0-1 0,0 1 0,-1 0 1,0 0-1,1 0 0,-1 0 0,0 0 1,0 0-1,-1 1 0,1 0 0,0-1 1,-1 1-1,1 0 0,-1 1 0,0-1 0,0 1 1,0 0-1,-6-2 0,-3 2 52,0 0 0,0 0-1,1 1 1,-1 1 0,0 0 0,1 1 0,-1 0-1,1 1 1,-1 0 0,1 1 0,0 1-1,1 0 1,-1 0 0,1 1 0,0 1-1,-15 11 1,18-12-247,1 0-1,0 0 1,0 1-1,0 0 1,1 0-1,0 1 1,0 0-1,1 0 1,0 0-1,1 1 1,-1-1-1,2 1 1,-1 0-1,1 0 1,1 1-1,-1-1 1,2 0-1,-1 1 1,1 0-1,1-1 1,0 1-1,1 12 1,0-19-15,0 0 0,0 0 0,0-1 0,0 1 0,0-1 0,0 1 0,1 0 0,-1-1 0,1 0 0,0 1 0,0-1 0,0 0 0,0 0 0,0 0 0,0 0 0,1-1 0,-1 1 1,1 0-1,-1-1 0,1 0 0,-1 0 0,1 0 0,0 0 0,0 0 0,0 0 0,-1 0 0,1-1 0,0 0 0,0 1 0,0-1 0,0 0 0,4-1 0,2 1 6,1 0 0,0-1 1,-1 0-1,1-1 0,-1 0 0,0 0 0,0-1 0,16-7 0,-7-1-5,0 0 0,0-2-1,-1 0 1,-1 0 0,0-2 0,-1 0 0,-1-1 0,0 0 0,-1-1 0,-1-1 0,17-31-1,-22 25 232,-7 21 201,-5 14-255,-1 10 3,1-1 0,1 1 0,0 0 0,0 36 0,7 89 605,-1-97-642,18 413 188,-14-434-273,-6-28-59,0 0-1,1 0 1,-1 1 0,0-1-1,1 0 1,-1 0-1,0 0 1,0 0 0,1 0-1,-1 0 1,0 0-1,1 0 1,-1 0 0,0 0-1,1 0 1,-1-1 0,0 1-1,0 0 1,1 0-1,-1 0 1,0 0 0,0 0-1,1 0 1,-1-1 0,0 1-1,0 0 1,1 0-1,-1 0 1,0-1 0,0 1-1,0 0 1,0 0-1,1-1 1,-1 1 0,0 0-1,0 0 1,0-1 0,0 1-1,0 0 1,0-1-1,0 1 1,1-1 0,21-54 264,-15 35-317,29-57-1,4 2-1,3 2 1,3 1 0,106-125 0,-53 102-25,-120 92-9390,6 0 1773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11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 4420,'0'0'4677,"-2"8"-3738,1-6-858,1 1-1,-1 0 1,0-1-1,0 1 0,0-1 1,0 1-1,0-1 1,-1 1-1,1-1 1,-1 0-1,0 0 1,1 0-1,-1 0 1,0 0-1,0 0 0,0 0 1,0-1-1,-1 1 1,1-1-1,0 1 1,-1-1-1,1 0 1,-1 0-1,1 0 1,-1 0-1,1-1 1,-6 2-1,-45 7 968,-1-2-1,0-3 1,-104-5 0,157 1-1027,1 0 0,-1 0-1,1 0 1,-1 0 0,1 0 0,-1 0 0,1 0 0,-1 0 0,1 0 0,-1 0 0,1 0 0,-1 0 0,1 0 0,-1 1 0,1-1 0,-1 0 0,1 0 0,-1 0 0,1 1 0,0-1 0,-1 0 0,1 1 0,-1-1 0,1 0 0,0 1 0,-1-1 0,1 0-1,0 1 1,0-1 0,-1 1 0,1-1 0,0 1 0,0-1 0,-1 1 0,1-1 0,0 1 0,7 22 165,27 23-190,-31-44 66,43 53 69,3-2 0,3-3 0,88 67-1,-125-103 119,-9-7-1375,-23-4-8876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11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7559,'0'0'2755,"11"-3"-2109,17 0 87,1 2 0,-1 0 0,1 2 1,41 7-1,-5-2 106,135 8 450,306 28-81,-360-23-1143,207 54 0,-330-67-244,46 13 419,-65-17-489,0-1 0,0 1 0,0 0 0,1 0 1,-2 1-1,1-1 0,0 1 0,0 0 0,-1 0 0,0 0 0,6 6 0,-8-4-2788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12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39 8104,'0'0'2429,"2"-8"341,-1 4-2157,5-19 320,-3 19 56,-2 14 1179,-5 32-1342,-1-1 0,-2 0 0,-2 0-1,-28 77 1,3-5-305,-16 102-142,45-184-335,1 1 0,2 1-1,1-1 1,7 59 0,-6-87-94,0 0 1,1 0-1,0 0 1,0 1-1,0-1 1,0-1-1,0 1 0,1 0 1,0 0-1,0 0 1,0-1-1,0 1 1,1-1-1,-1 0 1,1 0-1,0 0 0,0 0 1,0 0-1,0 0 1,0-1-1,1 0 1,-1 1-1,1-1 0,0-1 1,0 1-1,-1 0 1,1-1-1,6 2 1,-2-2-91,0-1-1,-1 0 1,1 0 0,0 0 0,0-1 0,-1 0 0,1-1 0,0 1-1,-1-2 1,1 1 0,-1-1 0,0 0 0,0 0 0,9-6 0,18-13-2636,0-2 0,35-31 0,-42 31-1084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12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13068,'0'0'3460,"52"-5"-2692,0-3 225,14-6-128,15 0-448,3-2-289,-1-1-64,-4-6-192,-12-13-3043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38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1413 2050,'0'0'1660,"4"-7"-1628,13-19-5,-13 19 437,7 8-56,0 1 0,0 0 0,0 0-1,18 8 1,17 3-39,106 21-202,-46-9 137,0-5 0,137 9-1,-15-25-31,-87-4 8,257 35 1,-276-14-195,0-5-1,134-1 0,230 5 882,262-14 1188,-434-12-931,-184-2-473,0-5 0,150-36 0,-135 21 23,186-12 0,-285 42-635,-37-1-119,0 0-1,-1 0 1,1-1-1,0 0 1,-1-1-1,1 0 1,0 0-1,-1-1 1,1 0-1,-1 0 1,12-6-1,-15 5 34,-1-1 0,0-1-1,0 1 1,-1-1 0,1 1-1,-1-1 1,0 0 0,0 0-1,-1 0 1,1-1 0,-1 1-1,0-1 1,-1 1 0,3-12-1,-1-4-48,0-1-1,0-34 1,-9-239 12,2 233-23,-4 0 0,-26-106 0,25 141 28,-2 0 0,0 0-1,-2 1 1,-1 1 0,-1 0 0,-1 1 0,-1 1 0,-1 0 0,-2 1-1,-30-27 1,32 29 3,1-1-1,0-1 1,-17-32-1,26 39-31,-1 0 1,0 0-1,-1 1 1,-1 0-1,0 1 1,-1 0-1,0 1 1,-1 1-1,-1 0 1,-25-17-1,-2 9-5,-2 1-1,0 3 1,0 1 0,-89-15-1,26 14 5,-107 0 0,-439 33 36,164 3-17,-250 21 36,450-19-33,-225-4 53,286-14-52,191-4-19,-3-1-1,0 1-1,0 3 1,0 1-1,-68 18 0,69-11-17,1 1-1,-62 34 1,85-39 17,1 0-1,1 1 1,0 0-1,0 1 1,1 0 0,0 1-1,1 0 1,0 1-1,1 0 1,-11 17 0,-3 18 13,2 1 0,3 1 0,-16 60 0,11-34-4,15-40 12,2 0 0,2 0 0,0 0 0,3 0 1,1 1-1,5 40 0,-1 33 53,-4-97-57,-1 0 1,-1 0-1,0 0 1,-4 14-1,1-4-3,3-16-90,1 0 1,0 1-1,1-1 1,-1 0-1,1 1 1,1-1-1,-1 1 1,1-1 0,0 0-1,1 1 1,-1-1-1,4 7 1,-4-10-90,1 1 0,0-1 0,0 1 0,0-1 0,0 0 0,0 0 0,1 0 1,0 0-1,-1 0 0,1-1 0,0 1 0,0-1 0,1 0 0,-1 1 0,0-2 0,1 1 0,-1 0 0,1-1 1,0 1-1,7 1 0,4-2-6838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0:53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653 179 769,'1'0'205,"-1"-1"0,1 1 0,-1-1 0,0 0 0,0 1 0,1-1 0,-1 0 0,0 1 1,0-1-1,0 0 0,0 1 0,1-1 0,-1 0 0,0 1 0,0-1 0,0 0 0,-1 1 0,1-1 1,0 0-1,0 1 0,0-1 0,0 0 0,-1 1 0,1-1 0,0 1 0,-1-1 0,1 0 0,0 1 0,-1-1 1,1 1-1,-1-1 0,-24-16 1476,-32 1-1528,45 13-125,0 2 1,0-1-1,-1 2 0,1-1 0,0 2 1,0 0-1,0 0 0,0 1 1,0 0-1,0 1 0,1 1 1,-1 0-1,1 0 0,0 1 0,0 0 1,1 1-1,-1 1 0,1 0 1,-12 10-1,-28 22-9,-46 46-1,77-66-18,1 0 0,1 2 0,1 0 0,0 0 0,-14 30 0,20-30-1,2 0 0,0 1 0,2 0-1,0 0 1,-2 26 0,-7 119 27,13-134-13,0 1 76,1-1 0,2 0 0,1 0 0,2 0 0,1 0 0,2 0 0,13 41 0,-12-53 66,1-1-1,1 0 1,0 0 0,1-1-1,2 0 1,0-1 0,0-1-1,2 0 1,0-1 0,1 0-1,33 25 1,-27-25-21,0-1 1,1-1-1,0-1 0,1-1 0,1-1 1,-1-1-1,2-1 0,0-1 1,0-1-1,0-2 0,0-1 0,40 2 1,654-6 1610,-696-2-1686,0-2 0,0-1 0,0 0-1,-1-2 1,0-1 0,0-1-1,-1-1 1,0 0 0,0-2 0,-1-1-1,36-29 1,-51 37-47,-1-1 0,0-1 0,0 1-1,0-1 1,-1 0 0,0 0 0,0 0 0,0 0 0,-1-1 0,-1 0 0,1 1-1,-1-1 1,0 0 0,-1 0 0,0 0 0,0-1 0,-1 1 0,0-8 0,-1-10 31,-1-1 1,0 1-1,-2 0 1,-10-34-1,-52-145-29,-10-38 4,62 188-14,0-6-14,-2 0 0,-3 2-1,-44-97 1,54 142 4,0 0 1,-1 0-1,-1 1 1,0 0 0,-1 1-1,0 0 1,0 1-1,-2 0 1,1 1 0,-1 1-1,-1 0 1,1 1-1,-1 0 1,-1 1-1,-22-6 1,0 2-8,0 1 0,0 3 0,-1 1 0,-1 1-1,-57 2 1,67 3 4,0 1 0,0 1 1,0 2-1,0 1 0,-57 17 0,67-17 15,-1-1 1,0 0 0,0-1-1,-1-2 1,-34-1-1,34 0-17,0 0 0,0 1 0,0 1 0,-40 10 0,52-8-150,1 0 0,-1 1 1,1 0-1,0 1 0,0-1 1,0 2-1,1 0 0,-11 10 0,17-15 54,-17 11-2546,-5-9-1612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03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32,'15'-18'2619,"-8"20"-2086,-4 12-1096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10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36 737,'0'0'5167,"3"-7"-4740,7-21-58,-10 30-206,0 0 1,0 0-1,0 0 1,0-1-1,0 1 0,1 0 1,-1 0-1,1 0 1,-1 0-1,1 0 1,0-1-1,0 1 1,-1 0-1,1-1 1,1 1-1,1 2 1,13 4-1678,-11-8-1070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12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2498,'4'-7'4472,"-1"10"-6910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12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1698,'0'0'1409,"8"0"-1409,-8 2 0,1 0 64,0 1-64,-1 0 0,0 0-256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13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4516,'8'51'961,"-4"-49"2760,4 7-5899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14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1 416,'0'0'8638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16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11 737,'0'-3'128,"0"0"416,0 1-159,0 1-193,0 0 192,2 1-256,-1 0-128,0 0 0,0 0 0,0 0-64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19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69 320,'-6'-10'1529,"0"1"0,-1 1-1,0-1 1,-15-13-1,11 12 118,11 9-1523,29 22-91,94 60 671,-53-37 646,90 75-1,-138-100-1398,-9-9-87,-1 0 1,0 1-1,-1 1 1,0 0-1,15 21 0,-23-21-1911,-11-9-7461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19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24 6118,'0'0'3683,"-1"-5"-3533,1 4-147,0 0 0,0 1-1,0-1 1,0 0 0,0 0 0,0 1 0,0-1 0,0 0 0,0 1 0,0-1 0,0 0 0,-1 1 0,1-1 0,0 0-1,-1 1 1,1-1 0,0 0 0,-1 1 0,1-1 0,0 1 0,-1-1 0,1 1 0,-1-1 0,1 1 0,-1-1-1,0 1 1,1-1 0,-1 1 0,0-1 0,-9 20 159,-5 48 229,-20 411 2178,14-137-819,6-213-997,9-126-5659,-1-2-246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0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4708,'0'0'1388,"0"-8"-304,0-35 678,20 66-775,11 22-756,-2 1-1,-2 1 1,-2 1-1,-3 2 1,30 92-1,-52-136 2530,-9-22-2153,-10-30-712,14 29 157,1-1 0,1 0 0,1 0-1,0 0 1,1-1 0,1 1 0,4-26 0,-3 33-391,1 0-1,1-1 1,0 1-1,0 1 1,1-1-1,0 0 0,1 1 1,1 0-1,-1 0 1,1 0-1,1 1 1,14-17-1,-13 18-2206,-4 1-743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0 183 5541,'0'0'4260,"8"-3"-3486,-2 0-663,0 0 1,0 0-1,-1 0 0,1-1 0,-1 0 0,0 0 0,0-1 0,0 1 0,-1-1 0,1 0 0,-1-1 0,0 1 1,-1-1-1,0 1 0,1-1 0,-2 0 0,1 0 0,-1 0 0,0-1 0,2-9 0,-3 13 33,0 0 0,0 0 0,-1-1 0,1 1-1,-1 0 1,0 0 0,0-1 0,0 1 0,0 0 0,-1-1-1,1 1 1,-1 0 0,-1-4 0,0 6-86,1-1 1,0 1-1,-1 0 1,1-1-1,-1 1 0,1 0 1,-1 0-1,0 0 1,1 0-1,-1 1 1,0-1-1,0 0 1,0 1-1,1-1 1,-1 1-1,0-1 0,0 1 1,0 0-1,0 0 1,0 0-1,0 0 1,-3 1-1,4-1-57,-1 0 0,1 0 0,-1 0-1,1 0 1,0 1 0,-1-1 0,1 0 0,-1 1 0,1-1-1,0 1 1,-1 0 0,1-1 0,0 1 0,-1 0 0,1 0 0,0 0-1,0 0 1,0 0 0,0 0 0,0 0 0,0 0 0,-1 2-1,0 1 2,1-1-1,-1 0 0,1 0 0,0 1 0,0-1 0,0 1 0,1-1 0,-1 1 1,1 4-1,-1 0 0,2 0-1,-1 0 1,1-1 0,0 1-1,0 0 1,1-1 0,0 1 0,5 10-1,1-4-8,0 0 0,1 0 0,17 19 0,-24-30 7,0-1 0,0 1-1,1 0 1,-1-1 0,1 0-1,-1 1 1,1-1 0,0 0-1,0 0 1,0-1 0,0 1-1,0-1 1,0 1 0,0-1-1,0 0 1,1 0 0,-1 0-1,0-1 1,1 1 0,-1-1-1,1 0 1,-1 0 0,7-1-1,-8 0 5,0 0-1,-1 0 1,1-1-1,0 1 0,0 0 1,-1-1-1,1 0 1,-1 1-1,1-1 1,-1 0-1,0 0 0,0 0 1,0 0-1,0 0 1,0 0-1,0 0 1,0 0-1,0-3 0,11-46 66,-10 40-59,2-23 13,0 1-1,-2-50 0,-2 92-46,-1-5 22,1-1 1,0 0-1,0 0 0,0 1 1,0-1-1,0 0 1,1 0-1,0 1 0,-1-1 1,1 0-1,0 0 0,1 0 1,-1 0-1,1 0 1,-1 0-1,1 0 0,0-1 1,0 1-1,0-1 1,0 1-1,0-1 0,1 0 1,-1 1-1,5 2 0,35 19-3,12 10-10,-51-32 15,0 1 0,0-1 1,-1 0-1,1 1 1,-1-1-1,0 1 0,0 0 1,0 0-1,0 0 0,0 0 1,-1 0-1,1 0 1,-1 0-1,1 5 0,-2-7 4,0 1-1,0-1 1,0 0-1,0 1 0,0-1 1,-1 0-1,1 0 1,-1 1-1,1-1 0,-1 0 1,1 0-1,-1 0 1,0 0-1,1 0 0,-1 1 1,0-1-1,0-1 1,0 1-1,0 0 0,0 0 1,0 0-1,0 0 0,0-1 1,0 1-1,0 0 1,0-1-1,-1 1 0,1-1 1,0 1-1,0-1 1,-1 0-1,1 0 0,-2 1 1,2-1-1,0 0-1,0 1 1,0-1 0,0 0 0,0 0-1,0 1 1,0-1 0,0 0 0,0 0-1,0 0 1,0 0 0,0 0 0,0-1-1,0 1 1,1 0 0,-1 0 0,0-1-1,0 1 1,0 0 0,0-1 0,0 1-1,0-1 1,0 1 0,0-1 0,1 0-1,-1 1 1,0-1 0,0 0 0,1 0-1,-1 1 1,1-1 0,-1 0 0,1 0-1,-1 0 1,1 0 0,-1 0 0,1 1-1,0-1 1,-1 0 0,1 0 0,0-2-1,1-3-2,0-1-1,0 1 1,1 0-1,0-1 1,0 1-1,1 0 1,-1 0-1,1 1 1,1-1-1,-1 0 1,1 1-1,0 0 1,0 0 0,1 0-1,-1 0 1,1 1-1,10-7 1,-8 5-1,0 1 0,1 0-1,0 0 1,0 0 0,0 1 0,0 0 0,1 1 0,-1 0 0,1 1 0,0-1 0,0 1 0,12 0 0,-17 2 31,1 1-1,-1 0 1,0 0 0,1 0 0,-1 1 0,0-1-1,0 1 1,0 0 0,0 0 0,0 1 0,0-1-1,-1 1 1,1 0 0,5 6 0,-6-7-148,-1 1 0,0 0 1,0-1-1,0 1 0,0 0 0,0 0 1,-1 0-1,1 1 0,-1-1 1,0 0-1,2 5 0,-3-6-263,0 0 1,0 0-1,0 0 0,0 1 1,0-1-1,0 0 0,0 0 0,-1 0 1,1 0-1,-1 0 0,-1 4 1,-4-1-2193,-4-5-15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1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8072,'0'0'224,"10"45"-6310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2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117 302 6919,'0'0'3646,"-8"5"-2771,-7 7-357,1 0 1,0 0-1,-11 15 0,20-22-454,1 1 1,0-1-1,0 0 0,1 1 1,0 0-1,0 0 0,0 0 0,1 0 1,0 1-1,0-1 0,0 0 1,1 1-1,0 0 0,0 6 1,1-11-63,0 1 0,0 0 0,0-1 0,1 1 0,-1 0 0,1-1 0,0 1 0,0-1 0,0 1 0,0-1 0,0 1 0,1-1 0,-1 0 0,0 0 0,3 3 0,-3-4-1,0 0 0,0-1 0,0 1 0,1 0 0,-1 0-1,0-1 1,0 1 0,0-1 0,1 1 0,-1-1 0,0 0 0,1 1 0,-1-1 0,0 0 0,1 0 0,-1 0 0,1 0 0,-1 0 0,0 0 0,1 0 0,-1 0 0,0-1 0,1 1 0,-1 0 0,0-1 0,0 0 0,1 1 0,-1-1 0,0 1 0,0-1 0,0 0 0,2-2 0,2-1 5,0 0 1,-1-1 0,1 0 0,-1 0-1,0-1 1,-1 1 0,1-1 0,-1 0-1,0 0 1,-1 0 0,1 0-1,-1 0 1,-1 0 0,1-1 0,1-10-1,0-13 29,1-60-1,-4 87-29,0-31-37,-2 0 0,-6-41 0,5 62 35,0-1 1,0 1 0,-2 0-1,1 1 1,-2-1-1,1 1 1,-2 0 0,-12-18-1,19 29 16,0 1 1,0-1-1,0 1 0,-1-1 1,1 1-1,0 0 0,0-1 0,0 1 1,-1-1-1,1 1 0,0-1 1,-1 1-1,1 0 0,0-1 0,-1 1 1,1 0-1,-1-1 0,1 1 1,0 0-1,-1-1 0,1 1 0,-1 0 1,1 0-1,-1 0 0,1-1 0,-1 1 1,1 0-1,-1 0 0,1 0 1,-1 0-1,1 0 0,-1 0 0,1 0 1,-1 0-1,1 0 0,-2 0 1,1 21 95,11 30-164,10 4-82,2-1 1,2-2 0,3 0 0,57 84-1,-83-135 48,-1 0 0,1 0-1,0 1 1,-1-1 0,1 0 0,0 0-1,0 0 1,0 0 0,0 0-1,0 0 1,0 0 0,0-1 0,1 1-1,-1 0 1,0 0 0,0-1-1,0 1 1,1-1 0,-1 1 0,0-1-1,1 0 1,-1 1 0,0-1-1,1 0 1,-1 0 0,1 0-1,-1 0 1,2 0 0,-1-2 52,0 1 0,0 0 0,0 0 0,-1-1 0,1 1-1,0-1 1,-1 0 0,1 1 0,-1-1 0,1 0 0,-1 0 0,0 0 0,0 0 0,0 0 0,1-3 0,4-11 66,0-1 1,-1 0-1,3-22 1,-5-31 2898,-3 60-1961,1 17-572,0 1-401,0 0-1,1 0 1,0 0 0,0-1 0,1 1 0,0 0 0,0-1 0,6 8-1,-9-13 2,1 1-1,1-1 0,-1 0 0,0 0 1,0 0-1,1 0 0,-1 0 0,1 0 0,0 0 1,0-1-1,-1 1 0,1 0 0,0-1 0,0 1 1,1-1-1,-1 0 0,0 0 0,0 0 1,1 0-1,-1 0 0,0-1 0,1 1 0,-1 0 1,1-1-1,-1 0 0,1 0 0,-1 0 0,1 0 1,-1 0-1,3-1 0,-3 1 2,0-1 0,-1 0 0,1 0 0,0 0 0,-1-1 0,1 1 0,-1 0-1,1 0 1,-1-1 0,0 1 0,1-1 0,-1 1 0,0-1 0,0 0 0,0 0 0,0 1 0,-1-1 0,1 0 0,0-3 0,8-40 64,-4 19-42,-5 26-25,0-1 0,0 1 0,1 0 0,-1 0 0,0 0 0,0-1 0,1 1 0,-1 0 0,0 0 0,1 0 0,-1 0 0,0 0 0,1 0 0,-1-1 0,0 1-1,1 0 1,-1 0 0,0 0 0,1 0 0,-1 0 0,1 0 0,-1 0 0,0 1 0,1-1 0,-1 0 0,0 0 0,1 0 0,-1 0 0,0 0 0,1 0 0,-1 1 0,0-1 0,0 0 0,1 0 0,-1 0 0,0 1 0,1-1-1,-1 0 1,0 0 0,0 1 0,0-1 0,1 0 0,-1 1 0,0-1 0,0 0 0,0 1 0,0-1 0,0 0 0,0 1 0,1-1 0,-1 1 0,6 6-11,1-1 1,1 1 0,-1-1-1,1-1 1,13 8-1,14 10-6170,-27-18 2904,-2-5-1644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3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112 341 6502,'0'0'4004,"-9"5"-2782,3-2-1065,-1 0 0,0 1-1,1 0 1,0 0-1,0 0 1,0 1 0,0 0-1,1 0 1,0 1-1,0-1 1,0 1 0,1 0-1,-1 0 1,2 1-1,-1 0 1,1-1 0,0 1-1,0 0 1,1 0-1,-4 15 1,6-19-158,0 0 0,1-1 0,-1 1 1,0 0-1,1 0 0,0-1 0,-1 1 0,1 0 0,0-1 0,0 1 1,0-1-1,1 1 0,-1-1 0,1 0 0,3 5 0,-4-6-2,-1-1 0,1 1 0,0-1 0,0 1 0,0-1 0,0 1 0,0-1 0,0 1 0,0-1 0,0 0 0,0 0 0,0 1 0,0-1 0,0 0 0,0 0 0,0 0 0,0 0 0,0 0 0,0 0 0,0 0 0,0-1 0,0 1 0,0 0 0,-1 0 0,1-1 0,0 1 0,0-1 0,0 1 0,0-1 0,0 1 0,0-1 0,0 1 0,-1-1 0,1 0 0,0 1 0,-1-1 0,1 0 0,0 0 0,-1 0 0,1 0 0,-1 1 0,1-1 0,-1 0 0,0 0 0,1 0 0,-1-2 0,38-75-104,-37 77 108,-1 1-1,1 0 0,-1-1 1,1 1-1,-1 0 1,1-1-1,-1 1 0,1 0 1,0 0-1,-1-1 0,1 1 1,-1 0-1,1 0 1,0 0-1,-1 0 0,1 0 1,-1 0-1,1 0 1,0 0-1,-1 0 0,1 0 1,-1 0-1,1 1 0,-1-1 1,1 0-1,0 0 1,-1 1-1,1-1 0,-1 0 1,1 0-1,-1 1 0,1 0 1,24 16 21,-11-8-14,-13-8-8,1 0 1,0 0-1,0-1 0,-1 1 0,1-1 1,0 1-1,0-1 0,0 0 1,0 0-1,0 0 0,-1 0 1,1 0-1,0 0 0,0 0 0,0-1 1,0 1-1,0-1 0,-1 1 1,1-1-1,0 0 0,3-1 1,-3 0 0,1-1 0,-1 1 0,0 0 1,0-1-1,0 1 0,0-1 1,0 0-1,0 1 0,-1-1 0,0 0 1,3-6-1,1-9 7,-1 0 1,-1 0-1,2-32 0,-3 35-4,1-25 16,-3-68 1,-1 91-7,-1 0 0,-1 0 0,0 1 0,-1-1 0,-1 1 0,-11-27 0,16 43-7,0 0 1,0-1 0,0 1 0,0 0 0,0-1 0,0 1 0,-1 0-1,1-1 1,0 1 0,0 0 0,0 0 0,0-1 0,0 1 0,0 0 0,0 0-1,-1-1 1,1 1 0,0 0 0,0 0 0,0-1 0,0 1 0,-1 0 0,1 0-1,0 0 1,0-1 0,-1 1 0,1 0 0,0 0 0,0 0 0,-1 0-1,1 0 1,0-1 0,-1 1 0,1 0 0,0 0 0,0 0 0,-1 0 0,1 0-1,0 0 1,-1 0 0,1 0 0,0 0 0,-1 0 0,-3 17 60,5 30-121,-1-45 76,2 19-22,1-1 0,1 0 0,1-1 0,1 1 1,0-1-1,1 0 0,1-1 0,1 1 0,1-2 0,1 1 0,0-1 1,1-1-1,20 21 0,-32-36 0,1 0 0,0-1 0,-1 1 0,1-1 0,0 1 0,-1-1 0,1 1 0,0-1 0,0 0 0,0 1 0,-1-1 0,1 0 0,0 0 1,0 0-1,0 0 0,0 1 0,-1-1 0,1 0 0,0 0 0,0-1 0,0 1 0,0 0 0,-1 0 0,1 0 0,0 0 0,0-1 0,0 1 0,-1 0 0,1-1 0,0 1 0,0-1 0,-1 1 0,1-1 0,0 1 0,-1-1 1,1 1-1,0-1 0,-1 0 0,1 1 0,-1-1 0,1 0 0,-1 0 0,0 1 0,1-3 0,22-45 76,-15 29-57,-3 10-19,0 0 1,0 1-1,13-16 1,-16 23-5,-1-1 0,0 1 1,0-1-1,1 1 0,-1 0 1,1 0-1,0-1 0,-1 1 1,1 0-1,0 0 0,-1 0 1,1 1-1,0-1 0,0 0 1,0 1-1,0-1 0,0 1 0,0 0 1,0 0-1,0-1 0,0 1 1,0 0-1,-1 1 0,1-1 1,0 0-1,0 0 0,3 2 1,-4-1 1,0-1 1,0 1 0,0 0 0,0-1 0,0 1-1,-1 0 1,1 0 0,0 0 0,-1 0 0,1 0 0,0-1-1,-1 1 1,1 0 0,-1 1 0,0-1 0,1 0-1,-1 0 1,0 0 0,1 0 0,-1 0 0,0 0-1,0 0 1,0 0 0,0 1 0,0-1 0,0 0-1,-1 0 1,1 0 0,0 0 0,0 0 0,-1 0-1,1 0 1,-1 0 0,1 0 0,-1 0 0,0 2-1,-22 34 3,16-29-27,2 0-588,-1-1-1,0 0 1,0 0 0,-12 9 0,0-5-3177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5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2466,'0'0'86,"-1"0"0,1-1-1,0 1 1,0-1 0,0 1-1,0 0 1,0-1 0,0 1-1,0-1 1,0 1 0,0 0-1,0-1 1,1 1-1,-1-1 1,0 1 0,0 0-1,0-1 1,0 1 0,1 0-1,-1-1 1,0 1 0,0 0-1,1-1 1,-1 1 0,0 0-1,0-1 1,1 1 0,-1 0-1,0 0 1,1 0 0,-1-1-1,0 1 1,1 0 0,-1 0-1,0 0 1,1 0-1,-1-1 1,1 1 0,-1 0-1,0 0 1,1 0 0,-1 0-1,1 0 1,-1 0 0,0 0-1,1 0 1,-1 0 0,1 0-1,-1 1 1,0-1 0,1 0-1,-1 0 1,0 0 0,1 0-1,-1 1 1,1-1 0,-1 0-1,0 0 1,0 1-1,1-1 1,-1 0 0,0 0-1,1 1 1,-1-1 0,0 0-1,1 1 1,35 25-782,-21-14 1098,4-1-22,0-2-1,29 11 0,-32-15-239,-1 1 1,0 1-1,-1 0 1,0 1-1,22 16 1,-34-23-195,-1 1-1,1-1 1,-1 0-1,0 1 1,1 0-1,-1-1 1,0 1 0,0 0-1,0-1 1,-1 1-1,1 0 1,1 3 0,-1 7-4882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6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8 1057,'0'0'6209,"-6"-7"-4752,-2 18-1266,0 1 0,1 0 0,1 0 0,0 0 0,0 1 1,1 0-1,-4 16 0,-16 100 1178,17-85-1203,3-22-65,-1 0-1,-9 21 1,-4 14 83,16-30-14,4-18-6586,-3-17 1894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8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57 1954,'1'-2'253,"0"1"-1,0-1 1,0 0 0,-1 0-1,1 0 1,-1 0 0,0 1-1,1-1 1,-1 0 0,0 0 0,0 0-1,0 0 1,0 0 0,-1 0-1,1 0 1,0 0 0,-1 0-1,1 1 1,-1-1 0,0 0 0,0 0-1,0 1 1,-1-3 0,0 3-157,1-1 0,-1 1 0,0 0 0,0 0 1,1 0-1,-1 1 0,0-1 0,0 0 0,0 1 1,0-1-1,0 1 0,0 0 0,0 0 0,0 0 1,-1 0-1,1 0 0,-3 1 0,-5 0-85,0 1-1,1 0 0,-1 1 1,1 0-1,-1 1 1,1 0-1,-14 8 0,15-6 27,1 0-1,-1 0 0,1 0 1,0 1-1,1 0 1,-7 10-1,12-16-34,0 1 1,0-1-1,-1 0 0,2 1 0,-1-1 1,0 1-1,0-1 0,0 1 0,1-1 1,-1 1-1,1 0 0,-1-1 1,1 1-1,0 0 0,-1-1 0,1 1 1,0 0-1,0 0 0,0-1 0,0 1 1,1 0-1,-1-1 0,0 1 0,1 0 1,-1-1-1,1 1 0,0-1 1,-1 1-1,1 0 0,0-1 0,0 0 1,0 1-1,0-1 0,0 1 0,0-1 1,1 0-1,-1 0 0,0 0 1,1 0-1,-1 0 0,0 0 0,3 1 1,55 20 20,-43-17-21,-1 0 0,0 0 0,0 2 0,27 16 0,-39-22 0,-1 1-1,1 0 0,-1 0 0,1 1 0,-1-1 1,0 0-1,0 1 0,0-1 0,0 1 0,0 0 0,-1 0 1,1 0-1,-1 0 0,0 0 0,0 0 0,0 0 1,0 0-1,0 0 0,-1 0 0,1 1 0,-1-1 1,0 0-1,0 0 0,0 1 0,0-1 0,-1 0 0,1 0 1,-1 0-1,-2 6 0,1-5 23,0 0 0,0 0 0,-1 0 0,0-1 0,1 1-1,-1-1 1,-1 0 0,1 0 0,0 0 0,-1 0 0,1 0 0,-1-1 0,-7 4 0,-58 26 297,63-29-310,5-2-6,-8 3 14,-1 0 0,1 0-1,0-1 1,-1 0 0,0-1 0,0 0-1,0-1 1,0 1 0,-18-2 0,28 0-47,-1-1 0,1 1 0,-1-1 1,1 1-1,-1-1 0,1 0 1,0 1-1,-1-1 0,1 0 0,0 1 1,-1-1-1,1 0 0,0 1 1,0-1-1,0 0 0,0 1 0,-1-1 1,1 0-1,0 0 0,0 1 1,0-1-1,1 0 0,-1 0 0,0 1 1,0-1-1,1-1 0,4-21-2154,4 4 20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9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0 5862,'0'0'6763,"-8"1"-6293,5-1-423,0 1 1,0-1-1,0 1 0,0 0 1,0 0-1,0 0 1,0 0-1,0 0 0,1 1 1,-1-1-1,1 1 0,-1 0 1,1-1-1,-1 1 0,-2 3 1,3-1-19,0-1-1,0 0 1,0 1 0,0 0 0,0-1 0,1 1 0,0 0 0,0 0-1,0-1 1,0 1 0,0 0 0,1 0 0,0 0 0,0 6 0,0-7-53,0 1 1,0-1-1,1 1 1,-1-1-1,1 1 1,0-1 0,0 0-1,0 1 1,0-1-1,1 0 1,-1 0 0,1 0-1,0 0 1,0 0-1,0 0 1,0 0 0,0-1-1,1 1 1,-1-1-1,1 0 1,0 0-1,0 1 1,-1-2 0,1 1-1,0 0 1,6 1-1,-6-2-179,0 0 0,0 0 0,0 0 1,0-1-1,1 0 0,-1 0 0,0 0 0,0 0 0,0 0 0,1 0 0,-1-1 0,0 0 0,0 1 0,0-1 0,0 0 0,0-1 0,0 1 0,0 0 0,0-1 0,0 0 0,-1 0 0,1 0 0,-1 0 0,1 0 0,-1 0 0,0 0 0,0-1 0,4-4 0,5-16 849,-13 43 2974,2-18-3610,1 0 0,-1 1 0,1-1 0,-1 0 0,1 0 0,0 0 0,0 1 0,0-1 0,0 0 0,0 0 0,1 0 0,-1 0 0,1-1 0,-1 1 0,1 0 0,0-1 0,-1 1 0,1-1 0,0 1 0,0-1 0,0 0 0,0 0 0,0 0 0,0 0 0,1 0 0,-1 0 0,0 0 0,0-1 0,1 0 0,-1 1 0,4-1 0,-3 1-2,0-1-1,0 0 1,0 1-1,0-1 1,0 0-1,0-1 1,-1 1-1,1-1 1,0 1-1,0-1 1,0 0-1,-1 0 1,1 0-1,0 0 1,-1 0-1,1-1 1,-1 1-1,1-1 1,-1 0-1,0 1 1,0-1-1,0 0 1,0-1-1,0 1 1,0 0-1,2-4 1,-3 3 4,1 0 1,-1 0-1,0 0 0,0 0 0,0-1 1,0 1-1,0 0 0,-1 0 1,0-1-1,1 1 0,-1 0 1,-1-1-1,1 1 0,-1-6 1,0 7-12,0 1 0,0-1 1,0 0-1,0 1 0,0-1 1,0 1-1,-1-1 0,1 1 0,0 0 1,-1-1-1,1 1 0,-1 0 1,1 0-1,-1 0 0,0 0 1,0 0-1,1 1 0,-1-1 1,0 0-1,0 1 0,0-1 1,0 1-1,1 0 0,-1 0 0,-4 0 1,-51 0 66,29 8-1475,27-7 1066,-1 0 0,1 0 1,0 0-1,0 0 0,-1 0 0,1 0 1,0 0-1,0 0 0,0 0 1,0 1-1,0-1 0,1 0 0,-1 1 1,0-1-1,0 2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9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4837,'0'0'3245,"8"1"-2492,-2 0-626,0 1-1,1-1 1,-1 1 0,0 1-1,0-1 1,-1 1-1,1 0 1,0 0 0,-1 1-1,0-1 1,1 1 0,-2 0-1,1 1 1,0-1 0,-1 1-1,0 0 1,4 6 0,-14-14 329,5 3-453,0 0 0,-1 0 0,1-1 0,0 1-1,0 0 1,0-1 0,0 1 0,0-1 0,0 1 0,0-1 0,0 1 0,1-1 0,-1 0 0,0 0 0,0 1 0,0-1 0,1 0 0,-1 0-1,0 0 1,0-2 0,-1-1-9,1 0 0,0 0 0,0 0-1,0 0 1,1 0 0,-1-1 0,1 1-1,0 0 1,0 0 0,1-1 0,-1 1-1,1 0 1,0 0 0,0 0 0,0 0 0,1 0-1,-1 0 1,1 0 0,0 0 0,0 0-1,1 1 1,-1-1 0,6-5 0,-5 6-262,0 0 1,0 0-1,0 1 0,1-1 1,-1 1-1,1 0 1,-1 0-1,1 0 1,0 1-1,-1-1 1,1 1-1,0 0 1,0 0-1,0 0 1,0 0-1,5 1 1,4 0-2120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2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1602,'0'0'6742,"7"-3"-6299,-3 1-375,0 1 0,0-1 0,-1 0 0,1 0 0,-1 0 0,1 0 0,-1-1 0,0 1 0,0-1 0,0 0 0,0 0 0,-1 0 0,1 0 0,-1 0 0,0-1 0,1 1 0,-2-1 0,1 1 0,0-1 0,-1 0 0,0 0 0,1 1 0,-1-1 0,-1 0 0,1 0 0,0-7 0,-2 11-13,1-1-1,0 0 0,-1 1 0,1-1 0,0 0 1,-1 1-1,1-1 0,-1 1 0,1-1 0,-1 1 1,1-1-1,-1 1 0,0-1 0,1 1 0,-1 0 1,1-1-1,-1 1 0,0 0 0,1-1 0,-1 1 1,0 0-1,0 0 0,1 0 0,-1-1 0,0 1 1,1 0-1,-1 0 0,0 0 0,0 0 0,1 0 1,-1 1-1,0-1 0,0 0 0,1 0 1,-1 0-1,0 1 0,1-1 0,-1 0 0,0 1 1,0-1-1,-1 1-35,-1-1 0,1 1 0,0 0 0,0 0 1,-1 0-1,1 0 0,0 0 0,0 0 0,0 1 1,0-1-1,0 1 0,-2 1 0,3 1-19,-1-1 0,1 1 0,0-1 0,0 1 1,0-1-1,1 1 0,-1-1 0,1 1 0,0 0 0,0-1 0,0 1 0,0 0 0,1-1 0,0 1 1,-1 0-1,1-1 0,1 1 0,-1-1 0,0 0 0,1 1 0,0-1 0,-1 0 0,1 0 1,1 0-1,-1 0 0,0 0 0,1 0 0,-1-1 0,5 4 0,-5-4 2,0-1 0,0 1-1,0 0 1,0-1 0,0 1-1,1-1 1,-1 1 0,0-1-1,1 0 1,0 0 0,-1 0 0,1-1-1,-1 1 1,1 0 0,0-1-1,-1 0 1,1 0 0,0 0-1,0 0 1,-1 0 0,1 0 0,0-1-1,-1 1 1,1-1 0,-1 0-1,1 0 1,0 0 0,-1 0-1,0 0 1,1 0 0,-1-1 0,0 1-1,1-1 1,-1 1 0,0-1-1,0 0 1,-1 0 0,3-3-1,17-29 45,-12 20-36,0-1 0,19-22 1,-27 35-12,1-1 0,0 1 0,-1 1 1,1-1-1,0 0 0,1 0 1,-1 1-1,0-1 0,0 1 0,1 0 1,-1-1-1,0 1 0,1 0 0,0 1 1,-1-1-1,1 0 0,-1 1 1,1-1-1,0 1 0,-1 0 0,1 0 1,0 0-1,3 1 0,-5 0 0,0 0 0,0 0 0,0 0 0,0 1 0,0-1 0,0 0-1,0 1 1,0-1 0,-1 1 0,1-1 0,-1 1 0,1-1 0,-1 1 0,1 0 0,-1-1-1,0 1 1,0-1 0,0 1 0,0 0 0,0-1 0,0 1 0,-1 1 0,-3 39-70,1-33-399,0 0 1,-1-1-1,0 0 0,0 0 0,-1 0 0,0 0 1,-7 8-1,-9 5-2237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30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48 287 673,'-4'0'202,"-33"-4"5214,36 4-5342,1 0 1,0 0-1,-1 0 1,1 0-1,0 0 1,-1 0 0,1-1-1,0 1 1,0 0-1,-1 0 1,1 0-1,0-1 1,0 1-1,-1 0 1,1 0-1,0-1 1,0 1-1,0 0 1,-1 0 0,1-1-1,0 1 1,0 0-1,0-1 1,0 1-1,0 0 1,0-1-1,0 1 1,0 0-1,-1-1 1,1 1 0,0 0-1,1-1 1,12-16 78,37-19 160,1 2 0,2 2 0,1 3 0,102-40 0,-129 57-276,1 2 0,0 1 1,0 2-1,1 0 0,0 2 1,48-2-1,-125 21-4777,35-14 480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31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7655,'0'0'401,"8"4"-241,2 1-34,0 1 0,0 0 0,-1 1 1,1 0-1,-1 0 0,-1 1 0,1 0 1,9 13-1,-14-16-94,1 1 1,-1 0-1,0 0 1,-1 0-1,1 0 0,-1 1 1,-1 0-1,1-1 1,-1 1-1,0 0 0,-1 0 1,0 0-1,0 0 1,0 0-1,-1 1 0,0 8 1,-2-11-20,0 1 1,0-1-1,-1 0 0,0 0 1,0 0-1,0 0 1,0 0-1,-1-1 0,1 1 1,-1-1-1,0 0 1,-6 4-1,-2 3-1292,-1-1-1,0 0 1,-15 8-1,17-13-1245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31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5830,'0'0'4788,"10"5"-4681,189 92-27,-198-96-112,0-1 0,0 1 0,0-1 0,0 0 0,0 1 0,0-1 0,0 0-1,0 0 1,0 0 0,0 0 0,0 1 0,0-1 0,0-1 0,0 1 0,0 0 0,0 0 0,0 0 0,0 0 0,0-1 0,0 1 0,0 0 0,0-1 0,0 1 0,-1-1 0,1 1-1,2-2 1,-2 0 19,0 0-1,0 1 0,1-1 0,-1 0 1,0 0-1,-1 0 0,1 0 0,0 0 1,-1 0-1,1 0 0,-1 0 0,1-3 1,0-7 123,-1-1 0,0 1 0,-3-20 1,1 25 1905,0 9-818,-2 16-534,-4 34-1201,8-47 772,-16 173 75,3-19-1030,-3-55-4027,11-80 2436,-3-1-1693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32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7111,'0'0'4772,"1"11"-4745,45 287-134,-46-295 17,0-1 0,1 1 1,-1-1-1,1 1 0,0-1 0,0 0 0,0 1 0,0-1 0,0 0 0,0 1 1,0-1-1,1 0 0,-1 0 0,1 0 0,0 0 0,0 0 0,-1-1 0,1 1 1,0 0-1,3 1 0,-3-3 39,0 1 0,1-1 1,-1 0-1,0 0 0,0 0 1,0 0-1,0 0 0,0-1 0,0 1 1,1-1-1,-1 1 0,0-1 1,0 0-1,0 1 0,0-1 1,-1 0-1,1-1 0,0 1 0,0 0 1,-1 0-1,1-1 0,0 1 1,-1-1-1,3-2 0,6-6-30,-1 3 97,-1-1 1,0 0 0,0-1 0,0 0-1,-1 0 1,-1 0 0,0-1 0,7-14 0,-14 28 116,1-1 1,0 1 0,0 0 0,0-1 0,0 1-1,1-1 1,-1 1 0,1-1 0,0 1 0,0-1-1,0 1 1,0-1 0,1 0 0,0 1 0,-1-1 0,1 0-1,0 0 1,1 0 0,-1 0 0,0-1 0,1 1-1,-1-1 1,1 1 0,0-1 0,0 0 0,0 0-1,5 2 1,-6-2-135,1-1-1,-1 1 0,1-1 1,0 0-1,-1 0 1,1 0-1,-1-1 0,1 1 1,0 0-1,0-1 0,0 0 1,-1 0-1,1 0 1,0 0-1,0 0 0,0 0 1,-1-1-1,1 1 0,0-1 1,-1 0-1,1 0 1,0 0-1,-1 0 0,1-1 1,-1 1-1,0 0 1,1-1-1,-1 0 0,0 1 1,0-1-1,0 0 0,0 0 1,0-1-1,0 1 1,-1 0-1,1 0 0,-1-1 1,2-4-1,-1 5 16,-1-1 0,1 1-1,-1 0 1,0-1 0,0 0 0,0 1 0,0-1-1,0 1 1,-1-1 0,1 0 0,-1 0 0,0 1-1,0-1 1,0 0 0,0 0 0,0 0 0,-1 1-1,1-1 1,-1 0 0,0 1 0,0-1-1,0 0 1,0 1 0,0-1 0,0 1 0,-2-3-1,0 2-160,0 1-1,0-1 1,-1 1-1,1 0 0,0 0 1,-1 0-1,0 1 0,1-1 1,-1 1-1,0 0 1,1 0-1,-1 0 0,0 0 1,0 1-1,0-1 0,0 1 1,-5 0-1,8 0-1,0 0 0,1 1 0,-1-1 1,0 0-1,1 0 0,-1 0 0,1 0 0,-1 1 0,0-1 0,1 0 0,-1 1 0,1-1 0,-1 0 0,0 1 0,1-1 0,-1 1 1,1-1-1,0 1 0,-1-1 0,1 1 0,-1-1 0,1 1 0,0 0 0,-1-1 0,1 1 0,0 0 0,0-1 0,-1 2 0,1 2-2925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32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3 5830,'0'0'6229,"-10"-1"-5604,6 0-590,0 1 0,-1-1 0,1 1 0,-1 1 0,1-1 0,0 1 0,-1-1 0,1 1-1,0 1 1,-1-1 0,1 1 0,0-1 0,0 1 0,0 0 0,0 0 0,1 1 0,-1-1 0,0 1 0,1 0 0,0 0 0,0 0 0,0 0 0,0 1 0,0-1 0,1 1 0,-1 0-1,1 0 1,0 0 0,0 0 0,0 0 0,1 0 0,-2 6 0,2-7-34,1-1 0,-1 1 0,1-1 0,0 1 0,-1-1 1,1 0-1,0 1 0,0-1 0,1 1 0,-1-1 0,1 1 0,-1-1 0,1 1 0,0 1 0,0-3-2,0 0 0,-1 0-1,1 0 1,0 0 0,-1-1 0,1 1-1,0 0 1,0 0 0,0-1 0,0 1-1,0-1 1,0 1 0,0-1 0,0 1-1,0-1 1,0 1 0,0-1 0,0 0-1,0 1 1,0-1 0,0 0-1,1 0 1,3 0 0,0-1-1,-1 0 1,1 0 0,-1 0-1,1 0 1,-1-1 0,1 1-1,-1-1 1,0 0 0,0-1-1,0 1 1,0-1-1,4-3 1,23-26-34,-15 16 82,-16 16-39,0 0 0,0 0 1,0 0-1,0 0 0,0 0 0,0-1 0,0 1 0,0 0 1,0 0-1,0 0 0,0 0 0,0 0 0,0 0 1,0-1-1,0 1 0,0 0 0,0 0 0,0 0 0,0 0 1,0 0-1,1 0 0,-1 0 0,0 0 0,0-1 1,0 1-1,0 0 0,0 0 0,0 0 0,0 0 0,1 0 1,-1 0-1,0 0 0,0 0 0,0 0 0,0 0 1,0 0-1,0 0 0,1 0 0,-1 0 0,0 0 0,0 0 1,0 0-1,0 0 0,0 0 0,0 0 0,1 0 1,-1 0-1,0 0 0,0 0 0,0 0 0,0 0 1,0 0-1,0 0 0,1 1 0,-1-1 0,0 0 0,0 0 1,0 0-1,0 0 0,0 0 0,0 0 0,0 0 1,0 0-1,0 1 0,0-1 0,0 0 0,0 0 0,1 0 1,-2 4-60,1 0 1,0-1-1,1 1 1,-1 0 0,1 0-1,-1-1 1,1 1 0,0-1-1,1 1 1,-1-1-1,0 1 1,1-1 0,0 0-1,0 1 1,0-1-1,0 0 1,1 0 0,-1 0-1,1-1 1,3 4 0,-1-2-585,0-1 1,0-1-1,0 1 1,0-1-1,0 1 1,0-1 0,1-1-1,-1 1 1,1-1-1,-1 0 1,1 0-1,-1-1 1,8 0 0,4 0-2879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33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72 198 3748,'0'0'5519,"-9"5"-4825,5-2-677,0-1 65,0 0-1,1-1 1,-1 2-1,1-1 1,-1 0-1,1 1 0,0-1 1,0 1-1,0 0 1,0 0-1,1 0 1,-1 1-1,1-1 0,0 0 1,0 1-1,0 0 1,0-1-1,1 1 1,-1 0-1,1 0 0,0 0 1,-1 8-1,2-12-80,0 1 1,0-1-1,0 1 0,0-1 0,0 1 1,0-1-1,0 1 0,0-1 0,1 1 0,-1-1 1,0 1-1,0-1 0,0 0 0,0 1 1,1-1-1,-1 1 0,0-1 0,0 0 0,1 1 1,-1-1-1,0 0 0,1 1 0,-1-1 1,0 0-1,1 1 0,-1-1 0,1 0 0,-1 0 1,0 1-1,1-1 0,-1 0 0,1 0 1,-1 0-1,1 0 0,-1 0 0,1 0 0,-1 1 1,1-1-1,-1 0 0,1 0 0,-1-1 1,0 1-1,1 0 0,-1 0 0,1 0 1,-1 0-1,1 0 0,-1 0 0,1-1 0,-1 1 1,0 0-1,1 0 0,-1 0 0,1-1 1,-1 1-1,0 0 0,1-1 0,-1 1 0,0 0 1,1-1-1,22-23 52,-17 11-56,-1 0-1,0-1 1,-1 1-1,-1-1 0,0 0 1,2-22-1,-3 0-159,-4-50-1,2 85 182,0-1 0,0 1 0,0-1 0,0 0 0,0 1 0,-1-1 0,1 1 0,-1-1 0,1 1 0,-1 0 0,0-1 0,0 1 0,1-1 0,-1 1 0,0 0 0,0 0 0,0-1 0,-3-1 0,-4 5 577,3 15-368,4 0-82,1-1 1,1 1-1,0-1 1,1 0-1,1 0 0,0 1 1,2-2-1,6 18 1,-9-27-144,0-1 1,0 0-1,1 1 1,0-1-1,0-1 1,0 1 0,1 0-1,-1-1 1,1 1-1,0-1 1,1 0-1,-1-1 1,1 1-1,0-1 1,-1 0-1,1 0 1,1 0-1,-1-1 1,0 1-1,1-1 1,-1-1-1,1 1 1,-1-1-1,1 0 1,0 0 0,8 0-1,-11-1-12,0 0 1,-1-1-1,1 1 0,0 0 1,-1-1-1,1 0 0,0 1 1,-1-1-1,1 0 0,-1 0 0,1-1 1,-1 1-1,0 0 0,1-1 1,-1 0-1,0 1 0,0-1 1,0 0-1,0 0 0,1-3 1,2-2 39,0-1 0,-1 0 0,0 0 0,5-15 0,-3 8 92,13 47 572,-12-17-704,1 0-1,0-1 0,12 15 0,5-6-5919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33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6022,'0'0'320,"57"50"-2242,-41-39-1377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34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2370,'0'0'6230,"5"7"-5637,3 2-291,-1 0 0,-1 1 0,0 1 0,0-1 0,-1 1 1,0 0-1,-1 0 0,0 0 0,3 19 0,-7-36-220,1 1 1,0-1-1,0 1 0,0-1 0,1 1 0,-1-1 0,1 1 1,1 0-1,-1 0 0,1 0 0,0 0 0,0 0 0,0 1 1,1-1-1,4-4 0,-6 7-83,0 0 0,0 1-1,-1-1 1,1 1 0,0-1 0,1 1 0,-1 0 0,0 0-1,0 0 1,0 0 0,1 0 0,-1 0 0,1 1 0,-1-1 0,0 1-1,1 0 1,-1 0 0,1-1 0,-1 1 0,1 1 0,-1-1-1,1 0 1,-1 1 0,0-1 0,1 1 0,-1 0 0,0 0-1,1 0 1,-1 0 0,0 0 0,0 0 0,0 1 0,0-1-1,0 0 1,0 1 0,0 0 0,1 2 0,23 27-677,6 5-4388,-22-29 2450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1:34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20 7143,'0'0'2322,"-8"-3"-1404,-1 0-612,1 1-1,-1 0 1,0 0 0,0 1-1,0 0 1,-16 1 0,22 0-259,1-1 1,0 2-1,-1-1 1,1 0 0,0 0-1,-1 1 1,1-1 0,0 1-1,-1 0 1,1-1 0,0 1-1,0 0 1,0 1 0,0-1-1,0 0 1,0 0 0,0 1-1,0-1 1,0 1-1,1 0 1,-1 0 0,1-1-1,-1 1 1,1 0 0,0 0-1,0 0 1,0 0 0,0 1-1,0-1 1,0 0 0,0 0-1,1 1 1,-1-1 0,1 0-1,-1 1 1,1 3 0,0-6-48,0 1 0,1-1 0,-1 1 0,0-1 0,0 1 1,1-1-1,-1 1 0,0-1 0,0 1 0,1-1 1,-1 1-1,1-1 0,-1 0 0,0 1 0,1-1 0,-1 0 1,1 1-1,-1-1 0,1 0 0,-1 1 0,1-1 1,-1 0-1,1 0 0,-1 0 0,1 1 0,-1-1 0,1 0 1,-1 0-1,1 0 0,0 0 0,-1 0 0,1 0 1,-1 0-1,1 0 0,-1 0 0,1 0 0,0-1 0,-1 1 1,1 0-1,-1 0 0,1 0 0,-1-1 0,1 1 1,-1 0-1,1-1 0,-1 1 0,0 0 0,1-1 1,-1 1-1,1-1 0,28-17 17,-27 16 2,0 0 0,0 0-1,1 0 1,-1 0 0,1 0 0,-1 1-1,1-1 1,0 1 0,0-1 0,-1 1-1,1 0 1,0 0 0,0 1 0,0-1-1,0 0 1,0 1 0,1 0 0,4 0-1,-5 1 17,0 0 0,0 0-1,0 1 1,1-1 0,-1 1-1,-1 0 1,1 0-1,0 0 1,0 0 0,-1 0-1,1 1 1,-1-1 0,0 1-1,0 0 1,0 0-1,3 5 1,11 18 71,-1 1 0,-1 1 0,-1 0 0,-2 1-1,-1 0 1,-1 1 0,-2 0 0,0 0 0,-3 1 0,0 0 0,-1 36 0,-3-62-90,-1 1 1,1-1-1,-1 0 1,0 0-1,0 0 0,0 0 1,-1 0-1,0 0 1,-3 7-1,4-11 44,0 1 0,-1 0 0,1 0 0,0-1 0,0 1 0,-1-1 0,1 1 0,-1-1 0,1 0 0,-1 1 0,0-1 0,0 0 0,1 0 0,-1 0 0,0 0 0,0-1 0,0 1 0,0 0 0,0-1 0,0 0 0,0 1 0,0-1 0,0 0 0,0 0 0,-4 0 0,4-1-17,0 1-1,1-1 1,-1 0 0,1 0-1,-1 1 1,0-1-1,1 0 1,0 0 0,-1-1-1,1 1 1,0 0 0,-1 0-1,1-1 1,0 1 0,0-1-1,0 1 1,0-1 0,0 1-1,1-1 1,-1 0 0,0 1-1,1-1 1,-1 0 0,1 1-1,0-1 1,-1-3 0,-4-51 90,5 52-110,0-16-19,0 0 0,2 0 0,1 0 0,0 0 0,1 0 0,11-31 0,2 10-2030,42-76-1,-30 64-3392,-5-1-4473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2:56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521 131 705,'2'-1'259,"0"-1"1,-1 1 0,0-1-1,1 0 1,-1 0 0,0 0-1,0 0 1,0 0 0,0 0-1,0 0 1,-1 0 0,1 0 0,-1 0-1,1 0 1,-1 0 0,0 0-1,0-1 1,0 1 0,0 0-1,0 0 1,-1-3 0,0 3-129,0 0-1,-1 1 1,1-1 0,-1 1 0,1-1 0,-1 1 0,1 0 0,-1 0-1,0 0 1,0 0 0,0 0 0,0 0 0,1 0 0,-1 1 0,0-1 0,0 1-1,0-1 1,-1 1 0,1 0 0,0 0 0,0 0 0,-2 0 0,-5 0-49,1 0 1,-1 1 0,1 0 0,0 0 0,-1 1 0,1 0 0,0 0 0,-14 7 0,-64 36 143,43-20 179,29-17-246,1 1 1,1 0-1,0 1 1,0 0-1,1 1 0,0 0 1,1 1-1,0 0 1,1 0-1,0 1 1,-8 18-1,-7 18 419,-32 95 1,54-140-542,-12 51 332,1 1 1,3 0-1,3 1 0,0 74 1,6-119-288,1 1 0,0-1 0,1 1 0,0 0 0,1-1 0,0 0 0,1 1 0,1-1 0,5 13 1,-6-20-58,-1-1 1,1 1-1,-1-1 1,1 0-1,1 0 1,-1 0-1,1 0 1,-1-1-1,1 1 1,0-1-1,0 0 1,0 0-1,1-1 1,-1 1-1,1-1 1,0 0-1,-1 0 1,1 0-1,0-1 1,0 0-1,0 0 1,0 0-1,0 0 1,0-1-1,8 0 1,-2-1 23,0-1 0,-1 0 0,1 0 0,0-1 0,-1-1 0,0 1 0,0-2-1,0 1 1,0-1 0,-1-1 0,0 0 0,0 0 0,0-1 0,-1 0 0,0-1 0,0 1 0,8-13 0,4-4 4,-2 0 1,-1-1-1,-2 0 0,0-2 1,13-31-1,17-47-22,94-244 136,-133 330-107,-1-1 1,-1 1 0,0-1 0,-2 0 0,0 0 0,-2-21-1,0 30-12,-1 0-1,0 1 1,-1-1-1,0 1 0,0-1 1,-1 1-1,-1 0 0,0 0 1,0 0-1,-1 1 1,0 0-1,0-1 0,-8-7 1,11 15-99,0 1 1,-1-1-1,1 1 1,-1-1-1,0 1 1,1 0-1,-1 0 1,0 0-1,1 0 1,-1 1-1,0-1 1,0 1-1,0 0 1,0 0-1,0 0 1,0 0-1,1 0 0,-1 1 1,0-1-1,0 1 1,0 0-1,1-1 1,-1 1-1,0 1 1,1-1-1,-1 0 1,1 1-1,-1-1 1,1 1-1,0 0 1,-1-1-1,1 1 1,0 1-1,0-1 1,0 0-1,1 0 1,-1 1-1,-2 3 1,16-29-9735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2:59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 2498,'-8'15'7579,"-4"13"-6807,-12 45 1,19-50-619,1 0 0,2 0 0,0 0 0,1 1 1,1-1-1,5 35 0,-4-52-122,0-1 1,0 1-1,0-1 0,1 0 1,0 1-1,0-1 0,0 0 1,1 0-1,-1 0 0,1-1 1,0 1-1,1-1 0,-1 1 1,1-1-1,0 0 0,0 0 1,0-1-1,0 1 0,1-1 1,0 0-1,-1 0 0,1 0 0,0-1 1,0 0-1,1 0 0,-1 0 1,0-1-1,1 1 0,-1-1 1,1 0-1,-1-1 0,10 0 1,-10 0-2,-1 0 0,0 0 0,1-1 0,-1 0 0,1 0 0,-1 0 0,0 0 0,0-1 0,0 0 0,0 0 0,0 0 0,0 0 0,0 0 0,4-5 0,-1 1 21,-1 0 0,1-1-1,-1 1 1,-1-2 0,0 1-1,8-14 1,0-7 6,0-1 0,-2 0 1,7-33-1,-17 60-61,5-22 81,0 0 0,-2 0 1,-1-1-1,-1 0 0,-1-39 0,-7 50 663,3 13-310,1 9-241,2 22-264,0 0 0,3 0 0,0 0-1,2 0 1,15 53 0,-17-75 23,0 0-1,0 0 0,0-1 0,1 0 1,0 0-1,1 0 0,-1 0 0,1 0 1,0-1-1,1 0 0,0 0 0,0-1 1,0 0-1,1 0 0,-1 0 0,1 0 1,0-1-1,1 0 0,-1-1 0,0 0 1,1 0-1,0-1 0,0 1 0,0-2 1,0 1-1,13 0 0,30-3-6311,-29-8 571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2:59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5990,'0'0'4516,"8"-1"-3411,279-34 3096,-152 23-3873,160-38 1,-263 38-60,5-2-3859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00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2691,'0'0'8525,"25"-1"-7094,19 8 17,70 23 1,12 2-1149,-166 35 2507,16-25-2816,-1-1 45,-45 57 0,22-48-9125,42-46 4749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01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19 124 5926,'0'0'5237,"-3"9"-4666,-1 1-485,1 1-1,0-1 1,1 1 0,1-1 0,-1 1 0,2 0-1,0 21 1,0-29-81,0 1 1,1-1-1,-1 0 1,1 0-1,0 0 1,0 0-1,0 0 0,0 0 1,0 0-1,1-1 1,-1 1-1,1 0 0,0-1 1,-1 1-1,1-1 1,0 1-1,1-1 0,-1 0 1,0 0-1,1 0 1,-1 0-1,1-1 0,0 1 1,-1 0-1,1-1 1,0 0-1,0 0 0,0 0 1,0 0-1,0 0 1,0-1-1,0 1 0,0-1 1,0 0-1,5 0 1,-3 0-26,0-1 0,0 1 0,-1-1 1,1 0-1,0-1 0,-1 1 0,1-1 1,-1 0-1,0 0 0,1 0 0,5-5 1,-8 6 246,0-1 0,0 1 0,0-1 0,0 1 0,0-1 0,0 0 0,0 0 0,-1 0 0,1 0 0,-1 0 0,1 0 0,-1-1 0,0 1 0,0 0 0,0-1 0,0 1 0,1-5 0,-2 10-223,0 0 1,0-1 0,0 1-1,1-1 1,-1 1 0,1-1-1,0 1 1,-1-1 0,1 0-1,0 1 1,1-1 0,-1 0-1,0 1 1,1-1 0,-1 0-1,1 0 1,-1 0 0,1-1-1,0 1 1,0 0 0,2 1-1,1 0 5,-1-1-1,1 1 1,0-1 0,0 0-1,0-1 1,0 1 0,0-1-1,0 0 1,1 0-1,4 0 1,0-1 4,0 1 1,-1-2-1,1 1 0,-1-1 1,1-1-1,-1 0 0,0 0 1,1-1-1,-1 0 1,0 0-1,12-8 0,-15 7 0,-1 0-1,1-1 1,-1 0 0,0 0-1,-1 0 1,1 0-1,-1-1 1,0 0 0,-1 0-1,1 0 1,-1 0-1,0 0 1,-1-1 0,1 1-1,-1-1 1,-1 0-1,1 0 1,-1 0-1,-1 0 1,1 0 0,-1 1-1,0-1 1,0 0-1,-1 0 1,0 0 0,0 0-1,-1 0 1,0 0-1,0 1 1,-1-1 0,0 1-1,0 0 1,0-1-1,-1 1 1,1 1 0,-1-1-1,-1 1 1,1-1-1,-1 1 1,0 0-1,0 1 1,-1-1 0,1 1-1,-1 0 1,0 1-1,0-1 1,-1 1 0,1 0-1,0 1 1,-1 0-1,0 0 1,-10-2 0,-15 1 202,16 5-2122,8 5-6075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05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1089,'0'0'1265,"1"-10"4529,1-26-3217,-1 50-2362,1 0 1,0-1-1,1 1 1,5 12-1,4 20 534,23 116 1180,29 175-143,-60-222-1457,-5-88-300,5-22 87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06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5733,'0'0'6444,"8"0"-5601,19 2-453,0 1 0,0 1-1,42 12 1,-55-12-462,0 0-1,1-1 0,0 0 1,26 0-1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06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0 3844,'0'0'5087,"-20"71"-3896,-46 138 2364,66-208-3496,0 0-43,0-12-9764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11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1 134 801,'19'-78'5169,"-16"23"5960,-3 55-11028,0 43 529,-2 44-109,-1-53-293,2 0 0,1-1 1,2 1-1,1 0 1,2 0-1,9 36 1,-13-68-225,0 0 1,-1 1 0,1-1-1,0 0 1,0 0 0,0 1 0,1-1-1,-1 0 1,0 0 0,1 0 0,0 0-1,-1-1 1,1 1 0,0 0 0,0-1-1,0 1 1,0-1 0,0 0 0,0 1-1,0-1 1,0 0 0,1 0 0,-1-1-1,0 1 1,1 0 0,2 0 0,0-1 2,-1-1 1,0 1 0,1-1 0,-1 0 0,0 0 0,0 0-1,0 0 1,0-1 0,0 0 0,0 0 0,0 0 0,0 0-1,0-1 1,3-3 0,-2 3-47,50-43-1290,-50 42 488,-1 0 1,0-1 0,-1 1 0,1-1 0,-1 0 0,0 0 0,0 0 0,0 0 0,3-12 0,-3 0-3468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11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16 207 4612,'0'0'11232,"-5"-5"-10911,5 4-316,-1 0 0,0 1 0,0-1 0,0 1 0,1-1 0,-1 0 0,0 0 0,1 1 0,-1-1 0,1 0 1,-1 0-1,1 0 0,-1 0 0,1 0 0,0 1 0,-1-1 0,1 0 0,0 0 0,0 0 0,0 0 0,-1 0 0,1 0 0,0 0 1,0 0-1,1 0 0,-1 0 0,0 0 0,0 0 0,0 0 0,1 0 0,-1-1 0,3-1 12,1 1 0,-1-1 0,0 1 0,1 0 0,-1-1 0,1 2-1,6-4 1,3-1 17,260-117-1999,-252 112-1088,-5-1-898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12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 19 897,'0'0'8968,"0"-1"-8779,-1 0-1,1 0 1,0 0-1,0 0 1,-1 0-1,1 0 0,-1 0 1,1 0-1,-1 0 1,1 1-1,-1-1 1,1 0-1,-1 0 1,0 0-1,1 0 0,-1 1 1,0-1-1,0 0 1,-1 0-1,-136 70 864,60-39-643,-123 28-1,162-48-376,39-10-50,0 0 1,0 0-1,1 0 1,-1 0-1,0 0 1,0 0-1,0 1 1,0-1-1,0 0 1,0 0-1,0 0 1,0 0-1,0 0 1,0 0-1,0 0 1,0 0 0,0 0-1,0 0 1,0 0-1,0 0 1,0 0-1,0 1 1,0-1-1,0 0 1,0 0-1,-1 0 1,1 0-1,0 0 1,0 0-1,0 0 1,0 0-1,0 0 1,0 0-1,0 0 1,0 0-1,0 0 1,0 0-1,0 0 1,0 0-1,0 0 1,0 0 0,0 0-1,0 0 1,0 0-1,-1 0 1,14 2-1865,17-1-1924,-21-3 1457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13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1281,'0'0'9252,"0"-21"-7779,0 20-1587,1 0 0,-1 0-1,0 1 1,0-1 0,1 0-1,-1 0 1,0 0 0,1 0 0,-1 1-1,1-1 1,-1 0 0,1 0 0,0 1-1,-1-1 1,1 0 0,-1 1 0,1-1-1,0 1 1,0-1 0,-1 1 0,1-1-1,0 1 1,0 0 0,0-1 0,0 1-1,0 0 1,-1-1 0,3 1 0,12-7-3363,-8 1 1272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13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1505,'0'0'9786,"-4"3"-9311,0 0-427,0 0 0,1 1 0,-1 0 0,1 0 0,0 0 0,0 0 0,0 0 0,1 0 0,-1 1 0,-2 7 0,-18 60 68,-3 4-5517,17-59 186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13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3716,'0'0'12000,"0"-3"-11813,0 3-187,0-1 1,1 1-1,-1 0 0,0-1 1,0 1-1,0 0 0,0-1 0,0 1 1,0 0-1,1 0 0,-1-1 1,0 1-1,0 0 0,0 0 0,1-1 1,-1 1-1,0 0 0,0 0 1,1 0-1,-1-1 0,0 1 0,0 0 1,1 0-1,-1 0 0,0 0 1,1 0-1,-1 0 0,0 0 1,0 0-1,1-1 0,-1 1 0,0 0 1,1 0-1,-1 0 0,0 0 1,1 0-1,-1 1 0,0-1 0,1 0 1,-1 0-1,0 0 0,0 0 1,1 0-1,-1 0 0,0 0 0,1 1 1,-1-1-1,0 0 0,0 0 1,1 0-1,-1 1 0,0-1 1,0 0-1,0 0 0,1 1 0,-1-1 1,0 0-1,0 0 0,0 1 1,1 0-1,20 19-5,-16-16 3,11 10-109,1-1 0,0-1 0,27 14 1,0-10-7434,-34-16 290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3:15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13 2530,'0'0'5990,"-7"-3"-5307,4 2-573,0-1-1,-1 1 1,1 0-1,0 0 1,-1 0 0,1 0-1,-1 0 1,1 1-1,-1-1 1,1 1-1,-1 0 1,0 0-1,1 1 1,-1-1-1,1 1 1,-1-1-1,1 1 1,0 0-1,-1 1 1,1-1-1,0 0 1,0 1 0,-1 0-1,1 0 1,1 0-1,-1 0 1,0 0-1,-3 4 1,-1 1-38,1 0 1,0 0 0,1 1 0,-1 0 0,2 0-1,-1 0 1,-5 14 0,8-17-70,0 0 0,0 1 0,1 0 0,0-1 0,0 1 0,0 0 0,0 0 0,1 0 0,0-1 0,0 1 0,1 0 0,0 0 0,1 8 0,-1-13-2,0 1-1,0-1 1,0 0-1,0 1 1,0-1 0,0 0-1,0 1 1,0-1-1,1 0 1,-1 0-1,0 0 1,1 0-1,-1 0 1,1 0-1,-1-1 1,1 1-1,-1 0 1,1-1-1,0 1 1,-1-1 0,1 0-1,0 1 1,-1-1-1,1 0 1,0 0-1,-1 0 1,1 0-1,0 0 1,-1 0-1,1-1 1,0 1-1,2-2 1,1 1 1,1 0 0,-1 0 0,0-1 0,0 0 0,0 0 0,0-1 0,-1 1 0,1-1 0,4-4 0,40-46-203,-46 49 446,0-1-1,0 1 1,-1-1-1,1 1 1,-1-1-1,0 0 1,0 0-1,-1 0 1,1 0-1,-1 0 0,1-9 359,-1 19-598,0 1 1,0-1 0,-1 0-1,0 1 1,1-1-1,-2 0 1,-1 11 0,1 5 61,5 48 252,2 0 0,4-1 0,22 79 0,-27-142 841,4-13-641,8-22-376,-14 24-81,33-53-880,51-63 1,-47 68-3420,-14 17-2089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6:58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4260,'0'0'4014,"9"-2"-3656,245-30 2698,-117 19-2129,-64 7-933,-85 16-4136,-2-5 1537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6:58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3812,'0'0'6075,"11"3"-5077,15 0-637,-1-1 0,1-1 0,-1-1 0,33-4 0,115-22 349,-30 4-380,-116 19-509,21-3 459,-15 5-3504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6:59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2274,'0'0'320,"51"-8"129,-13 4-321,5-2-128,4-2-96,3-2-2787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07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2905 338 1441,'4'-4'419,"0"0"0,0 0 1,0-1-1,-1 0 0,0 1 0,0-1 0,0 0 0,0-1 0,-1 1 0,0 0 0,0-1 0,0 1 0,-1-1 0,0 0 0,0 1 0,0-1 0,-1 0 1,0 0-1,0 0 0,0 1 0,-1-1 0,0 0 0,-1-6 0,-2 5-339,1 0-1,-1 1 1,-1-1 0,1 1 0,-1 0-1,0 0 1,0 1 0,0 0 0,-1 0-1,0 0 1,0 0 0,-8-4 0,-19-17 175,23 16-164,-1 1 0,0 0 0,-1 0 1,0 2-1,0-1 0,-1 1 0,0 1 1,-23-8-1,15 8-96,0 2-1,0 0 1,-1 1 0,1 1 0,-25 1 0,-360 5 12,-211-2 55,512-5 90,-7-1-1071,-1 5 0,-160 21 0,267-21 887,-449 84-1682,416-76 1609,0 2 0,0 1 0,1 2 0,1 1 0,-51 29-1,74-35 187,1 0-1,0 0 1,0 1-1,1 0 1,1 1-1,0 1 1,0 0-1,1 0 1,0 1-1,1 0 0,1 1 1,0 0-1,1 0 1,0 1-1,2 0 1,-7 23-1,7-21 235,2 1-1,0 0 0,0 0 1,2 0-1,0 0 1,2 1-1,0-1 0,4 27 1,-2-36-282,0 0 0,0 0-1,0 0 1,1 0 0,0 0 0,1-1 0,0 0 0,1 0 0,-1 0 0,1-1 0,1 1 0,0-1 0,0-1-1,0 0 1,0 0 0,1 0 0,13 7 0,1-2 141,1 0 0,0-2 0,0 0 0,0-2 0,37 7-1,128 10 420,-79-12-377,137 19 478,397-2 0,-539-37-278,202-43 0,-212 32-239,-84 18-151,142-27 190,0-7-1,183-66 1,-317 92-205,0 0 1,-1 0-1,0-2 1,-1 0-1,-1 0 1,1-2-1,-2 0 0,24-28 1,3-10 35,44-69 1,-76 105-47,-3 5 3,0 0 0,1 0-1,0 1 1,1 0 0,-1 1 0,2 0 0,15-13 0,-21 19 0,0-1 0,-1 0 0,1 1 0,-1-1 0,0 0 0,0 0 0,0-1 0,0 1 0,0 0 0,0 0 0,-1-1 0,0 1 0,0-1 0,0 0 0,1-3 0,-1-2 6,0 0 1,0 0 0,0 0-1,-1 0 1,-2-11 0,2 19-11,-1 0-1,1 0 1,0 0 0,-1 0 0,0 1 0,1-1 0,-1 0 0,1 0 0,-1 0 0,0 1-1,0-1 1,1 0 0,-1 1 0,0-1 0,0 0 0,0 1 0,0-1 0,0 1 0,0-1-1,0 1 1,0 0 0,0 0 0,0-1 0,0 1 0,0 0 0,0 0 0,-1 0-1,-37-2-182,31 2 65,-72 3-2374,3 0-3173,12-3-1888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1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270 129 4132,'0'0'2845,"0"-8"-1825,0 5-939,0-9 599,0 0 1,-1 0-1,0 0 1,-1 1-1,-4-16 1,5 25-554,0 0 1,1 1 0,-1-1 0,0 0-1,0 0 1,0 0 0,0 0 0,-1 1-1,1-1 1,0 1 0,-1-1 0,1 1 0,-1-1-1,1 1 1,-1 0 0,0 0 0,-2-2-1,1 2-76,1 1-1,0 0 1,-1 0-1,1-1 1,0 1-1,-1 0 1,1 1-1,0-1 1,-1 0-1,1 1 1,0-1 0,-1 1-1,1 0 1,0 0-1,0 0 1,0 0-1,0 0 1,0 0-1,-4 4 1,-5 1-56,0 2 0,1-1 0,0 1 0,0 1 0,0 0 1,1 1-1,1-1 0,0 2 0,0-1 0,1 1 0,0 0 0,1 1 1,0-1-1,1 1 0,0 0 0,1 1 0,0-1 0,1 1 0,1 0 1,0 0-1,-1 16 0,3-28 3,0 0 1,0 0 0,0 0-1,0 0 1,0 0-1,0 0 1,0 0-1,0 0 1,0 0 0,1 0-1,-1 0 1,0 0-1,1 0 1,-1 0 0,1 0-1,-1 0 1,1 0-1,-1 0 1,1 0-1,-1 0 1,1-1 0,0 1-1,0 0 1,-1 0-1,1-1 1,0 1-1,0-1 1,0 1 0,0-1-1,0 1 1,0-1-1,0 1 1,0-1-1,0 0 1,0 1 0,0-1-1,0 0 1,0 0-1,0 0 1,0 0-1,0 0 1,0 0 0,0 0-1,0 0 1,0 0-1,0-1 1,2 1 0,1-2 3,0 1 0,0 0 1,0-1-1,0 0 0,0 0 1,-1 0-1,1 0 0,0-1 0,-1 0 1,5-4-1,5-8 24,0-1-1,-1 0 1,-1-1 0,10-22-1,-21 39-13,0 0-1,0 0 0,1-1 1,-1 1-1,0 0 0,0 0 1,0-1-1,0 1 1,0 0-1,0 0 0,0-1 1,0 1-1,1 0 0,-1 0 1,0 0-1,0-1 0,0 1 1,1 0-1,-1 0 0,0 0 1,0 0-1,0-1 1,1 1-1,-1 0 0,0 0 1,0 0-1,1 0 0,-1 0 1,0 0-1,0 0 0,1 0 1,-1 0-1,0-1 0,0 1 1,1 0-1,-1 0 1,0 1-1,0-1 0,1 0 1,-1 0-1,0 0 0,1 0 1,-1 0-1,0 0 0,0 0 1,1 0-1,-1 1 1,9 14 74,1 27-66,-1 19 33,-3 1 0,-2-1 1,-3 2-1,-9 81 0,6-125-35,-1 1-1,0-1 0,-2 0 0,0 0 0,-1-1 0,-15 30 1,19-43-13,-1 1 0,0-1 0,-1 0 1,1-1-1,-1 1 0,0 0 0,0-1 0,-1 0 1,1 0-1,-1 0 0,0-1 0,0 0 1,0 0-1,0 0 0,-1 0 0,1-1 1,-1 0-1,0 0 0,1 0 0,-1-1 1,0 0-1,0 0 0,0 0 0,0-1 1,-8 0-1,13 0-2,-1 0 0,0 0 1,0-1-1,1 1 0,-1-1 0,0 1 1,0-1-1,1 0 0,-1 1 1,0-1-1,1 0 0,-1 0 0,1 0 1,-1 0-1,1-1 0,0 1 0,0 0 1,-1-1-1,1 1 0,0 0 1,-2-4-1,1 1 31,0-1 0,0 1 0,1-1 0,-1 0 0,1 0 1,0 1-1,0-1 0,0-7 0,1 4 11,0-1 0,0 0-1,0 1 1,1-1 0,1 1 0,-1-1 0,2 1 0,-1-1-1,5-10 1,-2 11-45,0 0 1,0 0-1,0 1 0,1-1 0,0 2 1,0-1-1,1 0 0,0 1 0,0 1 0,0-1 1,1 1-1,0 0 0,0 1 0,0-1 1,0 2-1,1-1 0,0 1 0,0 1 0,0 0 1,0 0-1,0 0 0,0 1 0,18 0 1,-21 1-2,1 0 0,-1 1 0,0-1 0,0 1 1,1 0-1,-1 1 0,0-1 0,0 1 1,0 1-1,0-1 0,-1 1 0,1 0 0,7 5 1,-10-5 0,1 0 1,-1 1 0,0-1 0,0 1 0,-1 0 0,1-1-1,-1 1 1,0 0 0,0 1 0,0-1 0,-1 0-1,1 0 1,-1 1 0,0-1 0,0 1 0,0-1-1,-1 1 1,0 0 0,0 5 0,5-76 128,-4 60-121,-1 0-1,1 0 1,0 0 0,0 0-1,1 0 1,0 0-1,0 0 1,0 1 0,1-1-1,0 1 1,0 0-1,0-1 1,1 1 0,0 1-1,5-7 1,-7 10-111,0 0 1,0 0 0,0 0-1,0 1 1,0-1 0,0 0-1,0 1 1,0-1 0,1 1-1,-1 0 1,0 0 0,0 0-1,1 0 1,-1 0 0,0 0-1,0 1 1,0-1 0,1 1-1,-1-1 1,0 1 0,0 0-1,4 2 1,2 2-877,0 1-1,0 0 1,0 0 0,7 9-1,-10-10 289,0 0 0,1 0 0,0-1 0,0 0-1,8 5 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11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35 342 5029,'2'-19'4224,"3"23"-1604,7 33-1255,-10-30-1604,0 0 254,0-1-1,0 0 1,0 1-1,-1-1 1,0 1-1,-1-1 1,0 1-1,0-1 1,0 1 0,-2 11-1,2-18-8,-1 1-1,1 0 0,-1-1 1,0 1-1,1-1 1,-1 1-1,1-1 1,-1 0-1,0 1 1,1-1-1,-1 0 1,0 1-1,1-1 0,-1 0 1,0 0-1,1 1 1,-1-1-1,0 0 1,0 0-1,1 0 1,-1 0-1,0 0 1,0 0-1,1 0 0,-1 0 1,0 0-1,1-1 1,-1 1-1,0 0 1,0 0-1,1-1 1,-1 1-1,0 0 1,1-1-1,-2 0 0,-20-17 130,19 14-61,1 0 0,0-1 0,0 1 0,0 0 0,1-1 0,0 1 0,0-1 1,0 0-1,0 1 0,0-1 0,1 0 0,0 0 0,0 1 0,1-1 0,0-7 0,0 10-57,0-1 0,-1 1 0,1 0 0,0-1 0,0 1-1,0 0 1,1-1 0,-1 1 0,1 0 0,-1 0 0,1 0 0,-1 0 0,1 1 0,0-1 0,0 0 0,0 1-1,0-1 1,0 1 0,1 0 0,-1-1 0,0 1 0,0 0 0,1 1 0,-1-1 0,1 0 0,-1 1 0,1-1 0,-1 1-1,5-1 1,0 1-15,1 0 0,0 1 0,-1 0-1,1 0 1,0 1 0,-1-1 0,0 2 0,1-1-1,-1 1 1,0 0 0,0 0 0,0 1-1,-1 0 1,1 0 0,-1 1 0,0 0 0,10 10-1,-15-15 1,0 1-1,0-1 1,1 0-1,-1 0 1,0 0-1,0 0 1,0 0-1,1 0 1,-1 0-1,0 0 1,0-1-1,0 1 1,0 0-1,1-1 1,-1 1-1,0-1 1,0 1 0,0-1-1,0 0 1,0 1-1,0-1 1,0 0-1,0 0 1,-1 0-1,1 0 1,0 1-1,0-1 1,0-2-1,29-29 50,-28 30-50,0-1 59,1-1 0,0 1 0,-1 0-1,0-1 1,0 0 0,0 1-1,0-1 1,-1 0 0,1 0 0,-1 0-1,0 0 1,0 0 0,-1 0-1,1-6 1,-1 9-36,0-1 1,-1 0-1,1 1 1,-1-1-1,0 0 1,1 1-1,-1-1 0,0 1 1,0-1-1,0 1 1,0 0-1,0-1 0,0 1 1,0 0-1,-1 0 1,1 0-1,0 0 1,-1 0-1,1 0 0,-1 0 1,1 0-1,-1 0 1,1 1-1,-1-1 0,0 1 1,1-1-1,-1 1 1,0 0-1,1-1 1,-1 1-1,0 0 0,1 0 1,-1 0-1,0 0 1,0 1-1,-1-1 1,2 0-26,0 0 1,-1 0-1,1 0 1,0 0 0,0 0-1,0 1 1,0-1 0,0 0-1,-1 1 1,1-1 0,0 0-1,0 1 1,0-1-1,0 1 1,0 0 0,0-1-1,0 1 1,1 0 0,-1 0-1,0-1 1,0 1 0,0 0-1,1 0 1,-1 0 0,0 0-1,0 1 1,0 1-3,1-1 1,-1 1-1,0-1 0,1 1 1,0-1-1,0 1 0,0-1 1,0 1-1,0 0 0,0-1 1,1 5-1,1 0-2,0 0-1,0 0 1,1 0-1,-1-1 1,1 1-1,1 0 1,-1-1-1,6 7 1,-6-10 7,-1-1 0,1 1 1,0 0-1,0-1 0,0 0 1,0 1-1,1-1 0,-1-1 1,1 1-1,-1 0 0,1-1 1,-1 0-1,1 0 0,0 0 1,0 0-1,0 0 0,-1-1 1,1 0-1,0 0 0,0 0 1,0 0-1,0 0 0,0-1 1,-1 0-1,1 0 0,0 0 1,0 0-1,-1 0 1,1-1-1,-1 0 0,5-2 1,-3 1 0,0 0 0,0-1 1,-1 1-1,0-1 0,0 1 1,0-1-1,0-1 1,0 1-1,-1 0 0,1-1 1,-1 0-1,-1 0 1,1 0-1,-1 0 0,1 0 1,-1 0-1,-1-1 1,1 1-1,-1-1 0,0 1 1,0-8-1,0 8-1,-1 0-1,0 1 1,0-1-1,-1 0 1,1 0-1,-1 1 0,0-1 1,0 0-1,0 1 1,-1-1-1,0 1 1,0 0-1,0-1 1,0 1-1,-1 0 1,1 0-1,-1 0 0,0 1 1,0-1-1,-1 1 1,-4-5-1,7 8 0,1-1 0,0 1 0,-1-1 0,1 1 0,0-1 0,0 1 0,-1-1 0,1 0 0,0 1 1,0-1-1,0 1 0,0-1 0,0 1 0,0-1 0,-1 0 0,2 1 0,-1-1 0,0 1 0,0-1 0,0 0 0,0 1 0,0-1 0,0 1 0,1-1 0,-1 1 0,0-1 0,0 1 0,1-1 0,-1 1 0,0-1 0,1 1 0,-1-1 0,1 1 0,-1-1 0,0 1 0,1 0 0,-1-1 0,1 1 0,-1 0 0,1-1 0,-1 1 0,2-1 0,26-17 85,-23 16-77,12-9 128,0 1-1,1 0 1,0 2 0,1 0-1,0 1 1,0 0 0,1 2-1,0 1 1,35-4 0,-54 8-131,0 1 1,0-1 0,0 1-1,0-1 1,0 1 0,0 0-1,0-1 1,0 1 0,0 0-1,0 0 1,0 0 0,-1-1-1,1 1 1,0 0 0,0 0-1,-1 0 1,1 0 0,-1 0-1,1 1 1,-1-1 0,1 0-1,-1 0 1,0 0 0,0 0-1,1 0 1,-1 1 0,0-1-1,0 0 1,0 0 0,-1 3-1,1 49 164,-1-37-130,0 10 14,0-19-52,1-1-1,0 1 0,0-1 1,0 1-1,1-1 1,2 11-1,-2-15 1,-1-1-1,1 1 1,0-1-1,0 1 1,0-1-1,0 1 0,0-1 1,0 1-1,0-1 1,1 0-1,-1 0 1,1 0-1,-1 0 1,0 0-1,1 0 1,0 0-1,-1 0 1,1 0-1,-1-1 1,1 1-1,0-1 1,0 1-1,-1-1 0,1 0 1,0 1-1,0-1 1,0 0-1,2-1 1,11 1 23,0-1 1,-1-1-1,1 0 1,-1-1-1,0-1 1,22-8 0,84-42 199,-72 31-191,-26 13-74,27-13-2468,86-52 0,-89 41-5216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13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47 332 3395,'0'0'6737,"-7"-8"-5472,-23-26-90,29 33-1141,0 0 0,1 1 0,-1-1 0,0 1 0,1-1 0,-1 0 0,0 0 0,1 0 1,-1 1-1,1-1 0,0 0 0,-1 0 0,1 0 0,0 0 0,-1 0 0,1 0 0,0 1 0,0-1 0,0 0 0,0 0 0,0 0 0,0 0 1,0 0-1,0 0 0,0 0 0,0 0 0,0 0 0,1 0 0,-1 0 0,0 0 0,1 1 0,-1-1 0,1 0 0,-1 0 0,1 0 0,-1 0 0,1 1 1,-1-1-1,1 0 0,0 1 0,-1-1 0,1 0 0,0 1 0,0-1 0,0 1 0,-1-1 0,1 1 0,0 0 0,0-1 0,0 1 0,0 0 1,0-1-1,0 1 0,0 0 0,0 0 0,0 0 0,0 0 0,-1 0 0,3 0 0,4-1-33,1 1 0,-1 0 0,1 0 0,-1 0 0,12 3 0,-12-1 27,0 1 0,0 0 0,0 0 1,0 1-1,0 0 0,-1 0 0,0 1 1,0 0-1,0 0 0,0 0 0,-1 1 0,0-1 1,0 2-1,0-1 0,-1 0 0,0 1 0,3 7 1,-1-4 5,-2 1-1,1-1 1,-1 1 0,-1 0 0,0 0 0,-1 0 0,0 1 0,0-1 0,-1 1 0,-1 21 0,-1-33-7,1 1 1,0-1 0,0 1 0,0-1-1,0 1 1,0-1 0,0 1 0,-1-1 0,1 1-1,0-1 1,0 1 0,-1-1 0,1 0-1,0 1 1,-1-1 0,1 0 0,0 1-1,-1-1 1,1 0 0,-1 1 0,1-1-1,0 0 1,-1 0 0,1 1 0,-1-1 0,1 0-1,-1 0 1,1 0 0,-1 0 0,1 0-1,-1 0 1,1 0 0,-1 0 0,1 0-1,-1 0 1,1 0 0,-1 0 0,1 0-1,-1 0 1,1 0 0,-1 0 0,1 0 0,-1-1-1,1 1 1,0 0 0,-1 0 0,1-1-1,-1 1 1,-20-16 816,17 7-804,0 0 0,1 0 0,0 0-1,0-1 1,1 1 0,0-1 0,1 1-1,0-1 1,1 0 0,0 0 0,0 1-1,3-13 1,0-2-41,2 0 0,0 0 0,16-39 0,-13 41 4,1 1 0,1 0 1,1 1-1,1 1 0,18-23 0,-25 35-209,1 1 0,0 0-1,1 0 1,-1 0 0,1 1-1,0 0 1,11-6 0,-13 9-214,0 0 0,0 0 0,0 0 0,1 1 0,-1-1 1,0 1-1,1 0 0,0 1 0,-1 0 0,1-1 0,-1 2 0,9 0 1,9 8-2512,-4 7-561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14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30 466 5541,'0'0'8285,"4"-10"-7660,11-24-177,-7 20-231,-2 0-1,1-1 1,-2 1 0,0-1-1,-1 0 1,5-30 0,-9 45-199,0-1 1,-1 1-1,1-1 1,0 1-1,0 0 1,0-1 0,-1 1-1,1 0 1,0-1-1,-1 1 1,1 0 0,0-1-1,0 1 1,-1 0-1,1 0 1,0-1 0,-1 1-1,1 0 1,-1 0-1,1 0 1,0-1-1,-1 1 1,1 0 0,-1 0-1,1 0 1,0 0-1,-1 0 1,1 0 0,-1 0-1,1 0 1,-1 0-1,1 0 1,0 0-1,-1 0 1,1 0 0,-1 0-1,1 1 1,0-1-1,-1 0 1,1 0 0,-1 0-1,1 1 1,0-1-1,-1 0 1,1 0 0,0 1-1,-1-1 1,1 1-1,-21 12 48,14-5-63,1 0 0,1 1 0,-1-1 0,1 1 0,1 0 0,0 1 0,-4 11 0,6-15-2,0 1 0,0-1-1,1 0 1,0 1 0,0-1-1,0 1 1,1-1-1,0 1 1,1-1 0,-1 1-1,1-1 1,3 10-1,-4-14 1,1 1 0,0-1 0,0 0 0,0 0-1,0 0 1,1 0 0,-1 0 0,0 0-1,1-1 1,0 1 0,-1 0 0,1-1-1,0 1 1,0-1 0,0 1 0,0-1 0,0 0-1,0 0 1,0 0 0,0 0 0,0 0-1,1-1 1,-1 1 0,0 0 0,0-1-1,1 0 1,-1 0 0,0 0 0,1 0 0,-1 0-1,1 0 1,3-1 0,-2 0 1,0 0 0,1 0 0,-1-1 0,0 1 0,0-1 0,0 0 0,0-1 0,0 1 0,0-1-1,-1 1 1,1-1 0,-1 0 0,0 0 0,0-1 0,0 1 0,3-5 0,4-8 7,-2-1 1,0 0-1,-1 0 0,-1-1 0,-1 1 1,0-1-1,2-23 0,-3 7-1,-1-1 1,-2 1-1,-3-35 0,1 60-4,0 0 0,0 1-1,0-1 1,-1 0 0,-1 0 0,1 1 0,-2 0-1,1-1 1,-1 1 0,0 0 0,0 1 0,-1-1 0,-7-7-1,12 14-3,-1 0 0,1 1 0,-1-1-1,0 0 1,1 1 0,-1-1-1,0 0 1,1 1 0,-1-1 0,0 1-1,0-1 1,1 1 0,-1 0 0,0-1-1,0 1 1,0 0 0,0 0 0,0-1-1,1 1 1,-1 0 0,0 0-1,0 0 1,0 0 0,0 0 0,0 0-1,0 0 1,0 0 0,0 1 0,1-1-1,-1 0 1,0 0 0,0 1-1,0-1 1,0 1 0,1-1 0,-1 0-1,0 1 1,0 0 0,1-1 0,-1 1-1,0-1 1,1 1 0,-1 0-1,1-1 1,-1 1 0,1 0 0,-1 0-1,1 0 1,-1-1 0,1 1 0,0 0-1,-1 0 1,1 0 0,0 1 0,-12 51-71,10-30 63,1-1 1,1 1-1,1 0 1,1 0-1,9 44 1,-7-54 4,-1 0 1,2-1 0,0 0-1,0 0 1,1 0-1,1 0 1,0-1-1,0 0 1,1 0-1,0-1 1,18 17-1,-23-25-10,-1 1 0,1-1 0,-1 0 0,1 0 0,0 0 0,0 0 0,0-1 0,0 1 0,0-1 0,0 1 0,0-1 0,1 0 0,-1-1 0,0 1 0,1 0 0,-1-1 0,0 0 0,1 0 0,-1 0 0,1 0 0,5-1 0,-5-1-44,0 0-1,0 0 1,0 0 0,0 0-1,0-1 1,-1 1-1,1-1 1,-1 0-1,0 0 1,0-1 0,0 1-1,0-1 1,0 1-1,2-7 1,3-4-64,-1 0 0,-1 0 0,0-1 0,-1 0 0,0 0 0,-2-1 0,0 1-1,2-21 1,-4 22 163,0 8 105,-1 0 1,1 1-1,-1-1 0,-1 0 1,1 1-1,-2-10 0,8 26 56,0 1-1,0-2 0,15 18 0,-12-17-201,-1 1-1,0-1 1,11 25 0,-18-34 20,-3-7 12,1-1-1,-1 0 1,1 0 0,0 0-1,1 0 1,-1-7-1,0-4 12,-1 5 10,1 0-1,0 0 1,1 0-1,0 0 0,4-22 1,-4 32-46,0 0-1,1 0 1,0 0 0,-1-1 0,1 1 0,0 1-1,0-1 1,0 0 0,0 0 0,0 0 0,1 0 0,-1 1-1,1-1 1,-1 1 0,1-1 0,-1 1 0,1-1-1,0 1 1,0 0 0,-1 0 0,1 0 0,0 0-1,0 0 1,0 0 0,0 1 0,0-1 0,1 1 0,-1-1-1,0 1 1,0 0 0,0 0 0,0 0 0,0 0-1,1 0 1,-1 0 0,0 0 0,0 1 0,0-1-1,0 1 1,3 1 0,2 1 30,0 0 1,0 1-1,0-1 1,-1 2-1,0-1 0,1 1 1,-1 0-1,-1 0 0,1 0 1,-1 1-1,0 0 1,0 0-1,-1 0 0,0 1 1,5 10-1,15 17-2950,2-6-5104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14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12139,'0'0'4357,"44"-31"-4357,-30 29-833,2-6-4164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17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37 216 705,'0'0'1655,"-4"-7"-406,1 3-1005,-2-2 31,1 0 1,1 0 0,-1 0 0,1 0 0,0-1-1,1 1 1,-4-11 0,6 16-78,24 2-81,6 3-106,-1 2-1,38 13 1,15 3 32,56 2 126,2-5 1,278 0-1,284-58 61,-376 15 25,-76 4 68,395-82 0,-616 95-242,57-13 284,0 3 1,0 4-1,99-2 0,-183 15-400,-1 0-1,0 0 0,0 0 0,0 0 0,0 1 0,0-1 0,0 0 0,0 1 0,0-1 0,0 1 0,0-1 0,0 1 0,0-1 0,0 1 0,0 0 1,0-1-1,0 1 0,-1 0 0,1 0 0,0 0 0,0-1 0,-1 1 0,1 0 0,-1 0 0,2 2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21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744 311 2114,'-4'-8'537,"0"-1"1,-1 1-1,0 0 1,-1 1-1,0-1 1,0 1-1,0 0 0,-1 0 1,-15-10-1,12 10-296,0 1-1,0 1 0,0 0 0,-1 0 0,0 1 0,0 0 1,-16-3-1,9 4-251,0 1 1,0 0-1,0 1 1,0 1-1,-1 1 1,1 1-1,0 0 1,0 1-1,0 1 1,-20 8-1,13-3-296,1 0-1,-1 2 1,2 1-1,-1 1 1,2 1-1,0 1 1,0 1 0,-26 27-1,36-31 318,0 1 0,2 0-1,-1 1 1,2 0 0,0 1-1,1 0 1,0 0 0,1 1 0,1 0-1,0 0 1,2 1 0,-1-1 0,2 1-1,-2 20 1,2 13 881,2 0 1,2 1-1,3-1 0,1 0 1,18 69-1,-4-48-269,3-1 0,3-1 1,37 70-1,-56-127-586,21 44 181,39 59 0,-56-99-183,1-1 0,1 0 0,1-1-1,0 0 1,0-1 0,2-1-1,-1 0 1,21 12 0,-26-19 36,0-1 0,0-1-1,1 0 1,-1 0 0,1-1 0,0 0 0,0-1 0,0 0 0,0 0 0,0-1 0,15-2 0,-3 0 102,-1-1 1,1-1 0,-1-1 0,26-10 0,-29 7-54,0-1 0,-1-1 0,0 0 0,0-1 0,-1-1 0,25-23 0,-12 6 16,-1-1 0,30-41 0,-50 60-89,-1 0 0,-1 0 0,1-1 0,-2 0 0,0 0 0,0 0 0,-1-1 0,4-22 0,-3 2-4,-2-1 0,-2-39-1,1 32-31,2 1 0,9-41-1,-8 55-3,0-1 0,-1 0 0,-2 0 0,-1 0-1,-1 0 1,-7-54 0,-8 0 26,9 45 7,-1 0-1,-2 0 1,-19-49 0,22 68-222,0 1 1,-2 0-1,0 0 0,-1 1 1,-1 0-1,0 0 1,-1 1-1,0 1 1,-20-19-1,-4 3-598,-46-36-1513,64 52 1367,-1-1 0,2 0 0,0-2 1,0 0-1,2 0 0,0-2 0,-18-29 0,23 34-1577,-3-2 1538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30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1153,'0'0'2915,"7"-43"-2723,-5 36-160,-1 1-32,1 1 0,1 0 0,-2 3-32,-1 0 32,-4 2-4260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33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416 225 3267,'0'0'6913,"-1"-7"-6005,0 2-725,0 0 0,0 1 0,-1-1 0,1 0 0,-1 1 0,0-1 0,0 1 0,-1 0 0,0 0 0,1 0 0,-1 0 0,0 0 0,-1 0 0,1 1 0,-1-1 0,0 1 0,1 0 0,-1 0 0,-1 1 0,-3-3 0,0 0-126,1 1-1,-1 1 0,0-1 0,0 1 0,0 0 1,0 1-1,0 0 0,-1 0 0,-12 0 0,16 2-28,0 1-1,0-1 0,0 1 0,0 0 0,0 0 1,0 1-1,1-1 0,-1 1 0,1 0 0,-1 1 1,1-1-1,-1 1 0,1-1 0,0 1 0,0 1 1,1-1-1,-6 6 0,-9 12-27,1 0 0,1 1 0,1 0 0,1 2 0,1 0 0,1 0 0,1 1 0,2 0 0,0 1 0,-10 52 0,10-21 0,2 0 0,3 0 0,3 0 0,5 68 0,6-47 0,25 102 0,-14-80 5,-11-48-7,3-1 0,25 68 0,-32-103 3,1-1-1,0 0 1,1 0-1,1-1 1,0 0-1,1 0 1,0-1-1,1 0 1,1-1-1,0-1 1,22 18-1,-21-23 25,0 0-1,0 0 0,0-1 1,1-1-1,-1-1 0,1 1 1,23 1-1,22 5 38,-48-7-33,1-1 0,0-1 0,0 0 0,0 0 0,-1-2 1,1 1-1,0-1 0,0-1 0,0 0 0,-1-1 0,1 0 0,-1-1 0,0 0 1,0 0-1,0-2 0,-1 1 0,0-1 0,0-1 0,0 0 0,-1 0 1,15-15-1,-12 10 0,0-2 0,0 0 1,-2 0-1,0-1 0,0 0 1,-2-1-1,0 0 0,0 0 1,-2-1-1,0 0 0,-1 0 1,-1 0-1,5-33 0,31-292 1253,-36 303-1266,-2 1 0,-1-1 0,-9-68 0,-1 64 74,-2 2-1,-31-76 1,15 45-39,17 47-32,-1 0 0,-1 1 0,0 1 0,-2 0 0,-1 1 0,-1 0 0,-1 1 0,0 1 1,-2 1-1,0 0 0,-1 2 0,-1 0 0,-33-20 0,47 33-8,-1 1-1,0 0 1,0 0 0,0 1 0,-1 0-1,1 1 1,-14-2 0,12 2 28,-1 0 1,1-1-1,0 0 0,-17-7 1,22 7-206,-42-24 872,44 24-962,1 1-1,0-1 0,0 0 1,1-1-1,-1 1 1,0 0-1,1 0 0,-1-1 1,1 1-1,0-1 1,0 1-1,0-1 0,0 0 1,0 1-1,0-1 0,1 0 1,-1-4-1,0-22-6496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35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1457 375 7719,'0'0'1185,"0"-7"-1121,1-4-290,0 6 402,0 1 1,-1 0 0,1-1 0,-1 1-1,0-1 1,0 1 0,-1-1-1,1 1 1,-1 0 0,0-1 0,0 1-1,-1 0 1,1 0 0,-1 0 0,0 0-1,0 0 1,0 0 0,0 0-1,-1 0 1,0 1 0,0 0 0,0-1-1,-4-2 1,-10-4 14,0 1 1,-1 0-1,0 1 1,-1 2-1,1 0 1,-1 0-1,-28-3 1,-16-6 150,-458-140 656,500 149-998,0 1 0,0 1 0,-1 1 0,0 0 0,0 2 0,1 1 0,-1 0 0,0 2 0,0 0 0,1 2 0,-1 0 0,1 2 0,-27 9 0,33-8 0,0 0 0,0 0 0,0 2 0,1 0 0,1 0 0,-1 1 0,1 1 0,1 0 0,0 1 0,1 0 0,0 1 0,1 0 0,0 1 0,1 0 0,1 0 0,0 1 0,-11 31 0,-10 41 25,4 0 1,3 2-1,-12 118 0,30-149 39,3 0-1,2 0 0,3 1 0,2-1 0,27 107 0,-6-21 300,-20-92-138,3 0 1,25 77 0,-30-115-191,1 1 0,0-1 0,1 0 1,1-1-1,0 0 0,1 0 0,0-1 0,1 0 1,1 0-1,-1-1 0,2-1 0,0 0 0,14 9 1,-15-12-8,1-1 1,0-1 0,0 0 0,0-1 0,1 0 0,-1-1-1,1 0 1,26 1 0,111-3 271,-115-3-262,17-1 38,-1-2-1,0-2 1,-1-3-1,0-2 0,0-2 1,-1-2-1,72-35 1,-102 41-6,0-1 1,-1-1 0,0 0-1,-1-1 1,-1-1-1,0-1 1,0 0 0,-2-1-1,0-1 1,-1 0-1,0-1 1,-2 0 0,0-1-1,-1 0 1,-1 0-1,-1-1 1,0-1 0,-2 1-1,0-1 1,-1-1 0,3-40-1,34-264 58,-37 269-113,-3 1 0,-8-93-1,2-58 12,8 154-24,0 16 3,-2-1 0,-2 0-1,-6-58 1,6 95-312,0 0-1,0 0 1,0 0-1,1-1 1,-1 1-1,0 0 1,1 0-1,-1 0 1,1 0-1,-1 0 1,1-1-1,-1 1 1,1 0 0,0 0-1,1-1 1,5-9-4009,3-15-1108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43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3908,'0'0'1857,"0"-1"-1760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45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1730,'3'0'96,"-3"0"-128,3 0 32,0 0-64,1 0 128,0 0-64,0 0 0,-2 0 0,0 1 0,0 0 0,3-1 0,-2 0-289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47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 0,'-1'0'448,"1"0"33,-2-1 63,1 0-159,1-1-257,-1 2-64,0-1-64,1 1 0,-2-1 0,2-1-577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5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16 224,'0'0'272,"-19"-15"524,15 15-1415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51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61 192,'1'-60'7533,"-1"60"-7517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55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1 292 6470,'0'0'59,"4"-9"-22,8-16 15,-6 15 6,0 0 0,-1 0 1,-1-1-1,0 0 0,0 0 0,-1-1 1,4-19-1,-7 30-4,0 1 0,0 0 0,0 0 0,0-1 0,-1 1 0,1 0 0,0 0 0,0 0 0,0-1 0,0 1 0,0 0 0,0 0 0,0 0 0,0-1 1,0 1-1,-1 0 0,1 0 0,0 0 0,0 0 0,0 0 0,0-1 0,0 1 0,-1 0 0,1 0 0,0 0 0,0 0 0,0 0 0,-1 0 0,1 0 0,0 0 0,0-1 0,0 1 0,-1 0 0,1 0 0,0 0 0,0 0 0,0 0 0,-1 0 0,1 0 0,0 0 0,0 0 0,-1 1 0,1-1 0,0 0 1,0 0-1,0 0 0,-1 0 0,1 0 0,0 0 0,0 0 0,-1 1 0,1-1-23,0 0 0,0 1 1,-1-1-1,1 1 1,0-1-1,0 1 0,-1-1 1,1 1-1,0-1 0,0 1 1,0-1-1,0 1 1,0-1-1,0 1 0,0-1 1,0 1-1,0 0 0,0-1 1,0 1-1,0-1 1,0 1-1,0-1 0,0 1 1,1-1-1,-1 1 0,0-1 1,0 1-1,1-1 1,-1 1-1,0-1 0,0 0 1,1 1-1,-1-1 0,1 1 1,3 3 73,-1 0-1,1-1 1,0 1 0,0-1 0,0 0 0,0 0 0,1 0-1,-1-1 1,1 1 0,0-1 0,-1 0 0,1-1 0,0 1 0,0-1-1,0 0 1,8 1 0,12 0 305,0-1-1,30-2 1,-20 0 11,34-2 352,126-24-1,-41 4-107,333 1 882,41-6-958,-255-20-113,10-2 99,-268 48-570,-7 0-1,0 1-1,0 0 0,0 0 1,0 1-1,0 0 1,0 0-1,14 3 0,-22-2-10,1-1 0,-1 1 0,0-1 0,0 1 0,0-1-1,0 1 1,0 0 0,0-1 0,0 1 0,0-1 0,0 1-1,0-1 1,0 1 0,0 0 0,-1-1 0,1 1 0,0-1-1,0 1 1,0-1 0,-1 1 0,1-1 0,0 1 0,-1-1-1,1 0 1,0 1 0,-1-1 0,1 1 0,-1-1-1,1 0 1,-1 1 0,1-1 0,-1 0 0,1 1 0,-1-1-1,0 0 1,-18 16-482,-7 2-1693,-1-1 0,0-2 0,-51 21 0,12-14-1758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7:56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1 331 7719,'0'0'726,"11"-5"-325,13-6-188,0 2 1,0 1-1,51-11 1,170-20 1889,402-12 0,-199 69 44,-392-15-1728,113-7 1,-142 0-268,-1 0-1,1-2 1,-1 0-1,0-2 1,0-1-1,30-16 1,124-83 594,-125 72-675,-54 36-79,-1 0 1,0 0 0,0 0 0,0 0-1,0 0 1,0 0 0,1 0-1,-1 0 1,0 0 0,0 0-1,0 0 1,0 0 0,0 1 0,1-1-1,-1 0 1,0 0 0,0 0-1,0 0 1,0 0 0,0 0-1,0 0 1,1 0 0,-1 0 0,0 1-1,0-1 1,0 0 0,0 0-1,0 0 1,0 0 0,0 0 0,0 0-1,0 1 1,0-1 0,0 0-1,0 0 1,0 0 0,0 0-1,0 1 1,0-1 0,0 0 0,0 0-1,0 0 1,0 0 0,0 0-1,0 1 1,0-1 0,0 0-1,0 0 1,0 0 0,0 0 0,0 0-1,0 0 1,0 1 0,0-1-1,0 0 1,-1 0 0,1 0-1,0 0 1,0 0 0,0 0 0,0 0-1,0 0 1,0 1 0,-1-1-1,-4 13-510,1-8-91,0 1 0,-1-1-1,1-1 1,-1 1 0,0-1 0,0 0 0,-1 0 0,1 0 0,-7 3 0,-36 15-7073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8:33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6662 592 6758,'0'0'993,"3"-9"-555,-2 5-439,2-3 240,0-1 0,-1 0 0,0 0 0,0 0 0,0-9 0,-1 14-187,-1 0-1,0 0 0,-1 0 0,1 0 0,-1 0 1,1 0-1,-1 0 0,0 0 0,0 0 1,0 0-1,0 1 0,-1-1 0,1 0 1,-1 1-1,1-1 0,-1 1 0,0-1 0,0 1 1,0 0-1,-4-3 0,-13-9 16,0 0 0,-2 2 1,0 0-1,-31-13 0,-96-28 78,84 31 105,-143-43 368,-3 9-1,-2 10 0,-273-25 0,-656 5-774,-196 59 189,891 22 3,-532 84-1,844-76-14,0 5 0,-170 59 0,254-68-14,1 2 0,0 1 0,2 3 0,0 2-1,2 2 1,1 2 0,2 2 0,-74 73 0,92-81 6,1 2 1,2 0 0,0 1 0,2 2 0,1 0-1,1 0 1,1 2 0,3 0 0,0 1 0,2 0-1,1 1 1,2 0 0,1 0 0,-3 53 0,8-44 2,3 0 1,1 1-1,1-1 0,3 0 1,16 60-1,-12-70-13,1-1 0,2-1 0,0 0-1,3 0 1,0-2 0,2 0 0,32 40-1,-20-34 0,2-2 0,1-1 0,1-1-1,1-2 1,68 42 0,-46-38 10,1-2 0,2-3 1,85 27-1,204 33 115,1-30 123,-304-51-204,663 79 414,1003-5 0,-1456-87 142,0-10 0,306-60 0,-349 32-105,-3-9-1,400-158 0,-534 179-468,-2-3 1,-1-4-1,105-73 0,-152 92-25,-1 0-1,0-2 1,-2 0 0,0-2-1,-2-1 1,-1 0-1,-1-1 1,-1-2-1,-1 0 1,-1 0-1,22-61 1,-22 31 6,-2-1-1,-4 0 1,-1-1 0,-4 0 0,-2-1-1,-3 1 1,-2 0 0,-11-62-1,9 87 7,-2 0 0,-1 0 1,-2 1-1,-1 0 0,-2 0 0,-22-43 0,28 66-29,0 0 0,-1 0 0,0 1 0,-1 0 0,0 0 0,0 1 0,-1 0 0,0 0 1,-1 1-1,0 1 0,0-1 0,-1 1 0,0 1 0,0 0 0,-1 1 0,1 0 0,-1 1 0,0 0 1,-1 0-1,1 2 0,-15-2 0,-132-1-3201,116 5 1008,-67 0-6814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9:09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1 128,'0'0'1415,"-2"4"3027,-2 5-4138,4 2-785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8T11:09:17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10 32,'-4'0'64,"3"0"64,-1 0 0,2 0 65,0-2-193,0-1-33,0-1-31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B0ABE-FC85-4BE2-8D13-8943A0F954D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72375-7C0F-448A-9AA2-D4EF30BB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9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55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16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466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61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12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29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19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44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55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56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13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71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00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17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67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17280-98F0-FC4E-95A1-10D7BB9B7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F1235-A388-9EB0-9D82-8BF5EA8C3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E3CC5-4281-9324-9393-B5345FAF1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32268-DB2C-5B2B-4D5C-5656DB8162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207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14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488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564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22BD-5964-E67A-36BE-9B11215D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6A9B9-D662-F8AF-0218-A9CD06FBB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1AFD3-F33D-C4EF-5286-4C4AA0BD9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FA9EA-AF1D-9417-9D8E-4293E14464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10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172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374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30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448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311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759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399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405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B302-BC0D-65A9-FC36-B0FF947E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D5A15-F85A-4474-34A0-19664E84B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901E4-4D3A-21AB-9117-6B82977E7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15B9-F643-514B-2281-CAD36BEED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15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B302-BC0D-65A9-FC36-B0FF947E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D5A15-F85A-4474-34A0-19664E84B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901E4-4D3A-21AB-9117-6B82977E7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15B9-F643-514B-2281-CAD36BEED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223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B302-BC0D-65A9-FC36-B0FF947E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D5A15-F85A-4474-34A0-19664E84B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901E4-4D3A-21AB-9117-6B82977E7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15B9-F643-514B-2281-CAD36BEED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58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B302-BC0D-65A9-FC36-B0FF947E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D5A15-F85A-4474-34A0-19664E84B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901E4-4D3A-21AB-9117-6B82977E7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15B9-F643-514B-2281-CAD36BEED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791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B302-BC0D-65A9-FC36-B0FF947E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D5A15-F85A-4474-34A0-19664E84B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901E4-4D3A-21AB-9117-6B82977E7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15B9-F643-514B-2281-CAD36BEED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542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B302-BC0D-65A9-FC36-B0FF947E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D5A15-F85A-4474-34A0-19664E84B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901E4-4D3A-21AB-9117-6B82977E7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15B9-F643-514B-2281-CAD36BEED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886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72375-7C0F-448A-9AA2-D4EF30BB9BB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48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43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39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028499"/>
            <a:ext cx="7772400" cy="1132284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EEECE1">
                    <a:shade val="90000"/>
                  </a:srgbClr>
                </a:solidFill>
              </a:defRPr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092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583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33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68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67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57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5765"/>
            <a:ext cx="2743200" cy="871538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535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831850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7" y="4019551"/>
            <a:ext cx="155575" cy="1174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4665664"/>
            <a:ext cx="4762500" cy="4778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21590"/>
            <a:ext cx="2209800" cy="163449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4767264"/>
            <a:ext cx="609600" cy="274637"/>
          </a:xfrm>
        </p:spPr>
        <p:txBody>
          <a:bodyPr/>
          <a:lstStyle>
            <a:lvl1pPr>
              <a:defRPr smtClean="0"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21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87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85802"/>
            <a:ext cx="2057400" cy="3908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2"/>
            <a:ext cx="6019800" cy="3908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77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4762"/>
            <a:ext cx="9163050" cy="7810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4763"/>
            <a:ext cx="4762500" cy="4778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  <a:latin typeface="Constantia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50976"/>
            <a:ext cx="82296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4637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rgbClr val="1F497D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fld id="{FA7F876A-8D22-4A02-9D2C-4A4EF0784A46}" type="datetimeFigureOut">
              <a:rPr lang="en-IN" smtClean="0"/>
              <a:pPr/>
              <a:t>28-07-2026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4767264"/>
            <a:ext cx="3352800" cy="274637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1F497D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4767264"/>
            <a:ext cx="762000" cy="274637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rgbClr val="1F497D">
                    <a:shade val="90000"/>
                  </a:srgbClr>
                </a:solidFill>
                <a:latin typeface="+mn-lt"/>
                <a:cs typeface="+mn-cs"/>
              </a:defRPr>
            </a:lvl1pPr>
          </a:lstStyle>
          <a:p>
            <a:fld id="{299AB1CD-1EC5-41A8-8F0A-41E0CC9B8AC3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152401"/>
            <a:ext cx="9180513" cy="485775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black"/>
                </a:solidFill>
                <a:latin typeface="+mn-lt"/>
                <a:cs typeface="+mn-cs"/>
              </a:endParaRPr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1" fontAlgn="base" hangingPunct="1">
        <a:spcBef>
          <a:spcPct val="20000"/>
        </a:spcBef>
        <a:spcAft>
          <a:spcPct val="0"/>
        </a:spcAft>
        <a:buClr>
          <a:srgbClr val="9BBB5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customXml" Target="../ink/ink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customXml" Target="../ink/ink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customXml" Target="../ink/ink5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image" Target="../media/image29.png"/><Relationship Id="rId26" Type="http://schemas.openxmlformats.org/officeDocument/2006/relationships/image" Target="../media/image33.png"/><Relationship Id="rId39" Type="http://schemas.openxmlformats.org/officeDocument/2006/relationships/customXml" Target="../ink/ink24.xml"/><Relationship Id="rId21" Type="http://schemas.openxmlformats.org/officeDocument/2006/relationships/customXml" Target="../ink/ink14.xml"/><Relationship Id="rId34" Type="http://schemas.openxmlformats.org/officeDocument/2006/relationships/image" Target="../media/image37.png"/><Relationship Id="rId42" Type="http://schemas.openxmlformats.org/officeDocument/2006/relationships/image" Target="../media/image40.png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29" Type="http://schemas.openxmlformats.org/officeDocument/2006/relationships/customXml" Target="../ink/ink18.xml"/><Relationship Id="rId41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customXml" Target="../ink/ink9.xml"/><Relationship Id="rId24" Type="http://schemas.openxmlformats.org/officeDocument/2006/relationships/image" Target="../media/image32.png"/><Relationship Id="rId32" Type="http://schemas.openxmlformats.org/officeDocument/2006/relationships/image" Target="../media/image36.png"/><Relationship Id="rId37" Type="http://schemas.openxmlformats.org/officeDocument/2006/relationships/customXml" Target="../ink/ink22.xml"/><Relationship Id="rId40" Type="http://schemas.openxmlformats.org/officeDocument/2006/relationships/image" Target="../media/image39.png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../media/image34.png"/><Relationship Id="rId36" Type="http://schemas.openxmlformats.org/officeDocument/2006/relationships/image" Target="../media/image38.png"/><Relationship Id="rId10" Type="http://schemas.openxmlformats.org/officeDocument/2006/relationships/image" Target="../media/image25.png"/><Relationship Id="rId19" Type="http://schemas.openxmlformats.org/officeDocument/2006/relationships/customXml" Target="../ink/ink13.xml"/><Relationship Id="rId31" Type="http://schemas.openxmlformats.org/officeDocument/2006/relationships/customXml" Target="../ink/ink19.xml"/><Relationship Id="rId4" Type="http://schemas.openxmlformats.org/officeDocument/2006/relationships/image" Target="../media/image22.png"/><Relationship Id="rId9" Type="http://schemas.openxmlformats.org/officeDocument/2006/relationships/customXml" Target="../ink/ink8.xml"/><Relationship Id="rId14" Type="http://schemas.openxmlformats.org/officeDocument/2006/relationships/image" Target="../media/image27.png"/><Relationship Id="rId22" Type="http://schemas.openxmlformats.org/officeDocument/2006/relationships/image" Target="../media/image31.png"/><Relationship Id="rId27" Type="http://schemas.openxmlformats.org/officeDocument/2006/relationships/customXml" Target="../ink/ink17.xml"/><Relationship Id="rId30" Type="http://schemas.openxmlformats.org/officeDocument/2006/relationships/image" Target="../media/image35.png"/><Relationship Id="rId35" Type="http://schemas.openxmlformats.org/officeDocument/2006/relationships/customXml" Target="../ink/ink21.xml"/><Relationship Id="rId8" Type="http://schemas.openxmlformats.org/officeDocument/2006/relationships/image" Target="../media/image24.png"/><Relationship Id="rId3" Type="http://schemas.openxmlformats.org/officeDocument/2006/relationships/image" Target="../media/image42.png"/><Relationship Id="rId12" Type="http://schemas.openxmlformats.org/officeDocument/2006/relationships/image" Target="../media/image26.png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33" Type="http://schemas.openxmlformats.org/officeDocument/2006/relationships/customXml" Target="../ink/ink20.xml"/><Relationship Id="rId38" Type="http://schemas.openxmlformats.org/officeDocument/2006/relationships/customXml" Target="../ink/ink2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46.png"/><Relationship Id="rId3" Type="http://schemas.openxmlformats.org/officeDocument/2006/relationships/image" Target="../media/image44.png"/><Relationship Id="rId7" Type="http://schemas.openxmlformats.org/officeDocument/2006/relationships/image" Target="../media/image41.png"/><Relationship Id="rId12" Type="http://schemas.openxmlformats.org/officeDocument/2006/relationships/customXml" Target="../ink/ink2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.xml"/><Relationship Id="rId11" Type="http://schemas.openxmlformats.org/officeDocument/2006/relationships/image" Target="../media/image45.png"/><Relationship Id="rId5" Type="http://schemas.openxmlformats.org/officeDocument/2006/relationships/image" Target="../media/image22.png"/><Relationship Id="rId15" Type="http://schemas.openxmlformats.org/officeDocument/2006/relationships/image" Target="../media/image47.png"/><Relationship Id="rId10" Type="http://schemas.openxmlformats.org/officeDocument/2006/relationships/customXml" Target="../ink/ink28.xml"/><Relationship Id="rId4" Type="http://schemas.openxmlformats.org/officeDocument/2006/relationships/image" Target="../media/image420.png"/><Relationship Id="rId9" Type="http://schemas.openxmlformats.org/officeDocument/2006/relationships/image" Target="../media/image43.png"/><Relationship Id="rId14" Type="http://schemas.openxmlformats.org/officeDocument/2006/relationships/customXml" Target="../ink/ink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4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customXml" Target="../ink/ink34.xml"/><Relationship Id="rId18" Type="http://schemas.openxmlformats.org/officeDocument/2006/relationships/image" Target="../media/image54.png"/><Relationship Id="rId3" Type="http://schemas.openxmlformats.org/officeDocument/2006/relationships/image" Target="../media/image460.png"/><Relationship Id="rId21" Type="http://schemas.openxmlformats.org/officeDocument/2006/relationships/customXml" Target="../ink/ink38.xml"/><Relationship Id="rId7" Type="http://schemas.openxmlformats.org/officeDocument/2006/relationships/customXml" Target="../ink/ink31.xml"/><Relationship Id="rId12" Type="http://schemas.openxmlformats.org/officeDocument/2006/relationships/image" Target="../media/image51.png"/><Relationship Id="rId17" Type="http://schemas.openxmlformats.org/officeDocument/2006/relationships/customXml" Target="../ink/ink36.xml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customXml" Target="../ink/ink33.xml"/><Relationship Id="rId5" Type="http://schemas.openxmlformats.org/officeDocument/2006/relationships/image" Target="../media/image48.png"/><Relationship Id="rId15" Type="http://schemas.openxmlformats.org/officeDocument/2006/relationships/customXml" Target="../ink/ink35.xml"/><Relationship Id="rId10" Type="http://schemas.openxmlformats.org/officeDocument/2006/relationships/image" Target="../media/image50.png"/><Relationship Id="rId19" Type="http://schemas.openxmlformats.org/officeDocument/2006/relationships/customXml" Target="../ink/ink37.xml"/><Relationship Id="rId4" Type="http://schemas.openxmlformats.org/officeDocument/2006/relationships/image" Target="../media/image471.png"/><Relationship Id="rId9" Type="http://schemas.openxmlformats.org/officeDocument/2006/relationships/customXml" Target="../ink/ink32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0.png"/><Relationship Id="rId4" Type="http://schemas.openxmlformats.org/officeDocument/2006/relationships/customXml" Target="../ink/ink3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emf"/><Relationship Id="rId5" Type="http://schemas.openxmlformats.org/officeDocument/2006/relationships/customXml" Target="../ink/ink40.xml"/><Relationship Id="rId4" Type="http://schemas.openxmlformats.org/officeDocument/2006/relationships/image" Target="../media/image530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0.png"/><Relationship Id="rId21" Type="http://schemas.openxmlformats.org/officeDocument/2006/relationships/customXml" Target="../ink/ink46.xml"/><Relationship Id="rId42" Type="http://schemas.openxmlformats.org/officeDocument/2006/relationships/customXml" Target="../ink/ink57.xml"/><Relationship Id="rId63" Type="http://schemas.openxmlformats.org/officeDocument/2006/relationships/customXml" Target="../ink/ink68.xml"/><Relationship Id="rId84" Type="http://schemas.openxmlformats.org/officeDocument/2006/relationships/customXml" Target="../ink/ink79.xml"/><Relationship Id="rId138" Type="http://schemas.openxmlformats.org/officeDocument/2006/relationships/customXml" Target="../ink/ink106.xml"/><Relationship Id="rId159" Type="http://schemas.openxmlformats.org/officeDocument/2006/relationships/customXml" Target="../ink/ink116.xml"/><Relationship Id="rId170" Type="http://schemas.openxmlformats.org/officeDocument/2006/relationships/image" Target="../media/image137.png"/><Relationship Id="rId107" Type="http://schemas.openxmlformats.org/officeDocument/2006/relationships/image" Target="../media/image105.png"/><Relationship Id="rId11" Type="http://schemas.openxmlformats.org/officeDocument/2006/relationships/customXml" Target="../ink/ink41.xml"/><Relationship Id="rId32" Type="http://schemas.openxmlformats.org/officeDocument/2006/relationships/customXml" Target="../ink/ink52.xml"/><Relationship Id="rId53" Type="http://schemas.openxmlformats.org/officeDocument/2006/relationships/image" Target="../media/image79.png"/><Relationship Id="rId74" Type="http://schemas.openxmlformats.org/officeDocument/2006/relationships/image" Target="../media/image89.png"/><Relationship Id="rId128" Type="http://schemas.openxmlformats.org/officeDocument/2006/relationships/customXml" Target="../ink/ink101.xml"/><Relationship Id="rId149" Type="http://schemas.openxmlformats.org/officeDocument/2006/relationships/image" Target="../media/image126.png"/><Relationship Id="rId5" Type="http://schemas.openxmlformats.org/officeDocument/2006/relationships/image" Target="../media/image551.png"/><Relationship Id="rId95" Type="http://schemas.openxmlformats.org/officeDocument/2006/relationships/image" Target="../media/image99.png"/><Relationship Id="rId160" Type="http://schemas.openxmlformats.org/officeDocument/2006/relationships/image" Target="../media/image132.png"/><Relationship Id="rId22" Type="http://schemas.openxmlformats.org/officeDocument/2006/relationships/image" Target="../media/image64.png"/><Relationship Id="rId43" Type="http://schemas.openxmlformats.org/officeDocument/2006/relationships/image" Target="../media/image74.png"/><Relationship Id="rId64" Type="http://schemas.openxmlformats.org/officeDocument/2006/relationships/image" Target="../media/image84.png"/><Relationship Id="rId118" Type="http://schemas.openxmlformats.org/officeDocument/2006/relationships/customXml" Target="../ink/ink96.xml"/><Relationship Id="rId139" Type="http://schemas.openxmlformats.org/officeDocument/2006/relationships/image" Target="../media/image121.png"/><Relationship Id="rId85" Type="http://schemas.openxmlformats.org/officeDocument/2006/relationships/image" Target="../media/image94.png"/><Relationship Id="rId150" Type="http://schemas.openxmlformats.org/officeDocument/2006/relationships/customXml" Target="../ink/ink112.xml"/><Relationship Id="rId171" Type="http://schemas.openxmlformats.org/officeDocument/2006/relationships/customXml" Target="../ink/ink122.xml"/><Relationship Id="rId12" Type="http://schemas.openxmlformats.org/officeDocument/2006/relationships/image" Target="../media/image59.png"/><Relationship Id="rId33" Type="http://schemas.openxmlformats.org/officeDocument/2006/relationships/image" Target="../media/image69.png"/><Relationship Id="rId108" Type="http://schemas.openxmlformats.org/officeDocument/2006/relationships/customXml" Target="../ink/ink91.xml"/><Relationship Id="rId129" Type="http://schemas.openxmlformats.org/officeDocument/2006/relationships/image" Target="../media/image116.png"/><Relationship Id="rId54" Type="http://schemas.openxmlformats.org/officeDocument/2006/relationships/customXml" Target="../ink/ink63.xml"/><Relationship Id="rId75" Type="http://schemas.openxmlformats.org/officeDocument/2006/relationships/customXml" Target="../ink/ink74.xml"/><Relationship Id="rId96" Type="http://schemas.openxmlformats.org/officeDocument/2006/relationships/customXml" Target="../ink/ink85.xml"/><Relationship Id="rId140" Type="http://schemas.openxmlformats.org/officeDocument/2006/relationships/customXml" Target="../ink/ink107.xml"/><Relationship Id="rId161" Type="http://schemas.openxmlformats.org/officeDocument/2006/relationships/customXml" Target="../ink/ink117.xml"/><Relationship Id="rId6" Type="http://schemas.openxmlformats.org/officeDocument/2006/relationships/image" Target="../media/image550.png"/><Relationship Id="rId23" Type="http://schemas.openxmlformats.org/officeDocument/2006/relationships/customXml" Target="../ink/ink47.xml"/><Relationship Id="rId28" Type="http://schemas.openxmlformats.org/officeDocument/2006/relationships/image" Target="../media/image67.png"/><Relationship Id="rId49" Type="http://schemas.openxmlformats.org/officeDocument/2006/relationships/image" Target="../media/image77.png"/><Relationship Id="rId114" Type="http://schemas.openxmlformats.org/officeDocument/2006/relationships/customXml" Target="../ink/ink94.xml"/><Relationship Id="rId119" Type="http://schemas.openxmlformats.org/officeDocument/2006/relationships/image" Target="../media/image111.png"/><Relationship Id="rId44" Type="http://schemas.openxmlformats.org/officeDocument/2006/relationships/customXml" Target="../ink/ink58.xml"/><Relationship Id="rId60" Type="http://schemas.openxmlformats.org/officeDocument/2006/relationships/customXml" Target="../ink/ink66.xml"/><Relationship Id="rId65" Type="http://schemas.openxmlformats.org/officeDocument/2006/relationships/customXml" Target="../ink/ink69.xml"/><Relationship Id="rId81" Type="http://schemas.openxmlformats.org/officeDocument/2006/relationships/image" Target="../media/image92.png"/><Relationship Id="rId86" Type="http://schemas.openxmlformats.org/officeDocument/2006/relationships/customXml" Target="../ink/ink80.xml"/><Relationship Id="rId130" Type="http://schemas.openxmlformats.org/officeDocument/2006/relationships/customXml" Target="../ink/ink102.xml"/><Relationship Id="rId135" Type="http://schemas.openxmlformats.org/officeDocument/2006/relationships/image" Target="../media/image119.png"/><Relationship Id="rId151" Type="http://schemas.openxmlformats.org/officeDocument/2006/relationships/image" Target="../media/image127.png"/><Relationship Id="rId156" Type="http://schemas.openxmlformats.org/officeDocument/2006/relationships/image" Target="../media/image130.png"/><Relationship Id="rId177" Type="http://schemas.openxmlformats.org/officeDocument/2006/relationships/customXml" Target="../ink/ink125.xml"/><Relationship Id="rId172" Type="http://schemas.openxmlformats.org/officeDocument/2006/relationships/image" Target="../media/image138.png"/><Relationship Id="rId13" Type="http://schemas.openxmlformats.org/officeDocument/2006/relationships/customXml" Target="../ink/ink42.xml"/><Relationship Id="rId18" Type="http://schemas.openxmlformats.org/officeDocument/2006/relationships/image" Target="../media/image62.png"/><Relationship Id="rId39" Type="http://schemas.openxmlformats.org/officeDocument/2006/relationships/image" Target="../media/image72.png"/><Relationship Id="rId109" Type="http://schemas.openxmlformats.org/officeDocument/2006/relationships/image" Target="../media/image106.png"/><Relationship Id="rId34" Type="http://schemas.openxmlformats.org/officeDocument/2006/relationships/customXml" Target="../ink/ink53.xml"/><Relationship Id="rId50" Type="http://schemas.openxmlformats.org/officeDocument/2006/relationships/customXml" Target="../ink/ink61.xml"/><Relationship Id="rId55" Type="http://schemas.openxmlformats.org/officeDocument/2006/relationships/image" Target="../media/image80.png"/><Relationship Id="rId76" Type="http://schemas.openxmlformats.org/officeDocument/2006/relationships/image" Target="../media/image90.png"/><Relationship Id="rId97" Type="http://schemas.openxmlformats.org/officeDocument/2006/relationships/image" Target="../media/image100.png"/><Relationship Id="rId104" Type="http://schemas.openxmlformats.org/officeDocument/2006/relationships/customXml" Target="../ink/ink89.xml"/><Relationship Id="rId120" Type="http://schemas.openxmlformats.org/officeDocument/2006/relationships/customXml" Target="../ink/ink97.xml"/><Relationship Id="rId125" Type="http://schemas.openxmlformats.org/officeDocument/2006/relationships/image" Target="../media/image114.png"/><Relationship Id="rId141" Type="http://schemas.openxmlformats.org/officeDocument/2006/relationships/image" Target="../media/image122.png"/><Relationship Id="rId146" Type="http://schemas.openxmlformats.org/officeDocument/2006/relationships/customXml" Target="../ink/ink110.xml"/><Relationship Id="rId167" Type="http://schemas.openxmlformats.org/officeDocument/2006/relationships/customXml" Target="../ink/ink120.xml"/><Relationship Id="rId7" Type="http://schemas.openxmlformats.org/officeDocument/2006/relationships/image" Target="../media/image400.png"/><Relationship Id="rId71" Type="http://schemas.openxmlformats.org/officeDocument/2006/relationships/customXml" Target="../ink/ink72.xml"/><Relationship Id="rId92" Type="http://schemas.openxmlformats.org/officeDocument/2006/relationships/customXml" Target="../ink/ink83.xml"/><Relationship Id="rId162" Type="http://schemas.openxmlformats.org/officeDocument/2006/relationships/image" Target="../media/image133.png"/><Relationship Id="rId2" Type="http://schemas.openxmlformats.org/officeDocument/2006/relationships/notesSlide" Target="../notesSlides/notesSlide20.xml"/><Relationship Id="rId29" Type="http://schemas.openxmlformats.org/officeDocument/2006/relationships/customXml" Target="../ink/ink50.xml"/><Relationship Id="rId24" Type="http://schemas.openxmlformats.org/officeDocument/2006/relationships/image" Target="../media/image65.png"/><Relationship Id="rId40" Type="http://schemas.openxmlformats.org/officeDocument/2006/relationships/customXml" Target="../ink/ink56.xml"/><Relationship Id="rId45" Type="http://schemas.openxmlformats.org/officeDocument/2006/relationships/image" Target="../media/image75.png"/><Relationship Id="rId66" Type="http://schemas.openxmlformats.org/officeDocument/2006/relationships/image" Target="../media/image85.png"/><Relationship Id="rId87" Type="http://schemas.openxmlformats.org/officeDocument/2006/relationships/image" Target="../media/image95.png"/><Relationship Id="rId110" Type="http://schemas.openxmlformats.org/officeDocument/2006/relationships/customXml" Target="../ink/ink92.xml"/><Relationship Id="rId115" Type="http://schemas.openxmlformats.org/officeDocument/2006/relationships/image" Target="../media/image109.png"/><Relationship Id="rId131" Type="http://schemas.openxmlformats.org/officeDocument/2006/relationships/image" Target="../media/image117.png"/><Relationship Id="rId136" Type="http://schemas.openxmlformats.org/officeDocument/2006/relationships/customXml" Target="../ink/ink105.xml"/><Relationship Id="rId157" Type="http://schemas.openxmlformats.org/officeDocument/2006/relationships/customXml" Target="../ink/ink115.xml"/><Relationship Id="rId178" Type="http://schemas.openxmlformats.org/officeDocument/2006/relationships/image" Target="../media/image141.png"/><Relationship Id="rId61" Type="http://schemas.openxmlformats.org/officeDocument/2006/relationships/customXml" Target="../ink/ink67.xml"/><Relationship Id="rId82" Type="http://schemas.openxmlformats.org/officeDocument/2006/relationships/customXml" Target="../ink/ink78.xml"/><Relationship Id="rId152" Type="http://schemas.openxmlformats.org/officeDocument/2006/relationships/customXml" Target="../ink/ink113.xml"/><Relationship Id="rId173" Type="http://schemas.openxmlformats.org/officeDocument/2006/relationships/customXml" Target="../ink/ink123.xml"/><Relationship Id="rId19" Type="http://schemas.openxmlformats.org/officeDocument/2006/relationships/customXml" Target="../ink/ink45.xml"/><Relationship Id="rId14" Type="http://schemas.openxmlformats.org/officeDocument/2006/relationships/image" Target="../media/image60.png"/><Relationship Id="rId30" Type="http://schemas.openxmlformats.org/officeDocument/2006/relationships/customXml" Target="../ink/ink51.xml"/><Relationship Id="rId35" Type="http://schemas.openxmlformats.org/officeDocument/2006/relationships/image" Target="../media/image70.png"/><Relationship Id="rId56" Type="http://schemas.openxmlformats.org/officeDocument/2006/relationships/customXml" Target="../ink/ink64.xml"/><Relationship Id="rId77" Type="http://schemas.openxmlformats.org/officeDocument/2006/relationships/customXml" Target="../ink/ink75.xml"/><Relationship Id="rId100" Type="http://schemas.openxmlformats.org/officeDocument/2006/relationships/customXml" Target="../ink/ink87.xml"/><Relationship Id="rId105" Type="http://schemas.openxmlformats.org/officeDocument/2006/relationships/image" Target="../media/image104.png"/><Relationship Id="rId126" Type="http://schemas.openxmlformats.org/officeDocument/2006/relationships/customXml" Target="../ink/ink100.xml"/><Relationship Id="rId147" Type="http://schemas.openxmlformats.org/officeDocument/2006/relationships/image" Target="../media/image125.png"/><Relationship Id="rId168" Type="http://schemas.openxmlformats.org/officeDocument/2006/relationships/image" Target="../media/image136.png"/><Relationship Id="rId8" Type="http://schemas.openxmlformats.org/officeDocument/2006/relationships/image" Target="../media/image561.png"/><Relationship Id="rId51" Type="http://schemas.openxmlformats.org/officeDocument/2006/relationships/image" Target="../media/image78.png"/><Relationship Id="rId72" Type="http://schemas.openxmlformats.org/officeDocument/2006/relationships/image" Target="../media/image88.png"/><Relationship Id="rId93" Type="http://schemas.openxmlformats.org/officeDocument/2006/relationships/image" Target="../media/image98.png"/><Relationship Id="rId98" Type="http://schemas.openxmlformats.org/officeDocument/2006/relationships/customXml" Target="../ink/ink86.xml"/><Relationship Id="rId121" Type="http://schemas.openxmlformats.org/officeDocument/2006/relationships/image" Target="../media/image112.png"/><Relationship Id="rId142" Type="http://schemas.openxmlformats.org/officeDocument/2006/relationships/customXml" Target="../ink/ink108.xml"/><Relationship Id="rId163" Type="http://schemas.openxmlformats.org/officeDocument/2006/relationships/customXml" Target="../ink/ink118.xml"/><Relationship Id="rId3" Type="http://schemas.openxmlformats.org/officeDocument/2006/relationships/image" Target="../media/image540.png"/><Relationship Id="rId25" Type="http://schemas.openxmlformats.org/officeDocument/2006/relationships/customXml" Target="../ink/ink48.xml"/><Relationship Id="rId46" Type="http://schemas.openxmlformats.org/officeDocument/2006/relationships/customXml" Target="../ink/ink59.xml"/><Relationship Id="rId67" Type="http://schemas.openxmlformats.org/officeDocument/2006/relationships/customXml" Target="../ink/ink70.xml"/><Relationship Id="rId116" Type="http://schemas.openxmlformats.org/officeDocument/2006/relationships/customXml" Target="../ink/ink95.xml"/><Relationship Id="rId137" Type="http://schemas.openxmlformats.org/officeDocument/2006/relationships/image" Target="../media/image120.png"/><Relationship Id="rId158" Type="http://schemas.openxmlformats.org/officeDocument/2006/relationships/image" Target="../media/image131.png"/><Relationship Id="rId20" Type="http://schemas.openxmlformats.org/officeDocument/2006/relationships/image" Target="../media/image63.png"/><Relationship Id="rId41" Type="http://schemas.openxmlformats.org/officeDocument/2006/relationships/image" Target="../media/image73.png"/><Relationship Id="rId62" Type="http://schemas.openxmlformats.org/officeDocument/2006/relationships/image" Target="../media/image83.png"/><Relationship Id="rId83" Type="http://schemas.openxmlformats.org/officeDocument/2006/relationships/image" Target="../media/image93.png"/><Relationship Id="rId88" Type="http://schemas.openxmlformats.org/officeDocument/2006/relationships/customXml" Target="../ink/ink81.xml"/><Relationship Id="rId111" Type="http://schemas.openxmlformats.org/officeDocument/2006/relationships/image" Target="../media/image107.png"/><Relationship Id="rId132" Type="http://schemas.openxmlformats.org/officeDocument/2006/relationships/customXml" Target="../ink/ink103.xml"/><Relationship Id="rId153" Type="http://schemas.openxmlformats.org/officeDocument/2006/relationships/image" Target="../media/image128.png"/><Relationship Id="rId174" Type="http://schemas.openxmlformats.org/officeDocument/2006/relationships/image" Target="../media/image139.png"/><Relationship Id="rId179" Type="http://schemas.openxmlformats.org/officeDocument/2006/relationships/customXml" Target="../ink/ink126.xml"/><Relationship Id="rId15" Type="http://schemas.openxmlformats.org/officeDocument/2006/relationships/customXml" Target="../ink/ink43.xml"/><Relationship Id="rId36" Type="http://schemas.openxmlformats.org/officeDocument/2006/relationships/customXml" Target="../ink/ink54.xml"/><Relationship Id="rId57" Type="http://schemas.openxmlformats.org/officeDocument/2006/relationships/image" Target="../media/image81.png"/><Relationship Id="rId106" Type="http://schemas.openxmlformats.org/officeDocument/2006/relationships/customXml" Target="../ink/ink90.xml"/><Relationship Id="rId127" Type="http://schemas.openxmlformats.org/officeDocument/2006/relationships/image" Target="../media/image115.png"/><Relationship Id="rId10" Type="http://schemas.openxmlformats.org/officeDocument/2006/relationships/image" Target="../media/image581.png"/><Relationship Id="rId31" Type="http://schemas.openxmlformats.org/officeDocument/2006/relationships/image" Target="../media/image68.png"/><Relationship Id="rId52" Type="http://schemas.openxmlformats.org/officeDocument/2006/relationships/customXml" Target="../ink/ink62.xml"/><Relationship Id="rId73" Type="http://schemas.openxmlformats.org/officeDocument/2006/relationships/customXml" Target="../ink/ink73.xml"/><Relationship Id="rId78" Type="http://schemas.openxmlformats.org/officeDocument/2006/relationships/image" Target="../media/image91.png"/><Relationship Id="rId94" Type="http://schemas.openxmlformats.org/officeDocument/2006/relationships/customXml" Target="../ink/ink84.xml"/><Relationship Id="rId99" Type="http://schemas.openxmlformats.org/officeDocument/2006/relationships/image" Target="../media/image101.png"/><Relationship Id="rId101" Type="http://schemas.openxmlformats.org/officeDocument/2006/relationships/image" Target="../media/image102.png"/><Relationship Id="rId122" Type="http://schemas.openxmlformats.org/officeDocument/2006/relationships/customXml" Target="../ink/ink98.xml"/><Relationship Id="rId143" Type="http://schemas.openxmlformats.org/officeDocument/2006/relationships/image" Target="../media/image123.png"/><Relationship Id="rId148" Type="http://schemas.openxmlformats.org/officeDocument/2006/relationships/customXml" Target="../ink/ink111.xml"/><Relationship Id="rId164" Type="http://schemas.openxmlformats.org/officeDocument/2006/relationships/image" Target="../media/image134.png"/><Relationship Id="rId169" Type="http://schemas.openxmlformats.org/officeDocument/2006/relationships/customXml" Target="../ink/ink121.xml"/><Relationship Id="rId4" Type="http://schemas.openxmlformats.org/officeDocument/2006/relationships/image" Target="../media/image370.png"/><Relationship Id="rId9" Type="http://schemas.openxmlformats.org/officeDocument/2006/relationships/image" Target="../media/image58.png"/><Relationship Id="rId180" Type="http://schemas.openxmlformats.org/officeDocument/2006/relationships/image" Target="../media/image142.png"/><Relationship Id="rId26" Type="http://schemas.openxmlformats.org/officeDocument/2006/relationships/image" Target="../media/image66.png"/><Relationship Id="rId47" Type="http://schemas.openxmlformats.org/officeDocument/2006/relationships/image" Target="../media/image76.png"/><Relationship Id="rId68" Type="http://schemas.openxmlformats.org/officeDocument/2006/relationships/image" Target="../media/image86.png"/><Relationship Id="rId89" Type="http://schemas.openxmlformats.org/officeDocument/2006/relationships/image" Target="../media/image96.png"/><Relationship Id="rId112" Type="http://schemas.openxmlformats.org/officeDocument/2006/relationships/customXml" Target="../ink/ink93.xml"/><Relationship Id="rId133" Type="http://schemas.openxmlformats.org/officeDocument/2006/relationships/image" Target="../media/image118.png"/><Relationship Id="rId154" Type="http://schemas.openxmlformats.org/officeDocument/2006/relationships/image" Target="../media/image129.png"/><Relationship Id="rId175" Type="http://schemas.openxmlformats.org/officeDocument/2006/relationships/customXml" Target="../ink/ink124.xml"/><Relationship Id="rId16" Type="http://schemas.openxmlformats.org/officeDocument/2006/relationships/image" Target="../media/image61.png"/><Relationship Id="rId37" Type="http://schemas.openxmlformats.org/officeDocument/2006/relationships/image" Target="../media/image71.png"/><Relationship Id="rId58" Type="http://schemas.openxmlformats.org/officeDocument/2006/relationships/customXml" Target="../ink/ink65.xml"/><Relationship Id="rId79" Type="http://schemas.openxmlformats.org/officeDocument/2006/relationships/customXml" Target="../ink/ink76.xml"/><Relationship Id="rId102" Type="http://schemas.openxmlformats.org/officeDocument/2006/relationships/customXml" Target="../ink/ink88.xml"/><Relationship Id="rId123" Type="http://schemas.openxmlformats.org/officeDocument/2006/relationships/image" Target="../media/image113.png"/><Relationship Id="rId144" Type="http://schemas.openxmlformats.org/officeDocument/2006/relationships/customXml" Target="../ink/ink109.xml"/><Relationship Id="rId90" Type="http://schemas.openxmlformats.org/officeDocument/2006/relationships/customXml" Target="../ink/ink82.xml"/><Relationship Id="rId165" Type="http://schemas.openxmlformats.org/officeDocument/2006/relationships/customXml" Target="../ink/ink119.xml"/><Relationship Id="rId27" Type="http://schemas.openxmlformats.org/officeDocument/2006/relationships/customXml" Target="../ink/ink49.xml"/><Relationship Id="rId48" Type="http://schemas.openxmlformats.org/officeDocument/2006/relationships/customXml" Target="../ink/ink60.xml"/><Relationship Id="rId69" Type="http://schemas.openxmlformats.org/officeDocument/2006/relationships/customXml" Target="../ink/ink71.xml"/><Relationship Id="rId113" Type="http://schemas.openxmlformats.org/officeDocument/2006/relationships/image" Target="../media/image108.png"/><Relationship Id="rId134" Type="http://schemas.openxmlformats.org/officeDocument/2006/relationships/customXml" Target="../ink/ink104.xml"/><Relationship Id="rId80" Type="http://schemas.openxmlformats.org/officeDocument/2006/relationships/customXml" Target="../ink/ink77.xml"/><Relationship Id="rId155" Type="http://schemas.openxmlformats.org/officeDocument/2006/relationships/customXml" Target="../ink/ink114.xml"/><Relationship Id="rId176" Type="http://schemas.openxmlformats.org/officeDocument/2006/relationships/image" Target="../media/image140.png"/><Relationship Id="rId17" Type="http://schemas.openxmlformats.org/officeDocument/2006/relationships/customXml" Target="../ink/ink44.xml"/><Relationship Id="rId38" Type="http://schemas.openxmlformats.org/officeDocument/2006/relationships/customXml" Target="../ink/ink55.xml"/><Relationship Id="rId59" Type="http://schemas.openxmlformats.org/officeDocument/2006/relationships/image" Target="../media/image82.png"/><Relationship Id="rId103" Type="http://schemas.openxmlformats.org/officeDocument/2006/relationships/image" Target="../media/image103.png"/><Relationship Id="rId124" Type="http://schemas.openxmlformats.org/officeDocument/2006/relationships/customXml" Target="../ink/ink99.xml"/><Relationship Id="rId70" Type="http://schemas.openxmlformats.org/officeDocument/2006/relationships/image" Target="../media/image87.png"/><Relationship Id="rId91" Type="http://schemas.openxmlformats.org/officeDocument/2006/relationships/image" Target="../media/image97.png"/><Relationship Id="rId145" Type="http://schemas.openxmlformats.org/officeDocument/2006/relationships/image" Target="../media/image124.png"/><Relationship Id="rId166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4.png"/><Relationship Id="rId21" Type="http://schemas.openxmlformats.org/officeDocument/2006/relationships/customXml" Target="../ink/ink132.xml"/><Relationship Id="rId42" Type="http://schemas.openxmlformats.org/officeDocument/2006/relationships/customXml" Target="../ink/ink142.xml"/><Relationship Id="rId63" Type="http://schemas.openxmlformats.org/officeDocument/2006/relationships/image" Target="../media/image147.png"/><Relationship Id="rId84" Type="http://schemas.openxmlformats.org/officeDocument/2006/relationships/customXml" Target="../ink/ink164.xml"/><Relationship Id="rId138" Type="http://schemas.openxmlformats.org/officeDocument/2006/relationships/customXml" Target="../ink/ink191.xml"/><Relationship Id="rId159" Type="http://schemas.openxmlformats.org/officeDocument/2006/relationships/customXml" Target="../ink/ink202.xml"/><Relationship Id="rId107" Type="http://schemas.openxmlformats.org/officeDocument/2006/relationships/image" Target="../media/image169.png"/><Relationship Id="rId11" Type="http://schemas.openxmlformats.org/officeDocument/2006/relationships/customXml" Target="../ink/ink127.xml"/><Relationship Id="rId32" Type="http://schemas.openxmlformats.org/officeDocument/2006/relationships/image" Target="../media/image123.png"/><Relationship Id="rId53" Type="http://schemas.openxmlformats.org/officeDocument/2006/relationships/customXml" Target="../ink/ink148.xml"/><Relationship Id="rId74" Type="http://schemas.openxmlformats.org/officeDocument/2006/relationships/customXml" Target="../ink/ink159.xml"/><Relationship Id="rId128" Type="http://schemas.openxmlformats.org/officeDocument/2006/relationships/customXml" Target="../ink/ink186.xml"/><Relationship Id="rId149" Type="http://schemas.openxmlformats.org/officeDocument/2006/relationships/image" Target="../media/image190.png"/><Relationship Id="rId5" Type="http://schemas.openxmlformats.org/officeDocument/2006/relationships/image" Target="../media/image551.png"/><Relationship Id="rId95" Type="http://schemas.openxmlformats.org/officeDocument/2006/relationships/image" Target="../media/image163.png"/><Relationship Id="rId160" Type="http://schemas.openxmlformats.org/officeDocument/2006/relationships/image" Target="../media/image195.png"/><Relationship Id="rId22" Type="http://schemas.openxmlformats.org/officeDocument/2006/relationships/image" Target="../media/image118.png"/><Relationship Id="rId43" Type="http://schemas.openxmlformats.org/officeDocument/2006/relationships/image" Target="../media/image130.png"/><Relationship Id="rId64" Type="http://schemas.openxmlformats.org/officeDocument/2006/relationships/customXml" Target="../ink/ink154.xml"/><Relationship Id="rId118" Type="http://schemas.openxmlformats.org/officeDocument/2006/relationships/customXml" Target="../ink/ink181.xml"/><Relationship Id="rId139" Type="http://schemas.openxmlformats.org/officeDocument/2006/relationships/image" Target="../media/image185.png"/><Relationship Id="rId80" Type="http://schemas.openxmlformats.org/officeDocument/2006/relationships/customXml" Target="../ink/ink162.xml"/><Relationship Id="rId85" Type="http://schemas.openxmlformats.org/officeDocument/2006/relationships/image" Target="../media/image158.png"/><Relationship Id="rId150" Type="http://schemas.openxmlformats.org/officeDocument/2006/relationships/customXml" Target="../ink/ink197.xml"/><Relationship Id="rId155" Type="http://schemas.openxmlformats.org/officeDocument/2006/relationships/customXml" Target="../ink/ink200.xml"/><Relationship Id="rId12" Type="http://schemas.openxmlformats.org/officeDocument/2006/relationships/image" Target="../media/image59.png"/><Relationship Id="rId17" Type="http://schemas.openxmlformats.org/officeDocument/2006/relationships/customXml" Target="../ink/ink130.xml"/><Relationship Id="rId33" Type="http://schemas.openxmlformats.org/officeDocument/2006/relationships/customXml" Target="../ink/ink138.xml"/><Relationship Id="rId38" Type="http://schemas.openxmlformats.org/officeDocument/2006/relationships/image" Target="../media/image126.png"/><Relationship Id="rId59" Type="http://schemas.openxmlformats.org/officeDocument/2006/relationships/image" Target="../media/image145.png"/><Relationship Id="rId103" Type="http://schemas.openxmlformats.org/officeDocument/2006/relationships/image" Target="../media/image167.png"/><Relationship Id="rId108" Type="http://schemas.openxmlformats.org/officeDocument/2006/relationships/customXml" Target="../ink/ink176.xml"/><Relationship Id="rId124" Type="http://schemas.openxmlformats.org/officeDocument/2006/relationships/customXml" Target="../ink/ink184.xml"/><Relationship Id="rId129" Type="http://schemas.openxmlformats.org/officeDocument/2006/relationships/image" Target="../media/image180.png"/><Relationship Id="rId54" Type="http://schemas.openxmlformats.org/officeDocument/2006/relationships/customXml" Target="../ink/ink149.xml"/><Relationship Id="rId70" Type="http://schemas.openxmlformats.org/officeDocument/2006/relationships/customXml" Target="../ink/ink157.xml"/><Relationship Id="rId75" Type="http://schemas.openxmlformats.org/officeDocument/2006/relationships/image" Target="../media/image153.png"/><Relationship Id="rId91" Type="http://schemas.openxmlformats.org/officeDocument/2006/relationships/image" Target="../media/image161.png"/><Relationship Id="rId96" Type="http://schemas.openxmlformats.org/officeDocument/2006/relationships/customXml" Target="../ink/ink170.xml"/><Relationship Id="rId140" Type="http://schemas.openxmlformats.org/officeDocument/2006/relationships/customXml" Target="../ink/ink192.xml"/><Relationship Id="rId145" Type="http://schemas.openxmlformats.org/officeDocument/2006/relationships/image" Target="../media/image1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0.png"/><Relationship Id="rId23" Type="http://schemas.openxmlformats.org/officeDocument/2006/relationships/customXml" Target="../ink/ink133.xml"/><Relationship Id="rId28" Type="http://schemas.openxmlformats.org/officeDocument/2006/relationships/image" Target="../media/image121.png"/><Relationship Id="rId49" Type="http://schemas.openxmlformats.org/officeDocument/2006/relationships/image" Target="../media/image141.png"/><Relationship Id="rId114" Type="http://schemas.openxmlformats.org/officeDocument/2006/relationships/customXml" Target="../ink/ink179.xml"/><Relationship Id="rId119" Type="http://schemas.openxmlformats.org/officeDocument/2006/relationships/image" Target="../media/image175.png"/><Relationship Id="rId44" Type="http://schemas.openxmlformats.org/officeDocument/2006/relationships/customXml" Target="../ink/ink143.xml"/><Relationship Id="rId60" Type="http://schemas.openxmlformats.org/officeDocument/2006/relationships/customXml" Target="../ink/ink152.xml"/><Relationship Id="rId65" Type="http://schemas.openxmlformats.org/officeDocument/2006/relationships/image" Target="../media/image148.png"/><Relationship Id="rId81" Type="http://schemas.openxmlformats.org/officeDocument/2006/relationships/image" Target="../media/image156.png"/><Relationship Id="rId86" Type="http://schemas.openxmlformats.org/officeDocument/2006/relationships/customXml" Target="../ink/ink165.xml"/><Relationship Id="rId130" Type="http://schemas.openxmlformats.org/officeDocument/2006/relationships/customXml" Target="../ink/ink187.xml"/><Relationship Id="rId135" Type="http://schemas.openxmlformats.org/officeDocument/2006/relationships/image" Target="../media/image183.png"/><Relationship Id="rId151" Type="http://schemas.openxmlformats.org/officeDocument/2006/relationships/image" Target="../media/image191.png"/><Relationship Id="rId156" Type="http://schemas.openxmlformats.org/officeDocument/2006/relationships/image" Target="../media/image193.png"/><Relationship Id="rId13" Type="http://schemas.openxmlformats.org/officeDocument/2006/relationships/customXml" Target="../ink/ink128.xml"/><Relationship Id="rId18" Type="http://schemas.openxmlformats.org/officeDocument/2006/relationships/image" Target="../media/image116.png"/><Relationship Id="rId39" Type="http://schemas.openxmlformats.org/officeDocument/2006/relationships/customXml" Target="../ink/ink141.xml"/><Relationship Id="rId109" Type="http://schemas.openxmlformats.org/officeDocument/2006/relationships/image" Target="../media/image170.png"/><Relationship Id="rId34" Type="http://schemas.openxmlformats.org/officeDocument/2006/relationships/image" Target="../media/image124.png"/><Relationship Id="rId50" Type="http://schemas.openxmlformats.org/officeDocument/2006/relationships/customXml" Target="../ink/ink146.xml"/><Relationship Id="rId55" Type="http://schemas.openxmlformats.org/officeDocument/2006/relationships/image" Target="../media/image143.png"/><Relationship Id="rId76" Type="http://schemas.openxmlformats.org/officeDocument/2006/relationships/customXml" Target="../ink/ink160.xml"/><Relationship Id="rId97" Type="http://schemas.openxmlformats.org/officeDocument/2006/relationships/image" Target="../media/image164.png"/><Relationship Id="rId104" Type="http://schemas.openxmlformats.org/officeDocument/2006/relationships/customXml" Target="../ink/ink174.xml"/><Relationship Id="rId120" Type="http://schemas.openxmlformats.org/officeDocument/2006/relationships/customXml" Target="../ink/ink182.xml"/><Relationship Id="rId125" Type="http://schemas.openxmlformats.org/officeDocument/2006/relationships/image" Target="../media/image178.png"/><Relationship Id="rId141" Type="http://schemas.openxmlformats.org/officeDocument/2006/relationships/image" Target="../media/image186.png"/><Relationship Id="rId146" Type="http://schemas.openxmlformats.org/officeDocument/2006/relationships/customXml" Target="../ink/ink195.xml"/><Relationship Id="rId7" Type="http://schemas.openxmlformats.org/officeDocument/2006/relationships/image" Target="../media/image400.png"/><Relationship Id="rId71" Type="http://schemas.openxmlformats.org/officeDocument/2006/relationships/image" Target="../media/image151.png"/><Relationship Id="rId92" Type="http://schemas.openxmlformats.org/officeDocument/2006/relationships/customXml" Target="../ink/ink168.xml"/><Relationship Id="rId2" Type="http://schemas.openxmlformats.org/officeDocument/2006/relationships/notesSlide" Target="../notesSlides/notesSlide21.xml"/><Relationship Id="rId29" Type="http://schemas.openxmlformats.org/officeDocument/2006/relationships/customXml" Target="../ink/ink136.xml"/><Relationship Id="rId24" Type="http://schemas.openxmlformats.org/officeDocument/2006/relationships/image" Target="../media/image119.png"/><Relationship Id="rId40" Type="http://schemas.openxmlformats.org/officeDocument/2006/relationships/image" Target="../media/image127.png"/><Relationship Id="rId45" Type="http://schemas.openxmlformats.org/officeDocument/2006/relationships/image" Target="../media/image131.png"/><Relationship Id="rId66" Type="http://schemas.openxmlformats.org/officeDocument/2006/relationships/customXml" Target="../ink/ink155.xml"/><Relationship Id="rId87" Type="http://schemas.openxmlformats.org/officeDocument/2006/relationships/image" Target="../media/image159.png"/><Relationship Id="rId110" Type="http://schemas.openxmlformats.org/officeDocument/2006/relationships/customXml" Target="../ink/ink177.xml"/><Relationship Id="rId115" Type="http://schemas.openxmlformats.org/officeDocument/2006/relationships/image" Target="../media/image173.png"/><Relationship Id="rId131" Type="http://schemas.openxmlformats.org/officeDocument/2006/relationships/image" Target="../media/image181.png"/><Relationship Id="rId136" Type="http://schemas.openxmlformats.org/officeDocument/2006/relationships/customXml" Target="../ink/ink190.xml"/><Relationship Id="rId157" Type="http://schemas.openxmlformats.org/officeDocument/2006/relationships/customXml" Target="../ink/ink201.xml"/><Relationship Id="rId61" Type="http://schemas.openxmlformats.org/officeDocument/2006/relationships/image" Target="../media/image146.png"/><Relationship Id="rId82" Type="http://schemas.openxmlformats.org/officeDocument/2006/relationships/customXml" Target="../ink/ink163.xml"/><Relationship Id="rId152" Type="http://schemas.openxmlformats.org/officeDocument/2006/relationships/customXml" Target="../ink/ink198.xml"/><Relationship Id="rId19" Type="http://schemas.openxmlformats.org/officeDocument/2006/relationships/customXml" Target="../ink/ink131.xml"/><Relationship Id="rId14" Type="http://schemas.openxmlformats.org/officeDocument/2006/relationships/image" Target="../media/image60.png"/><Relationship Id="rId30" Type="http://schemas.openxmlformats.org/officeDocument/2006/relationships/image" Target="../media/image122.png"/><Relationship Id="rId35" Type="http://schemas.openxmlformats.org/officeDocument/2006/relationships/customXml" Target="../ink/ink139.xml"/><Relationship Id="rId56" Type="http://schemas.openxmlformats.org/officeDocument/2006/relationships/customXml" Target="../ink/ink150.xml"/><Relationship Id="rId77" Type="http://schemas.openxmlformats.org/officeDocument/2006/relationships/image" Target="../media/image154.png"/><Relationship Id="rId100" Type="http://schemas.openxmlformats.org/officeDocument/2006/relationships/customXml" Target="../ink/ink172.xml"/><Relationship Id="rId105" Type="http://schemas.openxmlformats.org/officeDocument/2006/relationships/image" Target="../media/image168.png"/><Relationship Id="rId126" Type="http://schemas.openxmlformats.org/officeDocument/2006/relationships/customXml" Target="../ink/ink185.xml"/><Relationship Id="rId147" Type="http://schemas.openxmlformats.org/officeDocument/2006/relationships/image" Target="../media/image189.png"/><Relationship Id="rId8" Type="http://schemas.openxmlformats.org/officeDocument/2006/relationships/image" Target="../media/image561.png"/><Relationship Id="rId51" Type="http://schemas.openxmlformats.org/officeDocument/2006/relationships/image" Target="../media/image142.png"/><Relationship Id="rId72" Type="http://schemas.openxmlformats.org/officeDocument/2006/relationships/customXml" Target="../ink/ink158.xml"/><Relationship Id="rId93" Type="http://schemas.openxmlformats.org/officeDocument/2006/relationships/image" Target="../media/image162.png"/><Relationship Id="rId98" Type="http://schemas.openxmlformats.org/officeDocument/2006/relationships/customXml" Target="../ink/ink171.xml"/><Relationship Id="rId121" Type="http://schemas.openxmlformats.org/officeDocument/2006/relationships/image" Target="../media/image176.png"/><Relationship Id="rId142" Type="http://schemas.openxmlformats.org/officeDocument/2006/relationships/customXml" Target="../ink/ink193.xml"/><Relationship Id="rId3" Type="http://schemas.openxmlformats.org/officeDocument/2006/relationships/image" Target="../media/image540.png"/><Relationship Id="rId25" Type="http://schemas.openxmlformats.org/officeDocument/2006/relationships/customXml" Target="../ink/ink134.xml"/><Relationship Id="rId46" Type="http://schemas.openxmlformats.org/officeDocument/2006/relationships/customXml" Target="../ink/ink144.xml"/><Relationship Id="rId67" Type="http://schemas.openxmlformats.org/officeDocument/2006/relationships/image" Target="../media/image149.png"/><Relationship Id="rId116" Type="http://schemas.openxmlformats.org/officeDocument/2006/relationships/customXml" Target="../ink/ink180.xml"/><Relationship Id="rId137" Type="http://schemas.openxmlformats.org/officeDocument/2006/relationships/image" Target="../media/image184.png"/><Relationship Id="rId158" Type="http://schemas.openxmlformats.org/officeDocument/2006/relationships/image" Target="../media/image194.png"/><Relationship Id="rId20" Type="http://schemas.openxmlformats.org/officeDocument/2006/relationships/image" Target="../media/image117.png"/><Relationship Id="rId41" Type="http://schemas.openxmlformats.org/officeDocument/2006/relationships/image" Target="../media/image129.png"/><Relationship Id="rId62" Type="http://schemas.openxmlformats.org/officeDocument/2006/relationships/customXml" Target="../ink/ink153.xml"/><Relationship Id="rId83" Type="http://schemas.openxmlformats.org/officeDocument/2006/relationships/image" Target="../media/image157.png"/><Relationship Id="rId88" Type="http://schemas.openxmlformats.org/officeDocument/2006/relationships/customXml" Target="../ink/ink166.xml"/><Relationship Id="rId111" Type="http://schemas.openxmlformats.org/officeDocument/2006/relationships/image" Target="../media/image171.png"/><Relationship Id="rId132" Type="http://schemas.openxmlformats.org/officeDocument/2006/relationships/customXml" Target="../ink/ink188.xml"/><Relationship Id="rId153" Type="http://schemas.openxmlformats.org/officeDocument/2006/relationships/image" Target="../media/image192.png"/><Relationship Id="rId15" Type="http://schemas.openxmlformats.org/officeDocument/2006/relationships/customXml" Target="../ink/ink129.xml"/><Relationship Id="rId36" Type="http://schemas.openxmlformats.org/officeDocument/2006/relationships/image" Target="../media/image125.png"/><Relationship Id="rId57" Type="http://schemas.openxmlformats.org/officeDocument/2006/relationships/image" Target="../media/image144.png"/><Relationship Id="rId106" Type="http://schemas.openxmlformats.org/officeDocument/2006/relationships/customXml" Target="../ink/ink175.xml"/><Relationship Id="rId127" Type="http://schemas.openxmlformats.org/officeDocument/2006/relationships/image" Target="../media/image179.png"/><Relationship Id="rId10" Type="http://schemas.openxmlformats.org/officeDocument/2006/relationships/image" Target="../media/image581.png"/><Relationship Id="rId31" Type="http://schemas.openxmlformats.org/officeDocument/2006/relationships/customXml" Target="../ink/ink137.xml"/><Relationship Id="rId52" Type="http://schemas.openxmlformats.org/officeDocument/2006/relationships/customXml" Target="../ink/ink147.xml"/><Relationship Id="rId73" Type="http://schemas.openxmlformats.org/officeDocument/2006/relationships/image" Target="../media/image152.png"/><Relationship Id="rId78" Type="http://schemas.openxmlformats.org/officeDocument/2006/relationships/customXml" Target="../ink/ink161.xml"/><Relationship Id="rId94" Type="http://schemas.openxmlformats.org/officeDocument/2006/relationships/customXml" Target="../ink/ink169.xml"/><Relationship Id="rId99" Type="http://schemas.openxmlformats.org/officeDocument/2006/relationships/image" Target="../media/image165.png"/><Relationship Id="rId101" Type="http://schemas.openxmlformats.org/officeDocument/2006/relationships/image" Target="../media/image166.png"/><Relationship Id="rId122" Type="http://schemas.openxmlformats.org/officeDocument/2006/relationships/customXml" Target="../ink/ink183.xml"/><Relationship Id="rId143" Type="http://schemas.openxmlformats.org/officeDocument/2006/relationships/image" Target="../media/image187.png"/><Relationship Id="rId148" Type="http://schemas.openxmlformats.org/officeDocument/2006/relationships/customXml" Target="../ink/ink196.xml"/><Relationship Id="rId4" Type="http://schemas.openxmlformats.org/officeDocument/2006/relationships/image" Target="../media/image370.png"/><Relationship Id="rId9" Type="http://schemas.openxmlformats.org/officeDocument/2006/relationships/image" Target="../media/image58.png"/><Relationship Id="rId26" Type="http://schemas.openxmlformats.org/officeDocument/2006/relationships/image" Target="../media/image120.png"/><Relationship Id="rId47" Type="http://schemas.openxmlformats.org/officeDocument/2006/relationships/image" Target="../media/image132.png"/><Relationship Id="rId68" Type="http://schemas.openxmlformats.org/officeDocument/2006/relationships/customXml" Target="../ink/ink156.xml"/><Relationship Id="rId89" Type="http://schemas.openxmlformats.org/officeDocument/2006/relationships/image" Target="../media/image160.png"/><Relationship Id="rId112" Type="http://schemas.openxmlformats.org/officeDocument/2006/relationships/customXml" Target="../ink/ink178.xml"/><Relationship Id="rId133" Type="http://schemas.openxmlformats.org/officeDocument/2006/relationships/image" Target="../media/image182.png"/><Relationship Id="rId154" Type="http://schemas.openxmlformats.org/officeDocument/2006/relationships/customXml" Target="../ink/ink199.xml"/><Relationship Id="rId16" Type="http://schemas.openxmlformats.org/officeDocument/2006/relationships/image" Target="../media/image61.png"/><Relationship Id="rId37" Type="http://schemas.openxmlformats.org/officeDocument/2006/relationships/customXml" Target="../ink/ink140.xml"/><Relationship Id="rId58" Type="http://schemas.openxmlformats.org/officeDocument/2006/relationships/customXml" Target="../ink/ink151.xml"/><Relationship Id="rId79" Type="http://schemas.openxmlformats.org/officeDocument/2006/relationships/image" Target="../media/image155.png"/><Relationship Id="rId102" Type="http://schemas.openxmlformats.org/officeDocument/2006/relationships/customXml" Target="../ink/ink173.xml"/><Relationship Id="rId123" Type="http://schemas.openxmlformats.org/officeDocument/2006/relationships/image" Target="../media/image177.png"/><Relationship Id="rId144" Type="http://schemas.openxmlformats.org/officeDocument/2006/relationships/customXml" Target="../ink/ink194.xml"/><Relationship Id="rId90" Type="http://schemas.openxmlformats.org/officeDocument/2006/relationships/customXml" Target="../ink/ink167.xml"/><Relationship Id="rId27" Type="http://schemas.openxmlformats.org/officeDocument/2006/relationships/customXml" Target="../ink/ink135.xml"/><Relationship Id="rId48" Type="http://schemas.openxmlformats.org/officeDocument/2006/relationships/customXml" Target="../ink/ink145.xml"/><Relationship Id="rId69" Type="http://schemas.openxmlformats.org/officeDocument/2006/relationships/image" Target="../media/image150.png"/><Relationship Id="rId113" Type="http://schemas.openxmlformats.org/officeDocument/2006/relationships/image" Target="../media/image172.png"/><Relationship Id="rId134" Type="http://schemas.openxmlformats.org/officeDocument/2006/relationships/customXml" Target="../ink/ink18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7" Type="http://schemas.openxmlformats.org/officeDocument/2006/relationships/image" Target="../media/image6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0.png"/><Relationship Id="rId5" Type="http://schemas.openxmlformats.org/officeDocument/2006/relationships/image" Target="../media/image58.png"/><Relationship Id="rId4" Type="http://schemas.openxmlformats.org/officeDocument/2006/relationships/image" Target="../media/image660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0.png"/><Relationship Id="rId21" Type="http://schemas.openxmlformats.org/officeDocument/2006/relationships/image" Target="../media/image202.png"/><Relationship Id="rId63" Type="http://schemas.openxmlformats.org/officeDocument/2006/relationships/image" Target="../media/image223.png"/><Relationship Id="rId159" Type="http://schemas.openxmlformats.org/officeDocument/2006/relationships/image" Target="../media/image270.png"/><Relationship Id="rId170" Type="http://schemas.openxmlformats.org/officeDocument/2006/relationships/customXml" Target="../ink/ink284.xml"/><Relationship Id="rId191" Type="http://schemas.openxmlformats.org/officeDocument/2006/relationships/image" Target="../media/image286.png"/><Relationship Id="rId205" Type="http://schemas.openxmlformats.org/officeDocument/2006/relationships/image" Target="../media/image292.png"/><Relationship Id="rId226" Type="http://schemas.openxmlformats.org/officeDocument/2006/relationships/customXml" Target="../ink/ink312.xml"/><Relationship Id="rId247" Type="http://schemas.openxmlformats.org/officeDocument/2006/relationships/image" Target="../media/image313.png"/><Relationship Id="rId107" Type="http://schemas.openxmlformats.org/officeDocument/2006/relationships/image" Target="../media/image245.png"/><Relationship Id="rId11" Type="http://schemas.openxmlformats.org/officeDocument/2006/relationships/image" Target="../media/image197.png"/><Relationship Id="rId32" Type="http://schemas.openxmlformats.org/officeDocument/2006/relationships/customXml" Target="../ink/ink215.xml"/><Relationship Id="rId53" Type="http://schemas.openxmlformats.org/officeDocument/2006/relationships/image" Target="../media/image218.png"/><Relationship Id="rId74" Type="http://schemas.openxmlformats.org/officeDocument/2006/relationships/customXml" Target="../ink/ink236.xml"/><Relationship Id="rId128" Type="http://schemas.openxmlformats.org/officeDocument/2006/relationships/customXml" Target="../ink/ink263.xml"/><Relationship Id="rId149" Type="http://schemas.openxmlformats.org/officeDocument/2006/relationships/image" Target="../media/image141.png"/><Relationship Id="rId5" Type="http://schemas.openxmlformats.org/officeDocument/2006/relationships/image" Target="../media/image480.png"/><Relationship Id="rId95" Type="http://schemas.openxmlformats.org/officeDocument/2006/relationships/image" Target="../media/image239.png"/><Relationship Id="rId160" Type="http://schemas.openxmlformats.org/officeDocument/2006/relationships/customXml" Target="../ink/ink279.xml"/><Relationship Id="rId181" Type="http://schemas.openxmlformats.org/officeDocument/2006/relationships/image" Target="../media/image281.png"/><Relationship Id="rId216" Type="http://schemas.openxmlformats.org/officeDocument/2006/relationships/customXml" Target="../ink/ink307.xml"/><Relationship Id="rId237" Type="http://schemas.openxmlformats.org/officeDocument/2006/relationships/image" Target="../media/image308.png"/><Relationship Id="rId258" Type="http://schemas.openxmlformats.org/officeDocument/2006/relationships/customXml" Target="../ink/ink328.xml"/><Relationship Id="rId22" Type="http://schemas.openxmlformats.org/officeDocument/2006/relationships/customXml" Target="../ink/ink210.xml"/><Relationship Id="rId43" Type="http://schemas.openxmlformats.org/officeDocument/2006/relationships/image" Target="../media/image213.png"/><Relationship Id="rId64" Type="http://schemas.openxmlformats.org/officeDocument/2006/relationships/customXml" Target="../ink/ink231.xml"/><Relationship Id="rId118" Type="http://schemas.openxmlformats.org/officeDocument/2006/relationships/customXml" Target="../ink/ink258.xml"/><Relationship Id="rId139" Type="http://schemas.openxmlformats.org/officeDocument/2006/relationships/image" Target="../media/image261.png"/><Relationship Id="rId85" Type="http://schemas.openxmlformats.org/officeDocument/2006/relationships/image" Target="../media/image234.png"/><Relationship Id="rId150" Type="http://schemas.openxmlformats.org/officeDocument/2006/relationships/customXml" Target="../ink/ink274.xml"/><Relationship Id="rId171" Type="http://schemas.openxmlformats.org/officeDocument/2006/relationships/image" Target="../media/image276.png"/><Relationship Id="rId192" Type="http://schemas.openxmlformats.org/officeDocument/2006/relationships/customXml" Target="../ink/ink295.xml"/><Relationship Id="rId206" Type="http://schemas.openxmlformats.org/officeDocument/2006/relationships/customXml" Target="../ink/ink302.xml"/><Relationship Id="rId227" Type="http://schemas.openxmlformats.org/officeDocument/2006/relationships/image" Target="../media/image303.png"/><Relationship Id="rId248" Type="http://schemas.openxmlformats.org/officeDocument/2006/relationships/customXml" Target="../ink/ink323.xml"/><Relationship Id="rId12" Type="http://schemas.openxmlformats.org/officeDocument/2006/relationships/customXml" Target="../ink/ink205.xml"/><Relationship Id="rId33" Type="http://schemas.openxmlformats.org/officeDocument/2006/relationships/image" Target="../media/image208.png"/><Relationship Id="rId108" Type="http://schemas.openxmlformats.org/officeDocument/2006/relationships/customXml" Target="../ink/ink253.xml"/><Relationship Id="rId129" Type="http://schemas.openxmlformats.org/officeDocument/2006/relationships/image" Target="../media/image256.png"/><Relationship Id="rId54" Type="http://schemas.openxmlformats.org/officeDocument/2006/relationships/customXml" Target="../ink/ink226.xml"/><Relationship Id="rId75" Type="http://schemas.openxmlformats.org/officeDocument/2006/relationships/image" Target="../media/image229.png"/><Relationship Id="rId96" Type="http://schemas.openxmlformats.org/officeDocument/2006/relationships/customXml" Target="../ink/ink247.xml"/><Relationship Id="rId140" Type="http://schemas.openxmlformats.org/officeDocument/2006/relationships/customXml" Target="../ink/ink269.xml"/><Relationship Id="rId161" Type="http://schemas.openxmlformats.org/officeDocument/2006/relationships/image" Target="../media/image271.png"/><Relationship Id="rId182" Type="http://schemas.openxmlformats.org/officeDocument/2006/relationships/customXml" Target="../ink/ink290.xml"/><Relationship Id="rId217" Type="http://schemas.openxmlformats.org/officeDocument/2006/relationships/image" Target="../media/image298.png"/><Relationship Id="rId6" Type="http://schemas.openxmlformats.org/officeDocument/2006/relationships/image" Target="../media/image490.png"/><Relationship Id="rId238" Type="http://schemas.openxmlformats.org/officeDocument/2006/relationships/customXml" Target="../ink/ink318.xml"/><Relationship Id="rId259" Type="http://schemas.openxmlformats.org/officeDocument/2006/relationships/image" Target="../media/image319.png"/><Relationship Id="rId23" Type="http://schemas.openxmlformats.org/officeDocument/2006/relationships/image" Target="../media/image203.png"/><Relationship Id="rId119" Type="http://schemas.openxmlformats.org/officeDocument/2006/relationships/image" Target="../media/image251.png"/><Relationship Id="rId44" Type="http://schemas.openxmlformats.org/officeDocument/2006/relationships/customXml" Target="../ink/ink221.xml"/><Relationship Id="rId65" Type="http://schemas.openxmlformats.org/officeDocument/2006/relationships/image" Target="../media/image224.png"/><Relationship Id="rId86" Type="http://schemas.openxmlformats.org/officeDocument/2006/relationships/customXml" Target="../ink/ink242.xml"/><Relationship Id="rId130" Type="http://schemas.openxmlformats.org/officeDocument/2006/relationships/customXml" Target="../ink/ink264.xml"/><Relationship Id="rId151" Type="http://schemas.openxmlformats.org/officeDocument/2006/relationships/image" Target="../media/image266.png"/><Relationship Id="rId172" Type="http://schemas.openxmlformats.org/officeDocument/2006/relationships/customXml" Target="../ink/ink285.xml"/><Relationship Id="rId193" Type="http://schemas.openxmlformats.org/officeDocument/2006/relationships/image" Target="../media/image287.png"/><Relationship Id="rId207" Type="http://schemas.openxmlformats.org/officeDocument/2006/relationships/image" Target="../media/image293.png"/><Relationship Id="rId228" Type="http://schemas.openxmlformats.org/officeDocument/2006/relationships/customXml" Target="../ink/ink313.xml"/><Relationship Id="rId249" Type="http://schemas.openxmlformats.org/officeDocument/2006/relationships/image" Target="../media/image314.png"/><Relationship Id="rId13" Type="http://schemas.openxmlformats.org/officeDocument/2006/relationships/image" Target="../media/image198.png"/><Relationship Id="rId109" Type="http://schemas.openxmlformats.org/officeDocument/2006/relationships/image" Target="../media/image246.png"/><Relationship Id="rId260" Type="http://schemas.openxmlformats.org/officeDocument/2006/relationships/customXml" Target="../ink/ink329.xml"/><Relationship Id="rId34" Type="http://schemas.openxmlformats.org/officeDocument/2006/relationships/customXml" Target="../ink/ink216.xml"/><Relationship Id="rId55" Type="http://schemas.openxmlformats.org/officeDocument/2006/relationships/image" Target="../media/image219.png"/><Relationship Id="rId76" Type="http://schemas.openxmlformats.org/officeDocument/2006/relationships/customXml" Target="../ink/ink237.xml"/><Relationship Id="rId97" Type="http://schemas.openxmlformats.org/officeDocument/2006/relationships/image" Target="../media/image240.png"/><Relationship Id="rId120" Type="http://schemas.openxmlformats.org/officeDocument/2006/relationships/customXml" Target="../ink/ink259.xml"/><Relationship Id="rId141" Type="http://schemas.openxmlformats.org/officeDocument/2006/relationships/image" Target="../media/image262.png"/><Relationship Id="rId7" Type="http://schemas.openxmlformats.org/officeDocument/2006/relationships/image" Target="../media/image196.png"/><Relationship Id="rId162" Type="http://schemas.openxmlformats.org/officeDocument/2006/relationships/customXml" Target="../ink/ink280.xml"/><Relationship Id="rId183" Type="http://schemas.openxmlformats.org/officeDocument/2006/relationships/image" Target="../media/image282.png"/><Relationship Id="rId218" Type="http://schemas.openxmlformats.org/officeDocument/2006/relationships/customXml" Target="../ink/ink308.xml"/><Relationship Id="rId239" Type="http://schemas.openxmlformats.org/officeDocument/2006/relationships/image" Target="../media/image309.png"/><Relationship Id="rId250" Type="http://schemas.openxmlformats.org/officeDocument/2006/relationships/customXml" Target="../ink/ink324.xml"/><Relationship Id="rId24" Type="http://schemas.openxmlformats.org/officeDocument/2006/relationships/customXml" Target="../ink/ink211.xml"/><Relationship Id="rId45" Type="http://schemas.openxmlformats.org/officeDocument/2006/relationships/image" Target="../media/image214.png"/><Relationship Id="rId66" Type="http://schemas.openxmlformats.org/officeDocument/2006/relationships/customXml" Target="../ink/ink232.xml"/><Relationship Id="rId87" Type="http://schemas.openxmlformats.org/officeDocument/2006/relationships/image" Target="../media/image235.png"/><Relationship Id="rId110" Type="http://schemas.openxmlformats.org/officeDocument/2006/relationships/customXml" Target="../ink/ink254.xml"/><Relationship Id="rId131" Type="http://schemas.openxmlformats.org/officeDocument/2006/relationships/image" Target="../media/image257.png"/><Relationship Id="rId152" Type="http://schemas.openxmlformats.org/officeDocument/2006/relationships/customXml" Target="../ink/ink275.xml"/><Relationship Id="rId173" Type="http://schemas.openxmlformats.org/officeDocument/2006/relationships/image" Target="../media/image277.png"/><Relationship Id="rId194" Type="http://schemas.openxmlformats.org/officeDocument/2006/relationships/customXml" Target="../ink/ink296.xml"/><Relationship Id="rId208" Type="http://schemas.openxmlformats.org/officeDocument/2006/relationships/customXml" Target="../ink/ink303.xml"/><Relationship Id="rId229" Type="http://schemas.openxmlformats.org/officeDocument/2006/relationships/image" Target="../media/image304.png"/><Relationship Id="rId240" Type="http://schemas.openxmlformats.org/officeDocument/2006/relationships/customXml" Target="../ink/ink319.xml"/><Relationship Id="rId261" Type="http://schemas.openxmlformats.org/officeDocument/2006/relationships/image" Target="../media/image320.png"/><Relationship Id="rId14" Type="http://schemas.openxmlformats.org/officeDocument/2006/relationships/customXml" Target="../ink/ink206.xml"/><Relationship Id="rId35" Type="http://schemas.openxmlformats.org/officeDocument/2006/relationships/image" Target="../media/image209.png"/><Relationship Id="rId56" Type="http://schemas.openxmlformats.org/officeDocument/2006/relationships/customXml" Target="../ink/ink227.xml"/><Relationship Id="rId77" Type="http://schemas.openxmlformats.org/officeDocument/2006/relationships/image" Target="../media/image230.png"/><Relationship Id="rId100" Type="http://schemas.openxmlformats.org/officeDocument/2006/relationships/customXml" Target="../ink/ink249.xml"/><Relationship Id="rId8" Type="http://schemas.openxmlformats.org/officeDocument/2006/relationships/customXml" Target="../ink/ink203.xml"/><Relationship Id="rId98" Type="http://schemas.openxmlformats.org/officeDocument/2006/relationships/customXml" Target="../ink/ink248.xml"/><Relationship Id="rId121" Type="http://schemas.openxmlformats.org/officeDocument/2006/relationships/image" Target="../media/image252.png"/><Relationship Id="rId142" Type="http://schemas.openxmlformats.org/officeDocument/2006/relationships/customXml" Target="../ink/ink270.xml"/><Relationship Id="rId163" Type="http://schemas.openxmlformats.org/officeDocument/2006/relationships/image" Target="../media/image272.png"/><Relationship Id="rId184" Type="http://schemas.openxmlformats.org/officeDocument/2006/relationships/customXml" Target="../ink/ink291.xml"/><Relationship Id="rId219" Type="http://schemas.openxmlformats.org/officeDocument/2006/relationships/image" Target="../media/image299.png"/><Relationship Id="rId230" Type="http://schemas.openxmlformats.org/officeDocument/2006/relationships/customXml" Target="../ink/ink314.xml"/><Relationship Id="rId251" Type="http://schemas.openxmlformats.org/officeDocument/2006/relationships/image" Target="../media/image315.png"/><Relationship Id="rId25" Type="http://schemas.openxmlformats.org/officeDocument/2006/relationships/image" Target="../media/image204.png"/><Relationship Id="rId46" Type="http://schemas.openxmlformats.org/officeDocument/2006/relationships/customXml" Target="../ink/ink222.xml"/><Relationship Id="rId67" Type="http://schemas.openxmlformats.org/officeDocument/2006/relationships/image" Target="../media/image225.png"/><Relationship Id="rId88" Type="http://schemas.openxmlformats.org/officeDocument/2006/relationships/customXml" Target="../ink/ink243.xml"/><Relationship Id="rId111" Type="http://schemas.openxmlformats.org/officeDocument/2006/relationships/image" Target="../media/image247.png"/><Relationship Id="rId132" Type="http://schemas.openxmlformats.org/officeDocument/2006/relationships/customXml" Target="../ink/ink265.xml"/><Relationship Id="rId153" Type="http://schemas.openxmlformats.org/officeDocument/2006/relationships/image" Target="../media/image267.png"/><Relationship Id="rId174" Type="http://schemas.openxmlformats.org/officeDocument/2006/relationships/customXml" Target="../ink/ink286.xml"/><Relationship Id="rId195" Type="http://schemas.openxmlformats.org/officeDocument/2006/relationships/image" Target="../media/image288.png"/><Relationship Id="rId209" Type="http://schemas.openxmlformats.org/officeDocument/2006/relationships/image" Target="../media/image294.png"/><Relationship Id="rId220" Type="http://schemas.openxmlformats.org/officeDocument/2006/relationships/customXml" Target="../ink/ink309.xml"/><Relationship Id="rId241" Type="http://schemas.openxmlformats.org/officeDocument/2006/relationships/image" Target="../media/image310.png"/><Relationship Id="rId15" Type="http://schemas.openxmlformats.org/officeDocument/2006/relationships/image" Target="../media/image199.png"/><Relationship Id="rId36" Type="http://schemas.openxmlformats.org/officeDocument/2006/relationships/customXml" Target="../ink/ink217.xml"/><Relationship Id="rId57" Type="http://schemas.openxmlformats.org/officeDocument/2006/relationships/image" Target="../media/image220.png"/><Relationship Id="rId262" Type="http://schemas.openxmlformats.org/officeDocument/2006/relationships/customXml" Target="../ink/ink330.xml"/><Relationship Id="rId78" Type="http://schemas.openxmlformats.org/officeDocument/2006/relationships/customXml" Target="../ink/ink238.xml"/><Relationship Id="rId99" Type="http://schemas.openxmlformats.org/officeDocument/2006/relationships/image" Target="../media/image241.png"/><Relationship Id="rId101" Type="http://schemas.openxmlformats.org/officeDocument/2006/relationships/image" Target="../media/image242.png"/><Relationship Id="rId122" Type="http://schemas.openxmlformats.org/officeDocument/2006/relationships/customXml" Target="../ink/ink260.xml"/><Relationship Id="rId143" Type="http://schemas.openxmlformats.org/officeDocument/2006/relationships/image" Target="../media/image263.png"/><Relationship Id="rId164" Type="http://schemas.openxmlformats.org/officeDocument/2006/relationships/customXml" Target="../ink/ink281.xml"/><Relationship Id="rId185" Type="http://schemas.openxmlformats.org/officeDocument/2006/relationships/image" Target="../media/image283.png"/><Relationship Id="rId9" Type="http://schemas.openxmlformats.org/officeDocument/2006/relationships/image" Target="../media/image79.emf"/><Relationship Id="rId210" Type="http://schemas.openxmlformats.org/officeDocument/2006/relationships/customXml" Target="../ink/ink304.xml"/><Relationship Id="rId26" Type="http://schemas.openxmlformats.org/officeDocument/2006/relationships/customXml" Target="../ink/ink212.xml"/><Relationship Id="rId231" Type="http://schemas.openxmlformats.org/officeDocument/2006/relationships/image" Target="../media/image305.png"/><Relationship Id="rId252" Type="http://schemas.openxmlformats.org/officeDocument/2006/relationships/customXml" Target="../ink/ink325.xml"/><Relationship Id="rId47" Type="http://schemas.openxmlformats.org/officeDocument/2006/relationships/image" Target="../media/image215.png"/><Relationship Id="rId68" Type="http://schemas.openxmlformats.org/officeDocument/2006/relationships/customXml" Target="../ink/ink233.xml"/><Relationship Id="rId89" Type="http://schemas.openxmlformats.org/officeDocument/2006/relationships/image" Target="../media/image236.png"/><Relationship Id="rId112" Type="http://schemas.openxmlformats.org/officeDocument/2006/relationships/customXml" Target="../ink/ink255.xml"/><Relationship Id="rId133" Type="http://schemas.openxmlformats.org/officeDocument/2006/relationships/image" Target="../media/image258.png"/><Relationship Id="rId154" Type="http://schemas.openxmlformats.org/officeDocument/2006/relationships/customXml" Target="../ink/ink276.xml"/><Relationship Id="rId175" Type="http://schemas.openxmlformats.org/officeDocument/2006/relationships/image" Target="../media/image278.png"/><Relationship Id="rId196" Type="http://schemas.openxmlformats.org/officeDocument/2006/relationships/customXml" Target="../ink/ink297.xml"/><Relationship Id="rId200" Type="http://schemas.openxmlformats.org/officeDocument/2006/relationships/customXml" Target="../ink/ink299.xml"/><Relationship Id="rId16" Type="http://schemas.openxmlformats.org/officeDocument/2006/relationships/customXml" Target="../ink/ink207.xml"/><Relationship Id="rId221" Type="http://schemas.openxmlformats.org/officeDocument/2006/relationships/image" Target="../media/image300.png"/><Relationship Id="rId242" Type="http://schemas.openxmlformats.org/officeDocument/2006/relationships/customXml" Target="../ink/ink320.xml"/><Relationship Id="rId263" Type="http://schemas.openxmlformats.org/officeDocument/2006/relationships/image" Target="../media/image321.png"/><Relationship Id="rId37" Type="http://schemas.openxmlformats.org/officeDocument/2006/relationships/image" Target="../media/image210.png"/><Relationship Id="rId58" Type="http://schemas.openxmlformats.org/officeDocument/2006/relationships/customXml" Target="../ink/ink228.xml"/><Relationship Id="rId79" Type="http://schemas.openxmlformats.org/officeDocument/2006/relationships/image" Target="../media/image231.png"/><Relationship Id="rId102" Type="http://schemas.openxmlformats.org/officeDocument/2006/relationships/customXml" Target="../ink/ink250.xml"/><Relationship Id="rId123" Type="http://schemas.openxmlformats.org/officeDocument/2006/relationships/image" Target="../media/image253.png"/><Relationship Id="rId144" Type="http://schemas.openxmlformats.org/officeDocument/2006/relationships/customXml" Target="../ink/ink271.xml"/><Relationship Id="rId90" Type="http://schemas.openxmlformats.org/officeDocument/2006/relationships/customXml" Target="../ink/ink244.xml"/><Relationship Id="rId165" Type="http://schemas.openxmlformats.org/officeDocument/2006/relationships/image" Target="../media/image273.png"/><Relationship Id="rId186" Type="http://schemas.openxmlformats.org/officeDocument/2006/relationships/customXml" Target="../ink/ink292.xml"/><Relationship Id="rId211" Type="http://schemas.openxmlformats.org/officeDocument/2006/relationships/image" Target="../media/image295.png"/><Relationship Id="rId232" Type="http://schemas.openxmlformats.org/officeDocument/2006/relationships/customXml" Target="../ink/ink315.xml"/><Relationship Id="rId253" Type="http://schemas.openxmlformats.org/officeDocument/2006/relationships/image" Target="../media/image316.png"/><Relationship Id="rId27" Type="http://schemas.openxmlformats.org/officeDocument/2006/relationships/image" Target="../media/image205.png"/><Relationship Id="rId48" Type="http://schemas.openxmlformats.org/officeDocument/2006/relationships/customXml" Target="../ink/ink223.xml"/><Relationship Id="rId69" Type="http://schemas.openxmlformats.org/officeDocument/2006/relationships/image" Target="../media/image226.png"/><Relationship Id="rId113" Type="http://schemas.openxmlformats.org/officeDocument/2006/relationships/image" Target="../media/image248.png"/><Relationship Id="rId134" Type="http://schemas.openxmlformats.org/officeDocument/2006/relationships/customXml" Target="../ink/ink266.xml"/><Relationship Id="rId80" Type="http://schemas.openxmlformats.org/officeDocument/2006/relationships/customXml" Target="../ink/ink239.xml"/><Relationship Id="rId155" Type="http://schemas.openxmlformats.org/officeDocument/2006/relationships/image" Target="../media/image268.png"/><Relationship Id="rId176" Type="http://schemas.openxmlformats.org/officeDocument/2006/relationships/customXml" Target="../ink/ink287.xml"/><Relationship Id="rId197" Type="http://schemas.openxmlformats.org/officeDocument/2006/relationships/image" Target="../media/image289.png"/><Relationship Id="rId201" Type="http://schemas.openxmlformats.org/officeDocument/2006/relationships/image" Target="../media/image290.png"/><Relationship Id="rId222" Type="http://schemas.openxmlformats.org/officeDocument/2006/relationships/customXml" Target="../ink/ink310.xml"/><Relationship Id="rId243" Type="http://schemas.openxmlformats.org/officeDocument/2006/relationships/image" Target="../media/image311.png"/><Relationship Id="rId264" Type="http://schemas.openxmlformats.org/officeDocument/2006/relationships/customXml" Target="../ink/ink331.xml"/><Relationship Id="rId17" Type="http://schemas.openxmlformats.org/officeDocument/2006/relationships/image" Target="../media/image200.png"/><Relationship Id="rId38" Type="http://schemas.openxmlformats.org/officeDocument/2006/relationships/customXml" Target="../ink/ink218.xml"/><Relationship Id="rId59" Type="http://schemas.openxmlformats.org/officeDocument/2006/relationships/image" Target="../media/image221.png"/><Relationship Id="rId103" Type="http://schemas.openxmlformats.org/officeDocument/2006/relationships/image" Target="../media/image243.png"/><Relationship Id="rId124" Type="http://schemas.openxmlformats.org/officeDocument/2006/relationships/customXml" Target="../ink/ink261.xml"/><Relationship Id="rId70" Type="http://schemas.openxmlformats.org/officeDocument/2006/relationships/customXml" Target="../ink/ink234.xml"/><Relationship Id="rId91" Type="http://schemas.openxmlformats.org/officeDocument/2006/relationships/image" Target="../media/image237.png"/><Relationship Id="rId145" Type="http://schemas.openxmlformats.org/officeDocument/2006/relationships/image" Target="../media/image264.png"/><Relationship Id="rId166" Type="http://schemas.openxmlformats.org/officeDocument/2006/relationships/customXml" Target="../ink/ink282.xml"/><Relationship Id="rId187" Type="http://schemas.openxmlformats.org/officeDocument/2006/relationships/image" Target="../media/image284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305.xml"/><Relationship Id="rId233" Type="http://schemas.openxmlformats.org/officeDocument/2006/relationships/image" Target="../media/image306.png"/><Relationship Id="rId254" Type="http://schemas.openxmlformats.org/officeDocument/2006/relationships/customXml" Target="../ink/ink326.xml"/><Relationship Id="rId28" Type="http://schemas.openxmlformats.org/officeDocument/2006/relationships/customXml" Target="../ink/ink213.xml"/><Relationship Id="rId49" Type="http://schemas.openxmlformats.org/officeDocument/2006/relationships/image" Target="../media/image216.png"/><Relationship Id="rId114" Type="http://schemas.openxmlformats.org/officeDocument/2006/relationships/customXml" Target="../ink/ink256.xml"/><Relationship Id="rId60" Type="http://schemas.openxmlformats.org/officeDocument/2006/relationships/customXml" Target="../ink/ink229.xml"/><Relationship Id="rId81" Type="http://schemas.openxmlformats.org/officeDocument/2006/relationships/image" Target="../media/image232.png"/><Relationship Id="rId135" Type="http://schemas.openxmlformats.org/officeDocument/2006/relationships/image" Target="../media/image259.png"/><Relationship Id="rId156" Type="http://schemas.openxmlformats.org/officeDocument/2006/relationships/customXml" Target="../ink/ink277.xml"/><Relationship Id="rId177" Type="http://schemas.openxmlformats.org/officeDocument/2006/relationships/image" Target="../media/image279.png"/><Relationship Id="rId198" Type="http://schemas.openxmlformats.org/officeDocument/2006/relationships/customXml" Target="../ink/ink298.xml"/><Relationship Id="rId202" Type="http://schemas.openxmlformats.org/officeDocument/2006/relationships/customXml" Target="../ink/ink300.xml"/><Relationship Id="rId223" Type="http://schemas.openxmlformats.org/officeDocument/2006/relationships/image" Target="../media/image301.png"/><Relationship Id="rId244" Type="http://schemas.openxmlformats.org/officeDocument/2006/relationships/customXml" Target="../ink/ink321.xml"/><Relationship Id="rId18" Type="http://schemas.openxmlformats.org/officeDocument/2006/relationships/customXml" Target="../ink/ink208.xml"/><Relationship Id="rId39" Type="http://schemas.openxmlformats.org/officeDocument/2006/relationships/image" Target="../media/image211.png"/><Relationship Id="rId265" Type="http://schemas.openxmlformats.org/officeDocument/2006/relationships/image" Target="../media/image322.png"/><Relationship Id="rId50" Type="http://schemas.openxmlformats.org/officeDocument/2006/relationships/customXml" Target="../ink/ink224.xml"/><Relationship Id="rId104" Type="http://schemas.openxmlformats.org/officeDocument/2006/relationships/customXml" Target="../ink/ink251.xml"/><Relationship Id="rId125" Type="http://schemas.openxmlformats.org/officeDocument/2006/relationships/image" Target="../media/image254.png"/><Relationship Id="rId146" Type="http://schemas.openxmlformats.org/officeDocument/2006/relationships/customXml" Target="../ink/ink272.xml"/><Relationship Id="rId167" Type="http://schemas.openxmlformats.org/officeDocument/2006/relationships/image" Target="../media/image274.png"/><Relationship Id="rId188" Type="http://schemas.openxmlformats.org/officeDocument/2006/relationships/customXml" Target="../ink/ink293.xml"/><Relationship Id="rId71" Type="http://schemas.openxmlformats.org/officeDocument/2006/relationships/image" Target="../media/image227.png"/><Relationship Id="rId92" Type="http://schemas.openxmlformats.org/officeDocument/2006/relationships/customXml" Target="../ink/ink245.xml"/><Relationship Id="rId213" Type="http://schemas.openxmlformats.org/officeDocument/2006/relationships/image" Target="../media/image296.png"/><Relationship Id="rId234" Type="http://schemas.openxmlformats.org/officeDocument/2006/relationships/customXml" Target="../ink/ink316.xml"/><Relationship Id="rId2" Type="http://schemas.openxmlformats.org/officeDocument/2006/relationships/notesSlide" Target="../notesSlides/notesSlide23.xml"/><Relationship Id="rId29" Type="http://schemas.openxmlformats.org/officeDocument/2006/relationships/image" Target="../media/image206.png"/><Relationship Id="rId255" Type="http://schemas.openxmlformats.org/officeDocument/2006/relationships/image" Target="../media/image317.png"/><Relationship Id="rId40" Type="http://schemas.openxmlformats.org/officeDocument/2006/relationships/customXml" Target="../ink/ink219.xml"/><Relationship Id="rId115" Type="http://schemas.openxmlformats.org/officeDocument/2006/relationships/image" Target="../media/image249.png"/><Relationship Id="rId136" Type="http://schemas.openxmlformats.org/officeDocument/2006/relationships/customXml" Target="../ink/ink267.xml"/><Relationship Id="rId157" Type="http://schemas.openxmlformats.org/officeDocument/2006/relationships/image" Target="../media/image269.png"/><Relationship Id="rId178" Type="http://schemas.openxmlformats.org/officeDocument/2006/relationships/customXml" Target="../ink/ink288.xml"/><Relationship Id="rId61" Type="http://schemas.openxmlformats.org/officeDocument/2006/relationships/image" Target="../media/image222.png"/><Relationship Id="rId82" Type="http://schemas.openxmlformats.org/officeDocument/2006/relationships/customXml" Target="../ink/ink240.xml"/><Relationship Id="rId199" Type="http://schemas.openxmlformats.org/officeDocument/2006/relationships/image" Target="../media/image60.png"/><Relationship Id="rId203" Type="http://schemas.openxmlformats.org/officeDocument/2006/relationships/image" Target="../media/image291.png"/><Relationship Id="rId19" Type="http://schemas.openxmlformats.org/officeDocument/2006/relationships/image" Target="../media/image201.png"/><Relationship Id="rId224" Type="http://schemas.openxmlformats.org/officeDocument/2006/relationships/customXml" Target="../ink/ink311.xml"/><Relationship Id="rId245" Type="http://schemas.openxmlformats.org/officeDocument/2006/relationships/image" Target="../media/image312.png"/><Relationship Id="rId30" Type="http://schemas.openxmlformats.org/officeDocument/2006/relationships/customXml" Target="../ink/ink214.xml"/><Relationship Id="rId105" Type="http://schemas.openxmlformats.org/officeDocument/2006/relationships/image" Target="../media/image244.png"/><Relationship Id="rId126" Type="http://schemas.openxmlformats.org/officeDocument/2006/relationships/customXml" Target="../ink/ink262.xml"/><Relationship Id="rId147" Type="http://schemas.openxmlformats.org/officeDocument/2006/relationships/image" Target="../media/image265.png"/><Relationship Id="rId168" Type="http://schemas.openxmlformats.org/officeDocument/2006/relationships/customXml" Target="../ink/ink283.xml"/><Relationship Id="rId51" Type="http://schemas.openxmlformats.org/officeDocument/2006/relationships/image" Target="../media/image217.png"/><Relationship Id="rId72" Type="http://schemas.openxmlformats.org/officeDocument/2006/relationships/customXml" Target="../ink/ink235.xml"/><Relationship Id="rId93" Type="http://schemas.openxmlformats.org/officeDocument/2006/relationships/image" Target="../media/image238.png"/><Relationship Id="rId189" Type="http://schemas.openxmlformats.org/officeDocument/2006/relationships/image" Target="../media/image285.png"/><Relationship Id="rId214" Type="http://schemas.openxmlformats.org/officeDocument/2006/relationships/customXml" Target="../ink/ink306.xml"/><Relationship Id="rId235" Type="http://schemas.openxmlformats.org/officeDocument/2006/relationships/image" Target="../media/image307.png"/><Relationship Id="rId256" Type="http://schemas.openxmlformats.org/officeDocument/2006/relationships/customXml" Target="../ink/ink327.xml"/><Relationship Id="rId116" Type="http://schemas.openxmlformats.org/officeDocument/2006/relationships/customXml" Target="../ink/ink257.xml"/><Relationship Id="rId137" Type="http://schemas.openxmlformats.org/officeDocument/2006/relationships/image" Target="../media/image260.png"/><Relationship Id="rId158" Type="http://schemas.openxmlformats.org/officeDocument/2006/relationships/customXml" Target="../ink/ink278.xml"/><Relationship Id="rId20" Type="http://schemas.openxmlformats.org/officeDocument/2006/relationships/customXml" Target="../ink/ink209.xml"/><Relationship Id="rId41" Type="http://schemas.openxmlformats.org/officeDocument/2006/relationships/image" Target="../media/image212.png"/><Relationship Id="rId62" Type="http://schemas.openxmlformats.org/officeDocument/2006/relationships/customXml" Target="../ink/ink230.xml"/><Relationship Id="rId83" Type="http://schemas.openxmlformats.org/officeDocument/2006/relationships/image" Target="../media/image233.png"/><Relationship Id="rId179" Type="http://schemas.openxmlformats.org/officeDocument/2006/relationships/image" Target="../media/image280.png"/><Relationship Id="rId190" Type="http://schemas.openxmlformats.org/officeDocument/2006/relationships/customXml" Target="../ink/ink294.xml"/><Relationship Id="rId204" Type="http://schemas.openxmlformats.org/officeDocument/2006/relationships/customXml" Target="../ink/ink301.xml"/><Relationship Id="rId225" Type="http://schemas.openxmlformats.org/officeDocument/2006/relationships/image" Target="../media/image302.png"/><Relationship Id="rId246" Type="http://schemas.openxmlformats.org/officeDocument/2006/relationships/customXml" Target="../ink/ink322.xml"/><Relationship Id="rId106" Type="http://schemas.openxmlformats.org/officeDocument/2006/relationships/customXml" Target="../ink/ink252.xml"/><Relationship Id="rId127" Type="http://schemas.openxmlformats.org/officeDocument/2006/relationships/image" Target="../media/image255.png"/><Relationship Id="rId10" Type="http://schemas.openxmlformats.org/officeDocument/2006/relationships/customXml" Target="../ink/ink204.xml"/><Relationship Id="rId31" Type="http://schemas.openxmlformats.org/officeDocument/2006/relationships/image" Target="../media/image207.png"/><Relationship Id="rId52" Type="http://schemas.openxmlformats.org/officeDocument/2006/relationships/customXml" Target="../ink/ink225.xml"/><Relationship Id="rId73" Type="http://schemas.openxmlformats.org/officeDocument/2006/relationships/image" Target="../media/image228.png"/><Relationship Id="rId94" Type="http://schemas.openxmlformats.org/officeDocument/2006/relationships/customXml" Target="../ink/ink246.xml"/><Relationship Id="rId148" Type="http://schemas.openxmlformats.org/officeDocument/2006/relationships/customXml" Target="../ink/ink273.xml"/><Relationship Id="rId169" Type="http://schemas.openxmlformats.org/officeDocument/2006/relationships/image" Target="../media/image275.png"/><Relationship Id="rId4" Type="http://schemas.openxmlformats.org/officeDocument/2006/relationships/image" Target="../media/image470.png"/><Relationship Id="rId180" Type="http://schemas.openxmlformats.org/officeDocument/2006/relationships/customXml" Target="../ink/ink289.xml"/><Relationship Id="rId215" Type="http://schemas.openxmlformats.org/officeDocument/2006/relationships/image" Target="../media/image297.png"/><Relationship Id="rId236" Type="http://schemas.openxmlformats.org/officeDocument/2006/relationships/customXml" Target="../ink/ink317.xml"/><Relationship Id="rId257" Type="http://schemas.openxmlformats.org/officeDocument/2006/relationships/image" Target="../media/image318.png"/><Relationship Id="rId42" Type="http://schemas.openxmlformats.org/officeDocument/2006/relationships/customXml" Target="../ink/ink220.xml"/><Relationship Id="rId84" Type="http://schemas.openxmlformats.org/officeDocument/2006/relationships/customXml" Target="../ink/ink241.xml"/><Relationship Id="rId138" Type="http://schemas.openxmlformats.org/officeDocument/2006/relationships/customXml" Target="../ink/ink268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5.png"/><Relationship Id="rId21" Type="http://schemas.openxmlformats.org/officeDocument/2006/relationships/customXml" Target="../ink/ink341.xml"/><Relationship Id="rId42" Type="http://schemas.openxmlformats.org/officeDocument/2006/relationships/image" Target="../media/image342.png"/><Relationship Id="rId47" Type="http://schemas.openxmlformats.org/officeDocument/2006/relationships/image" Target="../media/image344.png"/><Relationship Id="rId63" Type="http://schemas.openxmlformats.org/officeDocument/2006/relationships/image" Target="../media/image352.png"/><Relationship Id="rId68" Type="http://schemas.openxmlformats.org/officeDocument/2006/relationships/customXml" Target="../ink/ink365.xml"/><Relationship Id="rId7" Type="http://schemas.openxmlformats.org/officeDocument/2006/relationships/customXml" Target="../ink/ink334.xml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329.png"/><Relationship Id="rId29" Type="http://schemas.openxmlformats.org/officeDocument/2006/relationships/customXml" Target="../ink/ink345.xml"/><Relationship Id="rId11" Type="http://schemas.openxmlformats.org/officeDocument/2006/relationships/customXml" Target="../ink/ink336.xml"/><Relationship Id="rId24" Type="http://schemas.openxmlformats.org/officeDocument/2006/relationships/image" Target="../media/image334.png"/><Relationship Id="rId32" Type="http://schemas.openxmlformats.org/officeDocument/2006/relationships/image" Target="../media/image338.png"/><Relationship Id="rId37" Type="http://schemas.openxmlformats.org/officeDocument/2006/relationships/customXml" Target="../ink/ink349.xml"/><Relationship Id="rId40" Type="http://schemas.openxmlformats.org/officeDocument/2006/relationships/image" Target="../media/image341.png"/><Relationship Id="rId45" Type="http://schemas.openxmlformats.org/officeDocument/2006/relationships/image" Target="../media/image343.png"/><Relationship Id="rId53" Type="http://schemas.openxmlformats.org/officeDocument/2006/relationships/image" Target="../media/image347.png"/><Relationship Id="rId58" Type="http://schemas.openxmlformats.org/officeDocument/2006/relationships/customXml" Target="../ink/ink360.xml"/><Relationship Id="rId66" Type="http://schemas.openxmlformats.org/officeDocument/2006/relationships/customXml" Target="../ink/ink364.xml"/><Relationship Id="rId5" Type="http://schemas.openxmlformats.org/officeDocument/2006/relationships/customXml" Target="../ink/ink333.xml"/><Relationship Id="rId61" Type="http://schemas.openxmlformats.org/officeDocument/2006/relationships/image" Target="../media/image351.png"/><Relationship Id="rId19" Type="http://schemas.openxmlformats.org/officeDocument/2006/relationships/customXml" Target="../ink/ink340.xml"/><Relationship Id="rId14" Type="http://schemas.openxmlformats.org/officeDocument/2006/relationships/image" Target="../media/image328.png"/><Relationship Id="rId22" Type="http://schemas.openxmlformats.org/officeDocument/2006/relationships/image" Target="../media/image333.png"/><Relationship Id="rId27" Type="http://schemas.openxmlformats.org/officeDocument/2006/relationships/customXml" Target="../ink/ink344.xml"/><Relationship Id="rId30" Type="http://schemas.openxmlformats.org/officeDocument/2006/relationships/image" Target="../media/image337.png"/><Relationship Id="rId35" Type="http://schemas.openxmlformats.org/officeDocument/2006/relationships/customXml" Target="../ink/ink348.xml"/><Relationship Id="rId43" Type="http://schemas.openxmlformats.org/officeDocument/2006/relationships/customXml" Target="../ink/ink352.xml"/><Relationship Id="rId48" Type="http://schemas.openxmlformats.org/officeDocument/2006/relationships/customXml" Target="../ink/ink355.xml"/><Relationship Id="rId56" Type="http://schemas.openxmlformats.org/officeDocument/2006/relationships/customXml" Target="../ink/ink359.xml"/><Relationship Id="rId64" Type="http://schemas.openxmlformats.org/officeDocument/2006/relationships/customXml" Target="../ink/ink363.xml"/><Relationship Id="rId69" Type="http://schemas.openxmlformats.org/officeDocument/2006/relationships/image" Target="../media/image355.png"/><Relationship Id="rId8" Type="http://schemas.openxmlformats.org/officeDocument/2006/relationships/image" Target="../media/image325.png"/><Relationship Id="rId51" Type="http://schemas.openxmlformats.org/officeDocument/2006/relationships/image" Target="../media/image346.png"/><Relationship Id="rId3" Type="http://schemas.openxmlformats.org/officeDocument/2006/relationships/customXml" Target="../ink/ink332.xml"/><Relationship Id="rId12" Type="http://schemas.openxmlformats.org/officeDocument/2006/relationships/image" Target="../media/image327.png"/><Relationship Id="rId17" Type="http://schemas.openxmlformats.org/officeDocument/2006/relationships/customXml" Target="../ink/ink339.xml"/><Relationship Id="rId25" Type="http://schemas.openxmlformats.org/officeDocument/2006/relationships/customXml" Target="../ink/ink343.xml"/><Relationship Id="rId33" Type="http://schemas.openxmlformats.org/officeDocument/2006/relationships/customXml" Target="../ink/ink347.xml"/><Relationship Id="rId38" Type="http://schemas.openxmlformats.org/officeDocument/2006/relationships/image" Target="../media/image60.png"/><Relationship Id="rId46" Type="http://schemas.openxmlformats.org/officeDocument/2006/relationships/customXml" Target="../ink/ink354.xml"/><Relationship Id="rId59" Type="http://schemas.openxmlformats.org/officeDocument/2006/relationships/image" Target="../media/image350.png"/><Relationship Id="rId67" Type="http://schemas.openxmlformats.org/officeDocument/2006/relationships/image" Target="../media/image354.png"/><Relationship Id="rId20" Type="http://schemas.openxmlformats.org/officeDocument/2006/relationships/image" Target="../media/image332.png"/><Relationship Id="rId41" Type="http://schemas.openxmlformats.org/officeDocument/2006/relationships/customXml" Target="../ink/ink351.xml"/><Relationship Id="rId54" Type="http://schemas.openxmlformats.org/officeDocument/2006/relationships/customXml" Target="../ink/ink358.xml"/><Relationship Id="rId62" Type="http://schemas.openxmlformats.org/officeDocument/2006/relationships/customXml" Target="../ink/ink3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4.png"/><Relationship Id="rId15" Type="http://schemas.openxmlformats.org/officeDocument/2006/relationships/customXml" Target="../ink/ink338.xml"/><Relationship Id="rId23" Type="http://schemas.openxmlformats.org/officeDocument/2006/relationships/customXml" Target="../ink/ink342.xml"/><Relationship Id="rId28" Type="http://schemas.openxmlformats.org/officeDocument/2006/relationships/image" Target="../media/image336.png"/><Relationship Id="rId36" Type="http://schemas.openxmlformats.org/officeDocument/2006/relationships/image" Target="../media/image144.png"/><Relationship Id="rId49" Type="http://schemas.openxmlformats.org/officeDocument/2006/relationships/image" Target="../media/image345.png"/><Relationship Id="rId57" Type="http://schemas.openxmlformats.org/officeDocument/2006/relationships/image" Target="../media/image349.png"/><Relationship Id="rId10" Type="http://schemas.openxmlformats.org/officeDocument/2006/relationships/image" Target="../media/image326.png"/><Relationship Id="rId31" Type="http://schemas.openxmlformats.org/officeDocument/2006/relationships/customXml" Target="../ink/ink346.xml"/><Relationship Id="rId44" Type="http://schemas.openxmlformats.org/officeDocument/2006/relationships/customXml" Target="../ink/ink353.xml"/><Relationship Id="rId52" Type="http://schemas.openxmlformats.org/officeDocument/2006/relationships/customXml" Target="../ink/ink357.xml"/><Relationship Id="rId60" Type="http://schemas.openxmlformats.org/officeDocument/2006/relationships/customXml" Target="../ink/ink361.xml"/><Relationship Id="rId65" Type="http://schemas.openxmlformats.org/officeDocument/2006/relationships/image" Target="../media/image353.png"/><Relationship Id="rId4" Type="http://schemas.openxmlformats.org/officeDocument/2006/relationships/image" Target="../media/image323.png"/><Relationship Id="rId9" Type="http://schemas.openxmlformats.org/officeDocument/2006/relationships/customXml" Target="../ink/ink335.xml"/><Relationship Id="rId13" Type="http://schemas.openxmlformats.org/officeDocument/2006/relationships/customXml" Target="../ink/ink337.xml"/><Relationship Id="rId18" Type="http://schemas.openxmlformats.org/officeDocument/2006/relationships/image" Target="../media/image330.png"/><Relationship Id="rId39" Type="http://schemas.openxmlformats.org/officeDocument/2006/relationships/customXml" Target="../ink/ink350.xml"/><Relationship Id="rId34" Type="http://schemas.openxmlformats.org/officeDocument/2006/relationships/image" Target="../media/image339.png"/><Relationship Id="rId50" Type="http://schemas.openxmlformats.org/officeDocument/2006/relationships/customXml" Target="../ink/ink356.xml"/><Relationship Id="rId55" Type="http://schemas.openxmlformats.org/officeDocument/2006/relationships/image" Target="../media/image348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7.xml"/><Relationship Id="rId21" Type="http://schemas.openxmlformats.org/officeDocument/2006/relationships/customXml" Target="../ink/ink374.xml"/><Relationship Id="rId34" Type="http://schemas.openxmlformats.org/officeDocument/2006/relationships/customXml" Target="../ink/ink381.xml"/><Relationship Id="rId42" Type="http://schemas.openxmlformats.org/officeDocument/2006/relationships/customXml" Target="../ink/ink385.xml"/><Relationship Id="rId47" Type="http://schemas.openxmlformats.org/officeDocument/2006/relationships/image" Target="../media/image374.png"/><Relationship Id="rId50" Type="http://schemas.openxmlformats.org/officeDocument/2006/relationships/customXml" Target="../ink/ink389.xml"/><Relationship Id="rId55" Type="http://schemas.openxmlformats.org/officeDocument/2006/relationships/image" Target="../media/image378.png"/><Relationship Id="rId63" Type="http://schemas.openxmlformats.org/officeDocument/2006/relationships/image" Target="../media/image382.png"/><Relationship Id="rId7" Type="http://schemas.openxmlformats.org/officeDocument/2006/relationships/customXml" Target="../ink/ink366.xml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60.png"/><Relationship Id="rId29" Type="http://schemas.openxmlformats.org/officeDocument/2006/relationships/image" Target="../media/image364.png"/><Relationship Id="rId11" Type="http://schemas.openxmlformats.org/officeDocument/2006/relationships/customXml" Target="../ink/ink368.xml"/><Relationship Id="rId24" Type="http://schemas.openxmlformats.org/officeDocument/2006/relationships/customXml" Target="../ink/ink376.xml"/><Relationship Id="rId32" Type="http://schemas.openxmlformats.org/officeDocument/2006/relationships/customXml" Target="../ink/ink380.xml"/><Relationship Id="rId37" Type="http://schemas.openxmlformats.org/officeDocument/2006/relationships/image" Target="../media/image368.png"/><Relationship Id="rId40" Type="http://schemas.openxmlformats.org/officeDocument/2006/relationships/customXml" Target="../ink/ink384.xml"/><Relationship Id="rId45" Type="http://schemas.openxmlformats.org/officeDocument/2006/relationships/image" Target="../media/image373.png"/><Relationship Id="rId53" Type="http://schemas.openxmlformats.org/officeDocument/2006/relationships/image" Target="../media/image377.png"/><Relationship Id="rId58" Type="http://schemas.openxmlformats.org/officeDocument/2006/relationships/customXml" Target="../ink/ink393.xml"/><Relationship Id="rId5" Type="http://schemas.openxmlformats.org/officeDocument/2006/relationships/image" Target="../media/image580.png"/><Relationship Id="rId61" Type="http://schemas.openxmlformats.org/officeDocument/2006/relationships/image" Target="../media/image381.png"/><Relationship Id="rId19" Type="http://schemas.openxmlformats.org/officeDocument/2006/relationships/image" Target="../media/image360.png"/><Relationship Id="rId14" Type="http://schemas.openxmlformats.org/officeDocument/2006/relationships/image" Target="../media/image359.png"/><Relationship Id="rId22" Type="http://schemas.openxmlformats.org/officeDocument/2006/relationships/customXml" Target="../ink/ink375.xml"/><Relationship Id="rId27" Type="http://schemas.openxmlformats.org/officeDocument/2006/relationships/image" Target="../media/image363.png"/><Relationship Id="rId30" Type="http://schemas.openxmlformats.org/officeDocument/2006/relationships/customXml" Target="../ink/ink379.xml"/><Relationship Id="rId35" Type="http://schemas.openxmlformats.org/officeDocument/2006/relationships/image" Target="../media/image367.png"/><Relationship Id="rId43" Type="http://schemas.openxmlformats.org/officeDocument/2006/relationships/image" Target="../media/image372.png"/><Relationship Id="rId48" Type="http://schemas.openxmlformats.org/officeDocument/2006/relationships/customXml" Target="../ink/ink388.xml"/><Relationship Id="rId56" Type="http://schemas.openxmlformats.org/officeDocument/2006/relationships/customXml" Target="../ink/ink392.xml"/><Relationship Id="rId64" Type="http://schemas.openxmlformats.org/officeDocument/2006/relationships/customXml" Target="../ink/ink396.xml"/><Relationship Id="rId8" Type="http://schemas.openxmlformats.org/officeDocument/2006/relationships/image" Target="../media/image356.png"/><Relationship Id="rId51" Type="http://schemas.openxmlformats.org/officeDocument/2006/relationships/image" Target="../media/image376.png"/><Relationship Id="rId3" Type="http://schemas.openxmlformats.org/officeDocument/2006/relationships/image" Target="../media/image560.png"/><Relationship Id="rId12" Type="http://schemas.openxmlformats.org/officeDocument/2006/relationships/image" Target="../media/image358.png"/><Relationship Id="rId17" Type="http://schemas.openxmlformats.org/officeDocument/2006/relationships/customXml" Target="../ink/ink371.xml"/><Relationship Id="rId25" Type="http://schemas.openxmlformats.org/officeDocument/2006/relationships/image" Target="../media/image362.png"/><Relationship Id="rId33" Type="http://schemas.openxmlformats.org/officeDocument/2006/relationships/image" Target="../media/image366.png"/><Relationship Id="rId38" Type="http://schemas.openxmlformats.org/officeDocument/2006/relationships/customXml" Target="../ink/ink383.xml"/><Relationship Id="rId46" Type="http://schemas.openxmlformats.org/officeDocument/2006/relationships/customXml" Target="../ink/ink387.xml"/><Relationship Id="rId59" Type="http://schemas.openxmlformats.org/officeDocument/2006/relationships/image" Target="../media/image380.png"/><Relationship Id="rId20" Type="http://schemas.openxmlformats.org/officeDocument/2006/relationships/customXml" Target="../ink/ink373.xml"/><Relationship Id="rId41" Type="http://schemas.openxmlformats.org/officeDocument/2006/relationships/image" Target="../media/image371.png"/><Relationship Id="rId54" Type="http://schemas.openxmlformats.org/officeDocument/2006/relationships/customXml" Target="../ink/ink391.xml"/><Relationship Id="rId62" Type="http://schemas.openxmlformats.org/officeDocument/2006/relationships/customXml" Target="../ink/ink39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5" Type="http://schemas.openxmlformats.org/officeDocument/2006/relationships/customXml" Target="../ink/ink370.xml"/><Relationship Id="rId23" Type="http://schemas.openxmlformats.org/officeDocument/2006/relationships/image" Target="../media/image361.png"/><Relationship Id="rId28" Type="http://schemas.openxmlformats.org/officeDocument/2006/relationships/customXml" Target="../ink/ink378.xml"/><Relationship Id="rId36" Type="http://schemas.openxmlformats.org/officeDocument/2006/relationships/customXml" Target="../ink/ink382.xml"/><Relationship Id="rId49" Type="http://schemas.openxmlformats.org/officeDocument/2006/relationships/image" Target="../media/image375.png"/><Relationship Id="rId57" Type="http://schemas.openxmlformats.org/officeDocument/2006/relationships/image" Target="../media/image379.png"/><Relationship Id="rId10" Type="http://schemas.openxmlformats.org/officeDocument/2006/relationships/image" Target="../media/image357.png"/><Relationship Id="rId31" Type="http://schemas.openxmlformats.org/officeDocument/2006/relationships/image" Target="../media/image365.png"/><Relationship Id="rId44" Type="http://schemas.openxmlformats.org/officeDocument/2006/relationships/customXml" Target="../ink/ink386.xml"/><Relationship Id="rId52" Type="http://schemas.openxmlformats.org/officeDocument/2006/relationships/customXml" Target="../ink/ink390.xml"/><Relationship Id="rId60" Type="http://schemas.openxmlformats.org/officeDocument/2006/relationships/customXml" Target="../ink/ink394.xml"/><Relationship Id="rId65" Type="http://schemas.openxmlformats.org/officeDocument/2006/relationships/image" Target="../media/image383.png"/><Relationship Id="rId4" Type="http://schemas.openxmlformats.org/officeDocument/2006/relationships/image" Target="../media/image570.png"/><Relationship Id="rId9" Type="http://schemas.openxmlformats.org/officeDocument/2006/relationships/customXml" Target="../ink/ink367.xml"/><Relationship Id="rId13" Type="http://schemas.openxmlformats.org/officeDocument/2006/relationships/customXml" Target="../ink/ink369.xml"/><Relationship Id="rId18" Type="http://schemas.openxmlformats.org/officeDocument/2006/relationships/customXml" Target="../ink/ink372.xml"/><Relationship Id="rId39" Type="http://schemas.openxmlformats.org/officeDocument/2006/relationships/image" Target="../media/image369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99.xml"/><Relationship Id="rId18" Type="http://schemas.openxmlformats.org/officeDocument/2006/relationships/image" Target="../media/image388.png"/><Relationship Id="rId26" Type="http://schemas.openxmlformats.org/officeDocument/2006/relationships/image" Target="../media/image393.png"/><Relationship Id="rId21" Type="http://schemas.openxmlformats.org/officeDocument/2006/relationships/customXml" Target="../ink/ink403.xml"/><Relationship Id="rId34" Type="http://schemas.openxmlformats.org/officeDocument/2006/relationships/image" Target="../media/image397.png"/><Relationship Id="rId7" Type="http://schemas.openxmlformats.org/officeDocument/2006/relationships/image" Target="../media/image58.png"/><Relationship Id="rId12" Type="http://schemas.openxmlformats.org/officeDocument/2006/relationships/image" Target="../media/image385.png"/><Relationship Id="rId17" Type="http://schemas.openxmlformats.org/officeDocument/2006/relationships/customXml" Target="../ink/ink401.xml"/><Relationship Id="rId25" Type="http://schemas.openxmlformats.org/officeDocument/2006/relationships/customXml" Target="../ink/ink405.xml"/><Relationship Id="rId33" Type="http://schemas.openxmlformats.org/officeDocument/2006/relationships/customXml" Target="../ink/ink409.xml"/><Relationship Id="rId38" Type="http://schemas.openxmlformats.org/officeDocument/2006/relationships/image" Target="../media/image39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87.png"/><Relationship Id="rId20" Type="http://schemas.openxmlformats.org/officeDocument/2006/relationships/image" Target="../media/image389.png"/><Relationship Id="rId29" Type="http://schemas.openxmlformats.org/officeDocument/2006/relationships/customXml" Target="../ink/ink40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0.png"/><Relationship Id="rId11" Type="http://schemas.openxmlformats.org/officeDocument/2006/relationships/customXml" Target="../ink/ink398.xml"/><Relationship Id="rId24" Type="http://schemas.openxmlformats.org/officeDocument/2006/relationships/image" Target="../media/image392.png"/><Relationship Id="rId32" Type="http://schemas.openxmlformats.org/officeDocument/2006/relationships/image" Target="../media/image396.png"/><Relationship Id="rId37" Type="http://schemas.openxmlformats.org/officeDocument/2006/relationships/customXml" Target="../ink/ink411.xml"/><Relationship Id="rId5" Type="http://schemas.openxmlformats.org/officeDocument/2006/relationships/image" Target="../media/image821.png"/><Relationship Id="rId15" Type="http://schemas.openxmlformats.org/officeDocument/2006/relationships/customXml" Target="../ink/ink400.xml"/><Relationship Id="rId23" Type="http://schemas.openxmlformats.org/officeDocument/2006/relationships/customXml" Target="../ink/ink404.xml"/><Relationship Id="rId28" Type="http://schemas.openxmlformats.org/officeDocument/2006/relationships/image" Target="../media/image394.png"/><Relationship Id="rId36" Type="http://schemas.openxmlformats.org/officeDocument/2006/relationships/image" Target="../media/image398.png"/><Relationship Id="rId10" Type="http://schemas.openxmlformats.org/officeDocument/2006/relationships/image" Target="../media/image384.png"/><Relationship Id="rId19" Type="http://schemas.openxmlformats.org/officeDocument/2006/relationships/customXml" Target="../ink/ink402.xml"/><Relationship Id="rId31" Type="http://schemas.openxmlformats.org/officeDocument/2006/relationships/customXml" Target="../ink/ink408.xml"/><Relationship Id="rId4" Type="http://schemas.openxmlformats.org/officeDocument/2006/relationships/image" Target="../media/image811.png"/><Relationship Id="rId9" Type="http://schemas.openxmlformats.org/officeDocument/2006/relationships/customXml" Target="../ink/ink397.xml"/><Relationship Id="rId14" Type="http://schemas.openxmlformats.org/officeDocument/2006/relationships/image" Target="../media/image386.png"/><Relationship Id="rId22" Type="http://schemas.openxmlformats.org/officeDocument/2006/relationships/image" Target="../media/image391.png"/><Relationship Id="rId27" Type="http://schemas.openxmlformats.org/officeDocument/2006/relationships/customXml" Target="../ink/ink406.xml"/><Relationship Id="rId30" Type="http://schemas.openxmlformats.org/officeDocument/2006/relationships/image" Target="../media/image395.png"/><Relationship Id="rId35" Type="http://schemas.openxmlformats.org/officeDocument/2006/relationships/customXml" Target="../ink/ink410.xml"/><Relationship Id="rId8" Type="http://schemas.openxmlformats.org/officeDocument/2006/relationships/image" Target="../media/image840.png"/><Relationship Id="rId3" Type="http://schemas.openxmlformats.org/officeDocument/2006/relationships/image" Target="../media/image781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5.png"/><Relationship Id="rId18" Type="http://schemas.openxmlformats.org/officeDocument/2006/relationships/customXml" Target="../ink/ink418.xml"/><Relationship Id="rId26" Type="http://schemas.openxmlformats.org/officeDocument/2006/relationships/customXml" Target="../ink/ink422.xml"/><Relationship Id="rId39" Type="http://schemas.openxmlformats.org/officeDocument/2006/relationships/customXml" Target="../ink/ink429.xml"/><Relationship Id="rId21" Type="http://schemas.openxmlformats.org/officeDocument/2006/relationships/image" Target="../media/image409.png"/><Relationship Id="rId34" Type="http://schemas.openxmlformats.org/officeDocument/2006/relationships/customXml" Target="../ink/ink426.xml"/><Relationship Id="rId42" Type="http://schemas.openxmlformats.org/officeDocument/2006/relationships/image" Target="../media/image417.png"/><Relationship Id="rId47" Type="http://schemas.openxmlformats.org/officeDocument/2006/relationships/customXml" Target="../ink/ink433.xml"/><Relationship Id="rId7" Type="http://schemas.openxmlformats.org/officeDocument/2006/relationships/image" Target="../media/image402.png"/><Relationship Id="rId2" Type="http://schemas.openxmlformats.org/officeDocument/2006/relationships/notesSlide" Target="../notesSlides/notesSlide27.xml"/><Relationship Id="rId16" Type="http://schemas.openxmlformats.org/officeDocument/2006/relationships/customXml" Target="../ink/ink417.xml"/><Relationship Id="rId29" Type="http://schemas.openxmlformats.org/officeDocument/2006/relationships/image" Target="../media/image41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12.xml"/><Relationship Id="rId11" Type="http://schemas.openxmlformats.org/officeDocument/2006/relationships/image" Target="../media/image404.png"/><Relationship Id="rId24" Type="http://schemas.openxmlformats.org/officeDocument/2006/relationships/customXml" Target="../ink/ink421.xml"/><Relationship Id="rId32" Type="http://schemas.openxmlformats.org/officeDocument/2006/relationships/customXml" Target="../ink/ink425.xml"/><Relationship Id="rId37" Type="http://schemas.openxmlformats.org/officeDocument/2006/relationships/image" Target="../media/image87.png"/><Relationship Id="rId40" Type="http://schemas.openxmlformats.org/officeDocument/2006/relationships/image" Target="../media/image81.png"/><Relationship Id="rId45" Type="http://schemas.openxmlformats.org/officeDocument/2006/relationships/customXml" Target="../ink/ink432.xml"/><Relationship Id="rId5" Type="http://schemas.openxmlformats.org/officeDocument/2006/relationships/image" Target="../media/image750.png"/><Relationship Id="rId15" Type="http://schemas.openxmlformats.org/officeDocument/2006/relationships/image" Target="../media/image406.png"/><Relationship Id="rId23" Type="http://schemas.openxmlformats.org/officeDocument/2006/relationships/image" Target="../media/image410.png"/><Relationship Id="rId28" Type="http://schemas.openxmlformats.org/officeDocument/2006/relationships/customXml" Target="../ink/ink423.xml"/><Relationship Id="rId36" Type="http://schemas.openxmlformats.org/officeDocument/2006/relationships/customXml" Target="../ink/ink427.xml"/><Relationship Id="rId10" Type="http://schemas.openxmlformats.org/officeDocument/2006/relationships/customXml" Target="../ink/ink414.xml"/><Relationship Id="rId19" Type="http://schemas.openxmlformats.org/officeDocument/2006/relationships/image" Target="../media/image408.png"/><Relationship Id="rId31" Type="http://schemas.openxmlformats.org/officeDocument/2006/relationships/image" Target="../media/image415.png"/><Relationship Id="rId44" Type="http://schemas.openxmlformats.org/officeDocument/2006/relationships/image" Target="../media/image418.png"/><Relationship Id="rId4" Type="http://schemas.openxmlformats.org/officeDocument/2006/relationships/image" Target="../media/image940.png"/><Relationship Id="rId9" Type="http://schemas.openxmlformats.org/officeDocument/2006/relationships/image" Target="../media/image403.png"/><Relationship Id="rId14" Type="http://schemas.openxmlformats.org/officeDocument/2006/relationships/customXml" Target="../ink/ink416.xml"/><Relationship Id="rId22" Type="http://schemas.openxmlformats.org/officeDocument/2006/relationships/customXml" Target="../ink/ink420.xml"/><Relationship Id="rId27" Type="http://schemas.openxmlformats.org/officeDocument/2006/relationships/image" Target="../media/image413.png"/><Relationship Id="rId30" Type="http://schemas.openxmlformats.org/officeDocument/2006/relationships/customXml" Target="../ink/ink424.xml"/><Relationship Id="rId35" Type="http://schemas.openxmlformats.org/officeDocument/2006/relationships/image" Target="../media/image60.png"/><Relationship Id="rId43" Type="http://schemas.openxmlformats.org/officeDocument/2006/relationships/customXml" Target="../ink/ink431.xml"/><Relationship Id="rId48" Type="http://schemas.openxmlformats.org/officeDocument/2006/relationships/image" Target="../media/image421.png"/><Relationship Id="rId8" Type="http://schemas.openxmlformats.org/officeDocument/2006/relationships/customXml" Target="../ink/ink413.xml"/><Relationship Id="rId3" Type="http://schemas.openxmlformats.org/officeDocument/2006/relationships/image" Target="../media/image58.png"/><Relationship Id="rId12" Type="http://schemas.openxmlformats.org/officeDocument/2006/relationships/customXml" Target="../ink/ink415.xml"/><Relationship Id="rId17" Type="http://schemas.openxmlformats.org/officeDocument/2006/relationships/image" Target="../media/image407.png"/><Relationship Id="rId25" Type="http://schemas.openxmlformats.org/officeDocument/2006/relationships/image" Target="../media/image412.png"/><Relationship Id="rId33" Type="http://schemas.openxmlformats.org/officeDocument/2006/relationships/image" Target="../media/image416.png"/><Relationship Id="rId38" Type="http://schemas.openxmlformats.org/officeDocument/2006/relationships/customXml" Target="../ink/ink428.xml"/><Relationship Id="rId46" Type="http://schemas.openxmlformats.org/officeDocument/2006/relationships/image" Target="../media/image419.png"/><Relationship Id="rId20" Type="http://schemas.openxmlformats.org/officeDocument/2006/relationships/customXml" Target="../ink/ink419.xml"/><Relationship Id="rId41" Type="http://schemas.openxmlformats.org/officeDocument/2006/relationships/customXml" Target="../ink/ink4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35.xml"/><Relationship Id="rId3" Type="http://schemas.openxmlformats.org/officeDocument/2006/relationships/image" Target="../media/image422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34.xml"/><Relationship Id="rId5" Type="http://schemas.openxmlformats.org/officeDocument/2006/relationships/image" Target="../media/image58.png"/><Relationship Id="rId4" Type="http://schemas.openxmlformats.org/officeDocument/2006/relationships/image" Target="../media/image423.png"/><Relationship Id="rId9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555526"/>
            <a:ext cx="8432155" cy="417646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3491880" y="0"/>
            <a:ext cx="5184576" cy="483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PLS: t</a:t>
            </a:r>
            <a:r>
              <a:rPr lang="en-US" sz="2800" b="1" baseline="-25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Xw</a:t>
            </a:r>
            <a:r>
              <a:rPr lang="en-US" sz="2800" b="1" baseline="-25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IN" sz="28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24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3" y="49828"/>
            <a:ext cx="4517104" cy="24962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325" y="-13990"/>
            <a:ext cx="4744675" cy="260170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075806"/>
            <a:ext cx="7354326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9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778030" y="175221"/>
            <a:ext cx="2425818" cy="524321"/>
          </a:xfrm>
        </p:spPr>
        <p:txBody>
          <a:bodyPr anchor="ctr"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X and Y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66A58-9F02-F32A-88AF-E418F874A882}"/>
              </a:ext>
            </a:extLst>
          </p:cNvPr>
          <p:cNvSpPr txBox="1"/>
          <p:nvPr/>
        </p:nvSpPr>
        <p:spPr>
          <a:xfrm>
            <a:off x="251520" y="915566"/>
            <a:ext cx="4104456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consider the calculations associated with the first PLS factor.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an n x p matrix whose columns are the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predictors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n x k matrix whose columns are the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responses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51470"/>
            <a:ext cx="3744081" cy="486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23478"/>
            <a:ext cx="7601970" cy="496855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7452320" y="0"/>
            <a:ext cx="1763688" cy="776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Validation with JMP</a:t>
            </a:r>
            <a:endParaRPr lang="en-IN" sz="28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745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395536" y="123478"/>
            <a:ext cx="8208912" cy="48351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PLS: Theory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66A58-9F02-F32A-88AF-E418F874A882}"/>
              </a:ext>
            </a:extLst>
          </p:cNvPr>
          <p:cNvSpPr txBox="1"/>
          <p:nvPr/>
        </p:nvSpPr>
        <p:spPr>
          <a:xfrm>
            <a:off x="0" y="699542"/>
            <a:ext cx="74523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weight vector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(px1) is used to weight each of the observations in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(1xp). </a:t>
            </a:r>
          </a:p>
          <a:p>
            <a:pPr marL="285750" indent="-285750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it for all the n observations of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get the </a:t>
            </a: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Vector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(nx1)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 weighted linear combinations of the entries in the columns of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called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scores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denoted by the vector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X scores are the entries of the vector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Xw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(nx</a:t>
            </a:r>
            <a:r>
              <a:rPr lang="en-US" strike="sng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trike="sngStrike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x1)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that the size of the 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vector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is n x 1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413" y="1771669"/>
            <a:ext cx="1353635" cy="26642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757" y="267494"/>
            <a:ext cx="1428949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271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51470"/>
            <a:ext cx="5832648" cy="511895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9512" y="2427734"/>
            <a:ext cx="1872208" cy="1351602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PLS: </a:t>
            </a:r>
            <a:b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800" baseline="-25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Xw</a:t>
            </a:r>
            <a:r>
              <a:rPr lang="en-US" sz="2800" baseline="-25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</a:t>
            </a:r>
            <a:b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99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3568" y="387251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PLS: t</a:t>
            </a:r>
            <a:r>
              <a:rPr lang="en-US" sz="2800" baseline="-25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= Xw</a:t>
            </a:r>
            <a:r>
              <a:rPr lang="en-US" sz="2800" baseline="-250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</a:t>
            </a:r>
            <a:b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66A58-9F02-F32A-88AF-E418F874A882}"/>
              </a:ext>
            </a:extLst>
          </p:cNvPr>
          <p:cNvSpPr txBox="1"/>
          <p:nvPr/>
        </p:nvSpPr>
        <p:spPr>
          <a:xfrm>
            <a:off x="107504" y="409843"/>
            <a:ext cx="5400600" cy="4679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in the column of </a:t>
            </a:r>
            <a:r>
              <a:rPr lang="en-US" sz="19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9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9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matrix in PLS are called as X scores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Think of the </a:t>
            </a:r>
            <a:r>
              <a:rPr lang="en-US" sz="19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</a:t>
            </a:r>
            <a:r>
              <a:rPr lang="en-US" sz="19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9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9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defining a linear transformation </a:t>
            </a:r>
            <a:r>
              <a:rPr lang="en-US" sz="1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 ALL the p predictors to a </a:t>
            </a:r>
            <a:r>
              <a:rPr lang="en-US" sz="1900" b="1" dirty="0">
                <a:solidFill>
                  <a:srgbClr val="66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dimensional subspace</a:t>
            </a:r>
            <a:endParaRPr lang="en-US" sz="1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this interpretation, </a:t>
            </a:r>
            <a:r>
              <a:rPr lang="en-US" sz="19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Xw</a:t>
            </a:r>
            <a:r>
              <a:rPr lang="en-US" sz="1900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9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mapping of the data to this one-dimensional subspace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416" y="827008"/>
            <a:ext cx="3467584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21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71688" y="0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PLS: Theory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66A58-9F02-F32A-88AF-E418F874A882}"/>
              </a:ext>
            </a:extLst>
          </p:cNvPr>
          <p:cNvSpPr txBox="1"/>
          <p:nvPr/>
        </p:nvSpPr>
        <p:spPr>
          <a:xfrm>
            <a:off x="251520" y="207749"/>
            <a:ext cx="87849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sz="17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Technically, </a:t>
            </a:r>
            <a:r>
              <a:rPr lang="en-US" sz="1700" b="1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700" b="1" i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17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combination of the variables in </a:t>
            </a:r>
            <a:r>
              <a:rPr lang="en-US" sz="17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7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that has </a:t>
            </a:r>
            <a:r>
              <a:rPr lang="en-US" sz="1700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 covariance</a:t>
            </a:r>
            <a:r>
              <a:rPr lang="en-US" sz="17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a </a:t>
            </a:r>
            <a:r>
              <a:rPr lang="en-US" sz="1700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combination of the variables in Y</a:t>
            </a:r>
            <a:r>
              <a:rPr lang="en-US" sz="17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sz="17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to normalizing constraints.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7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COVARIANCE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between  </a:t>
            </a:r>
          </a:p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700" b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700" b="1" baseline="-25000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7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7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) and </a:t>
            </a:r>
            <a:r>
              <a:rPr lang="en-US" sz="17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700" b="1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(= </a:t>
            </a: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7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17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</a:t>
            </a:r>
            <a:r>
              <a:rPr lang="en-US" sz="17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vector </a:t>
            </a:r>
            <a:r>
              <a:rPr lang="en-US" sz="17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sz="1700" b="1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weight vector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elements of the vector </a:t>
            </a:r>
            <a:r>
              <a:rPr lang="en-US" sz="17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700" b="1" baseline="-25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the </a:t>
            </a:r>
            <a:r>
              <a:rPr lang="en-US" sz="17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7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scores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the First factor, we expect the X scores and the Y scores to be strongly correlated</a:t>
            </a:r>
            <a:endParaRPr lang="en-US" sz="17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651" y="916567"/>
            <a:ext cx="1829055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31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3568" y="4316"/>
            <a:ext cx="8208912" cy="432048"/>
          </a:xfrm>
        </p:spPr>
        <p:txBody>
          <a:bodyPr>
            <a:noAutofit/>
          </a:bodyPr>
          <a:lstStyle/>
          <a:p>
            <a:pPr algn="ctr"/>
            <a:r>
              <a:rPr lang="en-US" sz="26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PLS: Theory</a:t>
            </a:r>
            <a:endParaRPr lang="en-IN" sz="2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66A58-9F02-F32A-88AF-E418F874A882}"/>
              </a:ext>
            </a:extLst>
          </p:cNvPr>
          <p:cNvSpPr txBox="1"/>
          <p:nvPr/>
        </p:nvSpPr>
        <p:spPr>
          <a:xfrm>
            <a:off x="323528" y="699542"/>
            <a:ext cx="842493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obtain subsequent factors, first, we use all factors available to that point to </a:t>
            </a:r>
            <a:r>
              <a:rPr lang="en-US" sz="17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 BOTH </a:t>
            </a:r>
            <a:r>
              <a:rPr lang="en-US" sz="17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7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7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NIPALS algorithm, the process of obtaining a new weight vector and defining new X scores is applied to the </a:t>
            </a:r>
            <a:r>
              <a:rPr lang="en-US" sz="17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residuals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the </a:t>
            </a: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 models for </a:t>
            </a:r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7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n-US" sz="17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say that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deflated into predictions + residuals and the process itself is called </a:t>
            </a:r>
            <a:r>
              <a:rPr lang="en-US" sz="17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deflation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ensures that subsequent factors are independent of (</a:t>
            </a:r>
            <a:r>
              <a:rPr lang="en-US" sz="17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orthogonal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to) all previously extracted factors</a:t>
            </a:r>
          </a:p>
        </p:txBody>
      </p:sp>
    </p:spTree>
    <p:extLst>
      <p:ext uri="{BB962C8B-B14F-4D97-AF65-F5344CB8AC3E}">
        <p14:creationId xmlns:p14="http://schemas.microsoft.com/office/powerpoint/2010/main" val="177875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64154" y="123478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PLS: Theory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66A58-9F02-F32A-88AF-E418F874A882}"/>
              </a:ext>
            </a:extLst>
          </p:cNvPr>
          <p:cNvSpPr txBox="1"/>
          <p:nvPr/>
        </p:nvSpPr>
        <p:spPr>
          <a:xfrm>
            <a:off x="448130" y="538976"/>
            <a:ext cx="8424936" cy="443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Suppose that </a:t>
            </a:r>
            <a:r>
              <a:rPr lang="en-US" dirty="0">
                <a:solidFill>
                  <a:srgbClr val="66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‘a’ factors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extracted. Then there are:</a:t>
            </a:r>
          </a:p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‘a’ weight vectors,            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,w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….,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b="1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b="1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‘a’ X-score vectors,        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,…, t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‘a’ Y-score vectors,          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,…,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b="1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can now define three matrices: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whose columns consist of the weight vectors;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the n x a matrices whose columns consist of the X-score &amp; Y-score vectors, respectively </a:t>
            </a:r>
          </a:p>
        </p:txBody>
      </p:sp>
    </p:spTree>
    <p:extLst>
      <p:ext uri="{BB962C8B-B14F-4D97-AF65-F5344CB8AC3E}">
        <p14:creationId xmlns:p14="http://schemas.microsoft.com/office/powerpoint/2010/main" val="3007793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51470"/>
            <a:ext cx="1590897" cy="26387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75" y="2897783"/>
            <a:ext cx="3172268" cy="14670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195486"/>
            <a:ext cx="2306947" cy="46805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685" y="2008061"/>
            <a:ext cx="3504888" cy="136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18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64154" y="123478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Philosophy of PLS2 Algorithm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66A58-9F02-F32A-88AF-E418F874A882}"/>
              </a:ext>
            </a:extLst>
          </p:cNvPr>
          <p:cNvSpPr txBox="1"/>
          <p:nvPr/>
        </p:nvSpPr>
        <p:spPr>
          <a:xfrm>
            <a:off x="323528" y="627534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Clr>
                <a:srgbClr val="0000FF"/>
              </a:buClr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multiple regression, may 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predictors are 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correlated 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multicollinearity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or 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outnumber the observations,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PLS2 avoids overfitting by doing dimensionality reduction in 2 ways</a:t>
            </a:r>
          </a:p>
          <a:p>
            <a:pPr algn="just">
              <a:lnSpc>
                <a:spcPct val="200000"/>
              </a:lnSpc>
              <a:buClr>
                <a:srgbClr val="0000FF"/>
              </a:buClr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Variable Extraction: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It projects both the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matrices into a new, smaller space of "latent variables".</a:t>
            </a:r>
          </a:p>
          <a:p>
            <a:pPr algn="just">
              <a:lnSpc>
                <a:spcPct val="200000"/>
              </a:lnSpc>
              <a:buClr>
                <a:srgbClr val="0000FF"/>
              </a:buClr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Maximizing Covariance: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Instead of just finding components that explain the maximum variance in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(like PCA), it determines linear combinations of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have the maximum covariance with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832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64154" y="123478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</a:t>
            </a:r>
            <a:r>
              <a:rPr lang="en-US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Outer Relations</a:t>
            </a:r>
            <a:endParaRPr lang="en-IN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11560" y="771550"/>
                <a:ext cx="8012302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outer relations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are give below</a:t>
                </a: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 i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𝐓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𝐏</m:t>
                          </m:r>
                        </m:e>
                        <m:sup>
                          <m:r>
                            <a:rPr lang="en-US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𝐄</m:t>
                      </m:r>
                    </m:oMath>
                  </m:oMathPara>
                </a14:m>
                <a:endParaRPr lang="en-US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 xmlns:m="http://schemas.openxmlformats.org/officeDocument/2006/math">
                    <m:r>
                      <a:rPr lang="en-US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𝐘</m:t>
                    </m:r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𝐔</m:t>
                    </m:r>
                    <m:sSup>
                      <m:sSup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𝐐</m:t>
                        </m:r>
                      </m:e>
                      <m:sup>
                        <m:r>
                          <a:rPr lang="en-US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𝐅</m:t>
                    </m:r>
                  </m:oMath>
                </a14:m>
                <a:r>
                  <a:rPr lang="en-US" b="1" baseline="30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*</a:t>
                </a:r>
                <a:endParaRPr lang="en-US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Dimensions of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T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and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U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are (</a:t>
                </a:r>
                <a:r>
                  <a:rPr lang="en-US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nxa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) where ‘a’ is the number of factors/components/latent variables</a:t>
                </a:r>
              </a:p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Dimensions of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P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and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Q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are (p x a) and (k x a) respectively</a:t>
                </a:r>
              </a:p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Dimensions of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E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and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F*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 are (n x p) and (n x k) respectively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I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771550"/>
                <a:ext cx="8012302" cy="3970318"/>
              </a:xfrm>
              <a:prstGeom prst="rect">
                <a:avLst/>
              </a:prstGeom>
              <a:blipFill>
                <a:blip r:embed="rId3"/>
                <a:stretch>
                  <a:fillRect l="-456" r="-6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5BBF7C-1106-EBF0-4540-A82E964AD8EC}"/>
                  </a:ext>
                </a:extLst>
              </p14:cNvPr>
              <p14:cNvContentPartPr/>
              <p14:nvPr/>
            </p14:nvContentPartPr>
            <p14:xfrm>
              <a:off x="4493880" y="1047960"/>
              <a:ext cx="4082040" cy="1223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5BBF7C-1106-EBF0-4540-A82E964AD8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84520" y="1038600"/>
                <a:ext cx="4100760" cy="12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1126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64154" y="123478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Iterations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4114" y="699542"/>
                <a:ext cx="8568952" cy="4447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During the iterative part of this algorithm, the result from 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passed over for finding the value of 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vice versa</a:t>
                </a:r>
              </a:p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sz="160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outer relations 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are give below (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decomposed)</a:t>
                </a: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b="1" i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𝐓</m:t>
                      </m:r>
                      <m:sSup>
                        <m:sSupPr>
                          <m:ctrlPr>
                            <a:rPr 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𝐏</m:t>
                          </m:r>
                        </m:e>
                        <m:sup>
                          <m:r>
                            <a:rPr lang="en-US" sz="16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16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𝐄</m:t>
                      </m:r>
                    </m:oMath>
                  </m:oMathPara>
                </a14:m>
                <a:endParaRPr lang="en-US" sz="16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</m:t>
                      </m:r>
                      <m:r>
                        <a:rPr lang="en-US" sz="16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𝐔</m:t>
                      </m:r>
                      <m:sSup>
                        <m:sSupPr>
                          <m:ctrlPr>
                            <a:rPr lang="en-US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sz="16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1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sz="1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16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𝐅</m:t>
                          </m:r>
                        </m:e>
                        <m:sup>
                          <m:r>
                            <a:rPr lang="en-US" sz="16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16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sz="1600" b="1" dirty="0">
                    <a:solidFill>
                      <a:srgbClr val="FF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inner relation </a:t>
                </a:r>
                <a:r>
                  <a:rPr lang="en-US" sz="1600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between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involving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 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U 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given as follows</a:t>
                </a: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sz="1600" b="1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</a:t>
                </a:r>
                <a:r>
                  <a:rPr lang="en-US" sz="1600" b="1" dirty="0">
                    <a:solidFill>
                      <a:srgbClr val="FF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TB+H</a:t>
                </a: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sz="16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Thus, we relate </a:t>
                </a:r>
                <a:r>
                  <a:rPr lang="en-US" sz="1600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:r>
                  <a:rPr lang="en-US" sz="16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en-US" sz="1600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</a:t>
                </a:r>
              </a:p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 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 diagonal matrix of dimension (a x a) and </a:t>
                </a: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has dimensions of (n x a)</a:t>
                </a:r>
                <a:endParaRPr lang="en-IN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14" y="699542"/>
                <a:ext cx="8568952" cy="4447884"/>
              </a:xfrm>
              <a:prstGeom prst="rect">
                <a:avLst/>
              </a:prstGeom>
              <a:blipFill>
                <a:blip r:embed="rId3"/>
                <a:stretch>
                  <a:fillRect l="-427" r="-356" b="-9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4A3979-CD96-8D38-E361-8F2EFD11B14E}"/>
                  </a:ext>
                </a:extLst>
              </p14:cNvPr>
              <p14:cNvContentPartPr/>
              <p14:nvPr/>
            </p14:nvContentPartPr>
            <p14:xfrm>
              <a:off x="947160" y="1140120"/>
              <a:ext cx="8114040" cy="3273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4A3979-CD96-8D38-E361-8F2EFD11B1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7800" y="1130760"/>
                <a:ext cx="8132760" cy="329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689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11560" y="-9145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PLS2: Decomposing Y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3528" y="412653"/>
                <a:ext cx="8496944" cy="4662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n-US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𝐓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𝐏</m:t>
                          </m:r>
                        </m:e>
                        <m:sup>
                          <m:r>
                            <a:rPr lang="en-US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𝐄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𝐔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𝐅</m:t>
                          </m:r>
                        </m:e>
                        <m:sup>
                          <m:r>
                            <a:rPr lang="en-US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rgbClr val="FF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 = TB+H</a:t>
                </a: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Hence, from the above we end up with  the </a:t>
                </a:r>
                <a:r>
                  <a:rPr lang="en-US" dirty="0">
                    <a:solidFill>
                      <a:srgbClr val="66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mixed relation</a:t>
                </a: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rgbClr val="000000"/>
                    </a:solidFill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b="1" smtClean="0">
                        <a:solidFill>
                          <a:srgbClr val="66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𝐘</m:t>
                    </m:r>
                    <m:r>
                      <a:rPr lang="en-US">
                        <a:solidFill>
                          <a:srgbClr val="66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66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rgbClr val="FF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TB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rgbClr val="FF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+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rgbClr val="FF00F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b="1" i="1" smtClean="0">
                        <a:solidFill>
                          <a:srgbClr val="66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sSup>
                      <m:sSupPr>
                        <m:ctrlPr>
                          <a:rPr lang="en-US" b="1" i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𝐐</m:t>
                        </m:r>
                      </m:e>
                      <m:sup>
                        <m:r>
                          <a:rPr lang="en-US" b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b="1">
                        <a:solidFill>
                          <a:srgbClr val="66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𝐅</m:t>
                        </m:r>
                      </m:e>
                      <m:sup>
                        <m:r>
                          <a:rPr lang="en-US" b="1" i="0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66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(remember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diagonal matrix)</a:t>
                </a:r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dirty="0">
                          <a:solidFill>
                            <a:srgbClr val="66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TB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66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+ (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66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b="1" i="0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𝐐</m:t>
                      </m:r>
                      <m:r>
                        <a:rPr lang="en-US" b="1" i="0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′</m:t>
                      </m:r>
                      <m:r>
                        <a:rPr lang="en-US" b="1" i="1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b="1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𝐅</m:t>
                          </m:r>
                        </m:e>
                        <m:sup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6600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dirty="0">
                          <a:solidFill>
                            <a:srgbClr val="66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TB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b="1" i="1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b="1" i="0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𝐅</m:t>
                      </m:r>
                    </m:oMath>
                  </m:oMathPara>
                </a14:m>
                <a:endParaRPr lang="en-US" b="1" dirty="0">
                  <a:solidFill>
                    <a:srgbClr val="6600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Here, </a:t>
                </a:r>
                <a:r>
                  <a:rPr lang="en-US" b="1" dirty="0">
                    <a:solidFill>
                      <a:srgbClr val="66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refers to the residual matrix of the </a:t>
                </a:r>
                <a:r>
                  <a:rPr lang="en-US" dirty="0">
                    <a:solidFill>
                      <a:srgbClr val="66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mixed relation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while 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F*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refer to the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residuals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the outer relations </a:t>
                </a: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b="1" dirty="0">
                    <a:solidFill>
                      <a:srgbClr val="66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will be used during the iterations of the algorithm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12653"/>
                <a:ext cx="8496944" cy="4662815"/>
              </a:xfrm>
              <a:prstGeom prst="rect">
                <a:avLst/>
              </a:prstGeom>
              <a:blipFill>
                <a:blip r:embed="rId3"/>
                <a:stretch>
                  <a:fillRect l="-430" r="-646" b="-1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012160" y="555526"/>
            <a:ext cx="24482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 Relation</a:t>
            </a:r>
          </a:p>
          <a:p>
            <a:pPr algn="ctr"/>
            <a:endParaRPr lang="en-IN" b="1" dirty="0">
              <a:solidFill>
                <a:srgbClr val="F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F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b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 Relation</a:t>
            </a:r>
          </a:p>
          <a:p>
            <a:pPr algn="ctr"/>
            <a:endParaRPr lang="en-IN" b="1" dirty="0">
              <a:solidFill>
                <a:srgbClr val="F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F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66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66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66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66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b="1" dirty="0">
                <a:solidFill>
                  <a:srgbClr val="66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Mixed Relation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31BB92-D0E7-8258-12E8-D317B3850650}"/>
                  </a:ext>
                </a:extLst>
              </p14:cNvPr>
              <p14:cNvContentPartPr/>
              <p14:nvPr/>
            </p14:nvContentPartPr>
            <p14:xfrm>
              <a:off x="4362840" y="567000"/>
              <a:ext cx="1055160" cy="3199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31BB92-D0E7-8258-12E8-D317B38506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53480" y="557640"/>
                <a:ext cx="1073880" cy="321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6894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3568" y="18776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Summary of Relations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5536" y="735806"/>
                <a:ext cx="828092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n-US" sz="20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𝐓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𝐏</m:t>
                          </m:r>
                        </m:e>
                        <m:sup>
                          <m:r>
                            <a:rPr lang="en-US" sz="2000" b="1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𝐄</m:t>
                      </m:r>
                    </m:oMath>
                  </m:oMathPara>
                </a14:m>
                <a:endParaRPr lang="en-US" sz="20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sz="20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𝐔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sz="2000" b="1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𝐅</m:t>
                          </m:r>
                        </m:e>
                        <m:sup>
                          <m:r>
                            <a:rPr lang="en-US" sz="2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sz="2000" b="1" dirty="0">
                    <a:solidFill>
                      <a:srgbClr val="FF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 = TB+H</a:t>
                </a: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sz="2000" b="1" i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dirty="0">
                          <a:solidFill>
                            <a:srgbClr val="6600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TB</m:t>
                      </m:r>
                      <m:sSup>
                        <m:sSupPr>
                          <m:ctrlPr>
                            <a:rPr lang="en-US" sz="2000" b="0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 i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sz="2000" b="1" i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i="0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1" i="0" dirty="0" smtClean="0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𝐅</m:t>
                      </m:r>
                    </m:oMath>
                  </m:oMathPara>
                </a14:m>
                <a:endParaRPr lang="en-US" sz="2000" b="1" dirty="0">
                  <a:solidFill>
                    <a:srgbClr val="6600FF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Next the algorithm seeks to </a:t>
                </a:r>
                <a:r>
                  <a:rPr 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get estimates </a:t>
                </a: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:r>
                  <a:rPr 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T, P, U, Q </a:t>
                </a: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 </a:t>
                </a:r>
              </a:p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steps involved are discussed in the next slides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735806"/>
                <a:ext cx="8280920" cy="3785652"/>
              </a:xfrm>
              <a:prstGeom prst="rect">
                <a:avLst/>
              </a:prstGeom>
              <a:blipFill>
                <a:blip r:embed="rId3"/>
                <a:stretch>
                  <a:fillRect l="-6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084168" y="771550"/>
            <a:ext cx="2448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 Relation</a:t>
            </a:r>
          </a:p>
          <a:p>
            <a:pPr algn="ctr"/>
            <a:endParaRPr lang="en-IN" b="1" dirty="0">
              <a:solidFill>
                <a:srgbClr val="F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F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F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b="1" dirty="0">
              <a:solidFill>
                <a:srgbClr val="F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b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 Relation</a:t>
            </a:r>
          </a:p>
          <a:p>
            <a:pPr algn="ctr"/>
            <a:endParaRPr lang="en-IN" b="1" dirty="0">
              <a:solidFill>
                <a:srgbClr val="66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b="1" dirty="0">
                <a:solidFill>
                  <a:srgbClr val="66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Mixed Relation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F43D5B-BA0B-DD6A-A933-9144097A73D7}"/>
                  </a:ext>
                </a:extLst>
              </p14:cNvPr>
              <p14:cNvContentPartPr/>
              <p14:nvPr/>
            </p14:nvContentPartPr>
            <p14:xfrm>
              <a:off x="5661720" y="3011400"/>
              <a:ext cx="3300840" cy="118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F43D5B-BA0B-DD6A-A933-9144097A73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2360" y="3002040"/>
                <a:ext cx="3319560" cy="12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4200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539552" y="50791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1520" y="466289"/>
                <a:ext cx="8712968" cy="4673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 i="0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𝐓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𝐏</m:t>
                          </m:r>
                        </m:e>
                        <m:sup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𝐄</m:t>
                      </m:r>
                    </m:oMath>
                  </m:oMathPara>
                </a14:m>
                <a:endParaRPr lang="en-US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𝐔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𝐅</m:t>
                          </m:r>
                        </m:e>
                        <m:sup>
                          <m:r>
                            <a:rPr lang="en-US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 = TB+H</a:t>
                </a: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TB</m:t>
                      </m:r>
                      <m:sSup>
                        <m:sSupPr>
                          <m:ctrlPr>
                            <a:rPr 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𝐅</m:t>
                      </m:r>
                    </m:oMath>
                  </m:oMathPara>
                </a14:m>
                <a:endParaRPr lang="en-US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Seek estimates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W, T, P, U, Q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 </a:t>
                </a: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Begin with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baseline="-25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baseline="-25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represent the mean-centered and scaled (standardized) data matrices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respectively  </a:t>
                </a: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baseline="-25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𝐗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baseline="-25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𝐘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(tilde represents standardized – not compulsory)</a:t>
                </a: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every component/factor/latent variable </a:t>
                </a:r>
                <a:r>
                  <a:rPr lang="en-US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where 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(h= iteration counter)</a:t>
                </a: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 =1, 2, …, ‘a’, </a:t>
                </a: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following steps are adopted and iterated upon</a:t>
                </a:r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66289"/>
                <a:ext cx="8712968" cy="4673139"/>
              </a:xfrm>
              <a:prstGeom prst="rect">
                <a:avLst/>
              </a:prstGeom>
              <a:blipFill>
                <a:blip r:embed="rId3"/>
                <a:stretch>
                  <a:fillRect l="-420" r="-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44FD49-A26A-6AE7-32BC-515C866BF873}"/>
                  </a:ext>
                </a:extLst>
              </p14:cNvPr>
              <p14:cNvContentPartPr/>
              <p14:nvPr/>
            </p14:nvContentPartPr>
            <p14:xfrm>
              <a:off x="1780200" y="2565360"/>
              <a:ext cx="7306920" cy="129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44FD49-A26A-6AE7-32BC-515C866BF8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70840" y="2556000"/>
                <a:ext cx="7325640" cy="13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6170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3568" y="18776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Steps (0-2)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563638"/>
            <a:ext cx="7848872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Notice that </a:t>
            </a:r>
            <a:r>
              <a:rPr lang="en-US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associated with Y and </a:t>
            </a:r>
            <a:r>
              <a:rPr lang="en-US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associated with X </a:t>
            </a:r>
          </a:p>
          <a:p>
            <a:pPr marL="285750" indent="-28575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0: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the first column of the matrix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h-1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starting value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20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2000" b="1" baseline="-25000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  <a:p>
            <a:pPr algn="ctr">
              <a:lnSpc>
                <a:spcPct val="150000"/>
              </a:lnSpc>
              <a:buClr>
                <a:srgbClr val="0000FF"/>
              </a:buClr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may try choosing any column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say, the first or one which has highest variance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07504" y="465836"/>
                <a:ext cx="6120680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𝐓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𝐏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𝐄</m:t>
                      </m:r>
                      <m:r>
                        <a:rPr lang="en-US" sz="20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         </m:t>
                      </m:r>
                      <m:r>
                        <a:rPr lang="en-US" sz="2000" b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𝐔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𝐅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             </m:t>
                      </m:r>
                      <m:r>
                        <a:rPr lang="en-US" sz="2000" b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sz="2000" b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TB</m:t>
                      </m:r>
                      <m:sSup>
                        <m:sSupPr>
                          <m:ctrlPr>
                            <a:rPr lang="en-US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𝐅</m:t>
                      </m:r>
                    </m:oMath>
                  </m:oMathPara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65836"/>
                <a:ext cx="612068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216" y="483111"/>
            <a:ext cx="2095792" cy="5048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384A1FF-3B07-C168-F073-8A5DA22EBB46}"/>
                  </a:ext>
                </a:extLst>
              </p14:cNvPr>
              <p14:cNvContentPartPr/>
              <p14:nvPr/>
            </p14:nvContentPartPr>
            <p14:xfrm>
              <a:off x="2799489" y="888243"/>
              <a:ext cx="15120" cy="5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384A1FF-3B07-C168-F073-8A5DA22EBB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93369" y="882123"/>
                <a:ext cx="27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5C46479-6A07-727D-EDC6-A5AD55354224}"/>
                  </a:ext>
                </a:extLst>
              </p14:cNvPr>
              <p14:cNvContentPartPr/>
              <p14:nvPr/>
            </p14:nvContentPartPr>
            <p14:xfrm>
              <a:off x="2294769" y="92676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5C46479-6A07-727D-EDC6-A5AD553542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88649" y="92064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83C9AB0-37A5-3AEB-EE6F-458D3668AA0A}"/>
                  </a:ext>
                </a:extLst>
              </p14:cNvPr>
              <p14:cNvContentPartPr/>
              <p14:nvPr/>
            </p14:nvContentPartPr>
            <p14:xfrm>
              <a:off x="577209" y="1235643"/>
              <a:ext cx="224640" cy="177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83C9AB0-37A5-3AEB-EE6F-458D3668AA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1089" y="1229523"/>
                <a:ext cx="23688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38E82C9-0660-2FA8-7557-D05498B27853}"/>
                  </a:ext>
                </a:extLst>
              </p14:cNvPr>
              <p14:cNvContentPartPr/>
              <p14:nvPr/>
            </p14:nvContentPartPr>
            <p14:xfrm>
              <a:off x="380649" y="842163"/>
              <a:ext cx="41760" cy="19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38E82C9-0660-2FA8-7557-D05498B2785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4529" y="836043"/>
                <a:ext cx="54000" cy="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CAD2A985-8C5B-B9C8-A171-BFC158E08612}"/>
              </a:ext>
            </a:extLst>
          </p:cNvPr>
          <p:cNvGrpSpPr/>
          <p:nvPr/>
        </p:nvGrpSpPr>
        <p:grpSpPr>
          <a:xfrm>
            <a:off x="634089" y="618603"/>
            <a:ext cx="793800" cy="766080"/>
            <a:chOff x="634089" y="618603"/>
            <a:chExt cx="793800" cy="76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67AE9D6-03CB-5249-C6EB-570D169B125E}"/>
                    </a:ext>
                  </a:extLst>
                </p14:cNvPr>
                <p14:cNvContentPartPr/>
                <p14:nvPr/>
              </p14:nvContentPartPr>
              <p14:xfrm>
                <a:off x="1265529" y="1161843"/>
                <a:ext cx="162360" cy="192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67AE9D6-03CB-5249-C6EB-570D169B125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59409" y="1155723"/>
                  <a:ext cx="1746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718C85-C31B-C483-3DEA-13E141BE2722}"/>
                    </a:ext>
                  </a:extLst>
                </p14:cNvPr>
                <p14:cNvContentPartPr/>
                <p14:nvPr/>
              </p14:nvContentPartPr>
              <p14:xfrm>
                <a:off x="924249" y="1233843"/>
                <a:ext cx="174240" cy="3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718C85-C31B-C483-3DEA-13E141BE27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8129" y="1227723"/>
                  <a:ext cx="186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DD41E02-E0FF-28DD-9F5B-DDEFF72128CB}"/>
                    </a:ext>
                  </a:extLst>
                </p14:cNvPr>
                <p14:cNvContentPartPr/>
                <p14:nvPr/>
              </p14:nvContentPartPr>
              <p14:xfrm>
                <a:off x="1057809" y="1200723"/>
                <a:ext cx="113400" cy="18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DD41E02-E0FF-28DD-9F5B-DDEFF72128C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51689" y="1194603"/>
                  <a:ext cx="1256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9A881E4-7B82-7466-B7F2-1AC319B813F6}"/>
                    </a:ext>
                  </a:extLst>
                </p14:cNvPr>
                <p14:cNvContentPartPr/>
                <p14:nvPr/>
              </p14:nvContentPartPr>
              <p14:xfrm>
                <a:off x="1011009" y="870243"/>
                <a:ext cx="1728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9A881E4-7B82-7466-B7F2-1AC319B813F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4889" y="864123"/>
                  <a:ext cx="29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524CC6-30B0-3038-B0BB-6F90E9C44B12}"/>
                    </a:ext>
                  </a:extLst>
                </p14:cNvPr>
                <p14:cNvContentPartPr/>
                <p14:nvPr/>
              </p14:nvContentPartPr>
              <p14:xfrm>
                <a:off x="734169" y="894003"/>
                <a:ext cx="264240" cy="280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524CC6-30B0-3038-B0BB-6F90E9C44B1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28049" y="887883"/>
                  <a:ext cx="2764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5174CA-DB1E-FD46-17E9-29E4054E9551}"/>
                    </a:ext>
                  </a:extLst>
                </p14:cNvPr>
                <p14:cNvContentPartPr/>
                <p14:nvPr/>
              </p14:nvContentPartPr>
              <p14:xfrm>
                <a:off x="693849" y="1074723"/>
                <a:ext cx="120960" cy="119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5174CA-DB1E-FD46-17E9-29E4054E955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7729" y="1068603"/>
                  <a:ext cx="133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1FAD247-01EF-5BA3-1E28-363C22C8E9E3}"/>
                    </a:ext>
                  </a:extLst>
                </p14:cNvPr>
                <p14:cNvContentPartPr/>
                <p14:nvPr/>
              </p14:nvContentPartPr>
              <p14:xfrm>
                <a:off x="634089" y="761883"/>
                <a:ext cx="123480" cy="293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1FAD247-01EF-5BA3-1E28-363C22C8E9E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7969" y="755763"/>
                  <a:ext cx="1357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E838A2-A3F9-93F4-EBC7-4D2C6B5F9D49}"/>
                    </a:ext>
                  </a:extLst>
                </p14:cNvPr>
                <p14:cNvContentPartPr/>
                <p14:nvPr/>
              </p14:nvContentPartPr>
              <p14:xfrm>
                <a:off x="703209" y="680523"/>
                <a:ext cx="123120" cy="124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E838A2-A3F9-93F4-EBC7-4D2C6B5F9D4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7089" y="674403"/>
                  <a:ext cx="135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9C1F409-E17A-C946-352D-D0FAE87FAE85}"/>
                    </a:ext>
                  </a:extLst>
                </p14:cNvPr>
                <p14:cNvContentPartPr/>
                <p14:nvPr/>
              </p14:nvContentPartPr>
              <p14:xfrm>
                <a:off x="734889" y="618603"/>
                <a:ext cx="103680" cy="194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9C1F409-E17A-C946-352D-D0FAE87FAE8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8769" y="612483"/>
                  <a:ext cx="11592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40059AA-D1FC-167E-51B8-99F309C0F820}"/>
                  </a:ext>
                </a:extLst>
              </p14:cNvPr>
              <p14:cNvContentPartPr/>
              <p14:nvPr/>
            </p14:nvContentPartPr>
            <p14:xfrm>
              <a:off x="701409" y="1412043"/>
              <a:ext cx="26280" cy="237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40059AA-D1FC-167E-51B8-99F309C0F82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95289" y="1405923"/>
                <a:ext cx="38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79F1988-6338-B511-3D99-D47736BF0A62}"/>
                  </a:ext>
                </a:extLst>
              </p14:cNvPr>
              <p14:cNvContentPartPr/>
              <p14:nvPr/>
            </p14:nvContentPartPr>
            <p14:xfrm>
              <a:off x="2795889" y="903723"/>
              <a:ext cx="18360" cy="234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79F1988-6338-B511-3D99-D47736BF0A6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789769" y="897603"/>
                <a:ext cx="306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B17538C-95FF-84C6-C0E5-118A1FF4F8EB}"/>
                  </a:ext>
                </a:extLst>
              </p14:cNvPr>
              <p14:cNvContentPartPr/>
              <p14:nvPr/>
            </p14:nvContentPartPr>
            <p14:xfrm>
              <a:off x="591969" y="1506363"/>
              <a:ext cx="26640" cy="12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B17538C-95FF-84C6-C0E5-118A1FF4F8E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5849" y="1500243"/>
                <a:ext cx="388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2E21D1D-191C-B76A-FD78-56E97795110D}"/>
                  </a:ext>
                </a:extLst>
              </p14:cNvPr>
              <p14:cNvContentPartPr/>
              <p14:nvPr/>
            </p14:nvContentPartPr>
            <p14:xfrm>
              <a:off x="1355529" y="1419963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2E21D1D-191C-B76A-FD78-56E9779511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49409" y="141384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BD4BD81-8C97-026F-F4BF-823638736139}"/>
                  </a:ext>
                </a:extLst>
              </p14:cNvPr>
              <p14:cNvContentPartPr/>
              <p14:nvPr/>
            </p14:nvContentPartPr>
            <p14:xfrm>
              <a:off x="2843049" y="909123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BD4BD81-8C97-026F-F4BF-8236387361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36929" y="90300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22952D3-B46F-16C5-CD02-74A90B9109B9}"/>
                  </a:ext>
                </a:extLst>
              </p14:cNvPr>
              <p14:cNvContentPartPr/>
              <p14:nvPr/>
            </p14:nvContentPartPr>
            <p14:xfrm>
              <a:off x="6281280" y="2442960"/>
              <a:ext cx="1150920" cy="572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22952D3-B46F-16C5-CD02-74A90B9109B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271920" y="2433600"/>
                <a:ext cx="116964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69FA67C1-74C6-92E8-CC80-B8BEE24EA7C9}"/>
                  </a:ext>
                </a:extLst>
              </p14:cNvPr>
              <p14:cNvContentPartPr/>
              <p14:nvPr/>
            </p14:nvContentPartPr>
            <p14:xfrm>
              <a:off x="2750040" y="913680"/>
              <a:ext cx="5552280" cy="31377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69FA67C1-74C6-92E8-CC80-B8BEE24EA7C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740680" y="904320"/>
                <a:ext cx="5571000" cy="315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7068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3568" y="18776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Steps (0-2)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5536" y="1032577"/>
                <a:ext cx="8496944" cy="390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1: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Perform the following regression using </a:t>
                </a:r>
                <a:r>
                  <a:rPr lang="en-US" dirty="0">
                    <a:solidFill>
                      <a:srgbClr val="66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score vectors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find X weights </a:t>
                </a:r>
                <a:r>
                  <a:rPr lang="en-US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 b="0" i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𝐮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</m:sSub>
                    <m:sSubSup>
                      <m:sSub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dirty="0">
                    <a:solidFill>
                      <a:srgbClr val="FF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variation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mapped to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score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yielding the least squares solution</a:t>
                </a: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𝐮</m:t>
                                  </m:r>
                                  <m: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  <m: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2: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Normalize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shown below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(Why normalize?  Assignment 2 Part 1)</a:t>
                </a: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𝐡</m:t>
                              </m:r>
                            </m:sub>
                            <m:sup>
                              <m:r>
                                <a:rPr lang="en-US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032577"/>
                <a:ext cx="8496944" cy="3906582"/>
              </a:xfrm>
              <a:prstGeom prst="rect">
                <a:avLst/>
              </a:prstGeom>
              <a:blipFill>
                <a:blip r:embed="rId3"/>
                <a:stretch>
                  <a:fillRect l="-646" r="-5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07504" y="465836"/>
                <a:ext cx="6120680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𝐓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𝐏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𝐄</m:t>
                      </m:r>
                      <m:r>
                        <a:rPr lang="en-US" sz="20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         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𝐔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𝐅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             </m:t>
                      </m:r>
                      <m:r>
                        <a:rPr lang="en-US" sz="2000" b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sz="2000" b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TB</m:t>
                      </m:r>
                      <m:sSup>
                        <m:sSupPr>
                          <m:ctrlPr>
                            <a:rPr lang="en-US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𝐅</m:t>
                      </m:r>
                    </m:oMath>
                  </m:oMathPara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65836"/>
                <a:ext cx="612068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216" y="483111"/>
            <a:ext cx="2095792" cy="50489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4B89D18-BE13-1575-4B46-B293A2EDE5D8}"/>
              </a:ext>
            </a:extLst>
          </p:cNvPr>
          <p:cNvGrpSpPr/>
          <p:nvPr/>
        </p:nvGrpSpPr>
        <p:grpSpPr>
          <a:xfrm>
            <a:off x="3898209" y="1546683"/>
            <a:ext cx="585720" cy="421200"/>
            <a:chOff x="3898209" y="1546683"/>
            <a:chExt cx="58572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B5E582-ED61-6134-1F3C-F9C17C5078A4}"/>
                    </a:ext>
                  </a:extLst>
                </p14:cNvPr>
                <p14:cNvContentPartPr/>
                <p14:nvPr/>
              </p14:nvContentPartPr>
              <p14:xfrm>
                <a:off x="3898209" y="1764483"/>
                <a:ext cx="206280" cy="203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B5E582-ED61-6134-1F3C-F9C17C5078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92089" y="1758363"/>
                  <a:ext cx="2185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7451E9-9363-0718-CA4F-FD018000BC20}"/>
                    </a:ext>
                  </a:extLst>
                </p14:cNvPr>
                <p14:cNvContentPartPr/>
                <p14:nvPr/>
              </p14:nvContentPartPr>
              <p14:xfrm>
                <a:off x="4037529" y="1711563"/>
                <a:ext cx="99360" cy="121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7451E9-9363-0718-CA4F-FD018000BC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31409" y="1705443"/>
                  <a:ext cx="111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DBDAA5-980C-FE10-2F80-B21682DD3D13}"/>
                    </a:ext>
                  </a:extLst>
                </p14:cNvPr>
                <p14:cNvContentPartPr/>
                <p14:nvPr/>
              </p14:nvContentPartPr>
              <p14:xfrm>
                <a:off x="4267569" y="1589163"/>
                <a:ext cx="216360" cy="151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FDBDAA5-980C-FE10-2F80-B21682DD3D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61449" y="1583043"/>
                  <a:ext cx="2286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AD42ED-B0DE-1A8F-4C02-81C42C959591}"/>
                    </a:ext>
                  </a:extLst>
                </p14:cNvPr>
                <p14:cNvContentPartPr/>
                <p14:nvPr/>
              </p14:nvContentPartPr>
              <p14:xfrm>
                <a:off x="4326969" y="1546683"/>
                <a:ext cx="100800" cy="231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AD42ED-B0DE-1A8F-4C02-81C42C9595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20849" y="1540563"/>
                  <a:ext cx="11304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6FE7534-D15D-2CE0-6AF2-42F487EB0B8A}"/>
                  </a:ext>
                </a:extLst>
              </p14:cNvPr>
              <p14:cNvContentPartPr/>
              <p14:nvPr/>
            </p14:nvContentPartPr>
            <p14:xfrm>
              <a:off x="344520" y="330840"/>
              <a:ext cx="8772840" cy="4803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6FE7534-D15D-2CE0-6AF2-42F487EB0B8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5160" y="321480"/>
                <a:ext cx="8791560" cy="482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4675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C577-D715-E476-7710-8F6AF6C2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A4C52218-6A83-8DBE-4407-1C62B2934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18776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Steps (0-2)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B7E655-0AE2-6DAF-E255-FA9470596E91}"/>
                  </a:ext>
                </a:extLst>
              </p:cNvPr>
              <p:cNvSpPr txBox="1"/>
              <p:nvPr/>
            </p:nvSpPr>
            <p:spPr>
              <a:xfrm>
                <a:off x="395536" y="1032577"/>
                <a:ext cx="8496944" cy="3906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1: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Perform the following regression using </a:t>
                </a:r>
                <a:r>
                  <a:rPr lang="en-US" dirty="0">
                    <a:solidFill>
                      <a:srgbClr val="66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score vectors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find X weights </a:t>
                </a:r>
                <a:r>
                  <a:rPr lang="en-US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 b="0" i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𝐮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</m:sSub>
                    <m:sSubSup>
                      <m:sSub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dirty="0">
                    <a:solidFill>
                      <a:srgbClr val="FF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variation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mapped to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score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yielding the least squares solution</a:t>
                </a: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𝐮</m:t>
                                  </m:r>
                                  <m: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  <m: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2: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Normalize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shown below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(Why normalize?  Assignment 2 Part 1)</a:t>
                </a: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𝐡</m:t>
                              </m:r>
                            </m:sub>
                            <m:sup>
                              <m:r>
                                <a:rPr lang="en-US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032577"/>
                <a:ext cx="8496944" cy="3906582"/>
              </a:xfrm>
              <a:prstGeom prst="rect">
                <a:avLst/>
              </a:prstGeom>
              <a:blipFill>
                <a:blip r:embed="rId3"/>
                <a:stretch>
                  <a:fillRect l="-646" r="-5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28F8349-93D1-4B5F-2657-9D161202FA50}"/>
                  </a:ext>
                </a:extLst>
              </p:cNvPr>
              <p:cNvSpPr/>
              <p:nvPr/>
            </p:nvSpPr>
            <p:spPr>
              <a:xfrm>
                <a:off x="107504" y="465836"/>
                <a:ext cx="6120680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1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𝐓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𝐏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𝐄</m:t>
                      </m:r>
                      <m:r>
                        <a:rPr lang="en-US" sz="20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         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𝐔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𝐅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  <m:r>
                        <a:rPr lang="en-US" sz="20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             </m:t>
                      </m:r>
                      <m:r>
                        <a:rPr lang="en-US" sz="2000" b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sz="2000" b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TB</m:t>
                      </m:r>
                      <m:sSup>
                        <m:sSupPr>
                          <m:ctrlPr>
                            <a:rPr lang="en-US" sz="20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sz="2000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sz="20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𝐅</m:t>
                      </m:r>
                    </m:oMath>
                  </m:oMathPara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65836"/>
                <a:ext cx="612068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9146763-EE99-90A7-6157-B73A5ED83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216" y="483111"/>
            <a:ext cx="2095792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43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3568" y="18776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Using U to find W: Justification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300192" y="1419622"/>
                <a:ext cx="2736304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</m:e>
                        <m:sub>
                          <m:r>
                            <a:rPr lang="en-US" sz="2000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sSubSup>
                        <m:sSubSup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192" y="1419622"/>
                <a:ext cx="2736304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96483" y="2931790"/>
                <a:ext cx="2575770" cy="3813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𝐮</m:t>
                                  </m:r>
                                  <m: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  <m: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483" y="2931790"/>
                <a:ext cx="2575770" cy="381386"/>
              </a:xfrm>
              <a:prstGeom prst="rect">
                <a:avLst/>
              </a:prstGeom>
              <a:blipFill>
                <a:blip r:embed="rId4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566950" y="962849"/>
                <a:ext cx="33234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𝐗</m:t>
                      </m:r>
                      <m:r>
                        <a:rPr lang="en-US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𝐓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𝐏</m:t>
                          </m:r>
                        </m:e>
                        <m:sup>
                          <m:r>
                            <a:rPr lang="en-US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𝐄</m:t>
                      </m:r>
                      <m:r>
                        <a:rPr lang="en-US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          </m:t>
                      </m:r>
                      <m:r>
                        <a:rPr lang="en-US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𝐘</m:t>
                      </m:r>
                      <m:r>
                        <a:rPr lang="en-US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𝐔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𝐐</m:t>
                          </m:r>
                        </m:e>
                        <m:sup>
                          <m:r>
                            <a:rPr lang="en-US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𝐅</m:t>
                          </m:r>
                        </m:e>
                        <m:sup>
                          <m:r>
                            <a:rPr lang="en-US" b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950" y="962849"/>
                <a:ext cx="3323474" cy="369332"/>
              </a:xfrm>
              <a:prstGeom prst="rect">
                <a:avLst/>
              </a:prstGeom>
              <a:blipFill>
                <a:blip r:embed="rId5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0" y="1419622"/>
            <a:ext cx="6457374" cy="2404815"/>
            <a:chOff x="0" y="1419622"/>
            <a:chExt cx="6457374" cy="240481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1419622"/>
              <a:ext cx="6457374" cy="2404815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/>
                <p14:cNvContentPartPr/>
                <p14:nvPr/>
              </p14:nvContentPartPr>
              <p14:xfrm>
                <a:off x="623880" y="3067200"/>
                <a:ext cx="4391280" cy="167040"/>
              </p14:xfrm>
            </p:contentPart>
          </mc:Choice>
          <mc:Fallback xmlns="">
            <p:pic>
              <p:nvPicPr>
                <p:cNvPr id="4" name="Ink 3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8040" y="3003480"/>
                  <a:ext cx="4422960" cy="29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49B63E-564E-CA91-DD01-36778EF125FD}"/>
                  </a:ext>
                </a:extLst>
              </p14:cNvPr>
              <p14:cNvContentPartPr/>
              <p14:nvPr/>
            </p14:nvContentPartPr>
            <p14:xfrm>
              <a:off x="542520" y="418320"/>
              <a:ext cx="8497080" cy="4285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49B63E-564E-CA91-DD01-36778EF125F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3160" y="408960"/>
                <a:ext cx="8515800" cy="430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E766BBD-194F-2DB5-8B31-E98E9D54981D}"/>
              </a:ext>
            </a:extLst>
          </p:cNvPr>
          <p:cNvGrpSpPr/>
          <p:nvPr/>
        </p:nvGrpSpPr>
        <p:grpSpPr>
          <a:xfrm>
            <a:off x="2452560" y="755403"/>
            <a:ext cx="1612800" cy="328680"/>
            <a:chOff x="2452560" y="755403"/>
            <a:chExt cx="161280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193964D-439A-D1CA-7D1B-C09184E41BD5}"/>
                    </a:ext>
                  </a:extLst>
                </p14:cNvPr>
                <p14:cNvContentPartPr/>
                <p14:nvPr/>
              </p14:nvContentPartPr>
              <p14:xfrm>
                <a:off x="2452560" y="755403"/>
                <a:ext cx="1509120" cy="328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193964D-439A-D1CA-7D1B-C09184E41BD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48240" y="751083"/>
                  <a:ext cx="15177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2A12B3-CE91-8EE7-A1AA-9413EEF66EBA}"/>
                    </a:ext>
                  </a:extLst>
                </p14:cNvPr>
                <p14:cNvContentPartPr/>
                <p14:nvPr/>
              </p14:nvContentPartPr>
              <p14:xfrm>
                <a:off x="3882840" y="981123"/>
                <a:ext cx="182520" cy="97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2A12B3-CE91-8EE7-A1AA-9413EEF66EB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78520" y="976803"/>
                  <a:ext cx="19116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613F8D0-A50C-9C29-DEF4-60C13E81FD51}"/>
              </a:ext>
            </a:extLst>
          </p:cNvPr>
          <p:cNvGrpSpPr/>
          <p:nvPr/>
        </p:nvGrpSpPr>
        <p:grpSpPr>
          <a:xfrm>
            <a:off x="2146560" y="1215123"/>
            <a:ext cx="1945800" cy="248760"/>
            <a:chOff x="2146560" y="1215123"/>
            <a:chExt cx="1945800" cy="2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7DBC404-59D9-D0BE-EA34-C26A774250BA}"/>
                    </a:ext>
                  </a:extLst>
                </p14:cNvPr>
                <p14:cNvContentPartPr/>
                <p14:nvPr/>
              </p14:nvContentPartPr>
              <p14:xfrm>
                <a:off x="4078320" y="1284243"/>
                <a:ext cx="11160" cy="262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7DBC404-59D9-D0BE-EA34-C26A774250B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72200" y="1278123"/>
                  <a:ext cx="23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13D2DE9-2A71-DC56-8C4A-8CF4731C9219}"/>
                    </a:ext>
                  </a:extLst>
                </p14:cNvPr>
                <p14:cNvContentPartPr/>
                <p14:nvPr/>
              </p14:nvContentPartPr>
              <p14:xfrm>
                <a:off x="4074000" y="1311603"/>
                <a:ext cx="6120" cy="19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13D2DE9-2A71-DC56-8C4A-8CF4731C921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67880" y="1305483"/>
                  <a:ext cx="18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ED63D3A-BFC1-D7C6-7569-29DBAAB81C28}"/>
                    </a:ext>
                  </a:extLst>
                </p14:cNvPr>
                <p14:cNvContentPartPr/>
                <p14:nvPr/>
              </p14:nvContentPartPr>
              <p14:xfrm>
                <a:off x="2229000" y="1228443"/>
                <a:ext cx="1863360" cy="235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ED63D3A-BFC1-D7C6-7569-29DBAAB81C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22880" y="1222323"/>
                  <a:ext cx="18756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6A8CEE-9336-F864-A2F4-52C22838BDD2}"/>
                    </a:ext>
                  </a:extLst>
                </p14:cNvPr>
                <p14:cNvContentPartPr/>
                <p14:nvPr/>
              </p14:nvContentPartPr>
              <p14:xfrm>
                <a:off x="2146560" y="1215123"/>
                <a:ext cx="223560" cy="118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6A8CEE-9336-F864-A2F4-52C22838BDD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40440" y="1209003"/>
                  <a:ext cx="235800" cy="13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53063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3568" y="18776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Explanation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699792" y="3003798"/>
                <a:ext cx="3024336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</m:e>
                        <m:sub>
                          <m:r>
                            <a:rPr lang="en-US" sz="2000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sSubSup>
                        <m:sSubSup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003798"/>
                <a:ext cx="302433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07504" y="483518"/>
            <a:ext cx="85689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Imagine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contains hundreds of process variables and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contains several quality measurements.</a:t>
            </a:r>
          </a:p>
          <a:p>
            <a:pPr marL="285750" indent="-28575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removing the first latent factor, there is still residual unexplained variation in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of that variation is related to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some is just noise or irrelevant process variation.</a:t>
            </a:r>
          </a:p>
          <a:p>
            <a:pPr marL="285750" indent="-28575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relating the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residuals to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(the Y Score vector: Summary Sheet for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PLS focuses only on the part of the remaining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variation that still helps explain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  <a:p>
            <a:pPr algn="just">
              <a:lnSpc>
                <a:spcPct val="150000"/>
              </a:lnSpc>
              <a:buClr>
                <a:srgbClr val="0000FF"/>
              </a:buClr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what gives PLS its </a:t>
            </a:r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predictive power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residual matrix is related to the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score vector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PLS extracts new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directions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on their ability to explain the remaining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structure, not merely on their ability to explain remaining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variance.</a:t>
            </a: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459BEA-90D7-F452-5887-EB1DB454C71D}"/>
                  </a:ext>
                </a:extLst>
              </p14:cNvPr>
              <p14:cNvContentPartPr/>
              <p14:nvPr/>
            </p14:nvContentPartPr>
            <p14:xfrm>
              <a:off x="2161440" y="1350000"/>
              <a:ext cx="6197400" cy="3182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459BEA-90D7-F452-5887-EB1DB454C7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2080" y="1340640"/>
                <a:ext cx="6216120" cy="320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9659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1" y="699542"/>
            <a:ext cx="7421011" cy="3801005"/>
          </a:xfrm>
          <a:prstGeom prst="rect">
            <a:avLst/>
          </a:prstGeom>
        </p:spPr>
      </p:pic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683568" y="18776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Explanation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555776" y="1995686"/>
                <a:ext cx="3024336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</m:e>
                        <m:sub>
                          <m:r>
                            <a:rPr lang="en-US" sz="2000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sSubSup>
                        <m:sSubSup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1995686"/>
                <a:ext cx="302433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290520" y="2976480"/>
              <a:ext cx="4262760" cy="153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4680" y="2913120"/>
                <a:ext cx="4294440" cy="27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0843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431540" y="0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Find X Scores &amp; Y Loadings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/>
              <p:nvPr/>
            </p:nvSpPr>
            <p:spPr>
              <a:xfrm>
                <a:off x="459058" y="313565"/>
                <a:ext cx="7848872" cy="1201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Now perform the regression 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find X scores vector </a:t>
                </a:r>
                <a:r>
                  <a:rPr lang="en-US" b="1" dirty="0" err="1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aseline="-25000" dirty="0" err="1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en-US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58" y="313565"/>
                <a:ext cx="7848872" cy="1201226"/>
              </a:xfrm>
              <a:prstGeom prst="rect">
                <a:avLst/>
              </a:prstGeom>
              <a:blipFill>
                <a:blip r:embed="rId3"/>
                <a:stretch>
                  <a:fillRect l="-6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295023" y="1500986"/>
                <a:ext cx="21769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′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023" y="1500986"/>
                <a:ext cx="21769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131840" y="2094199"/>
                <a:ext cx="2695290" cy="382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094199"/>
                <a:ext cx="2695290" cy="382349"/>
              </a:xfrm>
              <a:prstGeom prst="rect">
                <a:avLst/>
              </a:prstGeom>
              <a:blipFill>
                <a:blip r:embed="rId5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/>
              <p:nvPr/>
            </p:nvSpPr>
            <p:spPr>
              <a:xfrm>
                <a:off x="611560" y="2490177"/>
                <a:ext cx="8361414" cy="1201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4: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Then perform the regression to find the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loadings (q vectors) as given by  (using X scores)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  <m:sup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</m:e>
                      <m:sub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𝟑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490177"/>
                <a:ext cx="8361414" cy="1201226"/>
              </a:xfrm>
              <a:prstGeom prst="rect">
                <a:avLst/>
              </a:prstGeom>
              <a:blipFill>
                <a:blip r:embed="rId6"/>
                <a:stretch>
                  <a:fillRect l="-583" r="-5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931265" y="3894661"/>
                <a:ext cx="4773999" cy="382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sSup>
                      <m:s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 smtClean="0">
                                <a:solidFill>
                                  <a:srgbClr val="66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𝐭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rgbClr val="66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𝐭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sSub>
                      <m:sSubPr>
                        <m:ctrlPr>
                          <a:rPr lang="en-US" b="1" i="1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a:rPr lang="en-US" b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</m:sSub>
                    <m:r>
                      <a:rPr lang="en-US" b="1" i="1">
                        <a:solidFill>
                          <a:srgbClr val="66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IN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after normalizing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265" y="3894661"/>
                <a:ext cx="4773999" cy="382349"/>
              </a:xfrm>
              <a:prstGeom prst="rect">
                <a:avLst/>
              </a:prstGeom>
              <a:blipFill>
                <a:blip r:embed="rId7"/>
                <a:stretch>
                  <a:fillRect t="-7937" b="-2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1540" y="4488275"/>
                <a:ext cx="8433422" cy="571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5: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𝐪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𝐡</m:t>
                            </m:r>
                          </m:sub>
                          <m:sup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40" y="4488275"/>
                <a:ext cx="8433422" cy="571054"/>
              </a:xfrm>
              <a:prstGeom prst="rect">
                <a:avLst/>
              </a:prstGeom>
              <a:blipFill>
                <a:blip r:embed="rId8"/>
                <a:stretch>
                  <a:fillRect l="-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5736" y="588926"/>
            <a:ext cx="1206784" cy="1196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112803" y="3243311"/>
                <a:ext cx="20311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</m:e>
                        <m:sub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803" y="3243311"/>
                <a:ext cx="2031197" cy="369332"/>
              </a:xfrm>
              <a:prstGeom prst="rect">
                <a:avLst/>
              </a:prstGeom>
              <a:blipFill>
                <a:blip r:embed="rId1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0338B2-F57B-0783-DB5C-BB9C0C4ED91B}"/>
                  </a:ext>
                </a:extLst>
              </p14:cNvPr>
              <p14:cNvContentPartPr/>
              <p14:nvPr/>
            </p14:nvContentPartPr>
            <p14:xfrm>
              <a:off x="8509200" y="785283"/>
              <a:ext cx="118800" cy="40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0338B2-F57B-0783-DB5C-BB9C0C4ED91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03080" y="779163"/>
                <a:ext cx="1310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0526ED6-77F8-115C-03AF-97636C8D6B84}"/>
                  </a:ext>
                </a:extLst>
              </p14:cNvPr>
              <p14:cNvContentPartPr/>
              <p14:nvPr/>
            </p14:nvContentPartPr>
            <p14:xfrm>
              <a:off x="4700760" y="1865643"/>
              <a:ext cx="360" cy="4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0526ED6-77F8-115C-03AF-97636C8D6B8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94640" y="1859523"/>
                <a:ext cx="126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4805CDE-5035-A848-5FEE-4B8C7D97CCED}"/>
                  </a:ext>
                </a:extLst>
              </p14:cNvPr>
              <p14:cNvContentPartPr/>
              <p14:nvPr/>
            </p14:nvContentPartPr>
            <p14:xfrm>
              <a:off x="7743840" y="1272363"/>
              <a:ext cx="16560" cy="1260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4805CDE-5035-A848-5FEE-4B8C7D97CCE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37720" y="1266243"/>
                <a:ext cx="2880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04" name="Group 13403">
            <a:extLst>
              <a:ext uri="{FF2B5EF4-FFF2-40B4-BE49-F238E27FC236}">
                <a16:creationId xmlns:a16="http://schemas.microsoft.com/office/drawing/2014/main" id="{DBAE484B-DB96-A071-CD80-A8020755501A}"/>
              </a:ext>
            </a:extLst>
          </p:cNvPr>
          <p:cNvGrpSpPr/>
          <p:nvPr/>
        </p:nvGrpSpPr>
        <p:grpSpPr>
          <a:xfrm>
            <a:off x="5733960" y="895443"/>
            <a:ext cx="2711880" cy="1848600"/>
            <a:chOff x="5733960" y="895443"/>
            <a:chExt cx="2711880" cy="184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360" name="Ink 13359">
                  <a:extLst>
                    <a:ext uri="{FF2B5EF4-FFF2-40B4-BE49-F238E27FC236}">
                      <a16:creationId xmlns:a16="http://schemas.microsoft.com/office/drawing/2014/main" id="{714F16A4-1E81-50EB-4624-C61963143A20}"/>
                    </a:ext>
                  </a:extLst>
                </p14:cNvPr>
                <p14:cNvContentPartPr/>
                <p14:nvPr/>
              </p14:nvContentPartPr>
              <p14:xfrm>
                <a:off x="6246960" y="2151123"/>
                <a:ext cx="223200" cy="186120"/>
              </p14:xfrm>
            </p:contentPart>
          </mc:Choice>
          <mc:Fallback>
            <p:pic>
              <p:nvPicPr>
                <p:cNvPr id="13360" name="Ink 13359">
                  <a:extLst>
                    <a:ext uri="{FF2B5EF4-FFF2-40B4-BE49-F238E27FC236}">
                      <a16:creationId xmlns:a16="http://schemas.microsoft.com/office/drawing/2014/main" id="{714F16A4-1E81-50EB-4624-C61963143A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40840" y="2145003"/>
                  <a:ext cx="235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361" name="Ink 13360">
                  <a:extLst>
                    <a:ext uri="{FF2B5EF4-FFF2-40B4-BE49-F238E27FC236}">
                      <a16:creationId xmlns:a16="http://schemas.microsoft.com/office/drawing/2014/main" id="{45617C90-52CF-6727-DFC3-8D8667FE9244}"/>
                    </a:ext>
                  </a:extLst>
                </p14:cNvPr>
                <p14:cNvContentPartPr/>
                <p14:nvPr/>
              </p14:nvContentPartPr>
              <p14:xfrm>
                <a:off x="6150120" y="2472603"/>
                <a:ext cx="111960" cy="195480"/>
              </p14:xfrm>
            </p:contentPart>
          </mc:Choice>
          <mc:Fallback>
            <p:pic>
              <p:nvPicPr>
                <p:cNvPr id="13361" name="Ink 13360">
                  <a:extLst>
                    <a:ext uri="{FF2B5EF4-FFF2-40B4-BE49-F238E27FC236}">
                      <a16:creationId xmlns:a16="http://schemas.microsoft.com/office/drawing/2014/main" id="{45617C90-52CF-6727-DFC3-8D8667FE924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44000" y="2466483"/>
                  <a:ext cx="1242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362" name="Ink 13361">
                  <a:extLst>
                    <a:ext uri="{FF2B5EF4-FFF2-40B4-BE49-F238E27FC236}">
                      <a16:creationId xmlns:a16="http://schemas.microsoft.com/office/drawing/2014/main" id="{C7436C96-8742-0D04-DF81-AC323DF37780}"/>
                    </a:ext>
                  </a:extLst>
                </p14:cNvPr>
                <p14:cNvContentPartPr/>
                <p14:nvPr/>
              </p14:nvContentPartPr>
              <p14:xfrm>
                <a:off x="6288000" y="2431203"/>
                <a:ext cx="76320" cy="98280"/>
              </p14:xfrm>
            </p:contentPart>
          </mc:Choice>
          <mc:Fallback>
            <p:pic>
              <p:nvPicPr>
                <p:cNvPr id="13362" name="Ink 13361">
                  <a:extLst>
                    <a:ext uri="{FF2B5EF4-FFF2-40B4-BE49-F238E27FC236}">
                      <a16:creationId xmlns:a16="http://schemas.microsoft.com/office/drawing/2014/main" id="{C7436C96-8742-0D04-DF81-AC323DF3778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81880" y="2425083"/>
                  <a:ext cx="885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363" name="Ink 13362">
                  <a:extLst>
                    <a:ext uri="{FF2B5EF4-FFF2-40B4-BE49-F238E27FC236}">
                      <a16:creationId xmlns:a16="http://schemas.microsoft.com/office/drawing/2014/main" id="{23583114-608E-C8E2-82E8-8A629DCE54AA}"/>
                    </a:ext>
                  </a:extLst>
                </p14:cNvPr>
                <p14:cNvContentPartPr/>
                <p14:nvPr/>
              </p14:nvContentPartPr>
              <p14:xfrm>
                <a:off x="6406080" y="2444883"/>
                <a:ext cx="69120" cy="64440"/>
              </p14:xfrm>
            </p:contentPart>
          </mc:Choice>
          <mc:Fallback>
            <p:pic>
              <p:nvPicPr>
                <p:cNvPr id="13363" name="Ink 13362">
                  <a:extLst>
                    <a:ext uri="{FF2B5EF4-FFF2-40B4-BE49-F238E27FC236}">
                      <a16:creationId xmlns:a16="http://schemas.microsoft.com/office/drawing/2014/main" id="{23583114-608E-C8E2-82E8-8A629DCE54A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99960" y="2438763"/>
                  <a:ext cx="813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364" name="Ink 13363">
                  <a:extLst>
                    <a:ext uri="{FF2B5EF4-FFF2-40B4-BE49-F238E27FC236}">
                      <a16:creationId xmlns:a16="http://schemas.microsoft.com/office/drawing/2014/main" id="{65818DDF-BC89-C632-0DC0-6C44C739998F}"/>
                    </a:ext>
                  </a:extLst>
                </p14:cNvPr>
                <p14:cNvContentPartPr/>
                <p14:nvPr/>
              </p14:nvContentPartPr>
              <p14:xfrm>
                <a:off x="6497880" y="2409243"/>
                <a:ext cx="99000" cy="68760"/>
              </p14:xfrm>
            </p:contentPart>
          </mc:Choice>
          <mc:Fallback>
            <p:pic>
              <p:nvPicPr>
                <p:cNvPr id="13364" name="Ink 13363">
                  <a:extLst>
                    <a:ext uri="{FF2B5EF4-FFF2-40B4-BE49-F238E27FC236}">
                      <a16:creationId xmlns:a16="http://schemas.microsoft.com/office/drawing/2014/main" id="{65818DDF-BC89-C632-0DC0-6C44C739998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91760" y="2403123"/>
                  <a:ext cx="111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365" name="Ink 13364">
                  <a:extLst>
                    <a:ext uri="{FF2B5EF4-FFF2-40B4-BE49-F238E27FC236}">
                      <a16:creationId xmlns:a16="http://schemas.microsoft.com/office/drawing/2014/main" id="{82E5C797-63DB-531B-DF4D-D887E54A14D0}"/>
                    </a:ext>
                  </a:extLst>
                </p14:cNvPr>
                <p14:cNvContentPartPr/>
                <p14:nvPr/>
              </p14:nvContentPartPr>
              <p14:xfrm>
                <a:off x="6603720" y="2343723"/>
                <a:ext cx="137160" cy="122400"/>
              </p14:xfrm>
            </p:contentPart>
          </mc:Choice>
          <mc:Fallback>
            <p:pic>
              <p:nvPicPr>
                <p:cNvPr id="13365" name="Ink 13364">
                  <a:extLst>
                    <a:ext uri="{FF2B5EF4-FFF2-40B4-BE49-F238E27FC236}">
                      <a16:creationId xmlns:a16="http://schemas.microsoft.com/office/drawing/2014/main" id="{82E5C797-63DB-531B-DF4D-D887E54A14D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597600" y="2337603"/>
                  <a:ext cx="149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3366" name="Ink 13365">
                  <a:extLst>
                    <a:ext uri="{FF2B5EF4-FFF2-40B4-BE49-F238E27FC236}">
                      <a16:creationId xmlns:a16="http://schemas.microsoft.com/office/drawing/2014/main" id="{2B377CA0-F61E-9A78-B308-4E8426B39A66}"/>
                    </a:ext>
                  </a:extLst>
                </p14:cNvPr>
                <p14:cNvContentPartPr/>
                <p14:nvPr/>
              </p14:nvContentPartPr>
              <p14:xfrm>
                <a:off x="6690840" y="2343723"/>
                <a:ext cx="360" cy="360"/>
              </p14:xfrm>
            </p:contentPart>
          </mc:Choice>
          <mc:Fallback>
            <p:pic>
              <p:nvPicPr>
                <p:cNvPr id="13366" name="Ink 13365">
                  <a:extLst>
                    <a:ext uri="{FF2B5EF4-FFF2-40B4-BE49-F238E27FC236}">
                      <a16:creationId xmlns:a16="http://schemas.microsoft.com/office/drawing/2014/main" id="{2B377CA0-F61E-9A78-B308-4E8426B39A6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84720" y="23376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3367" name="Ink 13366">
                  <a:extLst>
                    <a:ext uri="{FF2B5EF4-FFF2-40B4-BE49-F238E27FC236}">
                      <a16:creationId xmlns:a16="http://schemas.microsoft.com/office/drawing/2014/main" id="{D954E01F-987B-855F-FA2E-52EACB4613D4}"/>
                    </a:ext>
                  </a:extLst>
                </p14:cNvPr>
                <p14:cNvContentPartPr/>
                <p14:nvPr/>
              </p14:nvContentPartPr>
              <p14:xfrm>
                <a:off x="6767520" y="2349483"/>
                <a:ext cx="90360" cy="34200"/>
              </p14:xfrm>
            </p:contentPart>
          </mc:Choice>
          <mc:Fallback>
            <p:pic>
              <p:nvPicPr>
                <p:cNvPr id="13367" name="Ink 13366">
                  <a:extLst>
                    <a:ext uri="{FF2B5EF4-FFF2-40B4-BE49-F238E27FC236}">
                      <a16:creationId xmlns:a16="http://schemas.microsoft.com/office/drawing/2014/main" id="{D954E01F-987B-855F-FA2E-52EACB4613D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61400" y="2343363"/>
                  <a:ext cx="102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3368" name="Ink 13367">
                  <a:extLst>
                    <a:ext uri="{FF2B5EF4-FFF2-40B4-BE49-F238E27FC236}">
                      <a16:creationId xmlns:a16="http://schemas.microsoft.com/office/drawing/2014/main" id="{9584E66E-339F-8EDE-2351-D7BCA4F59589}"/>
                    </a:ext>
                  </a:extLst>
                </p14:cNvPr>
                <p14:cNvContentPartPr/>
                <p14:nvPr/>
              </p14:nvContentPartPr>
              <p14:xfrm>
                <a:off x="6869760" y="2331843"/>
                <a:ext cx="123120" cy="201240"/>
              </p14:xfrm>
            </p:contentPart>
          </mc:Choice>
          <mc:Fallback>
            <p:pic>
              <p:nvPicPr>
                <p:cNvPr id="13368" name="Ink 13367">
                  <a:extLst>
                    <a:ext uri="{FF2B5EF4-FFF2-40B4-BE49-F238E27FC236}">
                      <a16:creationId xmlns:a16="http://schemas.microsoft.com/office/drawing/2014/main" id="{9584E66E-339F-8EDE-2351-D7BCA4F595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63640" y="2325723"/>
                  <a:ext cx="135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3378" name="Ink 13377">
                  <a:extLst>
                    <a:ext uri="{FF2B5EF4-FFF2-40B4-BE49-F238E27FC236}">
                      <a16:creationId xmlns:a16="http://schemas.microsoft.com/office/drawing/2014/main" id="{CD9F9A2D-E71F-6CC7-F2CE-889AD87622A6}"/>
                    </a:ext>
                  </a:extLst>
                </p14:cNvPr>
                <p14:cNvContentPartPr/>
                <p14:nvPr/>
              </p14:nvContentPartPr>
              <p14:xfrm>
                <a:off x="6307800" y="2300523"/>
                <a:ext cx="11520" cy="5040"/>
              </p14:xfrm>
            </p:contentPart>
          </mc:Choice>
          <mc:Fallback>
            <p:pic>
              <p:nvPicPr>
                <p:cNvPr id="13378" name="Ink 13377">
                  <a:extLst>
                    <a:ext uri="{FF2B5EF4-FFF2-40B4-BE49-F238E27FC236}">
                      <a16:creationId xmlns:a16="http://schemas.microsoft.com/office/drawing/2014/main" id="{CD9F9A2D-E71F-6CC7-F2CE-889AD87622A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01680" y="2294403"/>
                  <a:ext cx="23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340" name="Ink 13339">
                  <a:extLst>
                    <a:ext uri="{FF2B5EF4-FFF2-40B4-BE49-F238E27FC236}">
                      <a16:creationId xmlns:a16="http://schemas.microsoft.com/office/drawing/2014/main" id="{85F65DC3-6608-37DF-D189-EF6DC106C6E0}"/>
                    </a:ext>
                  </a:extLst>
                </p14:cNvPr>
                <p14:cNvContentPartPr/>
                <p14:nvPr/>
              </p14:nvContentPartPr>
              <p14:xfrm>
                <a:off x="6246240" y="1761963"/>
                <a:ext cx="84600" cy="181080"/>
              </p14:xfrm>
            </p:contentPart>
          </mc:Choice>
          <mc:Fallback>
            <p:pic>
              <p:nvPicPr>
                <p:cNvPr id="13340" name="Ink 13339">
                  <a:extLst>
                    <a:ext uri="{FF2B5EF4-FFF2-40B4-BE49-F238E27FC236}">
                      <a16:creationId xmlns:a16="http://schemas.microsoft.com/office/drawing/2014/main" id="{85F65DC3-6608-37DF-D189-EF6DC106C6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40120" y="1755843"/>
                  <a:ext cx="968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341" name="Ink 13340">
                  <a:extLst>
                    <a:ext uri="{FF2B5EF4-FFF2-40B4-BE49-F238E27FC236}">
                      <a16:creationId xmlns:a16="http://schemas.microsoft.com/office/drawing/2014/main" id="{836AF5AA-EC75-9FE8-E1C1-11567DEC8B20}"/>
                    </a:ext>
                  </a:extLst>
                </p14:cNvPr>
                <p14:cNvContentPartPr/>
                <p14:nvPr/>
              </p14:nvContentPartPr>
              <p14:xfrm>
                <a:off x="6204120" y="1828563"/>
                <a:ext cx="96480" cy="55440"/>
              </p14:xfrm>
            </p:contentPart>
          </mc:Choice>
          <mc:Fallback>
            <p:pic>
              <p:nvPicPr>
                <p:cNvPr id="13341" name="Ink 13340">
                  <a:extLst>
                    <a:ext uri="{FF2B5EF4-FFF2-40B4-BE49-F238E27FC236}">
                      <a16:creationId xmlns:a16="http://schemas.microsoft.com/office/drawing/2014/main" id="{836AF5AA-EC75-9FE8-E1C1-11567DEC8B2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198000" y="1822443"/>
                  <a:ext cx="108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343" name="Ink 13342">
                  <a:extLst>
                    <a:ext uri="{FF2B5EF4-FFF2-40B4-BE49-F238E27FC236}">
                      <a16:creationId xmlns:a16="http://schemas.microsoft.com/office/drawing/2014/main" id="{1D7879BD-51BC-1D85-48EE-768BF5DF07D4}"/>
                    </a:ext>
                  </a:extLst>
                </p14:cNvPr>
                <p14:cNvContentPartPr/>
                <p14:nvPr/>
              </p14:nvContentPartPr>
              <p14:xfrm>
                <a:off x="6443520" y="1756203"/>
                <a:ext cx="230760" cy="95760"/>
              </p14:xfrm>
            </p:contentPart>
          </mc:Choice>
          <mc:Fallback>
            <p:pic>
              <p:nvPicPr>
                <p:cNvPr id="13343" name="Ink 13342">
                  <a:extLst>
                    <a:ext uri="{FF2B5EF4-FFF2-40B4-BE49-F238E27FC236}">
                      <a16:creationId xmlns:a16="http://schemas.microsoft.com/office/drawing/2014/main" id="{1D7879BD-51BC-1D85-48EE-768BF5DF07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37400" y="1750083"/>
                  <a:ext cx="243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344" name="Ink 13343">
                  <a:extLst>
                    <a:ext uri="{FF2B5EF4-FFF2-40B4-BE49-F238E27FC236}">
                      <a16:creationId xmlns:a16="http://schemas.microsoft.com/office/drawing/2014/main" id="{4D19D90D-7558-6AFD-5980-9DE490143D3E}"/>
                    </a:ext>
                  </a:extLst>
                </p14:cNvPr>
                <p14:cNvContentPartPr/>
                <p14:nvPr/>
              </p14:nvContentPartPr>
              <p14:xfrm>
                <a:off x="6605520" y="1690323"/>
                <a:ext cx="123120" cy="172440"/>
              </p14:xfrm>
            </p:contentPart>
          </mc:Choice>
          <mc:Fallback>
            <p:pic>
              <p:nvPicPr>
                <p:cNvPr id="13344" name="Ink 13343">
                  <a:extLst>
                    <a:ext uri="{FF2B5EF4-FFF2-40B4-BE49-F238E27FC236}">
                      <a16:creationId xmlns:a16="http://schemas.microsoft.com/office/drawing/2014/main" id="{4D19D90D-7558-6AFD-5980-9DE490143D3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99400" y="1684203"/>
                  <a:ext cx="135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3346" name="Ink 13345">
                  <a:extLst>
                    <a:ext uri="{FF2B5EF4-FFF2-40B4-BE49-F238E27FC236}">
                      <a16:creationId xmlns:a16="http://schemas.microsoft.com/office/drawing/2014/main" id="{5D03C7FE-74F9-D89D-BF12-5C5D488A7982}"/>
                    </a:ext>
                  </a:extLst>
                </p14:cNvPr>
                <p14:cNvContentPartPr/>
                <p14:nvPr/>
              </p14:nvContentPartPr>
              <p14:xfrm>
                <a:off x="6864720" y="1562163"/>
                <a:ext cx="162720" cy="134640"/>
              </p14:xfrm>
            </p:contentPart>
          </mc:Choice>
          <mc:Fallback>
            <p:pic>
              <p:nvPicPr>
                <p:cNvPr id="13346" name="Ink 13345">
                  <a:extLst>
                    <a:ext uri="{FF2B5EF4-FFF2-40B4-BE49-F238E27FC236}">
                      <a16:creationId xmlns:a16="http://schemas.microsoft.com/office/drawing/2014/main" id="{5D03C7FE-74F9-D89D-BF12-5C5D488A79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58600" y="1556043"/>
                  <a:ext cx="1749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369" name="Ink 13368">
                  <a:extLst>
                    <a:ext uri="{FF2B5EF4-FFF2-40B4-BE49-F238E27FC236}">
                      <a16:creationId xmlns:a16="http://schemas.microsoft.com/office/drawing/2014/main" id="{4FED545B-9975-89E0-FD0F-56430E042639}"/>
                    </a:ext>
                  </a:extLst>
                </p14:cNvPr>
                <p14:cNvContentPartPr/>
                <p14:nvPr/>
              </p14:nvContentPartPr>
              <p14:xfrm>
                <a:off x="6594720" y="2065083"/>
                <a:ext cx="236160" cy="100800"/>
              </p14:xfrm>
            </p:contentPart>
          </mc:Choice>
          <mc:Fallback>
            <p:pic>
              <p:nvPicPr>
                <p:cNvPr id="13369" name="Ink 13368">
                  <a:extLst>
                    <a:ext uri="{FF2B5EF4-FFF2-40B4-BE49-F238E27FC236}">
                      <a16:creationId xmlns:a16="http://schemas.microsoft.com/office/drawing/2014/main" id="{4FED545B-9975-89E0-FD0F-56430E0426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88600" y="2058963"/>
                  <a:ext cx="248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3370" name="Ink 13369">
                  <a:extLst>
                    <a:ext uri="{FF2B5EF4-FFF2-40B4-BE49-F238E27FC236}">
                      <a16:creationId xmlns:a16="http://schemas.microsoft.com/office/drawing/2014/main" id="{39BB7EA1-870F-6841-2CF3-5331395BE2C2}"/>
                    </a:ext>
                  </a:extLst>
                </p14:cNvPr>
                <p14:cNvContentPartPr/>
                <p14:nvPr/>
              </p14:nvContentPartPr>
              <p14:xfrm>
                <a:off x="6766440" y="2029443"/>
                <a:ext cx="108720" cy="136800"/>
              </p14:xfrm>
            </p:contentPart>
          </mc:Choice>
          <mc:Fallback>
            <p:pic>
              <p:nvPicPr>
                <p:cNvPr id="13370" name="Ink 13369">
                  <a:extLst>
                    <a:ext uri="{FF2B5EF4-FFF2-40B4-BE49-F238E27FC236}">
                      <a16:creationId xmlns:a16="http://schemas.microsoft.com/office/drawing/2014/main" id="{39BB7EA1-870F-6841-2CF3-5331395BE2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60320" y="2023323"/>
                  <a:ext cx="1209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3371" name="Ink 13370">
                  <a:extLst>
                    <a:ext uri="{FF2B5EF4-FFF2-40B4-BE49-F238E27FC236}">
                      <a16:creationId xmlns:a16="http://schemas.microsoft.com/office/drawing/2014/main" id="{100AACDA-BEC3-28DE-02B1-52CA6978E3A9}"/>
                    </a:ext>
                  </a:extLst>
                </p14:cNvPr>
                <p14:cNvContentPartPr/>
                <p14:nvPr/>
              </p14:nvContentPartPr>
              <p14:xfrm>
                <a:off x="6989640" y="1874283"/>
                <a:ext cx="141120" cy="165960"/>
              </p14:xfrm>
            </p:contentPart>
          </mc:Choice>
          <mc:Fallback>
            <p:pic>
              <p:nvPicPr>
                <p:cNvPr id="13371" name="Ink 13370">
                  <a:extLst>
                    <a:ext uri="{FF2B5EF4-FFF2-40B4-BE49-F238E27FC236}">
                      <a16:creationId xmlns:a16="http://schemas.microsoft.com/office/drawing/2014/main" id="{100AACDA-BEC3-28DE-02B1-52CA6978E3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83520" y="1868163"/>
                  <a:ext cx="153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372" name="Ink 13371">
                  <a:extLst>
                    <a:ext uri="{FF2B5EF4-FFF2-40B4-BE49-F238E27FC236}">
                      <a16:creationId xmlns:a16="http://schemas.microsoft.com/office/drawing/2014/main" id="{609B05E9-5C94-109C-D30A-806020C9EE01}"/>
                    </a:ext>
                  </a:extLst>
                </p14:cNvPr>
                <p14:cNvContentPartPr/>
                <p14:nvPr/>
              </p14:nvContentPartPr>
              <p14:xfrm>
                <a:off x="6982080" y="1904523"/>
                <a:ext cx="135720" cy="73080"/>
              </p14:xfrm>
            </p:contentPart>
          </mc:Choice>
          <mc:Fallback>
            <p:pic>
              <p:nvPicPr>
                <p:cNvPr id="13372" name="Ink 13371">
                  <a:extLst>
                    <a:ext uri="{FF2B5EF4-FFF2-40B4-BE49-F238E27FC236}">
                      <a16:creationId xmlns:a16="http://schemas.microsoft.com/office/drawing/2014/main" id="{609B05E9-5C94-109C-D30A-806020C9EE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75960" y="1898403"/>
                  <a:ext cx="147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3375" name="Ink 13374">
                  <a:extLst>
                    <a:ext uri="{FF2B5EF4-FFF2-40B4-BE49-F238E27FC236}">
                      <a16:creationId xmlns:a16="http://schemas.microsoft.com/office/drawing/2014/main" id="{DAB54C76-812B-1A2F-9AFA-9E71ACC717F8}"/>
                    </a:ext>
                  </a:extLst>
                </p14:cNvPr>
                <p14:cNvContentPartPr/>
                <p14:nvPr/>
              </p14:nvContentPartPr>
              <p14:xfrm>
                <a:off x="6909720" y="1399083"/>
                <a:ext cx="28440" cy="9720"/>
              </p14:xfrm>
            </p:contentPart>
          </mc:Choice>
          <mc:Fallback>
            <p:pic>
              <p:nvPicPr>
                <p:cNvPr id="13375" name="Ink 13374">
                  <a:extLst>
                    <a:ext uri="{FF2B5EF4-FFF2-40B4-BE49-F238E27FC236}">
                      <a16:creationId xmlns:a16="http://schemas.microsoft.com/office/drawing/2014/main" id="{DAB54C76-812B-1A2F-9AFA-9E71ACC717F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03600" y="1392963"/>
                  <a:ext cx="40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376" name="Ink 13375">
                  <a:extLst>
                    <a:ext uri="{FF2B5EF4-FFF2-40B4-BE49-F238E27FC236}">
                      <a16:creationId xmlns:a16="http://schemas.microsoft.com/office/drawing/2014/main" id="{28A6B032-3FF7-F801-CE6E-7A025FD166C5}"/>
                    </a:ext>
                  </a:extLst>
                </p14:cNvPr>
                <p14:cNvContentPartPr/>
                <p14:nvPr/>
              </p14:nvContentPartPr>
              <p14:xfrm>
                <a:off x="6232200" y="1953843"/>
                <a:ext cx="6480" cy="6120"/>
              </p14:xfrm>
            </p:contentPart>
          </mc:Choice>
          <mc:Fallback>
            <p:pic>
              <p:nvPicPr>
                <p:cNvPr id="13376" name="Ink 13375">
                  <a:extLst>
                    <a:ext uri="{FF2B5EF4-FFF2-40B4-BE49-F238E27FC236}">
                      <a16:creationId xmlns:a16="http://schemas.microsoft.com/office/drawing/2014/main" id="{28A6B032-3FF7-F801-CE6E-7A025FD166C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26080" y="1947723"/>
                  <a:ext cx="187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3377" name="Ink 13376">
                  <a:extLst>
                    <a:ext uri="{FF2B5EF4-FFF2-40B4-BE49-F238E27FC236}">
                      <a16:creationId xmlns:a16="http://schemas.microsoft.com/office/drawing/2014/main" id="{5C1C410E-D89B-13F4-6CF9-22D0BC3C9DF1}"/>
                    </a:ext>
                  </a:extLst>
                </p14:cNvPr>
                <p14:cNvContentPartPr/>
                <p14:nvPr/>
              </p14:nvContentPartPr>
              <p14:xfrm>
                <a:off x="7022760" y="1680603"/>
                <a:ext cx="38160" cy="20160"/>
              </p14:xfrm>
            </p:contentPart>
          </mc:Choice>
          <mc:Fallback>
            <p:pic>
              <p:nvPicPr>
                <p:cNvPr id="13377" name="Ink 13376">
                  <a:extLst>
                    <a:ext uri="{FF2B5EF4-FFF2-40B4-BE49-F238E27FC236}">
                      <a16:creationId xmlns:a16="http://schemas.microsoft.com/office/drawing/2014/main" id="{5C1C410E-D89B-13F4-6CF9-22D0BC3C9D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16640" y="1674483"/>
                  <a:ext cx="50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3379" name="Ink 13378">
                  <a:extLst>
                    <a:ext uri="{FF2B5EF4-FFF2-40B4-BE49-F238E27FC236}">
                      <a16:creationId xmlns:a16="http://schemas.microsoft.com/office/drawing/2014/main" id="{2A25D0D3-C915-4DB3-AEE5-6671B48DF8D2}"/>
                    </a:ext>
                  </a:extLst>
                </p14:cNvPr>
                <p14:cNvContentPartPr/>
                <p14:nvPr/>
              </p14:nvContentPartPr>
              <p14:xfrm>
                <a:off x="7144440" y="2005323"/>
                <a:ext cx="360" cy="360"/>
              </p14:xfrm>
            </p:contentPart>
          </mc:Choice>
          <mc:Fallback>
            <p:pic>
              <p:nvPicPr>
                <p:cNvPr id="13379" name="Ink 13378">
                  <a:extLst>
                    <a:ext uri="{FF2B5EF4-FFF2-40B4-BE49-F238E27FC236}">
                      <a16:creationId xmlns:a16="http://schemas.microsoft.com/office/drawing/2014/main" id="{2A25D0D3-C915-4DB3-AEE5-6671B48DF8D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38320" y="19992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3335" name="Ink 13334">
                  <a:extLst>
                    <a:ext uri="{FF2B5EF4-FFF2-40B4-BE49-F238E27FC236}">
                      <a16:creationId xmlns:a16="http://schemas.microsoft.com/office/drawing/2014/main" id="{6185891E-B461-C2CC-14A3-BE2D01F267ED}"/>
                    </a:ext>
                  </a:extLst>
                </p14:cNvPr>
                <p14:cNvContentPartPr/>
                <p14:nvPr/>
              </p14:nvContentPartPr>
              <p14:xfrm>
                <a:off x="6067320" y="1434723"/>
                <a:ext cx="214560" cy="156240"/>
              </p14:xfrm>
            </p:contentPart>
          </mc:Choice>
          <mc:Fallback>
            <p:pic>
              <p:nvPicPr>
                <p:cNvPr id="13335" name="Ink 13334">
                  <a:extLst>
                    <a:ext uri="{FF2B5EF4-FFF2-40B4-BE49-F238E27FC236}">
                      <a16:creationId xmlns:a16="http://schemas.microsoft.com/office/drawing/2014/main" id="{6185891E-B461-C2CC-14A3-BE2D01F267E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61200" y="1428603"/>
                  <a:ext cx="2268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3336" name="Ink 13335">
                  <a:extLst>
                    <a:ext uri="{FF2B5EF4-FFF2-40B4-BE49-F238E27FC236}">
                      <a16:creationId xmlns:a16="http://schemas.microsoft.com/office/drawing/2014/main" id="{3CB0575F-F2B6-3C43-7799-C3934123812D}"/>
                    </a:ext>
                  </a:extLst>
                </p14:cNvPr>
                <p14:cNvContentPartPr/>
                <p14:nvPr/>
              </p14:nvContentPartPr>
              <p14:xfrm>
                <a:off x="6419400" y="1453443"/>
                <a:ext cx="177120" cy="45360"/>
              </p14:xfrm>
            </p:contentPart>
          </mc:Choice>
          <mc:Fallback>
            <p:pic>
              <p:nvPicPr>
                <p:cNvPr id="13336" name="Ink 13335">
                  <a:extLst>
                    <a:ext uri="{FF2B5EF4-FFF2-40B4-BE49-F238E27FC236}">
                      <a16:creationId xmlns:a16="http://schemas.microsoft.com/office/drawing/2014/main" id="{3CB0575F-F2B6-3C43-7799-C3934123812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13280" y="1447323"/>
                  <a:ext cx="189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3337" name="Ink 13336">
                  <a:extLst>
                    <a:ext uri="{FF2B5EF4-FFF2-40B4-BE49-F238E27FC236}">
                      <a16:creationId xmlns:a16="http://schemas.microsoft.com/office/drawing/2014/main" id="{4FC04A45-DB96-29FF-77BD-B883FCC960C8}"/>
                    </a:ext>
                  </a:extLst>
                </p14:cNvPr>
                <p14:cNvContentPartPr/>
                <p14:nvPr/>
              </p14:nvContentPartPr>
              <p14:xfrm>
                <a:off x="6578520" y="1409163"/>
                <a:ext cx="77760" cy="115200"/>
              </p14:xfrm>
            </p:contentPart>
          </mc:Choice>
          <mc:Fallback>
            <p:pic>
              <p:nvPicPr>
                <p:cNvPr id="13337" name="Ink 13336">
                  <a:extLst>
                    <a:ext uri="{FF2B5EF4-FFF2-40B4-BE49-F238E27FC236}">
                      <a16:creationId xmlns:a16="http://schemas.microsoft.com/office/drawing/2014/main" id="{4FC04A45-DB96-29FF-77BD-B883FCC960C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72400" y="1403043"/>
                  <a:ext cx="90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3338" name="Ink 13337">
                  <a:extLst>
                    <a:ext uri="{FF2B5EF4-FFF2-40B4-BE49-F238E27FC236}">
                      <a16:creationId xmlns:a16="http://schemas.microsoft.com/office/drawing/2014/main" id="{944634F6-E5CB-33A0-9A5B-40E77C06F5B7}"/>
                    </a:ext>
                  </a:extLst>
                </p14:cNvPr>
                <p14:cNvContentPartPr/>
                <p14:nvPr/>
              </p14:nvContentPartPr>
              <p14:xfrm>
                <a:off x="6767880" y="1300443"/>
                <a:ext cx="219600" cy="133920"/>
              </p14:xfrm>
            </p:contentPart>
          </mc:Choice>
          <mc:Fallback>
            <p:pic>
              <p:nvPicPr>
                <p:cNvPr id="13338" name="Ink 13337">
                  <a:extLst>
                    <a:ext uri="{FF2B5EF4-FFF2-40B4-BE49-F238E27FC236}">
                      <a16:creationId xmlns:a16="http://schemas.microsoft.com/office/drawing/2014/main" id="{944634F6-E5CB-33A0-9A5B-40E77C06F5B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61760" y="1294323"/>
                  <a:ext cx="2318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3348" name="Ink 13347">
                  <a:extLst>
                    <a:ext uri="{FF2B5EF4-FFF2-40B4-BE49-F238E27FC236}">
                      <a16:creationId xmlns:a16="http://schemas.microsoft.com/office/drawing/2014/main" id="{EB660865-E289-D4CB-BD67-F28A5EDDF1D8}"/>
                    </a:ext>
                  </a:extLst>
                </p14:cNvPr>
                <p14:cNvContentPartPr/>
                <p14:nvPr/>
              </p14:nvContentPartPr>
              <p14:xfrm>
                <a:off x="5796600" y="1327803"/>
                <a:ext cx="9720" cy="1080"/>
              </p14:xfrm>
            </p:contentPart>
          </mc:Choice>
          <mc:Fallback>
            <p:pic>
              <p:nvPicPr>
                <p:cNvPr id="13348" name="Ink 13347">
                  <a:extLst>
                    <a:ext uri="{FF2B5EF4-FFF2-40B4-BE49-F238E27FC236}">
                      <a16:creationId xmlns:a16="http://schemas.microsoft.com/office/drawing/2014/main" id="{EB660865-E289-D4CB-BD67-F28A5EDDF1D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90480" y="1321683"/>
                  <a:ext cx="219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3349" name="Ink 13348">
                  <a:extLst>
                    <a:ext uri="{FF2B5EF4-FFF2-40B4-BE49-F238E27FC236}">
                      <a16:creationId xmlns:a16="http://schemas.microsoft.com/office/drawing/2014/main" id="{2D54A21B-5761-ED4A-9E77-2447C8D0CFC3}"/>
                    </a:ext>
                  </a:extLst>
                </p14:cNvPr>
                <p14:cNvContentPartPr/>
                <p14:nvPr/>
              </p14:nvContentPartPr>
              <p14:xfrm>
                <a:off x="5735760" y="1323123"/>
                <a:ext cx="153000" cy="81360"/>
              </p14:xfrm>
            </p:contentPart>
          </mc:Choice>
          <mc:Fallback>
            <p:pic>
              <p:nvPicPr>
                <p:cNvPr id="13349" name="Ink 13348">
                  <a:extLst>
                    <a:ext uri="{FF2B5EF4-FFF2-40B4-BE49-F238E27FC236}">
                      <a16:creationId xmlns:a16="http://schemas.microsoft.com/office/drawing/2014/main" id="{2D54A21B-5761-ED4A-9E77-2447C8D0CFC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29640" y="1317003"/>
                  <a:ext cx="165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3350" name="Ink 13349">
                  <a:extLst>
                    <a:ext uri="{FF2B5EF4-FFF2-40B4-BE49-F238E27FC236}">
                      <a16:creationId xmlns:a16="http://schemas.microsoft.com/office/drawing/2014/main" id="{AB120E25-976D-BF7E-03D2-D078816D9E72}"/>
                    </a:ext>
                  </a:extLst>
                </p14:cNvPr>
                <p14:cNvContentPartPr/>
                <p14:nvPr/>
              </p14:nvContentPartPr>
              <p14:xfrm>
                <a:off x="5781120" y="1270203"/>
                <a:ext cx="66600" cy="198720"/>
              </p14:xfrm>
            </p:contentPart>
          </mc:Choice>
          <mc:Fallback>
            <p:pic>
              <p:nvPicPr>
                <p:cNvPr id="13350" name="Ink 13349">
                  <a:extLst>
                    <a:ext uri="{FF2B5EF4-FFF2-40B4-BE49-F238E27FC236}">
                      <a16:creationId xmlns:a16="http://schemas.microsoft.com/office/drawing/2014/main" id="{AB120E25-976D-BF7E-03D2-D078816D9E7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775000" y="1264083"/>
                  <a:ext cx="78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3352" name="Ink 13351">
                  <a:extLst>
                    <a:ext uri="{FF2B5EF4-FFF2-40B4-BE49-F238E27FC236}">
                      <a16:creationId xmlns:a16="http://schemas.microsoft.com/office/drawing/2014/main" id="{F3F5503F-F961-B33E-4F3D-90F644490243}"/>
                    </a:ext>
                  </a:extLst>
                </p14:cNvPr>
                <p14:cNvContentPartPr/>
                <p14:nvPr/>
              </p14:nvContentPartPr>
              <p14:xfrm>
                <a:off x="5930160" y="1263363"/>
                <a:ext cx="109080" cy="92880"/>
              </p14:xfrm>
            </p:contentPart>
          </mc:Choice>
          <mc:Fallback>
            <p:pic>
              <p:nvPicPr>
                <p:cNvPr id="13352" name="Ink 13351">
                  <a:extLst>
                    <a:ext uri="{FF2B5EF4-FFF2-40B4-BE49-F238E27FC236}">
                      <a16:creationId xmlns:a16="http://schemas.microsoft.com/office/drawing/2014/main" id="{F3F5503F-F961-B33E-4F3D-90F64449024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24040" y="1257243"/>
                  <a:ext cx="121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3353" name="Ink 13352">
                  <a:extLst>
                    <a:ext uri="{FF2B5EF4-FFF2-40B4-BE49-F238E27FC236}">
                      <a16:creationId xmlns:a16="http://schemas.microsoft.com/office/drawing/2014/main" id="{74859A85-383C-44D1-EEB4-0536C362F881}"/>
                    </a:ext>
                  </a:extLst>
                </p14:cNvPr>
                <p14:cNvContentPartPr/>
                <p14:nvPr/>
              </p14:nvContentPartPr>
              <p14:xfrm>
                <a:off x="6072720" y="1221963"/>
                <a:ext cx="124560" cy="85320"/>
              </p14:xfrm>
            </p:contentPart>
          </mc:Choice>
          <mc:Fallback>
            <p:pic>
              <p:nvPicPr>
                <p:cNvPr id="13353" name="Ink 13352">
                  <a:extLst>
                    <a:ext uri="{FF2B5EF4-FFF2-40B4-BE49-F238E27FC236}">
                      <a16:creationId xmlns:a16="http://schemas.microsoft.com/office/drawing/2014/main" id="{74859A85-383C-44D1-EEB4-0536C362F88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66600" y="1215843"/>
                  <a:ext cx="136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3354" name="Ink 13353">
                  <a:extLst>
                    <a:ext uri="{FF2B5EF4-FFF2-40B4-BE49-F238E27FC236}">
                      <a16:creationId xmlns:a16="http://schemas.microsoft.com/office/drawing/2014/main" id="{5237DB8A-840E-76AD-CF60-9E30F0A7C6CF}"/>
                    </a:ext>
                  </a:extLst>
                </p14:cNvPr>
                <p14:cNvContentPartPr/>
                <p14:nvPr/>
              </p14:nvContentPartPr>
              <p14:xfrm>
                <a:off x="6171000" y="1193523"/>
                <a:ext cx="360" cy="360"/>
              </p14:xfrm>
            </p:contentPart>
          </mc:Choice>
          <mc:Fallback>
            <p:pic>
              <p:nvPicPr>
                <p:cNvPr id="13354" name="Ink 13353">
                  <a:extLst>
                    <a:ext uri="{FF2B5EF4-FFF2-40B4-BE49-F238E27FC236}">
                      <a16:creationId xmlns:a16="http://schemas.microsoft.com/office/drawing/2014/main" id="{5237DB8A-840E-76AD-CF60-9E30F0A7C6C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64880" y="11874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3355" name="Ink 13354">
                  <a:extLst>
                    <a:ext uri="{FF2B5EF4-FFF2-40B4-BE49-F238E27FC236}">
                      <a16:creationId xmlns:a16="http://schemas.microsoft.com/office/drawing/2014/main" id="{718591B2-549A-4E81-08D5-F1CF706E295B}"/>
                    </a:ext>
                  </a:extLst>
                </p14:cNvPr>
                <p14:cNvContentPartPr/>
                <p14:nvPr/>
              </p14:nvContentPartPr>
              <p14:xfrm>
                <a:off x="6227160" y="1196763"/>
                <a:ext cx="73440" cy="140760"/>
              </p14:xfrm>
            </p:contentPart>
          </mc:Choice>
          <mc:Fallback>
            <p:pic>
              <p:nvPicPr>
                <p:cNvPr id="13355" name="Ink 13354">
                  <a:extLst>
                    <a:ext uri="{FF2B5EF4-FFF2-40B4-BE49-F238E27FC236}">
                      <a16:creationId xmlns:a16="http://schemas.microsoft.com/office/drawing/2014/main" id="{718591B2-549A-4E81-08D5-F1CF706E295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21040" y="1190643"/>
                  <a:ext cx="856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3356" name="Ink 13355">
                  <a:extLst>
                    <a:ext uri="{FF2B5EF4-FFF2-40B4-BE49-F238E27FC236}">
                      <a16:creationId xmlns:a16="http://schemas.microsoft.com/office/drawing/2014/main" id="{BC35AFBE-8C99-4864-04D2-00F6D9793F21}"/>
                    </a:ext>
                  </a:extLst>
                </p14:cNvPr>
                <p14:cNvContentPartPr/>
                <p14:nvPr/>
              </p14:nvContentPartPr>
              <p14:xfrm>
                <a:off x="6284040" y="1157523"/>
                <a:ext cx="103680" cy="77040"/>
              </p14:xfrm>
            </p:contentPart>
          </mc:Choice>
          <mc:Fallback>
            <p:pic>
              <p:nvPicPr>
                <p:cNvPr id="13356" name="Ink 13355">
                  <a:extLst>
                    <a:ext uri="{FF2B5EF4-FFF2-40B4-BE49-F238E27FC236}">
                      <a16:creationId xmlns:a16="http://schemas.microsoft.com/office/drawing/2014/main" id="{BC35AFBE-8C99-4864-04D2-00F6D9793F2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77920" y="1151403"/>
                  <a:ext cx="115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3357" name="Ink 13356">
                  <a:extLst>
                    <a:ext uri="{FF2B5EF4-FFF2-40B4-BE49-F238E27FC236}">
                      <a16:creationId xmlns:a16="http://schemas.microsoft.com/office/drawing/2014/main" id="{A689D78D-10D2-91FF-EB5D-3574ADD873B8}"/>
                    </a:ext>
                  </a:extLst>
                </p14:cNvPr>
                <p14:cNvContentPartPr/>
                <p14:nvPr/>
              </p14:nvContentPartPr>
              <p14:xfrm>
                <a:off x="6379440" y="1085163"/>
                <a:ext cx="96480" cy="108360"/>
              </p14:xfrm>
            </p:contentPart>
          </mc:Choice>
          <mc:Fallback>
            <p:pic>
              <p:nvPicPr>
                <p:cNvPr id="13357" name="Ink 13356">
                  <a:extLst>
                    <a:ext uri="{FF2B5EF4-FFF2-40B4-BE49-F238E27FC236}">
                      <a16:creationId xmlns:a16="http://schemas.microsoft.com/office/drawing/2014/main" id="{A689D78D-10D2-91FF-EB5D-3574ADD873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73320" y="1079043"/>
                  <a:ext cx="108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3358" name="Ink 13357">
                  <a:extLst>
                    <a:ext uri="{FF2B5EF4-FFF2-40B4-BE49-F238E27FC236}">
                      <a16:creationId xmlns:a16="http://schemas.microsoft.com/office/drawing/2014/main" id="{153B3341-FC20-8548-0E2C-D8CA513D690F}"/>
                    </a:ext>
                  </a:extLst>
                </p14:cNvPr>
                <p14:cNvContentPartPr/>
                <p14:nvPr/>
              </p14:nvContentPartPr>
              <p14:xfrm>
                <a:off x="6412560" y="1114323"/>
                <a:ext cx="66960" cy="57600"/>
              </p14:xfrm>
            </p:contentPart>
          </mc:Choice>
          <mc:Fallback>
            <p:pic>
              <p:nvPicPr>
                <p:cNvPr id="13358" name="Ink 13357">
                  <a:extLst>
                    <a:ext uri="{FF2B5EF4-FFF2-40B4-BE49-F238E27FC236}">
                      <a16:creationId xmlns:a16="http://schemas.microsoft.com/office/drawing/2014/main" id="{153B3341-FC20-8548-0E2C-D8CA513D69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06440" y="1108203"/>
                  <a:ext cx="792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3381" name="Ink 13380">
                  <a:extLst>
                    <a:ext uri="{FF2B5EF4-FFF2-40B4-BE49-F238E27FC236}">
                      <a16:creationId xmlns:a16="http://schemas.microsoft.com/office/drawing/2014/main" id="{06A23306-23A4-2B55-D5DE-F1D96473FD63}"/>
                    </a:ext>
                  </a:extLst>
                </p14:cNvPr>
                <p14:cNvContentPartPr/>
                <p14:nvPr/>
              </p14:nvContentPartPr>
              <p14:xfrm>
                <a:off x="5761320" y="1221963"/>
                <a:ext cx="760320" cy="319680"/>
              </p14:xfrm>
            </p:contentPart>
          </mc:Choice>
          <mc:Fallback>
            <p:pic>
              <p:nvPicPr>
                <p:cNvPr id="13381" name="Ink 13380">
                  <a:extLst>
                    <a:ext uri="{FF2B5EF4-FFF2-40B4-BE49-F238E27FC236}">
                      <a16:creationId xmlns:a16="http://schemas.microsoft.com/office/drawing/2014/main" id="{06A23306-23A4-2B55-D5DE-F1D96473FD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55200" y="1215843"/>
                  <a:ext cx="7725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3382" name="Ink 13381">
                  <a:extLst>
                    <a:ext uri="{FF2B5EF4-FFF2-40B4-BE49-F238E27FC236}">
                      <a16:creationId xmlns:a16="http://schemas.microsoft.com/office/drawing/2014/main" id="{A7E45C7C-9A81-D1A2-18D7-A409BB26A322}"/>
                    </a:ext>
                  </a:extLst>
                </p14:cNvPr>
                <p14:cNvContentPartPr/>
                <p14:nvPr/>
              </p14:nvContentPartPr>
              <p14:xfrm>
                <a:off x="5733960" y="1198923"/>
                <a:ext cx="779400" cy="349200"/>
              </p14:xfrm>
            </p:contentPart>
          </mc:Choice>
          <mc:Fallback>
            <p:pic>
              <p:nvPicPr>
                <p:cNvPr id="13382" name="Ink 13381">
                  <a:extLst>
                    <a:ext uri="{FF2B5EF4-FFF2-40B4-BE49-F238E27FC236}">
                      <a16:creationId xmlns:a16="http://schemas.microsoft.com/office/drawing/2014/main" id="{A7E45C7C-9A81-D1A2-18D7-A409BB26A32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27840" y="1192803"/>
                  <a:ext cx="791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3384" name="Ink 13383">
                  <a:extLst>
                    <a:ext uri="{FF2B5EF4-FFF2-40B4-BE49-F238E27FC236}">
                      <a16:creationId xmlns:a16="http://schemas.microsoft.com/office/drawing/2014/main" id="{AE9FDEDC-FBCA-26F1-2530-CD05FFFCAE7D}"/>
                    </a:ext>
                  </a:extLst>
                </p14:cNvPr>
                <p14:cNvContentPartPr/>
                <p14:nvPr/>
              </p14:nvContentPartPr>
              <p14:xfrm>
                <a:off x="6716040" y="1164723"/>
                <a:ext cx="321120" cy="379440"/>
              </p14:xfrm>
            </p:contentPart>
          </mc:Choice>
          <mc:Fallback>
            <p:pic>
              <p:nvPicPr>
                <p:cNvPr id="13384" name="Ink 13383">
                  <a:extLst>
                    <a:ext uri="{FF2B5EF4-FFF2-40B4-BE49-F238E27FC236}">
                      <a16:creationId xmlns:a16="http://schemas.microsoft.com/office/drawing/2014/main" id="{AE9FDEDC-FBCA-26F1-2530-CD05FFFCAE7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09920" y="1158603"/>
                  <a:ext cx="3333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386" name="Ink 13385">
                  <a:extLst>
                    <a:ext uri="{FF2B5EF4-FFF2-40B4-BE49-F238E27FC236}">
                      <a16:creationId xmlns:a16="http://schemas.microsoft.com/office/drawing/2014/main" id="{520ABB41-16BF-DB2A-94F5-E806A1037A7C}"/>
                    </a:ext>
                  </a:extLst>
                </p14:cNvPr>
                <p14:cNvContentPartPr/>
                <p14:nvPr/>
              </p14:nvContentPartPr>
              <p14:xfrm>
                <a:off x="6866160" y="940803"/>
                <a:ext cx="113400" cy="75960"/>
              </p14:xfrm>
            </p:contentPart>
          </mc:Choice>
          <mc:Fallback>
            <p:pic>
              <p:nvPicPr>
                <p:cNvPr id="13386" name="Ink 13385">
                  <a:extLst>
                    <a:ext uri="{FF2B5EF4-FFF2-40B4-BE49-F238E27FC236}">
                      <a16:creationId xmlns:a16="http://schemas.microsoft.com/office/drawing/2014/main" id="{520ABB41-16BF-DB2A-94F5-E806A1037A7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60040" y="934683"/>
                  <a:ext cx="125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387" name="Ink 13386">
                  <a:extLst>
                    <a:ext uri="{FF2B5EF4-FFF2-40B4-BE49-F238E27FC236}">
                      <a16:creationId xmlns:a16="http://schemas.microsoft.com/office/drawing/2014/main" id="{F515EAAD-4DB6-891F-6810-20FF0A9129AD}"/>
                    </a:ext>
                  </a:extLst>
                </p14:cNvPr>
                <p14:cNvContentPartPr/>
                <p14:nvPr/>
              </p14:nvContentPartPr>
              <p14:xfrm>
                <a:off x="6960120" y="895443"/>
                <a:ext cx="61200" cy="282960"/>
              </p14:xfrm>
            </p:contentPart>
          </mc:Choice>
          <mc:Fallback>
            <p:pic>
              <p:nvPicPr>
                <p:cNvPr id="13387" name="Ink 13386">
                  <a:extLst>
                    <a:ext uri="{FF2B5EF4-FFF2-40B4-BE49-F238E27FC236}">
                      <a16:creationId xmlns:a16="http://schemas.microsoft.com/office/drawing/2014/main" id="{F515EAAD-4DB6-891F-6810-20FF0A9129A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54000" y="889323"/>
                  <a:ext cx="734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388" name="Ink 13387">
                  <a:extLst>
                    <a:ext uri="{FF2B5EF4-FFF2-40B4-BE49-F238E27FC236}">
                      <a16:creationId xmlns:a16="http://schemas.microsoft.com/office/drawing/2014/main" id="{9B1A14AB-FECF-B195-F016-5A8B7E5D857A}"/>
                    </a:ext>
                  </a:extLst>
                </p14:cNvPr>
                <p14:cNvContentPartPr/>
                <p14:nvPr/>
              </p14:nvContentPartPr>
              <p14:xfrm>
                <a:off x="7035720" y="967083"/>
                <a:ext cx="115560" cy="172440"/>
              </p14:xfrm>
            </p:contentPart>
          </mc:Choice>
          <mc:Fallback>
            <p:pic>
              <p:nvPicPr>
                <p:cNvPr id="13388" name="Ink 13387">
                  <a:extLst>
                    <a:ext uri="{FF2B5EF4-FFF2-40B4-BE49-F238E27FC236}">
                      <a16:creationId xmlns:a16="http://schemas.microsoft.com/office/drawing/2014/main" id="{9B1A14AB-FECF-B195-F016-5A8B7E5D85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29600" y="960963"/>
                  <a:ext cx="1278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389" name="Ink 13388">
                  <a:extLst>
                    <a:ext uri="{FF2B5EF4-FFF2-40B4-BE49-F238E27FC236}">
                      <a16:creationId xmlns:a16="http://schemas.microsoft.com/office/drawing/2014/main" id="{159757CD-6FCD-B3AB-D0DB-07AE52642BC5}"/>
                    </a:ext>
                  </a:extLst>
                </p14:cNvPr>
                <p14:cNvContentPartPr/>
                <p14:nvPr/>
              </p14:nvContentPartPr>
              <p14:xfrm>
                <a:off x="7181880" y="1040163"/>
                <a:ext cx="165240" cy="67320"/>
              </p14:xfrm>
            </p:contentPart>
          </mc:Choice>
          <mc:Fallback>
            <p:pic>
              <p:nvPicPr>
                <p:cNvPr id="13389" name="Ink 13388">
                  <a:extLst>
                    <a:ext uri="{FF2B5EF4-FFF2-40B4-BE49-F238E27FC236}">
                      <a16:creationId xmlns:a16="http://schemas.microsoft.com/office/drawing/2014/main" id="{159757CD-6FCD-B3AB-D0DB-07AE52642B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75760" y="1034043"/>
                  <a:ext cx="177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390" name="Ink 13389">
                  <a:extLst>
                    <a:ext uri="{FF2B5EF4-FFF2-40B4-BE49-F238E27FC236}">
                      <a16:creationId xmlns:a16="http://schemas.microsoft.com/office/drawing/2014/main" id="{FB56FA23-3953-F391-6718-43D8E0BD540E}"/>
                    </a:ext>
                  </a:extLst>
                </p14:cNvPr>
                <p14:cNvContentPartPr/>
                <p14:nvPr/>
              </p14:nvContentPartPr>
              <p14:xfrm>
                <a:off x="7350720" y="996603"/>
                <a:ext cx="104760" cy="73800"/>
              </p14:xfrm>
            </p:contentPart>
          </mc:Choice>
          <mc:Fallback>
            <p:pic>
              <p:nvPicPr>
                <p:cNvPr id="13390" name="Ink 13389">
                  <a:extLst>
                    <a:ext uri="{FF2B5EF4-FFF2-40B4-BE49-F238E27FC236}">
                      <a16:creationId xmlns:a16="http://schemas.microsoft.com/office/drawing/2014/main" id="{FB56FA23-3953-F391-6718-43D8E0BD540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44600" y="990483"/>
                  <a:ext cx="117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391" name="Ink 13390">
                  <a:extLst>
                    <a:ext uri="{FF2B5EF4-FFF2-40B4-BE49-F238E27FC236}">
                      <a16:creationId xmlns:a16="http://schemas.microsoft.com/office/drawing/2014/main" id="{2D611945-39B2-D9EA-A781-C23A0C493C9B}"/>
                    </a:ext>
                  </a:extLst>
                </p14:cNvPr>
                <p14:cNvContentPartPr/>
                <p14:nvPr/>
              </p14:nvContentPartPr>
              <p14:xfrm>
                <a:off x="7466280" y="966363"/>
                <a:ext cx="114120" cy="86040"/>
              </p14:xfrm>
            </p:contentPart>
          </mc:Choice>
          <mc:Fallback>
            <p:pic>
              <p:nvPicPr>
                <p:cNvPr id="13391" name="Ink 13390">
                  <a:extLst>
                    <a:ext uri="{FF2B5EF4-FFF2-40B4-BE49-F238E27FC236}">
                      <a16:creationId xmlns:a16="http://schemas.microsoft.com/office/drawing/2014/main" id="{2D611945-39B2-D9EA-A781-C23A0C493C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60160" y="960243"/>
                  <a:ext cx="126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393" name="Ink 13392">
                  <a:extLst>
                    <a:ext uri="{FF2B5EF4-FFF2-40B4-BE49-F238E27FC236}">
                      <a16:creationId xmlns:a16="http://schemas.microsoft.com/office/drawing/2014/main" id="{E21F7B33-D5E4-1CE2-E8B3-9F4BBDC40F4A}"/>
                    </a:ext>
                  </a:extLst>
                </p14:cNvPr>
                <p14:cNvContentPartPr/>
                <p14:nvPr/>
              </p14:nvContentPartPr>
              <p14:xfrm>
                <a:off x="6059760" y="2025483"/>
                <a:ext cx="1005480" cy="718560"/>
              </p14:xfrm>
            </p:contentPart>
          </mc:Choice>
          <mc:Fallback>
            <p:pic>
              <p:nvPicPr>
                <p:cNvPr id="13393" name="Ink 13392">
                  <a:extLst>
                    <a:ext uri="{FF2B5EF4-FFF2-40B4-BE49-F238E27FC236}">
                      <a16:creationId xmlns:a16="http://schemas.microsoft.com/office/drawing/2014/main" id="{E21F7B33-D5E4-1CE2-E8B3-9F4BBDC40F4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53640" y="2019363"/>
                  <a:ext cx="101772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394" name="Ink 13393">
                  <a:extLst>
                    <a:ext uri="{FF2B5EF4-FFF2-40B4-BE49-F238E27FC236}">
                      <a16:creationId xmlns:a16="http://schemas.microsoft.com/office/drawing/2014/main" id="{3FFAEE2F-C77A-0843-7BF9-0F610EBCE341}"/>
                    </a:ext>
                  </a:extLst>
                </p14:cNvPr>
                <p14:cNvContentPartPr/>
                <p14:nvPr/>
              </p14:nvContentPartPr>
              <p14:xfrm>
                <a:off x="7085040" y="2084883"/>
                <a:ext cx="277200" cy="180360"/>
              </p14:xfrm>
            </p:contentPart>
          </mc:Choice>
          <mc:Fallback>
            <p:pic>
              <p:nvPicPr>
                <p:cNvPr id="13394" name="Ink 13393">
                  <a:extLst>
                    <a:ext uri="{FF2B5EF4-FFF2-40B4-BE49-F238E27FC236}">
                      <a16:creationId xmlns:a16="http://schemas.microsoft.com/office/drawing/2014/main" id="{3FFAEE2F-C77A-0843-7BF9-0F610EBCE34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78920" y="2078763"/>
                  <a:ext cx="2894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395" name="Ink 13394">
                  <a:extLst>
                    <a:ext uri="{FF2B5EF4-FFF2-40B4-BE49-F238E27FC236}">
                      <a16:creationId xmlns:a16="http://schemas.microsoft.com/office/drawing/2014/main" id="{7B2520D3-5E22-2C76-1F12-28EA71E2B920}"/>
                    </a:ext>
                  </a:extLst>
                </p14:cNvPr>
                <p14:cNvContentPartPr/>
                <p14:nvPr/>
              </p14:nvContentPartPr>
              <p14:xfrm>
                <a:off x="7258200" y="2267403"/>
                <a:ext cx="141840" cy="21960"/>
              </p14:xfrm>
            </p:contentPart>
          </mc:Choice>
          <mc:Fallback>
            <p:pic>
              <p:nvPicPr>
                <p:cNvPr id="13395" name="Ink 13394">
                  <a:extLst>
                    <a:ext uri="{FF2B5EF4-FFF2-40B4-BE49-F238E27FC236}">
                      <a16:creationId xmlns:a16="http://schemas.microsoft.com/office/drawing/2014/main" id="{7B2520D3-5E22-2C76-1F12-28EA71E2B92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52080" y="2261283"/>
                  <a:ext cx="154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396" name="Ink 13395">
                  <a:extLst>
                    <a:ext uri="{FF2B5EF4-FFF2-40B4-BE49-F238E27FC236}">
                      <a16:creationId xmlns:a16="http://schemas.microsoft.com/office/drawing/2014/main" id="{8FABCE00-EE95-0626-2B1A-2802C78A1EC0}"/>
                    </a:ext>
                  </a:extLst>
                </p14:cNvPr>
                <p14:cNvContentPartPr/>
                <p14:nvPr/>
              </p14:nvContentPartPr>
              <p14:xfrm>
                <a:off x="7400760" y="2183883"/>
                <a:ext cx="6120" cy="125640"/>
              </p14:xfrm>
            </p:contentPart>
          </mc:Choice>
          <mc:Fallback>
            <p:pic>
              <p:nvPicPr>
                <p:cNvPr id="13396" name="Ink 13395">
                  <a:extLst>
                    <a:ext uri="{FF2B5EF4-FFF2-40B4-BE49-F238E27FC236}">
                      <a16:creationId xmlns:a16="http://schemas.microsoft.com/office/drawing/2014/main" id="{8FABCE00-EE95-0626-2B1A-2802C78A1EC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94640" y="2177763"/>
                  <a:ext cx="18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397" name="Ink 13396">
                  <a:extLst>
                    <a:ext uri="{FF2B5EF4-FFF2-40B4-BE49-F238E27FC236}">
                      <a16:creationId xmlns:a16="http://schemas.microsoft.com/office/drawing/2014/main" id="{7D3A09BC-0956-895F-94E9-AACD7E6083C4}"/>
                    </a:ext>
                  </a:extLst>
                </p14:cNvPr>
                <p14:cNvContentPartPr/>
                <p14:nvPr/>
              </p14:nvContentPartPr>
              <p14:xfrm>
                <a:off x="7493280" y="2341563"/>
                <a:ext cx="182160" cy="115200"/>
              </p14:xfrm>
            </p:contentPart>
          </mc:Choice>
          <mc:Fallback>
            <p:pic>
              <p:nvPicPr>
                <p:cNvPr id="13397" name="Ink 13396">
                  <a:extLst>
                    <a:ext uri="{FF2B5EF4-FFF2-40B4-BE49-F238E27FC236}">
                      <a16:creationId xmlns:a16="http://schemas.microsoft.com/office/drawing/2014/main" id="{7D3A09BC-0956-895F-94E9-AACD7E6083C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87160" y="2335443"/>
                  <a:ext cx="1944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398" name="Ink 13397">
                  <a:extLst>
                    <a:ext uri="{FF2B5EF4-FFF2-40B4-BE49-F238E27FC236}">
                      <a16:creationId xmlns:a16="http://schemas.microsoft.com/office/drawing/2014/main" id="{22433113-C391-1486-9ED3-099A400A0A54}"/>
                    </a:ext>
                  </a:extLst>
                </p14:cNvPr>
                <p14:cNvContentPartPr/>
                <p14:nvPr/>
              </p14:nvContentPartPr>
              <p14:xfrm>
                <a:off x="7512000" y="2298723"/>
                <a:ext cx="129960" cy="203760"/>
              </p14:xfrm>
            </p:contentPart>
          </mc:Choice>
          <mc:Fallback>
            <p:pic>
              <p:nvPicPr>
                <p:cNvPr id="13398" name="Ink 13397">
                  <a:extLst>
                    <a:ext uri="{FF2B5EF4-FFF2-40B4-BE49-F238E27FC236}">
                      <a16:creationId xmlns:a16="http://schemas.microsoft.com/office/drawing/2014/main" id="{22433113-C391-1486-9ED3-099A400A0A5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505880" y="2292603"/>
                  <a:ext cx="1422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399" name="Ink 13398">
                  <a:extLst>
                    <a:ext uri="{FF2B5EF4-FFF2-40B4-BE49-F238E27FC236}">
                      <a16:creationId xmlns:a16="http://schemas.microsoft.com/office/drawing/2014/main" id="{1A832801-3D93-CB41-D11D-68A26159CD41}"/>
                    </a:ext>
                  </a:extLst>
                </p14:cNvPr>
                <p14:cNvContentPartPr/>
                <p14:nvPr/>
              </p14:nvContentPartPr>
              <p14:xfrm>
                <a:off x="7795680" y="2290083"/>
                <a:ext cx="117000" cy="127440"/>
              </p14:xfrm>
            </p:contentPart>
          </mc:Choice>
          <mc:Fallback>
            <p:pic>
              <p:nvPicPr>
                <p:cNvPr id="13399" name="Ink 13398">
                  <a:extLst>
                    <a:ext uri="{FF2B5EF4-FFF2-40B4-BE49-F238E27FC236}">
                      <a16:creationId xmlns:a16="http://schemas.microsoft.com/office/drawing/2014/main" id="{1A832801-3D93-CB41-D11D-68A26159CD4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89560" y="2283963"/>
                  <a:ext cx="129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400" name="Ink 13399">
                  <a:extLst>
                    <a:ext uri="{FF2B5EF4-FFF2-40B4-BE49-F238E27FC236}">
                      <a16:creationId xmlns:a16="http://schemas.microsoft.com/office/drawing/2014/main" id="{028DC784-A97E-CF3E-B9B3-12F327F4B3F3}"/>
                    </a:ext>
                  </a:extLst>
                </p14:cNvPr>
                <p14:cNvContentPartPr/>
                <p14:nvPr/>
              </p14:nvContentPartPr>
              <p14:xfrm>
                <a:off x="7956240" y="2334723"/>
                <a:ext cx="94320" cy="59400"/>
              </p14:xfrm>
            </p:contentPart>
          </mc:Choice>
          <mc:Fallback>
            <p:pic>
              <p:nvPicPr>
                <p:cNvPr id="13400" name="Ink 13399">
                  <a:extLst>
                    <a:ext uri="{FF2B5EF4-FFF2-40B4-BE49-F238E27FC236}">
                      <a16:creationId xmlns:a16="http://schemas.microsoft.com/office/drawing/2014/main" id="{028DC784-A97E-CF3E-B9B3-12F327F4B3F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50120" y="2328603"/>
                  <a:ext cx="106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401" name="Ink 13400">
                  <a:extLst>
                    <a:ext uri="{FF2B5EF4-FFF2-40B4-BE49-F238E27FC236}">
                      <a16:creationId xmlns:a16="http://schemas.microsoft.com/office/drawing/2014/main" id="{ABC8987C-0D78-B23D-8995-5B6F17F0983E}"/>
                    </a:ext>
                  </a:extLst>
                </p14:cNvPr>
                <p14:cNvContentPartPr/>
                <p14:nvPr/>
              </p14:nvContentPartPr>
              <p14:xfrm>
                <a:off x="8062080" y="2332923"/>
                <a:ext cx="69120" cy="59040"/>
              </p14:xfrm>
            </p:contentPart>
          </mc:Choice>
          <mc:Fallback>
            <p:pic>
              <p:nvPicPr>
                <p:cNvPr id="13401" name="Ink 13400">
                  <a:extLst>
                    <a:ext uri="{FF2B5EF4-FFF2-40B4-BE49-F238E27FC236}">
                      <a16:creationId xmlns:a16="http://schemas.microsoft.com/office/drawing/2014/main" id="{ABC8987C-0D78-B23D-8995-5B6F17F0983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55960" y="2326803"/>
                  <a:ext cx="81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402" name="Ink 13401">
                  <a:extLst>
                    <a:ext uri="{FF2B5EF4-FFF2-40B4-BE49-F238E27FC236}">
                      <a16:creationId xmlns:a16="http://schemas.microsoft.com/office/drawing/2014/main" id="{6E28B857-11A2-BE32-0698-0132B24CFD5A}"/>
                    </a:ext>
                  </a:extLst>
                </p14:cNvPr>
                <p14:cNvContentPartPr/>
                <p14:nvPr/>
              </p14:nvContentPartPr>
              <p14:xfrm>
                <a:off x="8130480" y="2300883"/>
                <a:ext cx="122760" cy="73080"/>
              </p14:xfrm>
            </p:contentPart>
          </mc:Choice>
          <mc:Fallback>
            <p:pic>
              <p:nvPicPr>
                <p:cNvPr id="13402" name="Ink 13401">
                  <a:extLst>
                    <a:ext uri="{FF2B5EF4-FFF2-40B4-BE49-F238E27FC236}">
                      <a16:creationId xmlns:a16="http://schemas.microsoft.com/office/drawing/2014/main" id="{6E28B857-11A2-BE32-0698-0132B24CFD5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24360" y="2294763"/>
                  <a:ext cx="135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403" name="Ink 13402">
                  <a:extLst>
                    <a:ext uri="{FF2B5EF4-FFF2-40B4-BE49-F238E27FC236}">
                      <a16:creationId xmlns:a16="http://schemas.microsoft.com/office/drawing/2014/main" id="{CDC9936D-69D0-ACD4-278B-C6E6D93C916D}"/>
                    </a:ext>
                  </a:extLst>
                </p14:cNvPr>
                <p14:cNvContentPartPr/>
                <p14:nvPr/>
              </p14:nvContentPartPr>
              <p14:xfrm>
                <a:off x="8303280" y="2290083"/>
                <a:ext cx="142560" cy="75600"/>
              </p14:xfrm>
            </p:contentPart>
          </mc:Choice>
          <mc:Fallback>
            <p:pic>
              <p:nvPicPr>
                <p:cNvPr id="13403" name="Ink 13402">
                  <a:extLst>
                    <a:ext uri="{FF2B5EF4-FFF2-40B4-BE49-F238E27FC236}">
                      <a16:creationId xmlns:a16="http://schemas.microsoft.com/office/drawing/2014/main" id="{CDC9936D-69D0-ACD4-278B-C6E6D93C916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97160" y="2283963"/>
                  <a:ext cx="1548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15" name="Group 13414">
            <a:extLst>
              <a:ext uri="{FF2B5EF4-FFF2-40B4-BE49-F238E27FC236}">
                <a16:creationId xmlns:a16="http://schemas.microsoft.com/office/drawing/2014/main" id="{27F99498-6A86-52B7-BCCC-4AD7DAF22B3F}"/>
              </a:ext>
            </a:extLst>
          </p:cNvPr>
          <p:cNvGrpSpPr/>
          <p:nvPr/>
        </p:nvGrpSpPr>
        <p:grpSpPr>
          <a:xfrm>
            <a:off x="1799160" y="3967323"/>
            <a:ext cx="1073880" cy="376560"/>
            <a:chOff x="1799160" y="3967323"/>
            <a:chExt cx="107388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405" name="Ink 13404">
                  <a:extLst>
                    <a:ext uri="{FF2B5EF4-FFF2-40B4-BE49-F238E27FC236}">
                      <a16:creationId xmlns:a16="http://schemas.microsoft.com/office/drawing/2014/main" id="{3209DF89-28E4-02FE-9820-94023BE7D8D7}"/>
                    </a:ext>
                  </a:extLst>
                </p14:cNvPr>
                <p14:cNvContentPartPr/>
                <p14:nvPr/>
              </p14:nvContentPartPr>
              <p14:xfrm>
                <a:off x="1799160" y="3981003"/>
                <a:ext cx="150840" cy="136800"/>
              </p14:xfrm>
            </p:contentPart>
          </mc:Choice>
          <mc:Fallback>
            <p:pic>
              <p:nvPicPr>
                <p:cNvPr id="13405" name="Ink 13404">
                  <a:extLst>
                    <a:ext uri="{FF2B5EF4-FFF2-40B4-BE49-F238E27FC236}">
                      <a16:creationId xmlns:a16="http://schemas.microsoft.com/office/drawing/2014/main" id="{3209DF89-28E4-02FE-9820-94023BE7D8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793040" y="3974883"/>
                  <a:ext cx="163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406" name="Ink 13405">
                  <a:extLst>
                    <a:ext uri="{FF2B5EF4-FFF2-40B4-BE49-F238E27FC236}">
                      <a16:creationId xmlns:a16="http://schemas.microsoft.com/office/drawing/2014/main" id="{C1FB0790-9DE7-BD97-0D3A-4AB3C0173415}"/>
                    </a:ext>
                  </a:extLst>
                </p14:cNvPr>
                <p14:cNvContentPartPr/>
                <p14:nvPr/>
              </p14:nvContentPartPr>
              <p14:xfrm>
                <a:off x="1888440" y="3967323"/>
                <a:ext cx="141480" cy="351360"/>
              </p14:xfrm>
            </p:contentPart>
          </mc:Choice>
          <mc:Fallback>
            <p:pic>
              <p:nvPicPr>
                <p:cNvPr id="13406" name="Ink 13405">
                  <a:extLst>
                    <a:ext uri="{FF2B5EF4-FFF2-40B4-BE49-F238E27FC236}">
                      <a16:creationId xmlns:a16="http://schemas.microsoft.com/office/drawing/2014/main" id="{C1FB0790-9DE7-BD97-0D3A-4AB3C017341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82320" y="3961203"/>
                  <a:ext cx="1537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407" name="Ink 13406">
                  <a:extLst>
                    <a:ext uri="{FF2B5EF4-FFF2-40B4-BE49-F238E27FC236}">
                      <a16:creationId xmlns:a16="http://schemas.microsoft.com/office/drawing/2014/main" id="{8177474A-2173-2128-14B5-A4C859D116E3}"/>
                    </a:ext>
                  </a:extLst>
                </p14:cNvPr>
                <p14:cNvContentPartPr/>
                <p14:nvPr/>
              </p14:nvContentPartPr>
              <p14:xfrm>
                <a:off x="2145840" y="4027443"/>
                <a:ext cx="15120" cy="218520"/>
              </p14:xfrm>
            </p:contentPart>
          </mc:Choice>
          <mc:Fallback>
            <p:pic>
              <p:nvPicPr>
                <p:cNvPr id="13407" name="Ink 13406">
                  <a:extLst>
                    <a:ext uri="{FF2B5EF4-FFF2-40B4-BE49-F238E27FC236}">
                      <a16:creationId xmlns:a16="http://schemas.microsoft.com/office/drawing/2014/main" id="{8177474A-2173-2128-14B5-A4C859D116E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39720" y="4021323"/>
                  <a:ext cx="273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408" name="Ink 13407">
                  <a:extLst>
                    <a:ext uri="{FF2B5EF4-FFF2-40B4-BE49-F238E27FC236}">
                      <a16:creationId xmlns:a16="http://schemas.microsoft.com/office/drawing/2014/main" id="{36F88A3D-1DCA-BA95-C3A6-304C3F9C1AA8}"/>
                    </a:ext>
                  </a:extLst>
                </p14:cNvPr>
                <p14:cNvContentPartPr/>
                <p14:nvPr/>
              </p14:nvContentPartPr>
              <p14:xfrm>
                <a:off x="2234040" y="4167123"/>
                <a:ext cx="44280" cy="73080"/>
              </p14:xfrm>
            </p:contentPart>
          </mc:Choice>
          <mc:Fallback>
            <p:pic>
              <p:nvPicPr>
                <p:cNvPr id="13408" name="Ink 13407">
                  <a:extLst>
                    <a:ext uri="{FF2B5EF4-FFF2-40B4-BE49-F238E27FC236}">
                      <a16:creationId xmlns:a16="http://schemas.microsoft.com/office/drawing/2014/main" id="{36F88A3D-1DCA-BA95-C3A6-304C3F9C1A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227920" y="4161003"/>
                  <a:ext cx="56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409" name="Ink 13408">
                  <a:extLst>
                    <a:ext uri="{FF2B5EF4-FFF2-40B4-BE49-F238E27FC236}">
                      <a16:creationId xmlns:a16="http://schemas.microsoft.com/office/drawing/2014/main" id="{BB1BABD0-2E1A-FB79-571E-A5D73FCF4468}"/>
                    </a:ext>
                  </a:extLst>
                </p14:cNvPr>
                <p14:cNvContentPartPr/>
                <p14:nvPr/>
              </p14:nvContentPartPr>
              <p14:xfrm>
                <a:off x="2328720" y="4153803"/>
                <a:ext cx="106200" cy="73080"/>
              </p14:xfrm>
            </p:contentPart>
          </mc:Choice>
          <mc:Fallback>
            <p:pic>
              <p:nvPicPr>
                <p:cNvPr id="13409" name="Ink 13408">
                  <a:extLst>
                    <a:ext uri="{FF2B5EF4-FFF2-40B4-BE49-F238E27FC236}">
                      <a16:creationId xmlns:a16="http://schemas.microsoft.com/office/drawing/2014/main" id="{BB1BABD0-2E1A-FB79-571E-A5D73FCF446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322600" y="4147683"/>
                  <a:ext cx="118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410" name="Ink 13409">
                  <a:extLst>
                    <a:ext uri="{FF2B5EF4-FFF2-40B4-BE49-F238E27FC236}">
                      <a16:creationId xmlns:a16="http://schemas.microsoft.com/office/drawing/2014/main" id="{F3EC3D5B-DD5C-69B0-6567-EFF64BBE09FF}"/>
                    </a:ext>
                  </a:extLst>
                </p14:cNvPr>
                <p14:cNvContentPartPr/>
                <p14:nvPr/>
              </p14:nvContentPartPr>
              <p14:xfrm>
                <a:off x="2459760" y="4090443"/>
                <a:ext cx="111240" cy="127080"/>
              </p14:xfrm>
            </p:contentPart>
          </mc:Choice>
          <mc:Fallback>
            <p:pic>
              <p:nvPicPr>
                <p:cNvPr id="13410" name="Ink 13409">
                  <a:extLst>
                    <a:ext uri="{FF2B5EF4-FFF2-40B4-BE49-F238E27FC236}">
                      <a16:creationId xmlns:a16="http://schemas.microsoft.com/office/drawing/2014/main" id="{F3EC3D5B-DD5C-69B0-6567-EFF64BBE09F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53640" y="4084323"/>
                  <a:ext cx="123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411" name="Ink 13410">
                  <a:extLst>
                    <a:ext uri="{FF2B5EF4-FFF2-40B4-BE49-F238E27FC236}">
                      <a16:creationId xmlns:a16="http://schemas.microsoft.com/office/drawing/2014/main" id="{627F8294-B2CB-7FE6-BB39-3CB9BC2F1DDC}"/>
                    </a:ext>
                  </a:extLst>
                </p14:cNvPr>
                <p14:cNvContentPartPr/>
                <p14:nvPr/>
              </p14:nvContentPartPr>
              <p14:xfrm>
                <a:off x="2582880" y="4163883"/>
                <a:ext cx="29520" cy="37800"/>
              </p14:xfrm>
            </p:contentPart>
          </mc:Choice>
          <mc:Fallback>
            <p:pic>
              <p:nvPicPr>
                <p:cNvPr id="13411" name="Ink 13410">
                  <a:extLst>
                    <a:ext uri="{FF2B5EF4-FFF2-40B4-BE49-F238E27FC236}">
                      <a16:creationId xmlns:a16="http://schemas.microsoft.com/office/drawing/2014/main" id="{627F8294-B2CB-7FE6-BB39-3CB9BC2F1DD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76760" y="4157763"/>
                  <a:ext cx="41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412" name="Ink 13411">
                  <a:extLst>
                    <a:ext uri="{FF2B5EF4-FFF2-40B4-BE49-F238E27FC236}">
                      <a16:creationId xmlns:a16="http://schemas.microsoft.com/office/drawing/2014/main" id="{5B5654BA-A5F9-BFD9-C7CB-32A60C396AC3}"/>
                    </a:ext>
                  </a:extLst>
                </p14:cNvPr>
                <p14:cNvContentPartPr/>
                <p14:nvPr/>
              </p14:nvContentPartPr>
              <p14:xfrm>
                <a:off x="2549760" y="4125363"/>
                <a:ext cx="21960" cy="3960"/>
              </p14:xfrm>
            </p:contentPart>
          </mc:Choice>
          <mc:Fallback>
            <p:pic>
              <p:nvPicPr>
                <p:cNvPr id="13412" name="Ink 13411">
                  <a:extLst>
                    <a:ext uri="{FF2B5EF4-FFF2-40B4-BE49-F238E27FC236}">
                      <a16:creationId xmlns:a16="http://schemas.microsoft.com/office/drawing/2014/main" id="{5B5654BA-A5F9-BFD9-C7CB-32A60C396AC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543640" y="4119243"/>
                  <a:ext cx="342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413" name="Ink 13412">
                  <a:extLst>
                    <a:ext uri="{FF2B5EF4-FFF2-40B4-BE49-F238E27FC236}">
                      <a16:creationId xmlns:a16="http://schemas.microsoft.com/office/drawing/2014/main" id="{A95AA888-94DD-DE6E-04D8-8D41B17D4E4E}"/>
                    </a:ext>
                  </a:extLst>
                </p14:cNvPr>
                <p14:cNvContentPartPr/>
                <p14:nvPr/>
              </p14:nvContentPartPr>
              <p14:xfrm>
                <a:off x="2621760" y="4146243"/>
                <a:ext cx="115200" cy="33840"/>
              </p14:xfrm>
            </p:contentPart>
          </mc:Choice>
          <mc:Fallback>
            <p:pic>
              <p:nvPicPr>
                <p:cNvPr id="13413" name="Ink 13412">
                  <a:extLst>
                    <a:ext uri="{FF2B5EF4-FFF2-40B4-BE49-F238E27FC236}">
                      <a16:creationId xmlns:a16="http://schemas.microsoft.com/office/drawing/2014/main" id="{A95AA888-94DD-DE6E-04D8-8D41B17D4E4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15640" y="4140123"/>
                  <a:ext cx="127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414" name="Ink 13413">
                  <a:extLst>
                    <a:ext uri="{FF2B5EF4-FFF2-40B4-BE49-F238E27FC236}">
                      <a16:creationId xmlns:a16="http://schemas.microsoft.com/office/drawing/2014/main" id="{ACEE1367-CCA6-4E4C-1859-27E3BBE9CE2E}"/>
                    </a:ext>
                  </a:extLst>
                </p14:cNvPr>
                <p14:cNvContentPartPr/>
                <p14:nvPr/>
              </p14:nvContentPartPr>
              <p14:xfrm>
                <a:off x="2778000" y="4123923"/>
                <a:ext cx="95040" cy="219960"/>
              </p14:xfrm>
            </p:contentPart>
          </mc:Choice>
          <mc:Fallback>
            <p:pic>
              <p:nvPicPr>
                <p:cNvPr id="13414" name="Ink 13413">
                  <a:extLst>
                    <a:ext uri="{FF2B5EF4-FFF2-40B4-BE49-F238E27FC236}">
                      <a16:creationId xmlns:a16="http://schemas.microsoft.com/office/drawing/2014/main" id="{ACEE1367-CCA6-4E4C-1859-27E3BBE9CE2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71880" y="4117803"/>
                  <a:ext cx="10728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18" name="Group 13417">
            <a:extLst>
              <a:ext uri="{FF2B5EF4-FFF2-40B4-BE49-F238E27FC236}">
                <a16:creationId xmlns:a16="http://schemas.microsoft.com/office/drawing/2014/main" id="{DFE0900E-4E31-CFE8-C24C-55D41CDE3F6D}"/>
              </a:ext>
            </a:extLst>
          </p:cNvPr>
          <p:cNvGrpSpPr/>
          <p:nvPr/>
        </p:nvGrpSpPr>
        <p:grpSpPr>
          <a:xfrm>
            <a:off x="4756920" y="3618483"/>
            <a:ext cx="265320" cy="92160"/>
            <a:chOff x="4756920" y="3618483"/>
            <a:chExt cx="265320" cy="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416" name="Ink 13415">
                  <a:extLst>
                    <a:ext uri="{FF2B5EF4-FFF2-40B4-BE49-F238E27FC236}">
                      <a16:creationId xmlns:a16="http://schemas.microsoft.com/office/drawing/2014/main" id="{82BA8D98-6105-AFF3-9B6B-435F74B2B3D2}"/>
                    </a:ext>
                  </a:extLst>
                </p14:cNvPr>
                <p14:cNvContentPartPr/>
                <p14:nvPr/>
              </p14:nvContentPartPr>
              <p14:xfrm>
                <a:off x="4782840" y="3618483"/>
                <a:ext cx="183240" cy="25200"/>
              </p14:xfrm>
            </p:contentPart>
          </mc:Choice>
          <mc:Fallback>
            <p:pic>
              <p:nvPicPr>
                <p:cNvPr id="13416" name="Ink 13415">
                  <a:extLst>
                    <a:ext uri="{FF2B5EF4-FFF2-40B4-BE49-F238E27FC236}">
                      <a16:creationId xmlns:a16="http://schemas.microsoft.com/office/drawing/2014/main" id="{82BA8D98-6105-AFF3-9B6B-435F74B2B3D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76720" y="3612363"/>
                  <a:ext cx="195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417" name="Ink 13416">
                  <a:extLst>
                    <a:ext uri="{FF2B5EF4-FFF2-40B4-BE49-F238E27FC236}">
                      <a16:creationId xmlns:a16="http://schemas.microsoft.com/office/drawing/2014/main" id="{A36D46EC-F6EF-BD81-F753-90E2FECD9CEE}"/>
                    </a:ext>
                  </a:extLst>
                </p14:cNvPr>
                <p14:cNvContentPartPr/>
                <p14:nvPr/>
              </p14:nvContentPartPr>
              <p14:xfrm>
                <a:off x="4756920" y="3655203"/>
                <a:ext cx="265320" cy="55440"/>
              </p14:xfrm>
            </p:contentPart>
          </mc:Choice>
          <mc:Fallback>
            <p:pic>
              <p:nvPicPr>
                <p:cNvPr id="13417" name="Ink 13416">
                  <a:extLst>
                    <a:ext uri="{FF2B5EF4-FFF2-40B4-BE49-F238E27FC236}">
                      <a16:creationId xmlns:a16="http://schemas.microsoft.com/office/drawing/2014/main" id="{A36D46EC-F6EF-BD81-F753-90E2FECD9CE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50800" y="3649083"/>
                  <a:ext cx="27756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3419" name="Ink 13418">
                <a:extLst>
                  <a:ext uri="{FF2B5EF4-FFF2-40B4-BE49-F238E27FC236}">
                    <a16:creationId xmlns:a16="http://schemas.microsoft.com/office/drawing/2014/main" id="{EFC3F076-75ED-487E-1DE8-E2A4D2D5D0B2}"/>
                  </a:ext>
                </a:extLst>
              </p14:cNvPr>
              <p14:cNvContentPartPr/>
              <p14:nvPr/>
            </p14:nvContentPartPr>
            <p14:xfrm>
              <a:off x="3744240" y="4467723"/>
              <a:ext cx="1496160" cy="752400"/>
            </p14:xfrm>
          </p:contentPart>
        </mc:Choice>
        <mc:Fallback>
          <p:pic>
            <p:nvPicPr>
              <p:cNvPr id="13419" name="Ink 13418">
                <a:extLst>
                  <a:ext uri="{FF2B5EF4-FFF2-40B4-BE49-F238E27FC236}">
                    <a16:creationId xmlns:a16="http://schemas.microsoft.com/office/drawing/2014/main" id="{EFC3F076-75ED-487E-1DE8-E2A4D2D5D0B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738120" y="4461603"/>
                <a:ext cx="1508400" cy="764640"/>
              </a:xfrm>
              <a:prstGeom prst="rect">
                <a:avLst/>
              </a:prstGeom>
            </p:spPr>
          </p:pic>
        </mc:Fallback>
      </mc:AlternateContent>
      <p:pic>
        <p:nvPicPr>
          <p:cNvPr id="13421" name="Picture 13420">
            <a:extLst>
              <a:ext uri="{FF2B5EF4-FFF2-40B4-BE49-F238E27FC236}">
                <a16:creationId xmlns:a16="http://schemas.microsoft.com/office/drawing/2014/main" id="{038BF30A-968F-8646-ED38-F89E1BB19BF8}"/>
              </a:ext>
            </a:extLst>
          </p:cNvPr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-355532" y="496170"/>
            <a:ext cx="7440063" cy="4477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3422" name="Ink 13421">
                <a:extLst>
                  <a:ext uri="{FF2B5EF4-FFF2-40B4-BE49-F238E27FC236}">
                    <a16:creationId xmlns:a16="http://schemas.microsoft.com/office/drawing/2014/main" id="{E4E22BAA-172B-F3D4-40BA-B5F8FFDE75F0}"/>
                  </a:ext>
                </a:extLst>
              </p14:cNvPr>
              <p14:cNvContentPartPr/>
              <p14:nvPr/>
            </p14:nvContentPartPr>
            <p14:xfrm>
              <a:off x="8028600" y="792088"/>
              <a:ext cx="149040" cy="98640"/>
            </p14:xfrm>
          </p:contentPart>
        </mc:Choice>
        <mc:Fallback>
          <p:pic>
            <p:nvPicPr>
              <p:cNvPr id="13422" name="Ink 13421">
                <a:extLst>
                  <a:ext uri="{FF2B5EF4-FFF2-40B4-BE49-F238E27FC236}">
                    <a16:creationId xmlns:a16="http://schemas.microsoft.com/office/drawing/2014/main" id="{E4E22BAA-172B-F3D4-40BA-B5F8FFDE75F0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8022480" y="785968"/>
                <a:ext cx="1612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3424" name="Ink 13423">
                <a:extLst>
                  <a:ext uri="{FF2B5EF4-FFF2-40B4-BE49-F238E27FC236}">
                    <a16:creationId xmlns:a16="http://schemas.microsoft.com/office/drawing/2014/main" id="{20E43707-9F64-F21C-9D90-C08E6CB430BC}"/>
                  </a:ext>
                </a:extLst>
              </p14:cNvPr>
              <p14:cNvContentPartPr/>
              <p14:nvPr/>
            </p14:nvContentPartPr>
            <p14:xfrm>
              <a:off x="8555640" y="814768"/>
              <a:ext cx="4680" cy="8280"/>
            </p14:xfrm>
          </p:contentPart>
        </mc:Choice>
        <mc:Fallback>
          <p:pic>
            <p:nvPicPr>
              <p:cNvPr id="13424" name="Ink 13423">
                <a:extLst>
                  <a:ext uri="{FF2B5EF4-FFF2-40B4-BE49-F238E27FC236}">
                    <a16:creationId xmlns:a16="http://schemas.microsoft.com/office/drawing/2014/main" id="{20E43707-9F64-F21C-9D90-C08E6CB430B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8549520" y="808648"/>
                <a:ext cx="169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3425" name="Ink 13424">
                <a:extLst>
                  <a:ext uri="{FF2B5EF4-FFF2-40B4-BE49-F238E27FC236}">
                    <a16:creationId xmlns:a16="http://schemas.microsoft.com/office/drawing/2014/main" id="{30C95649-62AE-D0EF-590B-9BB125D12B62}"/>
                  </a:ext>
                </a:extLst>
              </p14:cNvPr>
              <p14:cNvContentPartPr/>
              <p14:nvPr/>
            </p14:nvContentPartPr>
            <p14:xfrm>
              <a:off x="509280" y="1343248"/>
              <a:ext cx="52920" cy="282240"/>
            </p14:xfrm>
          </p:contentPart>
        </mc:Choice>
        <mc:Fallback>
          <p:pic>
            <p:nvPicPr>
              <p:cNvPr id="13425" name="Ink 13424">
                <a:extLst>
                  <a:ext uri="{FF2B5EF4-FFF2-40B4-BE49-F238E27FC236}">
                    <a16:creationId xmlns:a16="http://schemas.microsoft.com/office/drawing/2014/main" id="{30C95649-62AE-D0EF-590B-9BB125D12B62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03160" y="1337128"/>
                <a:ext cx="65160" cy="29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27" name="Group 13426">
            <a:extLst>
              <a:ext uri="{FF2B5EF4-FFF2-40B4-BE49-F238E27FC236}">
                <a16:creationId xmlns:a16="http://schemas.microsoft.com/office/drawing/2014/main" id="{FBB956F1-10A6-9C23-CED8-A3DD1D20A741}"/>
              </a:ext>
            </a:extLst>
          </p:cNvPr>
          <p:cNvGrpSpPr/>
          <p:nvPr/>
        </p:nvGrpSpPr>
        <p:grpSpPr>
          <a:xfrm>
            <a:off x="3161400" y="946168"/>
            <a:ext cx="2255400" cy="542880"/>
            <a:chOff x="3161400" y="946168"/>
            <a:chExt cx="225540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71EDF1-F1B8-BA40-8037-5497CD91F4E7}"/>
                    </a:ext>
                  </a:extLst>
                </p14:cNvPr>
                <p14:cNvContentPartPr/>
                <p14:nvPr/>
              </p14:nvContentPartPr>
              <p14:xfrm>
                <a:off x="4545960" y="1417803"/>
                <a:ext cx="1080" cy="1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71EDF1-F1B8-BA40-8037-5497CD91F4E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39840" y="1411683"/>
                  <a:ext cx="133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AE7C4A7-DD4B-FB82-70C4-0ABF1B926C3F}"/>
                    </a:ext>
                  </a:extLst>
                </p14:cNvPr>
                <p14:cNvContentPartPr/>
                <p14:nvPr/>
              </p14:nvContentPartPr>
              <p14:xfrm>
                <a:off x="4547040" y="1402683"/>
                <a:ext cx="118440" cy="16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AE7C4A7-DD4B-FB82-70C4-0ABF1B926C3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540920" y="1396563"/>
                  <a:ext cx="130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B100C9-CE6A-DE37-67F6-AF7365BA490E}"/>
                    </a:ext>
                  </a:extLst>
                </p14:cNvPr>
                <p14:cNvContentPartPr/>
                <p14:nvPr/>
              </p14:nvContentPartPr>
              <p14:xfrm>
                <a:off x="4559640" y="1396923"/>
                <a:ext cx="128160" cy="21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B100C9-CE6A-DE37-67F6-AF7365BA490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553520" y="1390803"/>
                  <a:ext cx="140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2CCF5A7-F6A1-400C-6BCC-AAF109155D3E}"/>
                    </a:ext>
                  </a:extLst>
                </p14:cNvPr>
                <p14:cNvContentPartPr/>
                <p14:nvPr/>
              </p14:nvContentPartPr>
              <p14:xfrm>
                <a:off x="4544520" y="1449843"/>
                <a:ext cx="139320" cy="27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2CCF5A7-F6A1-400C-6BCC-AAF109155D3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538400" y="1443723"/>
                  <a:ext cx="151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1FE4F5-2838-EBDF-70CA-D7498EC2A5BD}"/>
                    </a:ext>
                  </a:extLst>
                </p14:cNvPr>
                <p14:cNvContentPartPr/>
                <p14:nvPr/>
              </p14:nvContentPartPr>
              <p14:xfrm>
                <a:off x="4563960" y="1436163"/>
                <a:ext cx="120960" cy="29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1FE4F5-2838-EBDF-70CA-D7498EC2A5B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557840" y="1430043"/>
                  <a:ext cx="133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3426" name="Ink 13425">
                  <a:extLst>
                    <a:ext uri="{FF2B5EF4-FFF2-40B4-BE49-F238E27FC236}">
                      <a16:creationId xmlns:a16="http://schemas.microsoft.com/office/drawing/2014/main" id="{B625BF9E-E011-702D-83A1-CFB526D5D3FD}"/>
                    </a:ext>
                  </a:extLst>
                </p14:cNvPr>
                <p14:cNvContentPartPr/>
                <p14:nvPr/>
              </p14:nvContentPartPr>
              <p14:xfrm>
                <a:off x="3161400" y="946168"/>
                <a:ext cx="2255400" cy="542880"/>
              </p14:xfrm>
            </p:contentPart>
          </mc:Choice>
          <mc:Fallback>
            <p:pic>
              <p:nvPicPr>
                <p:cNvPr id="13426" name="Ink 13425">
                  <a:extLst>
                    <a:ext uri="{FF2B5EF4-FFF2-40B4-BE49-F238E27FC236}">
                      <a16:creationId xmlns:a16="http://schemas.microsoft.com/office/drawing/2014/main" id="{B625BF9E-E011-702D-83A1-CFB526D5D3F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55280" y="940048"/>
                  <a:ext cx="2267640" cy="55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30" name="Group 13429">
            <a:extLst>
              <a:ext uri="{FF2B5EF4-FFF2-40B4-BE49-F238E27FC236}">
                <a16:creationId xmlns:a16="http://schemas.microsoft.com/office/drawing/2014/main" id="{2DF47785-DD71-11F2-ADFB-D165E324E4F7}"/>
              </a:ext>
            </a:extLst>
          </p:cNvPr>
          <p:cNvGrpSpPr/>
          <p:nvPr/>
        </p:nvGrpSpPr>
        <p:grpSpPr>
          <a:xfrm>
            <a:off x="3683040" y="1030408"/>
            <a:ext cx="115560" cy="125280"/>
            <a:chOff x="3683040" y="1030408"/>
            <a:chExt cx="115560" cy="1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3428" name="Ink 13427">
                  <a:extLst>
                    <a:ext uri="{FF2B5EF4-FFF2-40B4-BE49-F238E27FC236}">
                      <a16:creationId xmlns:a16="http://schemas.microsoft.com/office/drawing/2014/main" id="{58001812-461C-C4B2-0913-2D87DD3A0448}"/>
                    </a:ext>
                  </a:extLst>
                </p14:cNvPr>
                <p14:cNvContentPartPr/>
                <p14:nvPr/>
              </p14:nvContentPartPr>
              <p14:xfrm>
                <a:off x="3683040" y="1057408"/>
                <a:ext cx="115560" cy="81360"/>
              </p14:xfrm>
            </p:contentPart>
          </mc:Choice>
          <mc:Fallback>
            <p:pic>
              <p:nvPicPr>
                <p:cNvPr id="13428" name="Ink 13427">
                  <a:extLst>
                    <a:ext uri="{FF2B5EF4-FFF2-40B4-BE49-F238E27FC236}">
                      <a16:creationId xmlns:a16="http://schemas.microsoft.com/office/drawing/2014/main" id="{58001812-461C-C4B2-0913-2D87DD3A044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676920" y="1051288"/>
                  <a:ext cx="127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3429" name="Ink 13428">
                  <a:extLst>
                    <a:ext uri="{FF2B5EF4-FFF2-40B4-BE49-F238E27FC236}">
                      <a16:creationId xmlns:a16="http://schemas.microsoft.com/office/drawing/2014/main" id="{AAEF6C25-A575-9442-9E4B-D45E0D08EF92}"/>
                    </a:ext>
                  </a:extLst>
                </p14:cNvPr>
                <p14:cNvContentPartPr/>
                <p14:nvPr/>
              </p14:nvContentPartPr>
              <p14:xfrm>
                <a:off x="3701760" y="1030408"/>
                <a:ext cx="74160" cy="125280"/>
              </p14:xfrm>
            </p:contentPart>
          </mc:Choice>
          <mc:Fallback>
            <p:pic>
              <p:nvPicPr>
                <p:cNvPr id="13429" name="Ink 13428">
                  <a:extLst>
                    <a:ext uri="{FF2B5EF4-FFF2-40B4-BE49-F238E27FC236}">
                      <a16:creationId xmlns:a16="http://schemas.microsoft.com/office/drawing/2014/main" id="{AAEF6C25-A575-9442-9E4B-D45E0D08EF9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695640" y="1024288"/>
                  <a:ext cx="8640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3431" name="Ink 13430">
                <a:extLst>
                  <a:ext uri="{FF2B5EF4-FFF2-40B4-BE49-F238E27FC236}">
                    <a16:creationId xmlns:a16="http://schemas.microsoft.com/office/drawing/2014/main" id="{B80207D2-077F-198E-102C-1A9A1C01CCAA}"/>
                  </a:ext>
                </a:extLst>
              </p14:cNvPr>
              <p14:cNvContentPartPr/>
              <p14:nvPr/>
            </p14:nvContentPartPr>
            <p14:xfrm>
              <a:off x="5197920" y="1313368"/>
              <a:ext cx="5400" cy="3240"/>
            </p14:xfrm>
          </p:contentPart>
        </mc:Choice>
        <mc:Fallback>
          <p:pic>
            <p:nvPicPr>
              <p:cNvPr id="13431" name="Ink 13430">
                <a:extLst>
                  <a:ext uri="{FF2B5EF4-FFF2-40B4-BE49-F238E27FC236}">
                    <a16:creationId xmlns:a16="http://schemas.microsoft.com/office/drawing/2014/main" id="{B80207D2-077F-198E-102C-1A9A1C01CCAA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5191800" y="1307248"/>
                <a:ext cx="1764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3432" name="Ink 13431">
                <a:extLst>
                  <a:ext uri="{FF2B5EF4-FFF2-40B4-BE49-F238E27FC236}">
                    <a16:creationId xmlns:a16="http://schemas.microsoft.com/office/drawing/2014/main" id="{38326F06-0AEF-FF8D-2C5E-760185CC11BF}"/>
                  </a:ext>
                </a:extLst>
              </p14:cNvPr>
              <p14:cNvContentPartPr/>
              <p14:nvPr/>
            </p14:nvContentPartPr>
            <p14:xfrm>
              <a:off x="3497640" y="1349008"/>
              <a:ext cx="6480" cy="4680"/>
            </p14:xfrm>
          </p:contentPart>
        </mc:Choice>
        <mc:Fallback>
          <p:pic>
            <p:nvPicPr>
              <p:cNvPr id="13432" name="Ink 13431">
                <a:extLst>
                  <a:ext uri="{FF2B5EF4-FFF2-40B4-BE49-F238E27FC236}">
                    <a16:creationId xmlns:a16="http://schemas.microsoft.com/office/drawing/2014/main" id="{38326F06-0AEF-FF8D-2C5E-760185CC11BF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3491520" y="1342888"/>
                <a:ext cx="18720" cy="1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6504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427A-AB2A-A37D-196A-E0D83E331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AD340907-FDD7-CF86-2539-5D890A21C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540" y="0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Find X Scores &amp; Y Loadings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F5DB1F-1535-7906-6C20-A5EDDDA821C1}"/>
                  </a:ext>
                </a:extLst>
              </p:cNvPr>
              <p:cNvSpPr txBox="1"/>
              <p:nvPr/>
            </p:nvSpPr>
            <p:spPr>
              <a:xfrm>
                <a:off x="459058" y="313565"/>
                <a:ext cx="7848872" cy="1201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Now perform the regression 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find X scores vector </a:t>
                </a:r>
                <a:r>
                  <a:rPr lang="en-US" b="1" dirty="0" err="1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aseline="-25000" dirty="0" err="1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en-US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58" y="313565"/>
                <a:ext cx="7848872" cy="1201226"/>
              </a:xfrm>
              <a:prstGeom prst="rect">
                <a:avLst/>
              </a:prstGeom>
              <a:blipFill>
                <a:blip r:embed="rId3"/>
                <a:stretch>
                  <a:fillRect l="-6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ABA3C50-5829-D90C-D2FF-1E9A45697419}"/>
                  </a:ext>
                </a:extLst>
              </p:cNvPr>
              <p:cNvSpPr/>
              <p:nvPr/>
            </p:nvSpPr>
            <p:spPr>
              <a:xfrm>
                <a:off x="3295023" y="1500986"/>
                <a:ext cx="21769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′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023" y="1500986"/>
                <a:ext cx="217694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2ED0B14-8B85-FDE3-2205-D05B266AAD2F}"/>
                  </a:ext>
                </a:extLst>
              </p:cNvPr>
              <p:cNvSpPr/>
              <p:nvPr/>
            </p:nvSpPr>
            <p:spPr>
              <a:xfrm>
                <a:off x="3131840" y="2094199"/>
                <a:ext cx="2695290" cy="382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094199"/>
                <a:ext cx="2695290" cy="382349"/>
              </a:xfrm>
              <a:prstGeom prst="rect">
                <a:avLst/>
              </a:prstGeom>
              <a:blipFill>
                <a:blip r:embed="rId5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8291CC-3409-642B-2F97-93ED0FB286ED}"/>
                  </a:ext>
                </a:extLst>
              </p:cNvPr>
              <p:cNvSpPr txBox="1"/>
              <p:nvPr/>
            </p:nvSpPr>
            <p:spPr>
              <a:xfrm>
                <a:off x="611560" y="2490177"/>
                <a:ext cx="8361414" cy="1201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4: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Then perform the regression to find the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loadings (q vectors) as given by  (using X scores)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  <m:sup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</m:e>
                      <m:sub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𝟑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490177"/>
                <a:ext cx="8361414" cy="1201226"/>
              </a:xfrm>
              <a:prstGeom prst="rect">
                <a:avLst/>
              </a:prstGeom>
              <a:blipFill>
                <a:blip r:embed="rId6"/>
                <a:stretch>
                  <a:fillRect l="-583" r="-5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833FC1E-C440-B2AC-1185-EFEAF3C0DB35}"/>
                  </a:ext>
                </a:extLst>
              </p:cNvPr>
              <p:cNvSpPr/>
              <p:nvPr/>
            </p:nvSpPr>
            <p:spPr>
              <a:xfrm>
                <a:off x="2931265" y="3894661"/>
                <a:ext cx="4773999" cy="382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sSup>
                      <m:s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1" i="1" smtClean="0">
                                <a:solidFill>
                                  <a:srgbClr val="66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𝐭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rgbClr val="6600FF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𝐭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sSub>
                      <m:sSubPr>
                        <m:ctrlPr>
                          <a:rPr lang="en-US" b="1" i="1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a:rPr lang="en-US" b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</m:sSub>
                    <m:r>
                      <a:rPr lang="en-US" b="1" i="1">
                        <a:solidFill>
                          <a:srgbClr val="6600FF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IN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after normalizing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265" y="3894661"/>
                <a:ext cx="4773999" cy="382349"/>
              </a:xfrm>
              <a:prstGeom prst="rect">
                <a:avLst/>
              </a:prstGeom>
              <a:blipFill>
                <a:blip r:embed="rId7"/>
                <a:stretch>
                  <a:fillRect t="-7937" b="-2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58DE1B-54E2-D6D8-FB6F-2C6AAFE1B9E5}"/>
                  </a:ext>
                </a:extLst>
              </p:cNvPr>
              <p:cNvSpPr txBox="1"/>
              <p:nvPr/>
            </p:nvSpPr>
            <p:spPr>
              <a:xfrm>
                <a:off x="431540" y="4488275"/>
                <a:ext cx="8433422" cy="571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5: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𝐪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𝐡</m:t>
                            </m:r>
                          </m:sub>
                          <m:sup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40" y="4488275"/>
                <a:ext cx="8433422" cy="571054"/>
              </a:xfrm>
              <a:prstGeom prst="rect">
                <a:avLst/>
              </a:prstGeom>
              <a:blipFill>
                <a:blip r:embed="rId8"/>
                <a:stretch>
                  <a:fillRect l="-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FDB04B7-3315-3DFE-3C48-CE0D8BDADE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5736" y="588926"/>
            <a:ext cx="1206784" cy="1196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AF0B047-A394-3B38-CC35-A50EEA2FD136}"/>
                  </a:ext>
                </a:extLst>
              </p:cNvPr>
              <p:cNvSpPr/>
              <p:nvPr/>
            </p:nvSpPr>
            <p:spPr>
              <a:xfrm>
                <a:off x="7112803" y="3243311"/>
                <a:ext cx="20311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</m:e>
                        <m:sub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sSubSup>
                        <m:sSub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803" y="3243311"/>
                <a:ext cx="2031197" cy="369332"/>
              </a:xfrm>
              <a:prstGeom prst="rect">
                <a:avLst/>
              </a:prstGeom>
              <a:blipFill>
                <a:blip r:embed="rId1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92567E-4461-3F48-BBF8-D0F212B834ED}"/>
                  </a:ext>
                </a:extLst>
              </p14:cNvPr>
              <p14:cNvContentPartPr/>
              <p14:nvPr/>
            </p14:nvContentPartPr>
            <p14:xfrm>
              <a:off x="8509200" y="785283"/>
              <a:ext cx="118800" cy="40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92567E-4461-3F48-BBF8-D0F212B834E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03080" y="779163"/>
                <a:ext cx="1310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B93895B-3D56-DA80-F889-09C39D591C7E}"/>
                  </a:ext>
                </a:extLst>
              </p14:cNvPr>
              <p14:cNvContentPartPr/>
              <p14:nvPr/>
            </p14:nvContentPartPr>
            <p14:xfrm>
              <a:off x="4700760" y="1865643"/>
              <a:ext cx="360" cy="4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B93895B-3D56-DA80-F889-09C39D591C7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94640" y="1859523"/>
                <a:ext cx="126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5419D4A-8C9E-5014-46AE-7C329D6456FA}"/>
                  </a:ext>
                </a:extLst>
              </p14:cNvPr>
              <p14:cNvContentPartPr/>
              <p14:nvPr/>
            </p14:nvContentPartPr>
            <p14:xfrm>
              <a:off x="7743840" y="1272363"/>
              <a:ext cx="16560" cy="1260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5419D4A-8C9E-5014-46AE-7C329D6456F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37720" y="1266243"/>
                <a:ext cx="2880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15" name="Group 13414">
            <a:extLst>
              <a:ext uri="{FF2B5EF4-FFF2-40B4-BE49-F238E27FC236}">
                <a16:creationId xmlns:a16="http://schemas.microsoft.com/office/drawing/2014/main" id="{51F4E92D-66E7-9790-2F6B-1F4CB322D129}"/>
              </a:ext>
            </a:extLst>
          </p:cNvPr>
          <p:cNvGrpSpPr/>
          <p:nvPr/>
        </p:nvGrpSpPr>
        <p:grpSpPr>
          <a:xfrm>
            <a:off x="1799160" y="3967323"/>
            <a:ext cx="1073880" cy="376560"/>
            <a:chOff x="1799160" y="3967323"/>
            <a:chExt cx="107388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405" name="Ink 13404">
                  <a:extLst>
                    <a:ext uri="{FF2B5EF4-FFF2-40B4-BE49-F238E27FC236}">
                      <a16:creationId xmlns:a16="http://schemas.microsoft.com/office/drawing/2014/main" id="{7AD6EA83-7177-5B20-8851-905F78346744}"/>
                    </a:ext>
                  </a:extLst>
                </p14:cNvPr>
                <p14:cNvContentPartPr/>
                <p14:nvPr/>
              </p14:nvContentPartPr>
              <p14:xfrm>
                <a:off x="1799160" y="3981003"/>
                <a:ext cx="150840" cy="136800"/>
              </p14:xfrm>
            </p:contentPart>
          </mc:Choice>
          <mc:Fallback>
            <p:pic>
              <p:nvPicPr>
                <p:cNvPr id="13405" name="Ink 13404">
                  <a:extLst>
                    <a:ext uri="{FF2B5EF4-FFF2-40B4-BE49-F238E27FC236}">
                      <a16:creationId xmlns:a16="http://schemas.microsoft.com/office/drawing/2014/main" id="{7AD6EA83-7177-5B20-8851-905F7834674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93040" y="3974883"/>
                  <a:ext cx="163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406" name="Ink 13405">
                  <a:extLst>
                    <a:ext uri="{FF2B5EF4-FFF2-40B4-BE49-F238E27FC236}">
                      <a16:creationId xmlns:a16="http://schemas.microsoft.com/office/drawing/2014/main" id="{6C999FF8-0CEA-FFDD-DBA8-BCE8D4F076FD}"/>
                    </a:ext>
                  </a:extLst>
                </p14:cNvPr>
                <p14:cNvContentPartPr/>
                <p14:nvPr/>
              </p14:nvContentPartPr>
              <p14:xfrm>
                <a:off x="1888440" y="3967323"/>
                <a:ext cx="141480" cy="351360"/>
              </p14:xfrm>
            </p:contentPart>
          </mc:Choice>
          <mc:Fallback>
            <p:pic>
              <p:nvPicPr>
                <p:cNvPr id="13406" name="Ink 13405">
                  <a:extLst>
                    <a:ext uri="{FF2B5EF4-FFF2-40B4-BE49-F238E27FC236}">
                      <a16:creationId xmlns:a16="http://schemas.microsoft.com/office/drawing/2014/main" id="{6C999FF8-0CEA-FFDD-DBA8-BCE8D4F076F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82320" y="3961203"/>
                  <a:ext cx="1537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407" name="Ink 13406">
                  <a:extLst>
                    <a:ext uri="{FF2B5EF4-FFF2-40B4-BE49-F238E27FC236}">
                      <a16:creationId xmlns:a16="http://schemas.microsoft.com/office/drawing/2014/main" id="{8593EF55-1F1C-8138-5C85-4BBD3B5A7F62}"/>
                    </a:ext>
                  </a:extLst>
                </p14:cNvPr>
                <p14:cNvContentPartPr/>
                <p14:nvPr/>
              </p14:nvContentPartPr>
              <p14:xfrm>
                <a:off x="2145840" y="4027443"/>
                <a:ext cx="15120" cy="218520"/>
              </p14:xfrm>
            </p:contentPart>
          </mc:Choice>
          <mc:Fallback>
            <p:pic>
              <p:nvPicPr>
                <p:cNvPr id="13407" name="Ink 13406">
                  <a:extLst>
                    <a:ext uri="{FF2B5EF4-FFF2-40B4-BE49-F238E27FC236}">
                      <a16:creationId xmlns:a16="http://schemas.microsoft.com/office/drawing/2014/main" id="{8593EF55-1F1C-8138-5C85-4BBD3B5A7F6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139720" y="4021323"/>
                  <a:ext cx="273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408" name="Ink 13407">
                  <a:extLst>
                    <a:ext uri="{FF2B5EF4-FFF2-40B4-BE49-F238E27FC236}">
                      <a16:creationId xmlns:a16="http://schemas.microsoft.com/office/drawing/2014/main" id="{1C4891A1-C595-49B6-58B8-15B69902007C}"/>
                    </a:ext>
                  </a:extLst>
                </p14:cNvPr>
                <p14:cNvContentPartPr/>
                <p14:nvPr/>
              </p14:nvContentPartPr>
              <p14:xfrm>
                <a:off x="2234040" y="4167123"/>
                <a:ext cx="44280" cy="73080"/>
              </p14:xfrm>
            </p:contentPart>
          </mc:Choice>
          <mc:Fallback>
            <p:pic>
              <p:nvPicPr>
                <p:cNvPr id="13408" name="Ink 13407">
                  <a:extLst>
                    <a:ext uri="{FF2B5EF4-FFF2-40B4-BE49-F238E27FC236}">
                      <a16:creationId xmlns:a16="http://schemas.microsoft.com/office/drawing/2014/main" id="{1C4891A1-C595-49B6-58B8-15B69902007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27920" y="4161003"/>
                  <a:ext cx="565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409" name="Ink 13408">
                  <a:extLst>
                    <a:ext uri="{FF2B5EF4-FFF2-40B4-BE49-F238E27FC236}">
                      <a16:creationId xmlns:a16="http://schemas.microsoft.com/office/drawing/2014/main" id="{518BF357-433D-A43E-8463-0F033E43881D}"/>
                    </a:ext>
                  </a:extLst>
                </p14:cNvPr>
                <p14:cNvContentPartPr/>
                <p14:nvPr/>
              </p14:nvContentPartPr>
              <p14:xfrm>
                <a:off x="2328720" y="4153803"/>
                <a:ext cx="106200" cy="73080"/>
              </p14:xfrm>
            </p:contentPart>
          </mc:Choice>
          <mc:Fallback>
            <p:pic>
              <p:nvPicPr>
                <p:cNvPr id="13409" name="Ink 13408">
                  <a:extLst>
                    <a:ext uri="{FF2B5EF4-FFF2-40B4-BE49-F238E27FC236}">
                      <a16:creationId xmlns:a16="http://schemas.microsoft.com/office/drawing/2014/main" id="{518BF357-433D-A43E-8463-0F033E4388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22600" y="4147683"/>
                  <a:ext cx="118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410" name="Ink 13409">
                  <a:extLst>
                    <a:ext uri="{FF2B5EF4-FFF2-40B4-BE49-F238E27FC236}">
                      <a16:creationId xmlns:a16="http://schemas.microsoft.com/office/drawing/2014/main" id="{069710D4-4633-8275-307C-8891EF8C279C}"/>
                    </a:ext>
                  </a:extLst>
                </p14:cNvPr>
                <p14:cNvContentPartPr/>
                <p14:nvPr/>
              </p14:nvContentPartPr>
              <p14:xfrm>
                <a:off x="2459760" y="4090443"/>
                <a:ext cx="111240" cy="127080"/>
              </p14:xfrm>
            </p:contentPart>
          </mc:Choice>
          <mc:Fallback>
            <p:pic>
              <p:nvPicPr>
                <p:cNvPr id="13410" name="Ink 13409">
                  <a:extLst>
                    <a:ext uri="{FF2B5EF4-FFF2-40B4-BE49-F238E27FC236}">
                      <a16:creationId xmlns:a16="http://schemas.microsoft.com/office/drawing/2014/main" id="{069710D4-4633-8275-307C-8891EF8C27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53640" y="4084323"/>
                  <a:ext cx="123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3411" name="Ink 13410">
                  <a:extLst>
                    <a:ext uri="{FF2B5EF4-FFF2-40B4-BE49-F238E27FC236}">
                      <a16:creationId xmlns:a16="http://schemas.microsoft.com/office/drawing/2014/main" id="{6D0F0C7F-CEF2-F9F6-2474-1F01FB8965F9}"/>
                    </a:ext>
                  </a:extLst>
                </p14:cNvPr>
                <p14:cNvContentPartPr/>
                <p14:nvPr/>
              </p14:nvContentPartPr>
              <p14:xfrm>
                <a:off x="2582880" y="4163883"/>
                <a:ext cx="29520" cy="37800"/>
              </p14:xfrm>
            </p:contentPart>
          </mc:Choice>
          <mc:Fallback>
            <p:pic>
              <p:nvPicPr>
                <p:cNvPr id="13411" name="Ink 13410">
                  <a:extLst>
                    <a:ext uri="{FF2B5EF4-FFF2-40B4-BE49-F238E27FC236}">
                      <a16:creationId xmlns:a16="http://schemas.microsoft.com/office/drawing/2014/main" id="{6D0F0C7F-CEF2-F9F6-2474-1F01FB8965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76760" y="4157763"/>
                  <a:ext cx="41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3412" name="Ink 13411">
                  <a:extLst>
                    <a:ext uri="{FF2B5EF4-FFF2-40B4-BE49-F238E27FC236}">
                      <a16:creationId xmlns:a16="http://schemas.microsoft.com/office/drawing/2014/main" id="{BC4EC188-5B05-9D5C-8D34-28DE8120F727}"/>
                    </a:ext>
                  </a:extLst>
                </p14:cNvPr>
                <p14:cNvContentPartPr/>
                <p14:nvPr/>
              </p14:nvContentPartPr>
              <p14:xfrm>
                <a:off x="2549760" y="4125363"/>
                <a:ext cx="21960" cy="3960"/>
              </p14:xfrm>
            </p:contentPart>
          </mc:Choice>
          <mc:Fallback>
            <p:pic>
              <p:nvPicPr>
                <p:cNvPr id="13412" name="Ink 13411">
                  <a:extLst>
                    <a:ext uri="{FF2B5EF4-FFF2-40B4-BE49-F238E27FC236}">
                      <a16:creationId xmlns:a16="http://schemas.microsoft.com/office/drawing/2014/main" id="{BC4EC188-5B05-9D5C-8D34-28DE8120F72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43640" y="4119243"/>
                  <a:ext cx="342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3413" name="Ink 13412">
                  <a:extLst>
                    <a:ext uri="{FF2B5EF4-FFF2-40B4-BE49-F238E27FC236}">
                      <a16:creationId xmlns:a16="http://schemas.microsoft.com/office/drawing/2014/main" id="{E1B9D699-EE03-60AC-BF0D-0AB462707454}"/>
                    </a:ext>
                  </a:extLst>
                </p14:cNvPr>
                <p14:cNvContentPartPr/>
                <p14:nvPr/>
              </p14:nvContentPartPr>
              <p14:xfrm>
                <a:off x="2621760" y="4146243"/>
                <a:ext cx="115200" cy="33840"/>
              </p14:xfrm>
            </p:contentPart>
          </mc:Choice>
          <mc:Fallback>
            <p:pic>
              <p:nvPicPr>
                <p:cNvPr id="13413" name="Ink 13412">
                  <a:extLst>
                    <a:ext uri="{FF2B5EF4-FFF2-40B4-BE49-F238E27FC236}">
                      <a16:creationId xmlns:a16="http://schemas.microsoft.com/office/drawing/2014/main" id="{E1B9D699-EE03-60AC-BF0D-0AB46270745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15640" y="4140123"/>
                  <a:ext cx="127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3414" name="Ink 13413">
                  <a:extLst>
                    <a:ext uri="{FF2B5EF4-FFF2-40B4-BE49-F238E27FC236}">
                      <a16:creationId xmlns:a16="http://schemas.microsoft.com/office/drawing/2014/main" id="{2CDFA57E-E792-B5BC-5D8A-F3A3AF90DEDE}"/>
                    </a:ext>
                  </a:extLst>
                </p14:cNvPr>
                <p14:cNvContentPartPr/>
                <p14:nvPr/>
              </p14:nvContentPartPr>
              <p14:xfrm>
                <a:off x="2778000" y="4123923"/>
                <a:ext cx="95040" cy="219960"/>
              </p14:xfrm>
            </p:contentPart>
          </mc:Choice>
          <mc:Fallback>
            <p:pic>
              <p:nvPicPr>
                <p:cNvPr id="13414" name="Ink 13413">
                  <a:extLst>
                    <a:ext uri="{FF2B5EF4-FFF2-40B4-BE49-F238E27FC236}">
                      <a16:creationId xmlns:a16="http://schemas.microsoft.com/office/drawing/2014/main" id="{2CDFA57E-E792-B5BC-5D8A-F3A3AF90DED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71880" y="4117803"/>
                  <a:ext cx="10728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18" name="Group 13417">
            <a:extLst>
              <a:ext uri="{FF2B5EF4-FFF2-40B4-BE49-F238E27FC236}">
                <a16:creationId xmlns:a16="http://schemas.microsoft.com/office/drawing/2014/main" id="{ED7B1A1C-FF4B-765F-F537-38600E836543}"/>
              </a:ext>
            </a:extLst>
          </p:cNvPr>
          <p:cNvGrpSpPr/>
          <p:nvPr/>
        </p:nvGrpSpPr>
        <p:grpSpPr>
          <a:xfrm>
            <a:off x="4756920" y="3618483"/>
            <a:ext cx="265320" cy="92160"/>
            <a:chOff x="4756920" y="3618483"/>
            <a:chExt cx="265320" cy="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3416" name="Ink 13415">
                  <a:extLst>
                    <a:ext uri="{FF2B5EF4-FFF2-40B4-BE49-F238E27FC236}">
                      <a16:creationId xmlns:a16="http://schemas.microsoft.com/office/drawing/2014/main" id="{B57454D8-F98D-6C9A-6720-5D358228FC5D}"/>
                    </a:ext>
                  </a:extLst>
                </p14:cNvPr>
                <p14:cNvContentPartPr/>
                <p14:nvPr/>
              </p14:nvContentPartPr>
              <p14:xfrm>
                <a:off x="4782840" y="3618483"/>
                <a:ext cx="183240" cy="25200"/>
              </p14:xfrm>
            </p:contentPart>
          </mc:Choice>
          <mc:Fallback>
            <p:pic>
              <p:nvPicPr>
                <p:cNvPr id="13416" name="Ink 13415">
                  <a:extLst>
                    <a:ext uri="{FF2B5EF4-FFF2-40B4-BE49-F238E27FC236}">
                      <a16:creationId xmlns:a16="http://schemas.microsoft.com/office/drawing/2014/main" id="{B57454D8-F98D-6C9A-6720-5D358228FC5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76720" y="3612363"/>
                  <a:ext cx="195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3417" name="Ink 13416">
                  <a:extLst>
                    <a:ext uri="{FF2B5EF4-FFF2-40B4-BE49-F238E27FC236}">
                      <a16:creationId xmlns:a16="http://schemas.microsoft.com/office/drawing/2014/main" id="{DC6519B6-FB40-38AA-364C-D59AA6DF350E}"/>
                    </a:ext>
                  </a:extLst>
                </p14:cNvPr>
                <p14:cNvContentPartPr/>
                <p14:nvPr/>
              </p14:nvContentPartPr>
              <p14:xfrm>
                <a:off x="4756920" y="3655203"/>
                <a:ext cx="265320" cy="55440"/>
              </p14:xfrm>
            </p:contentPart>
          </mc:Choice>
          <mc:Fallback>
            <p:pic>
              <p:nvPicPr>
                <p:cNvPr id="13417" name="Ink 13416">
                  <a:extLst>
                    <a:ext uri="{FF2B5EF4-FFF2-40B4-BE49-F238E27FC236}">
                      <a16:creationId xmlns:a16="http://schemas.microsoft.com/office/drawing/2014/main" id="{DC6519B6-FB40-38AA-364C-D59AA6DF350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750800" y="3649083"/>
                  <a:ext cx="277560" cy="676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3421" name="Picture 13420">
            <a:extLst>
              <a:ext uri="{FF2B5EF4-FFF2-40B4-BE49-F238E27FC236}">
                <a16:creationId xmlns:a16="http://schemas.microsoft.com/office/drawing/2014/main" id="{D614A6DB-4863-BBE3-D2D5-ACAA045D68EB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-355532" y="496170"/>
            <a:ext cx="7440063" cy="4477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3422" name="Ink 13421">
                <a:extLst>
                  <a:ext uri="{FF2B5EF4-FFF2-40B4-BE49-F238E27FC236}">
                    <a16:creationId xmlns:a16="http://schemas.microsoft.com/office/drawing/2014/main" id="{11E95433-8EF4-DA0D-593D-E88D69E498D0}"/>
                  </a:ext>
                </a:extLst>
              </p14:cNvPr>
              <p14:cNvContentPartPr/>
              <p14:nvPr/>
            </p14:nvContentPartPr>
            <p14:xfrm>
              <a:off x="8028600" y="792088"/>
              <a:ext cx="149040" cy="98640"/>
            </p14:xfrm>
          </p:contentPart>
        </mc:Choice>
        <mc:Fallback>
          <p:pic>
            <p:nvPicPr>
              <p:cNvPr id="13422" name="Ink 13421">
                <a:extLst>
                  <a:ext uri="{FF2B5EF4-FFF2-40B4-BE49-F238E27FC236}">
                    <a16:creationId xmlns:a16="http://schemas.microsoft.com/office/drawing/2014/main" id="{11E95433-8EF4-DA0D-593D-E88D69E498D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22480" y="785968"/>
                <a:ext cx="1612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3424" name="Ink 13423">
                <a:extLst>
                  <a:ext uri="{FF2B5EF4-FFF2-40B4-BE49-F238E27FC236}">
                    <a16:creationId xmlns:a16="http://schemas.microsoft.com/office/drawing/2014/main" id="{8538B925-3377-CEC8-ED8A-B35D44739710}"/>
                  </a:ext>
                </a:extLst>
              </p14:cNvPr>
              <p14:cNvContentPartPr/>
              <p14:nvPr/>
            </p14:nvContentPartPr>
            <p14:xfrm>
              <a:off x="8555640" y="814768"/>
              <a:ext cx="4680" cy="8280"/>
            </p14:xfrm>
          </p:contentPart>
        </mc:Choice>
        <mc:Fallback>
          <p:pic>
            <p:nvPicPr>
              <p:cNvPr id="13424" name="Ink 13423">
                <a:extLst>
                  <a:ext uri="{FF2B5EF4-FFF2-40B4-BE49-F238E27FC236}">
                    <a16:creationId xmlns:a16="http://schemas.microsoft.com/office/drawing/2014/main" id="{8538B925-3377-CEC8-ED8A-B35D4473971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549520" y="808648"/>
                <a:ext cx="169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3425" name="Ink 13424">
                <a:extLst>
                  <a:ext uri="{FF2B5EF4-FFF2-40B4-BE49-F238E27FC236}">
                    <a16:creationId xmlns:a16="http://schemas.microsoft.com/office/drawing/2014/main" id="{0F3DC7BC-889A-F242-81A2-1D6E189A4008}"/>
                  </a:ext>
                </a:extLst>
              </p14:cNvPr>
              <p14:cNvContentPartPr/>
              <p14:nvPr/>
            </p14:nvContentPartPr>
            <p14:xfrm>
              <a:off x="509280" y="1343248"/>
              <a:ext cx="52920" cy="282240"/>
            </p14:xfrm>
          </p:contentPart>
        </mc:Choice>
        <mc:Fallback>
          <p:pic>
            <p:nvPicPr>
              <p:cNvPr id="13425" name="Ink 13424">
                <a:extLst>
                  <a:ext uri="{FF2B5EF4-FFF2-40B4-BE49-F238E27FC236}">
                    <a16:creationId xmlns:a16="http://schemas.microsoft.com/office/drawing/2014/main" id="{0F3DC7BC-889A-F242-81A2-1D6E189A400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3160" y="1337128"/>
                <a:ext cx="651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3431" name="Ink 13430">
                <a:extLst>
                  <a:ext uri="{FF2B5EF4-FFF2-40B4-BE49-F238E27FC236}">
                    <a16:creationId xmlns:a16="http://schemas.microsoft.com/office/drawing/2014/main" id="{4376FF5A-F510-4DFB-C6D7-BEAFEB62F6C8}"/>
                  </a:ext>
                </a:extLst>
              </p14:cNvPr>
              <p14:cNvContentPartPr/>
              <p14:nvPr/>
            </p14:nvContentPartPr>
            <p14:xfrm>
              <a:off x="5197920" y="1313368"/>
              <a:ext cx="5400" cy="3240"/>
            </p14:xfrm>
          </p:contentPart>
        </mc:Choice>
        <mc:Fallback>
          <p:pic>
            <p:nvPicPr>
              <p:cNvPr id="13431" name="Ink 13430">
                <a:extLst>
                  <a:ext uri="{FF2B5EF4-FFF2-40B4-BE49-F238E27FC236}">
                    <a16:creationId xmlns:a16="http://schemas.microsoft.com/office/drawing/2014/main" id="{4376FF5A-F510-4DFB-C6D7-BEAFEB62F6C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191800" y="1307248"/>
                <a:ext cx="1764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3432" name="Ink 13431">
                <a:extLst>
                  <a:ext uri="{FF2B5EF4-FFF2-40B4-BE49-F238E27FC236}">
                    <a16:creationId xmlns:a16="http://schemas.microsoft.com/office/drawing/2014/main" id="{54371CBC-D68E-02C9-0194-9542CBE47E58}"/>
                  </a:ext>
                </a:extLst>
              </p14:cNvPr>
              <p14:cNvContentPartPr/>
              <p14:nvPr/>
            </p14:nvContentPartPr>
            <p14:xfrm>
              <a:off x="3497640" y="1349008"/>
              <a:ext cx="6480" cy="4680"/>
            </p14:xfrm>
          </p:contentPart>
        </mc:Choice>
        <mc:Fallback>
          <p:pic>
            <p:nvPicPr>
              <p:cNvPr id="13432" name="Ink 13431">
                <a:extLst>
                  <a:ext uri="{FF2B5EF4-FFF2-40B4-BE49-F238E27FC236}">
                    <a16:creationId xmlns:a16="http://schemas.microsoft.com/office/drawing/2014/main" id="{54371CBC-D68E-02C9-0194-9542CBE47E5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91520" y="1342888"/>
                <a:ext cx="1872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2308932-3DE3-B083-D881-B2288B4A1052}"/>
                  </a:ext>
                </a:extLst>
              </p14:cNvPr>
              <p14:cNvContentPartPr/>
              <p14:nvPr/>
            </p14:nvContentPartPr>
            <p14:xfrm>
              <a:off x="4346160" y="2429043"/>
              <a:ext cx="360" cy="1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2308932-3DE3-B083-D881-B2288B4A105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40040" y="2422923"/>
                <a:ext cx="1260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D1615775-93D4-DC1D-0EB9-018209841E26}"/>
              </a:ext>
            </a:extLst>
          </p:cNvPr>
          <p:cNvGrpSpPr/>
          <p:nvPr/>
        </p:nvGrpSpPr>
        <p:grpSpPr>
          <a:xfrm>
            <a:off x="4721280" y="2294403"/>
            <a:ext cx="6840" cy="15480"/>
            <a:chOff x="4721280" y="2294403"/>
            <a:chExt cx="6840" cy="1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F72245-AFD6-6508-AD77-10180C6C28DF}"/>
                    </a:ext>
                  </a:extLst>
                </p14:cNvPr>
                <p14:cNvContentPartPr/>
                <p14:nvPr/>
              </p14:nvContentPartPr>
              <p14:xfrm>
                <a:off x="4725960" y="2294403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F72245-AFD6-6508-AD77-10180C6C28D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719840" y="228828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4BFAEF-5D80-B3B0-F650-722C1CE6C958}"/>
                    </a:ext>
                  </a:extLst>
                </p14:cNvPr>
                <p14:cNvContentPartPr/>
                <p14:nvPr/>
              </p14:nvContentPartPr>
              <p14:xfrm>
                <a:off x="4721280" y="2294403"/>
                <a:ext cx="6840" cy="15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4BFAEF-5D80-B3B0-F650-722C1CE6C9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15160" y="2288283"/>
                  <a:ext cx="1908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6D6872B-E942-9816-AE0A-F6F6AEB1F72A}"/>
                  </a:ext>
                </a:extLst>
              </p14:cNvPr>
              <p14:cNvContentPartPr/>
              <p14:nvPr/>
            </p14:nvContentPartPr>
            <p14:xfrm>
              <a:off x="5093160" y="2485923"/>
              <a:ext cx="10080" cy="64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6D6872B-E942-9816-AE0A-F6F6AEB1F72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87040" y="2479803"/>
                <a:ext cx="223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E12DF2A-8A68-FF95-1575-65B0CFF21386}"/>
                  </a:ext>
                </a:extLst>
              </p14:cNvPr>
              <p14:cNvContentPartPr/>
              <p14:nvPr/>
            </p14:nvContentPartPr>
            <p14:xfrm>
              <a:off x="5290080" y="2273163"/>
              <a:ext cx="47880" cy="34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12DF2A-8A68-FF95-1575-65B0CFF2138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83960" y="2267043"/>
                <a:ext cx="6012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BC1EC390-A959-F333-4A6A-83D9EDB5E7CB}"/>
              </a:ext>
            </a:extLst>
          </p:cNvPr>
          <p:cNvGrpSpPr/>
          <p:nvPr/>
        </p:nvGrpSpPr>
        <p:grpSpPr>
          <a:xfrm>
            <a:off x="2227920" y="2154363"/>
            <a:ext cx="829440" cy="305280"/>
            <a:chOff x="2227920" y="2154363"/>
            <a:chExt cx="82944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C94A75-619D-77B4-A96B-F502D8DAD749}"/>
                    </a:ext>
                  </a:extLst>
                </p14:cNvPr>
                <p14:cNvContentPartPr/>
                <p14:nvPr/>
              </p14:nvContentPartPr>
              <p14:xfrm>
                <a:off x="2227920" y="2244363"/>
                <a:ext cx="241920" cy="126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C94A75-619D-77B4-A96B-F502D8DAD74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21800" y="2238243"/>
                  <a:ext cx="254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A4B9FB-74B9-8867-F269-EC57A7FC1F7A}"/>
                    </a:ext>
                  </a:extLst>
                </p14:cNvPr>
                <p14:cNvContentPartPr/>
                <p14:nvPr/>
              </p14:nvContentPartPr>
              <p14:xfrm>
                <a:off x="2300280" y="2154363"/>
                <a:ext cx="120960" cy="305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A4B9FB-74B9-8867-F269-EC57A7FC1F7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94160" y="2148243"/>
                  <a:ext cx="1332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7E71C40-CF45-68C2-C310-847F9827FD36}"/>
                    </a:ext>
                  </a:extLst>
                </p14:cNvPr>
                <p14:cNvContentPartPr/>
                <p14:nvPr/>
              </p14:nvContentPartPr>
              <p14:xfrm>
                <a:off x="2517000" y="2181723"/>
                <a:ext cx="106200" cy="159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7E71C40-CF45-68C2-C310-847F9827FD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10880" y="2175603"/>
                  <a:ext cx="1184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2CF972-FA90-495B-C425-130C46BE218F}"/>
                    </a:ext>
                  </a:extLst>
                </p14:cNvPr>
                <p14:cNvContentPartPr/>
                <p14:nvPr/>
              </p14:nvContentPartPr>
              <p14:xfrm>
                <a:off x="2655600" y="2215923"/>
                <a:ext cx="145800" cy="77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2CF972-FA90-495B-C425-130C46BE218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49480" y="2209803"/>
                  <a:ext cx="1580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1991DAD-AAC8-2D97-0300-BFF52F35FE59}"/>
                    </a:ext>
                  </a:extLst>
                </p14:cNvPr>
                <p14:cNvContentPartPr/>
                <p14:nvPr/>
              </p14:nvContentPartPr>
              <p14:xfrm>
                <a:off x="2773320" y="2214483"/>
                <a:ext cx="64440" cy="61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1991DAD-AAC8-2D97-0300-BFF52F35FE5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67200" y="2208363"/>
                  <a:ext cx="76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C532965-374A-8A5A-EAF8-FE5B203EBA0C}"/>
                    </a:ext>
                  </a:extLst>
                </p14:cNvPr>
                <p14:cNvContentPartPr/>
                <p14:nvPr/>
              </p14:nvContentPartPr>
              <p14:xfrm>
                <a:off x="2879520" y="2189283"/>
                <a:ext cx="136440" cy="84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C532965-374A-8A5A-EAF8-FE5B203EBA0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73400" y="2183163"/>
                  <a:ext cx="148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529D4AC-A053-F263-F405-BA8D92F825A3}"/>
                    </a:ext>
                  </a:extLst>
                </p14:cNvPr>
                <p14:cNvContentPartPr/>
                <p14:nvPr/>
              </p14:nvContentPartPr>
              <p14:xfrm>
                <a:off x="3013800" y="2179563"/>
                <a:ext cx="43560" cy="70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529D4AC-A053-F263-F405-BA8D92F825A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07680" y="2173443"/>
                  <a:ext cx="5580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7AC6DD-AAF7-E7CB-A99C-5CF5F48778B8}"/>
                  </a:ext>
                </a:extLst>
              </p14:cNvPr>
              <p14:cNvContentPartPr/>
              <p14:nvPr/>
            </p14:nvContentPartPr>
            <p14:xfrm>
              <a:off x="3050520" y="1917483"/>
              <a:ext cx="34920" cy="135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7AC6DD-AAF7-E7CB-A99C-5CF5F48778B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044400" y="1911363"/>
                <a:ext cx="4716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E3FD47F-275F-F399-F3FB-6B5418B9ED76}"/>
                  </a:ext>
                </a:extLst>
              </p14:cNvPr>
              <p14:cNvContentPartPr/>
              <p14:nvPr/>
            </p14:nvContentPartPr>
            <p14:xfrm>
              <a:off x="5696520" y="2954283"/>
              <a:ext cx="1902960" cy="135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E3FD47F-275F-F399-F3FB-6B5418B9ED7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90400" y="2948163"/>
                <a:ext cx="191520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92EB5725-11AA-9F87-EA06-D1BB4D74BB56}"/>
              </a:ext>
            </a:extLst>
          </p:cNvPr>
          <p:cNvGrpSpPr/>
          <p:nvPr/>
        </p:nvGrpSpPr>
        <p:grpSpPr>
          <a:xfrm>
            <a:off x="7834560" y="3608403"/>
            <a:ext cx="1247400" cy="737640"/>
            <a:chOff x="7834560" y="3608403"/>
            <a:chExt cx="1247400" cy="73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DF67F04-51EE-56C3-5CC5-6B328EF85493}"/>
                    </a:ext>
                  </a:extLst>
                </p14:cNvPr>
                <p14:cNvContentPartPr/>
                <p14:nvPr/>
              </p14:nvContentPartPr>
              <p14:xfrm>
                <a:off x="8109960" y="3631083"/>
                <a:ext cx="10800" cy="13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F67F04-51EE-56C3-5CC5-6B328EF8549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03840" y="3624963"/>
                  <a:ext cx="23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11387EB-D70A-36A3-1019-A601DE511A17}"/>
                    </a:ext>
                  </a:extLst>
                </p14:cNvPr>
                <p14:cNvContentPartPr/>
                <p14:nvPr/>
              </p14:nvContentPartPr>
              <p14:xfrm>
                <a:off x="8094480" y="3638283"/>
                <a:ext cx="39600" cy="297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11387EB-D70A-36A3-1019-A601DE511A1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088360" y="3632163"/>
                  <a:ext cx="518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BB97AF-D2C4-1A9A-534C-7DDE6F40B26C}"/>
                    </a:ext>
                  </a:extLst>
                </p14:cNvPr>
                <p14:cNvContentPartPr/>
                <p14:nvPr/>
              </p14:nvContentPartPr>
              <p14:xfrm>
                <a:off x="8033280" y="3873003"/>
                <a:ext cx="137880" cy="74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BB97AF-D2C4-1A9A-534C-7DDE6F40B26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27160" y="3866883"/>
                  <a:ext cx="150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04C4EA-7F1F-421A-CE8B-01A3756CA257}"/>
                    </a:ext>
                  </a:extLst>
                </p14:cNvPr>
                <p14:cNvContentPartPr/>
                <p14:nvPr/>
              </p14:nvContentPartPr>
              <p14:xfrm>
                <a:off x="8148120" y="3820803"/>
                <a:ext cx="96480" cy="128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04C4EA-7F1F-421A-CE8B-01A3756CA2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42000" y="3814683"/>
                  <a:ext cx="108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5D987CA-1869-7B0A-1B1C-404DE5632E43}"/>
                    </a:ext>
                  </a:extLst>
                </p14:cNvPr>
                <p14:cNvContentPartPr/>
                <p14:nvPr/>
              </p14:nvContentPartPr>
              <p14:xfrm>
                <a:off x="7834560" y="4039323"/>
                <a:ext cx="194760" cy="306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5D987CA-1869-7B0A-1B1C-404DE5632E4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28440" y="4033203"/>
                  <a:ext cx="2070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C43818-74CF-E107-E91A-A67DFFFF923E}"/>
                    </a:ext>
                  </a:extLst>
                </p14:cNvPr>
                <p14:cNvContentPartPr/>
                <p14:nvPr/>
              </p14:nvContentPartPr>
              <p14:xfrm>
                <a:off x="8059200" y="4112043"/>
                <a:ext cx="102600" cy="177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C43818-74CF-E107-E91A-A67DFFFF923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53080" y="4105923"/>
                  <a:ext cx="114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CC64F9-D1B9-89BB-B9CD-DCAE5546AA53}"/>
                    </a:ext>
                  </a:extLst>
                </p14:cNvPr>
                <p14:cNvContentPartPr/>
                <p14:nvPr/>
              </p14:nvContentPartPr>
              <p14:xfrm>
                <a:off x="8220480" y="4166763"/>
                <a:ext cx="147960" cy="1022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CC64F9-D1B9-89BB-B9CD-DCAE5546AA5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14360" y="4160643"/>
                  <a:ext cx="160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1401F16-F280-915E-5187-B35B7F44AECE}"/>
                    </a:ext>
                  </a:extLst>
                </p14:cNvPr>
                <p14:cNvContentPartPr/>
                <p14:nvPr/>
              </p14:nvContentPartPr>
              <p14:xfrm>
                <a:off x="8392200" y="4121403"/>
                <a:ext cx="99000" cy="100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1401F16-F280-915E-5187-B35B7F44AEC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86080" y="4115283"/>
                  <a:ext cx="111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586684C-D497-0E2A-D1CE-983392877FC9}"/>
                    </a:ext>
                  </a:extLst>
                </p14:cNvPr>
                <p14:cNvContentPartPr/>
                <p14:nvPr/>
              </p14:nvContentPartPr>
              <p14:xfrm>
                <a:off x="8515320" y="4099083"/>
                <a:ext cx="216360" cy="116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586684C-D497-0E2A-D1CE-983392877FC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09200" y="4092963"/>
                  <a:ext cx="228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D14332-1564-BDA3-62EF-87CFBA72AFDD}"/>
                    </a:ext>
                  </a:extLst>
                </p14:cNvPr>
                <p14:cNvContentPartPr/>
                <p14:nvPr/>
              </p14:nvContentPartPr>
              <p14:xfrm>
                <a:off x="8391120" y="3608403"/>
                <a:ext cx="66960" cy="176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D14332-1564-BDA3-62EF-87CFBA72AFD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85000" y="3602283"/>
                  <a:ext cx="792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8057481-CB2E-4D6A-FF6E-EA56113A2EF0}"/>
                    </a:ext>
                  </a:extLst>
                </p14:cNvPr>
                <p14:cNvContentPartPr/>
                <p14:nvPr/>
              </p14:nvContentPartPr>
              <p14:xfrm>
                <a:off x="8395800" y="3788403"/>
                <a:ext cx="81360" cy="14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8057481-CB2E-4D6A-FF6E-EA56113A2EF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89680" y="3782283"/>
                  <a:ext cx="93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40B363-93EE-BA40-7BD0-2C2F1ABD4CD9}"/>
                    </a:ext>
                  </a:extLst>
                </p14:cNvPr>
                <p14:cNvContentPartPr/>
                <p14:nvPr/>
              </p14:nvContentPartPr>
              <p14:xfrm>
                <a:off x="8474640" y="3722883"/>
                <a:ext cx="59760" cy="82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40B363-93EE-BA40-7BD0-2C2F1ABD4CD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68520" y="3716763"/>
                  <a:ext cx="72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6139B75-C31A-FF02-3401-4BEA87666A7E}"/>
                    </a:ext>
                  </a:extLst>
                </p14:cNvPr>
                <p14:cNvContentPartPr/>
                <p14:nvPr/>
              </p14:nvContentPartPr>
              <p14:xfrm>
                <a:off x="8313000" y="3914763"/>
                <a:ext cx="134640" cy="82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6139B75-C31A-FF02-3401-4BEA87666A7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06880" y="3908643"/>
                  <a:ext cx="146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E86605D-F26D-B602-6757-7D2C31665561}"/>
                    </a:ext>
                  </a:extLst>
                </p14:cNvPr>
                <p14:cNvContentPartPr/>
                <p14:nvPr/>
              </p14:nvContentPartPr>
              <p14:xfrm>
                <a:off x="8352240" y="3907923"/>
                <a:ext cx="62640" cy="118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E86605D-F26D-B602-6757-7D2C3166556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46120" y="3901803"/>
                  <a:ext cx="74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3AEB204-B1B6-6F3E-F9D9-376C6912E039}"/>
                    </a:ext>
                  </a:extLst>
                </p14:cNvPr>
                <p14:cNvContentPartPr/>
                <p14:nvPr/>
              </p14:nvContentPartPr>
              <p14:xfrm>
                <a:off x="8509560" y="3873723"/>
                <a:ext cx="104040" cy="88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3AEB204-B1B6-6F3E-F9D9-376C6912E03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503440" y="3867603"/>
                  <a:ext cx="116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E4C1220-F5A5-771F-4859-24E8CFD5AA22}"/>
                    </a:ext>
                  </a:extLst>
                </p14:cNvPr>
                <p14:cNvContentPartPr/>
                <p14:nvPr/>
              </p14:nvContentPartPr>
              <p14:xfrm>
                <a:off x="8660400" y="3863283"/>
                <a:ext cx="106560" cy="72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E4C1220-F5A5-771F-4859-24E8CFD5AA2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54280" y="3857163"/>
                  <a:ext cx="118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E73C8F3-D92E-0F1A-A0FB-E2DDDC47D630}"/>
                    </a:ext>
                  </a:extLst>
                </p14:cNvPr>
                <p14:cNvContentPartPr/>
                <p14:nvPr/>
              </p14:nvContentPartPr>
              <p14:xfrm>
                <a:off x="8754360" y="3818283"/>
                <a:ext cx="6480" cy="3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E73C8F3-D92E-0F1A-A0FB-E2DDDC47D63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48240" y="3812163"/>
                  <a:ext cx="187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B8B84BB-0E52-E60A-D236-A9EF77C88603}"/>
                    </a:ext>
                  </a:extLst>
                </p14:cNvPr>
                <p14:cNvContentPartPr/>
                <p14:nvPr/>
              </p14:nvContentPartPr>
              <p14:xfrm>
                <a:off x="8799720" y="3837363"/>
                <a:ext cx="67320" cy="212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B8B84BB-0E52-E60A-D236-A9EF77C8860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93600" y="3831243"/>
                  <a:ext cx="79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81C3CE7-458E-DBA9-3415-297411ABB2D9}"/>
                    </a:ext>
                  </a:extLst>
                </p14:cNvPr>
                <p14:cNvContentPartPr/>
                <p14:nvPr/>
              </p14:nvContentPartPr>
              <p14:xfrm>
                <a:off x="8901960" y="3780843"/>
                <a:ext cx="65880" cy="143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81C3CE7-458E-DBA9-3415-297411ABB2D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95840" y="3774723"/>
                  <a:ext cx="78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5D8B50D-9A72-A97F-4DCA-1BF288BFF7E3}"/>
                    </a:ext>
                  </a:extLst>
                </p14:cNvPr>
                <p14:cNvContentPartPr/>
                <p14:nvPr/>
              </p14:nvContentPartPr>
              <p14:xfrm>
                <a:off x="8995920" y="3761043"/>
                <a:ext cx="86040" cy="145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5D8B50D-9A72-A97F-4DCA-1BF288BFF7E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89800" y="3754923"/>
                  <a:ext cx="98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2EC7811-087F-9027-C0AB-0D59D97ED1EC}"/>
                    </a:ext>
                  </a:extLst>
                </p14:cNvPr>
                <p14:cNvContentPartPr/>
                <p14:nvPr/>
              </p14:nvContentPartPr>
              <p14:xfrm>
                <a:off x="8982960" y="3754923"/>
                <a:ext cx="80280" cy="81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2EC7811-087F-9027-C0AB-0D59D97ED1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76840" y="3748803"/>
                  <a:ext cx="9252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33" name="Group 13332">
            <a:extLst>
              <a:ext uri="{FF2B5EF4-FFF2-40B4-BE49-F238E27FC236}">
                <a16:creationId xmlns:a16="http://schemas.microsoft.com/office/drawing/2014/main" id="{C6B2635D-4E02-23DF-4307-A757205ED36A}"/>
              </a:ext>
            </a:extLst>
          </p:cNvPr>
          <p:cNvGrpSpPr/>
          <p:nvPr/>
        </p:nvGrpSpPr>
        <p:grpSpPr>
          <a:xfrm>
            <a:off x="4844040" y="3064443"/>
            <a:ext cx="2092680" cy="856800"/>
            <a:chOff x="4844040" y="3064443"/>
            <a:chExt cx="2092680" cy="85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7636E02-3F7A-17BA-327D-A20D7F17AFE6}"/>
                    </a:ext>
                  </a:extLst>
                </p14:cNvPr>
                <p14:cNvContentPartPr/>
                <p14:nvPr/>
              </p14:nvContentPartPr>
              <p14:xfrm>
                <a:off x="4844040" y="3703803"/>
                <a:ext cx="248400" cy="140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7636E02-3F7A-17BA-327D-A20D7F17AF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837920" y="3697683"/>
                  <a:ext cx="260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D05B1B2-8840-DD5E-906A-2FAD9E45166B}"/>
                    </a:ext>
                  </a:extLst>
                </p14:cNvPr>
                <p14:cNvContentPartPr/>
                <p14:nvPr/>
              </p14:nvContentPartPr>
              <p14:xfrm>
                <a:off x="5067240" y="3794523"/>
                <a:ext cx="109440" cy="1087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D05B1B2-8840-DD5E-906A-2FAD9E4516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61120" y="3788403"/>
                  <a:ext cx="121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123A01B-E2AA-1AAD-38FB-EBCA066EFFDD}"/>
                    </a:ext>
                  </a:extLst>
                </p14:cNvPr>
                <p14:cNvContentPartPr/>
                <p14:nvPr/>
              </p14:nvContentPartPr>
              <p14:xfrm>
                <a:off x="5235000" y="3737283"/>
                <a:ext cx="100440" cy="154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123A01B-E2AA-1AAD-38FB-EBCA066EFFD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28880" y="3731163"/>
                  <a:ext cx="1126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20DB874-BD79-A5F6-B32A-801011CCF31A}"/>
                    </a:ext>
                  </a:extLst>
                </p14:cNvPr>
                <p14:cNvContentPartPr/>
                <p14:nvPr/>
              </p14:nvContentPartPr>
              <p14:xfrm>
                <a:off x="5232120" y="3750963"/>
                <a:ext cx="97200" cy="170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20DB874-BD79-A5F6-B32A-801011CCF31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26000" y="3744843"/>
                  <a:ext cx="1094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312" name="Ink 13311">
                  <a:extLst>
                    <a:ext uri="{FF2B5EF4-FFF2-40B4-BE49-F238E27FC236}">
                      <a16:creationId xmlns:a16="http://schemas.microsoft.com/office/drawing/2014/main" id="{943612D7-AEC2-F423-D9C6-D9E77D774670}"/>
                    </a:ext>
                  </a:extLst>
                </p14:cNvPr>
                <p14:cNvContentPartPr/>
                <p14:nvPr/>
              </p14:nvContentPartPr>
              <p14:xfrm>
                <a:off x="5451000" y="3714603"/>
                <a:ext cx="90720" cy="125280"/>
              </p14:xfrm>
            </p:contentPart>
          </mc:Choice>
          <mc:Fallback>
            <p:pic>
              <p:nvPicPr>
                <p:cNvPr id="13312" name="Ink 13311">
                  <a:extLst>
                    <a:ext uri="{FF2B5EF4-FFF2-40B4-BE49-F238E27FC236}">
                      <a16:creationId xmlns:a16="http://schemas.microsoft.com/office/drawing/2014/main" id="{943612D7-AEC2-F423-D9C6-D9E77D77467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444880" y="3708483"/>
                  <a:ext cx="102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313" name="Ink 13312">
                  <a:extLst>
                    <a:ext uri="{FF2B5EF4-FFF2-40B4-BE49-F238E27FC236}">
                      <a16:creationId xmlns:a16="http://schemas.microsoft.com/office/drawing/2014/main" id="{2255B7FA-306D-ADDE-3AD3-322E06638328}"/>
                    </a:ext>
                  </a:extLst>
                </p14:cNvPr>
                <p14:cNvContentPartPr/>
                <p14:nvPr/>
              </p14:nvContentPartPr>
              <p14:xfrm>
                <a:off x="5596800" y="3762483"/>
                <a:ext cx="129240" cy="60480"/>
              </p14:xfrm>
            </p:contentPart>
          </mc:Choice>
          <mc:Fallback>
            <p:pic>
              <p:nvPicPr>
                <p:cNvPr id="13313" name="Ink 13312">
                  <a:extLst>
                    <a:ext uri="{FF2B5EF4-FFF2-40B4-BE49-F238E27FC236}">
                      <a16:creationId xmlns:a16="http://schemas.microsoft.com/office/drawing/2014/main" id="{2255B7FA-306D-ADDE-3AD3-322E0663832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590680" y="3756363"/>
                  <a:ext cx="141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315" name="Ink 13314">
                  <a:extLst>
                    <a:ext uri="{FF2B5EF4-FFF2-40B4-BE49-F238E27FC236}">
                      <a16:creationId xmlns:a16="http://schemas.microsoft.com/office/drawing/2014/main" id="{F6FE8AAC-65E0-4EF2-5988-45F12C040EDA}"/>
                    </a:ext>
                  </a:extLst>
                </p14:cNvPr>
                <p14:cNvContentPartPr/>
                <p14:nvPr/>
              </p14:nvContentPartPr>
              <p14:xfrm>
                <a:off x="5727840" y="3729003"/>
                <a:ext cx="78840" cy="69120"/>
              </p14:xfrm>
            </p:contentPart>
          </mc:Choice>
          <mc:Fallback>
            <p:pic>
              <p:nvPicPr>
                <p:cNvPr id="13315" name="Ink 13314">
                  <a:extLst>
                    <a:ext uri="{FF2B5EF4-FFF2-40B4-BE49-F238E27FC236}">
                      <a16:creationId xmlns:a16="http://schemas.microsoft.com/office/drawing/2014/main" id="{F6FE8AAC-65E0-4EF2-5988-45F12C040ED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21720" y="3722883"/>
                  <a:ext cx="91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316" name="Ink 13315">
                  <a:extLst>
                    <a:ext uri="{FF2B5EF4-FFF2-40B4-BE49-F238E27FC236}">
                      <a16:creationId xmlns:a16="http://schemas.microsoft.com/office/drawing/2014/main" id="{8AA8E478-12FB-C813-F829-7EBC78FB7DAF}"/>
                    </a:ext>
                  </a:extLst>
                </p14:cNvPr>
                <p14:cNvContentPartPr/>
                <p14:nvPr/>
              </p14:nvContentPartPr>
              <p14:xfrm>
                <a:off x="5848080" y="3723243"/>
                <a:ext cx="141120" cy="73800"/>
              </p14:xfrm>
            </p:contentPart>
          </mc:Choice>
          <mc:Fallback>
            <p:pic>
              <p:nvPicPr>
                <p:cNvPr id="13316" name="Ink 13315">
                  <a:extLst>
                    <a:ext uri="{FF2B5EF4-FFF2-40B4-BE49-F238E27FC236}">
                      <a16:creationId xmlns:a16="http://schemas.microsoft.com/office/drawing/2014/main" id="{8AA8E478-12FB-C813-F829-7EBC78FB7DA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841960" y="3717123"/>
                  <a:ext cx="153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318" name="Ink 13317">
                  <a:extLst>
                    <a:ext uri="{FF2B5EF4-FFF2-40B4-BE49-F238E27FC236}">
                      <a16:creationId xmlns:a16="http://schemas.microsoft.com/office/drawing/2014/main" id="{6345C2BC-D8F6-A327-E2E6-0F5D678AB92B}"/>
                    </a:ext>
                  </a:extLst>
                </p14:cNvPr>
                <p14:cNvContentPartPr/>
                <p14:nvPr/>
              </p14:nvContentPartPr>
              <p14:xfrm>
                <a:off x="4989120" y="3190083"/>
                <a:ext cx="302400" cy="504720"/>
              </p14:xfrm>
            </p:contentPart>
          </mc:Choice>
          <mc:Fallback>
            <p:pic>
              <p:nvPicPr>
                <p:cNvPr id="13318" name="Ink 13317">
                  <a:extLst>
                    <a:ext uri="{FF2B5EF4-FFF2-40B4-BE49-F238E27FC236}">
                      <a16:creationId xmlns:a16="http://schemas.microsoft.com/office/drawing/2014/main" id="{6345C2BC-D8F6-A327-E2E6-0F5D678AB92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83000" y="3183963"/>
                  <a:ext cx="31464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319" name="Ink 13318">
                  <a:extLst>
                    <a:ext uri="{FF2B5EF4-FFF2-40B4-BE49-F238E27FC236}">
                      <a16:creationId xmlns:a16="http://schemas.microsoft.com/office/drawing/2014/main" id="{A531B985-8B43-FE23-58BA-37D3DE1E3C65}"/>
                    </a:ext>
                  </a:extLst>
                </p14:cNvPr>
                <p14:cNvContentPartPr/>
                <p14:nvPr/>
              </p14:nvContentPartPr>
              <p14:xfrm>
                <a:off x="5269200" y="3191523"/>
                <a:ext cx="98640" cy="103680"/>
              </p14:xfrm>
            </p:contentPart>
          </mc:Choice>
          <mc:Fallback>
            <p:pic>
              <p:nvPicPr>
                <p:cNvPr id="13319" name="Ink 13318">
                  <a:extLst>
                    <a:ext uri="{FF2B5EF4-FFF2-40B4-BE49-F238E27FC236}">
                      <a16:creationId xmlns:a16="http://schemas.microsoft.com/office/drawing/2014/main" id="{A531B985-8B43-FE23-58BA-37D3DE1E3C6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63080" y="3185403"/>
                  <a:ext cx="110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320" name="Ink 13319">
                  <a:extLst>
                    <a:ext uri="{FF2B5EF4-FFF2-40B4-BE49-F238E27FC236}">
                      <a16:creationId xmlns:a16="http://schemas.microsoft.com/office/drawing/2014/main" id="{5700DCB4-4036-0F3D-C74F-4CB3A8A4F1E9}"/>
                    </a:ext>
                  </a:extLst>
                </p14:cNvPr>
                <p14:cNvContentPartPr/>
                <p14:nvPr/>
              </p14:nvContentPartPr>
              <p14:xfrm>
                <a:off x="5296200" y="3194763"/>
                <a:ext cx="461160" cy="99720"/>
              </p14:xfrm>
            </p:contentPart>
          </mc:Choice>
          <mc:Fallback>
            <p:pic>
              <p:nvPicPr>
                <p:cNvPr id="13320" name="Ink 13319">
                  <a:extLst>
                    <a:ext uri="{FF2B5EF4-FFF2-40B4-BE49-F238E27FC236}">
                      <a16:creationId xmlns:a16="http://schemas.microsoft.com/office/drawing/2014/main" id="{5700DCB4-4036-0F3D-C74F-4CB3A8A4F1E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90080" y="3188643"/>
                  <a:ext cx="4734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321" name="Ink 13320">
                  <a:extLst>
                    <a:ext uri="{FF2B5EF4-FFF2-40B4-BE49-F238E27FC236}">
                      <a16:creationId xmlns:a16="http://schemas.microsoft.com/office/drawing/2014/main" id="{BE63F5BB-54BD-6B16-8C75-F87BDDA89DBC}"/>
                    </a:ext>
                  </a:extLst>
                </p14:cNvPr>
                <p14:cNvContentPartPr/>
                <p14:nvPr/>
              </p14:nvContentPartPr>
              <p14:xfrm>
                <a:off x="5810280" y="3172803"/>
                <a:ext cx="114840" cy="104760"/>
              </p14:xfrm>
            </p:contentPart>
          </mc:Choice>
          <mc:Fallback>
            <p:pic>
              <p:nvPicPr>
                <p:cNvPr id="13321" name="Ink 13320">
                  <a:extLst>
                    <a:ext uri="{FF2B5EF4-FFF2-40B4-BE49-F238E27FC236}">
                      <a16:creationId xmlns:a16="http://schemas.microsoft.com/office/drawing/2014/main" id="{BE63F5BB-54BD-6B16-8C75-F87BDDA89DB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804160" y="3166683"/>
                  <a:ext cx="127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322" name="Ink 13321">
                  <a:extLst>
                    <a:ext uri="{FF2B5EF4-FFF2-40B4-BE49-F238E27FC236}">
                      <a16:creationId xmlns:a16="http://schemas.microsoft.com/office/drawing/2014/main" id="{CE0E86E5-DDDE-D94B-3AD3-A659E4536A01}"/>
                    </a:ext>
                  </a:extLst>
                </p14:cNvPr>
                <p14:cNvContentPartPr/>
                <p14:nvPr/>
              </p14:nvContentPartPr>
              <p14:xfrm>
                <a:off x="5912520" y="3159483"/>
                <a:ext cx="21960" cy="288000"/>
              </p14:xfrm>
            </p:contentPart>
          </mc:Choice>
          <mc:Fallback>
            <p:pic>
              <p:nvPicPr>
                <p:cNvPr id="13322" name="Ink 13321">
                  <a:extLst>
                    <a:ext uri="{FF2B5EF4-FFF2-40B4-BE49-F238E27FC236}">
                      <a16:creationId xmlns:a16="http://schemas.microsoft.com/office/drawing/2014/main" id="{CE0E86E5-DDDE-D94B-3AD3-A659E4536A0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06400" y="3153363"/>
                  <a:ext cx="342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323" name="Ink 13322">
                  <a:extLst>
                    <a:ext uri="{FF2B5EF4-FFF2-40B4-BE49-F238E27FC236}">
                      <a16:creationId xmlns:a16="http://schemas.microsoft.com/office/drawing/2014/main" id="{1A475759-1115-620A-2EF3-89AABBF846D4}"/>
                    </a:ext>
                  </a:extLst>
                </p14:cNvPr>
                <p14:cNvContentPartPr/>
                <p14:nvPr/>
              </p14:nvContentPartPr>
              <p14:xfrm>
                <a:off x="6126720" y="3172803"/>
                <a:ext cx="15120" cy="199440"/>
              </p14:xfrm>
            </p:contentPart>
          </mc:Choice>
          <mc:Fallback>
            <p:pic>
              <p:nvPicPr>
                <p:cNvPr id="13323" name="Ink 13322">
                  <a:extLst>
                    <a:ext uri="{FF2B5EF4-FFF2-40B4-BE49-F238E27FC236}">
                      <a16:creationId xmlns:a16="http://schemas.microsoft.com/office/drawing/2014/main" id="{1A475759-1115-620A-2EF3-89AABBF846D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20600" y="3166683"/>
                  <a:ext cx="27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324" name="Ink 13323">
                  <a:extLst>
                    <a:ext uri="{FF2B5EF4-FFF2-40B4-BE49-F238E27FC236}">
                      <a16:creationId xmlns:a16="http://schemas.microsoft.com/office/drawing/2014/main" id="{A874D87B-552B-6BB6-C072-85FDC45E71AB}"/>
                    </a:ext>
                  </a:extLst>
                </p14:cNvPr>
                <p14:cNvContentPartPr/>
                <p14:nvPr/>
              </p14:nvContentPartPr>
              <p14:xfrm>
                <a:off x="6190800" y="3289083"/>
                <a:ext cx="69840" cy="52920"/>
              </p14:xfrm>
            </p:contentPart>
          </mc:Choice>
          <mc:Fallback>
            <p:pic>
              <p:nvPicPr>
                <p:cNvPr id="13324" name="Ink 13323">
                  <a:extLst>
                    <a:ext uri="{FF2B5EF4-FFF2-40B4-BE49-F238E27FC236}">
                      <a16:creationId xmlns:a16="http://schemas.microsoft.com/office/drawing/2014/main" id="{A874D87B-552B-6BB6-C072-85FDC45E71A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184680" y="3282963"/>
                  <a:ext cx="82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325" name="Ink 13324">
                  <a:extLst>
                    <a:ext uri="{FF2B5EF4-FFF2-40B4-BE49-F238E27FC236}">
                      <a16:creationId xmlns:a16="http://schemas.microsoft.com/office/drawing/2014/main" id="{24D2A6BA-2DE2-2A2F-74A0-C645A5C2B94E}"/>
                    </a:ext>
                  </a:extLst>
                </p14:cNvPr>
                <p14:cNvContentPartPr/>
                <p14:nvPr/>
              </p14:nvContentPartPr>
              <p14:xfrm>
                <a:off x="6286200" y="3271443"/>
                <a:ext cx="119880" cy="75240"/>
              </p14:xfrm>
            </p:contentPart>
          </mc:Choice>
          <mc:Fallback>
            <p:pic>
              <p:nvPicPr>
                <p:cNvPr id="13325" name="Ink 13324">
                  <a:extLst>
                    <a:ext uri="{FF2B5EF4-FFF2-40B4-BE49-F238E27FC236}">
                      <a16:creationId xmlns:a16="http://schemas.microsoft.com/office/drawing/2014/main" id="{24D2A6BA-2DE2-2A2F-74A0-C645A5C2B94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80080" y="3265323"/>
                  <a:ext cx="1321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326" name="Ink 13325">
                  <a:extLst>
                    <a:ext uri="{FF2B5EF4-FFF2-40B4-BE49-F238E27FC236}">
                      <a16:creationId xmlns:a16="http://schemas.microsoft.com/office/drawing/2014/main" id="{7E622102-27F7-DBE1-9DAE-88F72E074A6D}"/>
                    </a:ext>
                  </a:extLst>
                </p14:cNvPr>
                <p14:cNvContentPartPr/>
                <p14:nvPr/>
              </p14:nvContentPartPr>
              <p14:xfrm>
                <a:off x="6426960" y="3174603"/>
                <a:ext cx="136800" cy="173880"/>
              </p14:xfrm>
            </p:contentPart>
          </mc:Choice>
          <mc:Fallback>
            <p:pic>
              <p:nvPicPr>
                <p:cNvPr id="13326" name="Ink 13325">
                  <a:extLst>
                    <a:ext uri="{FF2B5EF4-FFF2-40B4-BE49-F238E27FC236}">
                      <a16:creationId xmlns:a16="http://schemas.microsoft.com/office/drawing/2014/main" id="{7E622102-27F7-DBE1-9DAE-88F72E074A6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20840" y="3168483"/>
                  <a:ext cx="1490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327" name="Ink 13326">
                  <a:extLst>
                    <a:ext uri="{FF2B5EF4-FFF2-40B4-BE49-F238E27FC236}">
                      <a16:creationId xmlns:a16="http://schemas.microsoft.com/office/drawing/2014/main" id="{451865EC-DAFB-AD6C-3585-1A1E621EA13D}"/>
                    </a:ext>
                  </a:extLst>
                </p14:cNvPr>
                <p14:cNvContentPartPr/>
                <p14:nvPr/>
              </p14:nvContentPartPr>
              <p14:xfrm>
                <a:off x="6527040" y="3234363"/>
                <a:ext cx="360" cy="360"/>
              </p14:xfrm>
            </p:contentPart>
          </mc:Choice>
          <mc:Fallback>
            <p:pic>
              <p:nvPicPr>
                <p:cNvPr id="13327" name="Ink 13326">
                  <a:extLst>
                    <a:ext uri="{FF2B5EF4-FFF2-40B4-BE49-F238E27FC236}">
                      <a16:creationId xmlns:a16="http://schemas.microsoft.com/office/drawing/2014/main" id="{451865EC-DAFB-AD6C-3585-1A1E621EA13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520920" y="322824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3328" name="Ink 13327">
                  <a:extLst>
                    <a:ext uri="{FF2B5EF4-FFF2-40B4-BE49-F238E27FC236}">
                      <a16:creationId xmlns:a16="http://schemas.microsoft.com/office/drawing/2014/main" id="{E47061D7-DB4A-0B08-1F96-8CE6713B9542}"/>
                    </a:ext>
                  </a:extLst>
                </p14:cNvPr>
                <p14:cNvContentPartPr/>
                <p14:nvPr/>
              </p14:nvContentPartPr>
              <p14:xfrm>
                <a:off x="6584280" y="3260643"/>
                <a:ext cx="82440" cy="59400"/>
              </p14:xfrm>
            </p:contentPart>
          </mc:Choice>
          <mc:Fallback>
            <p:pic>
              <p:nvPicPr>
                <p:cNvPr id="13328" name="Ink 13327">
                  <a:extLst>
                    <a:ext uri="{FF2B5EF4-FFF2-40B4-BE49-F238E27FC236}">
                      <a16:creationId xmlns:a16="http://schemas.microsoft.com/office/drawing/2014/main" id="{E47061D7-DB4A-0B08-1F96-8CE6713B954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578160" y="3254523"/>
                  <a:ext cx="94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3329" name="Ink 13328">
                  <a:extLst>
                    <a:ext uri="{FF2B5EF4-FFF2-40B4-BE49-F238E27FC236}">
                      <a16:creationId xmlns:a16="http://schemas.microsoft.com/office/drawing/2014/main" id="{39939E1C-EB11-5B15-7AE5-D186BA904F64}"/>
                    </a:ext>
                  </a:extLst>
                </p14:cNvPr>
                <p14:cNvContentPartPr/>
                <p14:nvPr/>
              </p14:nvContentPartPr>
              <p14:xfrm>
                <a:off x="6672120" y="3244443"/>
                <a:ext cx="160200" cy="250560"/>
              </p14:xfrm>
            </p:contentPart>
          </mc:Choice>
          <mc:Fallback>
            <p:pic>
              <p:nvPicPr>
                <p:cNvPr id="13329" name="Ink 13328">
                  <a:extLst>
                    <a:ext uri="{FF2B5EF4-FFF2-40B4-BE49-F238E27FC236}">
                      <a16:creationId xmlns:a16="http://schemas.microsoft.com/office/drawing/2014/main" id="{39939E1C-EB11-5B15-7AE5-D186BA904F6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666000" y="3238323"/>
                  <a:ext cx="172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3332" name="Ink 13331">
                  <a:extLst>
                    <a:ext uri="{FF2B5EF4-FFF2-40B4-BE49-F238E27FC236}">
                      <a16:creationId xmlns:a16="http://schemas.microsoft.com/office/drawing/2014/main" id="{41A026E4-E57A-A504-E0DE-EDBCD57B98C4}"/>
                    </a:ext>
                  </a:extLst>
                </p14:cNvPr>
                <p14:cNvContentPartPr/>
                <p14:nvPr/>
              </p14:nvContentPartPr>
              <p14:xfrm>
                <a:off x="5733600" y="3064443"/>
                <a:ext cx="1203120" cy="587880"/>
              </p14:xfrm>
            </p:contentPart>
          </mc:Choice>
          <mc:Fallback>
            <p:pic>
              <p:nvPicPr>
                <p:cNvPr id="13332" name="Ink 13331">
                  <a:extLst>
                    <a:ext uri="{FF2B5EF4-FFF2-40B4-BE49-F238E27FC236}">
                      <a16:creationId xmlns:a16="http://schemas.microsoft.com/office/drawing/2014/main" id="{41A026E4-E57A-A504-E0DE-EDBCD57B98C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727480" y="3058323"/>
                  <a:ext cx="1215360" cy="60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48073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431540" y="0"/>
            <a:ext cx="82089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 Algorithm: Find X Scores &amp;Y Loadings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203848" y="632791"/>
                <a:ext cx="2000163" cy="3697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632791"/>
                <a:ext cx="2000163" cy="369781"/>
              </a:xfrm>
              <a:prstGeom prst="rect">
                <a:avLst/>
              </a:prstGeom>
              <a:blipFill>
                <a:blip r:embed="rId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856284" y="1648466"/>
                <a:ext cx="2695290" cy="382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𝐰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284" y="1648466"/>
                <a:ext cx="2695290" cy="382349"/>
              </a:xfrm>
              <a:prstGeom prst="rect">
                <a:avLst/>
              </a:prstGeom>
              <a:blipFill>
                <a:blip r:embed="rId4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5736" y="588926"/>
            <a:ext cx="1206784" cy="1196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3528" y="2322310"/>
                <a:ext cx="8532948" cy="1570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Assignment 2 Part 1 Question:</a:t>
                </a: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To find X scores, Why regress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𝐄</m:t>
                        </m:r>
                        <m:r>
                          <a:rPr lang="en-US" sz="16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1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sz="16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sz="16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𝐡</m:t>
                            </m:r>
                          </m:sub>
                        </m:sSub>
                        <m:r>
                          <a:rPr lang="en-US" sz="16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 Should it not be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sz="1600" b="1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US" sz="16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𝐡</m:t>
                            </m:r>
                          </m:sub>
                        </m:sSub>
                        <m:r>
                          <a:rPr lang="en-US" sz="16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>
                  <a:lnSpc>
                    <a:spcPct val="150000"/>
                  </a:lnSpc>
                </a:pPr>
                <a:endPara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See </a:t>
                </a:r>
                <a:r>
                  <a:rPr 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https://chatgpt.com/c/6a635396-7810-83ee-9182-8f4aa5877a10</a:t>
                </a:r>
                <a:endParaRPr lang="en-IN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322310"/>
                <a:ext cx="8532948" cy="1570815"/>
              </a:xfrm>
              <a:prstGeom prst="rect">
                <a:avLst/>
              </a:prstGeom>
              <a:blipFill>
                <a:blip r:embed="rId6"/>
                <a:stretch>
                  <a:fillRect l="-357" b="-11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043291" y="1186954"/>
                <a:ext cx="2160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𝐰</m:t>
                              </m:r>
                            </m:e>
                            <m:sub>
                              <m:r>
                                <a:rPr lang="en-US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𝐡</m:t>
                              </m:r>
                            </m:sub>
                          </m:s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′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291" y="1186954"/>
                <a:ext cx="2160720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500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440742" y="5363"/>
            <a:ext cx="8523745" cy="550163"/>
          </a:xfrm>
        </p:spPr>
        <p:txBody>
          <a:bodyPr anchor="ctr">
            <a:no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For Y loading vector Why Use </a:t>
            </a:r>
            <a:r>
              <a:rPr lang="en-US" sz="2400" dirty="0">
                <a:solidFill>
                  <a:srgbClr val="6600FF"/>
                </a:solidFill>
                <a:latin typeface="Arial" pitchFamily="34" charset="0"/>
                <a:cs typeface="Arial" pitchFamily="34" charset="0"/>
              </a:rPr>
              <a:t>X scores </a:t>
            </a:r>
            <a:r>
              <a:rPr lang="en-US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in PLS2 </a:t>
            </a:r>
            <a:r>
              <a:rPr lang="en-US" sz="2400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Nipals</a:t>
            </a:r>
            <a:r>
              <a:rPr lang="en-US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?</a:t>
            </a:r>
            <a:endParaRPr lang="en-IN" sz="24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804248" y="1707654"/>
                <a:ext cx="2446439" cy="382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r>
                        <a:rPr lang="en-US" b="1" i="1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′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1707654"/>
                <a:ext cx="2446439" cy="382349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204110" y="1203598"/>
                <a:ext cx="1939890" cy="3697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110" y="1203598"/>
                <a:ext cx="1939890" cy="369781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773399" y="2306027"/>
                <a:ext cx="2479333" cy="3826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b="1" i="0" smtClean="0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  <m:r>
                                <a:rPr lang="en-US" b="1" i="0" smtClean="0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n-US" b="1" i="0" smtClean="0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0" smtClean="0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b="1" i="1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r>
                            <a:rPr lang="en-US" b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99" y="2306027"/>
                <a:ext cx="2479333" cy="382669"/>
              </a:xfrm>
              <a:prstGeom prst="rect">
                <a:avLst/>
              </a:prstGeom>
              <a:blipFill>
                <a:blip r:embed="rId6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07504" y="842816"/>
            <a:ext cx="6768752" cy="3309090"/>
            <a:chOff x="558415" y="771550"/>
            <a:chExt cx="7182852" cy="3667637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8415" y="771550"/>
              <a:ext cx="7182852" cy="3667637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/>
                <p14:cNvContentPartPr/>
                <p14:nvPr/>
              </p14:nvContentPartPr>
              <p14:xfrm>
                <a:off x="590400" y="1838160"/>
                <a:ext cx="3634200" cy="153000"/>
              </p14:xfrm>
            </p:contentPart>
          </mc:Choice>
          <mc:Fallback xmlns="">
            <p:pic>
              <p:nvPicPr>
                <p:cNvPr id="5" name="Ink 4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3591" y="1768035"/>
                  <a:ext cx="3667818" cy="29325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68E6DDC-D638-462D-0405-6A7662EC6B84}"/>
                  </a:ext>
                </a:extLst>
              </p14:cNvPr>
              <p14:cNvContentPartPr/>
              <p14:nvPr/>
            </p14:nvContentPartPr>
            <p14:xfrm>
              <a:off x="2639400" y="483963"/>
              <a:ext cx="271080" cy="296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68E6DDC-D638-462D-0405-6A7662EC6B8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33280" y="477843"/>
                <a:ext cx="283320" cy="30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61C2CFA-8B75-AAFD-92D2-EC8CEDDA09A1}"/>
              </a:ext>
            </a:extLst>
          </p:cNvPr>
          <p:cNvGrpSpPr/>
          <p:nvPr/>
        </p:nvGrpSpPr>
        <p:grpSpPr>
          <a:xfrm>
            <a:off x="5632440" y="516003"/>
            <a:ext cx="218880" cy="204120"/>
            <a:chOff x="5632440" y="516003"/>
            <a:chExt cx="218880" cy="2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58E6DB-66E1-8091-F310-BFC31E5E10E4}"/>
                    </a:ext>
                  </a:extLst>
                </p14:cNvPr>
                <p14:cNvContentPartPr/>
                <p14:nvPr/>
              </p14:nvContentPartPr>
              <p14:xfrm>
                <a:off x="5725320" y="516003"/>
                <a:ext cx="126000" cy="204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58E6DB-66E1-8091-F310-BFC31E5E10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19200" y="509883"/>
                  <a:ext cx="1382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64D104-A094-7F88-322C-8EA96F69E6A8}"/>
                    </a:ext>
                  </a:extLst>
                </p14:cNvPr>
                <p14:cNvContentPartPr/>
                <p14:nvPr/>
              </p14:nvContentPartPr>
              <p14:xfrm>
                <a:off x="5632440" y="581883"/>
                <a:ext cx="167400" cy="29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64D104-A094-7F88-322C-8EA96F69E6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626320" y="575763"/>
                  <a:ext cx="17964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56B234E-DB32-F10B-89E7-D304E7F32E83}"/>
                  </a:ext>
                </a:extLst>
              </p14:cNvPr>
              <p14:cNvContentPartPr/>
              <p14:nvPr/>
            </p14:nvContentPartPr>
            <p14:xfrm>
              <a:off x="3655680" y="1985163"/>
              <a:ext cx="17280" cy="14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56B234E-DB32-F10B-89E7-D304E7F32E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49560" y="1979043"/>
                <a:ext cx="2952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AFE1D6E-71F7-7513-8706-22BD252F2189}"/>
              </a:ext>
            </a:extLst>
          </p:cNvPr>
          <p:cNvGrpSpPr/>
          <p:nvPr/>
        </p:nvGrpSpPr>
        <p:grpSpPr>
          <a:xfrm>
            <a:off x="3127920" y="1396563"/>
            <a:ext cx="5405040" cy="1773000"/>
            <a:chOff x="3127920" y="1396563"/>
            <a:chExt cx="5405040" cy="177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46D4A45-49CC-37DE-9E0B-8B725D47B0B1}"/>
                    </a:ext>
                  </a:extLst>
                </p14:cNvPr>
                <p14:cNvContentPartPr/>
                <p14:nvPr/>
              </p14:nvContentPartPr>
              <p14:xfrm>
                <a:off x="8384640" y="1601403"/>
                <a:ext cx="129240" cy="10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46D4A45-49CC-37DE-9E0B-8B725D47B0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78520" y="1595283"/>
                  <a:ext cx="141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73680FC-5B40-28A7-A0EE-BB808B7AEF97}"/>
                    </a:ext>
                  </a:extLst>
                </p14:cNvPr>
                <p14:cNvContentPartPr/>
                <p14:nvPr/>
              </p14:nvContentPartPr>
              <p14:xfrm>
                <a:off x="8426400" y="1644243"/>
                <a:ext cx="106560" cy="11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73680FC-5B40-28A7-A0EE-BB808B7AEF9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20280" y="1638123"/>
                  <a:ext cx="118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8CC0D1-C429-A7EE-6483-9D83796A09AB}"/>
                    </a:ext>
                  </a:extLst>
                </p14:cNvPr>
                <p14:cNvContentPartPr/>
                <p14:nvPr/>
              </p14:nvContentPartPr>
              <p14:xfrm>
                <a:off x="6938520" y="2134923"/>
                <a:ext cx="266400" cy="24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8CC0D1-C429-A7EE-6483-9D83796A09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32400" y="2128803"/>
                  <a:ext cx="278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9A88FB3-86DF-4C5A-3414-50C22AFB4D9E}"/>
                    </a:ext>
                  </a:extLst>
                </p14:cNvPr>
                <p14:cNvContentPartPr/>
                <p14:nvPr/>
              </p14:nvContentPartPr>
              <p14:xfrm>
                <a:off x="7026720" y="2188923"/>
                <a:ext cx="206280" cy="295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A88FB3-86DF-4C5A-3414-50C22AFB4D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20600" y="2182803"/>
                  <a:ext cx="218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8CC9E56-362D-D8EC-1A9B-41F526710E64}"/>
                    </a:ext>
                  </a:extLst>
                </p14:cNvPr>
                <p14:cNvContentPartPr/>
                <p14:nvPr/>
              </p14:nvContentPartPr>
              <p14:xfrm>
                <a:off x="7539360" y="2096403"/>
                <a:ext cx="552600" cy="54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8CC9E56-362D-D8EC-1A9B-41F526710E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33240" y="2090283"/>
                  <a:ext cx="564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CAE3CC-CA86-DE75-BB84-E964A4427E86}"/>
                    </a:ext>
                  </a:extLst>
                </p14:cNvPr>
                <p14:cNvContentPartPr/>
                <p14:nvPr/>
              </p14:nvContentPartPr>
              <p14:xfrm>
                <a:off x="7609560" y="2152923"/>
                <a:ext cx="575640" cy="53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CAE3CC-CA86-DE75-BB84-E964A4427E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03440" y="2146803"/>
                  <a:ext cx="587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7511F42-6BA9-6F2C-B4EF-B71E2B1D545D}"/>
                    </a:ext>
                  </a:extLst>
                </p14:cNvPr>
                <p14:cNvContentPartPr/>
                <p14:nvPr/>
              </p14:nvContentPartPr>
              <p14:xfrm>
                <a:off x="3127920" y="2654763"/>
                <a:ext cx="879480" cy="514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7511F42-6BA9-6F2C-B4EF-B71E2B1D545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21800" y="2648643"/>
                  <a:ext cx="89172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7ABD891-816B-37C9-188C-E90062C06B65}"/>
                    </a:ext>
                  </a:extLst>
                </p14:cNvPr>
                <p14:cNvContentPartPr/>
                <p14:nvPr/>
              </p14:nvContentPartPr>
              <p14:xfrm>
                <a:off x="3973200" y="1444083"/>
                <a:ext cx="3364920" cy="1538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7ABD891-816B-37C9-188C-E90062C06B6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67080" y="1437963"/>
                  <a:ext cx="3377160" cy="15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5F9A246-01B7-4213-93E8-16F4933FC61F}"/>
                    </a:ext>
                  </a:extLst>
                </p14:cNvPr>
                <p14:cNvContentPartPr/>
                <p14:nvPr/>
              </p14:nvContentPartPr>
              <p14:xfrm>
                <a:off x="7161720" y="1396563"/>
                <a:ext cx="147240" cy="72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5F9A246-01B7-4213-93E8-16F4933FC61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55600" y="1390443"/>
                  <a:ext cx="1594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5CFCD56-9C6D-CF4E-0438-FDB8CC788A38}"/>
                    </a:ext>
                  </a:extLst>
                </p14:cNvPr>
                <p14:cNvContentPartPr/>
                <p14:nvPr/>
              </p14:nvContentPartPr>
              <p14:xfrm>
                <a:off x="7194480" y="1455243"/>
                <a:ext cx="133920" cy="144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5CFCD56-9C6D-CF4E-0438-FDB8CC788A3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88360" y="1449123"/>
                  <a:ext cx="1461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30" name="Group 13329">
            <a:extLst>
              <a:ext uri="{FF2B5EF4-FFF2-40B4-BE49-F238E27FC236}">
                <a16:creationId xmlns:a16="http://schemas.microsoft.com/office/drawing/2014/main" id="{8BAD3C4A-EEF3-80B7-9D9F-315C497E2AF9}"/>
              </a:ext>
            </a:extLst>
          </p:cNvPr>
          <p:cNvGrpSpPr/>
          <p:nvPr/>
        </p:nvGrpSpPr>
        <p:grpSpPr>
          <a:xfrm>
            <a:off x="1113360" y="4135443"/>
            <a:ext cx="2082600" cy="979920"/>
            <a:chOff x="1113360" y="4135443"/>
            <a:chExt cx="2082600" cy="9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2D5C68-468C-22F8-931A-032A0280FDDB}"/>
                    </a:ext>
                  </a:extLst>
                </p14:cNvPr>
                <p14:cNvContentPartPr/>
                <p14:nvPr/>
              </p14:nvContentPartPr>
              <p14:xfrm>
                <a:off x="2173560" y="4135443"/>
                <a:ext cx="761040" cy="543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2D5C68-468C-22F8-931A-032A0280FDD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67440" y="4129323"/>
                  <a:ext cx="7732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50C503-6B39-7EB1-E998-09943D9CCFC0}"/>
                    </a:ext>
                  </a:extLst>
                </p14:cNvPr>
                <p14:cNvContentPartPr/>
                <p14:nvPr/>
              </p14:nvContentPartPr>
              <p14:xfrm>
                <a:off x="1970880" y="4243803"/>
                <a:ext cx="104400" cy="69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50C503-6B39-7EB1-E998-09943D9CCFC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64760" y="4237683"/>
                  <a:ext cx="116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0E800E9-D571-7928-0450-1117BE8876AB}"/>
                    </a:ext>
                  </a:extLst>
                </p14:cNvPr>
                <p14:cNvContentPartPr/>
                <p14:nvPr/>
              </p14:nvContentPartPr>
              <p14:xfrm>
                <a:off x="2022360" y="4235523"/>
                <a:ext cx="68400" cy="229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0E800E9-D571-7928-0450-1117BE8876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16240" y="4229403"/>
                  <a:ext cx="806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1F2206-F15B-1448-1452-16A5A64CAC69}"/>
                    </a:ext>
                  </a:extLst>
                </p14:cNvPr>
                <p14:cNvContentPartPr/>
                <p14:nvPr/>
              </p14:nvContentPartPr>
              <p14:xfrm>
                <a:off x="1715640" y="4685163"/>
                <a:ext cx="514440" cy="350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1F2206-F15B-1448-1452-16A5A64CAC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709520" y="4679043"/>
                  <a:ext cx="5266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38AA99-1258-4706-BBBB-320889214510}"/>
                    </a:ext>
                  </a:extLst>
                </p14:cNvPr>
                <p14:cNvContentPartPr/>
                <p14:nvPr/>
              </p14:nvContentPartPr>
              <p14:xfrm>
                <a:off x="1676400" y="4910523"/>
                <a:ext cx="189000" cy="152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38AA99-1258-4706-BBBB-3208892145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70280" y="4904403"/>
                  <a:ext cx="2012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A9FD3AD-2FFF-30AB-F3B3-13BB9A05660E}"/>
                    </a:ext>
                  </a:extLst>
                </p14:cNvPr>
                <p14:cNvContentPartPr/>
                <p14:nvPr/>
              </p14:nvContentPartPr>
              <p14:xfrm>
                <a:off x="2224320" y="4688763"/>
                <a:ext cx="410760" cy="378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A9FD3AD-2FFF-30AB-F3B3-13BB9A05660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18200" y="4682643"/>
                  <a:ext cx="4230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916293C-E4BA-0B24-EA76-8B700DADE8D9}"/>
                    </a:ext>
                  </a:extLst>
                </p14:cNvPr>
                <p14:cNvContentPartPr/>
                <p14:nvPr/>
              </p14:nvContentPartPr>
              <p14:xfrm>
                <a:off x="2578560" y="4954443"/>
                <a:ext cx="122040" cy="160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916293C-E4BA-0B24-EA76-8B700DADE8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72440" y="4948323"/>
                  <a:ext cx="134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DA4EF1-C629-8FB6-2174-8FA63C3F9D57}"/>
                    </a:ext>
                  </a:extLst>
                </p14:cNvPr>
                <p14:cNvContentPartPr/>
                <p14:nvPr/>
              </p14:nvContentPartPr>
              <p14:xfrm>
                <a:off x="2211720" y="4325523"/>
                <a:ext cx="349560" cy="358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DA4EF1-C629-8FB6-2174-8FA63C3F9D5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05600" y="4319403"/>
                  <a:ext cx="36180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C09E19B-687A-A681-A924-F5A27D60430C}"/>
                    </a:ext>
                  </a:extLst>
                </p14:cNvPr>
                <p14:cNvContentPartPr/>
                <p14:nvPr/>
              </p14:nvContentPartPr>
              <p14:xfrm>
                <a:off x="2523120" y="4275483"/>
                <a:ext cx="74880" cy="143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C09E19B-687A-A681-A924-F5A27D60430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17000" y="4269363"/>
                  <a:ext cx="871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BDC1443-ACB4-46D1-AFD6-667A97F835CA}"/>
                    </a:ext>
                  </a:extLst>
                </p14:cNvPr>
                <p14:cNvContentPartPr/>
                <p14:nvPr/>
              </p14:nvContentPartPr>
              <p14:xfrm>
                <a:off x="1587480" y="4591203"/>
                <a:ext cx="666720" cy="129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BDC1443-ACB4-46D1-AFD6-667A97F835C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81360" y="4585083"/>
                  <a:ext cx="678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60A0D1-02BE-EAF2-1FC5-9204E44978D2}"/>
                    </a:ext>
                  </a:extLst>
                </p14:cNvPr>
                <p14:cNvContentPartPr/>
                <p14:nvPr/>
              </p14:nvContentPartPr>
              <p14:xfrm>
                <a:off x="1505040" y="4506243"/>
                <a:ext cx="241920" cy="169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60A0D1-02BE-EAF2-1FC5-9204E44978D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98920" y="4500123"/>
                  <a:ext cx="2541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D5ADF5-A530-294C-3E1E-59D3AA064F5A}"/>
                    </a:ext>
                  </a:extLst>
                </p14:cNvPr>
                <p14:cNvContentPartPr/>
                <p14:nvPr/>
              </p14:nvContentPartPr>
              <p14:xfrm>
                <a:off x="2835600" y="4578243"/>
                <a:ext cx="103680" cy="167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D5ADF5-A530-294C-3E1E-59D3AA064F5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29480" y="4572123"/>
                  <a:ext cx="115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2E0FCF2-A1B9-7275-95D9-873DD0232362}"/>
                    </a:ext>
                  </a:extLst>
                </p14:cNvPr>
                <p14:cNvContentPartPr/>
                <p14:nvPr/>
              </p14:nvContentPartPr>
              <p14:xfrm>
                <a:off x="3014520" y="4649523"/>
                <a:ext cx="121680" cy="72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2E0FCF2-A1B9-7275-95D9-873DD02323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08400" y="4643403"/>
                  <a:ext cx="133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A1EDB96-FD65-34D3-B75F-ECE29E1EF8FC}"/>
                    </a:ext>
                  </a:extLst>
                </p14:cNvPr>
                <p14:cNvContentPartPr/>
                <p14:nvPr/>
              </p14:nvContentPartPr>
              <p14:xfrm>
                <a:off x="3031800" y="4649523"/>
                <a:ext cx="65880" cy="13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A1EDB96-FD65-34D3-B75F-ECE29E1EF8F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25680" y="4643403"/>
                  <a:ext cx="78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9A2278E-5B58-5B27-FDE5-70DF1758227E}"/>
                    </a:ext>
                  </a:extLst>
                </p14:cNvPr>
                <p14:cNvContentPartPr/>
                <p14:nvPr/>
              </p14:nvContentPartPr>
              <p14:xfrm>
                <a:off x="3167880" y="4684803"/>
                <a:ext cx="28080" cy="135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9A2278E-5B58-5B27-FDE5-70DF1758227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61760" y="4678683"/>
                  <a:ext cx="40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CC00F5-5E92-11D1-0FDE-639481DEFF1E}"/>
                    </a:ext>
                  </a:extLst>
                </p14:cNvPr>
                <p14:cNvContentPartPr/>
                <p14:nvPr/>
              </p14:nvContentPartPr>
              <p14:xfrm>
                <a:off x="2605560" y="4278723"/>
                <a:ext cx="115560" cy="29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CC00F5-5E92-11D1-0FDE-639481DEFF1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99440" y="4272603"/>
                  <a:ext cx="127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261ADFB-6B53-2195-9FC3-EEB203F9C461}"/>
                    </a:ext>
                  </a:extLst>
                </p14:cNvPr>
                <p14:cNvContentPartPr/>
                <p14:nvPr/>
              </p14:nvContentPartPr>
              <p14:xfrm>
                <a:off x="2641200" y="4247043"/>
                <a:ext cx="21960" cy="120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261ADFB-6B53-2195-9FC3-EEB203F9C46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35080" y="4240923"/>
                  <a:ext cx="34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40AB1AC-96A9-7F7F-613B-7B3C78D254C4}"/>
                    </a:ext>
                  </a:extLst>
                </p14:cNvPr>
                <p14:cNvContentPartPr/>
                <p14:nvPr/>
              </p14:nvContentPartPr>
              <p14:xfrm>
                <a:off x="2743440" y="4277283"/>
                <a:ext cx="108360" cy="109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40AB1AC-96A9-7F7F-613B-7B3C78D254C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37320" y="4271163"/>
                  <a:ext cx="120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E0CA774-4484-F853-F973-FF76B50A8A97}"/>
                    </a:ext>
                  </a:extLst>
                </p14:cNvPr>
                <p14:cNvContentPartPr/>
                <p14:nvPr/>
              </p14:nvContentPartPr>
              <p14:xfrm>
                <a:off x="1217400" y="4577163"/>
                <a:ext cx="101520" cy="24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E0CA774-4484-F853-F973-FF76B50A8A9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11280" y="4571043"/>
                  <a:ext cx="1137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D2AAF88-FAC8-2C14-32BD-FA72CA07A1A4}"/>
                    </a:ext>
                  </a:extLst>
                </p14:cNvPr>
                <p14:cNvContentPartPr/>
                <p14:nvPr/>
              </p14:nvContentPartPr>
              <p14:xfrm>
                <a:off x="1246560" y="4528563"/>
                <a:ext cx="33120" cy="132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D2AAF88-FAC8-2C14-32BD-FA72CA07A1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40440" y="4522443"/>
                  <a:ext cx="453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D05BD3B-33B9-0C97-5D9B-BA6CD67A8842}"/>
                    </a:ext>
                  </a:extLst>
                </p14:cNvPr>
                <p14:cNvContentPartPr/>
                <p14:nvPr/>
              </p14:nvContentPartPr>
              <p14:xfrm>
                <a:off x="1314960" y="4582563"/>
                <a:ext cx="97560" cy="155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D05BD3B-33B9-0C97-5D9B-BA6CD67A884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08840" y="4576443"/>
                  <a:ext cx="1098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2616FC7-A7C4-C69F-A81E-503376247135}"/>
                    </a:ext>
                  </a:extLst>
                </p14:cNvPr>
                <p14:cNvContentPartPr/>
                <p14:nvPr/>
              </p14:nvContentPartPr>
              <p14:xfrm>
                <a:off x="1413960" y="4946883"/>
                <a:ext cx="125640" cy="27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2616FC7-A7C4-C69F-A81E-50337624713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07840" y="4940763"/>
                  <a:ext cx="137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498FCAA-6AEB-CF7D-E86E-6DA487C796D7}"/>
                    </a:ext>
                  </a:extLst>
                </p14:cNvPr>
                <p14:cNvContentPartPr/>
                <p14:nvPr/>
              </p14:nvContentPartPr>
              <p14:xfrm>
                <a:off x="1472640" y="4920603"/>
                <a:ext cx="18360" cy="88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498FCAA-6AEB-CF7D-E86E-6DA487C796D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66520" y="4914483"/>
                  <a:ext cx="30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65A50B8-7D5D-F899-84A2-3426E3963180}"/>
                    </a:ext>
                  </a:extLst>
                </p14:cNvPr>
                <p14:cNvContentPartPr/>
                <p14:nvPr/>
              </p14:nvContentPartPr>
              <p14:xfrm>
                <a:off x="1552200" y="4929243"/>
                <a:ext cx="102600" cy="37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65A50B8-7D5D-F899-84A2-3426E396318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46080" y="4923123"/>
                  <a:ext cx="114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1AC82C5-CB6C-FC06-6ED9-306766AE2026}"/>
                    </a:ext>
                  </a:extLst>
                </p14:cNvPr>
                <p14:cNvContentPartPr/>
                <p14:nvPr/>
              </p14:nvContentPartPr>
              <p14:xfrm>
                <a:off x="2681880" y="4977483"/>
                <a:ext cx="110880" cy="50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1AC82C5-CB6C-FC06-6ED9-306766AE202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75760" y="4971363"/>
                  <a:ext cx="1231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CAE3C11-6CF5-964D-5AB7-36379DD98766}"/>
                    </a:ext>
                  </a:extLst>
                </p14:cNvPr>
                <p14:cNvContentPartPr/>
                <p14:nvPr/>
              </p14:nvContentPartPr>
              <p14:xfrm>
                <a:off x="2738400" y="4939323"/>
                <a:ext cx="21600" cy="130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CAE3C11-6CF5-964D-5AB7-36379DD9876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32280" y="4933203"/>
                  <a:ext cx="33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A14DD2A-1D7F-C684-6E56-17407A2B0843}"/>
                    </a:ext>
                  </a:extLst>
                </p14:cNvPr>
                <p14:cNvContentPartPr/>
                <p14:nvPr/>
              </p14:nvContentPartPr>
              <p14:xfrm>
                <a:off x="2854320" y="5003043"/>
                <a:ext cx="57600" cy="101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A14DD2A-1D7F-C684-6E56-17407A2B08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48200" y="4996923"/>
                  <a:ext cx="698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D41E3F3-E867-AEC0-B8F6-72E03C9C7725}"/>
                    </a:ext>
                  </a:extLst>
                </p14:cNvPr>
                <p14:cNvContentPartPr/>
                <p14:nvPr/>
              </p14:nvContentPartPr>
              <p14:xfrm>
                <a:off x="2861520" y="4927083"/>
                <a:ext cx="80640" cy="96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D41E3F3-E867-AEC0-B8F6-72E03C9C772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55400" y="4920963"/>
                  <a:ext cx="92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3618059-D8E9-802F-EC40-A29A46A520AE}"/>
                    </a:ext>
                  </a:extLst>
                </p14:cNvPr>
                <p14:cNvContentPartPr/>
                <p14:nvPr/>
              </p14:nvContentPartPr>
              <p14:xfrm>
                <a:off x="1580280" y="4244163"/>
                <a:ext cx="60480" cy="87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3618059-D8E9-802F-EC40-A29A46A520A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74160" y="4238043"/>
                  <a:ext cx="72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025739F-FF42-BC9D-1BEA-CB3B12C34EE8}"/>
                    </a:ext>
                  </a:extLst>
                </p14:cNvPr>
                <p14:cNvContentPartPr/>
                <p14:nvPr/>
              </p14:nvContentPartPr>
              <p14:xfrm>
                <a:off x="1721760" y="4359723"/>
                <a:ext cx="52200" cy="59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025739F-FF42-BC9D-1BEA-CB3B12C34EE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15640" y="4353603"/>
                  <a:ext cx="64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7C4E05F-5905-10B7-D41B-63ACD52A6838}"/>
                    </a:ext>
                  </a:extLst>
                </p14:cNvPr>
                <p14:cNvContentPartPr/>
                <p14:nvPr/>
              </p14:nvContentPartPr>
              <p14:xfrm>
                <a:off x="1848840" y="4399323"/>
                <a:ext cx="89640" cy="68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7C4E05F-5905-10B7-D41B-63ACD52A68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42720" y="4393203"/>
                  <a:ext cx="101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96FAE1C-093A-EDDC-702C-A6861EFEA72B}"/>
                    </a:ext>
                  </a:extLst>
                </p14:cNvPr>
                <p14:cNvContentPartPr/>
                <p14:nvPr/>
              </p14:nvContentPartPr>
              <p14:xfrm>
                <a:off x="1571640" y="4679763"/>
                <a:ext cx="50400" cy="64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96FAE1C-093A-EDDC-702C-A6861EFEA72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65520" y="4673643"/>
                  <a:ext cx="626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E8B4244-DB1E-2360-0F73-D979AA668B8A}"/>
                    </a:ext>
                  </a:extLst>
                </p14:cNvPr>
                <p14:cNvContentPartPr/>
                <p14:nvPr/>
              </p14:nvContentPartPr>
              <p14:xfrm>
                <a:off x="1801320" y="4674723"/>
                <a:ext cx="86760" cy="76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E8B4244-DB1E-2360-0F73-D979AA668B8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95200" y="4668603"/>
                  <a:ext cx="99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2AB8AB5-5154-C6D4-9847-1ED65CE4EFAC}"/>
                    </a:ext>
                  </a:extLst>
                </p14:cNvPr>
                <p14:cNvContentPartPr/>
                <p14:nvPr/>
              </p14:nvContentPartPr>
              <p14:xfrm>
                <a:off x="1999320" y="4816563"/>
                <a:ext cx="83880" cy="85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2AB8AB5-5154-C6D4-9847-1ED65CE4EFA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93200" y="4810443"/>
                  <a:ext cx="961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3666CC-4647-B53A-4C17-168007FEFEC8}"/>
                    </a:ext>
                  </a:extLst>
                </p14:cNvPr>
                <p14:cNvContentPartPr/>
                <p14:nvPr/>
              </p14:nvContentPartPr>
              <p14:xfrm>
                <a:off x="2129280" y="4966683"/>
                <a:ext cx="86040" cy="77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3666CC-4647-B53A-4C17-168007FEFEC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123160" y="4960563"/>
                  <a:ext cx="98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96047CF-B107-CE35-A570-A44EF07F56F0}"/>
                    </a:ext>
                  </a:extLst>
                </p14:cNvPr>
                <p14:cNvContentPartPr/>
                <p14:nvPr/>
              </p14:nvContentPartPr>
              <p14:xfrm>
                <a:off x="2347080" y="4704963"/>
                <a:ext cx="77400" cy="1350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96047CF-B107-CE35-A570-A44EF07F56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40960" y="4698843"/>
                  <a:ext cx="89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312" name="Ink 13311">
                  <a:extLst>
                    <a:ext uri="{FF2B5EF4-FFF2-40B4-BE49-F238E27FC236}">
                      <a16:creationId xmlns:a16="http://schemas.microsoft.com/office/drawing/2014/main" id="{560F57B5-B469-E4F0-5C21-6178C39C42CE}"/>
                    </a:ext>
                  </a:extLst>
                </p14:cNvPr>
                <p14:cNvContentPartPr/>
                <p14:nvPr/>
              </p14:nvContentPartPr>
              <p14:xfrm>
                <a:off x="2526360" y="4649883"/>
                <a:ext cx="52200" cy="104040"/>
              </p14:xfrm>
            </p:contentPart>
          </mc:Choice>
          <mc:Fallback>
            <p:pic>
              <p:nvPicPr>
                <p:cNvPr id="13312" name="Ink 13311">
                  <a:extLst>
                    <a:ext uri="{FF2B5EF4-FFF2-40B4-BE49-F238E27FC236}">
                      <a16:creationId xmlns:a16="http://schemas.microsoft.com/office/drawing/2014/main" id="{560F57B5-B469-E4F0-5C21-6178C39C42C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520240" y="4643763"/>
                  <a:ext cx="644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3313" name="Ink 13312">
                  <a:extLst>
                    <a:ext uri="{FF2B5EF4-FFF2-40B4-BE49-F238E27FC236}">
                      <a16:creationId xmlns:a16="http://schemas.microsoft.com/office/drawing/2014/main" id="{9224959F-5B36-5CA4-AE32-6432299526C8}"/>
                    </a:ext>
                  </a:extLst>
                </p14:cNvPr>
                <p14:cNvContentPartPr/>
                <p14:nvPr/>
              </p14:nvContentPartPr>
              <p14:xfrm>
                <a:off x="2525640" y="4467363"/>
                <a:ext cx="61560" cy="98280"/>
              </p14:xfrm>
            </p:contentPart>
          </mc:Choice>
          <mc:Fallback>
            <p:pic>
              <p:nvPicPr>
                <p:cNvPr id="13313" name="Ink 13312">
                  <a:extLst>
                    <a:ext uri="{FF2B5EF4-FFF2-40B4-BE49-F238E27FC236}">
                      <a16:creationId xmlns:a16="http://schemas.microsoft.com/office/drawing/2014/main" id="{9224959F-5B36-5CA4-AE32-6432299526C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19520" y="4461243"/>
                  <a:ext cx="73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3315" name="Ink 13314">
                  <a:extLst>
                    <a:ext uri="{FF2B5EF4-FFF2-40B4-BE49-F238E27FC236}">
                      <a16:creationId xmlns:a16="http://schemas.microsoft.com/office/drawing/2014/main" id="{C210788B-BCAA-6BEB-F6D9-B93CF052C05E}"/>
                    </a:ext>
                  </a:extLst>
                </p14:cNvPr>
                <p14:cNvContentPartPr/>
                <p14:nvPr/>
              </p14:nvContentPartPr>
              <p14:xfrm>
                <a:off x="2223960" y="4257123"/>
                <a:ext cx="61920" cy="80280"/>
              </p14:xfrm>
            </p:contentPart>
          </mc:Choice>
          <mc:Fallback>
            <p:pic>
              <p:nvPicPr>
                <p:cNvPr id="13315" name="Ink 13314">
                  <a:extLst>
                    <a:ext uri="{FF2B5EF4-FFF2-40B4-BE49-F238E27FC236}">
                      <a16:creationId xmlns:a16="http://schemas.microsoft.com/office/drawing/2014/main" id="{C210788B-BCAA-6BEB-F6D9-B93CF052C05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17840" y="4251003"/>
                  <a:ext cx="74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3316" name="Ink 13315">
                  <a:extLst>
                    <a:ext uri="{FF2B5EF4-FFF2-40B4-BE49-F238E27FC236}">
                      <a16:creationId xmlns:a16="http://schemas.microsoft.com/office/drawing/2014/main" id="{715DD74C-F052-098F-4A04-25359A08D2D1}"/>
                    </a:ext>
                  </a:extLst>
                </p14:cNvPr>
                <p14:cNvContentPartPr/>
                <p14:nvPr/>
              </p14:nvContentPartPr>
              <p14:xfrm>
                <a:off x="2445720" y="4402923"/>
                <a:ext cx="33840" cy="92520"/>
              </p14:xfrm>
            </p:contentPart>
          </mc:Choice>
          <mc:Fallback>
            <p:pic>
              <p:nvPicPr>
                <p:cNvPr id="13316" name="Ink 13315">
                  <a:extLst>
                    <a:ext uri="{FF2B5EF4-FFF2-40B4-BE49-F238E27FC236}">
                      <a16:creationId xmlns:a16="http://schemas.microsoft.com/office/drawing/2014/main" id="{715DD74C-F052-098F-4A04-25359A08D2D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439600" y="4396803"/>
                  <a:ext cx="460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3317" name="Ink 13316">
                  <a:extLst>
                    <a:ext uri="{FF2B5EF4-FFF2-40B4-BE49-F238E27FC236}">
                      <a16:creationId xmlns:a16="http://schemas.microsoft.com/office/drawing/2014/main" id="{C3F59A83-687F-FDE1-CFE3-2067502AF2BD}"/>
                    </a:ext>
                  </a:extLst>
                </p14:cNvPr>
                <p14:cNvContentPartPr/>
                <p14:nvPr/>
              </p14:nvContentPartPr>
              <p14:xfrm>
                <a:off x="2316480" y="4222203"/>
                <a:ext cx="68040" cy="81720"/>
              </p14:xfrm>
            </p:contentPart>
          </mc:Choice>
          <mc:Fallback>
            <p:pic>
              <p:nvPicPr>
                <p:cNvPr id="13317" name="Ink 13316">
                  <a:extLst>
                    <a:ext uri="{FF2B5EF4-FFF2-40B4-BE49-F238E27FC236}">
                      <a16:creationId xmlns:a16="http://schemas.microsoft.com/office/drawing/2014/main" id="{C3F59A83-687F-FDE1-CFE3-2067502AF2B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10360" y="4216083"/>
                  <a:ext cx="80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318" name="Ink 13317">
                  <a:extLst>
                    <a:ext uri="{FF2B5EF4-FFF2-40B4-BE49-F238E27FC236}">
                      <a16:creationId xmlns:a16="http://schemas.microsoft.com/office/drawing/2014/main" id="{8B28D4F4-E31E-ABD0-96B8-D9B439AA99B4}"/>
                    </a:ext>
                  </a:extLst>
                </p14:cNvPr>
                <p14:cNvContentPartPr/>
                <p14:nvPr/>
              </p14:nvContentPartPr>
              <p14:xfrm>
                <a:off x="2044680" y="4523883"/>
                <a:ext cx="82800" cy="93240"/>
              </p14:xfrm>
            </p:contentPart>
          </mc:Choice>
          <mc:Fallback>
            <p:pic>
              <p:nvPicPr>
                <p:cNvPr id="13318" name="Ink 13317">
                  <a:extLst>
                    <a:ext uri="{FF2B5EF4-FFF2-40B4-BE49-F238E27FC236}">
                      <a16:creationId xmlns:a16="http://schemas.microsoft.com/office/drawing/2014/main" id="{8B28D4F4-E31E-ABD0-96B8-D9B439AA99B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38560" y="4517763"/>
                  <a:ext cx="950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319" name="Ink 13318">
                  <a:extLst>
                    <a:ext uri="{FF2B5EF4-FFF2-40B4-BE49-F238E27FC236}">
                      <a16:creationId xmlns:a16="http://schemas.microsoft.com/office/drawing/2014/main" id="{33D15398-0137-EDAF-98FF-016B7B363775}"/>
                    </a:ext>
                  </a:extLst>
                </p14:cNvPr>
                <p14:cNvContentPartPr/>
                <p14:nvPr/>
              </p14:nvContentPartPr>
              <p14:xfrm>
                <a:off x="2096880" y="4448643"/>
                <a:ext cx="35280" cy="50400"/>
              </p14:xfrm>
            </p:contentPart>
          </mc:Choice>
          <mc:Fallback>
            <p:pic>
              <p:nvPicPr>
                <p:cNvPr id="13319" name="Ink 13318">
                  <a:extLst>
                    <a:ext uri="{FF2B5EF4-FFF2-40B4-BE49-F238E27FC236}">
                      <a16:creationId xmlns:a16="http://schemas.microsoft.com/office/drawing/2014/main" id="{33D15398-0137-EDAF-98FF-016B7B36377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090760" y="4442523"/>
                  <a:ext cx="475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320" name="Ink 13319">
                  <a:extLst>
                    <a:ext uri="{FF2B5EF4-FFF2-40B4-BE49-F238E27FC236}">
                      <a16:creationId xmlns:a16="http://schemas.microsoft.com/office/drawing/2014/main" id="{BF74466E-D9E5-A454-DC93-A59D6C676533}"/>
                    </a:ext>
                  </a:extLst>
                </p14:cNvPr>
                <p14:cNvContentPartPr/>
                <p14:nvPr/>
              </p14:nvContentPartPr>
              <p14:xfrm>
                <a:off x="2071680" y="4387083"/>
                <a:ext cx="15840" cy="38520"/>
              </p14:xfrm>
            </p:contentPart>
          </mc:Choice>
          <mc:Fallback>
            <p:pic>
              <p:nvPicPr>
                <p:cNvPr id="13320" name="Ink 13319">
                  <a:extLst>
                    <a:ext uri="{FF2B5EF4-FFF2-40B4-BE49-F238E27FC236}">
                      <a16:creationId xmlns:a16="http://schemas.microsoft.com/office/drawing/2014/main" id="{BF74466E-D9E5-A454-DC93-A59D6C67653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65560" y="4380963"/>
                  <a:ext cx="28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321" name="Ink 13320">
                  <a:extLst>
                    <a:ext uri="{FF2B5EF4-FFF2-40B4-BE49-F238E27FC236}">
                      <a16:creationId xmlns:a16="http://schemas.microsoft.com/office/drawing/2014/main" id="{28BDF9B5-E165-EB87-D2BB-2AAE2340D978}"/>
                    </a:ext>
                  </a:extLst>
                </p14:cNvPr>
                <p14:cNvContentPartPr/>
                <p14:nvPr/>
              </p14:nvContentPartPr>
              <p14:xfrm>
                <a:off x="1785120" y="4209603"/>
                <a:ext cx="46800" cy="56880"/>
              </p14:xfrm>
            </p:contentPart>
          </mc:Choice>
          <mc:Fallback>
            <p:pic>
              <p:nvPicPr>
                <p:cNvPr id="13321" name="Ink 13320">
                  <a:extLst>
                    <a:ext uri="{FF2B5EF4-FFF2-40B4-BE49-F238E27FC236}">
                      <a16:creationId xmlns:a16="http://schemas.microsoft.com/office/drawing/2014/main" id="{28BDF9B5-E165-EB87-D2BB-2AAE2340D97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79000" y="4203483"/>
                  <a:ext cx="59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322" name="Ink 13321">
                  <a:extLst>
                    <a:ext uri="{FF2B5EF4-FFF2-40B4-BE49-F238E27FC236}">
                      <a16:creationId xmlns:a16="http://schemas.microsoft.com/office/drawing/2014/main" id="{87048271-5C06-3121-A11B-253BDFE689C6}"/>
                    </a:ext>
                  </a:extLst>
                </p14:cNvPr>
                <p14:cNvContentPartPr/>
                <p14:nvPr/>
              </p14:nvContentPartPr>
              <p14:xfrm>
                <a:off x="1352040" y="4404363"/>
                <a:ext cx="108360" cy="64800"/>
              </p14:xfrm>
            </p:contentPart>
          </mc:Choice>
          <mc:Fallback>
            <p:pic>
              <p:nvPicPr>
                <p:cNvPr id="13322" name="Ink 13321">
                  <a:extLst>
                    <a:ext uri="{FF2B5EF4-FFF2-40B4-BE49-F238E27FC236}">
                      <a16:creationId xmlns:a16="http://schemas.microsoft.com/office/drawing/2014/main" id="{87048271-5C06-3121-A11B-253BDFE689C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345920" y="4398243"/>
                  <a:ext cx="120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323" name="Ink 13322">
                  <a:extLst>
                    <a:ext uri="{FF2B5EF4-FFF2-40B4-BE49-F238E27FC236}">
                      <a16:creationId xmlns:a16="http://schemas.microsoft.com/office/drawing/2014/main" id="{8C744BB8-A2A6-6536-DF0D-0253294F2F34}"/>
                    </a:ext>
                  </a:extLst>
                </p14:cNvPr>
                <p14:cNvContentPartPr/>
                <p14:nvPr/>
              </p14:nvContentPartPr>
              <p14:xfrm>
                <a:off x="1455360" y="4465203"/>
                <a:ext cx="30960" cy="53640"/>
              </p14:xfrm>
            </p:contentPart>
          </mc:Choice>
          <mc:Fallback>
            <p:pic>
              <p:nvPicPr>
                <p:cNvPr id="13323" name="Ink 13322">
                  <a:extLst>
                    <a:ext uri="{FF2B5EF4-FFF2-40B4-BE49-F238E27FC236}">
                      <a16:creationId xmlns:a16="http://schemas.microsoft.com/office/drawing/2014/main" id="{8C744BB8-A2A6-6536-DF0D-0253294F2F3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49240" y="4459083"/>
                  <a:ext cx="432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324" name="Ink 13323">
                  <a:extLst>
                    <a:ext uri="{FF2B5EF4-FFF2-40B4-BE49-F238E27FC236}">
                      <a16:creationId xmlns:a16="http://schemas.microsoft.com/office/drawing/2014/main" id="{95060768-8AE2-AC14-0F87-F10CA4F5564F}"/>
                    </a:ext>
                  </a:extLst>
                </p14:cNvPr>
                <p14:cNvContentPartPr/>
                <p14:nvPr/>
              </p14:nvContentPartPr>
              <p14:xfrm>
                <a:off x="1359240" y="4259283"/>
                <a:ext cx="53640" cy="56520"/>
              </p14:xfrm>
            </p:contentPart>
          </mc:Choice>
          <mc:Fallback>
            <p:pic>
              <p:nvPicPr>
                <p:cNvPr id="13324" name="Ink 13323">
                  <a:extLst>
                    <a:ext uri="{FF2B5EF4-FFF2-40B4-BE49-F238E27FC236}">
                      <a16:creationId xmlns:a16="http://schemas.microsoft.com/office/drawing/2014/main" id="{95060768-8AE2-AC14-0F87-F10CA4F5564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53120" y="4253163"/>
                  <a:ext cx="65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325" name="Ink 13324">
                  <a:extLst>
                    <a:ext uri="{FF2B5EF4-FFF2-40B4-BE49-F238E27FC236}">
                      <a16:creationId xmlns:a16="http://schemas.microsoft.com/office/drawing/2014/main" id="{478E1191-925E-29CC-00E4-B081CDD65D13}"/>
                    </a:ext>
                  </a:extLst>
                </p14:cNvPr>
                <p14:cNvContentPartPr/>
                <p14:nvPr/>
              </p14:nvContentPartPr>
              <p14:xfrm>
                <a:off x="1113360" y="4441803"/>
                <a:ext cx="73800" cy="39960"/>
              </p14:xfrm>
            </p:contentPart>
          </mc:Choice>
          <mc:Fallback>
            <p:pic>
              <p:nvPicPr>
                <p:cNvPr id="13325" name="Ink 13324">
                  <a:extLst>
                    <a:ext uri="{FF2B5EF4-FFF2-40B4-BE49-F238E27FC236}">
                      <a16:creationId xmlns:a16="http://schemas.microsoft.com/office/drawing/2014/main" id="{478E1191-925E-29CC-00E4-B081CDD65D1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07240" y="4435683"/>
                  <a:ext cx="860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326" name="Ink 13325">
                  <a:extLst>
                    <a:ext uri="{FF2B5EF4-FFF2-40B4-BE49-F238E27FC236}">
                      <a16:creationId xmlns:a16="http://schemas.microsoft.com/office/drawing/2014/main" id="{517CB14D-84D8-4AD6-A21A-575592ED12FA}"/>
                    </a:ext>
                  </a:extLst>
                </p14:cNvPr>
                <p14:cNvContentPartPr/>
                <p14:nvPr/>
              </p14:nvContentPartPr>
              <p14:xfrm>
                <a:off x="1503600" y="4389963"/>
                <a:ext cx="39600" cy="41400"/>
              </p14:xfrm>
            </p:contentPart>
          </mc:Choice>
          <mc:Fallback>
            <p:pic>
              <p:nvPicPr>
                <p:cNvPr id="13326" name="Ink 13325">
                  <a:extLst>
                    <a:ext uri="{FF2B5EF4-FFF2-40B4-BE49-F238E27FC236}">
                      <a16:creationId xmlns:a16="http://schemas.microsoft.com/office/drawing/2014/main" id="{517CB14D-84D8-4AD6-A21A-575592ED12F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97480" y="4383843"/>
                  <a:ext cx="51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327" name="Ink 13326">
                  <a:extLst>
                    <a:ext uri="{FF2B5EF4-FFF2-40B4-BE49-F238E27FC236}">
                      <a16:creationId xmlns:a16="http://schemas.microsoft.com/office/drawing/2014/main" id="{B9A30E59-E8D4-0FE9-A271-2AFC912EEEDB}"/>
                    </a:ext>
                  </a:extLst>
                </p14:cNvPr>
                <p14:cNvContentPartPr/>
                <p14:nvPr/>
              </p14:nvContentPartPr>
              <p14:xfrm>
                <a:off x="1568040" y="4369803"/>
                <a:ext cx="44280" cy="72000"/>
              </p14:xfrm>
            </p:contentPart>
          </mc:Choice>
          <mc:Fallback>
            <p:pic>
              <p:nvPicPr>
                <p:cNvPr id="13327" name="Ink 13326">
                  <a:extLst>
                    <a:ext uri="{FF2B5EF4-FFF2-40B4-BE49-F238E27FC236}">
                      <a16:creationId xmlns:a16="http://schemas.microsoft.com/office/drawing/2014/main" id="{B9A30E59-E8D4-0FE9-A271-2AFC912EEED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61920" y="4363683"/>
                  <a:ext cx="56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328" name="Ink 13327">
                  <a:extLst>
                    <a:ext uri="{FF2B5EF4-FFF2-40B4-BE49-F238E27FC236}">
                      <a16:creationId xmlns:a16="http://schemas.microsoft.com/office/drawing/2014/main" id="{F5EE0F3B-D9BF-4A4B-0735-B3F72D245763}"/>
                    </a:ext>
                  </a:extLst>
                </p14:cNvPr>
                <p14:cNvContentPartPr/>
                <p14:nvPr/>
              </p14:nvContentPartPr>
              <p14:xfrm>
                <a:off x="1659840" y="4283403"/>
                <a:ext cx="39240" cy="75240"/>
              </p14:xfrm>
            </p:contentPart>
          </mc:Choice>
          <mc:Fallback>
            <p:pic>
              <p:nvPicPr>
                <p:cNvPr id="13328" name="Ink 13327">
                  <a:extLst>
                    <a:ext uri="{FF2B5EF4-FFF2-40B4-BE49-F238E27FC236}">
                      <a16:creationId xmlns:a16="http://schemas.microsoft.com/office/drawing/2014/main" id="{F5EE0F3B-D9BF-4A4B-0735-B3F72D24576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53720" y="4277283"/>
                  <a:ext cx="514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329" name="Ink 13328">
                  <a:extLst>
                    <a:ext uri="{FF2B5EF4-FFF2-40B4-BE49-F238E27FC236}">
                      <a16:creationId xmlns:a16="http://schemas.microsoft.com/office/drawing/2014/main" id="{7FFBD4EB-E650-71ED-E1A9-7F6F5DB1DA1C}"/>
                    </a:ext>
                  </a:extLst>
                </p14:cNvPr>
                <p14:cNvContentPartPr/>
                <p14:nvPr/>
              </p14:nvContentPartPr>
              <p14:xfrm>
                <a:off x="1671000" y="4154523"/>
                <a:ext cx="15840" cy="47520"/>
              </p14:xfrm>
            </p:contentPart>
          </mc:Choice>
          <mc:Fallback>
            <p:pic>
              <p:nvPicPr>
                <p:cNvPr id="13329" name="Ink 13328">
                  <a:extLst>
                    <a:ext uri="{FF2B5EF4-FFF2-40B4-BE49-F238E27FC236}">
                      <a16:creationId xmlns:a16="http://schemas.microsoft.com/office/drawing/2014/main" id="{7FFBD4EB-E650-71ED-E1A9-7F6F5DB1DA1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64880" y="4148403"/>
                  <a:ext cx="2808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3378" name="Ink 13377">
                <a:extLst>
                  <a:ext uri="{FF2B5EF4-FFF2-40B4-BE49-F238E27FC236}">
                    <a16:creationId xmlns:a16="http://schemas.microsoft.com/office/drawing/2014/main" id="{0D39A944-FAC8-2E1D-51EA-F4DF374E444F}"/>
                  </a:ext>
                </a:extLst>
              </p14:cNvPr>
              <p14:cNvContentPartPr/>
              <p14:nvPr/>
            </p14:nvContentPartPr>
            <p14:xfrm>
              <a:off x="7854360" y="5107083"/>
              <a:ext cx="3960" cy="15120"/>
            </p14:xfrm>
          </p:contentPart>
        </mc:Choice>
        <mc:Fallback>
          <p:pic>
            <p:nvPicPr>
              <p:cNvPr id="13378" name="Ink 13377">
                <a:extLst>
                  <a:ext uri="{FF2B5EF4-FFF2-40B4-BE49-F238E27FC236}">
                    <a16:creationId xmlns:a16="http://schemas.microsoft.com/office/drawing/2014/main" id="{0D39A944-FAC8-2E1D-51EA-F4DF374E444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848240" y="5100963"/>
                <a:ext cx="1620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88" name="Group 13387">
            <a:extLst>
              <a:ext uri="{FF2B5EF4-FFF2-40B4-BE49-F238E27FC236}">
                <a16:creationId xmlns:a16="http://schemas.microsoft.com/office/drawing/2014/main" id="{51267291-9C83-3216-994D-ABF1A19E24CC}"/>
              </a:ext>
            </a:extLst>
          </p:cNvPr>
          <p:cNvGrpSpPr/>
          <p:nvPr/>
        </p:nvGrpSpPr>
        <p:grpSpPr>
          <a:xfrm>
            <a:off x="9014280" y="4212483"/>
            <a:ext cx="8640" cy="59040"/>
            <a:chOff x="9014280" y="4212483"/>
            <a:chExt cx="8640" cy="5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386" name="Ink 13385">
                  <a:extLst>
                    <a:ext uri="{FF2B5EF4-FFF2-40B4-BE49-F238E27FC236}">
                      <a16:creationId xmlns:a16="http://schemas.microsoft.com/office/drawing/2014/main" id="{BDC87EF5-E22C-3FE6-3D97-C2AEBA9F4672}"/>
                    </a:ext>
                  </a:extLst>
                </p14:cNvPr>
                <p14:cNvContentPartPr/>
                <p14:nvPr/>
              </p14:nvContentPartPr>
              <p14:xfrm>
                <a:off x="9014280" y="4212483"/>
                <a:ext cx="5400" cy="8640"/>
              </p14:xfrm>
            </p:contentPart>
          </mc:Choice>
          <mc:Fallback>
            <p:pic>
              <p:nvPicPr>
                <p:cNvPr id="13386" name="Ink 13385">
                  <a:extLst>
                    <a:ext uri="{FF2B5EF4-FFF2-40B4-BE49-F238E27FC236}">
                      <a16:creationId xmlns:a16="http://schemas.microsoft.com/office/drawing/2014/main" id="{BDC87EF5-E22C-3FE6-3D97-C2AEBA9F467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08160" y="4206363"/>
                  <a:ext cx="176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3387" name="Ink 13386">
                  <a:extLst>
                    <a:ext uri="{FF2B5EF4-FFF2-40B4-BE49-F238E27FC236}">
                      <a16:creationId xmlns:a16="http://schemas.microsoft.com/office/drawing/2014/main" id="{005FED93-649E-14FF-8E42-EF68121FD788}"/>
                    </a:ext>
                  </a:extLst>
                </p14:cNvPr>
                <p14:cNvContentPartPr/>
                <p14:nvPr/>
              </p14:nvContentPartPr>
              <p14:xfrm>
                <a:off x="9017520" y="4268643"/>
                <a:ext cx="5400" cy="2880"/>
              </p14:xfrm>
            </p:contentPart>
          </mc:Choice>
          <mc:Fallback>
            <p:pic>
              <p:nvPicPr>
                <p:cNvPr id="13387" name="Ink 13386">
                  <a:extLst>
                    <a:ext uri="{FF2B5EF4-FFF2-40B4-BE49-F238E27FC236}">
                      <a16:creationId xmlns:a16="http://schemas.microsoft.com/office/drawing/2014/main" id="{005FED93-649E-14FF-8E42-EF68121FD78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11400" y="4262523"/>
                  <a:ext cx="17640" cy="1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16" name="Group 13415">
            <a:extLst>
              <a:ext uri="{FF2B5EF4-FFF2-40B4-BE49-F238E27FC236}">
                <a16:creationId xmlns:a16="http://schemas.microsoft.com/office/drawing/2014/main" id="{CFA8E625-FF70-533D-8AB4-024C8327E715}"/>
              </a:ext>
            </a:extLst>
          </p:cNvPr>
          <p:cNvGrpSpPr/>
          <p:nvPr/>
        </p:nvGrpSpPr>
        <p:grpSpPr>
          <a:xfrm>
            <a:off x="7911240" y="3418683"/>
            <a:ext cx="842400" cy="1767240"/>
            <a:chOff x="7911240" y="3418683"/>
            <a:chExt cx="842400" cy="176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3367" name="Ink 13366">
                  <a:extLst>
                    <a:ext uri="{FF2B5EF4-FFF2-40B4-BE49-F238E27FC236}">
                      <a16:creationId xmlns:a16="http://schemas.microsoft.com/office/drawing/2014/main" id="{80F064C0-5E27-1DDB-316B-57C6CC252067}"/>
                    </a:ext>
                  </a:extLst>
                </p14:cNvPr>
                <p14:cNvContentPartPr/>
                <p14:nvPr/>
              </p14:nvContentPartPr>
              <p14:xfrm>
                <a:off x="8019240" y="3470523"/>
                <a:ext cx="360000" cy="1122120"/>
              </p14:xfrm>
            </p:contentPart>
          </mc:Choice>
          <mc:Fallback>
            <p:pic>
              <p:nvPicPr>
                <p:cNvPr id="13367" name="Ink 13366">
                  <a:extLst>
                    <a:ext uri="{FF2B5EF4-FFF2-40B4-BE49-F238E27FC236}">
                      <a16:creationId xmlns:a16="http://schemas.microsoft.com/office/drawing/2014/main" id="{80F064C0-5E27-1DDB-316B-57C6CC25206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13120" y="3464403"/>
                  <a:ext cx="372240" cy="11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368" name="Ink 13367">
                  <a:extLst>
                    <a:ext uri="{FF2B5EF4-FFF2-40B4-BE49-F238E27FC236}">
                      <a16:creationId xmlns:a16="http://schemas.microsoft.com/office/drawing/2014/main" id="{08ABDD3D-4098-E274-1E92-58A96A32CD92}"/>
                    </a:ext>
                  </a:extLst>
                </p14:cNvPr>
                <p14:cNvContentPartPr/>
                <p14:nvPr/>
              </p14:nvContentPartPr>
              <p14:xfrm>
                <a:off x="8007000" y="4255323"/>
                <a:ext cx="58680" cy="92520"/>
              </p14:xfrm>
            </p:contentPart>
          </mc:Choice>
          <mc:Fallback>
            <p:pic>
              <p:nvPicPr>
                <p:cNvPr id="13368" name="Ink 13367">
                  <a:extLst>
                    <a:ext uri="{FF2B5EF4-FFF2-40B4-BE49-F238E27FC236}">
                      <a16:creationId xmlns:a16="http://schemas.microsoft.com/office/drawing/2014/main" id="{08ABDD3D-4098-E274-1E92-58A96A32CD9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00880" y="4249203"/>
                  <a:ext cx="70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3369" name="Ink 13368">
                  <a:extLst>
                    <a:ext uri="{FF2B5EF4-FFF2-40B4-BE49-F238E27FC236}">
                      <a16:creationId xmlns:a16="http://schemas.microsoft.com/office/drawing/2014/main" id="{D2596D66-DF14-15C1-167F-5CFF5D1B09D7}"/>
                    </a:ext>
                  </a:extLst>
                </p14:cNvPr>
                <p14:cNvContentPartPr/>
                <p14:nvPr/>
              </p14:nvContentPartPr>
              <p14:xfrm>
                <a:off x="8176200" y="4288083"/>
                <a:ext cx="47520" cy="54360"/>
              </p14:xfrm>
            </p:contentPart>
          </mc:Choice>
          <mc:Fallback>
            <p:pic>
              <p:nvPicPr>
                <p:cNvPr id="13369" name="Ink 13368">
                  <a:extLst>
                    <a:ext uri="{FF2B5EF4-FFF2-40B4-BE49-F238E27FC236}">
                      <a16:creationId xmlns:a16="http://schemas.microsoft.com/office/drawing/2014/main" id="{D2596D66-DF14-15C1-167F-5CFF5D1B09D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170080" y="4281963"/>
                  <a:ext cx="597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370" name="Ink 13369">
                  <a:extLst>
                    <a:ext uri="{FF2B5EF4-FFF2-40B4-BE49-F238E27FC236}">
                      <a16:creationId xmlns:a16="http://schemas.microsoft.com/office/drawing/2014/main" id="{78F1891E-CA50-5016-24EF-469CF02DA395}"/>
                    </a:ext>
                  </a:extLst>
                </p14:cNvPr>
                <p14:cNvContentPartPr/>
                <p14:nvPr/>
              </p14:nvContentPartPr>
              <p14:xfrm>
                <a:off x="8115720" y="3952923"/>
                <a:ext cx="37800" cy="55440"/>
              </p14:xfrm>
            </p:contentPart>
          </mc:Choice>
          <mc:Fallback>
            <p:pic>
              <p:nvPicPr>
                <p:cNvPr id="13370" name="Ink 13369">
                  <a:extLst>
                    <a:ext uri="{FF2B5EF4-FFF2-40B4-BE49-F238E27FC236}">
                      <a16:creationId xmlns:a16="http://schemas.microsoft.com/office/drawing/2014/main" id="{78F1891E-CA50-5016-24EF-469CF02DA3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09600" y="3946803"/>
                  <a:ext cx="50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371" name="Ink 13370">
                  <a:extLst>
                    <a:ext uri="{FF2B5EF4-FFF2-40B4-BE49-F238E27FC236}">
                      <a16:creationId xmlns:a16="http://schemas.microsoft.com/office/drawing/2014/main" id="{C3A0E431-8817-3A9B-3EAB-F5959A82B725}"/>
                    </a:ext>
                  </a:extLst>
                </p14:cNvPr>
                <p14:cNvContentPartPr/>
                <p14:nvPr/>
              </p14:nvContentPartPr>
              <p14:xfrm>
                <a:off x="8406960" y="3873003"/>
                <a:ext cx="47520" cy="69480"/>
              </p14:xfrm>
            </p:contentPart>
          </mc:Choice>
          <mc:Fallback>
            <p:pic>
              <p:nvPicPr>
                <p:cNvPr id="13371" name="Ink 13370">
                  <a:extLst>
                    <a:ext uri="{FF2B5EF4-FFF2-40B4-BE49-F238E27FC236}">
                      <a16:creationId xmlns:a16="http://schemas.microsoft.com/office/drawing/2014/main" id="{C3A0E431-8817-3A9B-3EAB-F5959A82B72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00840" y="3866883"/>
                  <a:ext cx="59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396" name="Ink 13395">
                  <a:extLst>
                    <a:ext uri="{FF2B5EF4-FFF2-40B4-BE49-F238E27FC236}">
                      <a16:creationId xmlns:a16="http://schemas.microsoft.com/office/drawing/2014/main" id="{0F80C30E-716A-8D48-AF6C-1F3B3C6A572E}"/>
                    </a:ext>
                  </a:extLst>
                </p14:cNvPr>
                <p14:cNvContentPartPr/>
                <p14:nvPr/>
              </p14:nvContentPartPr>
              <p14:xfrm>
                <a:off x="8106720" y="4709283"/>
                <a:ext cx="646920" cy="173160"/>
              </p14:xfrm>
            </p:contentPart>
          </mc:Choice>
          <mc:Fallback>
            <p:pic>
              <p:nvPicPr>
                <p:cNvPr id="13396" name="Ink 13395">
                  <a:extLst>
                    <a:ext uri="{FF2B5EF4-FFF2-40B4-BE49-F238E27FC236}">
                      <a16:creationId xmlns:a16="http://schemas.microsoft.com/office/drawing/2014/main" id="{0F80C30E-716A-8D48-AF6C-1F3B3C6A572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00600" y="4703163"/>
                  <a:ext cx="6591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397" name="Ink 13396">
                  <a:extLst>
                    <a:ext uri="{FF2B5EF4-FFF2-40B4-BE49-F238E27FC236}">
                      <a16:creationId xmlns:a16="http://schemas.microsoft.com/office/drawing/2014/main" id="{EB26D3CA-ED44-63C6-CE39-127AFDB8819F}"/>
                    </a:ext>
                  </a:extLst>
                </p14:cNvPr>
                <p14:cNvContentPartPr/>
                <p14:nvPr/>
              </p14:nvContentPartPr>
              <p14:xfrm>
                <a:off x="8098800" y="4664643"/>
                <a:ext cx="73800" cy="64800"/>
              </p14:xfrm>
            </p:contentPart>
          </mc:Choice>
          <mc:Fallback>
            <p:pic>
              <p:nvPicPr>
                <p:cNvPr id="13397" name="Ink 13396">
                  <a:extLst>
                    <a:ext uri="{FF2B5EF4-FFF2-40B4-BE49-F238E27FC236}">
                      <a16:creationId xmlns:a16="http://schemas.microsoft.com/office/drawing/2014/main" id="{EB26D3CA-ED44-63C6-CE39-127AFDB8819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92680" y="4658523"/>
                  <a:ext cx="86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398" name="Ink 13397">
                  <a:extLst>
                    <a:ext uri="{FF2B5EF4-FFF2-40B4-BE49-F238E27FC236}">
                      <a16:creationId xmlns:a16="http://schemas.microsoft.com/office/drawing/2014/main" id="{3F294E1A-E6C4-6B84-317D-0F56944BE80D}"/>
                    </a:ext>
                  </a:extLst>
                </p14:cNvPr>
                <p14:cNvContentPartPr/>
                <p14:nvPr/>
              </p14:nvContentPartPr>
              <p14:xfrm>
                <a:off x="8110680" y="4714683"/>
                <a:ext cx="35640" cy="88200"/>
              </p14:xfrm>
            </p:contentPart>
          </mc:Choice>
          <mc:Fallback>
            <p:pic>
              <p:nvPicPr>
                <p:cNvPr id="13398" name="Ink 13397">
                  <a:extLst>
                    <a:ext uri="{FF2B5EF4-FFF2-40B4-BE49-F238E27FC236}">
                      <a16:creationId xmlns:a16="http://schemas.microsoft.com/office/drawing/2014/main" id="{3F294E1A-E6C4-6B84-317D-0F56944BE80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04560" y="4708563"/>
                  <a:ext cx="47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400" name="Ink 13399">
                  <a:extLst>
                    <a:ext uri="{FF2B5EF4-FFF2-40B4-BE49-F238E27FC236}">
                      <a16:creationId xmlns:a16="http://schemas.microsoft.com/office/drawing/2014/main" id="{AD983400-6827-367A-5331-8BC8E2FD5AB7}"/>
                    </a:ext>
                  </a:extLst>
                </p14:cNvPr>
                <p14:cNvContentPartPr/>
                <p14:nvPr/>
              </p14:nvContentPartPr>
              <p14:xfrm>
                <a:off x="8103120" y="4635843"/>
                <a:ext cx="9720" cy="74520"/>
              </p14:xfrm>
            </p:contentPart>
          </mc:Choice>
          <mc:Fallback>
            <p:pic>
              <p:nvPicPr>
                <p:cNvPr id="13400" name="Ink 13399">
                  <a:extLst>
                    <a:ext uri="{FF2B5EF4-FFF2-40B4-BE49-F238E27FC236}">
                      <a16:creationId xmlns:a16="http://schemas.microsoft.com/office/drawing/2014/main" id="{AD983400-6827-367A-5331-8BC8E2FD5AB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97000" y="4629723"/>
                  <a:ext cx="21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3401" name="Ink 13400">
                  <a:extLst>
                    <a:ext uri="{FF2B5EF4-FFF2-40B4-BE49-F238E27FC236}">
                      <a16:creationId xmlns:a16="http://schemas.microsoft.com/office/drawing/2014/main" id="{966E2C90-2687-8B4D-6095-AA90E84BF65A}"/>
                    </a:ext>
                  </a:extLst>
                </p14:cNvPr>
                <p14:cNvContentPartPr/>
                <p14:nvPr/>
              </p14:nvContentPartPr>
              <p14:xfrm>
                <a:off x="8049480" y="4722603"/>
                <a:ext cx="69120" cy="463320"/>
              </p14:xfrm>
            </p:contentPart>
          </mc:Choice>
          <mc:Fallback>
            <p:pic>
              <p:nvPicPr>
                <p:cNvPr id="13401" name="Ink 13400">
                  <a:extLst>
                    <a:ext uri="{FF2B5EF4-FFF2-40B4-BE49-F238E27FC236}">
                      <a16:creationId xmlns:a16="http://schemas.microsoft.com/office/drawing/2014/main" id="{966E2C90-2687-8B4D-6095-AA90E84BF65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43360" y="4716483"/>
                  <a:ext cx="813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3402" name="Ink 13401">
                  <a:extLst>
                    <a:ext uri="{FF2B5EF4-FFF2-40B4-BE49-F238E27FC236}">
                      <a16:creationId xmlns:a16="http://schemas.microsoft.com/office/drawing/2014/main" id="{BD66D549-E1BD-F538-66B0-59B81ED1A688}"/>
                    </a:ext>
                  </a:extLst>
                </p14:cNvPr>
                <p14:cNvContentPartPr/>
                <p14:nvPr/>
              </p14:nvContentPartPr>
              <p14:xfrm>
                <a:off x="8071080" y="4830568"/>
                <a:ext cx="108720" cy="22320"/>
              </p14:xfrm>
            </p:contentPart>
          </mc:Choice>
          <mc:Fallback>
            <p:pic>
              <p:nvPicPr>
                <p:cNvPr id="13402" name="Ink 13401">
                  <a:extLst>
                    <a:ext uri="{FF2B5EF4-FFF2-40B4-BE49-F238E27FC236}">
                      <a16:creationId xmlns:a16="http://schemas.microsoft.com/office/drawing/2014/main" id="{BD66D549-E1BD-F538-66B0-59B81ED1A6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64960" y="4824448"/>
                  <a:ext cx="120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3403" name="Ink 13402">
                  <a:extLst>
                    <a:ext uri="{FF2B5EF4-FFF2-40B4-BE49-F238E27FC236}">
                      <a16:creationId xmlns:a16="http://schemas.microsoft.com/office/drawing/2014/main" id="{1E90044D-233C-769F-0E7E-A6A03D01786B}"/>
                    </a:ext>
                  </a:extLst>
                </p14:cNvPr>
                <p14:cNvContentPartPr/>
                <p14:nvPr/>
              </p14:nvContentPartPr>
              <p14:xfrm>
                <a:off x="8180160" y="4760368"/>
                <a:ext cx="37080" cy="118440"/>
              </p14:xfrm>
            </p:contentPart>
          </mc:Choice>
          <mc:Fallback>
            <p:pic>
              <p:nvPicPr>
                <p:cNvPr id="13403" name="Ink 13402">
                  <a:extLst>
                    <a:ext uri="{FF2B5EF4-FFF2-40B4-BE49-F238E27FC236}">
                      <a16:creationId xmlns:a16="http://schemas.microsoft.com/office/drawing/2014/main" id="{1E90044D-233C-769F-0E7E-A6A03D01786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74040" y="4754248"/>
                  <a:ext cx="49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404" name="Ink 13403">
                  <a:extLst>
                    <a:ext uri="{FF2B5EF4-FFF2-40B4-BE49-F238E27FC236}">
                      <a16:creationId xmlns:a16="http://schemas.microsoft.com/office/drawing/2014/main" id="{BF72611E-8354-DAA6-82B0-0228CB3BDE3C}"/>
                    </a:ext>
                  </a:extLst>
                </p14:cNvPr>
                <p14:cNvContentPartPr/>
                <p14:nvPr/>
              </p14:nvContentPartPr>
              <p14:xfrm>
                <a:off x="8120040" y="4274728"/>
                <a:ext cx="201600" cy="430920"/>
              </p14:xfrm>
            </p:contentPart>
          </mc:Choice>
          <mc:Fallback>
            <p:pic>
              <p:nvPicPr>
                <p:cNvPr id="13404" name="Ink 13403">
                  <a:extLst>
                    <a:ext uri="{FF2B5EF4-FFF2-40B4-BE49-F238E27FC236}">
                      <a16:creationId xmlns:a16="http://schemas.microsoft.com/office/drawing/2014/main" id="{BF72611E-8354-DAA6-82B0-0228CB3BDE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113920" y="4268608"/>
                  <a:ext cx="21384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405" name="Ink 13404">
                  <a:extLst>
                    <a:ext uri="{FF2B5EF4-FFF2-40B4-BE49-F238E27FC236}">
                      <a16:creationId xmlns:a16="http://schemas.microsoft.com/office/drawing/2014/main" id="{8E9E9E53-9DD3-786E-089E-68D46D8B321B}"/>
                    </a:ext>
                  </a:extLst>
                </p14:cNvPr>
                <p14:cNvContentPartPr/>
                <p14:nvPr/>
              </p14:nvContentPartPr>
              <p14:xfrm>
                <a:off x="8026080" y="4216048"/>
                <a:ext cx="26280" cy="6120"/>
              </p14:xfrm>
            </p:contentPart>
          </mc:Choice>
          <mc:Fallback>
            <p:pic>
              <p:nvPicPr>
                <p:cNvPr id="13405" name="Ink 13404">
                  <a:extLst>
                    <a:ext uri="{FF2B5EF4-FFF2-40B4-BE49-F238E27FC236}">
                      <a16:creationId xmlns:a16="http://schemas.microsoft.com/office/drawing/2014/main" id="{8E9E9E53-9DD3-786E-089E-68D46D8B321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19960" y="4209928"/>
                  <a:ext cx="385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406" name="Ink 13405">
                  <a:extLst>
                    <a:ext uri="{FF2B5EF4-FFF2-40B4-BE49-F238E27FC236}">
                      <a16:creationId xmlns:a16="http://schemas.microsoft.com/office/drawing/2014/main" id="{66294539-1BCD-8B7D-8916-6FFB8B3A2C5F}"/>
                    </a:ext>
                  </a:extLst>
                </p14:cNvPr>
                <p14:cNvContentPartPr/>
                <p14:nvPr/>
              </p14:nvContentPartPr>
              <p14:xfrm>
                <a:off x="7911240" y="4229008"/>
                <a:ext cx="175320" cy="180360"/>
              </p14:xfrm>
            </p:contentPart>
          </mc:Choice>
          <mc:Fallback>
            <p:pic>
              <p:nvPicPr>
                <p:cNvPr id="13406" name="Ink 13405">
                  <a:extLst>
                    <a:ext uri="{FF2B5EF4-FFF2-40B4-BE49-F238E27FC236}">
                      <a16:creationId xmlns:a16="http://schemas.microsoft.com/office/drawing/2014/main" id="{66294539-1BCD-8B7D-8916-6FFB8B3A2C5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905120" y="4222888"/>
                  <a:ext cx="1875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407" name="Ink 13406">
                  <a:extLst>
                    <a:ext uri="{FF2B5EF4-FFF2-40B4-BE49-F238E27FC236}">
                      <a16:creationId xmlns:a16="http://schemas.microsoft.com/office/drawing/2014/main" id="{34439DEF-1201-5E08-489D-7BD4EC59F7F3}"/>
                    </a:ext>
                  </a:extLst>
                </p14:cNvPr>
                <p14:cNvContentPartPr/>
                <p14:nvPr/>
              </p14:nvContentPartPr>
              <p14:xfrm>
                <a:off x="8157120" y="4236208"/>
                <a:ext cx="168840" cy="177120"/>
              </p14:xfrm>
            </p:contentPart>
          </mc:Choice>
          <mc:Fallback>
            <p:pic>
              <p:nvPicPr>
                <p:cNvPr id="13407" name="Ink 13406">
                  <a:extLst>
                    <a:ext uri="{FF2B5EF4-FFF2-40B4-BE49-F238E27FC236}">
                      <a16:creationId xmlns:a16="http://schemas.microsoft.com/office/drawing/2014/main" id="{34439DEF-1201-5E08-489D-7BD4EC59F7F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51000" y="4230088"/>
                  <a:ext cx="181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408" name="Ink 13407">
                  <a:extLst>
                    <a:ext uri="{FF2B5EF4-FFF2-40B4-BE49-F238E27FC236}">
                      <a16:creationId xmlns:a16="http://schemas.microsoft.com/office/drawing/2014/main" id="{C152E141-A1F0-635E-EFA8-0DEC400A3276}"/>
                    </a:ext>
                  </a:extLst>
                </p14:cNvPr>
                <p14:cNvContentPartPr/>
                <p14:nvPr/>
              </p14:nvContentPartPr>
              <p14:xfrm>
                <a:off x="8020320" y="3884128"/>
                <a:ext cx="171360" cy="167400"/>
              </p14:xfrm>
            </p:contentPart>
          </mc:Choice>
          <mc:Fallback>
            <p:pic>
              <p:nvPicPr>
                <p:cNvPr id="13408" name="Ink 13407">
                  <a:extLst>
                    <a:ext uri="{FF2B5EF4-FFF2-40B4-BE49-F238E27FC236}">
                      <a16:creationId xmlns:a16="http://schemas.microsoft.com/office/drawing/2014/main" id="{C152E141-A1F0-635E-EFA8-0DEC400A327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014200" y="3878008"/>
                  <a:ext cx="183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409" name="Ink 13408">
                  <a:extLst>
                    <a:ext uri="{FF2B5EF4-FFF2-40B4-BE49-F238E27FC236}">
                      <a16:creationId xmlns:a16="http://schemas.microsoft.com/office/drawing/2014/main" id="{06451E8C-798E-46AE-73CD-0CD78182D1FE}"/>
                    </a:ext>
                  </a:extLst>
                </p14:cNvPr>
                <p14:cNvContentPartPr/>
                <p14:nvPr/>
              </p14:nvContentPartPr>
              <p14:xfrm>
                <a:off x="8342520" y="3815008"/>
                <a:ext cx="213120" cy="160920"/>
              </p14:xfrm>
            </p:contentPart>
          </mc:Choice>
          <mc:Fallback>
            <p:pic>
              <p:nvPicPr>
                <p:cNvPr id="13409" name="Ink 13408">
                  <a:extLst>
                    <a:ext uri="{FF2B5EF4-FFF2-40B4-BE49-F238E27FC236}">
                      <a16:creationId xmlns:a16="http://schemas.microsoft.com/office/drawing/2014/main" id="{06451E8C-798E-46AE-73CD-0CD78182D1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336400" y="3808888"/>
                  <a:ext cx="225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372" name="Ink 13371">
                  <a:extLst>
                    <a:ext uri="{FF2B5EF4-FFF2-40B4-BE49-F238E27FC236}">
                      <a16:creationId xmlns:a16="http://schemas.microsoft.com/office/drawing/2014/main" id="{0D184BBD-E6B8-F85A-7473-3468EA60719F}"/>
                    </a:ext>
                  </a:extLst>
                </p14:cNvPr>
                <p14:cNvContentPartPr/>
                <p14:nvPr/>
              </p14:nvContentPartPr>
              <p14:xfrm>
                <a:off x="8466000" y="3641883"/>
                <a:ext cx="47880" cy="56160"/>
              </p14:xfrm>
            </p:contentPart>
          </mc:Choice>
          <mc:Fallback>
            <p:pic>
              <p:nvPicPr>
                <p:cNvPr id="13372" name="Ink 13371">
                  <a:extLst>
                    <a:ext uri="{FF2B5EF4-FFF2-40B4-BE49-F238E27FC236}">
                      <a16:creationId xmlns:a16="http://schemas.microsoft.com/office/drawing/2014/main" id="{0D184BBD-E6B8-F85A-7473-3468EA60719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59880" y="3635763"/>
                  <a:ext cx="60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373" name="Ink 13372">
                  <a:extLst>
                    <a:ext uri="{FF2B5EF4-FFF2-40B4-BE49-F238E27FC236}">
                      <a16:creationId xmlns:a16="http://schemas.microsoft.com/office/drawing/2014/main" id="{EA464D87-6735-5ACA-D8AE-27E99EC76F97}"/>
                    </a:ext>
                  </a:extLst>
                </p14:cNvPr>
                <p14:cNvContentPartPr/>
                <p14:nvPr/>
              </p14:nvContentPartPr>
              <p14:xfrm>
                <a:off x="8100240" y="3564483"/>
                <a:ext cx="42480" cy="85320"/>
              </p14:xfrm>
            </p:contentPart>
          </mc:Choice>
          <mc:Fallback>
            <p:pic>
              <p:nvPicPr>
                <p:cNvPr id="13373" name="Ink 13372">
                  <a:extLst>
                    <a:ext uri="{FF2B5EF4-FFF2-40B4-BE49-F238E27FC236}">
                      <a16:creationId xmlns:a16="http://schemas.microsoft.com/office/drawing/2014/main" id="{EA464D87-6735-5ACA-D8AE-27E99EC76F9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94120" y="3558363"/>
                  <a:ext cx="54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374" name="Ink 13373">
                  <a:extLst>
                    <a:ext uri="{FF2B5EF4-FFF2-40B4-BE49-F238E27FC236}">
                      <a16:creationId xmlns:a16="http://schemas.microsoft.com/office/drawing/2014/main" id="{A742DFEE-F504-11FF-AEEC-FB80A588C379}"/>
                    </a:ext>
                  </a:extLst>
                </p14:cNvPr>
                <p14:cNvContentPartPr/>
                <p14:nvPr/>
              </p14:nvContentPartPr>
              <p14:xfrm>
                <a:off x="8229480" y="3418683"/>
                <a:ext cx="46440" cy="42840"/>
              </p14:xfrm>
            </p:contentPart>
          </mc:Choice>
          <mc:Fallback>
            <p:pic>
              <p:nvPicPr>
                <p:cNvPr id="13374" name="Ink 13373">
                  <a:extLst>
                    <a:ext uri="{FF2B5EF4-FFF2-40B4-BE49-F238E27FC236}">
                      <a16:creationId xmlns:a16="http://schemas.microsoft.com/office/drawing/2014/main" id="{A742DFEE-F504-11FF-AEEC-FB80A588C37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223360" y="3412563"/>
                  <a:ext cx="58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10" name="Ink 13409">
                  <a:extLst>
                    <a:ext uri="{FF2B5EF4-FFF2-40B4-BE49-F238E27FC236}">
                      <a16:creationId xmlns:a16="http://schemas.microsoft.com/office/drawing/2014/main" id="{0D7468B6-4690-34FC-3581-BC896EFDDBAC}"/>
                    </a:ext>
                  </a:extLst>
                </p14:cNvPr>
                <p14:cNvContentPartPr/>
                <p14:nvPr/>
              </p14:nvContentPartPr>
              <p14:xfrm>
                <a:off x="8094840" y="3516568"/>
                <a:ext cx="23760" cy="28800"/>
              </p14:xfrm>
            </p:contentPart>
          </mc:Choice>
          <mc:Fallback>
            <p:pic>
              <p:nvPicPr>
                <p:cNvPr id="13410" name="Ink 13409">
                  <a:extLst>
                    <a:ext uri="{FF2B5EF4-FFF2-40B4-BE49-F238E27FC236}">
                      <a16:creationId xmlns:a16="http://schemas.microsoft.com/office/drawing/2014/main" id="{0D7468B6-4690-34FC-3581-BC896EFDDBA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88720" y="3510448"/>
                  <a:ext cx="36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411" name="Ink 13410">
                  <a:extLst>
                    <a:ext uri="{FF2B5EF4-FFF2-40B4-BE49-F238E27FC236}">
                      <a16:creationId xmlns:a16="http://schemas.microsoft.com/office/drawing/2014/main" id="{D634629C-2668-2B43-46AF-FCF285AC688F}"/>
                    </a:ext>
                  </a:extLst>
                </p14:cNvPr>
                <p14:cNvContentPartPr/>
                <p14:nvPr/>
              </p14:nvContentPartPr>
              <p14:xfrm>
                <a:off x="7959480" y="3530608"/>
                <a:ext cx="253440" cy="168480"/>
              </p14:xfrm>
            </p:contentPart>
          </mc:Choice>
          <mc:Fallback>
            <p:pic>
              <p:nvPicPr>
                <p:cNvPr id="13411" name="Ink 13410">
                  <a:extLst>
                    <a:ext uri="{FF2B5EF4-FFF2-40B4-BE49-F238E27FC236}">
                      <a16:creationId xmlns:a16="http://schemas.microsoft.com/office/drawing/2014/main" id="{D634629C-2668-2B43-46AF-FCF285AC688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53360" y="3524488"/>
                  <a:ext cx="265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412" name="Ink 13411">
                  <a:extLst>
                    <a:ext uri="{FF2B5EF4-FFF2-40B4-BE49-F238E27FC236}">
                      <a16:creationId xmlns:a16="http://schemas.microsoft.com/office/drawing/2014/main" id="{E5813C13-243F-B4C4-0BFD-DD507B988403}"/>
                    </a:ext>
                  </a:extLst>
                </p14:cNvPr>
                <p14:cNvContentPartPr/>
                <p14:nvPr/>
              </p14:nvContentPartPr>
              <p14:xfrm>
                <a:off x="8449800" y="3614848"/>
                <a:ext cx="151200" cy="85320"/>
              </p14:xfrm>
            </p:contentPart>
          </mc:Choice>
          <mc:Fallback>
            <p:pic>
              <p:nvPicPr>
                <p:cNvPr id="13412" name="Ink 13411">
                  <a:extLst>
                    <a:ext uri="{FF2B5EF4-FFF2-40B4-BE49-F238E27FC236}">
                      <a16:creationId xmlns:a16="http://schemas.microsoft.com/office/drawing/2014/main" id="{E5813C13-243F-B4C4-0BFD-DD507B98840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443680" y="3608728"/>
                  <a:ext cx="163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413" name="Ink 13412">
                  <a:extLst>
                    <a:ext uri="{FF2B5EF4-FFF2-40B4-BE49-F238E27FC236}">
                      <a16:creationId xmlns:a16="http://schemas.microsoft.com/office/drawing/2014/main" id="{3906BD04-8588-DE45-8BA1-D50B7F5B8B15}"/>
                    </a:ext>
                  </a:extLst>
                </p14:cNvPr>
                <p14:cNvContentPartPr/>
                <p14:nvPr/>
              </p14:nvContentPartPr>
              <p14:xfrm>
                <a:off x="8315880" y="3457888"/>
                <a:ext cx="360" cy="360"/>
              </p14:xfrm>
            </p:contentPart>
          </mc:Choice>
          <mc:Fallback>
            <p:pic>
              <p:nvPicPr>
                <p:cNvPr id="13413" name="Ink 13412">
                  <a:extLst>
                    <a:ext uri="{FF2B5EF4-FFF2-40B4-BE49-F238E27FC236}">
                      <a16:creationId xmlns:a16="http://schemas.microsoft.com/office/drawing/2014/main" id="{3906BD04-8588-DE45-8BA1-D50B7F5B8B1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309760" y="345176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14" name="Ink 13413">
                  <a:extLst>
                    <a:ext uri="{FF2B5EF4-FFF2-40B4-BE49-F238E27FC236}">
                      <a16:creationId xmlns:a16="http://schemas.microsoft.com/office/drawing/2014/main" id="{A78152BA-98ED-E677-EAE8-09961B668C8D}"/>
                    </a:ext>
                  </a:extLst>
                </p14:cNvPr>
                <p14:cNvContentPartPr/>
                <p14:nvPr/>
              </p14:nvContentPartPr>
              <p14:xfrm>
                <a:off x="8205360" y="3431968"/>
                <a:ext cx="167400" cy="102240"/>
              </p14:xfrm>
            </p:contentPart>
          </mc:Choice>
          <mc:Fallback>
            <p:pic>
              <p:nvPicPr>
                <p:cNvPr id="13414" name="Ink 13413">
                  <a:extLst>
                    <a:ext uri="{FF2B5EF4-FFF2-40B4-BE49-F238E27FC236}">
                      <a16:creationId xmlns:a16="http://schemas.microsoft.com/office/drawing/2014/main" id="{A78152BA-98ED-E677-EAE8-09961B668C8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199240" y="3425848"/>
                  <a:ext cx="17964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19" name="Group 13418">
            <a:extLst>
              <a:ext uri="{FF2B5EF4-FFF2-40B4-BE49-F238E27FC236}">
                <a16:creationId xmlns:a16="http://schemas.microsoft.com/office/drawing/2014/main" id="{81717741-B76A-92B1-07C0-C6BE34D8EB7A}"/>
              </a:ext>
            </a:extLst>
          </p:cNvPr>
          <p:cNvGrpSpPr/>
          <p:nvPr/>
        </p:nvGrpSpPr>
        <p:grpSpPr>
          <a:xfrm>
            <a:off x="3724080" y="3775803"/>
            <a:ext cx="3817440" cy="1361880"/>
            <a:chOff x="3724080" y="3775803"/>
            <a:chExt cx="3817440" cy="13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331" name="Ink 13330">
                  <a:extLst>
                    <a:ext uri="{FF2B5EF4-FFF2-40B4-BE49-F238E27FC236}">
                      <a16:creationId xmlns:a16="http://schemas.microsoft.com/office/drawing/2014/main" id="{E3F68FDE-7141-03C8-A7F5-BE62D931584D}"/>
                    </a:ext>
                  </a:extLst>
                </p14:cNvPr>
                <p14:cNvContentPartPr/>
                <p14:nvPr/>
              </p14:nvContentPartPr>
              <p14:xfrm>
                <a:off x="3724080" y="4624323"/>
                <a:ext cx="620280" cy="19440"/>
              </p14:xfrm>
            </p:contentPart>
          </mc:Choice>
          <mc:Fallback>
            <p:pic>
              <p:nvPicPr>
                <p:cNvPr id="13331" name="Ink 13330">
                  <a:extLst>
                    <a:ext uri="{FF2B5EF4-FFF2-40B4-BE49-F238E27FC236}">
                      <a16:creationId xmlns:a16="http://schemas.microsoft.com/office/drawing/2014/main" id="{E3F68FDE-7141-03C8-A7F5-BE62D931584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17960" y="4618203"/>
                  <a:ext cx="6325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32" name="Ink 13331">
                  <a:extLst>
                    <a:ext uri="{FF2B5EF4-FFF2-40B4-BE49-F238E27FC236}">
                      <a16:creationId xmlns:a16="http://schemas.microsoft.com/office/drawing/2014/main" id="{64940EA0-3052-B0CC-672E-18B1C5D4FAF5}"/>
                    </a:ext>
                  </a:extLst>
                </p14:cNvPr>
                <p14:cNvContentPartPr/>
                <p14:nvPr/>
              </p14:nvContentPartPr>
              <p14:xfrm>
                <a:off x="4240320" y="4544763"/>
                <a:ext cx="142200" cy="105480"/>
              </p14:xfrm>
            </p:contentPart>
          </mc:Choice>
          <mc:Fallback>
            <p:pic>
              <p:nvPicPr>
                <p:cNvPr id="13332" name="Ink 13331">
                  <a:extLst>
                    <a:ext uri="{FF2B5EF4-FFF2-40B4-BE49-F238E27FC236}">
                      <a16:creationId xmlns:a16="http://schemas.microsoft.com/office/drawing/2014/main" id="{64940EA0-3052-B0CC-672E-18B1C5D4FAF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234200" y="4538643"/>
                  <a:ext cx="1544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333" name="Ink 13332">
                  <a:extLst>
                    <a:ext uri="{FF2B5EF4-FFF2-40B4-BE49-F238E27FC236}">
                      <a16:creationId xmlns:a16="http://schemas.microsoft.com/office/drawing/2014/main" id="{AC29F99C-7542-8D7E-6653-79D7E66DFD2C}"/>
                    </a:ext>
                  </a:extLst>
                </p14:cNvPr>
                <p14:cNvContentPartPr/>
                <p14:nvPr/>
              </p14:nvContentPartPr>
              <p14:xfrm>
                <a:off x="4198560" y="4644483"/>
                <a:ext cx="199800" cy="169920"/>
              </p14:xfrm>
            </p:contentPart>
          </mc:Choice>
          <mc:Fallback>
            <p:pic>
              <p:nvPicPr>
                <p:cNvPr id="13333" name="Ink 13332">
                  <a:extLst>
                    <a:ext uri="{FF2B5EF4-FFF2-40B4-BE49-F238E27FC236}">
                      <a16:creationId xmlns:a16="http://schemas.microsoft.com/office/drawing/2014/main" id="{AC29F99C-7542-8D7E-6653-79D7E66DFD2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92440" y="4638363"/>
                  <a:ext cx="2120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335" name="Ink 13334">
                  <a:extLst>
                    <a:ext uri="{FF2B5EF4-FFF2-40B4-BE49-F238E27FC236}">
                      <a16:creationId xmlns:a16="http://schemas.microsoft.com/office/drawing/2014/main" id="{438B6E32-9627-1306-7450-592AD500FE04}"/>
                    </a:ext>
                  </a:extLst>
                </p14:cNvPr>
                <p14:cNvContentPartPr/>
                <p14:nvPr/>
              </p14:nvContentPartPr>
              <p14:xfrm>
                <a:off x="4678080" y="4518483"/>
                <a:ext cx="114840" cy="254160"/>
              </p14:xfrm>
            </p:contentPart>
          </mc:Choice>
          <mc:Fallback>
            <p:pic>
              <p:nvPicPr>
                <p:cNvPr id="13335" name="Ink 13334">
                  <a:extLst>
                    <a:ext uri="{FF2B5EF4-FFF2-40B4-BE49-F238E27FC236}">
                      <a16:creationId xmlns:a16="http://schemas.microsoft.com/office/drawing/2014/main" id="{438B6E32-9627-1306-7450-592AD500FE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71960" y="4512363"/>
                  <a:ext cx="127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336" name="Ink 13335">
                  <a:extLst>
                    <a:ext uri="{FF2B5EF4-FFF2-40B4-BE49-F238E27FC236}">
                      <a16:creationId xmlns:a16="http://schemas.microsoft.com/office/drawing/2014/main" id="{9D38DBA3-A189-B1FD-655C-601D740C5A49}"/>
                    </a:ext>
                  </a:extLst>
                </p14:cNvPr>
                <p14:cNvContentPartPr/>
                <p14:nvPr/>
              </p14:nvContentPartPr>
              <p14:xfrm>
                <a:off x="4625520" y="4634403"/>
                <a:ext cx="181080" cy="94320"/>
              </p14:xfrm>
            </p:contentPart>
          </mc:Choice>
          <mc:Fallback>
            <p:pic>
              <p:nvPicPr>
                <p:cNvPr id="13336" name="Ink 13335">
                  <a:extLst>
                    <a:ext uri="{FF2B5EF4-FFF2-40B4-BE49-F238E27FC236}">
                      <a16:creationId xmlns:a16="http://schemas.microsoft.com/office/drawing/2014/main" id="{9D38DBA3-A189-B1FD-655C-601D740C5A4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619400" y="4628283"/>
                  <a:ext cx="193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337" name="Ink 13336">
                  <a:extLst>
                    <a:ext uri="{FF2B5EF4-FFF2-40B4-BE49-F238E27FC236}">
                      <a16:creationId xmlns:a16="http://schemas.microsoft.com/office/drawing/2014/main" id="{B4BE1E3A-7DB8-85CB-DA7A-B94E72F073FB}"/>
                    </a:ext>
                  </a:extLst>
                </p14:cNvPr>
                <p14:cNvContentPartPr/>
                <p14:nvPr/>
              </p14:nvContentPartPr>
              <p14:xfrm>
                <a:off x="4878240" y="4514163"/>
                <a:ext cx="189000" cy="239040"/>
              </p14:xfrm>
            </p:contentPart>
          </mc:Choice>
          <mc:Fallback>
            <p:pic>
              <p:nvPicPr>
                <p:cNvPr id="13337" name="Ink 13336">
                  <a:extLst>
                    <a:ext uri="{FF2B5EF4-FFF2-40B4-BE49-F238E27FC236}">
                      <a16:creationId xmlns:a16="http://schemas.microsoft.com/office/drawing/2014/main" id="{B4BE1E3A-7DB8-85CB-DA7A-B94E72F073F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872120" y="4508043"/>
                  <a:ext cx="201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338" name="Ink 13337">
                  <a:extLst>
                    <a:ext uri="{FF2B5EF4-FFF2-40B4-BE49-F238E27FC236}">
                      <a16:creationId xmlns:a16="http://schemas.microsoft.com/office/drawing/2014/main" id="{D6FE669D-E223-BA2D-6780-DA00FF00E004}"/>
                    </a:ext>
                  </a:extLst>
                </p14:cNvPr>
                <p14:cNvContentPartPr/>
                <p14:nvPr/>
              </p14:nvContentPartPr>
              <p14:xfrm>
                <a:off x="5025840" y="4564563"/>
                <a:ext cx="21600" cy="27000"/>
              </p14:xfrm>
            </p:contentPart>
          </mc:Choice>
          <mc:Fallback>
            <p:pic>
              <p:nvPicPr>
                <p:cNvPr id="13338" name="Ink 13337">
                  <a:extLst>
                    <a:ext uri="{FF2B5EF4-FFF2-40B4-BE49-F238E27FC236}">
                      <a16:creationId xmlns:a16="http://schemas.microsoft.com/office/drawing/2014/main" id="{D6FE669D-E223-BA2D-6780-DA00FF00E00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19720" y="4558443"/>
                  <a:ext cx="33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39" name="Ink 13338">
                  <a:extLst>
                    <a:ext uri="{FF2B5EF4-FFF2-40B4-BE49-F238E27FC236}">
                      <a16:creationId xmlns:a16="http://schemas.microsoft.com/office/drawing/2014/main" id="{A410D1E7-06DB-A2E0-FFF6-41652BB289B2}"/>
                    </a:ext>
                  </a:extLst>
                </p14:cNvPr>
                <p14:cNvContentPartPr/>
                <p14:nvPr/>
              </p14:nvContentPartPr>
              <p14:xfrm>
                <a:off x="5084160" y="4620003"/>
                <a:ext cx="81720" cy="92160"/>
              </p14:xfrm>
            </p:contentPart>
          </mc:Choice>
          <mc:Fallback>
            <p:pic>
              <p:nvPicPr>
                <p:cNvPr id="13339" name="Ink 13338">
                  <a:extLst>
                    <a:ext uri="{FF2B5EF4-FFF2-40B4-BE49-F238E27FC236}">
                      <a16:creationId xmlns:a16="http://schemas.microsoft.com/office/drawing/2014/main" id="{A410D1E7-06DB-A2E0-FFF6-41652BB289B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078040" y="4613883"/>
                  <a:ext cx="93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40" name="Ink 13339">
                  <a:extLst>
                    <a:ext uri="{FF2B5EF4-FFF2-40B4-BE49-F238E27FC236}">
                      <a16:creationId xmlns:a16="http://schemas.microsoft.com/office/drawing/2014/main" id="{1243BA61-7114-D576-67A7-4574C4C981F1}"/>
                    </a:ext>
                  </a:extLst>
                </p14:cNvPr>
                <p14:cNvContentPartPr/>
                <p14:nvPr/>
              </p14:nvContentPartPr>
              <p14:xfrm>
                <a:off x="5200800" y="4609563"/>
                <a:ext cx="103320" cy="100080"/>
              </p14:xfrm>
            </p:contentPart>
          </mc:Choice>
          <mc:Fallback>
            <p:pic>
              <p:nvPicPr>
                <p:cNvPr id="13340" name="Ink 13339">
                  <a:extLst>
                    <a:ext uri="{FF2B5EF4-FFF2-40B4-BE49-F238E27FC236}">
                      <a16:creationId xmlns:a16="http://schemas.microsoft.com/office/drawing/2014/main" id="{1243BA61-7114-D576-67A7-4574C4C981F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194680" y="4603443"/>
                  <a:ext cx="115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41" name="Ink 13340">
                  <a:extLst>
                    <a:ext uri="{FF2B5EF4-FFF2-40B4-BE49-F238E27FC236}">
                      <a16:creationId xmlns:a16="http://schemas.microsoft.com/office/drawing/2014/main" id="{0B7261E7-40E1-C9F7-BD64-791EE4264D3E}"/>
                    </a:ext>
                  </a:extLst>
                </p14:cNvPr>
                <p14:cNvContentPartPr/>
                <p14:nvPr/>
              </p14:nvContentPartPr>
              <p14:xfrm>
                <a:off x="5299440" y="4637643"/>
                <a:ext cx="75960" cy="73080"/>
              </p14:xfrm>
            </p:contentPart>
          </mc:Choice>
          <mc:Fallback>
            <p:pic>
              <p:nvPicPr>
                <p:cNvPr id="13341" name="Ink 13340">
                  <a:extLst>
                    <a:ext uri="{FF2B5EF4-FFF2-40B4-BE49-F238E27FC236}">
                      <a16:creationId xmlns:a16="http://schemas.microsoft.com/office/drawing/2014/main" id="{0B7261E7-40E1-C9F7-BD64-791EE4264D3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293320" y="4631523"/>
                  <a:ext cx="88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342" name="Ink 13341">
                  <a:extLst>
                    <a:ext uri="{FF2B5EF4-FFF2-40B4-BE49-F238E27FC236}">
                      <a16:creationId xmlns:a16="http://schemas.microsoft.com/office/drawing/2014/main" id="{AE59EEA4-C722-DD86-975D-2EC86DB5ADAA}"/>
                    </a:ext>
                  </a:extLst>
                </p14:cNvPr>
                <p14:cNvContentPartPr/>
                <p14:nvPr/>
              </p14:nvContentPartPr>
              <p14:xfrm>
                <a:off x="5368200" y="4568883"/>
                <a:ext cx="94680" cy="145440"/>
              </p14:xfrm>
            </p:contentPart>
          </mc:Choice>
          <mc:Fallback>
            <p:pic>
              <p:nvPicPr>
                <p:cNvPr id="13342" name="Ink 13341">
                  <a:extLst>
                    <a:ext uri="{FF2B5EF4-FFF2-40B4-BE49-F238E27FC236}">
                      <a16:creationId xmlns:a16="http://schemas.microsoft.com/office/drawing/2014/main" id="{AE59EEA4-C722-DD86-975D-2EC86DB5ADA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62080" y="4562763"/>
                  <a:ext cx="106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43" name="Ink 13342">
                  <a:extLst>
                    <a:ext uri="{FF2B5EF4-FFF2-40B4-BE49-F238E27FC236}">
                      <a16:creationId xmlns:a16="http://schemas.microsoft.com/office/drawing/2014/main" id="{79E2F637-981A-B029-657C-76785AEA456C}"/>
                    </a:ext>
                  </a:extLst>
                </p14:cNvPr>
                <p14:cNvContentPartPr/>
                <p14:nvPr/>
              </p14:nvContentPartPr>
              <p14:xfrm>
                <a:off x="5427240" y="4568883"/>
                <a:ext cx="14040" cy="47880"/>
              </p14:xfrm>
            </p:contentPart>
          </mc:Choice>
          <mc:Fallback>
            <p:pic>
              <p:nvPicPr>
                <p:cNvPr id="13343" name="Ink 13342">
                  <a:extLst>
                    <a:ext uri="{FF2B5EF4-FFF2-40B4-BE49-F238E27FC236}">
                      <a16:creationId xmlns:a16="http://schemas.microsoft.com/office/drawing/2014/main" id="{79E2F637-981A-B029-657C-76785AEA456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421120" y="4562763"/>
                  <a:ext cx="26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45" name="Ink 13344">
                  <a:extLst>
                    <a:ext uri="{FF2B5EF4-FFF2-40B4-BE49-F238E27FC236}">
                      <a16:creationId xmlns:a16="http://schemas.microsoft.com/office/drawing/2014/main" id="{6E9CCDC0-6378-CEF7-92AC-74B10C9863AD}"/>
                    </a:ext>
                  </a:extLst>
                </p14:cNvPr>
                <p14:cNvContentPartPr/>
                <p14:nvPr/>
              </p14:nvContentPartPr>
              <p14:xfrm>
                <a:off x="5504640" y="4608843"/>
                <a:ext cx="182520" cy="83520"/>
              </p14:xfrm>
            </p:contentPart>
          </mc:Choice>
          <mc:Fallback>
            <p:pic>
              <p:nvPicPr>
                <p:cNvPr id="13345" name="Ink 13344">
                  <a:extLst>
                    <a:ext uri="{FF2B5EF4-FFF2-40B4-BE49-F238E27FC236}">
                      <a16:creationId xmlns:a16="http://schemas.microsoft.com/office/drawing/2014/main" id="{6E9CCDC0-6378-CEF7-92AC-74B10C9863A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498520" y="4602723"/>
                  <a:ext cx="194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346" name="Ink 13345">
                  <a:extLst>
                    <a:ext uri="{FF2B5EF4-FFF2-40B4-BE49-F238E27FC236}">
                      <a16:creationId xmlns:a16="http://schemas.microsoft.com/office/drawing/2014/main" id="{37C272E5-C852-1507-9E4C-7747E5A1DF0F}"/>
                    </a:ext>
                  </a:extLst>
                </p14:cNvPr>
                <p14:cNvContentPartPr/>
                <p14:nvPr/>
              </p14:nvContentPartPr>
              <p14:xfrm>
                <a:off x="6240840" y="4101963"/>
                <a:ext cx="1300680" cy="925200"/>
              </p14:xfrm>
            </p:contentPart>
          </mc:Choice>
          <mc:Fallback>
            <p:pic>
              <p:nvPicPr>
                <p:cNvPr id="13346" name="Ink 13345">
                  <a:extLst>
                    <a:ext uri="{FF2B5EF4-FFF2-40B4-BE49-F238E27FC236}">
                      <a16:creationId xmlns:a16="http://schemas.microsoft.com/office/drawing/2014/main" id="{37C272E5-C852-1507-9E4C-7747E5A1DF0F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34720" y="4095843"/>
                  <a:ext cx="1312920" cy="9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347" name="Ink 13346">
                  <a:extLst>
                    <a:ext uri="{FF2B5EF4-FFF2-40B4-BE49-F238E27FC236}">
                      <a16:creationId xmlns:a16="http://schemas.microsoft.com/office/drawing/2014/main" id="{399D83A8-B77B-7FB4-88BF-4A79A25F5710}"/>
                    </a:ext>
                  </a:extLst>
                </p14:cNvPr>
                <p14:cNvContentPartPr/>
                <p14:nvPr/>
              </p14:nvContentPartPr>
              <p14:xfrm>
                <a:off x="5802360" y="4350003"/>
                <a:ext cx="192960" cy="86040"/>
              </p14:xfrm>
            </p:contentPart>
          </mc:Choice>
          <mc:Fallback>
            <p:pic>
              <p:nvPicPr>
                <p:cNvPr id="13347" name="Ink 13346">
                  <a:extLst>
                    <a:ext uri="{FF2B5EF4-FFF2-40B4-BE49-F238E27FC236}">
                      <a16:creationId xmlns:a16="http://schemas.microsoft.com/office/drawing/2014/main" id="{399D83A8-B77B-7FB4-88BF-4A79A25F571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796240" y="4343883"/>
                  <a:ext cx="205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348" name="Ink 13347">
                  <a:extLst>
                    <a:ext uri="{FF2B5EF4-FFF2-40B4-BE49-F238E27FC236}">
                      <a16:creationId xmlns:a16="http://schemas.microsoft.com/office/drawing/2014/main" id="{DB1A6AFC-048B-2BA7-32A0-29E6092DD908}"/>
                    </a:ext>
                  </a:extLst>
                </p14:cNvPr>
                <p14:cNvContentPartPr/>
                <p14:nvPr/>
              </p14:nvContentPartPr>
              <p14:xfrm>
                <a:off x="5957160" y="4282683"/>
                <a:ext cx="71640" cy="469080"/>
              </p14:xfrm>
            </p:contentPart>
          </mc:Choice>
          <mc:Fallback>
            <p:pic>
              <p:nvPicPr>
                <p:cNvPr id="13348" name="Ink 13347">
                  <a:extLst>
                    <a:ext uri="{FF2B5EF4-FFF2-40B4-BE49-F238E27FC236}">
                      <a16:creationId xmlns:a16="http://schemas.microsoft.com/office/drawing/2014/main" id="{DB1A6AFC-048B-2BA7-32A0-29E6092DD90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951040" y="4276563"/>
                  <a:ext cx="838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350" name="Ink 13349">
                  <a:extLst>
                    <a:ext uri="{FF2B5EF4-FFF2-40B4-BE49-F238E27FC236}">
                      <a16:creationId xmlns:a16="http://schemas.microsoft.com/office/drawing/2014/main" id="{37A00F64-809E-17F7-9C06-94CCE2A24F9B}"/>
                    </a:ext>
                  </a:extLst>
                </p14:cNvPr>
                <p14:cNvContentPartPr/>
                <p14:nvPr/>
              </p14:nvContentPartPr>
              <p14:xfrm>
                <a:off x="7081800" y="4928883"/>
                <a:ext cx="135000" cy="208800"/>
              </p14:xfrm>
            </p:contentPart>
          </mc:Choice>
          <mc:Fallback>
            <p:pic>
              <p:nvPicPr>
                <p:cNvPr id="13350" name="Ink 13349">
                  <a:extLst>
                    <a:ext uri="{FF2B5EF4-FFF2-40B4-BE49-F238E27FC236}">
                      <a16:creationId xmlns:a16="http://schemas.microsoft.com/office/drawing/2014/main" id="{37A00F64-809E-17F7-9C06-94CCE2A24F9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75680" y="4922763"/>
                  <a:ext cx="1472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351" name="Ink 13350">
                  <a:extLst>
                    <a:ext uri="{FF2B5EF4-FFF2-40B4-BE49-F238E27FC236}">
                      <a16:creationId xmlns:a16="http://schemas.microsoft.com/office/drawing/2014/main" id="{075779F9-A29A-5237-850D-DA6DF4FB1794}"/>
                    </a:ext>
                  </a:extLst>
                </p14:cNvPr>
                <p14:cNvContentPartPr/>
                <p14:nvPr/>
              </p14:nvContentPartPr>
              <p14:xfrm>
                <a:off x="7018800" y="4991883"/>
                <a:ext cx="186480" cy="85320"/>
              </p14:xfrm>
            </p:contentPart>
          </mc:Choice>
          <mc:Fallback>
            <p:pic>
              <p:nvPicPr>
                <p:cNvPr id="13351" name="Ink 13350">
                  <a:extLst>
                    <a:ext uri="{FF2B5EF4-FFF2-40B4-BE49-F238E27FC236}">
                      <a16:creationId xmlns:a16="http://schemas.microsoft.com/office/drawing/2014/main" id="{075779F9-A29A-5237-850D-DA6DF4FB179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12680" y="4985763"/>
                  <a:ext cx="198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353" name="Ink 13352">
                  <a:extLst>
                    <a:ext uri="{FF2B5EF4-FFF2-40B4-BE49-F238E27FC236}">
                      <a16:creationId xmlns:a16="http://schemas.microsoft.com/office/drawing/2014/main" id="{D2EF3E85-E2B7-AECF-B953-27D400FBA2CE}"/>
                    </a:ext>
                  </a:extLst>
                </p14:cNvPr>
                <p14:cNvContentPartPr/>
                <p14:nvPr/>
              </p14:nvContentPartPr>
              <p14:xfrm>
                <a:off x="6456840" y="3941403"/>
                <a:ext cx="812160" cy="926280"/>
              </p14:xfrm>
            </p:contentPart>
          </mc:Choice>
          <mc:Fallback>
            <p:pic>
              <p:nvPicPr>
                <p:cNvPr id="13353" name="Ink 13352">
                  <a:extLst>
                    <a:ext uri="{FF2B5EF4-FFF2-40B4-BE49-F238E27FC236}">
                      <a16:creationId xmlns:a16="http://schemas.microsoft.com/office/drawing/2014/main" id="{D2EF3E85-E2B7-AECF-B953-27D400FBA2C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50720" y="3935283"/>
                  <a:ext cx="824400" cy="9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354" name="Ink 13353">
                  <a:extLst>
                    <a:ext uri="{FF2B5EF4-FFF2-40B4-BE49-F238E27FC236}">
                      <a16:creationId xmlns:a16="http://schemas.microsoft.com/office/drawing/2014/main" id="{E0BD2D3F-B485-E510-94C8-DCA2BD4DF301}"/>
                    </a:ext>
                  </a:extLst>
                </p14:cNvPr>
                <p14:cNvContentPartPr/>
                <p14:nvPr/>
              </p14:nvContentPartPr>
              <p14:xfrm>
                <a:off x="6471960" y="4646283"/>
                <a:ext cx="69480" cy="90360"/>
              </p14:xfrm>
            </p:contentPart>
          </mc:Choice>
          <mc:Fallback>
            <p:pic>
              <p:nvPicPr>
                <p:cNvPr id="13354" name="Ink 13353">
                  <a:extLst>
                    <a:ext uri="{FF2B5EF4-FFF2-40B4-BE49-F238E27FC236}">
                      <a16:creationId xmlns:a16="http://schemas.microsoft.com/office/drawing/2014/main" id="{E0BD2D3F-B485-E510-94C8-DCA2BD4DF30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465840" y="4640163"/>
                  <a:ext cx="81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355" name="Ink 13354">
                  <a:extLst>
                    <a:ext uri="{FF2B5EF4-FFF2-40B4-BE49-F238E27FC236}">
                      <a16:creationId xmlns:a16="http://schemas.microsoft.com/office/drawing/2014/main" id="{2316628F-5983-E313-75BD-F7DB26A3605C}"/>
                    </a:ext>
                  </a:extLst>
                </p14:cNvPr>
                <p14:cNvContentPartPr/>
                <p14:nvPr/>
              </p14:nvContentPartPr>
              <p14:xfrm>
                <a:off x="6597960" y="4696683"/>
                <a:ext cx="90360" cy="79560"/>
              </p14:xfrm>
            </p:contentPart>
          </mc:Choice>
          <mc:Fallback>
            <p:pic>
              <p:nvPicPr>
                <p:cNvPr id="13355" name="Ink 13354">
                  <a:extLst>
                    <a:ext uri="{FF2B5EF4-FFF2-40B4-BE49-F238E27FC236}">
                      <a16:creationId xmlns:a16="http://schemas.microsoft.com/office/drawing/2014/main" id="{2316628F-5983-E313-75BD-F7DB26A3605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591840" y="4690563"/>
                  <a:ext cx="102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356" name="Ink 13355">
                  <a:extLst>
                    <a:ext uri="{FF2B5EF4-FFF2-40B4-BE49-F238E27FC236}">
                      <a16:creationId xmlns:a16="http://schemas.microsoft.com/office/drawing/2014/main" id="{672AFB7F-A2C2-C62A-4B36-201F2123D688}"/>
                    </a:ext>
                  </a:extLst>
                </p14:cNvPr>
                <p14:cNvContentPartPr/>
                <p14:nvPr/>
              </p14:nvContentPartPr>
              <p14:xfrm>
                <a:off x="6684000" y="4479243"/>
                <a:ext cx="60120" cy="67680"/>
              </p14:xfrm>
            </p:contentPart>
          </mc:Choice>
          <mc:Fallback>
            <p:pic>
              <p:nvPicPr>
                <p:cNvPr id="13356" name="Ink 13355">
                  <a:extLst>
                    <a:ext uri="{FF2B5EF4-FFF2-40B4-BE49-F238E27FC236}">
                      <a16:creationId xmlns:a16="http://schemas.microsoft.com/office/drawing/2014/main" id="{672AFB7F-A2C2-C62A-4B36-201F2123D68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677880" y="4473123"/>
                  <a:ext cx="72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357" name="Ink 13356">
                  <a:extLst>
                    <a:ext uri="{FF2B5EF4-FFF2-40B4-BE49-F238E27FC236}">
                      <a16:creationId xmlns:a16="http://schemas.microsoft.com/office/drawing/2014/main" id="{61E4F88E-062B-810F-46FD-DD19F9497C82}"/>
                    </a:ext>
                  </a:extLst>
                </p14:cNvPr>
                <p14:cNvContentPartPr/>
                <p14:nvPr/>
              </p14:nvContentPartPr>
              <p14:xfrm>
                <a:off x="6804960" y="4394643"/>
                <a:ext cx="59400" cy="60120"/>
              </p14:xfrm>
            </p:contentPart>
          </mc:Choice>
          <mc:Fallback>
            <p:pic>
              <p:nvPicPr>
                <p:cNvPr id="13357" name="Ink 13356">
                  <a:extLst>
                    <a:ext uri="{FF2B5EF4-FFF2-40B4-BE49-F238E27FC236}">
                      <a16:creationId xmlns:a16="http://schemas.microsoft.com/office/drawing/2014/main" id="{61E4F88E-062B-810F-46FD-DD19F9497C8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798840" y="4388523"/>
                  <a:ext cx="71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358" name="Ink 13357">
                  <a:extLst>
                    <a:ext uri="{FF2B5EF4-FFF2-40B4-BE49-F238E27FC236}">
                      <a16:creationId xmlns:a16="http://schemas.microsoft.com/office/drawing/2014/main" id="{80CE5B87-5134-D277-8C9A-8C5ADCC501D7}"/>
                    </a:ext>
                  </a:extLst>
                </p14:cNvPr>
                <p14:cNvContentPartPr/>
                <p14:nvPr/>
              </p14:nvContentPartPr>
              <p14:xfrm>
                <a:off x="6898920" y="4224363"/>
                <a:ext cx="62280" cy="53280"/>
              </p14:xfrm>
            </p:contentPart>
          </mc:Choice>
          <mc:Fallback>
            <p:pic>
              <p:nvPicPr>
                <p:cNvPr id="13358" name="Ink 13357">
                  <a:extLst>
                    <a:ext uri="{FF2B5EF4-FFF2-40B4-BE49-F238E27FC236}">
                      <a16:creationId xmlns:a16="http://schemas.microsoft.com/office/drawing/2014/main" id="{80CE5B87-5134-D277-8C9A-8C5ADCC501D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92800" y="4218243"/>
                  <a:ext cx="74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359" name="Ink 13358">
                  <a:extLst>
                    <a:ext uri="{FF2B5EF4-FFF2-40B4-BE49-F238E27FC236}">
                      <a16:creationId xmlns:a16="http://schemas.microsoft.com/office/drawing/2014/main" id="{B643D81A-89A9-E56C-B5EE-DB52A4B3C866}"/>
                    </a:ext>
                  </a:extLst>
                </p14:cNvPr>
                <p14:cNvContentPartPr/>
                <p14:nvPr/>
              </p14:nvContentPartPr>
              <p14:xfrm>
                <a:off x="7077120" y="4111323"/>
                <a:ext cx="58320" cy="48240"/>
              </p14:xfrm>
            </p:contentPart>
          </mc:Choice>
          <mc:Fallback>
            <p:pic>
              <p:nvPicPr>
                <p:cNvPr id="13359" name="Ink 13358">
                  <a:extLst>
                    <a:ext uri="{FF2B5EF4-FFF2-40B4-BE49-F238E27FC236}">
                      <a16:creationId xmlns:a16="http://schemas.microsoft.com/office/drawing/2014/main" id="{B643D81A-89A9-E56C-B5EE-DB52A4B3C86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071000" y="4105203"/>
                  <a:ext cx="70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360" name="Ink 13359">
                  <a:extLst>
                    <a:ext uri="{FF2B5EF4-FFF2-40B4-BE49-F238E27FC236}">
                      <a16:creationId xmlns:a16="http://schemas.microsoft.com/office/drawing/2014/main" id="{66EBC6B7-E26D-23B7-726E-18612CF73405}"/>
                    </a:ext>
                  </a:extLst>
                </p14:cNvPr>
                <p14:cNvContentPartPr/>
                <p14:nvPr/>
              </p14:nvContentPartPr>
              <p14:xfrm>
                <a:off x="7150920" y="3977763"/>
                <a:ext cx="67680" cy="64440"/>
              </p14:xfrm>
            </p:contentPart>
          </mc:Choice>
          <mc:Fallback>
            <p:pic>
              <p:nvPicPr>
                <p:cNvPr id="13360" name="Ink 13359">
                  <a:extLst>
                    <a:ext uri="{FF2B5EF4-FFF2-40B4-BE49-F238E27FC236}">
                      <a16:creationId xmlns:a16="http://schemas.microsoft.com/office/drawing/2014/main" id="{66EBC6B7-E26D-23B7-726E-18612CF7340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144800" y="3971643"/>
                  <a:ext cx="79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361" name="Ink 13360">
                  <a:extLst>
                    <a:ext uri="{FF2B5EF4-FFF2-40B4-BE49-F238E27FC236}">
                      <a16:creationId xmlns:a16="http://schemas.microsoft.com/office/drawing/2014/main" id="{A8E3ACF9-2F41-7994-356E-B8D36DE3FC34}"/>
                    </a:ext>
                  </a:extLst>
                </p14:cNvPr>
                <p14:cNvContentPartPr/>
                <p14:nvPr/>
              </p14:nvContentPartPr>
              <p14:xfrm>
                <a:off x="7236600" y="3884523"/>
                <a:ext cx="58320" cy="62280"/>
              </p14:xfrm>
            </p:contentPart>
          </mc:Choice>
          <mc:Fallback>
            <p:pic>
              <p:nvPicPr>
                <p:cNvPr id="13361" name="Ink 13360">
                  <a:extLst>
                    <a:ext uri="{FF2B5EF4-FFF2-40B4-BE49-F238E27FC236}">
                      <a16:creationId xmlns:a16="http://schemas.microsoft.com/office/drawing/2014/main" id="{A8E3ACF9-2F41-7994-356E-B8D36DE3FC3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230480" y="3878403"/>
                  <a:ext cx="70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3362" name="Ink 13361">
                  <a:extLst>
                    <a:ext uri="{FF2B5EF4-FFF2-40B4-BE49-F238E27FC236}">
                      <a16:creationId xmlns:a16="http://schemas.microsoft.com/office/drawing/2014/main" id="{A28723AA-22EF-5ED3-47C6-DE4444F1FE38}"/>
                    </a:ext>
                  </a:extLst>
                </p14:cNvPr>
                <p14:cNvContentPartPr/>
                <p14:nvPr/>
              </p14:nvContentPartPr>
              <p14:xfrm>
                <a:off x="7325160" y="3775803"/>
                <a:ext cx="49680" cy="62280"/>
              </p14:xfrm>
            </p:contentPart>
          </mc:Choice>
          <mc:Fallback>
            <p:pic>
              <p:nvPicPr>
                <p:cNvPr id="13362" name="Ink 13361">
                  <a:extLst>
                    <a:ext uri="{FF2B5EF4-FFF2-40B4-BE49-F238E27FC236}">
                      <a16:creationId xmlns:a16="http://schemas.microsoft.com/office/drawing/2014/main" id="{A28723AA-22EF-5ED3-47C6-DE4444F1FE3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319040" y="3769683"/>
                  <a:ext cx="619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3364" name="Ink 13363">
                  <a:extLst>
                    <a:ext uri="{FF2B5EF4-FFF2-40B4-BE49-F238E27FC236}">
                      <a16:creationId xmlns:a16="http://schemas.microsoft.com/office/drawing/2014/main" id="{8C189683-583F-60B3-4E9D-AD1051E083CC}"/>
                    </a:ext>
                  </a:extLst>
                </p14:cNvPr>
                <p14:cNvContentPartPr/>
                <p14:nvPr/>
              </p14:nvContentPartPr>
              <p14:xfrm>
                <a:off x="5800920" y="4755003"/>
                <a:ext cx="389880" cy="93240"/>
              </p14:xfrm>
            </p:contentPart>
          </mc:Choice>
          <mc:Fallback>
            <p:pic>
              <p:nvPicPr>
                <p:cNvPr id="13364" name="Ink 13363">
                  <a:extLst>
                    <a:ext uri="{FF2B5EF4-FFF2-40B4-BE49-F238E27FC236}">
                      <a16:creationId xmlns:a16="http://schemas.microsoft.com/office/drawing/2014/main" id="{8C189683-583F-60B3-4E9D-AD1051E083C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794800" y="4748883"/>
                  <a:ext cx="4021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3365" name="Ink 13364">
                  <a:extLst>
                    <a:ext uri="{FF2B5EF4-FFF2-40B4-BE49-F238E27FC236}">
                      <a16:creationId xmlns:a16="http://schemas.microsoft.com/office/drawing/2014/main" id="{7B941AD1-9098-4404-573F-3DDB0598695E}"/>
                    </a:ext>
                  </a:extLst>
                </p14:cNvPr>
                <p14:cNvContentPartPr/>
                <p14:nvPr/>
              </p14:nvContentPartPr>
              <p14:xfrm>
                <a:off x="6129600" y="4701363"/>
                <a:ext cx="127440" cy="184320"/>
              </p14:xfrm>
            </p:contentPart>
          </mc:Choice>
          <mc:Fallback>
            <p:pic>
              <p:nvPicPr>
                <p:cNvPr id="13365" name="Ink 13364">
                  <a:extLst>
                    <a:ext uri="{FF2B5EF4-FFF2-40B4-BE49-F238E27FC236}">
                      <a16:creationId xmlns:a16="http://schemas.microsoft.com/office/drawing/2014/main" id="{7B941AD1-9098-4404-573F-3DDB0598695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123480" y="4695243"/>
                  <a:ext cx="139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417" name="Ink 13416">
                  <a:extLst>
                    <a:ext uri="{FF2B5EF4-FFF2-40B4-BE49-F238E27FC236}">
                      <a16:creationId xmlns:a16="http://schemas.microsoft.com/office/drawing/2014/main" id="{3BA27FD9-D3AC-48E0-6C2B-8BC2F0793ACF}"/>
                    </a:ext>
                  </a:extLst>
                </p14:cNvPr>
                <p14:cNvContentPartPr/>
                <p14:nvPr/>
              </p14:nvContentPartPr>
              <p14:xfrm>
                <a:off x="7089720" y="4392808"/>
                <a:ext cx="309960" cy="23760"/>
              </p14:xfrm>
            </p:contentPart>
          </mc:Choice>
          <mc:Fallback>
            <p:pic>
              <p:nvPicPr>
                <p:cNvPr id="13417" name="Ink 13416">
                  <a:extLst>
                    <a:ext uri="{FF2B5EF4-FFF2-40B4-BE49-F238E27FC236}">
                      <a16:creationId xmlns:a16="http://schemas.microsoft.com/office/drawing/2014/main" id="{3BA27FD9-D3AC-48E0-6C2B-8BC2F0793AC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083600" y="4386688"/>
                  <a:ext cx="322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3418" name="Ink 13417">
                  <a:extLst>
                    <a:ext uri="{FF2B5EF4-FFF2-40B4-BE49-F238E27FC236}">
                      <a16:creationId xmlns:a16="http://schemas.microsoft.com/office/drawing/2014/main" id="{238BD3B7-FD93-400B-6974-F69A2316C989}"/>
                    </a:ext>
                  </a:extLst>
                </p14:cNvPr>
                <p14:cNvContentPartPr/>
                <p14:nvPr/>
              </p14:nvContentPartPr>
              <p14:xfrm>
                <a:off x="7028520" y="4346008"/>
                <a:ext cx="128160" cy="112320"/>
              </p14:xfrm>
            </p:contentPart>
          </mc:Choice>
          <mc:Fallback>
            <p:pic>
              <p:nvPicPr>
                <p:cNvPr id="13418" name="Ink 13417">
                  <a:extLst>
                    <a:ext uri="{FF2B5EF4-FFF2-40B4-BE49-F238E27FC236}">
                      <a16:creationId xmlns:a16="http://schemas.microsoft.com/office/drawing/2014/main" id="{238BD3B7-FD93-400B-6974-F69A2316C98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022400" y="4339888"/>
                  <a:ext cx="140400" cy="12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8163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440742" y="5363"/>
            <a:ext cx="8523745" cy="550163"/>
          </a:xfrm>
        </p:spPr>
        <p:txBody>
          <a:bodyPr anchor="ctr">
            <a:no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Tips For Remembering</a:t>
            </a:r>
            <a:endParaRPr lang="en-IN" sz="24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627534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vector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helps find the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vector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it tells us which X directions are relevant to Y.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score vector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helps find the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vectors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ultimately modeled and predicted from the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latent scores.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the algorithm alternates between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-guided (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extraction  of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components and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-guided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(T)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reconstruction of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342900" indent="-34290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the latent variables maximize covariance while remaining useful for prediction.</a:t>
            </a: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0F1396-7E67-C9BD-3328-99F63A167830}"/>
                  </a:ext>
                </a:extLst>
              </p14:cNvPr>
              <p14:cNvContentPartPr/>
              <p14:nvPr/>
            </p14:nvContentPartPr>
            <p14:xfrm>
              <a:off x="2288040" y="785643"/>
              <a:ext cx="271440" cy="342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0F1396-7E67-C9BD-3328-99F63A1678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1920" y="779523"/>
                <a:ext cx="283680" cy="35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03E0696-716E-3D7A-887E-67DAB0D8DB86}"/>
              </a:ext>
            </a:extLst>
          </p:cNvPr>
          <p:cNvGrpSpPr/>
          <p:nvPr/>
        </p:nvGrpSpPr>
        <p:grpSpPr>
          <a:xfrm>
            <a:off x="3921360" y="870243"/>
            <a:ext cx="3570480" cy="689040"/>
            <a:chOff x="3921360" y="870243"/>
            <a:chExt cx="3570480" cy="6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C6CC650-9175-0368-D60A-96A8DFA2BE6B}"/>
                    </a:ext>
                  </a:extLst>
                </p14:cNvPr>
                <p14:cNvContentPartPr/>
                <p14:nvPr/>
              </p14:nvContentPartPr>
              <p14:xfrm>
                <a:off x="3921360" y="1208643"/>
                <a:ext cx="1714680" cy="35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C6CC650-9175-0368-D60A-96A8DFA2BE6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15240" y="1202523"/>
                  <a:ext cx="17269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564EC7-160C-7300-E4FE-6BB59C1C0CE8}"/>
                    </a:ext>
                  </a:extLst>
                </p14:cNvPr>
                <p14:cNvContentPartPr/>
                <p14:nvPr/>
              </p14:nvContentPartPr>
              <p14:xfrm>
                <a:off x="5632440" y="870243"/>
                <a:ext cx="382680" cy="360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564EC7-160C-7300-E4FE-6BB59C1C0CE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26320" y="864123"/>
                  <a:ext cx="3949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C675A8B-A854-6138-6962-A5DF1E617538}"/>
                    </a:ext>
                  </a:extLst>
                </p14:cNvPr>
                <p14:cNvContentPartPr/>
                <p14:nvPr/>
              </p14:nvContentPartPr>
              <p14:xfrm>
                <a:off x="6080280" y="1347243"/>
                <a:ext cx="331200" cy="212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C675A8B-A854-6138-6962-A5DF1E6175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74160" y="1341123"/>
                  <a:ext cx="343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6C5DF09-B24B-88FB-C155-B0393C64E131}"/>
                    </a:ext>
                  </a:extLst>
                </p14:cNvPr>
                <p14:cNvContentPartPr/>
                <p14:nvPr/>
              </p14:nvContentPartPr>
              <p14:xfrm>
                <a:off x="6526680" y="1368483"/>
                <a:ext cx="372240" cy="143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6C5DF09-B24B-88FB-C155-B0393C64E1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20560" y="1362363"/>
                  <a:ext cx="384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E84A1FE-DDCC-1DAC-7D31-A242A4685DB7}"/>
                    </a:ext>
                  </a:extLst>
                </p14:cNvPr>
                <p14:cNvContentPartPr/>
                <p14:nvPr/>
              </p14:nvContentPartPr>
              <p14:xfrm>
                <a:off x="7153800" y="1227363"/>
                <a:ext cx="338040" cy="223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E84A1FE-DDCC-1DAC-7D31-A242A4685DB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47680" y="1221243"/>
                  <a:ext cx="3502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54F735-A72B-8B49-0265-07C634B704D7}"/>
              </a:ext>
            </a:extLst>
          </p:cNvPr>
          <p:cNvGrpSpPr/>
          <p:nvPr/>
        </p:nvGrpSpPr>
        <p:grpSpPr>
          <a:xfrm>
            <a:off x="6151200" y="1618683"/>
            <a:ext cx="1395360" cy="360720"/>
            <a:chOff x="6151200" y="1618683"/>
            <a:chExt cx="1395360" cy="36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A7F8145-2EFD-BA15-B70D-15F88D63BFF8}"/>
                    </a:ext>
                  </a:extLst>
                </p14:cNvPr>
                <p14:cNvContentPartPr/>
                <p14:nvPr/>
              </p14:nvContentPartPr>
              <p14:xfrm>
                <a:off x="6236520" y="1689603"/>
                <a:ext cx="116640" cy="289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A7F8145-2EFD-BA15-B70D-15F88D63BFF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30400" y="1683483"/>
                  <a:ext cx="1288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A7BD88-DCF5-459B-DA23-BD84323B025B}"/>
                    </a:ext>
                  </a:extLst>
                </p14:cNvPr>
                <p14:cNvContentPartPr/>
                <p14:nvPr/>
              </p14:nvContentPartPr>
              <p14:xfrm>
                <a:off x="6151200" y="1812363"/>
                <a:ext cx="208440" cy="46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A7BD88-DCF5-459B-DA23-BD84323B02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45080" y="1806243"/>
                  <a:ext cx="2206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6A065E-1E7C-0539-D9CF-BE30829A2EEE}"/>
                    </a:ext>
                  </a:extLst>
                </p14:cNvPr>
                <p14:cNvContentPartPr/>
                <p14:nvPr/>
              </p14:nvContentPartPr>
              <p14:xfrm>
                <a:off x="6549720" y="1783563"/>
                <a:ext cx="479520" cy="60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6A065E-1E7C-0539-D9CF-BE30829A2EE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43600" y="1777443"/>
                  <a:ext cx="4917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989446C-B98A-1355-4AAD-DACC09CD0300}"/>
                    </a:ext>
                  </a:extLst>
                </p14:cNvPr>
                <p14:cNvContentPartPr/>
                <p14:nvPr/>
              </p14:nvContentPartPr>
              <p14:xfrm>
                <a:off x="6898560" y="1708683"/>
                <a:ext cx="213480" cy="56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989446C-B98A-1355-4AAD-DACC09CD030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92440" y="1702563"/>
                  <a:ext cx="225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1C2B566-C5F5-E95D-85FD-49A700A58E8D}"/>
                    </a:ext>
                  </a:extLst>
                </p14:cNvPr>
                <p14:cNvContentPartPr/>
                <p14:nvPr/>
              </p14:nvContentPartPr>
              <p14:xfrm>
                <a:off x="6935640" y="1744323"/>
                <a:ext cx="177840" cy="140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1C2B566-C5F5-E95D-85FD-49A700A58E8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29520" y="1738203"/>
                  <a:ext cx="190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B933CF9-5EEC-E66E-A805-38EF98985431}"/>
                    </a:ext>
                  </a:extLst>
                </p14:cNvPr>
                <p14:cNvContentPartPr/>
                <p14:nvPr/>
              </p14:nvContentPartPr>
              <p14:xfrm>
                <a:off x="7271520" y="1618683"/>
                <a:ext cx="275040" cy="293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B933CF9-5EEC-E66E-A805-38EF989854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65400" y="1612563"/>
                  <a:ext cx="287280" cy="30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D091C59-DA1C-4E00-051F-AD892CF914CF}"/>
              </a:ext>
            </a:extLst>
          </p:cNvPr>
          <p:cNvGrpSpPr/>
          <p:nvPr/>
        </p:nvGrpSpPr>
        <p:grpSpPr>
          <a:xfrm>
            <a:off x="5953920" y="2357763"/>
            <a:ext cx="290880" cy="539280"/>
            <a:chOff x="5953920" y="2357763"/>
            <a:chExt cx="290880" cy="53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68E8DB-7846-6034-3E21-ACD747191626}"/>
                    </a:ext>
                  </a:extLst>
                </p14:cNvPr>
                <p14:cNvContentPartPr/>
                <p14:nvPr/>
              </p14:nvContentPartPr>
              <p14:xfrm>
                <a:off x="5953920" y="2510043"/>
                <a:ext cx="196920" cy="160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68E8DB-7846-6034-3E21-ACD74719162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47800" y="2503923"/>
                  <a:ext cx="2091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443E2C-0526-326F-3BBA-F2D457444A50}"/>
                    </a:ext>
                  </a:extLst>
                </p14:cNvPr>
                <p14:cNvContentPartPr/>
                <p14:nvPr/>
              </p14:nvContentPartPr>
              <p14:xfrm>
                <a:off x="6138600" y="2524443"/>
                <a:ext cx="106200" cy="151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443E2C-0526-326F-3BBA-F2D457444A5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32480" y="2518323"/>
                  <a:ext cx="1184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64C946-DE2C-E912-07A9-F98CE248C7B5}"/>
                    </a:ext>
                  </a:extLst>
                </p14:cNvPr>
                <p14:cNvContentPartPr/>
                <p14:nvPr/>
              </p14:nvContentPartPr>
              <p14:xfrm>
                <a:off x="6131400" y="2681403"/>
                <a:ext cx="21600" cy="215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64C946-DE2C-E912-07A9-F98CE248C7B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25280" y="2675283"/>
                  <a:ext cx="33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71AA317-3528-ECFA-71B7-2B93FADF17C3}"/>
                    </a:ext>
                  </a:extLst>
                </p14:cNvPr>
                <p14:cNvContentPartPr/>
                <p14:nvPr/>
              </p14:nvContentPartPr>
              <p14:xfrm>
                <a:off x="6082800" y="2357763"/>
                <a:ext cx="147600" cy="107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71AA317-3528-ECFA-71B7-2B93FADF17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76680" y="2351643"/>
                  <a:ext cx="15984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593FF51-F300-3871-BDAD-B0CB4CFDFAC9}"/>
              </a:ext>
            </a:extLst>
          </p:cNvPr>
          <p:cNvGrpSpPr/>
          <p:nvPr/>
        </p:nvGrpSpPr>
        <p:grpSpPr>
          <a:xfrm>
            <a:off x="6450720" y="2431203"/>
            <a:ext cx="1312560" cy="379800"/>
            <a:chOff x="6450720" y="2431203"/>
            <a:chExt cx="131256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DACE1F7-76E8-F1F3-6E7E-CF18CE59FD9C}"/>
                    </a:ext>
                  </a:extLst>
                </p14:cNvPr>
                <p14:cNvContentPartPr/>
                <p14:nvPr/>
              </p14:nvContentPartPr>
              <p14:xfrm>
                <a:off x="7113120" y="2477643"/>
                <a:ext cx="10440" cy="7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DACE1F7-76E8-F1F3-6E7E-CF18CE59FD9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07000" y="2471523"/>
                  <a:ext cx="226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0203432-6DB4-469D-B4C8-C39CD457476F}"/>
                    </a:ext>
                  </a:extLst>
                </p14:cNvPr>
                <p14:cNvContentPartPr/>
                <p14:nvPr/>
              </p14:nvContentPartPr>
              <p14:xfrm>
                <a:off x="7113120" y="2484483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0203432-6DB4-469D-B4C8-C39CD457476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07000" y="247836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3723ADA-9F63-2E93-ED20-CFAEA2BC7148}"/>
                    </a:ext>
                  </a:extLst>
                </p14:cNvPr>
                <p14:cNvContentPartPr/>
                <p14:nvPr/>
              </p14:nvContentPartPr>
              <p14:xfrm>
                <a:off x="7113120" y="2471163"/>
                <a:ext cx="19800" cy="14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3723ADA-9F63-2E93-ED20-CFAEA2BC71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107000" y="2465043"/>
                  <a:ext cx="32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DE3D342-ABED-57C8-7CC7-8429375BF64D}"/>
                    </a:ext>
                  </a:extLst>
                </p14:cNvPr>
                <p14:cNvContentPartPr/>
                <p14:nvPr/>
              </p14:nvContentPartPr>
              <p14:xfrm>
                <a:off x="7124640" y="2462523"/>
                <a:ext cx="6840" cy="23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DE3D342-ABED-57C8-7CC7-8429375BF64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18520" y="2456403"/>
                  <a:ext cx="19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EE7AAD-ED1C-0224-5E6A-47D523EDC568}"/>
                    </a:ext>
                  </a:extLst>
                </p14:cNvPr>
                <p14:cNvContentPartPr/>
                <p14:nvPr/>
              </p14:nvContentPartPr>
              <p14:xfrm>
                <a:off x="7124640" y="2485203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EE7AAD-ED1C-0224-5E6A-47D523EDC56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118520" y="247908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2313448-F45A-4EE5-5852-3D721E915D2A}"/>
                    </a:ext>
                  </a:extLst>
                </p14:cNvPr>
                <p14:cNvContentPartPr/>
                <p14:nvPr/>
              </p14:nvContentPartPr>
              <p14:xfrm>
                <a:off x="7124640" y="2466483"/>
                <a:ext cx="6480" cy="19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2313448-F45A-4EE5-5852-3D721E915D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18520" y="2460363"/>
                  <a:ext cx="18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A171619-D7A1-D46A-B3FD-B3A3A446CE41}"/>
                    </a:ext>
                  </a:extLst>
                </p14:cNvPr>
                <p14:cNvContentPartPr/>
                <p14:nvPr/>
              </p14:nvContentPartPr>
              <p14:xfrm>
                <a:off x="6458640" y="2659803"/>
                <a:ext cx="14400" cy="298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A171619-D7A1-D46A-B3FD-B3A3A446CE4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452520" y="2653683"/>
                  <a:ext cx="26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BC5858-DB9F-87EF-EA3A-225D11A200C8}"/>
                    </a:ext>
                  </a:extLst>
                </p14:cNvPr>
                <p14:cNvContentPartPr/>
                <p14:nvPr/>
              </p14:nvContentPartPr>
              <p14:xfrm>
                <a:off x="6465840" y="2692203"/>
                <a:ext cx="144720" cy="118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BC5858-DB9F-87EF-EA3A-225D11A200C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59720" y="2686083"/>
                  <a:ext cx="156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5A2C2A-7443-639A-01B1-A6C5D960738C}"/>
                    </a:ext>
                  </a:extLst>
                </p14:cNvPr>
                <p14:cNvContentPartPr/>
                <p14:nvPr/>
              </p14:nvContentPartPr>
              <p14:xfrm>
                <a:off x="6450720" y="2564763"/>
                <a:ext cx="52560" cy="24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5A2C2A-7443-639A-01B1-A6C5D960738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44600" y="2558643"/>
                  <a:ext cx="64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213274-A475-ED37-399A-2E2740409761}"/>
                    </a:ext>
                  </a:extLst>
                </p14:cNvPr>
                <p14:cNvContentPartPr/>
                <p14:nvPr/>
              </p14:nvContentPartPr>
              <p14:xfrm>
                <a:off x="6730440" y="2577003"/>
                <a:ext cx="150120" cy="196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213274-A475-ED37-399A-2E27404097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24320" y="2570883"/>
                  <a:ext cx="162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F83359F-34EF-5B96-4A23-66301F843329}"/>
                    </a:ext>
                  </a:extLst>
                </p14:cNvPr>
                <p14:cNvContentPartPr/>
                <p14:nvPr/>
              </p14:nvContentPartPr>
              <p14:xfrm>
                <a:off x="6857520" y="2518683"/>
                <a:ext cx="226800" cy="221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F83359F-34EF-5B96-4A23-66301F84332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51400" y="2512563"/>
                  <a:ext cx="2390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172D9C6-449A-B11F-CD16-50065FDE5C5C}"/>
                    </a:ext>
                  </a:extLst>
                </p14:cNvPr>
                <p14:cNvContentPartPr/>
                <p14:nvPr/>
              </p14:nvContentPartPr>
              <p14:xfrm>
                <a:off x="7038960" y="2431203"/>
                <a:ext cx="432000" cy="3042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172D9C6-449A-B11F-CD16-50065FDE5C5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32840" y="2425083"/>
                  <a:ext cx="4442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3E24484-C95D-87F4-FB83-46CB7CDDD92E}"/>
                    </a:ext>
                  </a:extLst>
                </p14:cNvPr>
                <p14:cNvContentPartPr/>
                <p14:nvPr/>
              </p14:nvContentPartPr>
              <p14:xfrm>
                <a:off x="7565280" y="2466123"/>
                <a:ext cx="198000" cy="176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3E24484-C95D-87F4-FB83-46CB7CDDD92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59160" y="2460003"/>
                  <a:ext cx="210240" cy="18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43036BF-BD88-6CDA-4C99-10BBEA052BAC}"/>
                  </a:ext>
                </a:extLst>
              </p14:cNvPr>
              <p14:cNvContentPartPr/>
              <p14:nvPr/>
            </p14:nvContentPartPr>
            <p14:xfrm>
              <a:off x="7963440" y="2383323"/>
              <a:ext cx="303120" cy="324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43036BF-BD88-6CDA-4C99-10BBEA052BA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57320" y="2377203"/>
                <a:ext cx="315360" cy="33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5BEC5ABB-E17D-C89B-48F9-72E097E8A07B}"/>
              </a:ext>
            </a:extLst>
          </p:cNvPr>
          <p:cNvGrpSpPr/>
          <p:nvPr/>
        </p:nvGrpSpPr>
        <p:grpSpPr>
          <a:xfrm>
            <a:off x="8226960" y="2523003"/>
            <a:ext cx="853920" cy="423360"/>
            <a:chOff x="8226960" y="2523003"/>
            <a:chExt cx="853920" cy="42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D32602-01F2-AEFD-5B50-6FBCB8D95E1F}"/>
                    </a:ext>
                  </a:extLst>
                </p14:cNvPr>
                <p14:cNvContentPartPr/>
                <p14:nvPr/>
              </p14:nvContentPartPr>
              <p14:xfrm>
                <a:off x="8226960" y="2523003"/>
                <a:ext cx="141120" cy="165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D32602-01F2-AEFD-5B50-6FBCB8D95E1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20840" y="2516883"/>
                  <a:ext cx="153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CEC2808-3EFA-B848-7EF5-11536AA7B8FB}"/>
                    </a:ext>
                  </a:extLst>
                </p14:cNvPr>
                <p14:cNvContentPartPr/>
                <p14:nvPr/>
              </p14:nvContentPartPr>
              <p14:xfrm>
                <a:off x="8231640" y="2607243"/>
                <a:ext cx="579600" cy="82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CEC2808-3EFA-B848-7EF5-11536AA7B8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25520" y="2601123"/>
                  <a:ext cx="591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D5EBA3-EC08-6635-7E25-22D1C22CAF62}"/>
                    </a:ext>
                  </a:extLst>
                </p14:cNvPr>
                <p14:cNvContentPartPr/>
                <p14:nvPr/>
              </p14:nvContentPartPr>
              <p14:xfrm>
                <a:off x="8913120" y="2610843"/>
                <a:ext cx="132480" cy="335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D5EBA3-EC08-6635-7E25-22D1C22CAF6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07000" y="2604723"/>
                  <a:ext cx="1447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2F7628C-22C0-4052-BB18-F85FA56FB865}"/>
                    </a:ext>
                  </a:extLst>
                </p14:cNvPr>
                <p14:cNvContentPartPr/>
                <p14:nvPr/>
              </p14:nvContentPartPr>
              <p14:xfrm>
                <a:off x="8877480" y="2768163"/>
                <a:ext cx="203400" cy="47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2F7628C-22C0-4052-BB18-F85FA56FB8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71360" y="2762043"/>
                  <a:ext cx="215640" cy="60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76648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143508" y="18776"/>
            <a:ext cx="8784976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PLS2: Steps 6 and 7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9532" y="555526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6: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 the regression to obtain new values of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b="1" baseline="-25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(refer step 0)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/>
              <p:nvPr/>
            </p:nvSpPr>
            <p:spPr>
              <a:xfrm>
                <a:off x="107504" y="1031114"/>
                <a:ext cx="7848872" cy="647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031114"/>
                <a:ext cx="7848872" cy="6472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943469" y="1630677"/>
                <a:ext cx="21769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𝐅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′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469" y="1630677"/>
                <a:ext cx="2176942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771800" y="2088530"/>
                <a:ext cx="2594877" cy="382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𝐪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𝐪</m:t>
                                  </m:r>
                                </m:e>
                                <m:sub>
                                  <m:r>
                                    <a:rPr lang="en-US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𝐪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𝐡</m:t>
                          </m:r>
                        </m:sub>
                      </m:sSub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′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𝐅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2088530"/>
                <a:ext cx="2594877" cy="382349"/>
              </a:xfrm>
              <a:prstGeom prst="rect">
                <a:avLst/>
              </a:prstGeom>
              <a:blipFill>
                <a:blip r:embed="rId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43203" y="2686558"/>
            <a:ext cx="85855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7: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the convergence of 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aseline="-25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a suitable convergence criteria. 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new </a:t>
            </a:r>
            <a:r>
              <a:rPr lang="en-US" b="1" dirty="0" err="1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aseline="-25000" dirty="0" err="1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much different than the previous one according to this criterion initiate a new iteration from Step 1 with this new value. 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 go to Step 8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4182" y="1401980"/>
            <a:ext cx="1206784" cy="11960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56A12F-18C4-9442-D2FD-178802A3268B}"/>
                  </a:ext>
                </a:extLst>
              </p14:cNvPr>
              <p14:cNvContentPartPr/>
              <p14:nvPr/>
            </p14:nvContentPartPr>
            <p14:xfrm>
              <a:off x="4904520" y="585123"/>
              <a:ext cx="1728000" cy="586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56A12F-18C4-9442-D2FD-178802A326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98400" y="579003"/>
                <a:ext cx="174024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38B860-4254-D466-D793-7B13FBE40095}"/>
                  </a:ext>
                </a:extLst>
              </p14:cNvPr>
              <p14:cNvContentPartPr/>
              <p14:nvPr/>
            </p14:nvContentPartPr>
            <p14:xfrm>
              <a:off x="3055560" y="1087683"/>
              <a:ext cx="600120" cy="54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38B860-4254-D466-D793-7B13FBE400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49440" y="1081563"/>
                <a:ext cx="61236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88733E4-1151-A3A9-2CC5-72099EC45CB6}"/>
                  </a:ext>
                </a:extLst>
              </p14:cNvPr>
              <p14:cNvContentPartPr/>
              <p14:nvPr/>
            </p14:nvContentPartPr>
            <p14:xfrm>
              <a:off x="4397280" y="1549923"/>
              <a:ext cx="9360" cy="6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88733E4-1151-A3A9-2CC5-72099EC45CB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91160" y="1543803"/>
                <a:ext cx="216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3B3A479-7A2C-45F9-CF48-E2EB63596CC8}"/>
                  </a:ext>
                </a:extLst>
              </p14:cNvPr>
              <p14:cNvContentPartPr/>
              <p14:nvPr/>
            </p14:nvContentPartPr>
            <p14:xfrm>
              <a:off x="3342480" y="1615803"/>
              <a:ext cx="16560" cy="15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3B3A479-7A2C-45F9-CF48-E2EB63596CC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36360" y="1609683"/>
                <a:ext cx="2880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9D74E911-BA16-B9DB-DF8B-AD862788408E}"/>
              </a:ext>
            </a:extLst>
          </p:cNvPr>
          <p:cNvGrpSpPr/>
          <p:nvPr/>
        </p:nvGrpSpPr>
        <p:grpSpPr>
          <a:xfrm>
            <a:off x="3981120" y="1549563"/>
            <a:ext cx="50760" cy="29520"/>
            <a:chOff x="3981120" y="1549563"/>
            <a:chExt cx="50760" cy="2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A6EA28-710B-1CEF-2B0B-CF2432B021AC}"/>
                    </a:ext>
                  </a:extLst>
                </p14:cNvPr>
                <p14:cNvContentPartPr/>
                <p14:nvPr/>
              </p14:nvContentPartPr>
              <p14:xfrm>
                <a:off x="3987960" y="1560723"/>
                <a:ext cx="2880" cy="2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A6EA28-710B-1CEF-2B0B-CF2432B021A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81840" y="1554603"/>
                  <a:ext cx="151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945263B-EC95-5389-AAF7-B123503798FB}"/>
                    </a:ext>
                  </a:extLst>
                </p14:cNvPr>
                <p14:cNvContentPartPr/>
                <p14:nvPr/>
              </p14:nvContentPartPr>
              <p14:xfrm>
                <a:off x="4012080" y="1549563"/>
                <a:ext cx="3960" cy="5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945263B-EC95-5389-AAF7-B123503798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05960" y="1543443"/>
                  <a:ext cx="162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2C2A7A-36C3-D4B8-9A3D-32837EE9F373}"/>
                    </a:ext>
                  </a:extLst>
                </p14:cNvPr>
                <p14:cNvContentPartPr/>
                <p14:nvPr/>
              </p14:nvContentPartPr>
              <p14:xfrm>
                <a:off x="4012080" y="1549563"/>
                <a:ext cx="7560" cy="22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2C2A7A-36C3-D4B8-9A3D-32837EE9F37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05960" y="1543443"/>
                  <a:ext cx="19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3AA031-E45C-7009-189E-667C589F1705}"/>
                    </a:ext>
                  </a:extLst>
                </p14:cNvPr>
                <p14:cNvContentPartPr/>
                <p14:nvPr/>
              </p14:nvContentPartPr>
              <p14:xfrm>
                <a:off x="4031520" y="1578723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3AA031-E45C-7009-189E-667C589F170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25400" y="15726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FE0C1AC-FE17-C212-B300-D915A7F99722}"/>
                    </a:ext>
                  </a:extLst>
                </p14:cNvPr>
                <p14:cNvContentPartPr/>
                <p14:nvPr/>
              </p14:nvContentPartPr>
              <p14:xfrm>
                <a:off x="3981120" y="1574763"/>
                <a:ext cx="2520" cy="3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FE0C1AC-FE17-C212-B300-D915A7F997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75000" y="1568643"/>
                  <a:ext cx="1476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93743A-9222-CB42-5104-36A6B12ED1FB}"/>
              </a:ext>
            </a:extLst>
          </p:cNvPr>
          <p:cNvGrpSpPr/>
          <p:nvPr/>
        </p:nvGrpSpPr>
        <p:grpSpPr>
          <a:xfrm>
            <a:off x="1971600" y="1165443"/>
            <a:ext cx="1035720" cy="386640"/>
            <a:chOff x="1971600" y="1165443"/>
            <a:chExt cx="1035720" cy="38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112C3B9-E477-14EF-1415-AF64855C462C}"/>
                    </a:ext>
                  </a:extLst>
                </p14:cNvPr>
                <p14:cNvContentPartPr/>
                <p14:nvPr/>
              </p14:nvContentPartPr>
              <p14:xfrm>
                <a:off x="1971600" y="1230243"/>
                <a:ext cx="177480" cy="139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112C3B9-E477-14EF-1415-AF64855C462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65480" y="1224123"/>
                  <a:ext cx="189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5B1B053-C310-AC09-82E7-907BB65F928D}"/>
                    </a:ext>
                  </a:extLst>
                </p14:cNvPr>
                <p14:cNvContentPartPr/>
                <p14:nvPr/>
              </p14:nvContentPartPr>
              <p14:xfrm>
                <a:off x="2120640" y="1179123"/>
                <a:ext cx="42840" cy="372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5B1B053-C310-AC09-82E7-907BB65F92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14520" y="1173003"/>
                  <a:ext cx="550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FB385E1-E20A-7D76-BD7A-D38B39B759A8}"/>
                    </a:ext>
                  </a:extLst>
                </p14:cNvPr>
                <p14:cNvContentPartPr/>
                <p14:nvPr/>
              </p14:nvContentPartPr>
              <p14:xfrm>
                <a:off x="2230080" y="1329963"/>
                <a:ext cx="89280" cy="146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FB385E1-E20A-7D76-BD7A-D38B39B759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23960" y="1323843"/>
                  <a:ext cx="101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D1F861-D62C-5B60-8A03-3E00C428558C}"/>
                    </a:ext>
                  </a:extLst>
                </p14:cNvPr>
                <p14:cNvContentPartPr/>
                <p14:nvPr/>
              </p14:nvContentPartPr>
              <p14:xfrm>
                <a:off x="2353560" y="1372803"/>
                <a:ext cx="209160" cy="89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D1F861-D62C-5B60-8A03-3E00C428558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47440" y="1366683"/>
                  <a:ext cx="221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46EC9E9-862B-43CD-5ABB-EBF2DA2DEAB6}"/>
                    </a:ext>
                  </a:extLst>
                </p14:cNvPr>
                <p14:cNvContentPartPr/>
                <p14:nvPr/>
              </p14:nvContentPartPr>
              <p14:xfrm>
                <a:off x="2511240" y="1333563"/>
                <a:ext cx="3960" cy="16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46EC9E9-862B-43CD-5ABB-EBF2DA2DEA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05120" y="1327443"/>
                  <a:ext cx="16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722781-72B9-1C0A-BABA-7111732CC4B5}"/>
                    </a:ext>
                  </a:extLst>
                </p14:cNvPr>
                <p14:cNvContentPartPr/>
                <p14:nvPr/>
              </p14:nvContentPartPr>
              <p14:xfrm>
                <a:off x="2599800" y="1237443"/>
                <a:ext cx="202320" cy="186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722781-72B9-1C0A-BABA-7111732CC4B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93680" y="1231323"/>
                  <a:ext cx="214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7496D90-7AB6-7DA1-C388-39EB02216353}"/>
                    </a:ext>
                  </a:extLst>
                </p14:cNvPr>
                <p14:cNvContentPartPr/>
                <p14:nvPr/>
              </p14:nvContentPartPr>
              <p14:xfrm>
                <a:off x="2833800" y="1165443"/>
                <a:ext cx="173520" cy="190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7496D90-7AB6-7DA1-C388-39EB022163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27680" y="1159323"/>
                  <a:ext cx="18576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0F190FB-D6DF-1427-900B-674718349D0F}"/>
              </a:ext>
            </a:extLst>
          </p:cNvPr>
          <p:cNvGrpSpPr/>
          <p:nvPr/>
        </p:nvGrpSpPr>
        <p:grpSpPr>
          <a:xfrm>
            <a:off x="3693840" y="1063563"/>
            <a:ext cx="1625760" cy="343080"/>
            <a:chOff x="3693840" y="1063563"/>
            <a:chExt cx="162576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7424EC-7464-D9BC-369E-AF4178811EFA}"/>
                    </a:ext>
                  </a:extLst>
                </p14:cNvPr>
                <p14:cNvContentPartPr/>
                <p14:nvPr/>
              </p14:nvContentPartPr>
              <p14:xfrm>
                <a:off x="3693840" y="1086243"/>
                <a:ext cx="101880" cy="63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7424EC-7464-D9BC-369E-AF4178811EF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87720" y="1080123"/>
                  <a:ext cx="114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6AF117E-C255-68CB-0DF7-5DCE32C11316}"/>
                    </a:ext>
                  </a:extLst>
                </p14:cNvPr>
                <p14:cNvContentPartPr/>
                <p14:nvPr/>
              </p14:nvContentPartPr>
              <p14:xfrm>
                <a:off x="3786360" y="1063563"/>
                <a:ext cx="51840" cy="168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6AF117E-C255-68CB-0DF7-5DCE32C1131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80240" y="1057443"/>
                  <a:ext cx="64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BC38097-A041-E7B6-5C19-82E180692EF0}"/>
                    </a:ext>
                  </a:extLst>
                </p14:cNvPr>
                <p14:cNvContentPartPr/>
                <p14:nvPr/>
              </p14:nvContentPartPr>
              <p14:xfrm>
                <a:off x="3846480" y="1070403"/>
                <a:ext cx="90720" cy="151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BC38097-A041-E7B6-5C19-82E180692E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40360" y="1064283"/>
                  <a:ext cx="1029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4009A5-00F2-CD4A-6BF7-A4BA51915EBC}"/>
                    </a:ext>
                  </a:extLst>
                </p14:cNvPr>
                <p14:cNvContentPartPr/>
                <p14:nvPr/>
              </p14:nvContentPartPr>
              <p14:xfrm>
                <a:off x="3955560" y="1106043"/>
                <a:ext cx="101880" cy="64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4009A5-00F2-CD4A-6BF7-A4BA51915EB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49440" y="1099923"/>
                  <a:ext cx="114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5F74A3F-5C40-A6FC-228A-F6E4C090538B}"/>
                    </a:ext>
                  </a:extLst>
                </p14:cNvPr>
                <p14:cNvContentPartPr/>
                <p14:nvPr/>
              </p14:nvContentPartPr>
              <p14:xfrm>
                <a:off x="4038360" y="1094883"/>
                <a:ext cx="65160" cy="54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5F74A3F-5C40-A6FC-228A-F6E4C090538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32240" y="1088763"/>
                  <a:ext cx="77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69541D8-4901-6175-8862-973CECE357FD}"/>
                    </a:ext>
                  </a:extLst>
                </p14:cNvPr>
                <p14:cNvContentPartPr/>
                <p14:nvPr/>
              </p14:nvContentPartPr>
              <p14:xfrm>
                <a:off x="4116840" y="1099203"/>
                <a:ext cx="99360" cy="63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69541D8-4901-6175-8862-973CECE357F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10720" y="1093083"/>
                  <a:ext cx="1116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D8C0697-D5C5-122F-1800-2C29BB60D32C}"/>
                    </a:ext>
                  </a:extLst>
                </p14:cNvPr>
                <p14:cNvContentPartPr/>
                <p14:nvPr/>
              </p14:nvContentPartPr>
              <p14:xfrm>
                <a:off x="4204320" y="1192443"/>
                <a:ext cx="224640" cy="103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D8C0697-D5C5-122F-1800-2C29BB60D32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98200" y="1186323"/>
                  <a:ext cx="236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F9DBBC0-1F89-8CEB-0ADE-C54D1AE2342E}"/>
                    </a:ext>
                  </a:extLst>
                </p14:cNvPr>
                <p14:cNvContentPartPr/>
                <p14:nvPr/>
              </p14:nvContentPartPr>
              <p14:xfrm>
                <a:off x="4414920" y="1133763"/>
                <a:ext cx="51120" cy="115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F9DBBC0-1F89-8CEB-0ADE-C54D1AE234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08800" y="1127643"/>
                  <a:ext cx="63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8E8F05-6961-88A4-31EB-2B1B8015CDDB}"/>
                    </a:ext>
                  </a:extLst>
                </p14:cNvPr>
                <p14:cNvContentPartPr/>
                <p14:nvPr/>
              </p14:nvContentPartPr>
              <p14:xfrm>
                <a:off x="4539480" y="1086603"/>
                <a:ext cx="90360" cy="203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8E8F05-6961-88A4-31EB-2B1B8015CDD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33360" y="1080483"/>
                  <a:ext cx="1026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BFF72B2-6579-3BAC-D72F-FA133D99D193}"/>
                    </a:ext>
                  </a:extLst>
                </p14:cNvPr>
                <p14:cNvContentPartPr/>
                <p14:nvPr/>
              </p14:nvContentPartPr>
              <p14:xfrm>
                <a:off x="4688880" y="1111443"/>
                <a:ext cx="130680" cy="128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BFF72B2-6579-3BAC-D72F-FA133D99D19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82760" y="1105323"/>
                  <a:ext cx="142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F94BE2-8644-4A06-FCFE-E25427C8A96D}"/>
                    </a:ext>
                  </a:extLst>
                </p14:cNvPr>
                <p14:cNvContentPartPr/>
                <p14:nvPr/>
              </p14:nvContentPartPr>
              <p14:xfrm>
                <a:off x="4840440" y="1172283"/>
                <a:ext cx="98640" cy="56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F94BE2-8644-4A06-FCFE-E25427C8A96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34320" y="1166163"/>
                  <a:ext cx="110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BA89306-C278-03D0-69D8-60E21666B6A0}"/>
                    </a:ext>
                  </a:extLst>
                </p14:cNvPr>
                <p14:cNvContentPartPr/>
                <p14:nvPr/>
              </p14:nvContentPartPr>
              <p14:xfrm>
                <a:off x="4950600" y="1138083"/>
                <a:ext cx="133200" cy="110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BA89306-C278-03D0-69D8-60E21666B6A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44480" y="1131963"/>
                  <a:ext cx="145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ACBEA8D-69C7-6079-D88F-50D9AF02FC98}"/>
                    </a:ext>
                  </a:extLst>
                </p14:cNvPr>
                <p14:cNvContentPartPr/>
                <p14:nvPr/>
              </p14:nvContentPartPr>
              <p14:xfrm>
                <a:off x="5045640" y="1158603"/>
                <a:ext cx="26640" cy="22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ACBEA8D-69C7-6079-D88F-50D9AF02FC9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39520" y="1152483"/>
                  <a:ext cx="38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12195B1-9E40-CA7A-D5D1-C0004F353C26}"/>
                    </a:ext>
                  </a:extLst>
                </p14:cNvPr>
                <p14:cNvContentPartPr/>
                <p14:nvPr/>
              </p14:nvContentPartPr>
              <p14:xfrm>
                <a:off x="5094240" y="1194243"/>
                <a:ext cx="91800" cy="47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12195B1-9E40-CA7A-D5D1-C0004F353C2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88120" y="1188123"/>
                  <a:ext cx="104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D172507-AB1C-1E8F-6A86-726AD930FED3}"/>
                    </a:ext>
                  </a:extLst>
                </p14:cNvPr>
                <p14:cNvContentPartPr/>
                <p14:nvPr/>
              </p14:nvContentPartPr>
              <p14:xfrm>
                <a:off x="5201160" y="1214043"/>
                <a:ext cx="118440" cy="192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D172507-AB1C-1E8F-6A86-726AD930FE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95040" y="1207923"/>
                  <a:ext cx="130680" cy="20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8860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143508" y="18776"/>
            <a:ext cx="8784976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PLS2: Steps 8-10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7289" y="348118"/>
                <a:ext cx="8568952" cy="560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8: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Perform the regression to obtain new values of X loadings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𝐩</m:t>
                        </m:r>
                      </m:e>
                      <m:sub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89" y="348118"/>
                <a:ext cx="8568952" cy="560410"/>
              </a:xfrm>
              <a:prstGeom prst="rect">
                <a:avLst/>
              </a:prstGeom>
              <a:blipFill>
                <a:blip r:embed="rId3"/>
                <a:stretch>
                  <a:fillRect l="-498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/>
              <p:nvPr/>
            </p:nvSpPr>
            <p:spPr>
              <a:xfrm>
                <a:off x="29775" y="1067234"/>
                <a:ext cx="7848872" cy="647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5" y="1067234"/>
                <a:ext cx="7848872" cy="6472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726279" y="1808833"/>
                <a:ext cx="2455864" cy="3823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279" y="1808833"/>
                <a:ext cx="2455864" cy="382349"/>
              </a:xfrm>
              <a:prstGeom prst="rect">
                <a:avLst/>
              </a:prstGeom>
              <a:blipFill>
                <a:blip r:embed="rId5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99592" y="2169585"/>
                <a:ext cx="8585585" cy="560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9: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Fit </a:t>
                </a:r>
                <a:r>
                  <a:rPr lang="en-US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the newly gained </a:t>
                </a:r>
                <a:r>
                  <a:rPr lang="en-US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d>
                      <m:dPr>
                        <m:begChr m:val="‖"/>
                        <m:endChr m:val="‖"/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𝐩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endPara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169585"/>
                <a:ext cx="8585585" cy="560410"/>
              </a:xfrm>
              <a:prstGeom prst="rect">
                <a:avLst/>
              </a:prstGeom>
              <a:blipFill>
                <a:blip r:embed="rId6"/>
                <a:stretch>
                  <a:fillRect l="-497" b="-17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4182" y="1401980"/>
            <a:ext cx="1206784" cy="1196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907704" y="2878741"/>
                <a:ext cx="4968552" cy="81734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10: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Normalize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</m:t>
                    </m:r>
                  </m:oMath>
                </a14:m>
                <a:r>
                  <a:rPr lang="en-US" baseline="-25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𝐩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𝐩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h</m:t>
                            </m:r>
                          </m:sub>
                          <m:sup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𝐩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2878741"/>
                <a:ext cx="4968552" cy="817340"/>
              </a:xfrm>
              <a:prstGeom prst="rect">
                <a:avLst/>
              </a:prstGeom>
              <a:blipFill>
                <a:blip r:embed="rId8"/>
                <a:stretch>
                  <a:fillRect l="-8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187624" y="4105080"/>
            <a:ext cx="7159765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66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2 Part 1 Question:</a:t>
            </a:r>
            <a:r>
              <a:rPr lang="en-US" dirty="0">
                <a:solidFill>
                  <a:srgbClr val="66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Why is this done? Explain briefly.</a:t>
            </a:r>
            <a:endParaRPr lang="en-IN" dirty="0">
              <a:solidFill>
                <a:srgbClr val="66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0786ED-05A0-F375-4073-16C3C5EF62FB}"/>
                  </a:ext>
                </a:extLst>
              </p14:cNvPr>
              <p14:cNvContentPartPr/>
              <p14:nvPr/>
            </p14:nvContentPartPr>
            <p14:xfrm>
              <a:off x="8125800" y="1329243"/>
              <a:ext cx="229680" cy="380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80786ED-05A0-F375-4073-16C3C5EF62F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19680" y="1323123"/>
                <a:ext cx="241920" cy="39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9D65AB8-794F-4117-170D-D72B34917608}"/>
              </a:ext>
            </a:extLst>
          </p:cNvPr>
          <p:cNvGrpSpPr/>
          <p:nvPr/>
        </p:nvGrpSpPr>
        <p:grpSpPr>
          <a:xfrm>
            <a:off x="7869480" y="84723"/>
            <a:ext cx="997200" cy="879480"/>
            <a:chOff x="7869480" y="84723"/>
            <a:chExt cx="997200" cy="87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925C1A6-ABF7-FD60-FAE1-9B9D582CA163}"/>
                    </a:ext>
                  </a:extLst>
                </p14:cNvPr>
                <p14:cNvContentPartPr/>
                <p14:nvPr/>
              </p14:nvContentPartPr>
              <p14:xfrm>
                <a:off x="7869480" y="189483"/>
                <a:ext cx="215280" cy="157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925C1A6-ABF7-FD60-FAE1-9B9D582CA16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63360" y="183363"/>
                  <a:ext cx="227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CD80D6-37C5-1933-4030-18B13E3DD866}"/>
                    </a:ext>
                  </a:extLst>
                </p14:cNvPr>
                <p14:cNvContentPartPr/>
                <p14:nvPr/>
              </p14:nvContentPartPr>
              <p14:xfrm>
                <a:off x="8121480" y="214683"/>
                <a:ext cx="286200" cy="4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CD80D6-37C5-1933-4030-18B13E3DD86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15360" y="208563"/>
                  <a:ext cx="2984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98AD84-9F24-9EF3-BD75-E8A73520D535}"/>
                    </a:ext>
                  </a:extLst>
                </p14:cNvPr>
                <p14:cNvContentPartPr/>
                <p14:nvPr/>
              </p14:nvContentPartPr>
              <p14:xfrm>
                <a:off x="8368800" y="163203"/>
                <a:ext cx="111240" cy="133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98AD84-9F24-9EF3-BD75-E8A73520D53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62680" y="157083"/>
                  <a:ext cx="1234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43925A-89B2-1413-6883-4C551092CCEB}"/>
                    </a:ext>
                  </a:extLst>
                </p14:cNvPr>
                <p14:cNvContentPartPr/>
                <p14:nvPr/>
              </p14:nvContentPartPr>
              <p14:xfrm>
                <a:off x="8568600" y="84723"/>
                <a:ext cx="161280" cy="115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43925A-89B2-1413-6883-4C551092CCE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62480" y="78603"/>
                  <a:ext cx="173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83AB21-07FB-0BFE-1301-B5F683D18B2F}"/>
                    </a:ext>
                  </a:extLst>
                </p14:cNvPr>
                <p14:cNvContentPartPr/>
                <p14:nvPr/>
              </p14:nvContentPartPr>
              <p14:xfrm>
                <a:off x="8667600" y="288123"/>
                <a:ext cx="49680" cy="278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83AB21-07FB-0BFE-1301-B5F683D18B2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61480" y="282003"/>
                  <a:ext cx="619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24320D-319F-98FE-FF04-80F442021CBA}"/>
                    </a:ext>
                  </a:extLst>
                </p14:cNvPr>
                <p14:cNvContentPartPr/>
                <p14:nvPr/>
              </p14:nvContentPartPr>
              <p14:xfrm>
                <a:off x="8647080" y="552363"/>
                <a:ext cx="92880" cy="15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24320D-319F-98FE-FF04-80F442021C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40960" y="546243"/>
                  <a:ext cx="105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64555F9-1860-BCFE-D4DD-3163F3DA823B}"/>
                    </a:ext>
                  </a:extLst>
                </p14:cNvPr>
                <p14:cNvContentPartPr/>
                <p14:nvPr/>
              </p14:nvContentPartPr>
              <p14:xfrm>
                <a:off x="8745360" y="466683"/>
                <a:ext cx="31320" cy="101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4555F9-1860-BCFE-D4DD-3163F3DA823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739240" y="460563"/>
                  <a:ext cx="43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6EE110-131C-2C09-0D33-3B318EFC1934}"/>
                    </a:ext>
                  </a:extLst>
                </p14:cNvPr>
                <p14:cNvContentPartPr/>
                <p14:nvPr/>
              </p14:nvContentPartPr>
              <p14:xfrm>
                <a:off x="8766240" y="620763"/>
                <a:ext cx="91800" cy="161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6EE110-131C-2C09-0D33-3B318EFC193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760120" y="614643"/>
                  <a:ext cx="1040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648737A-E4F1-2FF0-2F21-49E790AA8446}"/>
                    </a:ext>
                  </a:extLst>
                </p14:cNvPr>
                <p14:cNvContentPartPr/>
                <p14:nvPr/>
              </p14:nvContentPartPr>
              <p14:xfrm>
                <a:off x="8737080" y="653523"/>
                <a:ext cx="129600" cy="74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648737A-E4F1-2FF0-2F21-49E790AA844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730960" y="647403"/>
                  <a:ext cx="141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21A1488-A1EB-DEB6-0F6C-BF911ED03021}"/>
                    </a:ext>
                  </a:extLst>
                </p14:cNvPr>
                <p14:cNvContentPartPr/>
                <p14:nvPr/>
              </p14:nvContentPartPr>
              <p14:xfrm>
                <a:off x="8501640" y="749283"/>
                <a:ext cx="168840" cy="62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21A1488-A1EB-DEB6-0F6C-BF911ED0302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95520" y="743163"/>
                  <a:ext cx="1810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24F47C2-48CC-FFE1-8B25-EC4A2F0E4ED1}"/>
                    </a:ext>
                  </a:extLst>
                </p14:cNvPr>
                <p14:cNvContentPartPr/>
                <p14:nvPr/>
              </p14:nvContentPartPr>
              <p14:xfrm>
                <a:off x="8493360" y="761883"/>
                <a:ext cx="15120" cy="19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24F47C2-48CC-FFE1-8B25-EC4A2F0E4ED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87240" y="755763"/>
                  <a:ext cx="27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F11682-01AF-16A0-EC8A-268D435DEF68}"/>
                    </a:ext>
                  </a:extLst>
                </p14:cNvPr>
                <p14:cNvContentPartPr/>
                <p14:nvPr/>
              </p14:nvContentPartPr>
              <p14:xfrm>
                <a:off x="8482920" y="748563"/>
                <a:ext cx="35640" cy="79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F11682-01AF-16A0-EC8A-268D435DEF6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76800" y="742443"/>
                  <a:ext cx="47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920668-ED4E-D7A7-548A-5404C3D5357E}"/>
                    </a:ext>
                  </a:extLst>
                </p14:cNvPr>
                <p14:cNvContentPartPr/>
                <p14:nvPr/>
              </p14:nvContentPartPr>
              <p14:xfrm>
                <a:off x="8469240" y="819483"/>
                <a:ext cx="68400" cy="40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920668-ED4E-D7A7-548A-5404C3D5357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63120" y="813363"/>
                  <a:ext cx="80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7324D22-5004-FBD2-E914-12D6A1DC13FA}"/>
                    </a:ext>
                  </a:extLst>
                </p14:cNvPr>
                <p14:cNvContentPartPr/>
                <p14:nvPr/>
              </p14:nvContentPartPr>
              <p14:xfrm>
                <a:off x="8229840" y="784923"/>
                <a:ext cx="164880" cy="179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7324D22-5004-FBD2-E914-12D6A1DC13F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23720" y="778803"/>
                  <a:ext cx="177120" cy="19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28866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143508" y="18776"/>
            <a:ext cx="8784976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PLS2: Steps 11-12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360" y="45407"/>
            <a:ext cx="1206784" cy="119605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359532" y="434274"/>
            <a:ext cx="8568952" cy="4525213"/>
            <a:chOff x="251520" y="197257"/>
            <a:chExt cx="8568952" cy="45252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/>
                <p:cNvSpPr txBox="1"/>
                <p:nvPr/>
              </p:nvSpPr>
              <p:spPr>
                <a:xfrm>
                  <a:off x="251520" y="197257"/>
                  <a:ext cx="8568952" cy="45252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 algn="just">
                    <a:lnSpc>
                      <a:spcPct val="200000"/>
                    </a:lnSpc>
                    <a:buClr>
                      <a:srgbClr val="0000FF"/>
                    </a:buClr>
                    <a:buFont typeface="Wingdings" panose="05000000000000000000" pitchFamily="2" charset="2"/>
                    <a:buChar char="v"/>
                  </a:pPr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Step 11: 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Calculate </a:t>
                  </a:r>
                  <a:r>
                    <a:rPr lang="en-US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r>
                    <a:rPr lang="en-US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which is the </a:t>
                  </a:r>
                  <a:r>
                    <a:rPr lang="en-US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r>
                    <a:rPr lang="en-US" baseline="30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th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diagonal element of </a:t>
                  </a:r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  <a:p>
                  <a:pPr algn="just">
                    <a:lnSpc>
                      <a:spcPct val="200000"/>
                    </a:lnSpc>
                    <a:buClr>
                      <a:srgbClr val="0000FF"/>
                    </a:buClr>
                  </a:pPr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    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by regressing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𝟔</m:t>
                          </m:r>
                        </m:sub>
                      </m:sSub>
                    </m:oMath>
                  </a14:m>
                  <a:endPara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just">
                    <a:lnSpc>
                      <a:spcPct val="200000"/>
                    </a:lnSpc>
                    <a:buClr>
                      <a:srgbClr val="0000FF"/>
                    </a:buClr>
                  </a:pP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    with the least squares solution given by</a:t>
                  </a:r>
                </a:p>
                <a:p>
                  <a:pPr algn="just">
                    <a:lnSpc>
                      <a:spcPct val="200000"/>
                    </a:lnSpc>
                    <a:buClr>
                      <a:srgbClr val="0000FF"/>
                    </a:buClr>
                  </a:pPr>
                  <a:endPara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marL="285750" indent="-285750" algn="just">
                    <a:lnSpc>
                      <a:spcPct val="200000"/>
                    </a:lnSpc>
                    <a:buClr>
                      <a:srgbClr val="0000FF"/>
                    </a:buClr>
                    <a:buFont typeface="Wingdings" panose="05000000000000000000" pitchFamily="2" charset="2"/>
                    <a:buChar char="v"/>
                  </a:pPr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Step 12: 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Update the data matrices as show below.  </a:t>
                  </a:r>
                </a:p>
                <a:p>
                  <a:pPr marL="285750" indent="-285750" algn="just">
                    <a:lnSpc>
                      <a:spcPct val="200000"/>
                    </a:lnSpc>
                    <a:buClr>
                      <a:srgbClr val="0000FF"/>
                    </a:buClr>
                    <a:buFont typeface="Wingdings" panose="05000000000000000000" pitchFamily="2" charset="2"/>
                    <a:buChar char="v"/>
                  </a:pP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Deflation removes parts of the </a:t>
                  </a:r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X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and </a:t>
                  </a:r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Y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matrices that have already been explained.  </a:t>
                  </a:r>
                  <a:endParaRPr lang="en-US" i="1" dirty="0">
                    <a:solidFill>
                      <a:schemeClr val="bg1"/>
                    </a:solidFill>
                    <a:latin typeface="Cambria Math" panose="02040503050406030204" pitchFamily="18" charset="0"/>
                    <a:cs typeface="Arial" panose="020B0604020202020204" pitchFamily="34" charset="0"/>
                  </a:endParaRPr>
                </a:p>
                <a:p>
                  <a:pPr algn="ctr">
                    <a:lnSpc>
                      <a:spcPct val="200000"/>
                    </a:lnSpc>
                    <a:buClr>
                      <a:srgbClr val="0000FF"/>
                    </a:buCl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</m:t>
                      </m:r>
                    </m:oMath>
                  </a14:m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𝐛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</m:oMath>
                  </a14:m>
                  <a:endPara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" name="Text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520" y="197257"/>
                  <a:ext cx="8568952" cy="4525213"/>
                </a:xfrm>
                <a:prstGeom prst="rect">
                  <a:avLst/>
                </a:prstGeom>
                <a:blipFill>
                  <a:blip r:embed="rId4"/>
                  <a:stretch>
                    <a:fillRect l="-498" r="-56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2627784" y="2189916"/>
                  <a:ext cx="2188163" cy="37555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𝐛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h</m:t>
                            </m:r>
                          </m:sub>
                        </m:sSub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𝐭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𝐭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h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sup>
                        </m:sSup>
                        <m:sSub>
                          <m:sSub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𝐭</m:t>
                            </m:r>
                            <m: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h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𝐮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7784" y="2189916"/>
                  <a:ext cx="2188163" cy="37555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CB594F2-87E6-4955-CA0D-DCB1215F5FEF}"/>
              </a:ext>
            </a:extLst>
          </p:cNvPr>
          <p:cNvGrpSpPr/>
          <p:nvPr/>
        </p:nvGrpSpPr>
        <p:grpSpPr>
          <a:xfrm>
            <a:off x="8409120" y="1248963"/>
            <a:ext cx="214560" cy="86040"/>
            <a:chOff x="8409120" y="1248963"/>
            <a:chExt cx="214560" cy="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5912649-2997-7940-C1BE-ABDFF025FADF}"/>
                    </a:ext>
                  </a:extLst>
                </p14:cNvPr>
                <p14:cNvContentPartPr/>
                <p14:nvPr/>
              </p14:nvContentPartPr>
              <p14:xfrm>
                <a:off x="8433600" y="1248963"/>
                <a:ext cx="170640" cy="19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5912649-2997-7940-C1BE-ABDFF025FA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27480" y="1242843"/>
                  <a:ext cx="182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45C22D3-4E4C-BF6F-D78C-D68DEB130FCF}"/>
                    </a:ext>
                  </a:extLst>
                </p14:cNvPr>
                <p14:cNvContentPartPr/>
                <p14:nvPr/>
              </p14:nvContentPartPr>
              <p14:xfrm>
                <a:off x="8409120" y="1312323"/>
                <a:ext cx="214560" cy="22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45C22D3-4E4C-BF6F-D78C-D68DEB130FC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03000" y="1306203"/>
                  <a:ext cx="226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58E702-45E1-1FB4-F9F9-C3EFD68B5EA5}"/>
                    </a:ext>
                  </a:extLst>
                </p14:cNvPr>
                <p14:cNvContentPartPr/>
                <p14:nvPr/>
              </p14:nvContentPartPr>
              <p14:xfrm>
                <a:off x="8441160" y="1259403"/>
                <a:ext cx="82440" cy="13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58E702-45E1-1FB4-F9F9-C3EFD68B5E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435040" y="1253283"/>
                  <a:ext cx="946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3D685D-DD82-6680-F4FE-B553C2ACD48E}"/>
              </a:ext>
            </a:extLst>
          </p:cNvPr>
          <p:cNvGrpSpPr/>
          <p:nvPr/>
        </p:nvGrpSpPr>
        <p:grpSpPr>
          <a:xfrm>
            <a:off x="7164960" y="623283"/>
            <a:ext cx="1936080" cy="530640"/>
            <a:chOff x="7164960" y="623283"/>
            <a:chExt cx="1936080" cy="53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C76FF2-C86D-0671-9BCA-0692754817BB}"/>
                    </a:ext>
                  </a:extLst>
                </p14:cNvPr>
                <p14:cNvContentPartPr/>
                <p14:nvPr/>
              </p14:nvContentPartPr>
              <p14:xfrm>
                <a:off x="8005200" y="623283"/>
                <a:ext cx="1095840" cy="336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C76FF2-C86D-0671-9BCA-0692754817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99080" y="617163"/>
                  <a:ext cx="11080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653ED3-E06C-52AB-872E-2DE63071E5C9}"/>
                    </a:ext>
                  </a:extLst>
                </p14:cNvPr>
                <p14:cNvContentPartPr/>
                <p14:nvPr/>
              </p14:nvContentPartPr>
              <p14:xfrm>
                <a:off x="7164960" y="849363"/>
                <a:ext cx="190440" cy="304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653ED3-E06C-52AB-872E-2DE63071E5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8840" y="843243"/>
                  <a:ext cx="2026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DA51CD6-189D-7066-1722-1840041BA47C}"/>
                    </a:ext>
                  </a:extLst>
                </p14:cNvPr>
                <p14:cNvContentPartPr/>
                <p14:nvPr/>
              </p14:nvContentPartPr>
              <p14:xfrm>
                <a:off x="7383840" y="895443"/>
                <a:ext cx="449640" cy="165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DA51CD6-189D-7066-1722-1840041BA47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77720" y="889323"/>
                  <a:ext cx="46188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E746C1A-3466-D16F-7744-D70733773237}"/>
              </a:ext>
            </a:extLst>
          </p:cNvPr>
          <p:cNvGrpSpPr/>
          <p:nvPr/>
        </p:nvGrpSpPr>
        <p:grpSpPr>
          <a:xfrm>
            <a:off x="7125720" y="1196043"/>
            <a:ext cx="481680" cy="238320"/>
            <a:chOff x="7125720" y="1196043"/>
            <a:chExt cx="48168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B9BFBF-3203-3A7C-A4B2-496EC39F4A0B}"/>
                    </a:ext>
                  </a:extLst>
                </p14:cNvPr>
                <p14:cNvContentPartPr/>
                <p14:nvPr/>
              </p14:nvContentPartPr>
              <p14:xfrm>
                <a:off x="7125720" y="1254363"/>
                <a:ext cx="164880" cy="180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B9BFBF-3203-3A7C-A4B2-496EC39F4A0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19600" y="1248243"/>
                  <a:ext cx="177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8187EE-DB0B-8BB8-0E08-E7D8B8DEB3F3}"/>
                    </a:ext>
                  </a:extLst>
                </p14:cNvPr>
                <p14:cNvContentPartPr/>
                <p14:nvPr/>
              </p14:nvContentPartPr>
              <p14:xfrm>
                <a:off x="7289160" y="1196043"/>
                <a:ext cx="241200" cy="185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8187EE-DB0B-8BB8-0E08-E7D8B8DEB3F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83040" y="1189923"/>
                  <a:ext cx="253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B55E563-E52D-0AFD-1502-AE5D2ADCB1C7}"/>
                    </a:ext>
                  </a:extLst>
                </p14:cNvPr>
                <p14:cNvContentPartPr/>
                <p14:nvPr/>
              </p14:nvContentPartPr>
              <p14:xfrm>
                <a:off x="7580400" y="1233843"/>
                <a:ext cx="27000" cy="15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B55E563-E52D-0AFD-1502-AE5D2ADCB1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74280" y="1227723"/>
                  <a:ext cx="3924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3F9F506-6A1F-3A8D-328E-41EDE36833DA}"/>
                  </a:ext>
                </a:extLst>
              </p14:cNvPr>
              <p14:cNvContentPartPr/>
              <p14:nvPr/>
            </p14:nvContentPartPr>
            <p14:xfrm>
              <a:off x="2262840" y="1513203"/>
              <a:ext cx="1205640" cy="928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3F9F506-6A1F-3A8D-328E-41EDE36833D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56720" y="1507083"/>
                <a:ext cx="12178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47B034D-6156-60A8-5689-E8BE37766AD8}"/>
                  </a:ext>
                </a:extLst>
              </p14:cNvPr>
              <p14:cNvContentPartPr/>
              <p14:nvPr/>
            </p14:nvContentPartPr>
            <p14:xfrm>
              <a:off x="2769000" y="2355603"/>
              <a:ext cx="367200" cy="5932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47B034D-6156-60A8-5689-E8BE37766AD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62880" y="2349483"/>
                <a:ext cx="379440" cy="60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3155414-0B02-7F33-0806-6B182F8C5E61}"/>
              </a:ext>
            </a:extLst>
          </p:cNvPr>
          <p:cNvGrpSpPr/>
          <p:nvPr/>
        </p:nvGrpSpPr>
        <p:grpSpPr>
          <a:xfrm>
            <a:off x="2301720" y="4361883"/>
            <a:ext cx="317160" cy="585720"/>
            <a:chOff x="2301720" y="4361883"/>
            <a:chExt cx="317160" cy="58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0D4C6A1-1814-FCA5-8233-A045F9DCD0C2}"/>
                    </a:ext>
                  </a:extLst>
                </p14:cNvPr>
                <p14:cNvContentPartPr/>
                <p14:nvPr/>
              </p14:nvContentPartPr>
              <p14:xfrm>
                <a:off x="2472720" y="4439283"/>
                <a:ext cx="6120" cy="25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0D4C6A1-1814-FCA5-8233-A045F9DCD0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66600" y="4433163"/>
                  <a:ext cx="18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B21A741-4DD4-2D0D-27D5-76CFA36E8602}"/>
                    </a:ext>
                  </a:extLst>
                </p14:cNvPr>
                <p14:cNvContentPartPr/>
                <p14:nvPr/>
              </p14:nvContentPartPr>
              <p14:xfrm>
                <a:off x="2301720" y="4361883"/>
                <a:ext cx="317160" cy="585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B21A741-4DD4-2D0D-27D5-76CFA36E860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95600" y="4355763"/>
                  <a:ext cx="329400" cy="59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2A38167-1A7A-51E6-75B7-28DE6AE9C733}"/>
                  </a:ext>
                </a:extLst>
              </p14:cNvPr>
              <p14:cNvContentPartPr/>
              <p14:nvPr/>
            </p14:nvContentPartPr>
            <p14:xfrm>
              <a:off x="3603840" y="4343883"/>
              <a:ext cx="525960" cy="645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2A38167-1A7A-51E6-75B7-28DE6AE9C73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97720" y="4337763"/>
                <a:ext cx="538200" cy="6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853EAC9-CD5E-5D9E-E3F8-409CBD14614D}"/>
                  </a:ext>
                </a:extLst>
              </p14:cNvPr>
              <p14:cNvContentPartPr/>
              <p14:nvPr/>
            </p14:nvContentPartPr>
            <p14:xfrm>
              <a:off x="3991920" y="4904763"/>
              <a:ext cx="360" cy="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853EAC9-CD5E-5D9E-E3F8-409CBD14614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85800" y="4898643"/>
                <a:ext cx="12600" cy="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51FA7EF-23E7-DF1C-5684-7291B226DC0E}"/>
                  </a:ext>
                </a:extLst>
              </p14:cNvPr>
              <p14:cNvContentPartPr/>
              <p14:nvPr/>
            </p14:nvContentPartPr>
            <p14:xfrm>
              <a:off x="3208560" y="4889283"/>
              <a:ext cx="12960" cy="1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51FA7EF-23E7-DF1C-5684-7291B226DC0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02440" y="4883163"/>
                <a:ext cx="2520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2031392-1BC2-0E05-C93B-D28B15CE3A7A}"/>
                  </a:ext>
                </a:extLst>
              </p14:cNvPr>
              <p14:cNvContentPartPr/>
              <p14:nvPr/>
            </p14:nvContentPartPr>
            <p14:xfrm>
              <a:off x="4147080" y="4803963"/>
              <a:ext cx="2880" cy="32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2031392-1BC2-0E05-C93B-D28B15CE3A7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40960" y="4797843"/>
                <a:ext cx="15120" cy="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842F826-7FE2-93D0-19A0-9C894A547E07}"/>
              </a:ext>
            </a:extLst>
          </p:cNvPr>
          <p:cNvGrpSpPr/>
          <p:nvPr/>
        </p:nvGrpSpPr>
        <p:grpSpPr>
          <a:xfrm>
            <a:off x="3136200" y="4451883"/>
            <a:ext cx="26280" cy="46800"/>
            <a:chOff x="3136200" y="4451883"/>
            <a:chExt cx="26280" cy="4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516CDA6-413B-3C5B-B561-03A28DB75CCB}"/>
                    </a:ext>
                  </a:extLst>
                </p14:cNvPr>
                <p14:cNvContentPartPr/>
                <p14:nvPr/>
              </p14:nvContentPartPr>
              <p14:xfrm>
                <a:off x="3154200" y="4492923"/>
                <a:ext cx="8280" cy="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516CDA6-413B-3C5B-B561-03A28DB75CC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48080" y="4486803"/>
                  <a:ext cx="2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F4B0AD9-A9DC-EA55-F428-865F638304B9}"/>
                    </a:ext>
                  </a:extLst>
                </p14:cNvPr>
                <p14:cNvContentPartPr/>
                <p14:nvPr/>
              </p14:nvContentPartPr>
              <p14:xfrm>
                <a:off x="3136200" y="4451883"/>
                <a:ext cx="720" cy="21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F4B0AD9-A9DC-EA55-F428-865F638304B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30080" y="4445763"/>
                  <a:ext cx="129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1FCDDFF-45BA-C5D5-3650-C666F5D5195B}"/>
              </a:ext>
            </a:extLst>
          </p:cNvPr>
          <p:cNvGrpSpPr/>
          <p:nvPr/>
        </p:nvGrpSpPr>
        <p:grpSpPr>
          <a:xfrm>
            <a:off x="656880" y="3698763"/>
            <a:ext cx="852480" cy="195480"/>
            <a:chOff x="656880" y="3698763"/>
            <a:chExt cx="85248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DB0033-EFC0-1F4D-A11C-8027C1E5676D}"/>
                    </a:ext>
                  </a:extLst>
                </p14:cNvPr>
                <p14:cNvContentPartPr/>
                <p14:nvPr/>
              </p14:nvContentPartPr>
              <p14:xfrm>
                <a:off x="661560" y="3698763"/>
                <a:ext cx="847800" cy="10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DB0033-EFC0-1F4D-A11C-8027C1E5676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5440" y="3692643"/>
                  <a:ext cx="860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2056A21-88E5-9C7E-6B12-CA4E97D277DD}"/>
                    </a:ext>
                  </a:extLst>
                </p14:cNvPr>
                <p14:cNvContentPartPr/>
                <p14:nvPr/>
              </p14:nvContentPartPr>
              <p14:xfrm>
                <a:off x="656880" y="3774723"/>
                <a:ext cx="784080" cy="119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2056A21-88E5-9C7E-6B12-CA4E97D277D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0760" y="3768603"/>
                  <a:ext cx="79632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7659527-E37C-6A2A-3106-A9D1E782D301}"/>
                  </a:ext>
                </a:extLst>
              </p14:cNvPr>
              <p14:cNvContentPartPr/>
              <p14:nvPr/>
            </p14:nvContentPartPr>
            <p14:xfrm>
              <a:off x="4810920" y="4326963"/>
              <a:ext cx="2437560" cy="8578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7659527-E37C-6A2A-3106-A9D1E782D30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804800" y="4320843"/>
                <a:ext cx="2449800" cy="87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6502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143508" y="18776"/>
            <a:ext cx="8784976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Discussion on the NIPALS algorithm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611560" y="627829"/>
                <a:ext cx="7110536" cy="29046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1: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Regression using </a:t>
                </a:r>
                <a:r>
                  <a:rPr lang="en-US" dirty="0">
                    <a:solidFill>
                      <a:srgbClr val="66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score vectors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find X weights </a:t>
                </a:r>
                <a:r>
                  <a:rPr lang="en-US" b="1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US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  <a:buClr>
                    <a:srgbClr val="0000F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𝐮</m:t>
                        </m:r>
                      </m:e>
                      <m:sub>
                        <m:r>
                          <a:rPr lang="en-US" b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</m:sSub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</m:e>
                      <m:sub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>
                  <a:lnSpc>
                    <a:spcPct val="15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yielding the least squares solution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𝐮</m:t>
                                </m:r>
                                <m:r>
                                  <a:rPr lang="en-US" b="1" i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′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rgbClr val="6600FF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sSub>
                      <m:sSubPr>
                        <m:ctrlPr>
                          <a:rPr lang="en-US" b="1" i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𝐮</m:t>
                        </m:r>
                        <m:r>
                          <a:rPr lang="en-US" b="1" i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a:rPr lang="en-US" b="1">
                            <a:solidFill>
                              <a:srgbClr val="66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2: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Normalize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as shown below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𝐰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𝐡</m:t>
                            </m:r>
                          </m:sub>
                          <m:sup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IN" dirty="0"/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endParaRPr lang="en-IN" dirty="0"/>
              </a:p>
              <a:p>
                <a:pPr marL="285750" indent="-285750" algn="just">
                  <a:lnSpc>
                    <a:spcPct val="15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endParaRPr lang="en-IN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627829"/>
                <a:ext cx="7110536" cy="2904641"/>
              </a:xfrm>
              <a:prstGeom prst="rect">
                <a:avLst/>
              </a:prstGeom>
              <a:blipFill>
                <a:blip r:embed="rId3"/>
                <a:stretch>
                  <a:fillRect l="-6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/>
              <p:nvPr/>
            </p:nvSpPr>
            <p:spPr>
              <a:xfrm>
                <a:off x="611560" y="2835845"/>
                <a:ext cx="7848872" cy="1780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3: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Regression to find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scores vector </a:t>
                </a:r>
                <a:r>
                  <a:rPr lang="en-US" b="1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b="0" i="0" dirty="0">
                  <a:solidFill>
                    <a:schemeClr val="bg1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  <m:sup>
                        <m:r>
                          <a:rPr lang="en-US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</m:e>
                      <m:sub>
                        <m:r>
                          <a:rPr lang="en-US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𝐄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′</m:t>
                        </m:r>
                      </m:e>
                      <m:sub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dirty="0"/>
                  <a:t>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𝐰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𝐰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𝐄</m:t>
                        </m:r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endParaRPr lang="en-IN" dirty="0"/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Steps 1-3 apply to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 matrix</a:t>
                </a:r>
                <a:endParaRPr lang="en-IN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835845"/>
                <a:ext cx="7848872" cy="1780359"/>
              </a:xfrm>
              <a:prstGeom prst="rect">
                <a:avLst/>
              </a:prstGeom>
              <a:blipFill>
                <a:blip r:embed="rId4"/>
                <a:stretch>
                  <a:fillRect l="-4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9965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143508" y="18776"/>
            <a:ext cx="8784976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Discussion on the NIPALS algorithm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/>
              <p:nvPr/>
            </p:nvSpPr>
            <p:spPr>
              <a:xfrm>
                <a:off x="355289" y="627534"/>
                <a:ext cx="8361414" cy="4400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4: 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Now perform the regression to find the </a:t>
                </a:r>
                <a:r>
                  <a:rPr lang="en-US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weights (q vectors) as given by </a:t>
                </a: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𝐪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5:              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𝐪</m:t>
                            </m:r>
                          </m:e>
                          <m:sub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𝐡</m:t>
                            </m:r>
                          </m:sub>
                          <m:sup>
                            <m:r>
                              <a:rPr lang="en-US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6: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Perform the regression to obtain new values of u</a:t>
                </a:r>
                <a:r>
                  <a:rPr lang="en-US" baseline="-25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(refer step 0)</a:t>
                </a: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</m:e>
                      <m:sub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𝐅</m:t>
                        </m:r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𝐮</m:t>
                        </m:r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r>
                      <a:rPr lang="en-US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′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  <m:sup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bSup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  <m:r>
                              <a:rPr lang="en-US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𝐪</m:t>
                                </m:r>
                              </m:e>
                              <m:sub>
                                <m:r>
                                  <a:rPr lang="en-US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𝐪</m:t>
                        </m:r>
                      </m:e>
                      <m:sub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𝐡</m:t>
                        </m:r>
                      </m:sub>
                    </m:sSub>
                    <m:r>
                      <a:rPr lang="en-US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′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𝐅</m:t>
                        </m:r>
                        <m:r>
                          <a:rPr lang="en-US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b>
                    </m:sSub>
                  </m:oMath>
                </a14:m>
                <a:endParaRPr lang="en-IN" dirty="0"/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:endParaRPr lang="en-U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Steps 4-6 apply to </a:t>
                </a:r>
                <a:r>
                  <a: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 matrix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0066A58-9F02-F32A-88AF-E418F874A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9" y="627534"/>
                <a:ext cx="8361414" cy="4400692"/>
              </a:xfrm>
              <a:prstGeom prst="rect">
                <a:avLst/>
              </a:prstGeom>
              <a:blipFill>
                <a:blip r:embed="rId3"/>
                <a:stretch>
                  <a:fillRect l="-583" r="-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268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8468B-1901-1DA2-2EA6-A63844855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51796B7-C078-A4C7-39DB-E8F91860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0"/>
            <a:ext cx="8208912" cy="555526"/>
          </a:xfrm>
        </p:spPr>
        <p:txBody>
          <a:bodyPr anchor="ctr"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PLS2: Convergence Criterion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BCA39F-C782-B2B5-8F38-6DC85B829F7E}"/>
                  </a:ext>
                </a:extLst>
              </p:cNvPr>
              <p:cNvSpPr txBox="1"/>
              <p:nvPr/>
            </p:nvSpPr>
            <p:spPr>
              <a:xfrm>
                <a:off x="323528" y="555526"/>
                <a:ext cx="8496944" cy="47242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Step 7 convergence, the criterion is</a:t>
                </a:r>
              </a:p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norm of the difference between the newly calculated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sz="2000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20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the one from the previous iteration </a:t>
                </a:r>
                <a:r>
                  <a:rPr lang="en-US" sz="20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sz="20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h-1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lower than a prescribed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 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i.e.,</a:t>
                </a: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𝐭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0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𝐭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  <m: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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lang="en-US" sz="200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sz="2000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marL="342900" indent="-34290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After the convergence criterion is met,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sz="2000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fitted to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US" sz="2000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Step 8</a:t>
                </a:r>
              </a:p>
              <a:p>
                <a:pPr algn="ctr">
                  <a:lnSpc>
                    <a:spcPct val="200000"/>
                  </a:lnSpc>
                  <a:buClr>
                    <a:srgbClr val="0000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20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Sup>
                        <m:sSubSupPr>
                          <m:ctrl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sz="20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</m:t>
                          </m:r>
                        </m:e>
                        <m:sub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Symbol" panose="05050102010706020507" pitchFamily="18" charset="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p>
                      </m:sSup>
                      <m:sSub>
                        <m:sSub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𝐪</m:t>
                          </m:r>
                          <m: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sz="2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endPara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BCA39F-C782-B2B5-8F38-6DC85B829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55526"/>
                <a:ext cx="8496944" cy="4724242"/>
              </a:xfrm>
              <a:prstGeom prst="rect">
                <a:avLst/>
              </a:prstGeom>
              <a:blipFill>
                <a:blip r:embed="rId3"/>
                <a:stretch>
                  <a:fillRect l="-717" r="-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017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8468B-1901-1DA2-2EA6-A63844855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51796B7-C078-A4C7-39DB-E8F91860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0"/>
            <a:ext cx="8208912" cy="627534"/>
          </a:xfrm>
        </p:spPr>
        <p:txBody>
          <a:bodyPr anchor="ctr"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PLS2: Steps 9 and 10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87016" y="880300"/>
            <a:ext cx="8928992" cy="3486426"/>
            <a:chOff x="395536" y="776644"/>
            <a:chExt cx="8928992" cy="348642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ABCA39F-C782-B2B5-8F38-6DC85B829F7E}"/>
                </a:ext>
              </a:extLst>
            </p:cNvPr>
            <p:cNvSpPr txBox="1"/>
            <p:nvPr/>
          </p:nvSpPr>
          <p:spPr>
            <a:xfrm>
              <a:off x="395536" y="2324078"/>
              <a:ext cx="8928992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lnSpc>
                  <a:spcPct val="200000"/>
                </a:lnSpc>
                <a:buClr>
                  <a:srgbClr val="0000FF"/>
                </a:buClr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Step 10, </a:t>
              </a:r>
              <a:r>
                <a:rPr lang="en-US" sz="2000" b="1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2000" baseline="-2500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sz="20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are normalized to length 1 to make them comparable to principal components.  </a:t>
              </a:r>
            </a:p>
            <a:p>
              <a:pPr marL="342900" indent="-342900" algn="just">
                <a:lnSpc>
                  <a:spcPct val="200000"/>
                </a:lnSpc>
                <a:buClr>
                  <a:srgbClr val="0000FF"/>
                </a:buClr>
                <a:buFont typeface="Wingdings" panose="05000000000000000000" pitchFamily="2" charset="2"/>
                <a:buChar char="v"/>
              </a:pPr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</a:t>
              </a:r>
              <a:r>
                <a:rPr lang="en-US" sz="2000" b="1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sz="2000" baseline="-2500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have to be fitted to the new </a:t>
              </a:r>
              <a:r>
                <a:rPr lang="en-US" sz="2000" b="1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2000" baseline="-2500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 Step 9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399827" y="776644"/>
                  <a:ext cx="692340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 algn="just">
                    <a:lnSpc>
                      <a:spcPct val="200000"/>
                    </a:lnSpc>
                    <a:buClr>
                      <a:srgbClr val="0000FF"/>
                    </a:buClr>
                    <a:buFont typeface="Wingdings" panose="05000000000000000000" pitchFamily="2" charset="2"/>
                    <a:buChar char="v"/>
                  </a:pPr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Step 9: 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Fit </a:t>
                  </a:r>
                  <a:r>
                    <a:rPr lang="en-US" b="1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</a:t>
                  </a:r>
                  <a:r>
                    <a:rPr lang="en-US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to the newly gained </a:t>
                  </a:r>
                  <a:r>
                    <a:rPr lang="en-US" b="1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r>
                    <a:rPr lang="en-US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r>
                        <a:rPr lang="en-US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𝐭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begChr m:val="‖"/>
                          <m:endChr m:val="‖"/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827" y="776644"/>
                  <a:ext cx="6923407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616" b="-188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395536" y="1507899"/>
                  <a:ext cx="4240812" cy="817340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marL="285750" indent="-285750" algn="just">
                    <a:lnSpc>
                      <a:spcPct val="150000"/>
                    </a:lnSpc>
                    <a:buClr>
                      <a:srgbClr val="0000FF"/>
                    </a:buClr>
                    <a:buFont typeface="Wingdings" panose="05000000000000000000" pitchFamily="2" charset="2"/>
                    <a:buChar char="v"/>
                  </a:pPr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Step 10: 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Normalize </a:t>
                  </a:r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14:m>
                    <m:oMath xmlns:m="http://schemas.openxmlformats.org/officeDocument/2006/math"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′</m:t>
                      </m:r>
                    </m:oMath>
                  </a14:m>
                  <a:r>
                    <a:rPr lang="en-US" baseline="-250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r>
                    <a:rPr lang="en-US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as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𝐩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sub>
                        <m:sup>
                          <m:r>
                            <a:rPr lang="en-US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bSup>
                      <m:r>
                        <a:rPr lang="en-US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en-US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a14:m>
                  <a:r>
                    <a:rPr lang="en-US" b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536" y="1507899"/>
                  <a:ext cx="4240812" cy="817340"/>
                </a:xfrm>
                <a:prstGeom prst="rect">
                  <a:avLst/>
                </a:prstGeom>
                <a:blipFill>
                  <a:blip r:embed="rId4"/>
                  <a:stretch>
                    <a:fillRect l="-86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889585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8468B-1901-1DA2-2EA6-A63844855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51796B7-C078-A4C7-39DB-E8F91860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0"/>
            <a:ext cx="8208912" cy="627534"/>
          </a:xfrm>
        </p:spPr>
        <p:txBody>
          <a:bodyPr anchor="ctr"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PLS2: Steps 11 and 12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BCA39F-C782-B2B5-8F38-6DC85B829F7E}"/>
                  </a:ext>
                </a:extLst>
              </p:cNvPr>
              <p:cNvSpPr txBox="1"/>
              <p:nvPr/>
            </p:nvSpPr>
            <p:spPr>
              <a:xfrm>
                <a:off x="107504" y="483518"/>
                <a:ext cx="8677472" cy="5030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Step 11: </a:t>
                </a: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 </a:t>
                </a:r>
                <a:r>
                  <a:rPr lang="en-US" sz="2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20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which is the </a:t>
                </a:r>
                <a:r>
                  <a:rPr lang="en-US" sz="2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2000" baseline="30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diagonal element of </a:t>
                </a:r>
                <a:r>
                  <a:rPr lang="en-US" sz="20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 </a:t>
                </a: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 regressing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r>
                      <a:rPr lang="en-US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r>
                      <a:rPr lang="en-US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</m:t>
                        </m:r>
                      </m:e>
                      <m:sub>
                        <m:r>
                          <a:rPr lang="en-US" sz="20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𝟔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with the least squares solution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r>
                      <a:rPr lang="en-US" sz="20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𝐭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US" sz="20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′</m:t>
                            </m:r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𝐭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sSub>
                      <m:sSubPr>
                        <m:ctrlP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𝐭</m:t>
                        </m:r>
                        <m: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b>
                    </m:sSub>
                  </m:oMath>
                </a14:m>
                <a:endPara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Step 11,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2000" baseline="-250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en-US" sz="20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found </a:t>
                </a:r>
              </a:p>
              <a:p>
                <a:pPr marL="342900" indent="-34290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which is important for updating the data matrix </a:t>
                </a:r>
                <a:r>
                  <a:rPr lang="en-US" sz="20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in Step 12</a:t>
                </a:r>
              </a:p>
              <a:p>
                <a:pPr marL="342900" indent="-34290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 in prediction at a later stage  </a:t>
                </a:r>
              </a:p>
              <a:p>
                <a:pPr algn="just">
                  <a:lnSpc>
                    <a:spcPct val="200000"/>
                  </a:lnSpc>
                  <a:buClr>
                    <a:srgbClr val="0000FF"/>
                  </a:buClr>
                </a:pP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Step 12, updates for matrices </a:t>
                </a:r>
                <a:r>
                  <a:rPr lang="en-US" sz="20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:r>
                  <a:rPr lang="en-US" sz="20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calculated</a:t>
                </a:r>
              </a:p>
              <a:p>
                <a:pPr marL="342900" indent="-342900" algn="just">
                  <a:lnSpc>
                    <a:spcPct val="200000"/>
                  </a:lnSpc>
                  <a:buClr>
                    <a:srgbClr val="0000FF"/>
                  </a:buClr>
                  <a:buFont typeface="Wingdings" panose="05000000000000000000" pitchFamily="2" charset="2"/>
                  <a:buChar char="v"/>
                </a:pPr>
                <a:endPara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BCA39F-C782-B2B5-8F38-6DC85B829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83518"/>
                <a:ext cx="8677472" cy="5030736"/>
              </a:xfrm>
              <a:prstGeom prst="rect">
                <a:avLst/>
              </a:prstGeom>
              <a:blipFill>
                <a:blip r:embed="rId3"/>
                <a:stretch>
                  <a:fillRect l="-773" r="-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9719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8468B-1901-1DA2-2EA6-A63844855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51796B7-C078-A4C7-39DB-E8F91860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0"/>
            <a:ext cx="8208912" cy="627534"/>
          </a:xfrm>
        </p:spPr>
        <p:txBody>
          <a:bodyPr anchor="ctr"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PLS2: Graphical Representation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987574"/>
            <a:ext cx="5096586" cy="16385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2986143"/>
            <a:ext cx="7459116" cy="14003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216" y="585902"/>
            <a:ext cx="1206784" cy="11960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87F894-CD5E-F8DD-ED6B-AEA1E185EB3B}"/>
                  </a:ext>
                </a:extLst>
              </p14:cNvPr>
              <p14:cNvContentPartPr/>
              <p14:nvPr/>
            </p14:nvContentPartPr>
            <p14:xfrm>
              <a:off x="4290720" y="3761763"/>
              <a:ext cx="2520" cy="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87F894-CD5E-F8DD-ED6B-AEA1E185EB3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4600" y="3755643"/>
                <a:ext cx="147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0559D3-20BA-CB35-A7AA-C98349733560}"/>
                  </a:ext>
                </a:extLst>
              </p14:cNvPr>
              <p14:cNvContentPartPr/>
              <p14:nvPr/>
            </p14:nvContentPartPr>
            <p14:xfrm>
              <a:off x="6327240" y="3684003"/>
              <a:ext cx="2880" cy="3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0559D3-20BA-CB35-A7AA-C983497335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21120" y="3677883"/>
                <a:ext cx="15120" cy="1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3869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8468B-1901-1DA2-2EA6-A63844855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51796B7-C078-A4C7-39DB-E8F91860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0"/>
            <a:ext cx="8208912" cy="627534"/>
          </a:xfrm>
        </p:spPr>
        <p:txBody>
          <a:bodyPr anchor="ctr"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PLS2: Updating the Data Matrices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BCA39F-C782-B2B5-8F38-6DC85B829F7E}"/>
              </a:ext>
            </a:extLst>
          </p:cNvPr>
          <p:cNvSpPr txBox="1"/>
          <p:nvPr/>
        </p:nvSpPr>
        <p:spPr>
          <a:xfrm>
            <a:off x="215008" y="857002"/>
            <a:ext cx="8677472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reason for using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F*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for predicting values, the goal of PLS.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this, use the mixed relation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Y=TBQ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+F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the outer relation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Y=UQ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+F*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Further, the rank of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not reduced by 1 for each component, so it is really possible to deduce the maximal number of components, namely as many as the rank of 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X.  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360" y="3818840"/>
            <a:ext cx="1206784" cy="11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45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8468B-1901-1DA2-2EA6-A63844855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51796B7-C078-A4C7-39DB-E8F91860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4288" y="0"/>
            <a:ext cx="1728192" cy="899016"/>
          </a:xfrm>
        </p:spPr>
        <p:txBody>
          <a:bodyPr anchor="ctr"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PLS: Theory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BCA39F-C782-B2B5-8F38-6DC85B829F7E}"/>
              </a:ext>
            </a:extLst>
          </p:cNvPr>
          <p:cNvSpPr txBox="1"/>
          <p:nvPr/>
        </p:nvSpPr>
        <p:spPr>
          <a:xfrm>
            <a:off x="323528" y="1131590"/>
            <a:ext cx="820891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PLS regression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decomposes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both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a product of a common set of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orthogonal factors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 set of specific loadings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independent variables are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decomposed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</a:t>
            </a:r>
          </a:p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</a:t>
            </a:r>
            <a:r>
              <a:rPr lang="en-US" sz="2000" b="1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</a:p>
          <a:p>
            <a:pPr algn="ctr">
              <a:lnSpc>
                <a:spcPct val="200000"/>
              </a:lnSpc>
              <a:buClr>
                <a:srgbClr val="0000FF"/>
              </a:buClr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400" b="1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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(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="1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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 T</a:t>
            </a:r>
            <a:r>
              <a:rPr lang="en-US" sz="2000" b="1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166"/>
            <a:ext cx="7182852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345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1979712" y="30169"/>
            <a:ext cx="4608512" cy="415498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PLS: Outcomes</a:t>
            </a:r>
            <a:endParaRPr lang="en-IN" sz="28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066A58-9F02-F32A-88AF-E418F874A882}"/>
              </a:ext>
            </a:extLst>
          </p:cNvPr>
          <p:cNvSpPr txBox="1"/>
          <p:nvPr/>
        </p:nvSpPr>
        <p:spPr>
          <a:xfrm>
            <a:off x="165577" y="629551"/>
            <a:ext cx="6444716" cy="3884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PLS is a projection method that 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dimensionality.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have taken a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three-dimensional cloud of points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represented those points using a one-dimensional subspace, namely a line.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say that we have extracted one factor from the data. </a:t>
            </a:r>
          </a:p>
          <a:p>
            <a:pPr marL="285750" indent="-285750" algn="just">
              <a:lnSpc>
                <a:spcPct val="200000"/>
              </a:lnSpc>
              <a:buClr>
                <a:srgbClr val="0000FF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have used this one factor to define a linear subspace onto which to project both the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the Ys.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8AAB3FF-79DD-CC83-1418-77AD76622A25}"/>
              </a:ext>
            </a:extLst>
          </p:cNvPr>
          <p:cNvGrpSpPr/>
          <p:nvPr/>
        </p:nvGrpSpPr>
        <p:grpSpPr>
          <a:xfrm>
            <a:off x="6660232" y="0"/>
            <a:ext cx="2318191" cy="3024336"/>
            <a:chOff x="3491880" y="1831790"/>
            <a:chExt cx="3024336" cy="320223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87FD899-4C4F-B952-8B8D-E1FC0B77E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91880" y="1831790"/>
              <a:ext cx="3024336" cy="3202238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3A8DF55-CADC-B28A-FE9D-408AC5824E6C}"/>
                </a:ext>
              </a:extLst>
            </p:cNvPr>
            <p:cNvSpPr/>
            <p:nvPr/>
          </p:nvSpPr>
          <p:spPr>
            <a:xfrm rot="14315638">
              <a:off x="4571999" y="2918171"/>
              <a:ext cx="864096" cy="1296144"/>
            </a:xfrm>
            <a:prstGeom prst="ellipse">
              <a:avLst/>
            </a:prstGeom>
            <a:solidFill>
              <a:schemeClr val="accent2">
                <a:lumMod val="75000"/>
                <a:alpha val="15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5FDDA9D-CC3A-3997-4252-7B569E3A4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105" y="3045055"/>
            <a:ext cx="2199317" cy="203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210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534988"/>
            <a:ext cx="3664407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93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</Template>
  <TotalTime>14046</TotalTime>
  <Words>2667</Words>
  <Application>Microsoft Office PowerPoint</Application>
  <PresentationFormat>On-screen Show (16:9)</PresentationFormat>
  <Paragraphs>293</Paragraphs>
  <Slides>41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Cambria Math</vt:lpstr>
      <vt:lpstr>Constantia</vt:lpstr>
      <vt:lpstr>Wingdings</vt:lpstr>
      <vt:lpstr>Wingdings 2</vt:lpstr>
      <vt:lpstr>Theme1</vt:lpstr>
      <vt:lpstr>PowerPoint Presentation</vt:lpstr>
      <vt:lpstr>PowerPoint Presentation</vt:lpstr>
      <vt:lpstr>X and Y</vt:lpstr>
      <vt:lpstr>PowerPoint Presentation</vt:lpstr>
      <vt:lpstr>PLS: Theory</vt:lpstr>
      <vt:lpstr>PLS:  t1 = Xw1 </vt:lpstr>
      <vt:lpstr>PLS: t1 = Xw1 </vt:lpstr>
      <vt:lpstr>PLS: Theory</vt:lpstr>
      <vt:lpstr>PLS: Theory</vt:lpstr>
      <vt:lpstr>PLS: Theory</vt:lpstr>
      <vt:lpstr>PowerPoint Presentation</vt:lpstr>
      <vt:lpstr>Philosophy of PLS2 Algorithm</vt:lpstr>
      <vt:lpstr>PLS2 Algorithm: Outer Relations</vt:lpstr>
      <vt:lpstr>PLS2 Algorithm: Iterations</vt:lpstr>
      <vt:lpstr>PLS2: Decomposing Y</vt:lpstr>
      <vt:lpstr>PLS2 Algorithm: Summary of Relations</vt:lpstr>
      <vt:lpstr>PLS2 Algorithm</vt:lpstr>
      <vt:lpstr>PLS2 Algorithm: Steps (0-2)</vt:lpstr>
      <vt:lpstr>PLS2 Algorithm: Steps (0-2)</vt:lpstr>
      <vt:lpstr>PLS2 Algorithm: Steps (0-2)</vt:lpstr>
      <vt:lpstr>Using U to find W: Justification</vt:lpstr>
      <vt:lpstr>PLS2 Algorithm: Explanation</vt:lpstr>
      <vt:lpstr>PLS2 Algorithm: Explanation</vt:lpstr>
      <vt:lpstr>PLS2 Algorithm: Find X Scores &amp; Y Loadings</vt:lpstr>
      <vt:lpstr>PLS2 Algorithm: Find X Scores &amp; Y Loadings</vt:lpstr>
      <vt:lpstr>PLS2 Algorithm: Find X Scores &amp;Y Loadings</vt:lpstr>
      <vt:lpstr>For Y loading vector Why Use X scores in PLS2 Nipals?</vt:lpstr>
      <vt:lpstr>Tips For Remembering</vt:lpstr>
      <vt:lpstr>PLS2: Steps 6 and 7</vt:lpstr>
      <vt:lpstr>PLS2: Steps 8-10</vt:lpstr>
      <vt:lpstr>PLS2: Steps 11-12</vt:lpstr>
      <vt:lpstr>Discussion on the NIPALS algorithm</vt:lpstr>
      <vt:lpstr>Discussion on the NIPALS algorithm</vt:lpstr>
      <vt:lpstr>PLS2: Convergence Criterion</vt:lpstr>
      <vt:lpstr>PLS2: Steps 9 and 10</vt:lpstr>
      <vt:lpstr>PLS2: Steps 11 and 12</vt:lpstr>
      <vt:lpstr>PLS2: Graphical Representation</vt:lpstr>
      <vt:lpstr>PLS2: Updating the Data Matrices</vt:lpstr>
      <vt:lpstr>PLS: Theory</vt:lpstr>
      <vt:lpstr>PLS: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Kannan.A</dc:creator>
  <cp:lastModifiedBy>NPTEL Office9</cp:lastModifiedBy>
  <cp:revision>658</cp:revision>
  <dcterms:created xsi:type="dcterms:W3CDTF">2012-10-01T16:47:02Z</dcterms:created>
  <dcterms:modified xsi:type="dcterms:W3CDTF">2026-07-28T11:55:48Z</dcterms:modified>
</cp:coreProperties>
</file>